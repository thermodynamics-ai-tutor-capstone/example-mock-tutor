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4F140F-1841-4C0A-94E0-52FF5A5C21B4}" v="2" dt="2023-06-21T17:01:49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Connor, Jacqueline Antonia" userId="3b9bfa0c-75a1-427e-ae61-7069a76100c3" providerId="ADAL" clId="{DF4F140F-1841-4C0A-94E0-52FF5A5C21B4}"/>
    <pc:docChg chg="modSld">
      <pc:chgData name="O'Connor, Jacqueline Antonia" userId="3b9bfa0c-75a1-427e-ae61-7069a76100c3" providerId="ADAL" clId="{DF4F140F-1841-4C0A-94E0-52FF5A5C21B4}" dt="2023-06-21T17:01:49.868" v="1"/>
      <pc:docMkLst>
        <pc:docMk/>
      </pc:docMkLst>
      <pc:sldChg chg="addSp">
        <pc:chgData name="O'Connor, Jacqueline Antonia" userId="3b9bfa0c-75a1-427e-ae61-7069a76100c3" providerId="ADAL" clId="{DF4F140F-1841-4C0A-94E0-52FF5A5C21B4}" dt="2023-06-21T17:01:49.868" v="1"/>
        <pc:sldMkLst>
          <pc:docMk/>
          <pc:sldMk cId="1058226541" sldId="257"/>
        </pc:sldMkLst>
        <pc:inkChg chg="add">
          <ac:chgData name="O'Connor, Jacqueline Antonia" userId="3b9bfa0c-75a1-427e-ae61-7069a76100c3" providerId="ADAL" clId="{DF4F140F-1841-4C0A-94E0-52FF5A5C21B4}" dt="2023-06-21T16:05:34.201" v="0"/>
          <ac:inkMkLst>
            <pc:docMk/>
            <pc:sldMk cId="1058226541" sldId="257"/>
            <ac:inkMk id="2" creationId="{1F34281E-E3A5-66EB-2EA0-84B619EDAB74}"/>
          </ac:inkMkLst>
        </pc:inkChg>
        <pc:inkChg chg="add">
          <ac:chgData name="O'Connor, Jacqueline Antonia" userId="3b9bfa0c-75a1-427e-ae61-7069a76100c3" providerId="ADAL" clId="{DF4F140F-1841-4C0A-94E0-52FF5A5C21B4}" dt="2023-06-21T17:01:49.868" v="1"/>
          <ac:inkMkLst>
            <pc:docMk/>
            <pc:sldMk cId="1058226541" sldId="257"/>
            <ac:inkMk id="3" creationId="{DAE783AD-EB67-2532-1E02-9AE619F3BFF3}"/>
          </ac:inkMkLst>
        </pc:inkChg>
      </pc:sldChg>
      <pc:sldChg chg="addSp">
        <pc:chgData name="O'Connor, Jacqueline Antonia" userId="3b9bfa0c-75a1-427e-ae61-7069a76100c3" providerId="ADAL" clId="{DF4F140F-1841-4C0A-94E0-52FF5A5C21B4}" dt="2023-06-21T17:01:49.868" v="1"/>
        <pc:sldMkLst>
          <pc:docMk/>
          <pc:sldMk cId="2542059352" sldId="258"/>
        </pc:sldMkLst>
        <pc:inkChg chg="add">
          <ac:chgData name="O'Connor, Jacqueline Antonia" userId="3b9bfa0c-75a1-427e-ae61-7069a76100c3" providerId="ADAL" clId="{DF4F140F-1841-4C0A-94E0-52FF5A5C21B4}" dt="2023-06-21T16:05:34.201" v="0"/>
          <ac:inkMkLst>
            <pc:docMk/>
            <pc:sldMk cId="2542059352" sldId="258"/>
            <ac:inkMk id="2" creationId="{A92CCC63-B9BD-B33B-5BE7-EE0006F3B78C}"/>
          </ac:inkMkLst>
        </pc:inkChg>
        <pc:inkChg chg="add">
          <ac:chgData name="O'Connor, Jacqueline Antonia" userId="3b9bfa0c-75a1-427e-ae61-7069a76100c3" providerId="ADAL" clId="{DF4F140F-1841-4C0A-94E0-52FF5A5C21B4}" dt="2023-06-21T17:01:49.868" v="1"/>
          <ac:inkMkLst>
            <pc:docMk/>
            <pc:sldMk cId="2542059352" sldId="258"/>
            <ac:inkMk id="3" creationId="{119E6904-E925-8D65-1E6B-1DE69EC669DA}"/>
          </ac:inkMkLst>
        </pc:inkChg>
      </pc:sldChg>
      <pc:sldChg chg="addSp">
        <pc:chgData name="O'Connor, Jacqueline Antonia" userId="3b9bfa0c-75a1-427e-ae61-7069a76100c3" providerId="ADAL" clId="{DF4F140F-1841-4C0A-94E0-52FF5A5C21B4}" dt="2023-06-21T16:05:34.201" v="0"/>
        <pc:sldMkLst>
          <pc:docMk/>
          <pc:sldMk cId="4104620491" sldId="259"/>
        </pc:sldMkLst>
        <pc:inkChg chg="add">
          <ac:chgData name="O'Connor, Jacqueline Antonia" userId="3b9bfa0c-75a1-427e-ae61-7069a76100c3" providerId="ADAL" clId="{DF4F140F-1841-4C0A-94E0-52FF5A5C21B4}" dt="2023-06-21T16:05:34.201" v="0"/>
          <ac:inkMkLst>
            <pc:docMk/>
            <pc:sldMk cId="4104620491" sldId="259"/>
            <ac:inkMk id="2" creationId="{5CA7D20D-A2EC-8FB3-3DF2-6994ACFA1017}"/>
          </ac:inkMkLst>
        </pc:inkChg>
      </pc:sldChg>
      <pc:sldChg chg="addSp">
        <pc:chgData name="O'Connor, Jacqueline Antonia" userId="3b9bfa0c-75a1-427e-ae61-7069a76100c3" providerId="ADAL" clId="{DF4F140F-1841-4C0A-94E0-52FF5A5C21B4}" dt="2023-06-21T16:05:34.201" v="0"/>
        <pc:sldMkLst>
          <pc:docMk/>
          <pc:sldMk cId="2449138877" sldId="260"/>
        </pc:sldMkLst>
        <pc:inkChg chg="add">
          <ac:chgData name="O'Connor, Jacqueline Antonia" userId="3b9bfa0c-75a1-427e-ae61-7069a76100c3" providerId="ADAL" clId="{DF4F140F-1841-4C0A-94E0-52FF5A5C21B4}" dt="2023-06-21T16:05:34.201" v="0"/>
          <ac:inkMkLst>
            <pc:docMk/>
            <pc:sldMk cId="2449138877" sldId="260"/>
            <ac:inkMk id="2" creationId="{3AE1B703-7727-6B29-CD80-15E47F8A9F22}"/>
          </ac:inkMkLst>
        </pc:inkChg>
      </pc:sldChg>
      <pc:sldChg chg="addSp">
        <pc:chgData name="O'Connor, Jacqueline Antonia" userId="3b9bfa0c-75a1-427e-ae61-7069a76100c3" providerId="ADAL" clId="{DF4F140F-1841-4C0A-94E0-52FF5A5C21B4}" dt="2023-06-21T17:01:49.868" v="1"/>
        <pc:sldMkLst>
          <pc:docMk/>
          <pc:sldMk cId="2794167746" sldId="261"/>
        </pc:sldMkLst>
        <pc:inkChg chg="add">
          <ac:chgData name="O'Connor, Jacqueline Antonia" userId="3b9bfa0c-75a1-427e-ae61-7069a76100c3" providerId="ADAL" clId="{DF4F140F-1841-4C0A-94E0-52FF5A5C21B4}" dt="2023-06-21T17:01:49.868" v="1"/>
          <ac:inkMkLst>
            <pc:docMk/>
            <pc:sldMk cId="2794167746" sldId="261"/>
            <ac:inkMk id="2" creationId="{3EEEA8CF-030A-B250-C5A3-7E2C42E15C35}"/>
          </ac:inkMkLst>
        </pc:inkChg>
      </pc:sldChg>
      <pc:sldChg chg="addSp">
        <pc:chgData name="O'Connor, Jacqueline Antonia" userId="3b9bfa0c-75a1-427e-ae61-7069a76100c3" providerId="ADAL" clId="{DF4F140F-1841-4C0A-94E0-52FF5A5C21B4}" dt="2023-06-21T17:01:49.868" v="1"/>
        <pc:sldMkLst>
          <pc:docMk/>
          <pc:sldMk cId="1244166096" sldId="262"/>
        </pc:sldMkLst>
        <pc:inkChg chg="add">
          <ac:chgData name="O'Connor, Jacqueline Antonia" userId="3b9bfa0c-75a1-427e-ae61-7069a76100c3" providerId="ADAL" clId="{DF4F140F-1841-4C0A-94E0-52FF5A5C21B4}" dt="2023-06-21T17:01:49.868" v="1"/>
          <ac:inkMkLst>
            <pc:docMk/>
            <pc:sldMk cId="1244166096" sldId="262"/>
            <ac:inkMk id="2" creationId="{0B71A533-0619-A190-721B-446C7FCEA804}"/>
          </ac:inkMkLst>
        </pc:inkChg>
      </pc:sldChg>
      <pc:sldChg chg="addSp">
        <pc:chgData name="O'Connor, Jacqueline Antonia" userId="3b9bfa0c-75a1-427e-ae61-7069a76100c3" providerId="ADAL" clId="{DF4F140F-1841-4C0A-94E0-52FF5A5C21B4}" dt="2023-06-21T17:01:49.868" v="1"/>
        <pc:sldMkLst>
          <pc:docMk/>
          <pc:sldMk cId="3901712870" sldId="263"/>
        </pc:sldMkLst>
        <pc:inkChg chg="add">
          <ac:chgData name="O'Connor, Jacqueline Antonia" userId="3b9bfa0c-75a1-427e-ae61-7069a76100c3" providerId="ADAL" clId="{DF4F140F-1841-4C0A-94E0-52FF5A5C21B4}" dt="2023-06-21T17:01:49.868" v="1"/>
          <ac:inkMkLst>
            <pc:docMk/>
            <pc:sldMk cId="3901712870" sldId="263"/>
            <ac:inkMk id="2" creationId="{3CA07755-BF58-0CB1-B402-CB3C45C794C4}"/>
          </ac:inkMkLst>
        </pc:inkChg>
      </pc:sldChg>
      <pc:sldChg chg="addSp">
        <pc:chgData name="O'Connor, Jacqueline Antonia" userId="3b9bfa0c-75a1-427e-ae61-7069a76100c3" providerId="ADAL" clId="{DF4F140F-1841-4C0A-94E0-52FF5A5C21B4}" dt="2023-06-21T17:01:49.868" v="1"/>
        <pc:sldMkLst>
          <pc:docMk/>
          <pc:sldMk cId="4218584361" sldId="264"/>
        </pc:sldMkLst>
        <pc:inkChg chg="add">
          <ac:chgData name="O'Connor, Jacqueline Antonia" userId="3b9bfa0c-75a1-427e-ae61-7069a76100c3" providerId="ADAL" clId="{DF4F140F-1841-4C0A-94E0-52FF5A5C21B4}" dt="2023-06-21T17:01:49.868" v="1"/>
          <ac:inkMkLst>
            <pc:docMk/>
            <pc:sldMk cId="4218584361" sldId="264"/>
            <ac:inkMk id="2" creationId="{2136102B-FC97-2724-EC5E-9D6CEB779051}"/>
          </ac:inkMkLst>
        </pc:inkChg>
      </pc:sldChg>
      <pc:sldChg chg="addSp">
        <pc:chgData name="O'Connor, Jacqueline Antonia" userId="3b9bfa0c-75a1-427e-ae61-7069a76100c3" providerId="ADAL" clId="{DF4F140F-1841-4C0A-94E0-52FF5A5C21B4}" dt="2023-06-21T17:01:49.868" v="1"/>
        <pc:sldMkLst>
          <pc:docMk/>
          <pc:sldMk cId="527094108" sldId="265"/>
        </pc:sldMkLst>
        <pc:inkChg chg="add">
          <ac:chgData name="O'Connor, Jacqueline Antonia" userId="3b9bfa0c-75a1-427e-ae61-7069a76100c3" providerId="ADAL" clId="{DF4F140F-1841-4C0A-94E0-52FF5A5C21B4}" dt="2023-06-21T17:01:49.868" v="1"/>
          <ac:inkMkLst>
            <pc:docMk/>
            <pc:sldMk cId="527094108" sldId="265"/>
            <ac:inkMk id="2" creationId="{EB580729-18F0-5177-8A7D-112D5EDFC13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5:42:28.63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1113 925 6447 0,'0'0'576'0,"0"-5"-576"15,0 5 0-15,0-7 0 0,0-1 4592 0,0 2 800 16,2-3 176-16,-4 1 16 0,2 0-1824 0,2 0-368 15,-1 0-80-15,0 1-16 0,-2-1-1008 0,1 0-208 16,1 1-32-16,-1 1-16 0,0-3-560 0,-1 1-96 16,0 1-32-16,-1 1 0 0,1-1-416 0,1 7-96 15,-4-2 0-15,-1-1-16 0,0 1-288 0,-2 2-48 16,-2 5-16-16,-3 1 0 0,-2 5-208 0,-3 4-32 16,-2 6-16-16,-2 8 0 0,0 6-208 0,-3 4 144 0,1 4-144 0,-1 3 128 15,4 1-128-15,0-2 0 0,2-1 0 0,2-4 128 16,2-4-128-16,5-2 0 0,2-4 0 0,4-1 0 15,5-3 0-15,3-1 0 16,3-3 0-16,2-6 0 0,3-3-208 0,3-3 16 0,2-2 16 0,4-3 0 31,2-5-720-31,1-2-160 0,1-1-32 0,0-4 0 16,0-2-1136-16,0-2-224 0,0-1-48 0</inkml:trace>
  <inkml:trace contextRef="#ctx0" brushRef="#br0" timeOffset="332.59">953 1341 26719 0,'-23'5'1184'0,"12"-2"240"16,1-2-1136-16,2 0-288 0,1-1 0 0,7 0 0 0,0 0 4176 0,0 0 784 16,0 0 160-16,0 0 16 0,0 0-3520 0,9-5-704 15,3-1-144-15,3-1-16 0,1 0-432 0,3-2-64 16,2 0-32-16,1-1 0 0,1-2 48 0,2-1 16 15,-2 0 0-15,4 0 0 0,-3 0-160 0,1 2-128 16,-3-2 192-16,-1 3-192 0,-3 1 0 0,-2 2 0 16,0 3 0-16,-2-1 0 0,-2 4 0 0,-2-2 0 15,-2 3 0-15,-8 0 0 0,7 6 144 0,-4 3-144 16,-1 2 0-16,-2 4 144 0,-2 2 272 0,-1 2 48 16,-3 1 16-16,1 2 0 0,-1-2-80 0,0 3-16 15,0-2 0-15,1 4 0 0,-1 2-256 0,2-2-128 0,1 1 0 0,0-1 128 16,2-1-128-16,-1-1 0 15,2-4-160-15,-1-2 160 16,2-3-1360-16,2-1-176 0,0-3-48 0,0-4 0 16,-3-6-2112-16,14 4-416 0</inkml:trace>
  <inkml:trace contextRef="#ctx0" brushRef="#br0" timeOffset="533.15">1548 1210 40831 0,'0'0'1808'0,"0"0"368"0,-4 7-1728 0,-2 1-448 0,0 1 0 0,2 0 0 16,1 1 1728-16,3 0 256 0,-2 1 48 0,0 5 16 15,1 0-1024-15,1 2-208 0,0 0-48 0,0 3 0 16,0-1-528-16,1 3-112 0,1 2-128 0,-1 0 176 0,0-2-176 0,1 0 0 16,0 0 0-16,2-4 0 15,-1-3-1296-15,-1-3-240 0,2-1-64 0,2-5-12624 16,1-3-2544-16</inkml:trace>
  <inkml:trace contextRef="#ctx0" brushRef="#br0" timeOffset="682.9">1600 1094 34095 0,'0'0'1504'0,"-7"4"320"0,1-1-1456 0,6-3-368 15,0 0 0-15,0 0 0 0,0 0 1968 0,-4 4 320 16,1 2 64-16,3-6 16 0,3 9-1952 0,1 2-416 0,1-3 0 0,3 1-12608 15,1 0-2496-15</inkml:trace>
  <inkml:trace contextRef="#ctx0" brushRef="#br0" timeOffset="967.56">1665 1257 12895 0,'0'0'1152'0,"0"0"-928"16,0 0-224-16,0 0 0 0,0 0 5648 0,0 0 1088 0,0 0 224 0,6 9 32 15,1 1-3664-15,-1 0-752 0,0 2-144 0,0 1-16 16,2 2-896-16,0 0-176 0,0 3-48 0,-2 3 0 16,-1 1-512-16,2 2-96 0,-2-1-32 0,0-1 0 15,-1 0-336-15,0 1-64 0,0-7 0 0,0 0-16 0,0-3-80 16,0-1-16-16,0-3 0 0,-2-1 0 0,-2-8-144 16,0 0 192-16,0 0-192 0,0 0 192 0,0 0-64 0,0 0 0 15,0 0 0-15,0 0 0 0,5-8-128 0,1-2 192 16,-2-3-192-16,0-3 192 0,-2-4-192 0,2-3 0 15,0-2 0-15,0-1 0 16,1-1-688-16,2-2-64 0,-1 0-16 0,2-1 0 16,1-2-1200-16,1 0-240 0,2 2-48 0,1 4-12208 15,3 4-2448-15</inkml:trace>
  <inkml:trace contextRef="#ctx0" brushRef="#br0" timeOffset="1250.18">1991 1457 7359 0,'0'0'656'0,"0"8"-528"0,1-1-128 0,-1-7 0 15,5 7 5232-15,-5-7 1008 16,8 1 208-16,0-1 32 0,-2-1-3600 0,4-6-704 16,0-2-160-16,2-1-32 0,1-3-1088 0,0-1-208 15,0-2-48-15,0-1-16 0,-1 0-352 0,-2-1-64 0,0-3-16 0,0-1 0 16,-1-2-16-16,-3 1-16 0,1-1 0 0,-2 3 0 16,-1-1-160-16,-1 5 160 15,-2 4-160-15,-2 4 160 0,-2 4 64 0,3 5 16 16,-8 4 0-16,0 5 0 0,-2 4 288 0,-2 5 64 0,-1 4 16 0,0 3 0 15,0 4-112-15,0 1-32 0,-1 0 0 0,2 0 0 16,3-1-144-16,4-1-16 0,1 0-16 0,2-1 0 16,4-4-288-16,-1 0 0 0,3-5 0 0,2-2 0 15,3-3-816-15,3-6-272 16,1 0-48-16,2-3-16 0,0-4-1536 0,2-3-304 0,3-3-64 16</inkml:trace>
  <inkml:trace contextRef="#ctx0" brushRef="#br0" timeOffset="1617.24">2319 1169 13823 0,'0'0'1216'0,"0"0"-960"16,-6 6-256-16,1 1 0 0,1-1 6016 0,1 2 1152 15,0 1 224-15,1 3 48 0,-1 1-4480 0,2 4-896 16,2-1-176-16,1 1-32 0,-1 1-880 0,1-1-160 16,1 1-48-16,1-1 0 0,0 2-384 0,0-2-96 15,0 0-16-15,0 0 0 0,0-1-112 0,-1-3-32 16,0-1 0-16,0-2 0 0,-1-1 0 0,1-1-128 15,-3-8 192-15,0 0-64 0,0 0 64 0,0 0 16 16,0 0 0-16,0 0 0 0,0 0-16 0,6-6 0 16,1-4 0-16,-1-3 0 0,1-2-64 0,1-3-128 15,1-2 176-15,1-1-176 0,2-1 0 0,1-4 0 16,1-1 0-16,-1 0 0 0,1-1 0 0,0 0 0 16,0 2 0-16,-1 3 0 0,-1 3 0 0,0 6 0 0,-4 1 0 0,-2 2 0 15,1 6 0-15,-7 5 0 0,0 0 0 16,3 5 0-16,1 6 0 0,-1 2 256 0,-3 7-16 0,0 0-16 15,1 4 32-15,1 1 0 0,0-2 0 0,-2 1 0 16,0-1-256-16,2 0 0 0,-1 1 0 0,1-1 0 16,1 3 0-16,1-2-192 0,0-1 16 0,1 1 0 15,-1-2-1344-15,0-2-272 0,-2 0-48 16,1-1-16-16,0-4-1728 0,3 1-336 0,1 0-80 16</inkml:trace>
  <inkml:trace contextRef="#ctx0" brushRef="#br0" timeOffset="1984.12">1265 2163 32255 0,'0'0'2864'0,"0"0"-2288"15,0 0-576-15,0 0 0 0,0 0 3360 0,0 0 560 0,2-5 112 16,5-1 32-16,3-1-1952 0,5 1-400 0,3 0-80 0,3 1-16 16,1 0-704-16,3 0-144 0,2 0-16 0,3 1-16 15,-1-2-224-15,4 3-32 16,1-1-16-16,4 1 0 0,1 0-144 0,6 1-48 0,3-3 0 0,4-2 0 16,4 1-272-16,0-2 0 0,-1 0 0 0,-3 3 0 15,-1 1 0-15,0 1 0 0,0-1 0 0,-18 3 0 16,4 0 0-16,-1 1 0 0,1-3 0 15,-2 3 0-15,-1 0-176 0,-3 0 176 16,-3 3-192-16,-3-3 192 0,-3 1-352 0,-3-1 32 0,-2 0 16 16,-1 1 0-1,-1 1-928-15,-1 0-192 0,-3 0-48 0,0-1 0 16,-2-1-2384-16,-1-1-496 0</inkml:trace>
  <inkml:trace contextRef="#ctx0" brushRef="#br0" timeOffset="2267.46">3018 1218 31327 0,'-14'5'1392'0,"14"-5"272"16,-5 4-1328-16,5-4-336 0,0 0 0 0,-6 4 0 0,6-4 4432 0,-6 3 816 15,6-3 176-15,0 0 16 0,0 0-4000 0,-1 8-800 16,1-8-176-16,1 8-16 16,-1-8-1328-16,0 0-256 0,6 6-48 0,2 1-13664 15,3-1-2720-15</inkml:trace>
  <inkml:trace contextRef="#ctx0" brushRef="#br0" timeOffset="2417.52">3128 1472 37775 0,'-20'11'1664'0,"14"-7"368"0,0 1-1632 0,2 0-400 0,1 2 0 0,-1-2 0 16,-2 2 3840-16,1-4 704 0,5-3 128 0,-5 6 16 16,5-6-3040-16,0 0-624 0,0 0-112 0,0 0-16 15,0 0-896-15,0 0 0 0,5 6 0 0,2-2-192 16,-1-1-1360-1,3-2-288-15,4-2-48 0</inkml:trace>
  <inkml:trace contextRef="#ctx0" brushRef="#br0" timeOffset="6332.28">3880 1513 5519 0,'-1'9'496'0,"-1"-5"-496"0,0 2 0 0,0 0 0 16,2 0 6400-16,2-1 1168 0,-2-5 240 0,2 6 64 15,0 0-4112-15,-2-6-816 0,0 0-176 0,0 0-16 0,0 0-352 0,5 4-64 16,-5-4-16-16,0 0 0 0,0 0-992 0,0 0-208 16,8 0-32-16,-8 0-16 0,0 0-400 0,5-9-80 15,0 1-16-15,-1-2 0 0,-3-2-256 0,2-2-64 16,-1-1-16-16,1-2 0 0,-2-1-240 0,2-2 0 15,-2-3 128-15,2 3-64 0,1 0-64 0,0-4 0 16,0-2 0-16,0-1 0 0,-1-5 0 0,3 0 0 16,-1-2 0-16,-3-5 0 0,2 0 0 0,0-2 0 15,-1 0 0-15,0 5 0 0,-2 2 0 0,0 8 0 16,-1 2 0-16,-1 5 0 0,-2 4 0 0,2 3 0 16,-2 4 0-16,1 3 0 0,2 5 0 0,0 0 0 15,-6 4 0-15,3 2 0 0,-1 9 0 0,1 4-128 16,0 7 128-16,3 0 0 0,3 3 0 0,2 2-128 0,3-3 128 0,3 0 0 15,2-1 0-15,1-4-128 0,3-2 128 0,0-4 0 16,-2-2 0-16,1-4-128 16,1-2 128-16,-1-2 0 0,-1-2-192 0,1-3 64 0,0-2 128 0,-2-2-208 15,-1-3 48-15,0-2 16 0,1-2 0 0,-2-2 0 16,-1-4 144-16,-1-1 0 0,0-1 0 0,0-2-128 16,-1-2 128-16,0-3 0 0,-1-3 0 15,-1-2 0-15,0-2 0 0,-1 1 0 0,1 1 0 0,-1 2 0 16,0 1 0-16,-1 1 0 0,-1 7 0 0,0 1 0 15,-3 3 0-15,2 3 0 0,-2 3 0 0,-1 8 0 16,0 0 0-16,0 0 0 0,0 0 0 0,0 0 0 16,0 0 0-16,0 13 144 0,0 4-144 0,0 7 160 15,-1 3-160-15,1 8 128 0,-2 3-128 0,2 4 128 16,-1 1-128-16,1 0 0 0,1 1 0 0,-1-2 0 0,0-3 0 16,0-1 0-16,2-4 0 0,-2-3 0 0,0-2 0 0,0-2 0 15,1 0 0-15,0-4 0 0,1-2 0 0,-1-2-224 16,-1-1 48-16,2 1 16 15,0-2-816-15,-1-4-176 0,0 0-16 0,1 1-16 16,-1 0-736-16,-1-1-128 0,0-1-48 0,1-4-12368 16,2 0-2496-16</inkml:trace>
  <inkml:trace contextRef="#ctx0" brushRef="#br0" timeOffset="6548.98">4577 1144 41183 0,'0'0'1824'0,"0"0"368"0,0 0-1744 0,0 0-448 16,0 0 0-16,6-5 0 0,-3 0 1360 0,1-1 192 0,2 2 48 0,-1 0 0 16,1-1-560-16,1 0-96 0,1 0-32 0,1 1 0 15,3-3-672-15,-1 2-240 0,2 0 144 0,0 1-144 16,2 0 0-16,-1 0 0 16,2 0 0-16,-2 2 0 0,-1 0 0 0,0 4-256 0,0-1 48 0,0 0 0 31,0 1-1520-31,-2 0-320 0,-1 2-48 0,-1 0-16 15,0 1-1664-15,0 0-320 0,2 1-80 0</inkml:trace>
  <inkml:trace contextRef="#ctx0" brushRef="#br0" timeOffset="6716.05">4639 1320 22111 0,'-15'8'1968'0,"10"-3"-1584"0,-1-2-384 0,6-3 0 0,0 0 4288 16,-4 4 768-16,4-4 144 0,0 0 48 0,0 0-2576 0,0 0-512 15,0 0-112-15,9 0 0 0,1 0-1392 0,2-3-272 16,2 0-48-16,3-1-16 0,1 0-320 0,3-2 0 15,1-2 0-15,2-1 0 16,1-1-976-16,-2 0-272 0,1-1-48 0,2 0-16 16,0 0-2352-16,0 1-480 0</inkml:trace>
  <inkml:trace contextRef="#ctx0" brushRef="#br0" timeOffset="7166.19">5350 985 43599 0,'0'0'1920'0,"0"0"416"0,0 0-1872 0,0 0-464 16,0 0 0-16,0 0 0 0,0 0 1536 0,0-7 224 16,4-2 32-16,3 1 16 0,2 1-704 0,3 1-144 0,2-3-16 0,-1 1-16 15,3-1-560-15,-1 1-112 0,5 2-32 0,-2 1 0 16,-3-2-224-16,-1 3 0 0,-1 4 128 0,0-2-128 15,-1 0 0-15,-3 2 0 0,-9 0 128 0,0 0-128 16,9 6 144-16,-3 1-16 0,-2 3 0 0,-2 0 0 16,-5 4 128-16,0 3 0 0,0 3 16 0,-3-1 0 15,0 5-16-15,-2-2 0 0,-2 2 0 0,-2 3 0 16,-1-2-112-16,0 1-16 0,-2 0-128 0,0-1 192 16,-1-1-192-16,2 0 0 0,1-2 0 0,0-4 0 15,0 0 0-15,0-2 0 0,1-2 128 0,1 0-128 0,2-4 0 0,3 0 0 16,2-1 0-16,0-1 0 0,4-8 0 0,0 0 0 15,0 0 0-15,0 0 0 0,0 0 0 0,0 0 0 16,0 0 0-16,8 4 0 0,2-1 0 0,2-2 0 16,1-2 0-16,3-2 0 0,2-1 0 0,3-1 0 15,1-1 0-15,0-1 0 0,-1-1 0 0,1 2-128 16,2 1 128-16,-1-2 0 0,-1-2-352 0,2 1 32 16,0 0 16-16,-1 0 0 15,-1-1-896-15,-1 1-176 0,0 2-32 0,-2-1-16 16,1 0-880-16,-1-1-160 0,-2 0-32 0,0 1-11072 15,1 2-2192-15</inkml:trace>
  <inkml:trace contextRef="#ctx0" brushRef="#br0" timeOffset="7416.39">6024 851 33167 0,'0'0'2944'0,"0"0"-2352"16,0 0-464-16,0 0-128 0,0 0 3264 0,0 0 624 0,0 0 128 0,0 0 16 15,0 0-1824-15,0 0-368 0,0 0-80 0,0 0-16 16,0 0-1072-16,6 11-224 0,-1-2-32 0,0 6-16 16,2 4-160-16,-2 1-48 0,-1 6 0 0,-2 1 0 15,1 3-64-15,-2 0 0 0,2 0-128 0,-2-1 192 16,1-2-192-16,-1-1 0 0,1-1 0 0,0-3 0 16,-1 1 0-16,0-4 0 0,-1-2 0 0,0-3 0 15,2-1-1072-15,0-5-96 0,1 0-32 0,-3-8 0 16,6 4-2064-16,2-3-432 0,1-2-80 0</inkml:trace>
  <inkml:trace contextRef="#ctx0" brushRef="#br0" timeOffset="8235.16">6422 986 21183 0,'-5'-1'1888'16,"0"-2"-1504"-16,5 3-384 0,-4-4 0 0,-1 0 4784 0,1 2 880 15,4 2 176-15,-6-4 48 0,1 0-3440 0,-1 0-672 16,6 4-144-16,-6-2-32 0,6 2-880 0,-5-2-176 15,0 2-32-15,-1 2-16 0,-2-1-240 0,-1 1-64 16,-3 1 0-16,1 2 0 0,0 4 80 0,-2 1 16 16,-2 1 0-16,0 5 0 0,-4 0 0 0,1 2 0 15,-1 1 0-15,0 1 0 0,0-1-32 0,3 2-16 16,2-1 0-16,1-1 0 0,1 0-240 0,3 0 176 0,4-1-176 0,-1-1 160 16,1-1-160-16,3-2 0 15,2-1 0-15,0-2 0 0,2 1 0 0,3-1 0 0,2-2-128 16,3-2 128-16,1 0 0 0,3-5 0 0,3 1-144 15,1-2 144-15,2-1 0 0,2-1 0 0,2-3-128 0,0-3 128 16,2-1 0-16,1-3 0 0,-1-1 0 0,1-4 0 16,2-3-144-16,-2-2 144 0,-1-1 0 0,0-2-144 15,-1 1 144-15,-2 1-208 0,0 0 80 0,-4-1 128 16,-2 1-160-16,-4 1 160 0,-2 2 0 0,-4 3-144 16,0 2 144-16,-3 3 0 0,-2 2 0 0,-2 1 0 15,-2 2 240-15,2 6-32 0,-7-4 0 0,-2 3 0 0,-1 2 48 16,-1 3 0-16,0-1 0 0,-1 2 0 0,1 1-128 15,-2 3-128-15,0 4 176 0,0-1-176 0,0 2 128 0,2 3-128 16,-3 0 0-16,3 0 0 0,0 0 128 0,2 0-128 16,0 0 0-16,4-1 0 0,1-1 0 0,4 0 0 15,-1 0 0-15,2-2 0 0,2-5 0 0,2 0 0 16,1 0 0-16,2-2-144 0,1-2-80 0,2 0-16 16,0-1 0-16,1-3 0 0,0-3-48 0,1-2-16 15,1-1 0-15,2-2 0 0,0-1 32 0,-1-3 0 16,-2-1 0-16,0-2 0 0,0-3 64 0,-1 3 16 15,-2-1 0-15,0 0 0 0,0-1 192 0,0 0-176 16,-2 0 176-16,-1 1-160 0,-2 1 160 0,-1 2 0 16,-4 3 0-16,1 2 0 0,-1 1 224 0,0 7 32 0,0 0 0 0,0 0 0 15,-2-5 272-15,2 5 64 0,0 0 16 0,0 0 0 16,0 0-208-16,0 0-32 16,0 0-16-16,0 0 0 0,-4 5-144 0,0 2-16 0,1 1-16 0,1 2 0 15,0 2-176-15,2 2 160 0,0 3-160 0,2 1 160 16,-2-1-16-16,1 3 0 0,1 1 0 0,1 1 0 15,0 1-144-15,1 1 0 0,-1-2 0 16,1 1 0-16,2 1 0 0,-1 1 0 0,0 0 0 0,0 1 0 16,0 0 0-16,-1 2 0 0,0 2 0 0,-1 0 0 15,-2 0 0-15,-1-1 0 0,0-3 0 0,-1 0 0 16,-2 0 128-16,-2-1 0 0,-1-3 0 0,-4 2 0 16,0-5-128-16,0 1 0 0,-2-3 0 0,-1 0 0 15,-2-6 0-15,-1 1 192 0,-3-3-192 0,0-1 192 16,-3 1-192-16,1-4 192 0,-1 1-192 0,-2-3 192 15,-2-1-192-15,-1-2 0 0,-1-2 144 0,2 0-144 0,-4 1 0 0,1-3 0 16,2-2 0-16,2 0-192 0,2-2-64 16,2-1 0-16,1 0-16 0,2 0 0 15,4 0-944-15,2-1-192 0,2 0-48 0,3 0 0 16,3-2-2000-16,7 1-384 0</inkml:trace>
  <inkml:trace contextRef="#ctx0" brushRef="#br0" timeOffset="10383.37">3931 2414 17503 0,'0'0'1552'0,"-7"-7"-1232"16,2 1-320-16,5 6 0 0,0 0 4656 0,-3-4 864 15,2-3 176-15,1 7 48 0,0 0-3120 0,0 0-608 16,0 0-128-16,0 0-32 0,0 0-128 0,0 0-48 16,0 9 0-16,0 3 0 0,-1 4-624 0,-1 1-128 0,1 5-32 0,1 5 0 15,0 7-480-15,0 3-96 0,-1 2-32 0,0 1 0 16,-1 1-160-16,2-2-128 0,2-1 192 0,-2-5-192 15,0-3 128-15,1-5-128 16,3-1 0-16,-3-2 0 0,-2-1 0 0,1-3 0 0,0-5 0 0,1-1 0 16,0-1-224-16,1-3-48 0,-2 0-16 0,0-8 0 31,0 0-1184-31,0 0-224 0,0 0-48 0,0 0-16 16,0 0-1168-16,0 0-224 0,0 0-48 0,0-9-16 0</inkml:trace>
  <inkml:trace contextRef="#ctx0" brushRef="#br0" timeOffset="10633.55">3448 2440 14735 0,'0'0'1312'0,"-4"-3"-1056"16,-2 1-256-16,6 2 0 0,0 0 5968 0,0 0 1136 16,0 0 240-16,6-4 32 0,4 0-4720 0,3 0-944 15,2 1-192-15,3-2-48 0,6 1-288 0,1-1-64 16,1-2-16-16,2 2 0 0,4-1-336 0,3-2-64 15,0-1 0-15,3 0-16 0,2 1-304 0,1-3-48 16,-1 1-16-16,1 1 0 0,2 0-320 0,-4 0 144 16,-3 1-144-16,-1 0 0 0,-1 1 0 0,-1 1 0 15,-2-1 0-15,-3 5 0 16,-4-2-512-16,0 1-176 0,-2 3-16 0,-2 0-16 16,-5 0-1312-16,-2 3-256 0,-1 2-48 0,-7 4-18336 0</inkml:trace>
  <inkml:trace contextRef="#ctx0" brushRef="#br0" timeOffset="10969.43">4321 2755 5519 0,'0'0'240'0,"0"0"64"16,0 0-304-16,-3 6 0 0,3-6 0 0,-1 5 0 0,-2 0 8560 0,2 3 1648 16,-2 1 336-16,0 0 64 0,1 1-6544 0,-1 2-1312 15,-1 1-256-15,0 2-48 0,1 0-1248 0,1 1-256 16,0 0-48-16,0-1-16 0,2 0-576 0,2-1-112 15,-1 0-32-15,0-1 0 0,2-1-160 0,-1 0 0 16,4-2 0-16,-4-1 128 16,0-2-960-16,-2-7-208 0,3 6-48 0,-3-6 0 15,0 0-1712-15,0 0-336 0,8 2-80 0</inkml:trace>
  <inkml:trace contextRef="#ctx0" brushRef="#br0" timeOffset="11201.06">4676 2600 47343 0,'0'0'2096'0,"0"0"432"0,0 0-2016 0,0 0-512 0,0 0 0 0,0 0 0 16,0 0 960-16,0 0 112 0,8-1 16 0,-1-2 0 16,1 2-224-16,1-2-32 0,0-1-16 0,1 2 0 15,2-3-624-15,1 1-192 0,-1 0 0 0,1 0 0 16,1-1 0-16,1-1 0 0,-1 4 0 0,-1-3 0 15,1 1-816-15,-1 1-208 0,-1 2-64 0,0-3 0 16,-2 1-1728-16,1 3-336 0,-2 0-80 16</inkml:trace>
  <inkml:trace contextRef="#ctx0" brushRef="#br0" timeOffset="11367.82">4751 2704 28559 0,'0'0'2544'0,"-4"4"-2032"0,4-4-512 0,0 0 0 0,0 0 3088 0,0 0 528 15,0 0 96-15,0 0 32 0,0 0-1824 0,0 0-384 16,8 4-64-16,2-2 0 0,4-4-912 0,2 0-176 16,2-4-48-16,1 0 0 0,0-1-336 0,-1 0-192 15,3-1 32-15,1 0 0 16,-1-1-2080-16,3 0-432 0,-1 0-80 0,5-3-15776 0</inkml:trace>
  <inkml:trace contextRef="#ctx0" brushRef="#br0" timeOffset="11785.42">5633 2343 31327 0,'0'0'2784'0,"0"0"-2224"0,0 0-560 0,0 0 0 16,0 0 3664-16,0 0 624 0,0 0 128 15,0 0 32-15,0 0-2224 0,0 0-448 0,-1 11-96 0,-2-5-16 16,3-6-688-16,-5 4-144 0,0 1-16 0,0 2-16 15,-2 1-352-15,1-2-64 0,-2 1 0 0,0-1-16 16,-1 3-192-16,0 2-48 0,1 1 0 0,-4-2 0 16,-2 2-128-16,0-2 0 0,2 2 144 0,-1 1-144 0,0 1 0 15,0 1 0-15,1 0 0 0,0-2 128 16,3-2-128-16,0 2 0 0,0 0 0 0,2-1 0 0,1-2 0 16,1-1 0-16,1-2 0 0,4-7 0 0,-2 6 0 0,2-6 0 15,0 0 0-15,0 7 0 0,3 1 0 0,-3-8 0 16,5 5 0-16,2-1 0 0,1-2 0 0,1 1 0 15,3-3 0-15,1 0-128 0,0-3 128 0,2 2 0 16,2 0 0-16,0-1 0 0,-1-2 0 0,-1 2 0 16,4-1 0-16,-1-1 0 0,1 0 0 0,1 0 176 15,-2 2-176-15,1-3 192 0,-3 3-192 0,0-2-176 16,-3 3 48-16,0 0 0 0,-1-3 128 0,-2 1 0 16,1 1 128-16,-2-1-128 15,-1 2-912-15,-2 0-256 0,-6 1-48 0,8-3-16 16,-8 3-1440-16,0 0-272 0,7 0-64 0,-2-4-16 0</inkml:trace>
  <inkml:trace contextRef="#ctx0" brushRef="#br0" timeOffset="12035.09">5684 2373 43135 0,'0'0'1920'0,"0"0"384"0,0 0-1856 0,0 0-448 0,0 0 0 0,0 0 0 16,0 0 1792-16,0 0 272 0,-2 7 48 0,0 1 16 15,2 2-720-15,-1 1-128 16,-2 2-48-16,2 4 0 0,-2 2-672 0,1 3-144 0,-1 4-32 0,1 4 0 16,-2-2-208-16,1 2-48 0,2 1-128 0,0-1 192 15,-1 0-192-15,1-1 0 0,1-3 0 0,0-2 0 16,1 0-288-16,2-3-160 0,-1-2-16 0,1-4-16 16,0-4-992-16,-1 0-208 15,2-5-48-15,1 0 0 0,2-4-1920 0,2-1-384 0,0-3-64 0,4-3-32 0</inkml:trace>
  <inkml:trace contextRef="#ctx0" brushRef="#br0" timeOffset="12420.42">5957 2487 43599 0,'0'0'1920'0,"0"0"416"0,0 0-1872 0,0 0-464 16,1-7 0-16,0 3 0 0,-1 4 1712 0,3-6 240 16,0 1 48-16,2-1 16 0,0 1-640 0,1 0-128 15,2 1-32-15,3 0 0 0,0-1-720 0,2 0-160 16,1 1-16-16,0-1-16 0,0 1-128 0,1 0-32 15,-4 0 0-15,4 3 0 0,-2 1-144 0,0 0 128 16,-3 0-128-16,1 1 128 0,-2 0-128 0,-9-1 160 16,7 1-160-16,0 5 160 0,-3 3 16 0,-4-1 0 15,-1 1 0-15,-3 4 0 0,-4 0 16 0,-3 1 0 16,0 3 0-16,-1 3 0 0,-1-1-192 0,-1 2 160 0,-1 0-160 0,0 0 160 16,-1 0-112-16,2-2-48 0,-2 1 0 0,2 1 0 15,-1-3 0-15,2 0 0 0,0 0 0 0,2-1 0 16,0-1 0-16,2-3 0 0,1-1 0 0,3-1 0 15,2 0 0-15,2-1 0 0,0-2 0 0,1-8 0 16,0 0 0-16,6 7 0 0,3-2 0 0,2-1 0 16,1-2 0-16,2 0 0 0,1-2 0 0,2-2 0 15,2-3 0-15,2-1-128 0,-1-3 128 0,1 1-160 16,1 0-16-16,1-1 0 0,0 0 0 0,-1-2 0 16,0 3-48-16,-1-2-16 0,-1 1 0 0,-1 0 0 15,-3 1-480-15,0-1-112 0,-2 1 0 0,-1 0-16 16,-1 2-1056-16,-2 0-208 15,1 0-32-15,-4-1-19760 0</inkml:trace>
  <inkml:trace contextRef="#ctx0" brushRef="#br0" timeOffset="12818.92">6657 2470 23951 0,'0'0'2128'0,"0"0"-1696"16,2-7-432-16,0 2 0 0,-1 0 3712 0,0 0 640 15,-1-2 144-15,0 7 32 0,0 0-1520 0,0 0-288 0,0 0-64 0,0 0-16 16,0 0-1056-16,0 0-224 0,-8 1-32 0,-1 3-16 16,-1 3-576-16,-2 3-112 15,-2 3-32-15,-3 2 0 0,-3 2-208 0,2 2-64 16,-1 1 0-16,0 1 0 0,0 1-96 0,2 0-32 16,2 0 0-16,5 0 0 0,0-1-48 0,2 0-16 15,3-1 0-15,1-2 0 0,0-3-128 0,2-2 0 16,4-1 0-16,2 0 112 0,2 0-256 0,3-3-32 0,3 0 0 0,4-3 0 15,-2-3 176-15,2-2-192 0,1-2 192 16,2-2-192-16,-1 0 192 0,2-3-160 0,-2 2 160 0,0-3-160 16,-1-3 160-16,-1 0 0 0,0 1 160 0,-1-4-160 15,0 0 0-15,-4 0 0 0,-3 1-208 0,0 0 64 16,-3-1 144-16,-1 0 0 0,-1 2 0 0,-2-3 0 16,-2 1 0-16,-3 2 0 0,1 3 0 0,-2-1 0 0,-1 0-128 0,-1-2-64 15,-2 1 0-15,0-1 0 16,0 0-1152-16,-2 0-224 0,1 1-48 0,-3-1-16 15,4 5-1376-15,-1 3-256 0,4 1-64 0,6 2-9792 16,0 0-1936-16</inkml:trace>
  <inkml:trace contextRef="#ctx0" brushRef="#br0" timeOffset="13152.06">7186 2342 31327 0,'0'0'2784'0,"0"0"-2224"16,0 0-560-16,0 0 0 0,0 0 4176 0,0 0 736 16,0 0 144-16,0 0 16 0,0 0-2928 0,0 0-592 15,0 9-112-15,1 0-32 0,1-1-672 0,-1 3-144 16,0 0-16-16,2 2-16 0,0 4-256 0,-1-1-48 0,-1 2-16 0,2 4 0 15,-2 2-112-15,1-2 0 0,-1 1-128 0,-1 2 192 16,0-1-192-16,0-1 144 0,0-2-144 0,0 0 128 16,0 0-128-16,0-2 0 0,0-2 0 0,0-1 0 15,-1-2-192-15,-1-2 16 0,1-3 16 0,0-1 0 16,1-8-736 0,0 0-160-16,0 0-32 0,0 0 0 0,0 0-1280 0,0 0-272 0,0 0-48 0,0 0-18448 15</inkml:trace>
  <inkml:trace contextRef="#ctx0" brushRef="#br0" timeOffset="13488.7">7511 2445 41007 0,'0'0'1808'0,"0"0"384"0,0 0-1744 0,0 0-448 0,0 0 0 0,0 0 0 0,0 0 1856 0,0 0 272 16,0 0 64-16,-7 3 16 0,1-2-464 0,-1 3-80 16,-1 0-32-16,-1 2 0 0,-1-2-704 0,-3 3-144 15,2-1-16-15,0 2-16 0,-4 1-384 0,1 2-80 16,-3-1-16-16,1 3 0 0,1 0-144 0,-1 0-128 15,3-2 192-15,0 0-192 0,-1 2 128 0,1 0-128 16,0-1 0-16,1 0 144 0,-1-2-144 0,2 1 0 16,2-2 0-16,-1 4 0 0,2-5 0 0,1 1 0 15,4-3 0-15,0 1 0 0,3-7 0 0,0 0 0 16,0 0 0-16,3 6 0 0,-3-6 0 0,5 8 0 16,3-3 0-16,1-1 0 0,2-1 0 0,4-2-128 15,2-1 128-15,1 0 0 0,0 0 0 0,2 0 0 16,-2 0 0-16,2 0 0 0,-1 0 0 0,2 3 0 15,-3-2 0-15,0 2 0 0,1-1 0 0,-1 0 0 16,-2 0 0-16,-1 1 128 0,1 0-128 0,0 0 0 0,-3 1 0 0,0-1-160 16,0 0 160-16,0-2 0 0,0 0 0 0,-2 2 128 31,1-1-880-31,-1 1-160 0,-1-2-48 0,1 2-15936 0,-1-3-3184 0</inkml:trace>
  <inkml:trace contextRef="#ctx0" brushRef="#br0" timeOffset="19774.09">3880 3963 11967 0,'-5'-8'528'0,"1"4"112"0,0-1-512 0,0 1-128 0,-1-3 0 0,2 1 0 15,-1 2 6848-15,0 0 1328 0,0 1 272 0,4 3 48 16,-4-5-4848-16,4 5-976 0,-5-4-192 0,5 4-48 16,0 0-944-16,0 0-192 0,0 0-32 0,0 0-16 15,0 0-672-15,0 0-128 0,0 0-16 0,0 0-16 16,11 4-256-16,0 1-160 0,5 2 192 0,-2-1-192 15,1 3 176-15,0-1-176 0,2 1 160 0,3 2-160 0,1 1 0 0,0 1 0 16,1 1 0-16,-1 0 0 0,-2 2 0 0,1 0 0 16,-2 2 0-16,0-3 0 0,-1 2 0 0,-2 0 0 15,-2 2 0-15,-2-1-160 0,1-4-192 0,-3 2-32 16,-1-3-16-16,-2 0 0 16,1 0-896-16,-2-1-176 0,-1-2-48 0,0 2 0 15,1-6-1792-15,0 1-352 0,3-5-80 0</inkml:trace>
  <inkml:trace contextRef="#ctx0" brushRef="#br0" timeOffset="20057.43">4251 3757 29487 0,'0'0'1296'0,"-5"2"288"0,5-2-1264 0,-6-2-320 0,6 2 0 0,0 0 0 16,0 0 4064-16,-7 2 752 15,7-2 160-15,-6 4 16 0,-2 3-2736 0,0 0-544 0,0 5-112 0,-1 1-32 16,0 2-800-16,-1 3-176 0,-5 1-16 0,2 4-16 16,0 1-240-16,-3 1-64 0,-1-1 0 0,-1-1 0 15,-1 3-96-15,-2 3-32 0,0 1 0 0,0 0 0 16,3-2-128-16,-2 0 128 0,-1-3-128 0,2-1 128 16,2-1-128-16,0-1 0 0,1-3 0 0,3-2 0 15,0-2 0-15,2-4-144 0,0-2 0 0,3-1 0 16,2 0-1184-16,3-1-224 0,3-7-48 0,0 0-16 15,0 0-2544-15,0 0-496 0</inkml:trace>
  <inkml:trace contextRef="#ctx0" brushRef="#br0" timeOffset="20373.91">4461 4200 35423 0,'0'0'1568'0,"0"0"320"0,0 0-1504 0,0 0-384 0,0 0 0 0,0 0 0 16,0 0 2304-16,0 0 384 0,0 0 64 0,4 6 32 15,0 1-368-15,-1 1-80 16,-1 2-16-16,0 1 0 0,-2 0-1120 0,0 2-240 0,0 3-32 0,-2 2-16 15,0-1-624-15,0 0-128 0,1-1-32 0,0-1 0 16,0 2-128-16,-1-1 192 0,0-3-192 0,0-1 192 31,2-2-544-31,0-1-96 0,0-2-32 0,2-1 0 16,0 2-1088-16,-2-8-224 0,4 7-32 0,-4-7-16 16,0 0-2576-16,8 5-528 0</inkml:trace>
  <inkml:trace contextRef="#ctx0" brushRef="#br0" timeOffset="20623.95">4895 3964 16575 0,'0'0'1472'16,"0"0"-1168"-16,0 0-304 0,0 0 0 0,0 0 7152 0,0 0 1360 15,0 0 288-15,0 0 48 0,0 0-5712 0,0 0-1136 16,0 0-224-16,0 0-48 0,10-3-896 0,0-2-160 15,2 4-32-15,-1-3-16 0,1 1-416 0,0-1-80 16,-2 2 0-16,2 0-128 0,0 1 128 0,-2 0-128 16,1-3 0-16,0 3 0 0,1 1 0 0,-1 0 0 15,-1 0 0-15,0 0 0 16,0-2-704-16,-1 1-128 0,-1 0-48 0,1-1 0 16,0 1-2384-16,3 1-464 0</inkml:trace>
  <inkml:trace contextRef="#ctx0" brushRef="#br0" timeOffset="20824.78">4922 4114 43311 0,'0'0'1920'0,"0"0"384"0,-4 4-1840 0,4-4-464 0,0 0 0 0,0 0 0 16,0 0 1824-16,0 0 272 0,0 0 48 0,0 0 16 16,0 0-1008-16,0 0-192 0,0 0-32 0,10-2-16 15,4 0-720-15,2-2-192 0,1-3 0 0,1 1 0 16,3-1 0-16,3 1-192 0,-1 1 32 0,2-2 16 15,0 1-2032-15,1-1-416 0,1 2-80 0,-1-2-18576 16</inkml:trace>
  <inkml:trace contextRef="#ctx0" brushRef="#br0" timeOffset="21243.14">5813 3793 45839 0,'-14'-4'2032'0,"14"4"416"0,-7-2-1952 0,1 0-496 16,6 2 0-16,-7-1 0 0,-2 0 1616 0,0 1 240 15,-1-2 32-15,1 4 16 0,-1 0-816 0,0 2-144 16,-2 3-48-16,-1-1 0 0,-1 3-448 0,-2 4-112 16,-2 3-16-16,2 1 0 0,-1 1-48 0,2 2-16 0,-2-1 0 0,1 2 0 15,2 1-96-15,1 1-32 16,0-1 0-16,2 0 0 0,2-1-128 0,3 1 0 0,2 0 0 0,2-1 0 15,4-2-128-15,3 2 128 16,3-5 0-16,2 0 0 0,1-5 0 0,3 0 0 0,3-2 0 0,1-3 128 16,6-2-128-16,0-2 0 0,3-2 0 0,-1-2 0 15,0-4 0-15,-2-1 0 0,0-1 0 0,-2 1 0 16,0-4 0-16,-1-1 0 0,-1 1 0 0,-1-4 0 16,-1 0 0-16,-1-1 128 0,-1-1-128 0,-3 3 128 15,-1-3-128-15,-3 1 0 0,-3 1 0 0,-2 0-176 16,-2 1 176-16,-4 1 0 0,-3 0 0 0,-1 1 0 15,-3 2 0-15,-3-1 0 0,-1 2 0 0,-2 1 0 16,-3 2 0-16,1-1 0 0,-1 1 0 0,1-1 0 16,0 2-128-16,1 1 0 0,2 1 0 0,1 1 0 0,0 1-64 15,3-1 0-15,0 2 0 0,3-4 0 16,1 3-1232-16,6 1-256 0,0 0-48 0,0 0-22016 16</inkml:trace>
  <inkml:trace contextRef="#ctx0" brushRef="#br0" timeOffset="30748.56">3755 5378 32191 0,'0'0'1424'0,"0"0"304"0,-4-5-1392 0,4 5-336 16,-4-5 0-16,4 5 0 0,0 0 1792 0,0 0 272 15,-4-4 64-15,4 4 16 0,0 0 0 0,0 0 0 16,0 0 0-16,0 0 0 0,0 0-896 0,-3 7-176 0,2 2-48 0,0 5 0 16,-1 4-448-16,2 2-80 0,0 1-32 0,2 2 0 15,-2 2-272-15,1 1-48 16,0 3-16-16,1-2 0 0,-1 2-128 0,0 1 0 0,-1 1 0 0,2 0 128 15,-1-2-128-15,1-2 0 0,1-2 0 0,-2-1 0 16,1-2 0-16,-1-1 0 0,0-3 0 0,1-1 0 16,-1-5-320-16,0-1-32 15,1-2-16-15,-2-9 0 16,0 0-1408-16,0 0-272 0,0 0-64 0,0 0-16 16,0 0-1408-16,5-6-288 0,1-7-48 0</inkml:trace>
  <inkml:trace contextRef="#ctx0" brushRef="#br0" timeOffset="31082.44">3601 5391 17503 0,'0'0'1552'16,"0"0"-1232"-16,-4-3-320 0,-1-3 0 0,5 6 4784 0,-4-4 896 15,4 4 176-15,0 0 32 0,0 0-3248 0,0 0-656 16,4-5-128-16,2-1-16 0,3-3-720 0,2 2-144 16,-1 1-16-16,2-1-16 0,1 0-352 0,3 1-64 15,1-1-16-15,1 2 0 0,0-1-128 0,3 1-48 16,1-1 0-16,0 1 0 0,0 1-176 0,1-1-32 15,0 4-128-15,2-3 192 0,-2 1-192 0,1 3 0 16,-1 1 0-16,-2 1 0 0,0 2 0 0,-3-2 128 16,-1 5-128-16,-1 1 0 0,-6 1 0 0,-2 4 0 0,-3-2 0 15,-2 5 0-15,-3 1 208 0,-3 1-48 0,-2 1-16 16,-3 1 0-16,-1 3 112 0,-4-3 0 0,0 0 16 16,-1-3 0-16,-2-1-48 0,0-1-16 15,2-2 0-15,-3 2 0 0,-4-2-80 0,0-2-128 16,6-1 176-16,-2-1-176 0,-1 0 128 0,2-1-128 0,2-3 0 0,1 0 0 15,-2 0-208-15,3 2-112 0,1-5 0 0,2 2-16 32,1-4-1520-32,8 0-288 0,0 0-64 0,0 0-12384 0,8-4-2496 0</inkml:trace>
  <inkml:trace contextRef="#ctx0" brushRef="#br0" timeOffset="31533.48">4061 5822 29487 0,'0'0'1296'0,"-6"1"288"0,-1-1-1264 0,7 0-320 16,0 0 0-16,0 0 0 0,0 0 3760 0,0 0 688 15,0 0 144-15,0 0 16 0,0 0-2992 0,10-3-592 16,1 1-128-16,1-3-32 0,-1-1-512 0,2 1-96 15,3 0-32-15,-2 2 0 0,1-2-48 0,-1 1-16 16,-1 0 0-16,0 2 0 0,0 0-160 0,-1 1 0 16,-3 1 0-16,1 0 0 0,-2 1 128 0,-8-1-128 15,0 0 192-15,0 0-64 0,4 8 192 0,-1 1 16 0,-3-2 16 0,-1 3 0 16,-2 2 128-16,-1 2 32 16,-1 2 0-16,-3 1 0 0,-1 1-176 0,-2 0-16 15,1 1-16-15,-2-1 0 0,-1 0-32 0,1-1 0 0,1-1 0 0,0-2 0 16,2-1-80-16,1-1 0 15,2-6-16-15,1 2 0 0,5-8-176 0,0 0 0 16,0 0 144-16,0 0-144 0,0 8 0 0,0-8 0 0,5 8 0 0,-5-8 0 16,8 1 0-16,-1 0 0 0,1 1 0 0,1 0 0 15,1-4 0-15,-1 0 0 0,0 1 0 0,1 0 0 16,2-3 0-16,1 0-128 0,-1 0 128 16,1 0-128-1,1 2-576-15,0-2-96 0,2 0-32 0,0 0 0 0,-2-1-1424 16,3-1-304-16,0 0-48 0,1 2-18624 0</inkml:trace>
  <inkml:trace contextRef="#ctx0" brushRef="#br0" timeOffset="31815.51">4744 5556 45951 0,'0'0'2048'16,"0"0"400"-16,0 0-1952 0,0 0-496 0,0 0 0 0,0 0 0 0,0 0 1104 0,0 0 128 15,0 0 32-15,0 0 0 0,5-4-464 0,2 0-96 16,-7 4 0-16,8-4-16 0,1 3-496 0,0-1-192 16,1 0 176-16,1 0-176 0,-1 1 0 0,2 1 0 15,1 0 0-15,-1 0 0 0,-3-1 0 0,1 0 0 16,1-1 0-16,1 2 0 15,-3 2-1856-15,2-1-320 0,1-1-64 0,0 1-19120 0</inkml:trace>
  <inkml:trace contextRef="#ctx0" brushRef="#br0" timeOffset="31981.63">4740 5723 44463 0,'0'0'1968'0,"-6"5"400"0,-1-4-1888 0,2 2-480 0,5-3 0 0,0 0 0 16,0 0 1600-16,0 0 240 0,0 0 32 0,0 0 16 15,0 0-1008-15,8 4-208 0,1-2-32 0,4-2-16 16,1-2-624-16,5-2 0 0,2 0-192 0,1-3 64 16,2 1-1216-1,0-3-256-15,-2 0-32 0,3 1-16 0,0 0-2832 0,5 0-576 0</inkml:trace>
  <inkml:trace contextRef="#ctx0" brushRef="#br0" timeOffset="32249.02">5400 5403 28559 0,'0'0'2544'0,"0"0"-2032"16,-5 3-512-16,5-3 0 0,0 0 4032 0,0 0 704 16,-5 4 128-16,1 0 48 0,4-4-2384 0,-3 6-480 15,2 1-80-15,-1 2-32 0,-1 1-1024 0,1 2-208 16,2 0-32-16,0 2-16 0,-1 2-416 0,1 1-96 15,0 1-16-15,1 3 0 0,-1 1-128 0,2 1 0 16,0 2 144-16,1 0-144 0,-1 0 0 0,1-2 0 16,0-1 0-16,-1-3 128 0,1 1-128 0,-1-3 0 15,1-4-128-15,0-1 128 16,1-3-1088-16,-1-1-128 0,-3-8-16 0,0 0-16 16,0 0-1040-16,0 0-208 0,0 0-32 0,0 0-11216 0,7-3-2240 0</inkml:trace>
  <inkml:trace contextRef="#ctx0" brushRef="#br0" timeOffset="32603.61">5244 5294 4607 0,'-16'0'400'0,"11"0"-400"0,-2 0 0 0,7 0 0 0,0 0 8640 0,0 0 1664 16,0 0 320-16,5-4 64 0,2 1-7456 0,1-2-1488 16,0 0-288-16,-1 1-64 0,4 0-208 0,2 0-32 15,2-1-16-15,1 0 0 0,0 1-560 0,2-3-96 16,3 1-32-16,1-1 0 0,-1-1-192 0,2 3-32 15,1 1-16-15,1-1 0 0,-1 0-208 0,0 0 176 16,1-1-176-16,-2 2 160 0,2 2-160 0,-2 0 0 16,-1 2 144-16,-2 2-144 0,-3-1 128 0,-3 2-128 15,-2 1 128-15,-2 2-128 0,0 1 0 0,-4-1 0 16,-3 3 0-16,-2 2 0 0,-2-1 128 0,-2 3-128 16,-2-1 128-16,-2 1-128 0,-3 1 272 0,-2 2-16 15,-2 0 0-15,-2-1 0 0,-2 0-96 0,1 0-32 16,0-2 0-16,-1-1 0 0,0 0-128 0,-2-1 0 15,0 0 0-15,1 1 0 0,1 1-192 0,1-2-64 0,0 1 0 0,2-1-16 32,4-2-224-32,-1 0-32 0,2-1-16 0,2 1 0 15,3 0-928-15,-1 0-192 0,2 0-48 0,3 0 0 16,2-2-2096-16,-1-7-416 0</inkml:trace>
  <inkml:trace contextRef="#ctx0" brushRef="#br0" timeOffset="32832.37">5789 5680 43599 0,'0'0'1920'0,"0"0"416"0,-2 9-1872 0,1-1-464 0,0 1 0 0,-1 0 0 0,1 1 1968 0,0 2 288 15,-1 0 64-15,1 1 16 16,0 0-800-16,-1 0-144 0,1 0-48 0,1 1 0 0,0 2-832 0,1-2-160 16,1 2-32-16,-1-1-16 0,0 1-304 0,1-2 160 15,-1-1-160-15,0-1 128 0,2 0-128 0,0 0 0 16,-2-1 0-16,0-3 0 0,0 0-256 0,-1-8-64 15,0 0-32-15,4 8 0 16,0-2-944-16,-4-6-192 0,0 0-48 0,9 2-14400 16,2-2-2880-16</inkml:trace>
  <inkml:trace contextRef="#ctx0" brushRef="#br0" timeOffset="37145.97">3958 6926 13823 0,'0'0'1216'0,"-1"-4"-960"15,-1-1-256-15,0 1 0 0,2 4 4848 0,0 0 912 16,0-5 192-16,0 5 48 0,0 0-2400 0,0 0-464 16,0 0-112-16,0 0-16 0,0 0-832 0,0 0-192 15,0 0-16-15,0 0-16 0,0 0-1024 0,10 5-208 16,2 1-32-16,1 2-16 0,0 3-336 0,0-2-64 15,3 3-16-15,-1 3 0 0,0 0-112 0,-1 3-16 16,-1 1-128-16,1 2 192 0,1 1-192 0,-1-1 0 16,-1-1 0-16,-1-1 0 0,0 0 0 0,1 0 0 15,0 2 0-15,-2-3 0 0,0-2-192 0,-1-2-64 0,1-1-32 0,-1 0 0 32,1-1-1072-32,-2-3-224 0,0 0-32 0,-1-2-16 15,-2-5-752-15,1 1-160 0,-7-3-16 0,6 0-10752 0,3 0-2128 0</inkml:trace>
  <inkml:trace contextRef="#ctx0" brushRef="#br0" timeOffset="37398.87">4306 6876 28559 0,'0'0'2544'0,"0"0"-2032"0,0 0-512 0,0 0 0 15,0 0 3584-15,-5 2 608 0,5-2 128 0,-7 4 32 16,1-2-1920-16,-2 3-368 0,-1 1-80 0,1 1 0 15,0 3-944-15,-1 1-176 0,-1 4-32 0,-2 0-16 0,-1 2-320 0,-1 3-64 16,-2 1-16-16,-1 1 0 0,0 0-144 0,-1 0-16 16,-3-1-16-16,0 0 0 0,2 1-240 0,-1 0 176 15,-1-1-176-15,2-3 160 0,0-1-160 0,2-1 0 16,4 1 0-16,0-1 0 0,0-5-160 0,3 0-64 16,-1-2-16-16,6-1 0 15,1-2-1552-15,4-6-304 0,0 0-64 0,0 0-13136 16,11 0-2624-16</inkml:trace>
  <inkml:trace contextRef="#ctx0" brushRef="#br0" timeOffset="37612.5">4537 7034 39615 0,'0'0'3520'0,"0"0"-2816"15,0 0-560-15,0 0-144 0,0 0 2016 0,0 0 368 0,9-1 80 0,-1-2 16 16,0-1-1136-16,1 2-240 15,1-4-32-15,1 5-16 0,-1-3-768 0,2 2-160 16,1-2-128-16,1 1 192 0,3-3-192 0,0 0 0 0,1 1 0 0,-1 0 0 31,2 0-1344-31,-1 2-160 0,1-2-32 0,0 4 0 16,-2-3-2256-16,-6 8-464 0</inkml:trace>
  <inkml:trace contextRef="#ctx0" brushRef="#br0" timeOffset="37779.64">4606 7163 20271 0,'0'0'1792'16,"0"0"-1424"-16,0 0-368 0,0 0 0 0,0 0 5024 0,0 0 928 15,0 0 192-15,0 0 48 0,0 0-4464 0,0 0-880 16,8-5-176-16,2 1-32 0,2 0-640 0,2-1 0 16,2 0 0-16,1-2-128 15,-3 1-1472-15,2 0-304 0,2 3-48 0,3-3-10064 16,3 1-2000-16</inkml:trace>
  <inkml:trace contextRef="#ctx0" brushRef="#br0" timeOffset="38314.07">4371 7471 42159 0,'-10'14'1856'0,"10"-14"400"0,0 0-1808 0,0 0-448 0,0 0 0 0,0 0 0 16,0 0 1440-16,0 0 192 0,0 0 32 0,0 0 16 0,0 0-496 0,0 0-96 16,12-1-32-16,-1 0 0 0,0-1-608 0,1-2-112 15,-1 2-16-15,0-1-16 0,-1 1-128 0,1 0-32 16,-1 1 0-16,0 1 0 0,-2 0-144 0,0 1 192 16,-8-1-192-16,7 3 192 0,-7-3-48 0,0 0 0 15,6 5 0-15,-6-5 0 0,4 8 32 0,-1 0 0 16,-1 0 0-16,-2-1 0 0,0-7 64 0,-4 8 16 15,-1 1 0-15,0-1 0 0,-2 4-48 0,1 0 0 16,-2-1 0-16,2 2 0 0,-5-1-32 0,1 0-16 16,-1-2 0-16,0 1 0 0,-1-1-32 0,1-1 0 15,2 0 0-15,1-1 0 0,2-3-128 0,6-5 192 16,0 0-192-16,0 0 192 0,0 0-192 0,0 0 0 16,0 0 0-16,0 0 0 0,6 6 0 0,2-1 0 15,3-5 0-15,-1 0 0 0,2-3 0 0,1-1 0 16,0-1-176-16,3 0 176 15,0 0-624-15,3-2-32 0,0-1-16 0,2-2 0 16,1-2-1440-16,2 0-272 0,2-3-64 0</inkml:trace>
  <inkml:trace contextRef="#ctx0" brushRef="#br0" timeOffset="38699.21">5323 6955 16575 0,'-16'4'736'0,"9"-3"160"0,-1-2-720 0,-1 1-176 0,2-2 0 0,-1 4 0 0,-1 0 7728 0,0 1 1504 15,-3 2 304-15,2 1 64 0,-1 1-6720 0,0 3-1344 16,-2 2-256-16,-3 4-64 0,-2 2-624 0,0 4-112 16,-2-1-32-16,0 1 0 0,2 2-144 0,3-1-48 15,0 1 0-15,3-2 0 0,5 3-128 0,0-2-128 16,1-2 192-16,3 0-192 0,4-4 0 0,3-2 0 15,3 0 0-15,3-2 0 0,3-3 0 0,4-3-176 16,3-3 32-16,1-3 0 0,1-4-112 0,1-1 0 16,2-2-16-16,0-2 0 0,-3-1 0 0,0 0 0 15,-2-2 0-15,-2-2 0 0,-1 0 128 0,-2-2 144 16,0-1-208-16,-3 0 80 0,-5-1 128 0,0 2 0 16,-3-1 0-16,-2-1 0 0,0 0 0 0,-1-2 0 15,-4-1 0-15,-1 1 0 0,-2 0 0 0,-3 2 0 0,-2 2 0 0,1-1-192 16,-2-1-112-16,1 1-16 0,-3 2-16 0,1 4 0 31,-1-1-1232-31,1 5-240 0,1 1-48 0,2 1-16 16,2 1-1104-16,8 3-224 0,0 0-32 0</inkml:trace>
  <inkml:trace contextRef="#ctx0" brushRef="#br0" timeOffset="38930.72">5558 7232 33167 0,'0'0'1472'0,"0"0"304"0,0 0-1424 0,0 0-352 0,0 0 0 0,-3 8 0 0,3-8 4768 0,-2 7 880 16,-1 2 176-16,2-4 48 0,1-5-4304 0,0 8-864 16,1 0-160-16,0 1-32 0,1-3-512 0,-1 2 0 15,-1-8 0-15,2 8 0 16,-2-8-1056-16,0 0-256 0,7 5-48 0,1-2-16 15,0-2-2656-15,5-4-512 0</inkml:trace>
  <inkml:trace contextRef="#ctx0" brushRef="#br0" timeOffset="39347.12">5936 6889 24879 0,'0'0'2208'0,"-7"2"-1760"16,2 2-448-16,5-4 0 0,-8 1 4832 0,3 2 880 0,-1 0 176 15,6-3 48-15,-4 6-3184 0,-2 2-640 16,1 1-128-16,0 1-32 0,-2 3-960 0,4 4-192 16,-1 3-32-16,0 0-16 0,-1 1-384 0,1 1-80 15,1 1-16-15,0 0 0 0,-1 1-96 0,2 0-32 16,1 4 0-16,1-5 0 0,2 1-144 0,2-1 0 0,0 2 0 16,3-2 0-16,-1 0 0 0,2-3 0 0,1 0 0 0,3-2 0 15,2-2 240-15,2-3-48 0,-2-1 0 0,2-3 0 16,-1-1-320-16,4-3-80 0,-1-1-16 0,-1-2 0 15,0-2 224-15,0-4 0 0,0 0 0 0,0-1 0 16,1-1 0-16,0-2 0 0,-1-1 0 0,0-4 0 16,-3 0 0-16,1-2 0 0,-4-2-176 0,1 2 176 15,-3-5 0-15,-1 3 0 0,-1 0 128 0,-3 2-128 16,-3 0 0-16,-2 4 0 0,-6 0-208 0,0 5 64 16,0 2 144-16,-2 0 176 0,-3 3-48 0,-1 1 0 0,-3 2 0 0,0 2 0 15,0 1 0-15,-1 0 0 0,0 5 0 16,-2 3 0-16,1 1 0 0,0 0 0 0,1 1-128 0,1-1 0 15,1-1 0-15,2 1 0 0,2 1 0 0,1-2 0 16,2 0 0-16,1-3 0 16,5-1-800-16,0 2-144 0,4-5-16 0,-2 3-24032 0</inkml:trace>
  <inkml:trace contextRef="#ctx0" brushRef="#br0" timeOffset="43452.86">9794 758 31839 0,'0'0'1408'0,"-2"-5"304"0,0-4-1376 0,0 2-336 15,0 1 0-15,0 0 0 0,2 6 1792 0,-1-5 304 16,1 5 48-16,0 0 16 0,0 0 336 0,0 0 80 16,0 0 16-16,0 0 0 0,0 0-1328 0,-1 8-272 0,1 4-48 15,0 2-16-15,1 3-480 0,0 5-112 0,1 4-16 16,0 4 0-16,0 4-128 0,0 1-48 0,3 2 0 0,-1-2 0 16,-1-2-144-16,1-2 0 15,0 0 0-15,0-3 0 0,0-2 0 0,-2-3 0 0,0-3 0 0,-1-2 0 31,-1-1-336-31,0-7-112 0,0 0 0 0,0-3-16 16,0-7-1088-16,0 0-224 0,0 0-32 0,0 0-16 0,0 0-1040 0,0 0-208 16,0 0-32-16,-9-2-14112 0</inkml:trace>
  <inkml:trace contextRef="#ctx0" brushRef="#br0" timeOffset="43652.81">9737 718 42095 0,'0'0'1856'0,"0"0"400"0,0 0-1808 0,0 0-448 15,0 0 0-15,0 0 0 0,0 0 1200 0,0 0 144 16,0 0 16-16,7-6 16 0,2-1-352 0,4-1-64 16,3 0 0-16,1 0-16 0,-2 0-560 0,5-3-128 15,3-1 0-15,3 0-16 0,3 0-240 0,0 1 0 16,2-1 128-16,-1 3-128 16,0-3-448-16,-1 3-144 0,-2 2-32 0,-1 2 0 15,0 3-2272-15,-1 0-464 0,-1 4-96 0</inkml:trace>
  <inkml:trace contextRef="#ctx0" brushRef="#br0" timeOffset="43953.95">9732 1071 31327 0,'0'0'2784'0,"0"0"-2224"0,0 0-560 0,0 0 0 16,0 0 2944-16,0 0 496 0,0 0 80 0,0 0 32 15,12-1-2528-15,4-3-496 0,2-3-96 0,0-1-32 16,2-1-144-16,1 0-16 0,2-1-16 0,0-1 0 15,4 0-224-15,-1-1 176 0,-3 3-176 0,1 1 160 16,-1-4-160-16,-2 3 0 0,-2 1 0 0,-2 2 0 16,-2 0 0-16,-4 4 0 0,-1-3 0 0,-1 3 0 0,-1 1 0 0,-8 1 0 15,0 0 128-15,0 0-128 0,6 4 368 0,-1 2 32 16,-1 2 16-16,0 3 0 0,-1 0 304 0,-2 4 64 16,-1 0 16-16,0 4 0 0,-1-1-224 0,-1 3-64 15,0 1 0-15,0 1 0 0,0-3-256 0,-1 1-64 16,1-2-16-16,2 1 0 0,-2-3-176 0,2-1 0 15,-1-2 0-15,1-2 0 16,-1-3-992-16,2-1-224 0,-1-8-64 0,0 0 0 16,0 0-2432-16,0 0-480 0,8 3-96 0</inkml:trace>
  <inkml:trace contextRef="#ctx0" brushRef="#br0" timeOffset="44088.84">10207 796 18431 0,'0'0'1632'0,"-7"0"-1312"15,1 0-320-15,6 0 0 0,-5-3 4576 0,5 3 848 16,0 0 160-16,0 0 48 0,0 0-4208 0,0 0-832 16,-4 8-160-16,4-8-48 15,-2 8-1408-15,5 2-304 0,2 2-48 0</inkml:trace>
  <inkml:trace contextRef="#ctx0" brushRef="#br0" timeOffset="44920.29">10303 1011 16575 0,'0'0'1472'0,"0"0"-1168"0,0 0-304 0,0 0 0 0,0 0 5504 0,0 0 1024 0,2 6 224 0,-1 2 32 15,-1 1-3776-15,1 3-768 0,0 0-160 0,2 4-32 16,0-1-768-16,-2 5-144 0,-1-1-48 0,1 1 0 0,1-1-560 16,0-3-112-16,1 0-32 0,-1-1 0 0,0 0-160 0,0-1-32 15,1-4-16-15,-2-2 0 0,-1-8-176 0,0 0 0 16,0 0 144-16,0 0-144 0,0 0 0 0,0 0 144 15,0 0-144-15,0 0 0 0,0 0 0 0,0 0 0 16,0 0 0-16,4-8 0 0,-1 2 0 0,-1-6 0 16,2 0 0-16,0-4 0 0,-1-1-272 0,1 1 32 15,1-6 16-15,0-2 0 0,-1-2-112 0,4-1-32 16,1-3 0-16,3 2 0 0,1 2 48 0,-1 4 0 16,1 3 0-16,0 2 0 15,0 4-96-15,-2 2-16 0,-2 5 0 0,2 2 0 0,-1 1 96 0,-1 6 16 16,1-1 0-16,-3 6 0 0,0 1 320 0,-1 4 0 15,1 4 0-15,0 3 0 0,0 3 0 0,1 1 0 16,0-3 128-16,0 1-128 0,1-1 160 0,3 1-160 16,-1-4 192-16,1 0-192 0,1-1 0 0,1-1 0 15,1-3 0-15,0-1 0 0,1-3 0 0,4-5 0 16,-2 0 0-16,1-3 0 0,0-2 0 0,0-1 0 0,0-3 0 16,0 1 0-16,2-1 0 0,-3-1 0 0,-2-2 0 15,-2-3 0-15,3 0 0 0,-1-1 0 0,-2 1 0 0,-1-2 0 16,-1-1 0-16,-2 0 0 0,-1-3 128 0,-1-1-128 15,-2 1 160-15,-3 1-32 0,-1-1 0 0,-1 1 0 16,-2 2 0-16,-3 1 0 0,-1 3 0 0,-3 2 0 16,-3 1 48-16,0 6 0 0,-2 1 0 0,-2 1 0 15,0 4-16-15,-2 3 0 0,-2 4 0 0,2 2 0 16,-1 3-160-16,1 1 0 0,2 1 0 0,0 0 0 16,4 3 0-16,1-2 0 0,3-2 0 0,1 1 128 0,5-3-128 0,1-1 0 15,3-2 0-15,2-1 0 0,1-2-240 0,4-2 32 16,0-3 0-16,2-1 0 15,1-4-320-15,2-4-64 0,5 1-16 0,-2-3 0 16,-2-5-160-16,1 1-48 0,0-2 0 0,0-1 0 16,-2-1 240-16,-2-2 64 0,2-1 0 0,-2-2 0 0,-3-3 240 0,1-4 48 15,-2-3 16-15,0 0 0 0,0-1 208 0,-1-1 240 16,-2-2-48-16,0 1-16 0,-3-1 224 0,3 2 48 16,-2 0 16-16,-3 2 0 0,-1 3 64 0,0 1 16 15,-1 7 0-15,-1 1 0 0,0 4 384 0,-1 4 80 16,0 2 16-16,3 7 0 0,-5-2-48 0,5 2 0 15,-6 5 0-15,0 4 0 0,1 4-592 0,0 3-112 16,0 3-16-16,1 3-16 0,0 0-112 0,1 6-128 16,2-1 176-16,1 6-176 0,1-1 128 0,2 4-128 15,0 0 0-15,2 2 0 0,1-2 0 0,1 1 0 16,-1-4 0-16,2 0 0 0,0-3-272 0,0-2-64 16,-2-2-16-16,0-3 0 15,-3-1-1264-15,0-3-256 0,0-1-48 0,-1 0-16 16,0 0-2064-16,2-1-416 0,3 10-64 0,-7-9-32 0</inkml:trace>
  <inkml:trace contextRef="#ctx0" brushRef="#br0" timeOffset="45220.14">10016 1618 24879 0,'-16'6'2208'0,"9"-5"-1760"15,-1-1-448-15,3 0 0 0,0 1 4928 0,5-1 912 16,0 0 176-16,0 0 48 0,0 0-3936 0,10-1-784 16,3-2-144-16,2 1-48 0,3-1-384 0,3 1-96 15,2-2-16-15,5 1 0 0,1-3-176 0,3 0-32 16,-1-1-16-16,4 0 0 0,3-1-144 0,0 0-32 16,1 1 0-16,1-4 0 0,5 1-128 0,0 1-128 15,-2-1 144-15,0 1-144 0,-1 0 0 0,-1 1 0 16,-4 2 0-16,-3 1 0 0,-4 2-288 0,-1-1-48 15,-3 3-16-15,-3-1 0 16,0 2-608-16,-3 0-112 0,-3 2-16 0,2-2-16 16,-1 1-848-16,-1 0-160 0,1 2-48 0,4-6-18192 0</inkml:trace>
  <inkml:trace contextRef="#ctx0" brushRef="#br0" timeOffset="45470.39">11547 864 35935 0,'-16'1'3200'0,"16"-1"-2560"0,-6 4-512 0,6-4-128 0,0 0 3152 0,0 0 624 15,-5 1 112-15,5-1 16 0,0 0-2880 0,0 0-592 16,0 0-112-16,0 0-32 16,0 0-640-16,-3 8-128 0,3-1-32 0,1 0 0 15,-1-7-2512-15,4 8-512 0,1 3-112 0</inkml:trace>
  <inkml:trace contextRef="#ctx0" brushRef="#br0" timeOffset="45653.41">11633 1117 28559 0,'-8'3'2544'0,"0"3"-2032"16,1-1-512-16,1-1 0 0,2 1 5296 0,-1 0 960 15,0 0 192-15,0 1 32 0,0-1-4176 0,5-5-832 16,0 0-160-16,0 0-32 0,0 0-896 0,0 0-192 16,0 0-16-16,0 0-16 15,5 8-1504-15,1-3-288 0,-6-5-64 0,15 3-21968 0</inkml:trace>
  <inkml:trace contextRef="#ctx0" brushRef="#br0" timeOffset="48894.12">12795 999 11055 0,'-4'-11'976'0,"4"11"-784"0,-3-12-192 0,3 0 0 15,-1 0 4736-15,3 2 896 0,4 3 176 0,-1-2 32 0,-1 1-3008 0,-4 8-592 16,0 0-128-16,0 0-32 0,5-7-256 0,-5 7-48 16,0 0-16-16,0 0 0 0,0 0-528 0,0 0-96 15,-6 7-32-15,-1 4 0 0,-2 6-464 0,-3 5-112 16,-4 3-16-16,2 3 0 0,-2-2-112 0,0 3-16 16,-5 6-16-16,2-5 0 0,2-2-176 0,3-5-16 15,2-3-16-15,3-3 0 0,0-4-160 0,4-2 128 16,0-7-128-16,5-4 128 0,0 0-128 0,0 0 0 15,0 0 0-15,0 0 0 0,0 0 0 0,0 0-256 16,4-10 48-16,0-3 0 0,3-3-112 0,3-3 0 16,0-3-16-16,6-11 0 0,-2 4 0 0,0-1 0 15,-1-4 0-15,0 2 0 0,0 2 16 0,0 4 16 16,-1 2 0-16,-1 3 0 0,-2 2 176 0,-3 2 128 0,-2 6-192 0,-4 11 192 16,7-9 0-16,-7 9 0 0,0 0 0 0,0 0 0 15,0 0 336-15,0 0 32 0,0 0 0 0,0 0 0 16,0 0-96-16,10 7-16 15,-2-1 0-15,0 4 0 0,0-3-64 0,-1 4-32 16,1-1 0-16,1 2 0 0,2 0-160 0,0-1 0 16,3 2 0-16,-1 2 0 0,1-1 0 0,-1 0 0 15,1 3 0-15,-3-7 0 0,0 0 0 0,1 0 0 0,1 1 0 0,0 1 0 16,0-3 0-16,-1 0 0 0,-2 0 0 0,1-1 0 16,-1 0 0-16,-2-1 0 0,-1 1 0 0,-2 0 0 15,-5-8 0-15,1 8 0 0,-1-8 0 0,-4 8 0 16,0 0 0-16,-2-1 0 0,-1 0 0 0,-3-1 0 15,-3 2 0-15,-2 0 0 0,-1 2 144 0,-3-3-144 16,-2-3 128-16,-2 1-128 0,-2 0 128 0,-1 1-128 16,-1-3 0-16,-3 4 128 0,0-4-128 0,0 2 0 0,0 0 0 15,1-2 0-15,0 0 0 0,3 0 0 0,4 0-256 0,1-2-80 16,2-1-16-16,3 0 0 16,4 0-1312-16,6 0-256 0,6 0-48 0,0 0-12112 15,4-5-2416-15</inkml:trace>
  <inkml:trace contextRef="#ctx0" brushRef="#br0" timeOffset="49376.85">13564 606 42047 0,'0'0'1856'0,"-5"-4"384"0,-2-2-1792 0,2 4-448 0,5 2 0 0,0 0 0 16,0 0 928-16,0 0 96 0,0 0 0 0,0 0 16 16,0 0 112-16,0 0 0 15,1 6 16-15,2 3 0 0,-1 3-656 0,2 1-144 0,0 3-32 0,1 2 0 16,-1 4 64-16,2 2 16 0,0 2 0 0,2 1 0 16,1 4-96-16,-1 6-32 0,0 5 0 0,0-1 0 15,-2 0-144-15,1-2-16 0,-2-1-128 0,1-4 192 16,1-3-192-16,-2-4 144 0,0-1-144 0,0-2 128 15,1-6-128-15,-1-2 0 0,-1-3 0 0,1-3 128 16,-1-2-128-16,-4-8 0 0,0 0 0 0,8 4 0 16,-8-4 0-16,9 0 0 0,0-5 128 0,-1-2-128 0,0-2 0 15,-1-3 0-15,1-2 144 0,1-4-144 0,1-3 0 16,-3-3 128-16,1-4-128 0,0-4 0 0,1-4 0 0,0-2 0 16,2-4 0-16,0 1 128 0,1 0-128 0,1-2 0 15,0 0 0-15,0 0 0 0,-1 3 0 0,0-2 0 16,-1 4 0-16,0 2 0 0,-2 1 0 0,-1 3 0 15,-2 6 0-15,1 3 0 0,-2 1 0 0,0 5 0 16,-1 2 0-16,-1 4 0 0,-2 1-160 0,0 5 160 16,-1 5-192-16,0 0 192 15,0 0-704-15,0 0-48 0,0 0 0 0,0 0 0 16,0 9-784-16,0 6-144 0,0-2-48 0,3 4 0 16,2 2-2016-16,-1 2-416 0,-1-3-64 0</inkml:trace>
  <inkml:trace contextRef="#ctx0" brushRef="#br0" timeOffset="49711.48">13516 862 14735 0,'-12'2'1312'0,"-2"-2"-1056"0,-2 0-256 0,0 0 0 15,1 0 5120-15,0 0 960 0,2 0 192 0,-1 0 32 16,1 0-3056-16,2 0-624 0,4 0-112 0,0 0-16 15,3-2-768-15,4 2-128 0,0 0-48 0,0 0 0 16,0 0-784-16,9-4-176 0,2-1-16 0,3 1-16 16,3-4-208-16,3 5-32 0,2 0-16 0,1-1 0 0,2-1-48 15,2 0-16-15,1 1 0 0,0 0 0 0,1 0-96 0,2-1-16 16,2 1 0-16,0 1 0 0,-1 2-128 0,1-2 0 16,-2 1 0-16,0 0 0 0,1-2 0 0,-4 2 0 15,-2 2 128-15,0-3-128 0,-1 1 0 0,-3 0 0 16,-1 2 0-16,-2-2 0 0,-5 0 0 0,-2 1-192 15,-3 1 32-15,-3 0 16 16,-6 0-336-16,0 0-64 0,0 0-16 0,0 0 0 16,0 0-1296-16,0 0-272 0,0 0-48 0,0 0-12528 15,-1 9-2496-15</inkml:trace>
  <inkml:trace contextRef="#ctx0" brushRef="#br0" timeOffset="50711.62">14604 899 15663 0,'0'0'688'0,"0"0"144"0,0 0-656 0,0 0-176 16,0 0 0-16,0 0 0 0,0 0 4480 0,0-9 880 15,2-2 160-15,-1 2 48 0,1-1-3264 0,2-1-640 16,-1 2-128-16,2-1-16 0,2-1-880 0,-2-2-160 16,1 4-32-16,1-1-16 0,1-1-304 0,0-2-128 15,-2 3 128-15,-1 1-128 0,2 2 0 0,-1 1 0 16,-6 6 128-16,0 0-128 0,0 0 0 0,0 0 0 0,0 0 0 0,0 0 128 15,0 0 320-15,0 0 64 0,0 0 16 0,7 9 0 16,-1 0-80-16,1 3-32 0,-2-1 0 0,0 0 0 16,1-1-224-16,-1-1-32 15,3 2-16-15,2-3 0 0,0 1-144 0,5-1 0 0,-1-3 144 0,2 1-144 16,-1-2 0-16,1 0 144 0,1-1-144 0,0-1 0 16,1-4 0-16,-1-1 0 0,0-1 0 0,-1 0 0 15,-2 0 0-15,-1 2 0 0,-1-3 0 0,-2-1 0 16,-1 0 0-16,-1 1-224 0,-8 5 16 0,5-7 0 15,-1-2-32-15,2 1 0 0,-4 0 0 0,0-1 0 16,-1 0-1168-16,0-1-224 16,-1-1-48-16,3 3-16 0,-1 2-1616 15,2 1-320-15,1-2-64 0</inkml:trace>
  <inkml:trace contextRef="#ctx0" brushRef="#br0" timeOffset="51228.38">15536 525 37487 0,'0'0'1664'0,"-4"-4"336"0,1-1-1600 0,3 5-400 15,-2-7 0-15,0 2 0 0,-4 0 960 0,-1 1 128 16,-2 0 0-16,-1 1 16 0,0 1 176 0,-3 0 48 16,0 2 0-16,0 0 0 0,-2 3-752 0,0 2-160 15,-2 2-32-15,1 2 0 0,1-1-160 0,0 2-32 0,0 2-16 0,0-3 0 16,1 4-16-16,4 0 0 0,0 1 0 0,3-1 0 15,-3 2 0-15,4 0 0 0,1 1 0 0,1 1 0 16,0 0 32-16,1 0 0 16,3 0 0-16,0 2 0 0,0-2 64 0,0 3 0 0,0-1 16 0,0 5 0 15,2-1-16-15,-2 3-16 0,0-2 0 0,0 1 0 16,-2 1 16-16,1-3 0 0,0 2 0 0,-1-4 0 16,2 1-64-16,-2-4 0 0,-2 3 0 0,1-3 0 15,1 1 80-15,-1 1 16 0,0 0 0 0,1-3 0 16,-2 0-128-16,1-2-32 0,1 2 0 0,-1-4 0 15,-1 2 64-15,0-2 0 0,0-3 0 0,2 1 0 16,-2-2-32-16,1 0 0 0,1-3 0 0,2-6 0 16,0 0-32-16,0 0-128 0,0 0 192 0,0 0-64 15,0 0-128-15,0 0 0 0,-3 7 0 0,3-7 128 16,0 0-128-16,0 0 0 0,0 0 0 0,0 0 0 0,7 3 0 0,0-2 0 16,-7-1 0-16,11-1 0 0,1-2 0 0,-1 0 0 15,1 1 0-15,1 0 0 0,0-3 0 0,3 1 0 16,1 0 0-16,1 1 0 0,0-1 0 0,0-2 0 15,-2 0 0-15,1 2 0 0,-1-3-192 0,1 4-32 16,0 0 0-16,-2-2 0 16,-2 0-1152-16,0-1-224 0,0 1-64 0,3 2-13920 15,-2-2-2784-15</inkml:trace>
  <inkml:trace contextRef="#ctx0" brushRef="#br0" timeOffset="51828.32">15669 862 27647 0,'0'0'2448'0,"0"0"-1952"15,0 0-496-15,0 0 0 0,-5-2 3952 0,5 2 688 16,0 0 144-16,0 0 16 0,0 0-3072 0,0 0-640 0,-5 9-112 16,2 1-16-16,3 1 64 0,-1 2 32 15,-2 2 0-15,1 4 0 0,-1 0-576 0,1 3-112 16,0-2-32-16,1 1 0 0,-2-2-96 0,2 1-32 0,1-3 0 0,-1-3 0 15,-1-1-208-15,1-1 176 0,0-2-176 0,0-2 160 16,1-8-160-16,0 0 128 0,0 0-128 0,0 0 128 16,0 0-128-16,0 0 128 0,0 0-128 0,0 0 128 15,0 0-128-15,0 0 0 0,0 0 0 0,5-5 0 16,1-4 0-16,1-3-176 0,-1 0 176 0,2-3-128 0,1-2 0 16,2 1 0-16,-1-1 0 0,2-1 0 15,1-2 128-15,0 1-160 0,-1-2 160 0,-1 3-160 0,1 2 160 0,0 2 0 16,-2 3 0-16,-2 1 0 0,0 2 0 0,0 3 0 15,-2 2 0-15,-6 3-128 0,0 0 128 0,0 0 176 16,0 0-48-16,9 3 0 0,-1 2 16 0,-1 3 0 16,-3 2 0-16,-2-1 0 0,1 2-144 0,0 2 160 15,-2 4-160-15,-1-3 160 0,1 2-160 0,-1 0 128 16,0-1-128-16,0-1 128 0,0 0-128 0,0-1 128 16,0-3-128-16,0-2 128 0,0-8-128 0,0 0 0 15,0 8 144-15,0-8-144 0,0 0 0 0,0 0 144 16,0 0-144-16,0 0 0 0,0 0 128 0,0 0-128 15,0 0 0-15,9-8 0 0,2-3 0 0,0 0 0 16,2-1 0-16,0-4-144 0,2 1 0 0,-1-1 0 16,1-1 0-16,0 1 0 0,2-1-16 0,0 2 0 15,0 0 0-15,-4 2 0 0,-1 3 160 0,-2 2 0 16,-2 3 0-16,0 2-128 0,-2-1 128 0,-6 4 0 0,0 0 0 16,0 0 0-16,3 11 0 0,0-2 0 0,-1 3 128 0,-1-1-128 15,-1 2 0-15,0 3 144 16,-1 0-144-16,1 1 0 0,0-2 0 0,1 1 0 15,-1-2 0-15,0-1 0 16,2-2-1120-16,-1-2-128 0,2-3-32 0,-1 2 0 16,-2-8-1696-16,0 0-352 0,8 6-64 0,-8-6-15392 0</inkml:trace>
  <inkml:trace contextRef="#ctx0" brushRef="#br0" timeOffset="52379.63">16295 582 26719 0,'0'0'2368'0,"0"0"-1888"16,-2-5-480-16,2 5 0 0,-2-7 4240 0,2 7 752 15,3-6 160-15,-1-1 32 0,1 1-3104 0,0 1-608 16,-2-1-128-16,4 1-32 0,4-1-512 0,0-1-96 16,-1 1-32-16,1 0 0 0,2 0-464 0,1 1-80 15,-1-1-128-15,0 4 176 0,0-2-176 0,2 1 0 16,1 2 0-16,-1 0 128 0,-2 1-128 0,1 0 0 15,-2 0 0-15,0 1 0 0,1 0 0 0,0 2 0 16,-3-1 0-16,-8-2 0 0,6 4 0 0,-6-4 128 0,5 6-128 0,-1-1 0 16,-4-5 0-16,0 0 0 15,0 6 0-15,0 1 0 0,-1-1 0 0,-3 1 128 16,-3 1-128-16,0-2 0 0,-1 1 128 0,0-1-128 0,0-1 128 0,-1 3-128 16,1 0 0-16,2-1 0 0,-1 2 128 0,2-3-128 15,1 1 0-15,0 1 0 16,0-2 0-16,2-1 0 0,-1 1 0 0,0-1 0 0,3-5 0 0,0 0 0 15,0 6 0-15,2 1 0 0,-2-7 0 0,0 0 0 16,5 6 0-16,1 0 0 0,2-1 0 0,1-3 0 16,1 4 0-16,-3-1 0 0,4-1 0 0,-1 0 0 15,3-2 0-15,-1 1 128 0,-3 1-128 0,2-2 0 16,0 2 0-16,-2-2 0 0,-9-2 128 0,0 0-128 16,8 1 0-16,-8-1 0 0,0 0 0 0,0 0 0 15,0 0 128-15,0 0-128 0,0 0 128 0,0 0-128 0,-4 4 192 0,-1 1-32 16,-1-1-16-16,-2 1 0 15,-1 0-144-15,-2 1 0 0,-1-1 144 0,-1 1-144 0,-5-2 0 0,0 0 0 16,0-1 0-16,1 1 0 0,5 0-144 0,2-1-48 16,-1 0-16-16,2 2 0 15,0-5-784-15,2 0-160 0,1 0-16 0,6 0-16 16,0 0-1712-16,0 0-352 0,0 0-64 0,0 0-15440 0</inkml:trace>
  <inkml:trace contextRef="#ctx0" brushRef="#br0" timeOffset="52896.69">16626 334 19343 0,'0'0'1728'0,"0"0"-1392"0,0 0-336 16,0 0 0-16,0 0 4144 0,0 0 752 16,6-5 160-16,-1 0 16 0,0 0-2672 0,1 1-544 15,1 1-96-15,1-1-32 0,1 2-848 0,1-1-176 0,-1 0-48 0,2 1 0 16,1-2-288-16,-1 0-64 0,1 1-16 0,0 2 0 15,0 0 176-15,-1 1 48 0,1 0 0 0,-2 1 0 16,0 0 96-16,-1 1 32 0,-1 0 0 0,-1 2 0 16,0 1-128-16,-1 3-32 0,0 3 0 0,-1-3 0 15,-1 3-80-15,0 2-16 0,-2 3 0 0,0 9 0 16,-2-6-96-16,0 5-32 0,-2 0 0 0,1 3 0 16,0-1-64-16,-1 0-32 0,1 0 0 0,0 1 0 15,1 1-160-15,-2-1 192 0,1 0-192 0,0 1 192 0,0-2-192 16,1 1 128-16,-2 3-128 0,1 0 128 0,0 1-128 0,2 2 0 15,-1 0 0-15,0-1 128 0,0 1-128 0,1-3 0 16,-1-3 0-16,0-1 0 0,-1 3 0 0,0-4 0 16,-1-1 128-16,1 0-128 0,-2-2 0 0,1-1 0 15,-1-4 0-15,1 0 128 0,-1-2-128 0,0 0 0 16,1-2 0-16,-1-1 128 0,2-2-128 0,-2-1 128 16,3-1-128-16,0-2 128 0,0-6-128 0,2 7 0 15,-2-7 144-15,0 0-144 0,0 0 0 0,0 0 128 16,0 4-128-16,0-4 0 0,0 0 0 0,0 0 0 15,0 0 0-15,0 0 128 0,0 0-128 0,-6 3 0 16,0-3 128-16,-2 0-128 0,-1-3 0 0,-2 0 128 0,0 2-128 16,0-3 0-16,1 3 0 0,-1-1 128 0,0 2-128 0,-1-2 0 15,-1-2 0-15,1 1 0 0,-1 1 0 0,0 0 0 16,-3 2 0-16,2-1 0 16,0 2 0-16,2-1-128 15,4-1-704-15,2 1-128 0,-1 0-16 0,7 0-15568 16,0 0-3104-16</inkml:trace>
  <inkml:trace contextRef="#ctx0" brushRef="#br0" timeOffset="55486.92">12350 2668 28735 0,'0'0'1280'0,"0"0"256"0,0 0-1232 0,0 0-304 0,0 0 0 0,0 0 0 16,0 0 1840-16,0 0 304 0,0 0 64 0,0 0 16 16,0 0 96-16,0 0 32 0,0 0 0 0,0 0 0 15,0 0-1008-15,0 10-192 0,0 1-32 0,1 2-16 16,-1 0-400-16,0 4-64 0,0-1-32 0,-1 0 0 0,1 1-288 0,0-1-64 15,0 0-16-15,-1-1 0 0,1 0-240 0,0-4 0 16,0 2 128-16,1-5-128 16,0 1-848-16,2-2-224 0,-3-7-32 0,0 0-16 15,8 6-2912-15,-8-6-576 0,0 0-112 16,0 0-12000-16</inkml:trace>
  <inkml:trace contextRef="#ctx0" brushRef="#br0" timeOffset="56037.58">12641 2470 43823 0,'0'0'1936'0,"0"0"416"0,0 0-1888 0,0 0-464 16,0 0 0-16,0 0 0 0,0 0 864 0,0 0 80 16,0 0 16-16,0 0 0 0,-4 6 240 0,0 2 48 15,0 5 16-15,2 4 0 0,-2 5-688 0,1 0-144 16,2 3-32-16,1 1 0 0,1 2-16 0,2 0 0 0,-1-2 0 0,2 1 0 15,1-3-192-15,2 0-32 16,-1-5-16-16,1 0 0 0,-1-5-144 0,2-1 0 0,0-3 0 0,1-2 128 16,-1-3-128-16,0-2 0 0,0-2 144 0,-1-1-144 15,0-1 0-15,2-2 0 0,-1-2 0 0,0 0 0 16,0-3 0-16,-1 3 0 0,1-7 0 0,-1 2 128 16,-1-3-128-16,1-2 0 0,-2-2 128 0,2-1-128 15,-2-1 0-15,0 0-160 0,-1-4 16 0,1-1 0 16,0-2 144-16,2 0-160 0,1 3 160 0,-3-1-160 0,0 5 160 15,-1 3 0-15,0 3 0 0,-2 3-128 0,1 1 128 16,0 3 0-16,-3 6 0 0,0 0 0 16,0 0 0-16,0 0 0 0,0 0 0 0,6 11 176 0,2 2 0 0,-3 4 0 15,0 2 0-15,2 2 0 0,-1 1-176 0,1 2 192 16,0-1-192-16,0 1 192 0,2-2-192 0,1 1 0 16,0-4 144-16,0-1-144 0,0-1 0 0,0-3 128 15,-1-2-128-15,0-4 0 0,-1 1 0 0,-1-3 128 16,-7-6-128-16,7 7 0 0,1-6 192 0,0 1-48 15,-8-2 0-15,9-2 0 0,-1-2 0 0,-1 0 0 16,-1-3 0-16,1 0 0 0,-3-1 16 0,1-2 0 16,0-5 0-16,0-1 0 0,2 0-160 0,-1-4 128 15,1-1-128-15,-1-1 128 0,1-1-128 0,-2-3 0 16,3-2 0-16,0 1 0 0,-2 0 0 0,1 3 0 16,-1 3 0-16,-1 2 0 15,-2 2-512-15,0 1-16 0,-1 4-16 0,-1 3 0 16,1-2-976-16,-2 1-192 0,-2 3-32 0,1 1-13840 15,1 6-2768-15</inkml:trace>
  <inkml:trace contextRef="#ctx0" brushRef="#br0" timeOffset="56287.67">12473 2317 47743 0,'0'0'2112'0,"0"0"448"0,0 0-2048 0,0 0-512 0,0 0 0 0,0 0 0 0,0 0 336 0,7 0-16 15,3-2-16-15,3 0 0 0,4 1 208 0,1 0 32 16,-3 1 16-16,6-3 0 0,2 2-400 0,1-2-160 16,2-2 128-16,2 1-128 15,0 0-480-15,2 0-176 0,3 0-48 0,-2-1 0 16,1 1-3024-16,-5 2-624 0</inkml:trace>
  <inkml:trace contextRef="#ctx0" brushRef="#br0" timeOffset="56455.32">13168 2268 32255 0,'0'0'2864'0,"0"0"-2288"16,0 0-576-16,7-3 0 0,1 1 2480 0,0 0 384 0,2 2 80 0,0-4 0 16,-1 0-896-16,1 0-176 0,2 1-32 0,1-1-16 15,1 0-992-15,3 0-208 16,1 1-48-16,1-2 0 0,0-1-576 0,2-1 0 0,3 0 0 0,-2 2 0 31,0 0-1808-31,-1 4-432 0,-2 1-96 0,0 0-11504 16,-1 0-2304-16</inkml:trace>
  <inkml:trace contextRef="#ctx0" brushRef="#br0" timeOffset="56888.1">13466 2616 45327 0,'-13'8'2000'0,"13"-8"432"0,0 0-1952 0,0 0-480 16,0 0 0-16,0 0 0 0,0 0 1120 0,0 0 128 16,0 0 32-16,0 0 0 0,9 5-256 0,-1-4-64 15,-8-1 0-15,9 3 0 0,-2-1-576 0,2 1-112 16,-1 0-16-16,-1-1-16 0,-7-2-80 0,7 4-16 16,-7-4 0-16,6 5 0 0,-6-5 48 0,4 8 16 15,-1 0 0-15,-2 1 0 0,-2 0 128 0,-2 2 32 16,-1 0 0-16,-2 0 0 0,-2 2-48 0,-1 1-16 15,-1-1 0-15,-1 3 0 0,-1-3-112 0,-1 1 0 16,0-1-16-16,2 0 0 0,0-2-48 0,1-1-128 16,1-1 192-16,1 0-64 0,0-1-80 0,1-1-48 15,7-7 0-15,-3 5 0 0,3-5 0 0,0 0 0 16,0 0 0-16,0 0 0 0,0 0 0 0,0 0 0 0,0 0 0 0,0 0 0 16,6 4 0-16,2 0 0 15,1-2 0-15,3 0 0 0,-1-4 0 0,4 0 0 0,-1-1 0 0,2 2 0 16,1-3 0-16,0 1 0 15,1 1 0-15,0-1 0 0,0-1 0 0,-1 0 0 16,2 2 0-16,-2 0 0 0,-3 2 0 0,0-2 0 0,-1 1 0 16,-1-1 0-16,-2 1 0 0,1 1 0 0,-2-3 0 0,-9 3 0 15,8-1 0-15,-8 1 0 0,0 0 0 16,0 0 0 0,8 0-944-16,-8 0-176 0,7 0-32 0,-7 0-15616 0,10 1-3136 0</inkml:trace>
  <inkml:trace contextRef="#ctx0" brushRef="#br0" timeOffset="59461.21">12597 3826 24879 0,'-7'2'2208'0,"-1"2"-1760"15,0-4-448-15,3 3 0 0,-1 1 5680 0,0 0 1040 16,1 1 224-16,0 1 32 0,-2 2-5008 0,1 1-1008 16,-1 3-208-16,1 2-48 0,-1 1-288 0,1 0-64 15,1 2-16-15,-1 0 0 0,1 0-336 0,1-4 144 16,2 0-144-16,0 0 0 0,1-1 0 0,0 0 0 0,1-2 0 0,1 1 0 31,0-2-1376-31,2 0-176 0,0-1-48 0,-3-8 0 16,0 0-2368-16,6 4-496 0,5-3-80 0</inkml:trace>
  <inkml:trace contextRef="#ctx0" brushRef="#br0" timeOffset="59827.59">12954 3749 15663 0,'0'0'1392'0,"0"0"-1120"0,0 0-272 0,0 0 0 16,0 0 5760-16,0 0 1088 0,0 0 208 0,0 0 48 16,-5 4-4032-16,-1 0-800 0,0 5-160 0,-1 1-48 15,-1 6-928-15,-1 2-192 0,0 4-48 0,-1 3 0 16,-1 2-320-16,0 2-80 0,0-2-16 0,2-1 0 16,1 1-64-16,3-3-16 0,0 1 0 0,1-1 0 0,4-4-272 0,1 1-128 15,3-5 128-15,3 0-128 0,0-3 0 0,5-4 0 16,1-3 0-16,3-2 0 0,3-3-320 0,1-2 16 15,0-1 0-15,-1-4 0 0,2 0 48 0,1-5 0 16,0 1 0-16,-2-2 0 0,-1-1 64 0,1 0 0 16,-3-1 16-16,0 1 0 0,-2-2 176 0,-1 1 0 15,-1 0 0-15,-3-2-128 0,-1-1 128 0,-4-2 128 16,-1 0-128-16,-1 0 176 0,-2-1-176 0,-1-3 0 16,-1-2 0-16,-2 3 128 0,-3-2-128 0,-1 4 160 15,-2 0-160-15,-1 2 160 0,-2-1-160 0,0 3 0 16,0 1 0-16,-2 1 0 0,-2 1-272 0,0 1-96 15,-1 2-16-15,2 2 0 16,0 3-1632-16,0 2-336 0,3 2-64 0,-2 2-18160 0</inkml:trace>
  <inkml:trace contextRef="#ctx0" brushRef="#br0" timeOffset="60127.4">13037 3957 26719 0,'0'0'2368'16,"0"0"-1888"-16,0 0-480 0,0 0 0 0,0 0 3856 15,0 0 688-15,0 0 128 0,0 0 16 16,0 0-2288-16,3 8-464 0,-3 0-80 0,0 1-32 15,0 2-960-15,0 0-192 0,0 2-32 0,0 0-16 0,0 2-400 0,0-1-80 16,1 0-16-16,0 1 0 0,-1-2-128 0,0 0 0 16,2-3 0-16,0 1 0 15,1-2-688-15,-3-9-208 0,4 6-64 0,0-2 0 16,-4-4-1568-16,6 4-320 0,-6-4-64 0,12-1-16176 0</inkml:trace>
  <inkml:trace contextRef="#ctx0" brushRef="#br0" timeOffset="60493.97">13328 4010 43775 0,'0'0'1936'0,"0"0"400"0,0 0-1872 0,0 0-464 0,0 0 0 0,0 0 0 15,9 0 912-15,0 0 96 0,2 0 16 0,-1-2 0 16,2 0 64-16,1 0 32 16,2 2 0-16,1-2 0 0,1-1-704 0,-1 2-144 0,-2-3-16 0,0 3-16 15,1 1-240-15,-2 1 0 0,-2 0 128 0,0 2-128 16,-3-2 0-16,-8-1 128 15,0 0-128-15,5 5 0 0,-5-5 272 0,1 8-32 0,-2 0-16 16,-3 1 0-16,-1 3 160 0,-2-2 48 0,-1 3 0 0,-2-2 0 16,-2 2-144-16,-1 0-32 0,0 0 0 0,0-3 0 15,0 1 0-15,0-1 0 0,1 2 0 0,2-3 0 16,1-1-80-16,2-2-32 0,1 1 0 0,2-1 0 16,4-6-16-16,0 0 0 0,0 0 0 0,0 0 0 15,0 0-128-15,0 0 128 0,0 0-128 0,5 7 128 0,2-5-128 16,0 1 0-16,4-2 0 0,1-1 0 0,2-1 0 0,2 0 128 15,3-2-128-15,-1 2 0 0,1-3 0 0,-2 1 0 16,1-1 0-16,1 2 0 0,1-1 0 0,-3 1 0 16,-3-1 0-16,1 0 0 0,-1 2 0 0,-2 0-144 15,-1 1 144-15,1 1-208 16,-3 0-880-16,-1 1-160 0,1-1-32 0,0 0-15056 16,0 2-3008-16</inkml:trace>
  <inkml:trace contextRef="#ctx0" brushRef="#br0" timeOffset="62340.79">19167 612 25791 0,'0'0'2304'16,"-5"-3"-1856"-16,-1 0-448 0,0 0 0 0,6 3 3712 0,0 0 640 16,0 0 128-16,0 0 16 0,0 0-2976 0,-6 3-608 15,1 3-112-15,1 3-32 0,0 4 128 0,0 7 0 16,0 1 16-16,0 2 0 0,0 2-464 0,1 1-112 15,0 1-16-15,0 2 0 0,2-2-16 0,-1 1-16 16,1-3 0-16,0-2 0 0,1-2-144 0,0-2-16 16,0-6-128-16,0-1 192 0,0-3-192 0,0-9 0 15,0 0 128-15,0 0-128 0,0 0 0 0,0 0 0 16,0 0 0-16,0 0 0 0,0 0 0 0,2-6-160 16,0-2 160-16,0-4-192 0,2-2 192 0,1-6-160 15,-1 1 160-15,3-2-160 0,1-3 160 0,2 0 0 16,3-2-144-16,0-3 144 0,3-4 0 0,1-2-176 0,1-1 176 0,2 0-128 15,0 3 128-15,1 1 0 16,0 5-144-16,0 3 144 0,-3 5 0 0,1 3 0 0,-4 3-144 0,-2 5 144 16,-1 6 0-16,-3 2 0 0,0 1 128 0,-1 6-128 15,-1 3 368-15,-1 4-32 0,2 5 0 0,-3 3 0 16,-1 0 48-16,1 3 16 0,-4 2 0 0,1 3 0 16,-1 1-208-16,2 1-32 0,-2-1-16 0,-1 0 0 15,0-1-144-15,1 0 0 0,1 0 0 0,-1-2 128 16,-1-2-128-16,0-2 0 0,0 0 0 0,0-3 0 15,1-3-432-15,-1-1-16 0,0-7 0 0,0 1 0 16,0-3-1200-16,0-8-240 0,0 0-48 0,0 0-16 16,0 0-880-16,0 0-176 0,0 0-48 0,-9 0-13552 15</inkml:trace>
  <inkml:trace contextRef="#ctx0" brushRef="#br0" timeOffset="62873.98">19102 834 19343 0,'-17'0'848'0,"9"0"192"0,-1 0-832 0,0 0-208 15,3 0 0-15,6 0 0 0,-6-2 5504 0,6 2 1072 16,0 0 208-16,0 0 32 0,0 0-4256 0,0 0-864 16,13-5-160-16,3 1-48 0,2-2-784 0,4-1-176 15,2 1-16-15,3-1-16 0,2-1-352 0,1 2-144 16,1-1 128-16,0 2-128 0,1 0 0 0,2 1 0 16,-6 1 0-16,0 1-176 15,-2-2-320-15,1 0-64 0,1 1-16 0,-1-2 0 16,-1 1-528-16,-1 0-112 0,-2 0-32 0,1 0 0 15,-2 1-96-15,-1-3-32 0,-2 2 0 0,-3 2 0 16,-2-2 640-16,-1 1 128 0,-2 3 32 0,-3-2 0 0,-8 2 832 0,0 0 192 16,0 0 16-16,0 0 16 0,0 0 1120 0,-6 2 208 15,-1 5 48-15,-3-3 16 0,-1 0-544 0,-1 1-112 0,-1 1-32 16,-1 1 0-16,-2 1-416 0,0-2-96 0,1 1-16 0,0 1 0 16,2-2-304-16,0 2-64 0,0-2-16 15,1 1 0-15,2-1-96 0,2 0-32 0,2-1 0 0,0 0 0 16,6-5-144-16,0 0 192 0,0 0-192 0,0 0 192 15,0 0-192-15,6 7 0 0,3-2 0 0,0-1 0 16,-1-2 0-16,3 0 0 0,4-2 0 0,2 0 0 0,1-2 0 0,4-2 0 16,2 2 0-16,-1-3 0 0,1 3 0 0,-1 0 0 15,-1 2 0-15,-1 0 0 0,-1 0 0 0,-2 2 0 16,-2 1 0-16,-3 1 0 0,-2 0 0 0,-2 2 0 16,-3 2 0-16,-1 1 0 0,-4 0 0 0,-1 0 0 15,-4 5 0-15,-1 0 0 0,-3-1 160 0,-2 1-160 16,-3 2 192-16,-2-3-192 0,-2 1 160 0,-1 2-160 15,-1-3 128-15,-1 1-128 0,-1-1 0 0,0-1 0 16,-1-2 0-16,3 1 0 0,-1-3-144 0,3-2-112 16,2-1-32-16,0-1 0 15,2-2-992-15,3-2-208 0,2-2-48 0,8 2 0 16,0 0-1776-16,2-6-352 0,2-3-80 0,7-6-14032 0</inkml:trace>
  <inkml:trace contextRef="#ctx0" brushRef="#br0" timeOffset="63357.97">20171 776 11055 0,'0'0'480'0,"0"0"112"0,3-5-464 0,1-1-128 0,0-2 0 0,-2 1 0 16,2-1 5792-16,0 2 1136 0,-1-1 240 0,-1 1 32 15,1-1-3872-15,-1 2-784 0,-2 5-160 0,0 0-16 16,0 0-784-16,0 0-160 0,-2-4-16 0,-3 0-16 15,-2 4-304-15,-1 0-64 0,-1 0-16 0,-1 4 0 16,-2 1-512-16,0 2-112 0,-1 2 0 0,1-1-16 16,-2 0-192-16,0 1-48 0,-1-4 0 0,1 3 0 15,1 2-128-15,3-2 0 0,0 0 144 0,3 0-144 0,-1-2 0 0,1 1 0 16,2-1 0-16,5-6 0 0,0 0 0 0,-2 7 0 16,2-7 0-16,0 0 0 0,0 0 0 0,3 5 0 15,-3-5 0-15,8 5-128 0,1-1 128 0,2 0 0 16,1-1-144-16,1-1 144 0,1-2 0 0,0 0-144 15,2 0 144-15,1 0 0 0,0-2 0 0,2 2-128 16,1 0 128-16,-1 0 0 0,-2 0 0 0,2 0 0 16,-1 0 0-16,-1 2 0 0,-1-2 0 0,-2 0 0 15,-2 2 0-15,-2 3 0 0,-1-3 0 0,-2 5 0 16,-2-1 0-16,-3 2 0 0,-2-8 0 0,-1 9 0 0,-3 2 0 16,-1-3 0-16,-3 2 0 0,-1 2 0 15,-3-3 144-15,-1 1-144 0,-1 0 0 0,-2 0 128 0,-2 0-128 0,-1 1 0 16,-2-2 0-16,0-1 0 15,0 1 128-15,1-3-128 0,-2 2 0 0,1-1-176 16,3-1 48-16,0-1 0 16,1-1-304-16,3 0-48 0,4-1-16 0,3-3 0 15,7 0-1488-15,0 0-288 0,0 0-64 0,4-12-16 16,3-1-1520-16,6-5-304 0</inkml:trace>
  <inkml:trace contextRef="#ctx0" brushRef="#br0" timeOffset="63728.4">20492 705 17503 0,'0'0'1552'0,"0"0"-1232"0,0 0-320 0,0 0 0 16,0 0 6112-16,0 0 1168 0,-3 6 224 0,1 2 48 16,-2 1-4416-16,0 3-896 0,0-2-192 0,0 3-16 0,0 3-800 0,0 0-144 15,-1-1-48-15,2 1 0 0,2 1-624 0,1 0-128 16,0 0-32-16,1-2 0 0,2 1-256 0,1 0 0 16,1-2 0-16,2-2 0 0,0-4 0 0,3-2 0 15,-3-1-128-15,2-1 128 0,1-3-336 0,0 1 16 16,0-4 16-16,1 0 0 0,-1-5-32 0,1 0-16 15,-1-1 0-15,1 0 0 0,-2-4 112 0,0 0 32 16,1-1 0-16,-2 0 0 0,0-5 208 0,-2 1 0 16,0-1 0-16,0 0-144 0,-1-1 144 0,-1 2 0 15,2 0 0-15,-3 2 0 0,0 2 0 0,0 2 128 16,-2 2-128-16,-2 3 0 0,1 6 320 0,0 0-16 16,0 0 0-16,0 0 0 0,0 0 32 0,0 0 16 0,0 0 0 0,-3 8 0 15,2-1-352-15,-1 4 0 0,2 2 0 0,0-3 128 16,-1 3-128-16,2 0 0 15,1-1 0-15,0 2 0 0,0 2 0 0,0 0-208 16,2-1 80-16,1 2 128 16,1-1-1152-16,-1 0-96 0,0-2-32 0,0-1 0 15,-1-1-800-15,1-2-160 0,1-2-48 0,0-2 0 16,1 0-1440-16,2-5-304 0</inkml:trace>
  <inkml:trace contextRef="#ctx0" brushRef="#br0" timeOffset="64558.97">20878 690 21183 0,'0'0'1888'0,"-4"4"-1504"0,4-4-384 0,0 0 0 16,0 0 4944-16,0 0 928 0,0 0 176 0,0 0 32 15,1 9-3504-15,-1-1-704 0,3 1-144 0,-1 0-16 16,0 2-240-16,-2-2-64 0,1 1 0 0,0 3 0 0,1 2-784 0,-2 2-176 16,-2 0-16-16,1 0-16 0,0-2-112 0,-2 1-32 15,2 1 0-15,-1-2 0 0,2 0-128 0,0-1-16 16,-1-2-128-16,0-2 192 0,1-2-192 0,0-8 0 15,0 0 128-15,0 0-128 0,0 0 0 0,0 0 144 16,0 0-144-16,0 0 128 0,0 0-128 0,8-1 0 16,1-2 0-16,0-2-176 0,-1-4 176 0,1-2-128 15,0-2 128-15,1 0-128 0,0-4 128 0,0 2-128 16,0 0 128-16,3-2-128 0,-1-1 128 0,0 0-128 16,-2 2 128-16,1 1-128 0,-1 2 128 0,-1 2-128 0,-2 3 128 15,-1 2-128-15,0 3 128 0,-6 3-192 16,0 0 192-16,0 0-192 0,0 0 192 0,3 7 0 15,1-1 0-15,-1 3 0 0,-2 2 224 0,1 1-32 0,-1-1 0 0,-1 0 0 16,0 2-192-16,1 0 144 16,1 0-144-16,-1-1 128 0,0-1-128 0,2 0 0 15,-1 1 0-15,1-2-176 0,1-2 176 0,0-2 0 16,-4-6 0-16,5 5 0 0,-5-5-128 0,0 0 128 16,0 0-128-16,9 2 128 0,-1-2-160 0,1-2 160 0,-1-1-192 0,1-3 192 15,0 0-160-15,2-5 160 0,-1 1-128 0,-2 1 128 16,-2-2-128-16,2 2 128 0,1-4-128 0,2 0 128 15,0-1-176-15,1-2 176 0,0 1-208 0,-2-1 80 16,2 2 128-16,-2-1-192 0,0 2 192 0,-3 3-192 16,0 1 192-16,-2 2 0 0,-5 7 0 0,0 0 0 15,0 0 0-15,0 0 0 0,0 0 0 0,0 0 0 0,0 0 0 16,0 0 0-16,1 9 0 0,-2 0 128 0,1 3-128 16,-1 1 0-16,0 3 0 0,1-3 128 0,1 0-128 0,0 0 0 15,-1 0 0-15,3 1 0 0,1-2 0 0,1 1 0 16,1-1 0-16,1 1 0 0,1-4 0 0,1 0 0 15,1 0 0-15,1 0-128 0,-1-5 128 16,2 0 0-16,2-1 0 0,-1-2 0 0,0-1-128 0,0-3 128 16,0 0-128-16,3-3 128 0,-3 0 0 0,0-3 0 15,0 1 0-15,2-1-128 0,-2-2 128 0,-2 1 0 16,1 1 0-16,-2-4 0 0,1-2 0 0,1 0 0 16,-5-2 0-16,1 0 0 0,1 0 0 0,-2 1 0 15,-1 1 0-15,1 0-128 0,-3 1 128 0,-2 2 0 16,0 2 0-16,-4-1 0 0,1 5 0 0,-1 1 0 0,2 5 0 0,0 0 128 15,-8-2-128-15,-1 5 144 16,-1 1-144-16,3 2 160 0,-4 5-32 0,1-2-128 16,-1 4 192-16,2 1-64 0,0-2 48 0,1 2 0 15,0 1 0-15,3-1 0 0,1 0-176 0,3 1 0 16,1-4 0-16,3 1 0 0,1-1 0 0,2-1 0 0,2-1 0 0,2 0 0 16,2 0 0-16,0-1 0 0,1-1 0 0,1 1 0 15,3-2 0-15,1 1 0 0,3-1 0 0,0-1 0 31,-1 1-480-31,0-3-32 0,4 1 0 0,-1-1 0 16,3 1-1664-16,1 0-352 0,1 0-64 0</inkml:trace>
  <inkml:trace contextRef="#ctx0" brushRef="#br0" timeOffset="65042.61">19457 1476 13823 0,'-32'-5'1216'0,"15"3"-960"15,-2-2-256-15,-3 0 0 0,-2-1 6464 0,5-1 1232 16,3 2 256-16,3 0 48 0,4-1-5632 0,2 1-1120 0,7 4-224 0,0 0-64 15,4-5 880-15,4 1 160 16,4 2 48-16,3-1 0 0,5-1-1008 0,4 2-192 0,-1-1-32 0,4 0-16 16,1 2-320-16,2-2-64 0,1 2-16 0,4 0 0 15,3-1-96-15,5 2-32 0,4-2 0 0,4 1 0 16,1-1-272-16,3 2 128 0,1-1-128 0,2 0 144 16,5-2-144-16,5 2 0 0,6-1 0 0,2 1 0 15,1-1-176-15,0-1-16 0,-2 0-16 0,6 2 0 16,2-3 336-16,2 1 64 0,-1 3 0 0,-5-2 16 0,-3-2-144 15,-3 1-64-15,1 2 0 0,-2-2 0 16,-2 1 0-16,-6-1 0 0,-9-1 0 0,-6 3 0 0,-4-2 0 0,-6 1 0 16,-8 1 0-16,-3-2 0 0,-6 3 0 0,-4 0 0 15,-5-1 0-15,-1-1 0 0,-3 2 0 0,-9 0 0 16,0 0 0-16,0 0 0 0,0 0 0 0,0 0 0 16,0 0 0-16,0 0 0 15,0 0-608-15,0 0-16 0,0 0 0 0,0 0 0 16,0 0-2000-16,0 0-416 0,0 0-80 0</inkml:trace>
  <inkml:trace contextRef="#ctx0" brushRef="#br0" timeOffset="65543.12">22230 735 29487 0,'0'0'2624'0,"0"0"-2112"16,0 0-512-16,0 0 0 0,0 0 4192 0,0 0 736 16,-6 1 128-16,3 0 48 0,-1 2-2544 0,-2-1-496 15,1 2-96-15,1-4-32 0,4 0-864 0,0 0-176 16,-6 2-48-16,6-2 0 0,0 0-656 0,0 0-192 16,0 0 0-16,0 0 128 0,0 0-128 0,0 0-192 15,0 0 64-15,0 0 0 16,0 0-1536-16,0 0-320 0,0 0-48 0,0 0-13776 15,0 0-2768-15</inkml:trace>
  <inkml:trace contextRef="#ctx0" brushRef="#br0" timeOffset="65793.3">22269 943 21183 0,'-5'1'1888'0,"5"-1"-1504"0,0 0-384 0,0 0 0 16,-3 4 6496-16,3-4 1232 0,0 0 240 0,0 0 48 16,-4 4-4880-16,1 2-960 0,-2-3-208 0,5-3-48 15,0 0-1152-15,0 0-224 0,0 0-48 0,0 0-16 0,0 0-336 16,0 0-144-16,-1 7 128 0,1-7-16 0,0 0-112 0,0 0 0 16,0 0 0-16,0 0 0 15,0 0-384-15,0 0-64 0,0 0 0 0,0 0-16 16,0 0-1744-16,0 0-352 0,9 8-64 0</inkml:trace>
  <inkml:trace contextRef="#ctx0" brushRef="#br0" timeOffset="70349.53">23359 608 40719 0,'0'0'1792'0,"0"0"384"0,-2-5-1728 0,0-2-448 15,2 7 0-15,1-7 0 0,-1 7 384 0,0-7 0 16,-1-1 0-16,-3 2 0 0,-3 0 656 0,0 1 128 16,0 1 32-16,-1 2 0 0,-4 2-480 0,1 0-80 15,-2 0-32-15,-2 2 0 0,-2 2-224 0,-1 0-64 16,-3 1 0-16,-2 3 0 0,-3-1-64 0,0 1-32 15,-2-1 0-15,2 0 0 0,0-1-48 0,0 2-16 16,3-4 0-16,2 1 0 0,0 2-160 0,4-2 0 16,3-1 144-16,2-1-144 0,3-1 0 0,2 1 0 15,3 1 0-15,4-4 0 0,0 0 0 0,0 0 0 16,0 0-128-16,7 4 128 0,3 1 0 0,5-1-160 0,0-2 160 0,5 2 0 16,3-1 0-16,2 1 0 0,2-2 0 0,1 1 0 15,0-2 0-15,0 2 0 16,-1 2 0-16,1 0 0 0,-1 1 0 0,2 0 0 0,-2 1 0 0,-3 0 0 15,-4 4 0-15,0-1 0 0,-4 3 0 0,-2 0 0 16,-2 0 0-16,-5 0 128 0,-1 2-128 0,-4 0 0 16,-2 1 192-16,-4 0 0 0,-1-1 0 15,0 0 0-15,0-2 128 0,-3 0 32 0,-3 0 0 0,-2-3 0 16,0 1-80-16,-2-2-16 0,-1-1 0 0,-1-1 0 16,-1 0-64-16,0-2-32 0,-3-1 0 0,-3-1 0 15,0-2-160-15,-4-1 192 0,0-1-192 0,-2-1 192 16,0 0-192-16,1-2 0 0,-1-3 0 0,1 1 128 15,2-5-128-15,2 2-176 0,3-1 48 0,2-2 0 16,5-1-336-16,2 1-64 0,4 1-16 0,2 0 0 16,2 1-1440-16,3 1-304 0,2 1-48 15,7 1-16-15,3 1-1568 0,9-2-320 0</inkml:trace>
  <inkml:trace contextRef="#ctx0" brushRef="#br0" timeOffset="70678.39">23661 993 7359 0,'0'0'656'0,"-6"0"-528"0,-1 0-128 0,1 0 0 15,-1 1 9168-15,7-1 1808 0,-6 1 352 0,6-1 80 16,0 0-8064-16,0 0-1616 0,-6 0-320 0,1 0-64 16,5 0-608-16,0 0-128 0,-6 0-32 0,6 0 0 15,0 0-752-15,0 0-144 0,0 0-48 0,0 0 0 16,0 0-1568-16,0 0-320 0,7-5-64 0,1-3-19360 15</inkml:trace>
  <inkml:trace contextRef="#ctx0" brushRef="#br0" timeOffset="71162.2">24310 587 23951 0,'0'0'2128'0,"0"0"-1696"16,4-9-432-16,-1 1 0 0,0 3 3792 0,-1-1 688 15,1-1 128-15,-3 7 16 0,-2-6-1936 0,1-1-384 16,-1 2-64-16,2 5-32 0,-7-5-608 0,-2 2-128 16,-2 2-32-16,1 1 0 0,-4 1-736 0,-1 3-160 15,-2 1-32-15,-1 0 0 0,-3 1-64 0,-1 0 0 16,0 1-16-16,0-1 0 0,1 2-432 0,-1 0 0 15,2 1-144-15,2 0 144 0,0 0 0 0,1 0 0 16,1 0 0-16,0 0 0 0,3-1 0 0,2 3 0 16,-1-3 0-16,3 1 0 0,1 0 0 0,0 0 0 15,3-1 0-15,1 0 0 0,0-1-128 0,2 1 128 0,2-1 0 0,0-7 0 16,2 8-128-16,1-2 128 0,-1 2 0 0,4 0 0 16,-6-8 0-16,7 8-128 0,-1-2 128 15,1 1 0-15,1-1 0 0,0 1 0 0,0-2 0 0,0 0 0 16,0-1 0-16,1 0-128 0,1 0 128 0,2 0 0 15,-2-2 0-15,2 1 0 0,0-2 0 0,-1 2 0 16,3 1 0-16,-1 0 0 0,0 0 0 0,0 1 0 0,0 1 0 16,-2-2 0-16,2 1 0 0,-1 2 0 0,-1-1 0 15,-1 1 0-15,3 1 0 0,-1-2 0 0,1-2 0 0,-1 0 0 16,-1 1 0-16,1-3 0 0,0-1 0 0,0 0 0 16,2-1 0-16,-1-2 0 15,-1-2-896-15,1 0-112 0,1-5-16 0,2 2-15088 16,-1 1-3008-16</inkml:trace>
  <inkml:trace contextRef="#ctx0" brushRef="#br0" timeOffset="71462.3">24642 878 51311 0,'0'0'1136'0,"0"0"224"0,0 0 48 0,0 0 32 0,0 0-1152 0,0 0-288 0,-8-1 0 0,1 3 0 15,2 2 1376-15,5-4 224 0,0 0 32 0,0 0 16 16,0 0-1312-16,0 0-336 0,0 0 0 0,0 0 0 31,0 0-448-31,0 0-208 0,0 0-48 0,0 0 0 0,0 0-1344 0,9 3-288 0,2-2-48 0,0-3-19568 16</inkml:trace>
  <inkml:trace contextRef="#ctx0" brushRef="#br0" timeOffset="71963.22">25276 535 48031 0,'0'0'1056'0,"0"0"224"0,-2-4 32 0,2 4 32 0,-4-6-1072 0,3 0-272 16,1 6 0-16,0 0 0 0,-3-5 1184 0,-2-1 176 0,0-1 48 0,-2 3 0 16,-2 0-576-16,0 2-128 0,-2-1 0 0,0 3-16 15,-1 1-368-15,-2 2-64 16,-3 1 0-16,0 1-16 0,-3 3-96 0,2 0-16 15,-2 0 0-15,2 1 0 0,0 1-128 0,1-2 0 0,3 1 144 0,1 0-144 16,1 2 0-16,0-3 0 0,2 2 0 0,0 2 128 16,3-2-128-16,0 1 0 15,3-2 0-15,2 0 0 0,-1-1 0 0,3 1 0 0,3-3-144 0,1 0 144 16,2 0 0-16,1 1 0 0,-1 0-144 16,3 0 144-16,2-2 0 0,0 0 0 0,2 1-128 0,2-1 128 15,0-3 0-15,2 2 0 0,0 0 0 0,2 0 0 16,0 1 0-16,-1-2 0 0,1 1 0 0,0-2 0 15,3 1 0-15,-3 1 0 0,-4 1 0 0,1-1 0 16,0-1 0-16,-2 2 0 0,-1 0 0 0,-3 2 0 0,-3-1 0 16,-2 2 0-16,2 0 0 0,-4 0 0 0,0-1 0 0,-2 1 0 15,-1 0 0-15,-1 1 0 0,-2 0 0 16,0-1 0-16,-1 1 0 0,-3-1 0 0,-3 1 128 0,-3 0-128 16,-2-2 0-16,0 1 0 0,-1-2 0 0,-1-1 128 15,-2-1-128-15,-1 0 0 0,0 0 0 0,0 1 0 16,-3-2 0-16,1 0 0 0,0-1-288 0,1 0 0 15,2-1 0-15,0 0 0 16,2 0-864-16,2 1-192 0,0-1-16 0,5 0-16 16,4-1-1136-16,6 0-240 0,0 0-32 0</inkml:trace>
  <inkml:trace contextRef="#ctx0" brushRef="#br0" timeOffset="72166.67">25662 892 40543 0,'0'0'3600'15,"0"0"-2880"-15,0 0-576 0,0 0-144 0,0 0 3136 0,0 0 608 16,0 0 112-16,0 0 32 0,0 0-2352 0,0 0-448 0,0 0-112 0,0 0-16 16,0 0-544-16,0 0-112 0,0 0-32 0,0 0 0 15,0 0-272-15,0 0 0 0,0 0-128 0,-2 7 128 31,2-7-1664-31,0 0-256 0,2 8-32 0</inkml:trace>
  <inkml:trace contextRef="#ctx0" brushRef="#br0" timeOffset="95959.84">23046 1727 18431 0,'0'0'1632'0,"0"0"-1312"16,-7 0-320-16,7 0 0 0,0 0 5712 0,0 0 1072 16,-6 1 224-16,-1 2 32 0,1 1-4480 0,-2 3-896 15,-3 2-176-15,1 3-32 0,0 3-528 0,-1 2-96 16,-2 1-32-16,1 3 0 0,1-3-400 0,-1 4-80 16,-1 1 0-16,0 4-16 0,0 0-96 0,1-1-16 15,0-1 0-15,2 0 0 0,1-1-192 0,1 0 128 16,1-3-128-16,1-2 0 0,-1-3 0 0,1 0 0 0,-1-3 0 0,2-2 0 31,3-2-896-31,0-1-208 0,2-8-48 0,0 0-16 16,0 0-2048-16,0 0-416 0,0 0-80 0</inkml:trace>
  <inkml:trace contextRef="#ctx0" brushRef="#br0" timeOffset="96352.04">23258 1883 35471 0,'0'0'1568'0,"0"0"336"0,0 0-1520 0,0 0-384 0,0 0 0 0,0 0 0 0,-6 1 1920 0,-2-1 320 16,0 0 64-16,-1 2 16 0,0 2-464 0,-2-2-112 16,0 2-16-16,-2 1 0 0,-2 1-896 0,2 0-192 15,0 1-48-15,0-1 0 0,0 3-336 0,0 0-64 16,0-1 0-16,3 0-16 0,-1 0-176 0,3-2 0 16,2 1 144-16,2-1-144 0,0 1 0 0,3-1 0 15,1-6 0-15,1 8 0 0,-1-8 0 0,5 8 0 16,2-3-144-16,1 1 144 0,1-1 0 0,1-1 0 15,2-2 0-15,1 0 0 0,0 0 0 0,3 0 0 16,-3-1 0-16,0 0 0 0,0 0 0 0,0 1 0 16,-1-1 0-16,-1 0 0 0,0 1 0 0,-2-1 0 15,0 2 0-15,-1-1 0 0,-8-2 0 0,6 4 0 16,-6-4 0-16,6 7 0 0,-4 2 0 0,-1-3 0 16,-2 2 0-16,-3 1 0 0,-1 2 0 0,-2-1 192 15,1 2-192-15,-3 0 192 0,-2-1-64 0,-2 2-128 16,-1 0 192-16,-2-1-64 0,-1-2-128 0,1 0 128 15,-3-1-128-15,0 0 128 0,-2 0-128 0,1-1-256 0,1-3 64 0,0 0 16 32,3 2-1264-32,2-5-256 0,5 0-48 0,4-4-16 15,5 2-1776-15,0-6-368 0,7-2-64 0,4-1-7504 0,6-3-1520 0</inkml:trace>
  <inkml:trace contextRef="#ctx0" brushRef="#br0" timeOffset="96644.53">23453 1964 31839 0,'0'0'1408'0,"0"0"304"0,0 0-1376 0,0 0-336 0,-2 9 0 0,-3 2 0 0,-1-1 2880 0,-4 3 512 16,0 3 112-16,-2 3 16 0,-2-1-1312 0,2 2-256 16,0 0-48-16,-1-1-16 0,0 1-880 0,3-1-176 15,1-2-48-15,2 0 0 0,2-3-464 0,2 0-112 16,5-3-16-16,0-2 0 0,4-1-192 0,0-1 0 16,-1-1-144-16,6-4 144 15,2-4-464-15,4 0 0 0,1-4 0 0,2 1 0 16,-1-1-176-16,1-2-48 0,-1-1 0 0,-1 0 0 15,-1-2 176-15,-1 1 16 0,-2-2 16 0,-2 2 0 0,-3-2 336 0,-4 3 144 16,-2-3-128-16,-2 2 128 0,-1-2 0 0,-2 3 0 16,-3-3 0-16,-2 2 128 0,-1-1-128 0,0 2 0 15,-1 0-128-15,0 1 128 16,-1 2-1264-16,-1 0-160 0,1 1-48 0,1 1 0 16,1-1-1264-16,3 1-256 0,5 4-48 0,2-6-16 0</inkml:trace>
  <inkml:trace contextRef="#ctx0" brushRef="#br0" timeOffset="97110.76">23811 1708 23039 0,'0'0'1024'0,"0"0"192"0,0 0-960 0,0 0-256 0,0 0 0 0,-5 7 0 16,0 2 4624-16,-1 2 880 0,3-1 192 0,0 3 16 15,2 0-3424-15,-1 0-688 0,1 3-144 0,0 2-32 0,-1 4-688 0,1 0-144 16,0 3-16-16,1 2-16 0,0 2-288 0,1 1-48 15,-2 0-16-15,0 0 0 16,-2 0-80-16,3-1 0 0,-1-2-128 0,-1-1 192 16,0-5-192-16,-1 1 144 0,0-5-144 0,2 0 128 0,1-1-128 0,-1-3 0 15,0-3 144-15,-1-2-144 0,2-8 0 0,0 0 128 16,0 0-128-16,0 0 0 0,0 0 0 0,0 0 0 16,0 0 0-16,0 0-192 0,0 0 16 0,2-8 0 15,-1-4 0-15,0 1 0 0,2-2 48 0,1 1 0 16,0-4 0-16,1 1 0 0,1-2 128 0,2 0 0 15,1-1-144-15,0-2 144 0,2 0 0 0,2 2 0 16,1-3-144-16,1 3 144 0,-5 1 0 0,3 1 0 16,1 3-128-16,-1 3 128 0,2 1 0 0,-1 1-128 15,-1 4 128-15,1-1 0 0,-1 4 0 0,1 2-128 16,-4 0 128-16,0 3 0 0,0-3 0 0,-1 5 0 16,-2-2 0-16,0 3 0 0,-2 3 0 0,-1 0 0 15,-3 2 0-15,-2 1 0 0,-2 1 0 0,0 2 0 16,-5 1 0-16,0-2 0 0,-2 1 144 0,-2 0-144 15,-1-2 128-15,0 0-128 0,-2 1 128 0,1-2-128 16,-2-2 128-16,2 1-128 0,1-1 0 0,0 0 128 0,-3 0-128 16,1-5 0-16,-2 1-176 0,1-5-112 0,2 1-32 0,2 0 0 31,0 0-2240-31,3-1-464 0,9-2-96 0,0 0-9824 0,0 0-1968 0</inkml:trace>
  <inkml:trace contextRef="#ctx0" brushRef="#br0" timeOffset="97911.3">24309 1981 18431 0,'0'0'1632'0,"0"0"-1312"15,0 0-320-15,0 0 0 0,0 0 3984 0,0 0 736 16,0 0 144-16,0 0 16 0,0 0-2000 0,-8 1-416 16,-2 4-80-16,-3 3-16 0,-2 3-880 0,-1 2-176 15,-1 4-32-15,-2-2-16 0,0 2-496 0,-2 0-80 16,3 1-32-16,2 1 0 0,0-5-352 0,6 2-80 15,2-3-16-15,2-3 0 0,-1 1-208 0,6-2 0 16,2-1-144-16,2-1 144 16,-3-7-512-16,8 6 0 0,2-5 0 0,2-1 0 15,1-1-256-15,1-3-64 0,2-3-16 0,-1 1 0 16,2-3 32-16,-1-1 16 0,0-1 0 0,-1 0 0 16,-2 0 288-16,0-1 64 0,-1-1 16 0,0 0 0 0,-2-3 432 0,1 3 0 15,-2 0 0-15,-3 1-128 0,1 2 128 0,-2 1 128 16,-1 2-128-16,0 1 176 0,-4 6 176 0,0 0 32 15,0 0 16-15,0 0 0 0,0 0 224 0,0 0 32 16,-1 9 16-16,-1 1 0 0,0-2-368 0,0 4-80 0,1 1-16 0,0 0 0 16,-1-1-208-16,1-1 0 0,1 2 0 0,0-1 0 15,0 0 0-15,3-2 0 0,2-1-192 0,-1 2 192 16,-2-3-704 0,2 1-16-16,0-5-16 0,1 0 0 0,-5-4-1648 15,0 0-336-15,0 0-64 0,7-2-16 0,0 0-256 0,-1-1-48 16,-1-2-16-16,2-3 0 0,2-1 1280 15,-1 0 256-15,-2-2 48 0,1 0 16 0,-1-4 176 16,2 0 16-16,0-1 16 0,1-1 0 0,0-3 1680 0,-1 2 336 0,1 1 64 0,0 2 0 0,-1 0 1136 16,1 2 208-16,-1 0 64 0,0 3 0 0,-3 2 960 0,2 1 208 15,-2 1 48-15,-5 6 0 0,0 0-624 0,0 0-112 16,0 0-32-16,0 0 0 0,0 0-944 0,6 6-192 16,1 2-32-16,-2 3-16 0,-2-1-560 0,-1 3-112 15,-2 3-32-15,-1-1 0 0,1 1-272 0,0 0-48 16,-1 1-16-16,-1-3 0 0,1 2-160 0,0-2-48 15,-2-1 0-15,2-1 0 0,0-2-192 0,1-3 128 16,0-7-128-16,0 0 0 0,0 0 0 0,0 0 128 16,0 0-128-16,0 0 0 0,0 0 0 0,0 0 0 15,0 0-192-15,7 1 192 0,1-2-320 0,1-3 64 16,0-1 0-16,2-3 0 0,1-3 16 0,-1 0 16 16,2-4 0-16,2 2 0 0,2 0-16 0,0-4 0 15,-2 0 0-15,2 0 0 0,-1 4 32 0,1-1 0 16,-2 0 0-16,1 1 0 0,-2 2 208 0,-1 2-176 15,-1 3 176-15,-1 0-160 0,-2 1 160 0,0 1 0 16,-3 2-144-16,1 2 144 0,-7 0 0 0,0 0 0 16,5 6 0-16,-1 2 0 0,-1 1 0 0,-2 1 192 0,-1 2-192 0,1 3 192 15,-2 1-192-15,-2 3 0 0,1 0 144 0,-2 5-144 16,-1-1 0-16,2-3 0 0,0-3 0 0,1-4 0 16,-1 0 0-16,2 0-160 0,1-3 16 0,-1-1 0 31,-1-1-1824-31,2-8-352 0,0 0-80 0,-2 4-18080 0</inkml:trace>
  <inkml:trace contextRef="#ctx0" brushRef="#br0" timeOffset="98094.7">25069 1761 29487 0,'0'0'2624'0,"-5"1"-2112"15,5-1-512-15,0 0 0 0,0 0 3232 0,0 0 544 16,0 0 96-16,0 0 32 0,0 0-3008 0,0 0-576 15,-4 6-128-15,1 1-32 0,1-1-160 0,1 4 0 16,1-3-160-16,1 3 160 16,1 0-1552-16,4 0-224 0,-1 2-32 0,1-1-16 15,2 2-1568-15,5-4-304 0</inkml:trace>
  <inkml:trace contextRef="#ctx0" brushRef="#br0" timeOffset="98377.94">25326 1904 24479 0,'0'0'1088'0,"0"0"208"0,3-7-1040 15,-3 7-256-15,2-5 0 0,1 0 0 0,-2 1 2560 0,-1 4 448 16,0 0 80-16,0 0 32 0,-2-5-368 0,-2 4-64 16,-3 1 0-16,-5 0-16 0,-1 4-944 0,-2 1-192 0,-2 3-48 15,-2 2 0-15,-3 6-624 0,0-1-128 0,0 2-32 16,0 2 0-16,0 0-144 0,2 1-48 0,2-1 0 0,2-1 0 16,3 1-256-16,3-2-64 0,2 0-16 0,1 0 0 15,3-4-176-15,3-3 0 0,2-1 0 0,3 0 0 16,2-1 0-16,3 0 0 0,4-3 0 0,2-1 0 15,2-3 0-15,4-1 0 0,1-1 0 0,2-2-176 16,1-1 176-16,-1 2-192 0,0-3 192 0,1-1-192 16,-7 1 32-16,0 0 0 0,0 1 0 0,1 0 0 15,-2-1-320-15,1 1-64 0,-5-1-16 0,0 1 0 16,0 0-1136-16,-3 3-224 0,0-4-64 0,-3 3-12384 16,0 0-2480-16</inkml:trace>
  <inkml:trace contextRef="#ctx0" brushRef="#br0" timeOffset="100446.15">23061 3175 29487 0,'0'0'2624'0,"3"-6"-2112"16,0-4-512-16,1-1 0 0,1-4 2224 0,1 1 336 15,2-2 64-15,-1 1 0 0,-2-1-1984 0,0 0-384 16,-1-2-96-16,-1 3-16 0,-2 2 496 0,-1 2 112 16,-1 2 16-16,-2 2 0 0,-1 1 304 0,-2 1 64 15,-1 3 16-15,-2 0 0 0,-2 2-448 0,-2 2-64 0,-2-2-32 0,-3 7 0 16,-1 3-240-16,-2 2-48 0,-2 2-16 0,1 2 0 15,0 2-96-15,-1-1-16 0,1 2 0 0,5-1 0 16,3-1-192-16,2-2 128 0,3 0-128 0,1-4 0 16,2-1 0-16,3-3 0 0,3-7 0 0,0 8 0 15,0-8 0-15,0 0-192 0,8 4 192 0,2-1-208 16,4-3 64-16,0-3 16 0,2-1 0 0,2-1 0 0,1-1 128 0,1-5-160 16,2-1 160-16,-1 1-160 0,0-2 160 15,-2 0-160-15,0 0 160 0,-1-1-160 0,-1 0 160 16,0 2 0-16,-3 2-144 0,-1 1 144 0,-2 0 0 0,-4 1 0 15,-1 4 0-15,-6 4 0 0,0 0 128 0,0 0 0 16,0 0 0-16,0 0 0 0,0 0 368 0,-4 7 64 16,-3 3 16-16,-1 3 0 0,-2 3-160 0,-1 4-32 15,0 1 0-15,0 3 0 0,1-1-144 0,-1 3-48 16,1 3 0-16,0-2 0 0,-2 5-192 0,1-2 0 16,1-7 0-16,1 1 0 0,-2-1 0 0,1 1 0 15,1-1 0-15,-3 0 0 0,2 0 0 0,-1 0-256 16,1 1 48-16,-2 3 16 15,3-4-1040-15,1-2-208 0,0-2-32 0,2-4-16 16,2-2-1392-16,1-2-256 0,3-11-64 0</inkml:trace>
  <inkml:trace contextRef="#ctx0" brushRef="#br0" timeOffset="101846.9">22750 3429 7359 0,'0'0'656'15,"-5"4"-528"-15,5-4-128 0,-4 5 0 0,4-5 5968 0,0 0 1168 0,0 0 224 0,0 0 64 16,0 0-4864-16,0 0-960 0,9 4-192 0,4 2-32 16,0-6-560-16,3 0-112 0,1-4-32 0,3 1 0 15,3-3-224-15,0-1-64 0,0 1 0 0,4-2 0 16,0-1 0-16,0-2 0 0,-1-1 0 0,2-1 0 16,-1-2-192-16,1-1-64 0,-4-2 0 0,0-2 0 0,-2 2-128 0,1-3 0 15,-2 2 0-15,0-1 0 0,-1-5 0 16,1 2 160-16,-1-1-32 0,0 4-128 0,-6-3 0 0,2 5 0 15,-2 2 0-15,-2 3 0 0,-3 3 0 0,-1 2 0 16,-4 3 0-16,-4 5 0 0,0 0 576 0,0 0 16 16,0 0 0-16,0 0 0 0,0 0 208 0,-4 8 32 15,-3 3 16-15,1 4 0 0,1 0-384 0,-2 2-80 16,-2 3 0-16,0 0-16 0,0-1-112 0,1 2 0 16,1 1-16-16,2-2 0 0,3-3-112 0,0 0-128 15,2-4 176-15,0 0-176 0,3-3 0 0,1-1 0 16,0-1 0-16,-4-8 0 0,8 7 0 0,-1-5 0 15,1-1 0-15,1-1-192 0,-1-2 0 0,3-3 0 16,0-2 0-16,2-1 0 0,0-1 32 0,0 0 16 16,0-5 0-16,1 1 0 0,-1-2 144 0,1 0-192 15,-1-1 192-15,1-4-192 0,1 1 192 0,-1-1 0 16,-1 1 0-16,1-1 0 0,-1 2 0 0,-1 1 0 16,-3 4 0-16,0 0-128 0,3 3 128 0,-3 0 0 15,-2 3 0-15,-2 1 0 0,-5 6 0 0,0 0 0 0,0 0 0 0,0 0 0 16,0 0 0-16,0 0 0 15,3 10 192-15,-1-1-64 0,-1 2 32 0,1 2 16 0,-2 0 0 0,1 2 0 16,2 0-176-16,-1 1 0 0,2-2 0 0,1 1 128 16,1-1-128-16,1 0 0 0,1-1 0 0,1 1 0 15,2-5 0-15,1 1-192 0,1-5 64 0,-2 1 128 16,1-3-320-16,0-1 48 0,0-1 16 0,2-2 0 16,0-2-32-16,1-1 0 0,-2-1 0 0,-2-2 0 15,1 1 96-15,0-2 0 0,-3-1 16 0,0-1 0 0,-1-3 176 16,0-1 0-16,-2 1-144 0,1-1 144 0,-1-2 0 0,-1 2 0 15,-1 1 0-15,-1 1 0 0,-2 1 0 0,-3 1 0 16,-2 4 0-16,0 2 128 0,4 4 192 0,-8 1 48 16,-2 3 0-16,-2 3 0 0,-2 2 16 0,-2 3 16 15,0 2 0-15,1-1 0 0,-1 4-112 0,3 0-32 16,0-1 0-16,2-2 0 0,4 0-96 0,1-1-32 16,4 0 0-16,1-1 0 0,1-1-128 0,1-2 0 15,0 1 0-15,3-3 0 0,3-4-208 0,-1 1-80 16,1-2-16-16,0-1 0 0,3-1-32 0,0-1-16 15,2-3 0-15,-1 0 0 0,1-3-16 0,0 1 0 16,-2-1 0-16,-1 1 0 0,1-2 112 0,-3 0 0 16,3-1 16-16,-1-1 0 0,0-2 240 0,0 0 0 15,-1 0-160-15,0 1 160 0,-2-2 0 0,1 1 0 16,-2 0-144-16,0 2 144 0,0-1 0 0,0 3 0 16,1-1-128-16,-4 4 128 0,-2 5 0 0,0 0 0 15,0 0-128-15,0 0 128 0,0 0 0 0,0 0 0 0,0 0 0 0,-1 9 0 16,-2 3 336-16,1 0-16 15,-2 1-16-15,1 1 0 0,1 0-112 0,-1 1-32 0,2-2 0 16,2 0 0-16,2-3-160 0,1 2 0 0,-1-5 0 0,3 0 0 16,0 0 0-16,2-2 0 0,1-1 0 0,2-1 0 15,0-2 0-15,1-2 0 0,0-2 0 0,1-1-176 16,2 0 176-16,0-2 0 0,-1-3-144 0,0-1 144 0,1 1 0 16,-2-2 0-16,-1-2 0 0,-1-2 0 15,2 0-144-15,0-2 144 0,-2-2 0 0,-1 0 0 0,2-1-128 0,-2 2 128 16,0-2 0-16,-3 3 0 0,0-2 0 0,-2 3-128 15,0 2 128-15,-1 4 0 0,-1 3 0 0,-3 7 0 16,0 0 0-16,0 0 0 0,0 0 384 0,0 0-32 16,0 0 0-16,0 0 0 0,0 0-112 0,0 0-32 15,0 0 0-15,0 0 0 0,0 0-208 0,4 7 0 16,0 0 128-16,0 2-128 0,-1-1 0 0,1 1 0 16,2-2 0-16,-1 2 0 0,1 1 0 0,0 1 0 15,-1-2 0-15,0 0 0 0,0 0 0 0,2 0 0 16,-2 1-128-16,-1-1 128 0,-2 0-176 0,4 0 32 15,-4-1 0-15,1 0 0 0,-3-2 144 0,1 2-128 0,-1 1 128 16,-1-2-128-16,-2 0 128 0,1 0 0 16,2-7 0-16,-3 9 0 0,-1-1 0 0,0 0 0 15,0-1 0-15,0 1 0 0,0-1 0 0,4-7 0 0,-3 8 0 0,3-8 0 16,0 0 0-16,0 0 0 0,0 0 0 0,0 0 0 16,0 0 0-16,0 0 0 0,0 0 0 0,0 0-128 15,0 0 128-15,7 1 0 0,3-2 0 16,-1-2 0-16,1-3 0 0,1-2 0 0,0-1 0 0,2-2 0 15,-1-1 0-15,1-2 0 0,1-2 0 16,1-1 0-16,-1 1 0 0,2-4 0 0,1 3 0 16,-3 0 0-16,2-1 0 0,-2 3 0 0,-2 4 0 0,-2 2 128 15,-1 2-128-15,-3 2 0 0,-6 5 0 0,0 0 128 16,0 0 192-16,0 0 32 0,0 0 16 0,0 0 0 16,5 8 80-16,-3 1 0 0,-2 1 16 0,0 2 0 15,0-3-272-15,-1 3-64 0,0 1-128 0,-1 1 192 0,0 1-192 16,1-1 0-16,-1-1 0 0,1 0 0 15,-2 0 0-15,3-4 0 0,-1 0 0 0,1-1 0 0,0-8-432 0,0 0 32 16,0 7 0-16,0-7 0 16,0 0-1248-16,0 0-240 0,0 0-48 0,0 0-16 15,7 0-2656-15,2-3-512 0</inkml:trace>
  <inkml:trace contextRef="#ctx0" brushRef="#br0" timeOffset="101997.37">24717 2835 21183 0,'-6'1'1888'0,"-1"-1"-1504"16,2 0-384-16,5 0 0 0,0 0 5056 0,0 0 960 16,-5 3 176-16,5-3 32 0,0 0-4496 0,0 0-912 15,0 0-176-15,0 0-48 16,0 0-1056-16,0 0-224 0,8 4-32 0,2 0-12400 16,3 0-2496-16</inkml:trace>
  <inkml:trace contextRef="#ctx0" brushRef="#br0" timeOffset="102213.95">24767 3097 24879 0,'0'0'2208'0,"-5"3"-1760"0,5-3-448 0,0 0 0 16,0 0 3520-16,0 0 608 0,0 0 128 0,0 0 32 15,0 0-1808-15,0 0-368 0,6 0-64 0,2-3 0 16,2 2-896-16,1-1-192 0,0 1-16 0,1-3-16 0,1 1-656 0,2 0-128 15,0-1-16-15,5-2-128 0,1 0 0 0,-2-1 0 16,1 1 0-16,-1 2 0 16,0-5-1568-16,0 4-416 0,2 1-96 0</inkml:trace>
  <inkml:trace contextRef="#ctx0" brushRef="#br0" timeOffset="103297.6">25372 3204 38703 0,'0'0'1712'0,"0"0"352"0,0 0-1648 0,0 0-416 0,6-4 0 0,1 0 0 0,-2 0 784 0,0-1 80 16,-1 0 16-16,1-2 0 0,2-1-176 0,1 0-48 16,-1 1 0-16,4-5 0 0,-2-1-288 0,1 0-64 15,2 0-16-15,0 0 0 0,-2 0-160 0,2 1-128 16,1-1 192-16,0-1-192 0,1 1 128 0,1-2-128 16,-2 2 0-16,1 1 0 0,0 2 0 0,-2 1 0 15,0-1 0-15,-2 3 0 0,-2 2-304 0,-1 1-16 16,-7 4 0-16,0 0 0 0,0 0 112 0,0 0 16 15,0 0 0-15,0 0 0 0,0 0 48 0,-8 0 16 16,-1 2 0-16,-3 0 0 0,2 3 128 0,-2-1-160 16,-2 2 160-16,1 4-160 0,-1 1 160 0,3 1 0 15,0 1 0-15,1 0 128 0,1 0-128 0,1 0 176 16,4 1-176-16,1 1 192 0,2 0-192 0,2-1 0 16,3-3 0-16,3 1 0 0,3 1-192 0,5-4 192 15,3-1-192-15,4-2 192 0,4 1 0 0,4-3 0 16,3 0 0-16,2-3 0 0,0-1 0 0,2 0 0 15,-5 0 0-15,1-2 0 0,-7-2 0 0,1-2 160 0,1 0-160 16,-1-3 160-16,-1-2-160 0,1-2 0 0,1-2 0 0,0 0 0 16,9-4 0-16,-2 0 0 0,-1-1-144 0,-3 1 144 15,-2 2-256-15,-3 3 64 0,-1-2 16 0,-7 2 0 16,-5 0 176-16,-4 1 0 0,-2 0 128 0,-3 2-128 16,-6 3 288-16,-1 3-16 0,-3 1 0 0,-4 2 0 15,-6-1 128-15,-1 2 32 0,-2 1 0 0,-1 1 0 16,-1 7-112-16,-1-2-32 0,-1 2 0 0,1 1 0 15,1-1-48-15,1 1-16 0,2 0 0 0,2 3 0 0,1 1-80 0,0 2-16 16,2-2 0-16,3-2 0 0,3-2-128 0,3 1 0 16,-1-1 0-16,1 0 0 0,2 0 0 0,0-1 0 15,4 0-176-15,0-1 176 0,2 0-208 0,1-1 32 16,2 1 16-16,3-3 0 0,1 0-96 0,-1-3 0 16,1-1-16-16,2-1 0 0,-2 0-64 0,4-5-16 15,-1 0 0-15,0-1 0 0,2-1 48 0,-2 2 16 16,1-1 0-16,-1 0 0 0,-1-3 288 0,-1 1-192 15,-2 2 192-15,1-5-160 0,-1 0 160 0,1 3 0 16,-2 0 0-16,-3 1 0 0,-2 1 160 0,-4 7-32 16,3-5-128-16,-3 5 192 0,0 0 272 0,0 0 48 15,0 0 16-15,0 0 0 0,0 0 160 0,0 0 16 0,0 0 16 0,0 0 0 16,-8-1-64-16,1 2-16 0,1 4 0 0,1 2 0 16,-2-1-128-16,-1 1-48 0,0 2 0 0,2 3 0 15,-1 4-112-15,1-1-32 16,-1 6 0-16,1-1 0 0,1 0-128 0,-2 3-16 15,-1 0-16-15,2 2 0 0,-1 4-160 0,1-2 0 16,1 3 144-16,-2 0-144 0,0-1 0 0,2-1 0 16,-4 0 0-16,1-2 128 0,1 1-128 0,-1-1 0 0,1 0 0 0,-1-1 128 15,1-2-128-15,-3 0 0 0,3-3 128 0,-3 3-128 16,1-8 0-16,2 1 128 0,1-3-128 0,1-1 0 16,-1-2 0-16,0-2-208 0,4-2 16 0,2-6 16 15,0 0-1152-15,0 0-224 16,0 0-48-16,0 0-16 0,0 0-1536 0,0 0-304 0,0 0-64 0,-5-10-14304 15</inkml:trace>
  <inkml:trace contextRef="#ctx0" brushRef="#br0" timeOffset="103498.07">25879 3379 14735 0,'-21'0'1312'0,"14"0"-1056"16,7 0-256-16,-5-2 0 0,0 1 4848 0,5 1 912 15,0 0 176-15,0 0 32 0,0 0-3248 0,0 0-656 16,0 0-128-16,0 0-16 0,8-1-464 0,1 1-96 15,0-3-16-15,3-1 0 0,2 1-736 0,2 0-160 16,-2-1-16-16,2 1-16 0,1-1-288 0,1 2-128 16,2-2 0-16,-1 0 128 0,-1 1-128 0,2-3 0 15,-1 2 0-15,8-2 0 16,-3 3-1104-16,0-3-160 0,-2 2-16 0,-3-1-16 16,1 0-2112-16,1 1-432 0</inkml:trace>
  <inkml:trace contextRef="#ctx0" brushRef="#br0" timeOffset="103681.62">26477 3191 23039 0,'0'0'2048'0,"0"0"-1648"0,0 0-400 0,0 0 0 16,0 0 4112-16,0 0 752 0,0 0 128 0,-4 6 48 16,4-6-2560-16,-4 7-512 0,4-7-112 0,0 0 0 15,-2 6-720-15,2-6-144 0,0 0-32 0,0 0 0 16,0 0-960-16,4 7 0 0,-4-7 0 0,5 5-15200 15,0 0-2928-15</inkml:trace>
  <inkml:trace contextRef="#ctx0" brushRef="#br0" timeOffset="104181.96">27139 2807 35007 0,'0'0'3120'0,"0"0"-2496"0,0 0-496 0,0 0-128 16,0 0 2464-16,0 0 480 0,2 4 80 0,-4-2 32 0,1 3-2032 0,-1 1-384 16,-1 1-96-16,0 5-16 0,2 3 336 0,-2 4 64 15,1 1 16-15,-1 3 0 0,-1 4-464 0,0-1-96 16,-1 4 0-16,1 0-16 0,-1 0-240 0,-1 0-128 16,0-4 128-16,0 5-128 0,-2-1 0 0,1-5 0 15,2-4 0-15,1-1 0 16,0-6-1008-16,1-1-272 0,-3-4-48 0,4-5-16 15,2-4-2080-15,0 0-416 0,-22 4-96 0,22-4-16 0</inkml:trace>
  <inkml:trace contextRef="#ctx0" brushRef="#br0" timeOffset="104449.24">27093 2753 40079 0,'0'0'1776'0,"0"0"368"0,3-5-1712 0,4-2-432 16,3-1 0-16,2 2 0 0,1 0 656 0,3 1 48 15,2 1 16-15,6 0 0 0,0 0 64 0,5-1 16 0,1 3 0 0,3 0 0 16,-1 0-400-16,-1 2-80 0,1 0 0 0,-1 2-16 16,-4 0-304-16,-2 0 128 0,-4 2-128 0,-4 1 0 15,-3 2 144-15,-3 1-144 0,-3 1 0 0,-3 0 144 16,-4 1 128-16,-1 2 32 0,-3 1 0 0,-3 2 0 16,-3 0 176-16,-3 1 32 0,-2-1 16 0,-3 2 0 15,-3-4-144-15,-2 2-48 0,-1-3 0 0,-2-1 0 16,-1-2-208-16,1 1-128 0,2-4 128 0,0 1-128 15,4-2-896-15,1-3-240 0,2 1-48 16,3-2-16-16,4 2-1296 0,2-2-272 0,7-1-48 0,0 0-9456 16,0 0-1872-16</inkml:trace>
  <inkml:trace contextRef="#ctx0" brushRef="#br0" timeOffset="104982.33">27571 2729 17503 0,'0'0'768'0,"0"0"176"0,0 0-752 0,8 3-192 16,-8-3 0-16,8 1 0 0,1 4 5120 0,-1-2 976 15,-8-3 208-15,7 7 32 0,1 0-3264 0,-1 2-672 16,-2 2-128-16,-1 2-32 0,0-1-880 0,0 1-176 16,-2 0-32-16,1 1-16 0,-2 0-496 0,1 2-112 15,-2 0-16-15,0-2 0 0,-2-2-208 0,1 0-48 16,1-2-16-16,-3-1 0 0,1-1-64 0,-1-2-16 0,3-6 0 0,0 0 0 16,0 0-160-16,0 0 128 0,0 0-128 0,0 0 128 15,0 0-128-15,0 0 0 16,0 0 0-16,0 0 128 0,0 0-128 0,7-6 0 15,0-1-160-15,3-2 160 0,-1-2-192 0,4-3 192 16,2 1-208-16,2-4 80 0,3 2-112 0,2-1-16 16,0 1 0-16,0-1 0 0,2 3 16 0,-3 0 0 0,-2 2 0 15,0 1 0-15,-4 3 240 0,-2 4-176 0,-1 0 176 0,-4 0-160 16,-8 3 160-16,0 0 0 0,0 0 128 0,0 0-128 16,0 0 336-16,4 8 0 0,-3 1 0 0,-1 3 0 15,-3-3-16-15,-1 2-16 0,1-1 0 0,-3 3 0 16,0 0-112-16,-1 1 0 0,1-1-16 0,-1-1 0 15,2 0-176-15,1-4 192 0,2 0-192 0,2-8 192 16,1 9-192-16,3-1 0 0,1-1 0 0,-5-7 0 16,8 4 0-16,1 1 0 0,3-3-160 0,2-1 160 0,-1 0-240 0,1-1 48 15,3-1 16-15,0-2 0 0,-1-3-48 0,0-1-16 16,-1 0 0-16,1 0 0 0,-4-1 16 0,-2 0 0 16,0 2 0-16,-2-5 0 0,-1 1 96 0,-2 1 128 15,0-3-208-15,-2 2 80 0,-1-1 128 0,-3 2 0 16,-2 1 0-16,0-1 0 0,-4 0 0 0,-1 1 0 15,-1 2 0-15,1-1-128 0,-2 1-112 0,-2 1-16 16,-1-1 0-16,1 2 0 16,2-1-1024-16,1 4-224 0,0-3-32 0,2 3-16 15,7 1-1424-15,0 0-288 0,0 0-48 0,7 1-8704 16,2 3-1744-16</inkml:trace>
  <inkml:trace contextRef="#ctx0" brushRef="#br0" timeOffset="105983.17">28391 2725 18431 0,'0'0'1632'0,"0"0"-1312"16,0 0-320-16,0 0 0 0,0 0 5248 0,0 0 992 0,0 0 192 0,-5 8 32 15,-4 0-3360-15,0 2-672 0,-2 1-144 0,1 2-32 16,-1 0-848-16,1-1-160 0,-1 1-32 0,2 1-16 16,0 0-624-16,1 2-128 0,3-2-32 0,1-1 0 15,3 0-288-15,1-3-128 0,1-1 0 0,2 2 128 16,2-3-128-16,2-1 0 0,0 1 0 0,4-2 0 15,2 1-176-15,1 0 48 0,1-3 0 0,1 0 0 16,3-2-112-16,-1-2-16 0,-1-2 0 0,0 1 0 16,1-2 32-16,-1 1 0 0,-1 0 0 0,1-3 0 15,-2-3 96-15,1-1 128 0,0-1-208 0,-2-1 80 0,-2 0-16 16,-1-1 0-16,1 0 0 0,-1-1 0 0,-2 1 144 0,-1-4-208 16,-1 0 80-16,0 3 128 0,-3 2-144 0,0 0 144 15,-2 2 0-15,1 1 0 0,-3 0 0 0,0 0 0 16,0 8 0-16,0 0 0 0,0 0 0 0,0 0 224 15,-5-5-64-15,-1 2-16 0,6 3-16 0,-7 2 0 16,-1 1 0-16,0 5 0 0,2 1 0 0,-1 3 0 16,-1 1 0-16,2 2 0 0,0-2-128 0,3 0 192 15,0-2-192-15,0 2 192 0,2 0-192 0,2 0 0 16,3-1 0-16,1-1 0 0,3-4 0 0,0 0 0 16,1-3 0-16,2 0 0 0,-2 1-192 0,4-4 16 0,1 1 16 15,2-4 0-15,-1 1-48 0,1-4-16 16,-3 1 0-16,1-3 0 0,1 0 96 0,-1-1 128 15,-1-1-208-15,0-1 80 0,2-3 128 0,-1-1-192 16,0-2 192-16,1-1-192 0,0-1 192 0,1-1-208 0,-2 0 80 0,1-1 128 16,-1 1-144-16,0 4 144 0,-2 0 0 0,-2 2 0 15,2 3 0-15,-1 2-128 0,-4 3 128 0,0 1 0 16,-7 4 0-16,0 0 256 16,0 0-64-16,0 0 0 0,0 0 80 0,0 0 16 0,5 8 0 0,-2 1 0 15,-2 1-112-15,0 1-32 0,-1 0 0 0,0 2 0 16,0 1-144-16,-1 0 0 0,-2-1 0 0,3 0 128 15,2 0-128-15,-1 0 0 0,-2 0 0 0,1-1 0 16,0 0 0-16,0-1 0 0,-2 0 0 0,2-1 0 16,0-1 0-16,0 0 0 0,0 0 128 0,0-1-128 15,0-8 0-15,0 0 0 0,2 9 144 0,-2-9-144 0,0 0 160 0,0 0-32 16,0 0-128-16,0 0 192 0,0 0-192 0,0 0 176 16,0 0-176-16,8 0 160 0,-8 0-160 0,9 0 0 15,1-5 144-15,1 0-144 0,-1-2 0 0,0 1 0 16,0-4 0-16,-1-1 0 0,2-1 0 0,1-1 0 15,0-1 0-15,0-2 0 0,-1-1 0 0,2-2-128 16,-2 3 128-16,-1 1 0 0,3-1-176 0,-2-2 176 16,-1 2-208-16,1 0 80 0,-1 1 128 0,-1 0 0 15,0 4 0-15,2-4 0 0,-4 5 0 0,0-1 0 16,-2 4 0-16,-1 1 0 0,-4 6 0 0,3-5 0 16,-3 5 128-16,0 0-128 0,0 0 192 0,0 0-48 15,0 0 0-15,0 0 0 0,0 0-144 0,0 0 128 0,0 0-128 0,0 0 128 16,0 0-128-16,0 0 0 15,0 0 0-15,4 9 0 0,0 0 0 0,1 2 0 0,-3-2 128 0,2 1-128 16,0 1 0-16,0-1 0 0,1-1 0 0,1 2 0 16,-1-1 0-16,0 2 0 0,0 0 0 0,0-1 0 15,2 1 0-15,-2 0 0 16,2 0 0-16,-2-1 0 0,-1-4 0 0,0 2 0 0,0 0 0 0,-2 3 0 16,-2-3 0-16,0 1 0 0,-1 0 0 0,-2-1 0 15,-1-3 0-15,-1 1 0 0,0-1 0 0,0-1 0 16,-2 1 144-16,1-1-144 0,-1 1 160 0,1-2-160 15,-2-1 192-15,1-2-48 0,1-1-16 0,-1 2 0 16,-1-1-128-16,1 1 128 0,-1-2-128 0,1-1 128 16,-2-1-128-16,1 0-224 0,1 1 48 0,-1-2 16 15,0 2-912-15,8 1-176 16,-7-1-32-16,7 1-14416 0,0 0-2880 0</inkml:trace>
  <inkml:trace contextRef="#ctx0" brushRef="#br0" timeOffset="122478.61">1302 10653 13823 0,'-6'-6'608'0,"2"2"128"0,1-1-592 0,-1-1-144 16,2 0 0-16,1-1 0 0,-2 1 4608 0,2-1 880 15,-2 1 176-15,2 2 32 0,-1-1-2224 0,2 5-448 0,0 0-80 0,0 0-32 16,0 0-992-16,0 0-192 0,0 0-32 0,0 0-16 16,0 0-464-16,0 0-112 0,-2 4-16 0,-2 2 0 15,1 3-464-15,-1 2-112 0,0 3 0 0,1 4-16 16,-1-2-304-16,-2 2-48 0,-3 7-16 0,4-2 0 15,2 0-128-15,1-1 0 0,-2-4 0 0,0-2 0 16,1-2 0-16,2-2 0 0,1-3 0 0,-1-1 0 16,1-1-976-16,0-7-176 0,0 0-48 15,0 0 0-15,0 0-2192 0,0 0-432 0,9 4-80 0</inkml:trace>
  <inkml:trace contextRef="#ctx0" brushRef="#br0" timeOffset="123111.23">1594 10318 37599 0,'-7'-6'1664'0,"7"6"352"0,0-7-1616 0,0 1-400 0,0 6 0 0,0 0 0 16,0 0 2192-16,0 0 368 0,0 0 64 0,0 0 0 15,0 0-704-15,0 0-160 16,0 0-32-16,-2 9 0 0,1 3-896 0,0 1-176 0,-2 2-32 0,3 3-16 16,0 5-224-16,3 3-64 15,-1 4 0-15,2 1 0 0,-1 2-96 0,1 2-32 0,1-1 0 0,1 1 0 16,1-4-64-16,0-1-128 16,0-1 176-16,1-7-176 0,-1-1 128 0,1-6-128 0,-2 1 0 0,1-3 0 15,-1-2 128-15,-1-2-128 0,0-3 0 0,-5-6 0 16,8 5 0-16,-8-5 0 0,0 0 0 0,0 0 0 15,9 2 0-15,1-4 0 0,-4 0 0 0,1-5 0 16,-2 1 0-16,1-6 0 0,0 0 0 0,-1-5 0 16,0-2 0-16,-2-5 0 0,-1-2 0 0,1-1-144 15,-1-2 144-15,2-1-160 0,-1 0 160 0,1 0-160 16,0 2 160-16,0 2 0 0,0 2-144 0,-2 4 144 0,2 2 0 0,-1 5 0 16,-1-1 0-16,0 3 0 0,0 4 0 15,1 3 0-15,-3 4 0 0,0 0 0 0,0 0 0 0,0 0 0 16,8 1 0-16,-2 4 0 0,1 3 0 0,1 2 0 15,-1 4 0-15,1 1 0 0,-1 5 128 0,-1-1-128 16,2 5 0-16,-1-2 128 0,-1 0-128 0,1 0 0 16,-1 0 0-16,1 1 0 0,-1-3 0 0,-1-1 0 15,1-4 0-15,0 0 0 0,-1-2 0 0,-1 0 0 16,0-4 128-16,0-1-128 0,1-3 0 0,-5-5 0 16,5 4 0-16,-5-4 0 0,10-4 0 0,-3 0 0 15,1 1 128-15,1 1-128 0,-1-5 0 0,0-2 0 16,0-4 0-16,0-3 0 0,-3-2 0 0,0-1 128 15,2-2-128-15,-1-4 0 0,1 0 0 0,-1 2 0 0,1-3 0 16,-2 2 0-16,0 2 0 0,0 1 0 0,-1 2 0 16,0 3 0-1,0 3-512-15,-1 3-48 0,-1-1 0 0,1 3 0 16,-4 3-1120-16,1 5-240 0,0 0-32 0,0 0-20864 0</inkml:trace>
  <inkml:trace contextRef="#ctx0" brushRef="#br0" timeOffset="123411.97">1328 10217 45039 0,'-14'2'1984'0,"14"-2"432"0,-4 0-1936 0,2 1-480 16,2-1 0-16,0 0 0 0,0 0 976 0,0 0 112 16,0 0 0-16,0 0 16 0,9-1-256 0,1 1-48 15,3-2-16-15,2 0 0 0,0 0-592 0,2-1-192 16,1 0 0-16,3 1 0 0,0 0 128 0,1 0-128 16,3-3 0-16,0-1 0 15,6-1-1232-15,-1-1-368 0,-1 0-64 0,2 5-19792 0</inkml:trace>
  <inkml:trace contextRef="#ctx0" brushRef="#br0" timeOffset="123583.5">1988 10129 35935 0,'0'0'3200'0,"0"0"-2560"0,0 0-512 0,0 0-128 16,0 0 3152-16,0 0 624 0,0 0 112 0,0 0 16 15,0 0-2048-15,12 3-432 16,1-5-80-16,3 0 0 0,1-2-1040 0,-1-1-304 0,1 0 128 0,3-2-128 15,-4 3 0-15,1-2 0 0,0 0 0 0,1 2 0 32,0 1-1488-32,0 0-224 0,2-1-32 0,-3 3-13440 0,2 1-2688 0</inkml:trace>
  <inkml:trace contextRef="#ctx0" brushRef="#br0" timeOffset="124046.04">2250 10600 24879 0,'-10'6'1088'0,"10"-6"256"0,-7 4-1088 0,3 0-256 16,2 0 0-16,2-4 0 0,0 0 5776 0,0 0 1104 15,0 0 224-15,0 0 32 0,0 0-4576 0,0 0-896 16,0 0-192-16,0 0-48 0,9-1-960 0,3 1-192 15,-2-4-32-15,0 3-16 0,1-1-48 0,-1-3-16 0,-1 1 0 0,2 0 0 16,-1 0-160-16,1 0 0 16,-1 2 144-16,-1-1-144 0,0 2 0 0,-1 0 0 0,-8 1 0 0,0 0 128 15,0 0-128-15,0 0 0 0,0 0 128 0,2 6-128 16,-4 2 192-16,-2 4-16 0,-2 3-16 0,-3 0 0 16,-2 0-32-16,0 2-128 15,-3 3 192-15,1-1-64 0,-2 6-128 0,0-3 128 16,1-2-128-16,1-6 128 0,1-1-128 0,1-1 0 0,0-2 0 0,2 2 0 15,3-3 0-15,-1 0 0 0,2-2 128 0,1-2-128 16,4-5 0-16,-1 7 0 0,1-7 0 0,0 0 128 16,0 0-80-16,0 0-48 0,5 6 0 0,0-1 0 15,-5-5 0-15,9 2 0 0,2-1 0 0,0-1 0 16,1 0 0-16,2-1 0 0,2-3 0 0,-2 0 0 16,3 0 0-16,0 0 0 0,2-1 0 0,-1 1 0 15,1-3-608-15,1 2-16 0,1-1 0 16,0-1 0-16,-1-1-2032 0,3 0-416 0,3 1-64 0</inkml:trace>
  <inkml:trace contextRef="#ctx0" brushRef="#br0" timeOffset="124312.85">2824 10429 49407 0,'0'0'2192'0,"0"0"448"0,0 0-2112 0,0 0-528 16,0 0 0-16,0 0 0 0,0 0 1376 0,0 0 160 0,0 0 48 0,0 0 0 16,0 0-768-16,0 0-160 15,5-4-16-15,2 0-16 0,-7 4-368 0,9-5-80 0,0 4-16 0,1-3 0 16,2 1-160-16,0 2 192 16,-2 0-192-16,2-1 192 0,0 1-192 0,1 1 0 0,-2-1 0 0,1 1 0 15,1-2 0-15,0 1-144 0,0 0 144 0,0 2-208 31,-1-1-816-31,0 0-144 0,-2 0-48 0,2 1 0 16,0 1-1728-16,1 0-336 0,-3 2-80 0</inkml:trace>
  <inkml:trace contextRef="#ctx0" brushRef="#br0" timeOffset="124513.92">2837 10612 35935 0,'-5'2'3200'0,"-1"1"-2560"16,6-3-512-16,0 0-128 0,0 0 3536 0,0 0 688 15,0 0 144-15,0 0 32 0,0 0-2832 0,0 0-560 16,8 2-112-16,4 0-32 0,4-4-704 0,2 0-160 16,0-1 0-16,3-1 0 0,0-1 0 0,0 0 0 15,1 1 0-15,-1 0 0 16,0 0-688-16,-2 0-80 0,-1 0 0 0,1 2-16 16,-2-2-2144-16,-3 1-416 0</inkml:trace>
  <inkml:trace contextRef="#ctx0" brushRef="#br0" timeOffset="125615.28">4262 10067 17503 0,'-5'-12'1552'0,"3"3"-1232"0,4 0-320 0,-1-3 0 0,0-4 2816 0,3 1 496 16,-1-4 96-16,-1 8 32 0,1-5-688 0,1 2-128 15,0-3-16-15,0 0-16 0,-3 1-672 0,0-2-128 16,-1 3-16-16,2 1-16 0,-1 0-544 0,-2 1-96 15,-1 1-32-15,-2 2 0 0,2 0-128 0,-2 3-48 16,-4 0 0-16,2 2 0 0,0 2-208 0,0 2-32 16,-1 1-16-16,-1 0 0 0,-1 1-256 0,-2 2-48 0,0 0-16 15,2 0 0-15,-1 4-144 0,1 2-16 0,-2 2-16 0,-1 3 0 16,1 3-160-16,0 2 128 0,1 4-128 0,2 3 128 16,1 4-128-16,2 1 0 15,1 4 144-15,0 2-144 0,2 3 128 0,2 2-128 0,2-8 128 0,2 1-128 16,0 1 128-16,1 5-128 0,2 2 128 0,1 4-128 15,1-2 128-15,0 5-128 0,-1 2 160 0,2 13-160 16,-1-2 128-16,1-7-128 0,-1-4 0 0,-2-1 144 16,-1-2-144-16,-1-3 0 0,1 0 0 0,-2-2 0 15,-2-1 0-15,-1 0 128 0,2 1-128 0,-3-2 0 16,-2-2 0-16,0-2 128 0,-2-3-128 0,1-3 0 16,-3-5 128-16,-2 0-128 0,-1-3 0 15,0-3 128-15,-2 1-128 0,1-2 0 0,-2-2 144 0,0 0-144 16,-1-4 0-16,0-1 128 0,0-1-128 0,0-3 96 0,0-4-96 15,0 2 0-15,1-4 0 0,0 1 0 0,1-4 0 0,0-3 0 16,0 0 0-16,1-1 0 0,1-1 0 0,2 0 0 16,-1 1 0-16,1-2 0 15,1-1-352-15,0 1-64 0,4-4-16 0,1 1 0 16,1 0-1472-16,3 0-288 0,4-4-64 0</inkml:trace>
  <inkml:trace contextRef="#ctx0" brushRef="#br0" timeOffset="126314.58">3841 11992 30399 0,'-2'-6'2704'0,"0"-1"-2160"15,2 7-544-15,0 0 0 0,0 0 3584 0,0 0 592 16,0 0 128-16,0 0 32 0,-5 4-1712 0,1 1-320 16,1 3-80-16,2 3-16 0,-1 2-1248 0,2 4-256 0,3 3-64 15,0 4 0-15,-2 3-256 0,2 3-64 16,2 0-16-16,0 0 0 0,0 0-96 0,0-1-16 0,2 0 0 0,0-5 0 16,-1-2-64-16,1-1 0 0,-2-4-128 0,0-2 192 15,2-2-192-15,-2-3 144 0,-3-2-144 0,0-2 128 16,-2-6-128-16,4 7 0 15,-4-7 0-15,0 0 128 0,0 0-128 0,0 0 0 0,0 0 144 16,0 0-48-16,0 0-96 0,7-3 0 0,1-1 0 0,-1-2 0 16,-2-2 0-16,0-2 0 0,0-3 0 0,2-4 0 15,-1-4 0-15,1-1 0 0,-2-3 0 0,0-4 0 16,3-2 0-16,1 0 0 0,-1-2 0 0,-1 2 0 16,-1 1 0-16,-1 4 0 0,1 2 0 0,-3 5 0 15,0 3 0-15,-2 6-240 0,2-1 80 0,-3 3 16 16,0 8-880-16,0 0-160 0,0 0-32 15,0 0-16-15,0 0-2944 0,1 7-592 0</inkml:trace>
  <inkml:trace contextRef="#ctx0" brushRef="#br0" timeOffset="126580.76">3696 12232 32255 0,'0'0'1424'0,"-8"1"304"0,0 3-1392 0,2-4-336 16,6 0 0-16,0 0 0 0,0 0 4496 0,0 0 832 15,0 0 176-15,0 0 16 0,0 0-3488 0,0 0-704 0,0 0-144 0,0 0-32 16,10 0-784-16,2-4-176 16,2 2-16-16,2-3-16 0,1-1 32 0,1 1 16 15,-1 0 0-15,4-2 0 0,1 1-208 0,-1-1 128 16,0 2-128-16,0 1 0 0,2-4 0 0,1 2 0 0,-1-1 0 0,2 2 0 31,0 1-960-31,-1-2-192 0,0-1-48 0,-1 2 0 16,0 1-2784-16,-3 0-560 0</inkml:trace>
  <inkml:trace contextRef="#ctx0" brushRef="#br0" timeOffset="126832.2">4238 12356 49407 0,'-10'1'2192'0,"10"-1"448"0,0 0-2112 0,0 0-528 0,0 0 0 0,0 0 0 15,-4 5 1504-15,4-5 192 0,0 0 32 0,-1 8 16 0,1 0-896 0,1 1-176 16,0 0-32-16,-1 0-16 0,-1-1-400 0,1 1-80 16,0 3-16-16,1 1 0 0,1 3-128 0,-1-3 160 15,-1 4-160-15,0-2 160 0,0 2-160 0,-1 0 0 16,-1-1 0-16,2-2 0 0,0 1 0 0,2-1-320 15,-2 0 48-15,-2-1 16 16,5-2-1408-16,1-1-256 0,1-1-64 0,-5-9-21728 0</inkml:trace>
  <inkml:trace contextRef="#ctx0" brushRef="#br0" timeOffset="127932.84">3942 8987 26719 0,'0'0'2368'0,"0"0"-1888"16,-5-2-480-16,5 2 0 0,-2-6 3392 0,2 6 576 0,0 0 112 0,0 0 16 15,0 0-1200-15,0 0-240 0,-6-4-48 0,6 4-16 16,0 0-1152-16,0 0-224 0,0 0-64 0,0 0 0 16,0 0-512-16,-1 8-128 15,1 3 0-15,1 4-16 0,2 1-256 0,1 5-48 0,1 1-16 0,2 3 0 16,-1-1-176-16,2 0 128 0,0-2-128 0,1 0 128 16,1-1-128-16,1-1 128 0,-1-2-128 0,2-1 128 15,-2-3-128-15,0-2 0 0,-1-2 0 0,-2 1 128 16,3-3-128-16,-4-3 0 0,1-1 0 0,-7-4 128 15,0 0-128-15,6 0 0 0,-6 0 144 0,7-4-144 16,-1-1 128-16,-1-1-128 0,1-1 128 0,-2-3-128 16,-1 1 0-16,3-4 144 0,-1 0-144 0,0-1 0 0,0-2 128 15,1-3-128-15,1-6 0 0,0-2 0 0,-1-5 0 16,1 0 0-16,-1-2 0 0,4 1 0 0,-3-1 0 16,1 3 0-16,0 2 0 0,0 5-144 0,-2 3-64 0,1 4-16 15,-2 4 0-15,-1 4 0 16,-1 2-896-16,-3 7-176 0,0 0-48 0,0 0 0 15,2 9-1776-15,2 4-352 0,0 3-80 0</inkml:trace>
  <inkml:trace contextRef="#ctx0" brushRef="#br0" timeOffset="128198.64">3816 9142 33167 0,'-14'9'2944'0,"14"-9"-2352"16,-6 3-464-16,6-3-128 0,-5 0 3584 0,5 0 704 0,0 0 144 0,0 0 32 15,0 0-2304-15,0 0-464 0,0 0-96 0,0 0 0 16,0 0-960-16,8-7-192 0,1 2-48 0,3-1 0 16,4-2-256-16,0-1-144 0,1 2 160 0,0 1-160 15,2-2 128-15,-1 1-128 0,1 1 0 0,1 1 0 16,1-2 0-16,1 2 0 0,1 0 0 0,1 2 0 31,-1-1-1280-31,1 0-128 0,-1 0-48 0,5 2-14416 0,0-2-2896 0</inkml:trace>
  <inkml:trace contextRef="#ctx0" brushRef="#br0" timeOffset="128583.43">4274 9211 46591 0,'-12'0'2064'0,"12"0"432"0,0 0-2000 0,0 0-496 15,0 0 0-15,0 0 0 0,0 0 1424 0,0 0 192 16,0 0 48-16,0 0 0 0,0 0-816 0,6-4-144 16,3 2-48-16,2-2 0 0,-1 1-400 0,2-2-96 15,0 2-16-15,0 1 0 0,-2-3-16 0,2 1-128 16,-2 0 192-16,1 1-64 0,-4 2-128 0,-7 1 128 16,0 0-128-16,0 0 128 0,10 0 32 0,-10 0 0 15,0 0 0-15,0 0 0 0,0 0 96 0,3 6 32 16,-3 2 0-16,-1 0 0 0,0 0-64 0,-2 0-16 15,-2-2 0-15,-2 3 0 0,0 3-208 0,-1 1 176 16,-1 1-176-16,-2 2 160 0,1-3-160 0,-2 2 128 0,0-1-128 0,1-1 128 16,-1-4-128-16,3 1 0 0,1 1 0 0,1-5 0 15,4 1 0-15,3-7 0 0,-3 6 0 0,3-6 0 16,0 0 0-16,0 0 0 16,0 0 0-16,5 6 48 0,2-1-48 0,3-4 0 0,1-1 0 0,2-1 0 15,2-3 0-15,0 0 0 0,2-1 0 0,1 1 0 16,1-3 0-16,1 2 0 0,-1 1 0 0,-2 0 0 15,2-1 0-15,-1 1 0 0,0 0 0 0,0 0 0 16,-1 2-448 0,-1-1-64-16,-2 2-32 0,-1 1 0 0,-1 0-2720 0,2 0-560 0</inkml:trace>
  <inkml:trace contextRef="#ctx0" brushRef="#br0" timeOffset="129283.89">4541 10339 16575 0,'0'0'1472'0,"0"0"-1168"15,1-12-304-15,0 2 0 0,1 5 5312 0,-1-2 992 16,0 1 208-16,1 0 32 0,-2 6-3056 0,0 0-608 16,0 0-128-16,0 0-32 0,0 0-1072 0,0 0-224 15,0 0-32-15,0 0-16 0,0 0-640 0,4 8-128 16,-1 3-32-16,1 0 0 0,-1 8-256 0,-2 2-64 0,2 3-16 0,-2 4 0 15,1-2-112-15,-1 4-128 16,-1 1 176-16,1 0-176 0,0 1 128 0,1-2-128 0,-1-2 0 0,0-3 0 16,1-1 128-16,-1 0-128 15,-1-2 0-15,0-1 0 0,3-8 0 0,-2 0 0 0,-1-2 0 0,1-3 0 32,-1-8-640-32,0 0-96 0,0 0-16 0,0 0 0 15,0 0-1040-15,0 0-224 0,5-2-32 0,1-4-16 16,-2-3-1760-16,1-3-336 0,-1-6-80 0</inkml:trace>
  <inkml:trace contextRef="#ctx0" brushRef="#br0" timeOffset="129583.52">4448 10293 43999 0,'0'0'1952'0,"0"0"400"0,0 0-1888 0,0 0-464 0,0 0 0 0,0 0 0 16,0 0 1520-16,0 0 208 0,0 0 32 0,5-5 16 0,-5 5-592 0,10-4-112 15,0-1-32-15,2 1 0 0,-2 4-576 0,5-4-112 16,0 2-32-16,3-4 0 0,2 3-112 0,1 0-16 15,1-1-16-15,-1 3 0 0,-2-1-176 0,1 1 0 16,0 1 144-16,-2 1-144 0,-1 1 0 0,0 0 128 16,-3 2-128-16,0 0 0 0,-3-3 0 0,-2 6 144 15,-1 1-144-15,-2 0 0 0,0 1 192 0,-3 1-64 16,0 1 0-16,-3 0-128 0,-3 4 208 0,0-1-64 16,-4 0-16-16,2 1 0 0,-3-4-128 0,-2 1 192 15,-2 1-192-15,-1 0 192 0,-3-1-192 0,-1 0 128 16,0-3-128-16,0 0 128 0,-1 0-128 0,0 0 0 15,0-2 0-15,1-1 0 16,1-2-1008-16,2 0-80 0,1 0 0 0,3 0-16 16,3 0-1904-16,7-4-368 0,0 0-80 0,9 5-16928 0</inkml:trace>
  <inkml:trace contextRef="#ctx0" brushRef="#br0" timeOffset="130066.75">5159 10558 15663 0,'0'0'688'0,"0"0"144"0,-3-4-656 0,1 0-176 0,-1-2 0 0,2-1 0 16,-1 2 5680-16,2 0 1104 0,-2 0 208 0,0 1 48 15,0 0-4096-15,-1-1-832 0,-2 1-176 0,0 2-16 16,-2 1-640-16,-2 2-128 0,-3 3-32 0,-2 3 0 16,-2 2-144-16,0 3-16 0,1 1-16 0,-2 2 0 15,0 4-384-15,-1 1-80 0,0 3-16 0,1 0 0 0,2 1-160 0,2-2-48 16,2-3 0-16,2 1 0 0,2-6-256 0,2 0 0 15,2-2 0-15,3 0 0 0,2-4 0 0,1 0-144 16,4-2 16-16,2-1 0 16,3-5-288-16,1-2-48 0,3-2-16 0,2-1 0 15,0-2-192-15,2-1-32 0,-1-2-16 0,-1-2 0 16,5-5-112-16,-3-1 0 0,0 0-16 0,-4-1 0 16,-3 0 288-16,-3-1 64 0,-2-1 16 0,-3 2 0 0,-2-1 480 15,-1 2-144-15,0-2 144 0,-2 2 0 0,-3-4 0 0,-2 3 224 16,1-1-32-16,-1 2 0 0,-1-1 240 0,1 4 32 15,0 0 16-15,-1 4 0 0,0 0-16 0,1 2 0 16,1 1 0-16,0 3 0 0,2 1 32 0,2 4 0 16,0 0 0-16,0 0 0 0,0 0-112 0,0 0 0 15,0 0-16-15,0 0 0 0,0 0-192 0,-2 11-48 16,0 2 0-16,2 0 0 0,1 4-128 0,2 2 0 16,-1 5 0-16,2-2 0 0,1 1 0 0,1 2 0 0,0 0 0 0,2 0 0 15,0-1 0-15,1 1-224 0,0-1 48 0,0-3 16 31,-1-3-1184-31,0-1-224 0,-2-3-48 0,3-1-16 16,2-1-1584-16,1-6-320 0,1-2-64 0</inkml:trace>
  <inkml:trace contextRef="#ctx0" brushRef="#br0" timeOffset="130451.84">5396 10313 11967 0,'0'0'1072'0,"0"0"-864"0,-5-1-208 0,0-3 0 0,-1 1 7984 0,6 3 1552 15,0 0 304-15,0 0 64 0,0 0-6192 0,0 0-1248 16,0 0-240-16,0 0-48 0,0 0-1296 0,0 0-256 16,2 8-48-16,-1 2-16 0,-1 3-304 0,1 3-64 15,2 1-16-15,1 3 0 0,0 2-48 0,2 3 0 16,1 1 0-16,-1 1 0 0,2 2-128 0,0-1 128 16,0 1-128-16,0 0 128 0,-1-2-128 0,1-3 0 15,-1-6 0-15,1 0 0 0,-2 2 0 0,1-5 128 16,-1-2-128-16,1-2 112 0,-1-3-112 0,-1-3 0 15,3-1 0-15,-8-4 0 0,0 0 0 0,0 0 0 16,8 0 0-16,-1-2 0 0,-2-2 0 0,0-1 0 16,0-1 0-16,0-2 0 0,1-1 0 0,-1-6 0 0,0 0 0 0,0-3 0 15,2-6 0-15,-2-3 0 16,2-2 0-16,0-1 0 0,3-1 0 0,-1-2 0 0,0-2 0 0,1 0 0 16,-1 1 0-16,0 3 0 15,-2-1 0-15,2 2 0 0,-1 3 0 0,1 2 0 0,-2 2 0 0,-2 3 0 16,-1 1 0-16,-2 3 0 0,0 2 0 15,-1 3 0 1,0 5-448-16,-1 6-96 0,0 0-16 0,0 0 0 16,0 0-1024-16,0 0-208 0,0 0-32 0,0 0-13952 0,0 9-2784 0</inkml:trace>
  <inkml:trace contextRef="#ctx0" brushRef="#br0" timeOffset="130784.71">5313 10476 26719 0,'-28'3'1184'0,"18"-2"240"0,-3 0-1136 0,1 0-288 16,3 1 0-16,0-2 0 0,0 0 5712 0,2 0 1088 15,7 0 224-15,0 0 32 0,0 0-4432 0,0 0-896 16,0 0-192-16,9-3-16 0,2 1-1040 0,0-1-208 15,2 0-32-15,3 1-16 0,1-3-64 0,4 1-16 16,2 0 0-16,2 0 0 0,-1 0-144 0,2 1 0 0,1 1 0 0,-1-1 0 16,0-1 0-16,0 0 0 15,-1 0 0-15,2 2 0 0,2-2 0 0,-3 1 0 0,-1-1 0 16,-3 2 112-16,-1 2-112 0,-1-3 0 0,-2 0 0 16,-1 2 0-16,1 0-240 0,-2 1 16 0,-2 0 0 0,-2 0 0 31,-2 0-1120-31,-1 1-240 0,2 0-32 0,-2 2-14624 0,0 2-2912 0</inkml:trace>
  <inkml:trace contextRef="#ctx0" brushRef="#br0" timeOffset="-12246.02">2750 13820 25791 0,'0'0'2304'0,"0"0"-1856"0,-10-1-448 0,10 1 0 0,0 0 4544 0,0 0 800 15,0 0 160-15,0 0 48 0,0 0-3488 0,12 0-688 16,1-2-144-16,3 1-16 0,2 0-640 0,3-2-112 15,0 1-16-15,-4-1-16 0,2 0-224 0,-2 2-32 16,2 0-16-16,0-4 0 0,1 1-160 0,-1 0 0 16,1 0 0-16,-1-1 128 15,2-2-752-15,4-1-144 0,-2 2-48 0,0 1 0 16,-4-1-2064-16,2 4-432 0,-3-4-80 0</inkml:trace>
  <inkml:trace contextRef="#ctx0" brushRef="#br0" timeOffset="-12055.09">2841 13963 9215 0,'-15'4'400'0,"9"-1"96"0,-2-2-496 0,3 2 0 16,5-3 0-16,0 0 0 0,0 0 8880 0,0 0 1680 15,0 0 320-15,0 0 80 0,0 0-8400 0,12 0-1664 16,-1 0-352-16,4-1-64 0,2-2-480 0,2 0 0 16,3 1 0-16,2-1 0 0,-1 2 0 0,2-4 0 0,2-2-128 0,2 1 128 31,2 0-2528-31,2 1-400 0,1-1-80 0,-1-1 0 0</inkml:trace>
  <inkml:trace contextRef="#ctx0" brushRef="#br0" timeOffset="-11751.58">3761 13604 45951 0,'0'0'2048'0,"-6"5"400"0,0-1-1952 0,6-4-496 0,0 0 0 0,-3 10 0 0,3-10 944 0,-2 13 80 16,1 2 32-16,0 1 0 0,-1 3-160 0,4-6-48 16,0 0 0-16,1 6 0 0,-2 4-384 0,2 1-80 15,-2 2 0-15,2 2-16 0,-1-1-160 0,2 0-16 16,0 0-16-16,0-3 0 0,-1 0-176 0,-2-5 0 15,4 1 144-15,-2-2-144 0,-2 0 0 0,-1-2 0 16,1-4 0-16,1-2 0 16,-1-1-800-16,0-1-128 0,-1-8-32 0,0 0 0 15,0 0-1072-15,0 0-208 0,0 0-64 0,0 0 0 16,0 0-2096-16,7-5-416 0</inkml:trace>
  <inkml:trace contextRef="#ctx0" brushRef="#br0" timeOffset="-11446.62">3602 13499 23039 0,'0'0'1024'0,"-9"0"192"0,0-1-960 0,9 1-256 0,0 0 0 0,0 0 0 0,0 0 5504 0,0 0 1040 15,0 0 224-15,0 0 32 0,16-5-4464 0,1 2-896 16,-1-1-176-16,3 2-48 0,0 2-560 0,2-6-112 16,0 1-32-16,2 3 0 0,2-2-240 0,0 1-48 15,0-1-16-15,2 2 0 0,1-1-208 0,-8 2 176 16,1-2-176-16,1 3 160 0,2-1-160 0,-1 1 0 15,-2 1 0-15,-1 2 0 0,-3-2 0 0,-2 2 0 16,-4 0 0-16,-1 1 128 0,-1 2-128 0,-2 0 128 16,-7-6-128-16,2 9 128 0,0 0 48 0,-4 3 0 15,-1 1 0-15,-4 1 0 0,-2 2-16 0,-3 1 0 16,-2 1 0-16,-3 3 0 0,-1 0-32 0,-8 6-128 16,2-2 192-16,8-10-64 0,-1 0-128 0,2 0 0 15,-2-2 0-15,1-2 0 0,2 1 0 0,2-2-224 0,2 0 32 0,1-1 0 31,2-3-1776-31,7-6-336 0,-1 4-80 0</inkml:trace>
  <inkml:trace contextRef="#ctx0" brushRef="#br0" timeOffset="-10708.35">4529 13142 21183 0,'0'0'944'0,"0"0"192"0,-2-6-912 0,2 6-224 0,-3-10 0 0,3 10 0 16,-3-9 4336-16,1 1 816 0,-2 1 160 0,0 0 48 16,4 7-2576-16,-5-6-512 0,5 6-96 0,-7-6-32 15,7 6-944-15,-8-4-192 0,0 1-48 0,8 3 0 16,-11-2-336-16,11 2-80 0,0 0-16 0,-11 7 0 15,1-1-144-15,1 3-16 0,4 3-16 0,-2 3 0 16,-1 1-160-16,2 5-48 0,2 3 0 0,1 3 0 16,1 2-144-16,0 3 192 0,2 4-192 0,3 0 192 15,1 1-192-15,1-1 128 0,0 1-128 0,4 3 128 0,2 3-128 16,-1 3 0-16,-2 1 144 0,-1-15-144 0,0 6 0 16,1 4 0-16,1 1 0 0,0 1 128 0,1-1-128 0,-3-1 0 15,0-2 0-15,-2-2 0 0,-1 4 0 0,0-3 128 16,-3 1-128-16,-2-3 0 0,-2-1 0 0,-1-2 128 15,-1 0-128-15,-1-1 0 0,-1-2 128 0,-1-2-128 16,-1-1 128-16,0-3-128 0,1-4 128 0,-2-1-128 16,-2-2 128-16,0-3-128 0,2 0 0 0,0-2 0 15,-1-3 0-15,1 1 128 0,-1-3-128 0,2-2 0 16,1-1 0-16,0 0 0 0,8-5-176 16,-7 3 0-16,7-3 0 0,0 0 0 15,0 0-1024-15,0 0-208 0,0 0-32 0,-6-5-16 16,5-3-2016-16,2-2-416 0</inkml:trace>
  <inkml:trace contextRef="#ctx0" brushRef="#br0" timeOffset="-9907.95">4218 14932 21183 0,'0'0'944'0,"0"0"192"0,0 0-912 0,0 0-224 0,0 0 0 0,0 0 0 16,0 0 5376-16,5 9 1024 0,-4 2 192 0,3 0 64 0,-1 4-3840 0,0 0-768 15,4 4-160-15,-2-1-32 0,-1 1-832 0,0 2-192 16,1 0-16-16,0 1-16 0,1-1-352 0,-2 0-80 15,1 1-16-15,0-5 0 0,0 3-224 0,0-6-128 16,1 2 160-16,-2-6-160 0,-2-1 128 0,-2-9-128 16,0 0 0-16,4 7 0 0,-4-7 0 0,0 0 128 15,0 0-128-15,0 0 0 0,0 0 0 0,5-5 0 16,1-3 0-16,-3-3 0 0,1-2 144 0,0-2-144 16,-1-2 128-16,-1-4-128 0,2-1 0 0,2-1 0 15,-1 0 0-15,0 0 0 16,-1-2 0-16,2 0 0 0,1 0 0 0,-1 0-176 0,0 2-160 15,0 1-48-15,2 1 0 0,-1 4 0 16,-1 1-1120-16,1 3-224 0,-1 3-64 0,-2 2 0 16,0 2-1568-16,-4 6-320 0,0 0-64 0</inkml:trace>
  <inkml:trace contextRef="#ctx0" brushRef="#br0" timeOffset="-9692.89">4103 15129 28559 0,'-7'1'2544'16,"-1"3"-2032"-16,-1-4-512 0,5 1 0 0,4-1 4816 0,0 0 880 0,0 0 160 0,0 0 32 16,10 0-3968-16,1 0-816 0,2-1-144 0,4 1-48 15,3-4-624-15,1 2-128 0,0-2-32 0,1 1 0 16,1-2-128-16,1 0 0 0,-1-1 144 0,-1 0-144 16,2-1-464-16,1 1-176 0,-1-1-16 0,0 1-16 31,-1-1-2032-31,-1 2-416 0,-1 0-80 0,-1 4-16384 0</inkml:trace>
  <inkml:trace contextRef="#ctx0" brushRef="#br0" timeOffset="-9532.37">4613 15094 47855 0,'0'0'2112'0,"-4"5"448"0,0 1-2048 0,1 2-512 0,2 0 0 0,0 0 0 0,-2 2 1312 0,2 1 160 15,1 1 16-15,1 3 16 0,2-2-784 0,-1 2-144 0,1-1-48 16,1 0 0-16,0-1-528 0,-1 0 0 15,3-1 0-15,-1 1 0 16,0-1-1408-16,0-2-272 0,1-2-64 0,0-1-13520 16,2-2-2704-16</inkml:trace>
  <inkml:trace contextRef="#ctx0" brushRef="#br0" timeOffset="-8810.52">4356 12729 40319 0,'0'0'1792'0,"0"0"352"0,0 0-1712 0,0 0-432 0,0 0 0 0,0 0 0 0,0 0 960 0,0 0 96 16,4 9 32-16,1 1 0 0,0 3 272 15,2 2 64-15,0 0 16 0,0 5 0 0,1-3-592 0,1 2-112 16,-1-3-32-16,0 0 0 0,-2-1-176 0,1 1-32 15,-2-2-16-15,0-1 0 0,0-1-208 0,0-1-32 16,1-1-16-16,-2-1 0 0,1-1-224 0,-5-8 176 16,0 0-176-16,0 0 160 0,0 0-160 0,0 0 192 15,0 0-192-15,8 1 192 0,-8-1-64 0,0 0 0 16,7-4 0-16,1-2 0 0,-1-2-128 0,-1-2 128 16,1-4-128-16,1-1 128 0,-1-6-128 0,3-2 0 15,-1-4 0-15,1-4-176 16,2-3-608-16,0 2-128 0,-1 0-32 0,0 4 0 15,-1 3-1536-15,-2 5-304 0,-1 2-64 0,2 6-17488 16</inkml:trace>
  <inkml:trace contextRef="#ctx0" brushRef="#br0" timeOffset="-8584.82">4344 12855 37775 0,'0'0'3360'0,"0"0"-2688"0,0 0-544 0,7-5-128 16,-1 0 2048-16,2-2 368 0,-2 2 80 0,3 0 0 16,2-2-1040-16,2 3-224 0,0-2-32 0,0-1-16 15,3 2-656-15,-1-1-128 0,0-1-16 0,0 2-16 16,1 0-240-16,0-1-128 0,-2 1 160 0,2 0-160 16,2-1-400-16,0-1-176 0,-2 2-48 0,-2 1 0 15,-1-3-1808 1,1 3-352-16,3 1-80 0</inkml:trace>
  <inkml:trace contextRef="#ctx0" brushRef="#br0" timeOffset="-8274.22">4674 12868 11055 0,'-12'11'976'16,"12"-11"-784"-16,-4 0-192 0,4 0 0 0,0 0 8320 0,0 0 1632 15,0 0 320-15,0 0 64 0,0 0-7504 0,0 0-1488 16,0 0-320-16,0 0-48 0,0 0-400 0,11 0-96 15,-1 0-16-15,0-2 0 0,0 1-272 0,-1 1-64 16,-3 0-128-16,1 1 192 0,-2 1-192 0,-5-2 128 16,0 0-128-16,4 5 0 0,-4-5 368 0,1 6-32 15,-1 1 0-15,-1 2 0 0,-3 2 176 0,-1 0 16 16,-3 2 16-16,-1 0 0 0,0 3-224 0,0-3-32 16,-1 1-16-16,-1 5 0 0,-1-2-80 0,4-1 0 15,0-2-16-15,3-1 0 0,3-3-176 0,0-3 0 16,4 0 144-16,-2-7-48 0,3 7-96 0,4-2 0 15,-7-5 0-15,8 3 0 0,2-2 0 0,2-1 0 16,2-3 0-16,1 1 0 0,2-3 0 0,2-2-128 0,2-2 128 0,4-2 0 31,2-3-1408-31,7-2-192 0,0-2-16 0</inkml:trace>
  <inkml:trace contextRef="#ctx0" brushRef="#br0" timeOffset="-7630.04">4937 13701 26719 0,'0'0'2368'0,"-6"-2"-1888"15,-1-3-480-15,2-3 0 0,-2-1 3216 0,2-1 560 16,1 3 96-16,-1-1 32 0,-3-1-2320 0,0 2-464 15,1 1-96-15,-1 2 0 0,-1 0 416 0,0 3 96 16,-5 2 0-16,1 3 16 0,-1 1-416 0,-2 4-96 0,1 3-16 0,-1 3 0 16,-2 5-448-16,1 2-112 0,-3 0-16 0,3 3 0 15,1 1-64-15,0 0 0 16,0 0-16-16,5 0 0 0,1-1-368 0,3-4 0 0,1-3 0 0,5-1 0 16,1-6 0-16,3-1-128 0,-1-2 0 0,6-2 0 15,1-2-288-15,3 0-48 0,1-4-16 16,1-4 0-16,3 0-96 0,-1-1 0 15,1-1-16-15,0-3 0 0,0-2 48 0,0-1 16 0,-2-1 0 16,2-2 0-16,-2-4 112 0,-4-1 32 0,1-1 0 0,-1-1 0 0,-2-2 160 16,-2-1 32-16,0-1 16 0,-2 0 0 0,-1 1 176 15,-1 2 0-15,-2 1-144 0,0 1 144 0,-1 3 0 16,-1 2 128-16,0 4 0 0,-1 3 0 16,0 3 464-16,-1-1 96 0,3 7 16 0,0 0 0 15,0 0 64-15,0 0 0 0,0 0 16 0,0 0 0 0,0 0-400 0,0 0-96 16,-2 9-16-16,0 2 0 0,2 0-272 0,2 4 0 15,0 2 0-15,2 1 0 0,1 0-208 0,1 2 48 16,0-1 16-16,-1 2 0 16,3-1-864-16,1-1-160 0,0 0-48 0,0-1 0 15,1-3-1472-15,-1 0-288 0,0-5-64 0,-1-1-16096 0</inkml:trace>
  <inkml:trace contextRef="#ctx0" brushRef="#br0" timeOffset="-7253.88">5055 13467 45439 0,'0'0'2016'0,"0"0"416"0,0 0-1952 0,0 0-480 0,0 0 0 0,0 0 0 15,-4 5 1632-15,1 1 224 0,2 1 64 0,1 1 0 16,1 1-752-16,2 3-144 0,-1 2-16 0,3 3-16 16,2 1-608-16,-1 4-112 0,2 3-16 0,1 1-16 15,1 0-240-15,-1 0 144 0,0 2-144 0,3-4 128 16,-3 1-128-16,0-1 0 0,-1-2 0 0,1-1 0 15,-1-6 0-15,-2 1 0 0,1-2 0 0,-1-1 0 0,-1-1 0 16,1-3 0-16,-3-1 0 0,-3-8 0 16,0 0 0-16,6 3 0 0,-6-3 0 0,6 1 0 0,-6-1-144 0,5-4 144 15,1-2-192-15,-2-2 192 0,-1-5-128 0,1-2 128 16,0 1 0-16,1-4 0 0,-2-2-144 0,1-2 144 16,0 0 0-16,1 0-144 0,0-6 144 0,1 2 0 15,-1 1 0-15,1-1 0 0,-2 2 0 16,0-2 0-16,0 1 0 0,0 3-128 15,0 3 128-15,0 1 0 0,0 1 0 0,-2 2 0 0,1 0 0 0,1 3 0 16,-3 5 0-16,0-4-128 0,2 2-128 0,0 1 0 16,-2 2-16-16,-1 6 0 15,0 0-1488-15,0 0-288 0,3-7-64 0,-3 7-12928 16,5-5-2592-16</inkml:trace>
  <inkml:trace contextRef="#ctx0" brushRef="#br0" timeOffset="-7007.96">4955 13694 21183 0,'0'0'1888'0,"-6"2"-1504"0,6-2-384 0,0 0 0 16,0 0 6496-16,0 0 1232 16,0 0 240-16,0 0 48 0,0 0-5440 0,10 3-1088 0,5-2-208 0,2-1-64 15,6-3-544-15,4 1-112 0,5-2-32 0,0-1 0 16,1-2-272-16,0 1-64 0,0-5-16 0,1 2 0 15,0 0-176-15,1 1 128 0,-1-2-128 0,0 2 128 16,0 0-320-16,-3 0-64 0,-2 0 0 0,-3 2-16 16,2-1-1088-16,-4 2-224 0,-3 1-32 0,1 2-14080 15,-2 2-2816-15</inkml:trace>
  <inkml:trace contextRef="#ctx0" brushRef="#br0" timeOffset="-5026.63">2790 16206 23951 0,'0'0'2128'0,"-5"-4"-1696"0,0 1-432 0,5 3 0 15,0 0 3296-15,0 0 576 0,0 0 112 0,0 0 32 16,0 0-1600-16,0 0-320 0,0 0-64 0,0 0-16 16,0 0-592-16,0 0-112 0,0 0-32 0,0 0 0 15,0 0-640-15,10 0-144 0,0 0-32 0,1 0 0 0,1 0-192 0,1 2-32 16,0-2-16-16,0 1 0 15,1-1-224-15,0 0 0 0,2 0 0 0,5 1 0 16,-3-1-1216-16,0 1-224 0,-2-1-48 0,-2 3-16 16,-1 2-2400-16,0-1-496 0</inkml:trace>
  <inkml:trace contextRef="#ctx0" brushRef="#br0" timeOffset="-4837.12">2823 16319 47231 0,'0'0'2096'0,"0"0"416"0,-10 2-2000 15,10-2-512-15,0 0 0 0,0 0 0 0,0 0 448 0,0 0-16 16,0 0 0-16,0 0 0 0,0 0 320 0,0 0 64 16,8 1 16-16,1-1 0 0,3 0-640 0,0 0-192 15,-2 0 128-15,2 0-128 0,0 0 0 0,1 0 0 16,1-1 0-16,7-1 0 16,-1 0-688-16,-2 0-192 0,0 1-32 0,0 1-16 15,-1-3-1776-15,1 3-368 0,5 0-64 0</inkml:trace>
  <inkml:trace contextRef="#ctx0" brushRef="#br0" timeOffset="-4140.44">3511 16070 28559 0,'-4'-6'2544'0,"-1"0"-2032"16,0 1-512-16,1 1 0 0,4 4 4352 0,0 0 768 15,0 0 144-15,-6 3 48 0,1 2-3136 0,1 3-640 16,-1 2-112-16,1 6-16 0,0 5-512 0,2 2-112 16,0 5-16-16,4 3 0 0,0 3-368 0,3 2-80 15,1-2 0-15,2 2-16 0,-1-3-176 0,2-1-128 16,1-4 144-16,-1 1-144 0,0-3 0 0,-1-1 0 15,0-5 0-15,1 3 0 16,-2-6-480-16,0-4-192 0,1-4-32 0,-8-9-16 16,0 0-912-16,0 0-176 0,0 0-48 0,0 0 0 15,0 0-1424-15,0 0-304 0,0-16-48 0</inkml:trace>
  <inkml:trace contextRef="#ctx0" brushRef="#br0" timeOffset="-3862.94">3349 16042 26719 0,'0'0'2368'0,"-4"-3"-1888"0,0-4-480 0,4 7 0 16,0 0 5280-16,0 0 960 0,2-5 192 0,-2 5 32 16,5-5-4496-16,4 0-912 0,2 0-176 0,2 1-48 15,2 0-496-15,3 1-96 0,3 2-32 0,1 1 0 16,2 0-208-16,-1 1 0 0,1 2 0 0,1-1 0 0,1 0 0 0,-3 2 0 16,2 1 128-16,-2 1-128 0,-2 1 0 0,-1-1 0 15,-1 0 0-15,-2 0 0 0,-2 1 0 16,-2 0 0-16,-3 0 0 0,1 1 0 0,-4 0 0 15,-1 1 0-15,-2 2 0 0,-3-1 0 0,-2 0 0 0,-2 0 128 16,-4 3-128-16,0-1 0 16,-3 0 0-16,0 1 0 0,-3-3 128 0,-1 2-128 15,-2-1 0-15,0-1 0 0,-1-1 0 0,-6 3 0 16,3-2-1216-16,5-2-176 0,2-1-32 0,5-2-16 16,8-5-2800-16,0 0-560 0</inkml:trace>
  <inkml:trace contextRef="#ctx0" brushRef="#br0" timeOffset="-3612.97">4081 15939 44639 0,'0'0'1984'0,"0"0"384"0,0 0-1888 16,0 0-480-16,0 0 0 0,0 0 0 0,1 9 1408 0,-1 0 192 16,0 0 48-16,-3 3 0 0,-1 1-304 0,-1 4-48 0,-3 3-16 0,-1 1 0 15,-1 2-704-15,-1 4-128 0,-3 0-48 0,1 3 0 16,-1 2-80-16,-1 1-32 0,1 0 0 0,1 1 0 15,3-3-160-15,0 1-128 16,1-1 192-16,1 0-192 0,3-2 128 0,4-3-128 0,0-3 0 0,1-2 0 16,2 0 0-16,3-5 0 0,3-1 0 15,5 1 0-15,2-4-752 0,0-4-96 16,4-3-32-16,1-3 0 0,3-3-1392 16,0-4-288-16,1-3-48 0,0-2-19104 0</inkml:trace>
  <inkml:trace contextRef="#ctx0" brushRef="#br0" timeOffset="-3282.92">4321 16069 6447 0,'-14'-17'272'0,"11"12"80"0,-1 1-352 0,0 0 0 0,1 1 0 0,3 3 0 0,0 0 9856 0,0 0 1920 16,0 0 368-16,0 0 80 0,-4 8-8512 0,3 1-1712 16,1 3-336-16,1 2-64 0,2 2-1056 0,-1 4-224 15,2 2-32-15,0 2-16 0,1 4-16 0,2 4-16 16,0 1 0-16,2 1 0 0,0-3-80 0,1 1-16 15,1-3 0-15,0-4 0 0,1 0-144 0,-1-5 0 16,-2-2 144-16,0-3-144 0,1-1 128 0,-1-4-128 16,-2-2 128-16,-1-3-32 0,-6-5-96 0,0 0 0 0,0 0 0 0,0 0 0 15,8 0 0-15,-8 0 0 16,8-5 0-16,-3 0 0 0,-2-2 0 0,-1-5 0 16,2-1 0-16,-1-2 0 0,-2-2 0 0,1-3 0 15,0-2 0-15,1-2 0 0,-1-3 0 0,1 0 0 16,0-2 0-16,1 3 0 0,-1-1 0 0,1 1 0 0,-1 1 0 0,1-7 0 31,0 8-512-31,1 5-80 0,0 1-32 0,0 5 0 16,-1 1-1104-16,2 3-240 0,-3 0-32 0,-3 9-13600 0,0 0-2704 0</inkml:trace>
  <inkml:trace contextRef="#ctx0" brushRef="#br0" timeOffset="-3065.29">4341 16203 38127 0,'-22'-2'1680'0,"14"2"368"0,-1 0-1648 0,0 1-400 0,1 0 0 0,2 0 0 0,1-3 2608 0,5 2 432 16,0 0 96-16,0 0 0 0,0 0-1120 0,0 0-224 16,0 0-64-16,10-1 0 0,0-1-1088 0,3 1-208 15,2-2-48-15,0 1-16 0,2-5-208 0,2 3-32 16,2 0-128-16,9-1 192 0,-3-3-192 0,-2 3 0 16,-1 0 0-16,1 2 0 15,-1 2-896-15,-2 0-192 0,0-1-16 0,-2 2-16 16,-1 4-1440-16,1 4-304 0,-2 3-48 0,-1-1-17872 0</inkml:trace>
  <inkml:trace contextRef="#ctx0" brushRef="#br0" timeOffset="-2775.62">4616 16450 15663 0,'0'0'1392'0,"0"0"-1120"0,0 0-272 0,0 0 0 16,0 0 7264-16,0 0 1392 0,0 0 288 0,0 0 48 15,0 0-5840-15,11 4-1168 0,-1-4-224 0,3 0-48 16,0 0-1040-16,2 0-208 0,-1-3-32 0,2 2-16 15,-2-2-192-15,-1 2-32 0,-2-1-16 0,-11 2 0 16,10 0-176-16,-10 0 0 0,0 0 144 16,0 0-144-16,0 0 256 0,0 0 0 0,5 11-16 0,-5-11 0 15,-1 13 16-15,-2 1 16 0,-2 2 0 0,-1 1 0 16,-2-3-96-16,1 0-32 0,1 2 0 0,0-2 0 16,3-2-144-16,0 0 0 0,2-2 0 0,1-10 128 15,2 12-128-15,2-1 0 0,-4-11 0 0,8 7 0 0,0 0 0 16,2-2 0-16,2-2 0 0,1-2 48 0,1-1-368 15,2-3-64-15,0-2-16 0,3-1 0 16,2-2-720-16,0-3-144 0,-2 0-16 16,1-4-16-16,1-3-2928 0,1 2-592 0</inkml:trace>
  <inkml:trace contextRef="#ctx0" brushRef="#br0" timeOffset="-2613.51">5073 16302 12895 0,'0'0'576'0,"0"0"112"15,0 0-560-15,0 0-128 0,0 0 0 0,0 0 0 0,6-6 8000 0,1 1 1552 16,1-1 320-16,3 2 64 0,4-1-7136 0,2 1-1440 16,1-1-272-16,1 2-64 0,1-2-816 0,1 4-208 15,0-2 0-15,1 2 0 16,1-2-784-16,0 2-240 0,-3-1-64 0,1 0-13776 16,3 1-2768-16</inkml:trace>
  <inkml:trace contextRef="#ctx0" brushRef="#br0" timeOffset="-2245.74">5420 15974 45551 0,'0'0'2016'0,"0"0"416"0,0 0-1936 0,0 0-496 0,0 0 0 0,0 0 0 16,-6 9 2160-16,6-9 336 0,-1 13 64 0,2 3 0 0,1 2-1376 0,2 1-288 15,-2 2-48-15,2 1-16 16,1 2-528-16,2 2-112 0,-1 1-32 0,5 5 0 0,0 1-160 0,1 0 192 15,-1-3-192-15,0-3 192 0,1-3-192 0,-1-5 128 16,-2-4-128-16,-2-3 128 0,1-2-80 0,-1-1-48 16,-7-9 0-16,9 5 0 0,-9-5 0 0,8 6 0 15,-8-6 0-15,0 0 0 0,10 0 0 0,-1-4 0 16,-9 4 0-16,11-7 0 0,-3 1 0 0,-1-4 0 16,3 0 0-16,-4-3 0 0,-1-3 0 0,0-2 0 15,-1-4 0-15,2-2 0 0,-1-2 0 0,-1 2 0 16,0-4 0-16,0 1 0 0,-1-2 0 0,1 3 0 15,0 1 0-15,0 2 0 0,-1-1 0 0,-1 2 0 16,4-1 0-16,-1 2 0 0,0 0 0 0,2 3 0 16,-1 1 0-16,-1 0 0 15,3 1-368-15,0 2-64 0,0 1-16 0,0 2 0 16,1 2-1360-16,-1 1-288 0,-8 8-48 16,0 0-21200-16</inkml:trace>
  <inkml:trace contextRef="#ctx0" brushRef="#br0" timeOffset="-2026.89">5404 16201 27647 0,'-13'-6'1216'0,"13"6"256"0,-7-2-1168 0,7 2-304 0,0 0 0 0,0 0 0 16,0 0 5712-16,0 0 1088 0,12-4 224 0,1 0 32 16,0 0-4960-16,3-2-1008 0,2 0-192 0,3 1-32 15,1 0-640-15,3 1-224 0,2-5 144 0,3 5-144 0,2-3 128 0,-3 2-128 16,-1 0 128-16,1 1-128 15,-1-1-384-15,-2 2-144 0,-5 2-48 0,-1 1 0 16,-2 0-1408-16,-2 0-272 0,-2 3-64 0,-1 3-12448 16,-1 6-2480-16</inkml:trace>
  <inkml:trace contextRef="#ctx0" brushRef="#br0" timeOffset="-1848.67">5885 16259 40319 0,'0'0'1792'0,"0"0"352"0,0 0-1712 0,0 0-432 0,0 12 0 0,0-12 0 0,3 12 2720 0,0 1 464 15,1 0 80-15,0-1 32 0,-1 2-1696 0,0 2-352 16,0-2-64-16,1 1-16 0,0 1-752 0,0-2-160 16,0 1-16-16,1-2-16 0,1-1-224 0,-1-2 0 15,1 0 0-15,-1 0 0 16,-5-10-512-16,6 7-192 0,-6-7-32 0,0 0-16 16,0 0-1568-16,0 0-320 0,0 0-64 0,0 0-18816 0</inkml:trace>
  <inkml:trace contextRef="#ctx0" brushRef="#br0" timeOffset="-1503.23">5998 15751 15663 0,'0'0'688'0,"0"0"144"0,0 0-656 0,0 0-176 0,7-5 0 0,-7 5 0 15,0 0 7264-15,13 0 1424 0,0 2 272 0,1 5 64 16,1 2-5936-16,3 1-1184 0,3 5-240 0,0 2-64 0,-3 2-704 0,1 1-128 15,1 2-48-15,1 4 0 16,1 4-256-16,0 0-48 0,0 2-16 0,-1 2 0 16,-1-2-272-16,-2-1-128 0,-2-1 0 0,-1 1 128 15,0 1-128-15,-4-1 0 0,0 0 144 0,-3 3-144 16,-4-4 0-16,-1-1 128 0,0-1-128 0,-3 1 0 0,-1-4 0 16,-1 1 0-16,0-1 0 0,-2-2 128 0,-3 1-128 0,0-4 0 15,-3 1 0-15,0-2 0 0,-2 0 160 0,1-6-32 16,-5-1-128-16,0 0 192 0,1-6-128 0,-1 3-64 15,0-1 0-15,2-1 0 0,0-1 0 0,1-2 0 16,2 1 0-16,1-1 0 0,-1-1 0 0,11-3 0 16,-10 1 0-16,10-1 0 15,-11 0-1184-15,11 0-224 0,0 0-64 0,0 0-23264 0</inkml:trace>
  <inkml:trace contextRef="#ctx0" brushRef="#br0" timeOffset="9555.39">10169 10265 6447 0,'0'0'576'0,"0"0"-576"0,0 0 0 0,0 0 0 15,0 0 4736-15,0 0 848 0,0 0 176 0,0 0 16 16,0 0-1680-16,0 0-352 0,-3-7-64 0,3 7-16 0,0 0-848 0,0 0-160 16,0 0-32-16,-6 2-16 0,-2 1-1200 0,0 3-224 15,-1 0-48-15,1 1-16 0,0 3-496 0,-1 3-112 16,-2-2 0-16,0 3-16 0,2 0-240 0,0 2-64 16,0 0 0-16,1-1 0 0,1 0-192 0,1 0 144 15,-1-2-144-15,2 2 128 0,0-4-128 0,1 1 0 16,0-3 0-16,2-1 0 0,2-8 0 0,-3 7 0 15,3-7 0-15,0 0 0 0,0 0 0 0,0 0-144 16,0 0 144-16,0 0-208 0,0 0-112 0,0 0 0 16,5-7-16-16,2-2 0 0,2-3 32 0,0-2 16 15,0-3 0-15,3-1 0 0,0-3 32 0,1 1 16 16,-2-3 0-16,2-1 0 0,0-1 48 0,0 1 0 16,-1 0 0-16,-1 5 0 0,-2-1 192 0,-1 2-176 15,-2 4 176-15,-1 3-160 0,-1 3 160 0,-4 8 0 16,0 0 0-16,0 0 0 0,0 0 240 0,0 0 16 15,0 0 16-15,0 0 0 0,7 7-48 0,-1 1-16 16,2 1 0-16,0 1 0 0,-2 1-80 0,1-1 0 0,1 0-128 16,0 1 192-16,-1-1-192 0,2 2 128 0,1-2-128 15,-1 1 0-15,1-2 0 0,1 0 0 0,-1 0 0 16,0 0 0-16,0 1 0 0,0-1 128 0,2-2-128 0,-2 1 0 16,-2-1 0-16,1-1 0 0,0 2 0 0,0-1 0 15,0-3 0-15,1 1 0 0,-4 0 0 0,-6-5 0 16,8 5-128-16,-8-5 128 0,6 5 0 0,-6-5 0 15,0 0 0-15,0 0-128 0,2 8 128 0,-2-8 0 16,-4 8 0-16,-3 1 0 0,0-2 0 0,-1 1 144 0,1 1-144 16,-5-3 160-16,-2 2-160 0,-2 0 160 0,0-2 0 15,-1 2 0-15,0-1 0 0,-3-1 0 0,2-2-160 16,-3 1 160-16,0 1-160 0,0-1 160 0,0-1-160 16,-1 0 0-16,0 0 144 0,2-2-144 0,2 1 0 15,1-2 0-15,3-1 0 0,2 0-128 16,2-1-960-16,3 1-176 0,7 0-32 0,0 0-14368 15,5-7-2864-15</inkml:trace>
  <inkml:trace contextRef="#ctx0" brushRef="#br0" timeOffset="10254.86">10964 9982 13823 0,'0'-12'608'0,"0"12"128"0,-1-6-592 0,0-1-144 0,1-2 0 0,-2 1 0 0,2 2 6544 0,0 6 1280 16,-1-7 256-16,0 2 48 0,-1 0-4688 0,2 5-944 16,0 0-192-16,0 0-48 0,0 0-1088 0,0 0-208 15,0 0-64-15,0 0 0 0,0 0-464 0,-1 11-112 16,0 5 0-16,0 4-16 0,-2 3-112 0,0 4 0 15,-1 5-16-15,-1 3 0 0,1 3-176 0,2 0 128 16,-1-2-128-16,2-1 128 0,-1-1-128 0,2-1 0 16,0-2 0-16,0-1 0 0,2-1 0 0,-1-3 0 15,2-3 0-15,-1 1 0 0,0-7 0 16,0-2 0-16,1-2-160 0,1-1 160 0,1-3-320 0,0-1 16 16,2-3 16-16,0-2 0 15,3-3-96-15,0-1-32 0,0-3 0 0,4-3 0 16,0-1-16-16,1-3 0 0,2-6 0 0,2-2 0 0,0-2 112 0,2-2 32 15,3-4 0-15,-2-2 0 0,-1-5 64 0,-1-2 16 16,1-2 0-16,0-1 0 0,1 0 208 16,-2 1-176-16,-3 1 176 0,-2 5-160 0,-1 2 160 0,-3 4 0 0,-2 2 0 0,-2 3 0 15,-2 6 128-15,-1 3 64 0,-1 4 16 0,-1 0 0 16,-2 8 464-16,0 0 96 0,0 0 0 16,0 0 16-16,0 0-256 0,-1 8-48 0,-2 5-16 0,1 1 0 15,-1 5-336-15,2 3-128 0,-2 4 0 0,1 3 144 16,0 1-144-16,1 2 0 0,0 1 0 0,1-2 0 15,1-2 0-15,0-3 0 0,1 1 0 0,0-3 0 16,0-1-128-16,0-2-64 0,-1-3-16 0,2-1 0 16,1-2-816-16,-1-2-144 15,-2-3-48-15,0-1 0 0,-1-9-816 0,1 7-160 16,-1-7-48-16,0 0 0 0,6 2-2112 0,-6-2-416 0</inkml:trace>
  <inkml:trace contextRef="#ctx0" brushRef="#br0" timeOffset="10516.01">10752 9930 29487 0,'0'0'1296'0,"0"0"288"0,0 0-1264 0,0 0-320 16,0 0 0-16,0 0 0 0,6-6 4032 0,2 3 736 15,1-3 160-15,2 2 16 0,0 1-3152 0,4-1-624 16,-1 0-128-16,3 1-16 0,3-1-512 0,-2 2-112 16,1-1-16-16,2 0 0 0,-1-1-384 0,2 2 0 15,0-3 128-15,0 2-128 16,2-1-720-16,-1 2-176 0,-1-1-48 0,2-1 0 16,1 0-2192-16,-1 0-448 0,6 0-96 0</inkml:trace>
  <inkml:trace contextRef="#ctx0" brushRef="#br0" timeOffset="10699.75">11366 9815 28559 0,'0'0'2544'0,"0"0"-2032"0,0 0-512 0,0 0 0 16,0 0 3856-16,0 0 688 0,0 0 128 0,0 0 16 15,0 0-2912-15,0 0-592 0,8 1-112 0,1-1-32 16,1-1 96-16,3 0 16 0,4-2 0 0,0 0 0 0,1 2-720 0,3-1-144 16,0-2-32-16,3 2 0 0,-1 1-256 0,0-2 0 15,1 0 0-15,-1 0 0 16,1 2-944-16,-2 1-240 0,-1 4-48 0,-3-4-16 15,-1-3-2272-15,0 6-464 0</inkml:trace>
  <inkml:trace contextRef="#ctx0" brushRef="#br0" timeOffset="13283.06">12022 10164 23039 0,'0'0'2048'0,"0"0"-1648"0,-7-4-400 0,2 3 0 0,-2 1 6080 0,7 0 1152 0,0 0 208 0,0 0 48 0,-4-4-5120 0,4 4-1040 16,0 0-208-16,0 0-32 0,0 0-176 0,0 0-16 0,0 0-16 0,8-2 0 15,1-1-688-15,0 2-192 0,2-1 0 0,2 1 128 16,3 1-128-16,2-2 0 16,1 0 0-16,4 1 0 0,0 0 0 0,1 1 0 0,2-4 0 15,-2 2 0-15,1 0-192 0,-1 0 64 0,-1 1 0 0,-1 0 0 16,0 0-944-16,-1 1-176 16,-3-2-32-16,-2 1-16 0,-3 0-880 0,-2 1-160 15,-4 0-32-15,-7 0-11600 0,7 1-2320 0</inkml:trace>
  <inkml:trace contextRef="#ctx0" brushRef="#br0" timeOffset="13450.61">12032 10300 29487 0,'-7'-1'2624'0,"1"1"-2112"15,6 0-512-15,0 0 0 0,0 0 3872 0,0 0 672 16,0 0 128-16,0 0 16 0,0 0-3456 0,8-3-688 16,-8 3-144-16,13-3-16 0,1 1-32 0,4 1 0 15,2-2 0-15,2 2 0 0,0-2-352 0,3 0 0 16,0 2 0-16,2 0-128 15,2-1-1744-15,0 2-352 0,1 0-64 0,-2 2-17088 0</inkml:trace>
  <inkml:trace contextRef="#ctx0" brushRef="#br0" timeOffset="13677.79">12686 10399 43775 0,'0'0'1936'0,"0"0"400"0,0 0-1872 0,-5 4-464 0,5-4 0 0,-5 5 0 16,0 2 1152-16,1-1 128 0,-1 1 16 0,1 2 16 15,1 0-208-15,1 3-32 0,-1 1-16 0,2-2 0 16,-1 1-800-16,1 1-256 0,0 0 160 0,1-1-160 16,0-3 0-16,0 0-256 0,0 0 48 0,0-1 0 15,0-8-2064-15,0 0-416 0,2 7-64 0,-2-7-10928 16,7 4-2176-16</inkml:trace>
  <inkml:trace contextRef="#ctx0" brushRef="#br0" timeOffset="14070.1">13376 9957 47343 0,'0'0'2096'0,"0"0"432"0,0 0-2016 0,-6 0-512 16,6 0 0-16,-7 3 0 0,1 1 1168 0,-1 2 144 15,-5-1 32-15,2 4 0 0,-2 2-192 0,0 5-48 16,-1 3 0-16,-2 5 0 0,-2 3-672 0,-1 3-144 16,-1 3-32-16,2 0 0 0,0 1-64 0,2-1-32 15,0 1 0-15,4 0 0 0,3-3-160 0,3 2 128 16,1-3-128-16,2-2 128 0,2-2-128 0,2-2 0 16,2-3 0-16,3-2 0 0,4-3 0 0,2-3-144 15,3-3 144-15,2-2-160 0,3-3-80 0,1-1-16 16,0-4 0-16,3 0 0 0,1-4 112 0,0-2 16 0,-1-2 0 15,1-2 0-15,2-2 128 0,-1-4-128 0,-3-1 128 0,0-5-128 16,-1-1 128-16,-1-2 0 0,-1-1 0 0,0 1 0 16,-1-2 0-16,-7 1 0 0,-3-2 0 15,-1 1 0-15,-2-1 128 0,-2 1-128 0,-1 1 128 16,-4 1-128-16,-4 0 192 0,-4 3-48 0,-4 1 0 0,1 2 0 16,-2 1-16-16,-2-1-128 0,-2 2 192 15,2 2-64-15,-1 0-272 0,-1 2-64 0,-1 2-16 0,0 2 0 31,-2 1-1360-31,3 2-272 0,5 3-48 0,1 3-13648 0,0 1-2720 0</inkml:trace>
  <inkml:trace contextRef="#ctx0" brushRef="#br0" timeOffset="14326.1">13437 10308 28559 0,'0'0'2544'0,"0"0"-2032"16,0 0-512-16,0 0 0 0,0 0 4688 0,0 0 848 15,3 10 160-15,0 2 48 0,-2 2-3760 0,0 5-768 16,1-3-128-16,-2 3-48 0,1 0-304 0,-1 2-64 0,0-1-16 0,1-1 0 16,0 1-464-16,1-2-192 0,-1-1 128 0,0-1-128 15,1-2 0-15,2-1 0 16,-2-1 0-16,2-3 0 15,0-1-1776-15,3-2-224 0,0-3-48 0,4 1-13120 16,-1-4-2608-16</inkml:trace>
  <inkml:trace contextRef="#ctx0" brushRef="#br0" timeOffset="14641.33">13793 10391 16575 0,'0'0'736'0,"0"0"160"0,-2-4-720 0,2 4-176 0,0 0 0 0,0 0 0 16,0 0 7488-16,0 0 1472 0,9-2 304 0,0 2 48 0,0-3-6560 0,2 3-1328 15,0 0-256-15,2 0-48 0,0 3-672 0,0-2-128 16,-1 2-16-16,0 1-16 0,0-2-288 0,-2 2 0 16,-1 1 0-16,-1 0 0 0,0 1 0 0,-3 0 0 15,-5-6 128-15,1 9-128 0,1 3 0 0,-5 1 128 16,-2 3-128-16,-3-3 0 0,-2 1 288 0,0 2-48 16,-1-2-16-16,-4 2 0 0,0-2 64 15,0 2 16-15,2-3 0 0,2 0 0 16,0-1-112-16,2-1 0 0,0-2-16 0,4 1 0 0,2-3-176 0,3-7 0 15,0 0 0-15,0 0 0 0,4 8 0 0,1-1 0 16,-5-7 0-16,9 5 0 0,0-2 0 0,3-2 0 16,1-1 0-16,2-1 0 0,-1-2 0 0,2 0-224 15,0-2 48-15,3 0 16 16,2-2-832-16,-2 0-160 0,1-3-48 0,1 1 0 16,-1-1-1536-16,1 1-304 0,1-2-64 0</inkml:trace>
  <inkml:trace contextRef="#ctx0" brushRef="#br0" timeOffset="14836.88">14411 10306 45951 0,'0'0'2048'0,"0"0"400"0,0 0-1952 0,0 0-496 0,8-1 0 0,0-3 0 16,-2 2 1344-16,2 2 192 0,-1-3 16 0,2 3 16 15,-1-3-480-15,1 1-80 0,5-1-32 0,2 2 0 16,1 0-752-16,0-1-224 0,0 1 0 0,0 0 128 15,0 1-1344-15,0-2-256 0,1 0-48 0,0 2-21488 16</inkml:trace>
  <inkml:trace contextRef="#ctx0" brushRef="#br0" timeOffset="15384.49">15074 10464 16575 0,'0'0'1472'0,"0"0"-1168"0,0-6-304 0,0 6 0 0,1-7 5440 0,-1 7 1040 16,-5-4 208-16,-1 0 32 0,4 2-3456 0,-1 2-688 15,-1 0-144-15,0 2-16 0,1 5-880 0,-4 2-160 16,-1 3-32-16,2-1-16 0,0 5-848 0,0 0-160 16,1-1-48-16,1 1 0 0,1 0-272 0,3-1 0 15,-1 0 0-15,2 0 0 16,4 0-1776-16,1-5-400 0,0-2-96 0,6-3-20000 0</inkml:trace>
  <inkml:trace contextRef="#ctx0" brushRef="#br0" timeOffset="15952.99">15538 9966 15663 0,'0'0'1392'0,"0"0"-1120"0,0 0-272 0,0 0 0 15,0 0 7360-15,0 0 1408 0,0 0 272 0,1 9 64 16,-2 3-6128-16,-1 2-1232 0,1 2-240 0,0 4-48 15,-1 3-624-15,-1 3-128 0,-1 4-32 0,0 0 0 16,-1-1-352-16,-1-2-80 0,1 1-16 0,0-1 0 16,-2-2-32-16,2-2-16 0,1-2 0 0,2-3 0 15,-1-1-176-15,2-2 0 0,-1-2 0 0,1-3 128 0,0-2-128 0,1-8 0 16,0 8 0-16,0-8 0 16,0 0 0-16,0 0 0 0,0 0 0 0,0 0 0 15,0 0-192-15,0 0 192 0,9-4-160 0,0-1 160 0,2-5 0 0,-1 0 0 16,-1-3-128-16,1-1 128 0,2-3 0 0,3-3 0 15,-1-2 0-15,3-3 0 0,0-3 0 0,0 0 0 16,-2-2 0-16,2 1 0 16,0 2 0-16,0 4 0 0,0-1 0 0,-2 5 0 0,-4 3 0 0,-2 4 0 15,-1 3 0-15,-1 4 0 0,-7 5 0 16,0 0 160-16,0 0-32 0,5 6 0 0,-1 6 64 0,-2 1 16 16,0 5 0-16,-1 6 0 0,-1 2-208 15,1 3 128-15,2 1-128 0,-2-3 0 0,2 2 128 16,1-5-128-16,1 1 0 0,2-1 0 0,-2-3 0 0,1-2 0 15,2-1 0-15,0-2 0 0,0-3 0 0,1-3 0 16,0-2 0-16,-1-1 0 0,0-3 0 0,-1-2 0 16,1-2 0-16,1 0 0 0,-1-1 0 0,0-3 0 15,0 0 0-15,0-5 0 0,0 0 0 0,-1-3 128 16,1-1-128-16,1-1 0 0,-1-2 0 0,1-3 0 0,0-1 128 16,2-2-128-16,-2-3 0 0,0-4 0 0,0 1 0 0,0 0 0 15,0 1 0-15,-1 2 0 0,0 3 0 0,0 1 0 16,-3 2-208-16,0 2 16 0,1 2 0 0,-3 2 0 15,1 2-976-15,-1 1-192 16,0 3-48-16,-2 0 0 0,0 1-2016 0,-1 6-416 0</inkml:trace>
  <inkml:trace contextRef="#ctx0" brushRef="#br0" timeOffset="16167.73">15285 9836 28559 0,'0'0'2544'0,"0"0"-2032"0,0 0-512 0,0 0 0 0,0 0 5248 0,0 0 960 15,0 0 192-15,8 5 48 0,2-5-5104 0,4 1-1024 16,7 1-320-16,3-2 160 0,3-2 64 0,3 1 16 16,1 1 0-16,3-3 0 0,0 1-240 0,1 1 0 15,-1-3-144-15,0 1 144 16,-1-2-2128-16,1 0-336 0,0-1-64 0</inkml:trace>
  <inkml:trace contextRef="#ctx0" brushRef="#br0" timeOffset="16336.37">16135 9752 28559 0,'0'0'2544'0,"0"0"-2032"16,0 0-512-16,0 0 0 0,0 0 4160 0,0 0 752 15,8-6 144-15,-1 2 16 0,1 3-2928 0,3-2-592 0,0 0-112 0,4 1-32 16,0-1-736-16,4 1-160 0,-1 0-16 0,4 1-16 31,3-3-864-31,1 3-192 0,1 1-16 0,1 0-14960 0,-1-2-2976 16</inkml:trace>
  <inkml:trace contextRef="#ctx0" brushRef="#br0" timeOffset="16737.12">16246 10318 21183 0,'0'0'944'0,"0"0"192"0,0 0-912 16,0 0-224-16,0 0 0 0,6-1 0 0,-1-2 6480 0,2 1 1264 16,2-2 240-16,0 1 48 0,0-2-5440 0,2 1-1088 15,0 0-224-15,1 2-32 0,-1 0-752 0,-1 1-160 16,-1 1-16-16,0 0-16 0,-1 1-48 0,-8-1 0 15,7 3 0-15,-7-3 0 0,0 0 32 0,0 0 0 16,0 0 0-16,1 9 0 0,-4 0-32 0,-1 0 0 16,-1 2 0-16,-3 2 0 0,-3 0-112 0,-2 0-16 15,0 1-128-15,0-1 192 0,-2 0-128 0,3 0-64 16,1 0 0-16,0-1 0 0,2 0 0 0,3-2 0 16,0-1 0-16,4-1 0 0,0 1 0 0,2-9 0 0,2 7 0 0,2-1 0 15,-4-6 0-15,8 4 0 0,3 0 0 0,1-1 0 16,2-1 0-16,2-2 0 0,0 0 0 0,2-1 0 15,1-2 0-15,2 1 0 0,1-3 0 0,1 1 0 16,-3 0 0-16,1 1 0 0,-1-1 0 0,-1 2 0 0,1 0 0 0,0 0 0 16,-6-1 0-16,2 0 0 15,0 1-1712-15,0 1-336 16</inkml:trace>
  <inkml:trace contextRef="#ctx0" brushRef="#br0" timeOffset="20537.96">10165 12061 25791 0,'0'0'2304'0,"0"0"-1856"16,0 0-448-16,0 0 0 0,0 0 4624 0,0 0 832 15,0 0 176-15,0 0 16 0,0 0-2848 0,0 0-576 16,-5 7-112-16,1 1-32 0,1 2-976 0,-1 3-192 0,-1 3-32 0,0-1-16 16,0 2-528-16,0 3-96 0,-1 2-32 0,0 2 0 15,-1 0-208-15,2-3 0 0,0 0 128 0,1-1-128 16,-1-2 0-16,1-4 0 0,1-1 0 0,2-1 0 16,0-3-1216-1,2-2-128-15,-1-7-16 0,0 0-16 16,9 5-2208-16,3-5-448 0,2-4-96 0</inkml:trace>
  <inkml:trace contextRef="#ctx0" brushRef="#br0" timeOffset="20909.76">10666 11821 24879 0,'0'0'2208'0,"0"0"-1760"0,0 0-448 0,0 0 0 0,0 0 4848 0,0 0 880 15,-6 2 176-15,6-2 48 0,-5 4-3168 0,-1 2-624 16,-1-2-128-16,-1 3-32 0,3 2-928 0,-1 2-192 15,-3 4-48-15,-1 2 0 0,0 4-464 0,0 5-112 16,-2 4 0-16,-1 4-16 0,0 2-96 0,1 2-16 16,2-3 0-16,0 3 0 0,3-2-128 0,1 0 128 15,4-1-128-15,2-7 128 0,1 0-128 0,3-5 0 16,1-2 0-16,4-4 0 0,3-4 0 16,1-2 0-16,2-2 0 0,1-3 0 15,3-3-192-15,0-3 192 0,2-3-160 0,0-1 160 0,0-2-144 0,0-3 144 16,1-2-128-16,-1-2 128 0,-3-2 0 0,-1-4-128 0,-3 0 128 0,1-3 0 15,-2-1 0-15,-2-1 0 16,-3-2 0-16,-3-2 0 0,2-2 0 0,-3 0 0 0,-2 0 0 0,-2 0 0 16,0 0 0-16,-2 4 0 0,-3 3 0 15,-2-1 128-15,-2 5-128 0,-1-2 0 0,-2 3 0 16,-1 1 0-16,-2 1 0 0,-2 3-256 0,1 0 32 0,0 2 16 16,0 4-1408-1,2 0-288-15,0-2-48 0,3 4-13696 0,3 2-2736 0</inkml:trace>
  <inkml:trace contextRef="#ctx0" brushRef="#br0" timeOffset="21186.58">10706 12123 34095 0,'0'0'3024'0,"0"0"-2416"16,-5 5-480-16,0 1-128 0,2 2 4128 0,-1 3 800 16,0 0 176-16,0 6 16 0,0 0-3120 0,2 4-624 15,-1 1-128-15,1 2-32 0,0-1-768 0,2-1-176 16,0-1-16-16,2-1-16 0,-1-1-240 0,2-2 0 16,0-1 0-16,1-2 0 15,2-1-464-15,-1-1-144 0,0 0-32 0,2-3 0 16,-1-1-1024-16,2-3-224 0,1-1-32 0,1-2-13376 15,5-2-2656-15</inkml:trace>
  <inkml:trace contextRef="#ctx0" brushRef="#br0" timeOffset="21537.17">10984 12205 49359 0,'0'0'2176'0,"0"0"464"0,0 0-2112 0,0 0-528 0,0 0 0 0,0 0 0 16,0 0 1200-16,0 0 128 0,9 1 16 0,1 0 16 15,2 1-464-15,1-2-80 0,1 0-32 0,1 0 0 16,-2 0-576-16,-1 1-208 0,-1 0 144 0,0 1-144 16,-1 0 128-16,-2 2-128 0,-1 1 128 0,-2-1-128 15,-5-4 192-15,2 9-64 0,1-2 0 0,-3 2 0 0,-3 1 112 0,-1 2 16 16,-1 0 0-16,-1 2 0 0,-3 2-256 16,-1-1 0-16,-3 0 0 0,2 0 128 0,-1 0-128 0,0-1 0 15,0 0 0-15,1 1 0 16,0-5 0-16,1 1 0 0,1-2 0 0,1 0 0 0,1 1 0 0,2-3 0 15,3-1 0-15,2-6 0 0,0 0 0 0,0 0 0 16,0 0 0-16,6 7 0 0,2-3 0 0,2 0 0 16,2-2 0-16,2-2 0 15,2-2 0-15,1-1 0 0,0 2 0 0,0-3 0 0,0 0 0 0,1 0 0 16,-2 1 0-16,-1 0 0 0,1-1 0 0,1 0 0 0,-3 1 0 16,1-1 0-1,-2 0-912-15,2 0-176 0,4 0-48 0,-2-1-23952 0</inkml:trace>
  <inkml:trace contextRef="#ctx0" brushRef="#br0" timeOffset="22180.67">11975 12083 20271 0,'0'0'1792'0,"0"0"-1424"16,0 0-368-16,0 0 0 0,0 0 6256 0,0 0 1168 0,0 0 256 0,7-2 32 16,4-1-5216-16,-1 1-1056 0,-1-2-208 0,6 0-32 15,2-1-528-15,1 1-96 0,3-2-32 0,0 3 0 16,1-1-416-16,-1 0-128 0,0 0 0 0,-1 1 0 16,1-1 0-16,0 2 0 0,0 2-208 0,-4-3 80 15,-3 3-1888-15,-1 0-368 0,-2 3-80 0,1-3-12032 16,-3 2-2400-16</inkml:trace>
  <inkml:trace contextRef="#ctx0" brushRef="#br0" timeOffset="22328.59">12032 12197 46815 0,'-13'10'2080'0,"6"-6"416"0,1 0-1984 0,6-4-512 16,0 0 0-16,0 0 0 0,0 0 1024 0,0 0 96 16,0 0 32-16,0 0 0 0,0 0-416 0,12 4-80 15,3-3-16-15,5-2 0 0,3 0-640 0,5-4 0 16,0 1-256-16,4-3 80 15,0-1-1648-15,2 2-336 0,3-3-64 0,-2 2-18960 0</inkml:trace>
  <inkml:trace contextRef="#ctx0" brushRef="#br0" timeOffset="22908.57">13139 11920 28559 0,'0'0'2544'0,"0"0"-2032"0,0 0-512 0,0 0 0 16,0 0 4944-16,0 0 896 0,0 0 176 0,-5 4 48 0,-2 2-3984 0,1 3-800 16,-2 2-144-16,1 6-48 15,-1 3-320-15,-1 3-80 0,-4 2-16 0,0 1 0 16,2 0-320-16,0 2-64 0,-2-4-16 0,1 0 0 0,3 1-80 0,0-6-32 15,0 0 0-15,1-4 0 16,4-2-160-16,0 0 0 0,0-6 0 0,4-7 0 0,0 0 0 16,0 0 0-16,0 0 0 0,0 0 0 0,0 0-224 0,6-4-32 15,1-3 0-15,1-3 0 0,0-3 32 0,1-1 0 16,0-2 0-16,0 0 0 0,2-6 32 0,1 1 0 16,-1-2 0-16,0-2 0 0,1 0 32 15,-1-2 16-15,2 1 0 0,0 2 0 0,-1 2 144 0,0 5 0 16,-2 2-144-16,-1 4 144 0,-1 3 0 0,-3 3 0 0,-5 5 0 0,0 0 0 15,0 0 256-15,0 0 80 0,0 0 16 0,0 0 0 16,0 0 32-16,7 5 0 16,-1 2 0-16,1 1 0 0,-2 1-256 0,2 1-128 0,-1 1 160 15,2 2-160-15,0 0 0 0,1 0 0 0,-1 4 0 0,1-3 0 16,0 2 128-16,1-1 0 0,1 0-128 16,-1-1 192-16,-1 0-192 0,1 1 0 0,0-1 0 15,-2 0 0-15,0 1 0 0,-2-2-160 0,2-2 32 0,-3 0 0 16,-1-2 128-16,0-1 0 0,0-2 0 0,-4-6 0 15,0 0-128-15,0 7 0 0,0-7 0 16,0 0 0-16,0 0 128 0,-5 5 0 0,-3-1 0 16,0 0 0-16,-1-1 0 0,-4-1 0 0,-3 1 0 0,-2-1 0 15,-2 2-128-15,-2-2 0 0,-2-1 0 0,-3 3 0 0,0-3-64 16,0 2 0-16,-1 1 0 0,2-2 0 16,1 1-624-1,3-2-128-15,5 0-16 0,3 2-16 0,2-3-1776 0,12 0-368 16,0 0-64-16</inkml:trace>
  <inkml:trace contextRef="#ctx0" brushRef="#br0" timeOffset="23656.38">13739 11820 23951 0,'0'0'2128'0,"3"-4"-1696"0,1-4-432 0,0 1 0 0,2-1 4336 0,-1 1 784 15,1 2 144-15,-6 5 48 0,7-4-2128 0,-7 4-432 16,0 0-64-16,0 0-32 0,6 1-1120 0,-6-1-240 16,0 0-32-16,4 9-16 0,0 3-688 0,-3 4-144 15,-1 2-32-15,-3 0 0 0,-3 3-208 0,-2 3-48 16,-1 2-128-16,-1 2 192 0,-1 4-192 0,1 0 0 16,1 0 0-16,1 0 128 0,2-2-128 0,2-4 0 31,1-2 0-31,4-1 0 0,1-5 0 0,2 1 0 0,1-5 0 0,1-2 0 0,3-3 0 15,3-1 0-15,1-6 0 0,3 0 0 0,1-4-368 0,0 0-16 16,2-6 0-16,0 0 0 0,0-5 128 0,2-1 0 16,-1-2 16-16,-1-1 0 0,1-2 240 0,-2-2-176 0,0-5 176 15,0-2-160-15,2 0 160 0,-3 0 0 0,0-3 0 16,0 2 0-16,-2-1 0 0,1 4 0 0,0-3 0 16,-2 5 0-16,-2-1 0 0,-2 4 0 0,-2 4 0 0,-1 4 0 15,-2 1 0-15,-1 5 192 0,-4 7-32 16,0 0-16-16,0 0 176 0,0 0 16 0,0 0 16 0,0 7 0 15,0 5-160-15,-2 2-16 0,1 3-16 0,-2 2 0 16,0-2-160-16,-1 2 0 0,-2 2 0 16,3 1 0-16,0 2 0 0,2-1 0 0,-1 3 0 0,4-2 0 15,-4 2 0-15,4-3 0 0,2-1-144 0,-2-1 144 16,2-3-832-16,0 1-48 0,-1-6-16 16,2-3 0-16,-3-1-1296 0,-2-9-272 0,0 0-48 15,0 0-12336-15,0 0-2480 0</inkml:trace>
  <inkml:trace contextRef="#ctx0" brushRef="#br0" timeOffset="23877.42">13610 11661 21183 0,'0'0'1888'0,"0"0"-1504"16,0 0-384-16,0 0 0 0,0 0 6768 0,0 0 1280 15,9 4 256-15,1-1 48 0,-1-3-6432 0,4 1-1280 16,2-1-256-16,4 0-48 0,3 0-208 0,3-1-128 16,1 1 128-16,2-4-128 15,0 1-640-15,1-1-208 0,-2 0-48 0,1-1 0 16,-2 1-2624-16,0-1-544 0</inkml:trace>
  <inkml:trace contextRef="#ctx0" brushRef="#br0" timeOffset="24041.07">14191 11645 29487 0,'0'0'1296'0,"0"0"288"0,0 0-1264 0,0 0-320 0,9-1 0 0,2 1 0 16,-1-3 4256-16,2 2 800 0,-1 0 144 0,1 0 48 15,2 1-2864-15,2 0-560 0,0-3-112 0,1 2-32 16,0-1-1024-16,2 1-208 0,1-2-32 0,1 2-16 16,1 2-400-16,0-1 0 0,1-1 0 0,0 0 0 15,1-2-3280 1,-4 1-544-16</inkml:trace>
  <inkml:trace contextRef="#ctx0" brushRef="#br0" timeOffset="24789.73">14805 11910 17503 0,'0'0'1552'0,"-4"-3"-1232"0,-1 2-320 0,5 1 0 16,-4-5 7392-16,4 5 1424 15,4-1 272-15,0-2 64 0,-4 3-6288 0,0 0-1264 0,0 0-256 16,0 0-64-16,0 0-512 0,0 0-96 0,5 9-32 0,-2-1 0 15,-2 2-320-15,-1 3-80 0,-1 2-16 0,-3 0 0 16,0 1-32-16,0 1 0 0,-1 1 0 0,-1-1 0 16,0 4-192-16,1-1 0 0,0-2 0 0,-1-2 128 15,2-3-128-15,0-2-240 0,1 0 80 0,0-5 16 32,3-6-912-32,-3 7-176 0,3-7-48 0,0 0 0 15,0 0-2064-15,0 0-432 0,0 0-64 0,0 0-16224 0</inkml:trace>
  <inkml:trace contextRef="#ctx0" brushRef="#br0" timeOffset="24920.25">14613 12035 14735 0,'0'0'1312'0,"0"0"-1056"0,0 0-256 0,0 0 0 0,0 0 6784 0,0 0 1312 16,0 0 256-16,0 0 48 0,0 0-5392 0,0 0-1072 15,9-2-208-15,3-1-64 0,3 2-992 0,2 1-208 16,1-3-32-16,3 0-16 0,1 2-416 0,3-1 0 16,-1 0 0-16,4 1 0 15,0 1-1536-15,1 0-400 0,1 1-80 0,0 3-19296 0</inkml:trace>
  <inkml:trace contextRef="#ctx0" brushRef="#br0" timeOffset="25094.51">15259 12053 21183 0,'0'0'1888'0,"0"0"-1504"16,-6 4-384-16,1 2 0 0,0-1 6288 0,1 3 1200 15,0-1 224-15,0 3 48 0,0-1-5200 0,2 1-1056 16,-2 2-208-16,3 0-32 0,2-1-880 0,2 1-192 0,-1 0-16 0,2 0-16 31,-1-1-1680-31,1 0-336 0,1-3-64 0,-1-1-12992 16,-4-7-2592-16</inkml:trace>
  <inkml:trace contextRef="#ctx0" brushRef="#br0" timeOffset="25680.27">15625 11651 46079 0,'0'0'2048'0,"0"0"400"0,0 0-1952 0,0 0-496 0,0 0 0 0,0 0 0 0,0 0 1856 0,0 0 256 15,0 0 64-15,0 7 16 0,1 4-800 0,1 1-176 16,-2 2-16-16,1 2-16 0,0 1-992 0,-1 2-192 16,-1 3 0-16,0 2 0 0,-3-1 0 0,0 1 0 15,-1-1 0-15,-1 2 0 0,0 0 0 0,-1-2 0 16,2-1 0-16,0 0 0 0,0-1 0 0,1 0 0 15,0-5 0-15,1-1 0 0,2-2 0 0,0-1 0 16,1-3 0-16,0-1 0 0,1-1 0 0,-1-7 0 16,0 0 0-16,3 8 128 0,-3-8-128 0,0 0-176 0,0 0 48 15,0 0 0-15,0 0 128 0,0 0-128 16,7-2 128-16,1 0-128 0,0-2 128 0,0-2 0 0,0-1 0 0,1-4-128 16,1-2 128-16,1-2 0 15,-3-2 0-15,2 0 0 0,2-3 0 0,1 1 0 16,0-2 0-16,1-3 0 0,2 2 0 0,1-1 0 15,-2-2 0-15,4 0 0 0,-2 0 0 0,-2 3 0 0,2 1 0 16,-1 3 0-16,-3 1 128 0,0 4 0 16,-3 4 0-16,-1 2 0 0,-2 3 0 0,-7 4 0 0,0 0 0 15,0 0 0-15,8 7-128 0,-2 3 192 0,-1 2-64 16,-1 5 0-16,0-1-128 0,-1 3 0 0,-2 2 0 16,1 3 0-16,-1-4 0 0,-1 4 0 15,1-1 0-15,0 2 128 0,2 0-96 0,1-2-32 0,0 0 0 0,1-4 0 16,0 1 0-16,1-6 0 0,-1 0 0 0,1-2 0 15,-1-3 0-15,2-2 0 0,-1-3 0 0,1-2 0 16,1-2 0-16,0-1 0 0,-1-2 0 0,3-3 0 0,-1-3 0 16,0-2 0-16,0 0 0 0,0-4 0 0,0-2 0 0,2-1 0 15,0-2 0-15,1 2 0 0,0-4 0 0,1 1 0 16,-3-2 0-16,2-2 0 0,0-4 0 0,-2 2 0 16,-1 2 0-16,0-1 0 0,-1 3 0 0,-1 2-240 15,-2 2 80-15,-1 5 16 16,-1 1-1152-16,-2 1-240 0,0 3-32 15,-2 3-22832-15</inkml:trace>
  <inkml:trace contextRef="#ctx0" brushRef="#br0" timeOffset="25888.43">15435 11628 33167 0,'0'0'2944'0,"0"0"-2352"15,0 0-464-15,0 0-128 0,0 0 4640 0,0 0 912 16,13 3 176-16,1-6 32 0,3 2-4608 0,4 1-912 0,-3 0-240 0,4 0 0 16,3-1 0-16,1-2 0 0,4 1 0 0,-1-2 0 31,1 0-1168-31,0 0-240 0,-2-1-32 0,8-2-16 16,-1 1-2864-16,-1-2-576 0</inkml:trace>
  <inkml:trace contextRef="#ctx0" brushRef="#br0" timeOffset="26040.93">16222 11516 32255 0,'0'0'2864'0,"0"0"-2288"0,0 0-576 0,0 0 0 0,0 0 3632 15,11-1 608-15,-1-3 128 0,3 1 32 0,0 0-2464 0,4 0-480 16,0-1-112-16,4 1 0 0,0 1-928 0,2 1-176 16,1-5-48-16,-2 5 0 15,1 1-1568-15,-1 1-320 0,-3 2-64 0,-1 1-20272 16</inkml:trace>
  <inkml:trace contextRef="#ctx0" brushRef="#br0" timeOffset="26429.82">16337 11958 23951 0,'0'0'1056'0,"0"0"224"0,0 0-1024 0,0 0-256 16,0 0 0-16,8 2 0 0,-8-2 6016 0,10 0 1152 15,2-2 240-15,0 2 32 0,1-1-5104 0,1 1-1024 0,0-1-208 0,1 1-32 16,-2 0-464-16,0 0-96 16,-2 1 0-16,0 0-16 0,-3 3-176 0,-2-1-16 15,-6-3-16-15,0 0 0 0,0 0 32 0,3 6 0 0,-3 2 0 0,-1 0 0 16,-3 1-176-16,-3 2-16 0,-1 0-128 0,-3 2 192 16,-2-1-128-16,-2 1-64 0,1 0 0 0,-1 0 0 15,1 0 0-15,2 0 0 0,1-1 0 16,0 0 0-16,2 1 0 0,1-4 0 0,3-1 0 0,1-1 0 15,2 0 0-15,2-7 0 0,0 0 0 0,1 8 0 0,-1-8 0 16,0 0 0-16,6 5 0 0,2 0 0 16,3-3 0-16,2-1 0 0,0-1 0 0,4-1 0 0,1-1 0 0,1-3 0 15,2 0 0-15,-1 0 0 0,-1-1 0 0,1 2 0 16,-3 1 0-16,0 0 0 0,-1 0 0 0,-1 2 0 16,-2 0 0-16,-1-3 0 0,0 1 0 15,-1 3 0-15,4-2 0 0,-2-1 0 16,0 2-1552-16,1-3-304 0,2 2-64 0</inkml:trace>
  <inkml:trace contextRef="#ctx0" brushRef="#br0" timeOffset="31384.46">17515 11974 23951 0,'0'0'2128'0,"0"0"-1696"0,-6-1-432 0,-1-2 0 0,1 0 3584 0,6 3 640 15,-5-2 128-15,1-1 32 0,4 3-1584 0,-4-2-320 16,4 2-64-16,0 0-16 0,0 0-608 0,0 0-112 16,-1-7-16-16,2 1-16 0,1-1-816 0,2 1-176 15,2-1-16-15,1-1-16 0,3-1-480 0,0-1-144 16,0-1 0-16,2 1 0 0,0 1 192 0,1-3-64 15,0 1 0-15,-1 4-128 0,-2-2 0 0,1 5 0 16,-1-3 0-16,-1 3-192 0,-9 4 192 0,9 0 0 0,-1 1 0 0,0 3 0 16,-2 2 0-16,1 0-176 0,-1 1 176 0,2 2-208 15,0 1 384-15,2 1 80 0,2-1 0 0,0 0 16 16,1 2-272-16,1-1 0 16,3-1 0-16,0-1 0 0,0-1 0 0,1-1 0 0,-1-2 0 15,2-1 0-15,-1-2 0 0,0 0 0 0,-2-2 0 0,-2-2 0 16,-2 1 0-16,-3 0 0 0,0-3 0 0,-1 1 0 15,-2-2 0-15,0 0 0 0,-2-2 0 0,-3 1 0 0,0-1 160 0,-1 1-160 16,-1-1 128-16,-2-2-128 0,-1 1 0 0,0 2 0 16,1-3 0-16,-1 1 0 15,1 0-672-15,0 0-224 0,1 0-32 0,0 2-16 16,0 1-1632-16,1-2-336 0,2-1-64 0,1 0-18144 0</inkml:trace>
  <inkml:trace contextRef="#ctx0" brushRef="#br0" timeOffset="31858.23">18526 11634 43247 0,'0'0'1920'0,"0"0"384"0,0 0-1840 0,0 0-464 16,-5-3 0-16,1-2 0 0,-2 2 1824 0,6 3 272 16,0 0 48-16,-6-2 16 0,-1-1-672 0,2 2-128 15,-3-1-16-15,1 2-16 0,-3 2-784 0,1 0-160 16,-1 1-16-16,1 0-16 0,-2 0-176 0,2 3-48 15,0 0 0-15,0 1 0 0,1-1 48 0,-1 2 0 16,0 1 0-16,0 2 0 0,0-2-176 0,0 2 0 16,-1 2 0-16,1 1 0 0,1-1 128 0,2 1-128 0,-1 2 128 0,2-1-128 15,1 2 0-15,2-3 0 0,-2 2 0 16,1 1 0-16,2 0 0 0,0 0 0 0,-1 0 0 16,1 1 0-16,0 2 0 0,1-1 128 0,0 2 32 0,0 1 0 15,-2 2-160-15,2 1 0 0,2-2 0 0,-2-1 0 16,-2 0 0-16,1-1-192 0,0-1 0 0,1-2 16 15,0 0 304-15,1-3 64 0,-1 0 16 0,1-2 0 16,1-2-144-16,-1-1-64 0,0-1 0 0,2-1 0 0,-3-8 0 0,2 8 0 16,1-2 0-16,-3-6 0 0,5 8 0 0,-5-8 0 15,7 4 0-15,-1 0 0 0,1 1 0 16,1-3 0-16,-1-1 0 0,3 0 0 0,-1-1 0 0,1 0 0 16,2-1 0-16,1 0 0 0,0-1 0 0,1 0 0 15,-2-2 0-15,2 1 0 0,2-1 0 0,-2 2 0 16,-2-1 0-16,2 0 0 0,1 1 0 0,-1-2 0 15,2-1 0-15,1 1 0 16,0-3-1104-16,0 1-112 0,-2-1-32 0,1 1 0 16,-2-2-2816-16,2-1-560 0,14-9-112 0,-4 4-32 0</inkml:trace>
  <inkml:trace contextRef="#ctx0" brushRef="#br0" timeOffset="32221.28">18916 11827 34095 0,'0'0'1504'0,"-8"0"320"0,-3 0-1456 0,2-3-368 16,0 2 0-16,1 1 0 0,2 0 4512 0,-2 0 832 15,3-2 160-15,5 2 48 0,-5 3-3376 0,5-3-656 0,0 0-144 0,0 0-32 16,0 0-1184-16,-2 9-160 0,2-2-192 0,2 0 32 16,-1 1 160-16,-1 1 0 0,1 1 0 15,2-1 0-15,1 0 0 0,1 1 0 0,0 1 0 0,2 0 0 16,-2 1 0-16,1 1 0 0,1 0 0 0,-1 2 0 15,2 0 0-15,0 0 0 0,0 1 0 0,0 3 0 16,-1-4 0-16,1 2 0 0,0-1 0 0,0 0 0 0,-2-1 0 16,1 0 0-16,0-2 0 0,-2-2 0 0,-1 0 0 0,-2-1 0 15,1-3 0-15,-2 1 0 0,-3-1 0 0,-1 0 0 16,3-7 0-16,-4 5 0 0,4-5 0 0,-8 7 0 16,-1-3 0-16,0-2 0 15,-1 1 0-15,-2-3 0 0,-1 0 0 0,-2 0 128 0,0 0-128 0,-2-3 0 16,-3 1 0-16,2-2 0 15,1 0-640-15,0-1-32 0,-1-2-16 16,1 0 0-16,4 0-1248 0,1-2-256 16,3-2-48-16,4-1-12992 0,4 1-2608 0</inkml:trace>
  <inkml:trace contextRef="#ctx0" brushRef="#br0" timeOffset="32726.16">19063 11695 26719 0,'0'0'2368'0,"0"0"-1888"16,0 0-480-16,0 0 0 0,-7-1 5120 0,7 1 912 16,0 0 192-16,0 0 48 0,0 0-3824 0,0 0-752 15,0 0-160-15,0 0-16 0,0 0-656 0,7-6-128 0,3 1-32 0,3 0 0 16,3 1-560-16,1-2-144 0,3 0 0 0,-1 2 0 16,1-1 400-16,-1 3 48 0,-1-2 16 0,-1 1 0 31,0-1-784-31,-2 3-144 0,-2 0-48 0,0 1 0 0,-3 1 512 0,-1 4 240 0,-2-2-32 0,-1 2 0 15,0 1 0-15,0 4 0 0,-1 3 0 0,1 0 0 16,-1 4-80-16,1 0 0 0,2 2-128 0,-1 1 192 16,-1-1-128-16,1 2-64 0,-1 0 0 0,2 0 0 15,-1 0 0-15,-1 1 0 0,-1 1 0 0,0 1 0 0,1-1 0 16,0 2 0-16,-2 0 0 0,0 0 0 0,0-1 0 0,1 1 0 16,0-1 0-16,2-2 0 15,-2 1 0-15,0-2 0 0,1 0 0 0,-1 0 0 0,0-2 0 0,1-3 0 16,0 0 0-16,-1-2 0 0,0 0 0 0,-1-1 0 15,0-1 0-15,-1-2 0 0,-1 0 0 0,1-3 0 16,-1 4 0-16,-2-11 0 0,2 6 0 0,-2-6 0 16,0 0 0-16,0 7 0 0,0-7 0 0,0 0 0 15,0 0 0-15,-2 6 0 0,2-6 0 0,0 0 0 16,0 0 0-16,-4 6 0 0,4-6 0 0,0 0 0 16,-5 5 0-16,5-5 0 15,-8 4 0-15,1-2 0 0,-1 1 0 0,0 0 0 0,-1-1 0 0,0 1 0 16,-2-1 0-16,0 2 0 0,-1 0 0 0,-1-1 0 0,-2-1 0 15,1 2 0-15,0-2 0 0,1 0 0 16,1 1 0-16,0-3 0 0,3 1 0 0,3 0 0 16,-1 1-160-16,7-2 160 15,0 0-2112-15,0 0-352 0</inkml:trace>
  <inkml:trace contextRef="#ctx0" brushRef="#br0" timeOffset="43596.02">11955 13563 50559 0,'0'0'2240'0,"0"0"464"0,0 0-2160 0,0 0-544 15,0 0 0-15,0 0 0 0,0 0 1152 0,0 0 128 16,0 0 32-16,0 0 0 0,0 0-480 0,0 0-80 16,0 0-32-16,13-2 0 0,0 0-464 0,-5 2-80 0,1-1-32 0,2 1 0 15,0 1-144-15,4-1-144 0,0 0 144 0,2 0-208 16,-2 0 208-16,5-1-144 0,3 0 144 0,-5-2-128 15,-3 6-656-15,1-3-128 0,-2 0-32 0,-1 0 0 16,-2 0-1648 0,1 2-336-16,-2 2-64 0,-3 3-18160 0</inkml:trace>
  <inkml:trace contextRef="#ctx0" brushRef="#br0" timeOffset="43761.26">11999 13789 46191 0,'0'0'2048'0,"0"0"416"0,-10 2-1968 0,10-2-496 0,0 0 0 0,0 0 0 0,0 0 1248 0,0 0 160 15,0 0 16-15,0 0 16 0,10 0-688 0,0 0-144 16,0-1-32-16,3 0 0 0,3-2-576 0,2-1 0 16,1 0 0-16,4-1-128 15,0 0-1024-15,1 0-208 0,0 1-48 0,2 0-13504 16,3 1-2688-16</inkml:trace>
  <inkml:trace contextRef="#ctx0" brushRef="#br0" timeOffset="44573.74">12683 14070 23951 0,'0'0'2128'0,"0"0"-1696"0,0 0-432 0,-4 7 0 0,4-7 4096 0,-3 6 720 15,0 2 160-15,3-8 16 0,0 0-2144 0,0 0-432 16,0 0-96-16,0 0-16 0,0 0-640 0,0 0-128 16,0 0-16-16,0 0-16 0,0 0-736 0,0 0-128 15,0 0-48-15,-5-2 0 0,0-2-272 0,0-2-48 16,-2 1-16-16,2-3 0 0,0-1-256 0,0-1 160 16,-1-3-160-16,0 0 128 0,1-5-80 0,-1-3-48 15,1-3 0-15,0-2 0 0,0-4 0 0,1 0 0 16,0-1 0-16,1 0 0 0,1-1 0 0,0 2 0 15,2 2 0-15,-2 0 0 0,1 2 0 0,-1 5 0 16,2 6 0-16,0-1 0 0,0 4 0 0,2 3 0 16,-1-1 0-16,0 3 0 0,-1 7 0 0,0 0 0 15,0 0 0-15,0 0 0 0,7 4 0 0,2 3 0 16,0 0 0-16,3 5 0 0,-1 0 0 0,4 2 0 0,0 1 0 0,2-1 0 16,0 0 0-16,3-1 0 0,-2-1 0 0,0-2 0 15,1 0 0-15,-1-3 0 0,0-1 0 0,-2-1 0 16,-1-3 0-16,1 0 0 0,0-2 0 0,-2-2-160 15,-1 1 160-15,0-1-128 0,-1-4 128 0,0 1-128 16,-3-1 128-16,0-1 0 0,-1-1 0 16,-2-1-128-16,1-1 128 0,-1-6 0 0,1 0 0 0,-1-1 0 15,1-2 0-15,-1 1 0 0,2-1 0 0,-1 1 0 16,-2 1 0-16,-1 3 0 0,1 2 0 0,-1 2 0 0,-2 1 0 16,1 2 0-16,-3 7 0 0,0 0 0 0,0 0 0 15,0 0 0-15,0 0 0 0,0 0 0 0,0 0 0 0,5 9 144 16,-1 2-144-16,0 3 160 0,0 4-160 15,0 6 0-15,-1-1 144 0,0 5-48 0,1 0-96 16,0 2 0-16,0 0 0 0,0 0 0 0,-1-2 0 0,-1 0 0 16,1 0 0-16,0-2 0 0,-2 0 0 0,1-5 0 15,1-2 0-15,0-2 0 0,-1-1 0 0,1-3 0 16,-1-3 0-16,1 1 0 0,0-2 0 0,-1-1 0 16,-2-8 0-16,2 7 0 0,-2-7-128 0,1 8-32 15,-1-8 0-15,0 0 0 16,0 0-672-16,0 0-128 0,0 0-16 0,0 0-16 15,0 0-1488-15,8 4-288 0,-8-4-64 0,9-1-18688 0</inkml:trace>
  <inkml:trace contextRef="#ctx0" brushRef="#br0" timeOffset="45095.33">13716 13485 35871 0,'0'0'1600'0,"0"0"320"0,-2-5-1536 0,-1-2-384 15,1 1 0-15,-1-1 0 0,3 7 2112 0,-3-5 368 16,1 0 64-16,2 5 16 0,0 0-496 0,-7-3-80 15,1 3-32-15,-1 0 0 0,-1 0-736 0,2 4-128 16,-1 3-48-16,-2 0 0 0,-3 3-416 0,-3 5-96 16,-1 2-16-16,-1 5 0 0,-2 3-208 0,-2 4-48 15,-1 3-16-15,2 2 0 0,-1-1-112 0,2 2-128 16,2 0 176-16,1 2-176 0,2-3 128 0,2-2-128 16,3-2 0-16,4-1 80 0,1-2-80 0,4 1 0 0,1-4 0 15,4-1 0-15,4-3 0 0,2 0 0 0,2-2 0 0,1-1 0 16,2-1 0-16,1-3-208 0,1-3 64 0,2 1 16 15,-3-2-800 1,2-3-160-16,2-3-16 0,0-2-16 0,-2-1-1168 16,1-2-224-16,1-5-48 0,0-1-12032 0,0 0-2416 0</inkml:trace>
  <inkml:trace contextRef="#ctx0" brushRef="#br0" timeOffset="45536.28">13873 13696 38175 0,'0'0'1696'0,"0"0"352"0,0 0-1648 0,0 0-400 16,0 0 0-16,0 0 0 0,0 0 2512 0,0 0 432 15,0 0 64-15,-4 4 32 0,0 3-1008 0,0 2-208 16,0 0-32-16,2 4-16 0,-2 3-1056 0,1 2-208 16,0 1-32-16,2 3-16 0,0 1-208 0,2-1-32 15,2-3-16-15,1 1 0 0,1-2-208 0,0-1 0 16,2-4 128-16,-1 0-128 0,2 0 0 0,0-4 0 15,0-1 0-15,-1-1 0 0,1-1 0 0,0-2-128 16,0-1 128-16,1-2-160 0,1-1 16 0,0-1 0 16,-3-2 0-16,1-1 0 0,0 0 16 0,0-5 0 15,0 0 0-15,0-1 0 0,-1-1 128 0,2-2 0 16,-2-4 0-16,0 0-128 0,-1-2 128 0,-1-1 0 0,0-1 0 16,1 2 0-16,-1 0 0 0,-1 4 0 15,-2 0 0-15,1 4 0 0,1 2 0 0,-3 2 0 16,-1 7 0-16,0 0 0 0,0 0 208 0,0 0 32 0,0 0 0 15,0 0 0-15,0 0 16 0,0 0 16 0,0 0 0 16,-4 9 0-16,2 3-272 0,0 2 0 0,2 2 128 16,0 2-128-16,2-1 0 0,-1 1 0 0,2 1 0 0,1-2 0 15,-1-2 0-15,0 1 0 0,1 0 0 0,1-2 0 16,0-2-192-16,1-1 0 0,-2 0 0 0,-1-2 0 16,-3-9-704-16,6 8-128 15,-2-2-16-15,1 1-16 0,-5-7-1696 0,9 6-352 0,1-4-64 16</inkml:trace>
  <inkml:trace contextRef="#ctx0" brushRef="#br0" timeOffset="45885.67">14303 13928 21183 0,'0'0'944'0,"-5"4"192"0,5-4-912 0,-5 3-224 0,5-3 0 0,0 0 0 0,0 0 6512 0,0 0 1248 16,0 0 256-16,0 0 48 0,0 0-5936 0,7 1-1184 15,4 0-240-15,-1 1-64 0,2 0-272 0,0-2-64 16,-2 0-16-16,1 2 0 0,-1 0-80 0,1 1-16 15,-4-3 0-15,1 2 0 0,-8-2 304 0,7 4 48 16,-7-4 16-16,0 0 0 0,0 0-432 0,0 0-128 16,0 0 0-16,0 8 0 0,-2 0 448 0,-3 0 48 15,-3 0 0-15,-1 1 0 0,-1 0-496 0,-1 0 128 16,0 0-128-16,0 0 0 0,-1 0 208 0,2 0 0 16,0-1 0-16,0 0 0 0,1 0-144 0,2 0-64 15,-1-2 0-15,1 1 0 0,3-1 0 0,4-6 0 16,0 0 0-16,0 0 0 0,0 0 0 0,0 0 0 15,3 8 0-15,-3-8 0 0,8 5 0 0,1 2 0 0,0-5 0 0,1 1 0 16,2-2 0-16,0-1 0 0,2-1 0 0,2 0 0 16,1-3-176-16,1 1-16 0,-1-1-16 0,1-1 0 31,0-3-992-31,2 0-192 0,1-1-32 0,1-1-16 16,0 1-1792-16,-1-3-352 0,1 0-80 0</inkml:trace>
  <inkml:trace contextRef="#ctx0" brushRef="#br0" timeOffset="46062.98">14659 13875 13823 0,'0'0'1216'0,"-8"2"-960"0,2 0-256 0,6-2 0 0,-7 2 7408 0,7-2 1424 16,0 0 304-16,0 0 48 0,0 0-6192 0,0 0-1248 15,0 0-240-15,0 0-48 0,0 0-736 0,11 2-144 16,2-1-16-16,1-1-16 0,-1-1-544 0,4-1 0 16,0 2 0-16,2-2 0 0,0 0-192 0,0 0-112 15,-1-2-16-15,-1 1 0 16,3 1-1664-16,-2 0-352 0,-1 1-64 0,0 1-11808 15,0-1-2368-15</inkml:trace>
  <inkml:trace contextRef="#ctx0" brushRef="#br0" timeOffset="46513.44">15088 13686 24879 0,'0'0'2208'0,"-4"0"-1760"15,0-3-448-15,4 3 0 0,-4-1 5072 0,4 1 944 16,-5 0 176-16,1 1 32 0,4-1-3216 0,-4 4-640 16,-1 1-128-16,2 3-16 0,1 2-1200 0,-1 2-256 15,-1 1-32-15,0 4-16 0,0-1-448 0,0 5-80 0,2 0-32 0,-1 1 0 16,1-1-16-16,-1 1 0 0,2-4 0 0,1 0 0 16,1-3-144-16,0 0 0 0,3-2 0 0,1-2 0 0,2 0 0 0,0-1 0 15,0-5 0-15,2 1 0 0,3-3-128 0,1 0-16 16,-1-3 0-16,0-2 0 0,-1 0 16 0,0-2 0 15,1 0 0-15,-1-1 0 0,0-2 128 16,-1-1-208-16,1-1 80 0,-1-3 128 0,-1-1 0 0,2-2 0 16,-1-2 0-16,-1-4 0 15,-1-1 0-15,-2 0 0 0,2-1 0 0,0 3 0 0,0 0 0 0,-2 3 0 16,0 3 0-16,-1 1 128 0,-1 4-128 16,-2 2 0-16,-2 7 0 0,0 0 0 0,0 0 192 0,0 0-32 15,0 0-16-15,0 0 0 0,0 0 16 0,0 0 0 16,0 0 0-16,-1 12 0 0,0 1-160 0,0 1 0 15,1 0 0-15,0 2-176 0,0 1 176 0,1 0 0 16,1 1 0-16,1-2 128 0,0 0-128 0,1-1-192 16,-1 1 64-16,3-3 0 15,-1-1-432-15,0-2-80 0,-1-1 0 0,1 0-16 16,0-2-1136-16,1-1-208 0,-6-6-48 0,7 6-13344 16,3-1-2656-16</inkml:trace>
  <inkml:trace contextRef="#ctx0" brushRef="#br0" timeOffset="46703.29">15568 13866 24879 0,'0'0'2208'0,"-4"4"-1760"16,4-4-448-16,-4 5 0 0,4-5 5296 0,-3 6 976 0,1 2 192 0,2 0 32 15,-2 0-3952-15,1 1-800 0,0 0-144 0,1 1-48 16,0 0-688-16,1 1-144 0,0-3-16 0,2 3-16 16,0 0-560-16,-1-2-128 0,-1 1 0 0,3-1 0 15,2 0 0-15,0-1 0 0,-1-1 0 0,1 0 0 16,-6-7-1840-1,0 0-400-15,6 6-64 0,2-2-32 16,0-4-1744-16,1-1-336 0</inkml:trace>
  <inkml:trace contextRef="#ctx0" brushRef="#br0" timeOffset="47035.4">15637 13285 40767 0,'0'0'1808'0,"0"0"368"0,0 0-1728 0,0 0-448 16,0 0 0-16,2 11 0 0,1 1 1600 0,1 1 256 15,1 1 32-15,3 2 16 0,0 1-384 0,2 0-80 16,2-1-16-16,2 3 0 0,2-1-736 0,2 2-160 16,2 0-16-16,-2 3-16 0,0 0-128 0,2 1-32 15,-1-1 0-15,2 2 0 0,-1-2-112 0,-2 2-32 0,0 1 0 0,-1 1 0 16,-2-2-192-16,-2 3 128 15,-3 0-128-15,-2 1 0 0,-2 2 176 0,0-5-176 16,-5 0 192-16,1-1-192 0,0 1 240 0,-4-4-64 16,-1-1-16-16,-3-1 0 0,-1-2 32 0,0 0 0 15,-1-2 0-15,0 0 0 0,1-2-192 0,-1 0 160 16,0-3-160-16,-1-1 160 0,1-1-352 0,0-1-64 0,0-3 0 0,-1-1-16 31,3 1-2032-31,-1-1-416 0</inkml:trace>
  <inkml:trace contextRef="#ctx0" brushRef="#br0" timeOffset="47769.85">16412 13613 8287 0,'0'0'368'0,"0"0"80"0,0 0-448 0,8-6 0 16,-1-1 0-16,-3 0 0 0,-4 7 2624 0,2-4 448 16,-3 2 96-16,1 0 16 0,0 2 1344 0,0 0 272 15,0 0 48-15,0 0 16 0,0 0-1200 0,0 0-224 16,0 0-48-16,0 0-16 0,5 8-1296 0,-2-1-256 15,-2 2-48-15,0 1-16 0,1 2-992 0,-2 4-192 16,0-1-32-16,0 2-16 0,0-2-336 0,0 1-192 16,1 1 192-16,-1-1-192 0,0 0 0 0,0-2 0 15,0-1 0-15,0 0 0 16,0-1-400-16,1-2-192 0,-1 1-48 0,0-3 0 0,-1-1-768 16,1-7-176-16,-3 7-16 0,3-7-16 0,-3 5-2288 15,3-5-448-15</inkml:trace>
  <inkml:trace contextRef="#ctx0" brushRef="#br0" timeOffset="47930.93">16329 13734 41343 0,'0'0'1840'0,"0"0"368"0,0 0-1760 0,0 0-448 0,0 0 0 0,0 0 0 0,0 0 2176 0,0 0 336 15,0 0 80-15,9-1 16 0,-9 1-1584 0,13-2-304 16,0 1-64-16,4 1-16 0,3 0-448 0,-1 0-192 16,3 0 176-16,2-1-176 15,1 2-816-15,-2 2-256 0,2-2-48 0,-2 2-16 16,0 0-1648-16,-1 3-336 0,1 0-64 0</inkml:trace>
  <inkml:trace contextRef="#ctx0" brushRef="#br0" timeOffset="48098.56">16870 13849 25791 0,'0'0'1152'0,"-4"7"224"15,-2-1-1104-15,-1 0-272 0,1-2 0 0,-1 3 0 0,1 0 5504 0,-1 3 1056 16,2-1 208-16,1 0 32 0,-1 0-4608 0,1 0-912 0,3 0-192 0,-1 0-48 15,2 2-848-15,0-5-192 0,0-6 0 0,4 9 0 32,0-1-1760-32,1-1-352 0,2-1-80 0,1-3-12496 15,1 1-2496-15</inkml:trace>
  <inkml:trace contextRef="#ctx0" brushRef="#br0" timeOffset="48669.68">17079 13349 15663 0,'0'0'688'0,"0"0"144"0,0 0-656 0,0 0-176 0,-4 2 0 0,4-2 0 0,0 0 7904 0,0 0 1552 16,-2 10 304-16,1-1 64 0,1 3-6816 0,0 4-1344 16,-1-1-288-16,2 3-48 0,0 2-752 0,2 1-128 15,1 2-48-15,0 3 0 0,0 3-176 0,1-3-32 16,0 2-16-16,3-1 0 0,-3-1-176 0,2-3 0 15,-1 0 144-15,1-2-144 0,-2-3 128 0,0-1-128 16,0-4 160-16,-1-3-160 0,0-1 0 16,0-2 0-16,-1-2 0 0,-3-5 0 0,0 0 0 0,5 3 0 15,-5-3 0-15,0 0-160 0,8-2 160 0,-2-3 0 16,0-1 0-16,0-4 0 0,1 0 0 0,-1-3-128 16,1 0 128-16,2-4 0 0,-1-4 0 0,1-1 0 15,1-3 0-15,1-1-128 0,-2-3 128 0,1 1 0 0,1 2 0 16,-1 0 0-16,0 0 0 0,1 2 0 15,-1 7 0-15,-2 2 0 0,0 0 0 0,-2 5 0 16,0 2 0-16,-6 8 0 0,4-7 0 0,-4 7 144 16,0 0-16-16,0 0-128 0,6 8 224 0,1 3-64 0,-2 2-16 15,0 5 0-15,2 4-144 0,-1 2 128 0,-1 2-128 0,2 1 128 16,-1 0-80-16,2 1-48 0,1 0 0 0,3 0 0 16,1-3 0-16,1-3 0 0,1-3 0 0,-1-2 0 15,2 0 0-15,-3-5 0 0,1 0 0 0,-1-3 0 16,-1-3 0-16,0 0 0 0,-2-4 0 0,2-1 0 15,-3-1 0-15,0 0 0 0,0-3 0 0,-1-3 0 16,0 0 0-16,0-3 0 0,1-2 0 0,-1 0 0 16,-2-1 0-16,1-4 0 0,-1-1 0 0,1-4 0 0,-2 0 0 0,0 1 0 15,0-3 0-15,-1 3 0 0,0 0 0 16,0 0 0-16,0 1 0 0,-1 1 0 16,-1 1-448-16,1 1-64 15,-1 2-32-15,0 1 0 0,-4 0-1040 0,0 1-208 0,-2 4-32 0,0-2-13968 16,0 2-2784-16</inkml:trace>
  <inkml:trace contextRef="#ctx0" brushRef="#br0" timeOffset="48896.76">16990 13295 9215 0,'-13'1'400'0,"9"0"96"0,-2-1-496 0,2-1 0 16,4 1 0-16,0 0 0 0,0 0 9264 0,0 0 1744 15,0 0 368-15,10 4 64 0,4 0-8480 0,2-2-1680 16,5 1-352-16,4-2-64 0,1 1-544 0,2-1-96 0,2-1-32 0,2 0 0 16,-1 0-192-16,0-1-128 15,-1-1 128-15,2 1-208 16,-1 0-1120-16,-2-1-208 0,-1 1-64 0,0-2 0 16,-1 1-1568-16,-1 1-320 0,1-1-64 0</inkml:trace>
  <inkml:trace contextRef="#ctx0" brushRef="#br0" timeOffset="49083.99">17766 13241 31327 0,'0'0'2784'0,"0"0"-2224"0,0 0-560 0,0 0 0 0,0 0 4032 0,0 0 688 16,0 0 144-16,0 0 16 0,0 0-2688 0,11-2-528 16,3-4-128-16,0 2 0 0,0 0-1072 0,4 2-208 15,2-1-32-15,2-1-16 0,0 3-208 0,2-3 0 16,-2 2 0-16,0 2-160 15,-1-4-1952-15,0 4-384 0,-4 0-64 0,0 0-19264 0</inkml:trace>
  <inkml:trace contextRef="#ctx0" brushRef="#br0" timeOffset="49451.44">17998 13705 13823 0,'0'0'608'0,"0"5"128"0,0-5-592 0,0 0-144 16,0 0 0-16,0 0 0 0,0 0 7520 0,6 6 1472 15,-6-6 288-15,11 4 64 0,-11-4-6144 0,10 4-1248 16,1-1-240-16,-11-3-48 0,13 2-896 0,-3-1-192 0,1 0-16 0,-11-1-16 16,0 0-208-16,7 3-32 0,-7-3-16 0,7 5 0 15,-7-5 64-15,4 7 16 0,-4-1 0 0,-2 1 0 16,-1 1-32-16,-3-1 0 0,0 4 0 0,-3-1 0 15,0 1-240-15,-1 0-96 0,0 1 0 0,1-1 0 16,0-1 0-16,-2 0 0 0,4 1 0 0,1-1 0 16,0-1 0-16,2 1 0 0,0-3 0 0,4 1 0 15,0-1 0-15,0-7 0 0,4 8 0 0,1-2 0 0,2-1 0 16,0-1 0-16,5-1 0 0,2-2 0 0,2 0 0 16,2 1 0-16,2 0 0 0,0-4 0 0,-2 0 0 0,0 0 0 15,0-2 0-15,1 1 0 0,-1-2 0 0,0 1 0 16,0-1 0-16,2 1 0 15,-2 0-528-15,-1 0-112 0,1 2 0 0,-2 0-16 16,-3-2-2672-16,-1 2-544 0</inkml:trace>
  <inkml:trace contextRef="#ctx0" brushRef="#br0" timeOffset="50507.45">13722 14541 10127 0,'0'0'896'0,"0"0"-704"16,0 0-192-16,0-7 0 0,0 7 4608 0,0 0 880 15,4-5 176-15,-4 5 32 0,0 0-2992 0,5-4-592 16,-5 4-128-16,5-4-32 0,-5 4 368 0,0 0 80 16,0 0 16-16,8 0 0 0,-8 0-800 0,9 3-144 15,-1 0-48-15,0 2 0 0,-1 1-592 0,1 3-112 16,0-2-16-16,1 2-16 0,0 2-384 0,0-1-80 16,1 0-16-16,1 3 0 0,1-5-208 0,2 0 0 0,1 0 0 0,-1-2 0 15,0 0 0-15,2-2 128 0,1-1-128 16,4-3 0-16,0 2 0 0,0-4 0 15,-1 0 0-15,4-1 0 0,-2-1 0 0,1 0 0 0,2-1 0 0,1 0 0 16,2-4 0-16,0 1 0 0,2 0 0 16,0 2 0-16,-1-1 0 0,0 2 0 0,-1 2 0 0,1 1 0 15,0 0 0-15,-2 2 0 0,-2 2 0 16,0-1 0-16,-2 0 0 0,2 2 0 0,-4 1 0 0,-2 0 0 16,0 0 0-16,-1 1 0 0,-1-1 0 0,0 1 0 0,0 0 0 0,-2 0 0 15,0 2 0-15,-1-4 0 0,2 1 0 16,-3-2 128-16,-2 1-128 0,0-1 0 0,-3-2 0 0,0 2 0 15,-2-1 128-15,-6-1-128 0,0 0 0 0,0 0 0 16,8 1 128-16,-8-1-128 0,0 0 0 0,0 0 144 16,0 0-144-16,8-1 128 0,-1-2-128 0,0 1 0 15,0-2 0-15,-1 1 128 0,1-1-128 0,-1 0 0 16,1 0 0-16,-1 1 128 0,1 0-128 0,0-2 0 16,3 1 0-16,-1 1 0 0,0 1 0 0,1-1 0 15,2 2 0-15,1 1 0 0,0 1 0 0,0 0 0 16,1 1 0-16,1-1 0 0,0 0 0 0,2 4 160 15,-1-3-32-15,1 0-128 0,0 1 192 0,0-2-64 16,0 2 0-16,1-1-128 0,2 1 160 0,0 1-160 16,3-1 128-16,-1 1-128 0,1-1 128 0,3 1-128 15,2 0 0-15,-1-2 128 0,2 1-128 0,-1-3 0 16,0 2 0-16,-2-1 0 0,0-1 0 0,0 0 128 16,-1-1-128-16,0-1 0 0,-5-1 128 0,0 0-128 15,-2-2 0-15,1 0 128 0,-3-1-128 0,0 0 128 16,-2-2-128-16,-2 1 128 0,-1-3-128 0,-1 1 160 15,-2 0-160-15,-2 1 160 0,0-4-160 0,-2 2 160 0,-2-1-160 16,-1 0 160-16,-2-1-32 0,-1 1 0 0,-4-2 0 16,1 0 0-16,-1 0-128 0,-1 0 0 0,-1 2 0 0,0 1 0 15,1 0-224-15,0 1-80 0,1 0-16 0,-1 1 0 16,1 1-1712 0,2 3-336-16,4 4-80 0</inkml:trace>
  <inkml:trace contextRef="#ctx0" brushRef="#br0" timeOffset="51420.17">14247 15036 39567 0,'0'0'1744'0,"0"0"368"0,0 0-1680 0,0 0-432 0,0 0 0 0,5-4 0 0,-5 4 1408 0,7-2 208 15,-7 2 48-15,0 0 0 0,8-1-32 0,-1 1 0 16,-7 0 0-16,0 0 0 0,8 5-608 0,0 3-112 15,-1-2-16-15,-2 5-16 0,0 2-464 0,0 2-96 16,0 3 0-16,-1 5-16 0,0-4-144 0,0 5-32 16,-1-2 0-16,-1-1 0 0,0-2-128 0,-1-1 0 15,-1 1 0-15,1-2 0 0,-1-3 0 0,0-1-176 16,0-1 48-16,0 0 0 16,0-3-1072-16,0-2-208 0,0-7-32 0,0 0-16 15,0 0-1280-15,0 0-256 0,0 0-48 0,0 0-16 16,8-1-1216-16,0-3-240 0,1-2-48 0</inkml:trace>
  <inkml:trace contextRef="#ctx0" brushRef="#br0" timeOffset="51696.94">14529 15121 29535 0,'0'0'1312'0,"0"0"272"0,0 0-1264 0,0 0-320 16,0 0 0-16,0 0 0 0,0 0 2448 0,0 0 432 16,0 0 96-16,0 0 16 0,0 0-976 0,-6 1-192 15,1 2-32-15,-1 1-16 0,6-4-496 0,-7 5-80 16,-1 0-32-16,1 2 0 0,-3 1-336 0,0 0-80 15,-2 1-16-15,0 2 0 0,-1 0-176 0,0-1-48 0,0 1 0 0,2-1 0 16,0 1-128-16,3-2-48 0,2-2 0 0,1 0 0 16,1 0-336-16,4-7 0 0,0 0 0 0,2 6-128 15,2 3 128-15,3-2-128 0,1-1 128 0,2-1-128 16,2-1 128-16,1-1 0 0,1 0 0 0,0-2-128 16,1 0-32-16,0 0 0 0,2-1 0 0,2 0 0 15,-1 2-240 1,-2-2-48-16,-1-3-16 0,1 1 0 0,0-4-1296 0,0 0-256 0,0-2-48 15,2 0-16-15,2-5-2096 0,-2 3-432 0,12-19-64 16,-8 8-32-16</inkml:trace>
  <inkml:trace contextRef="#ctx0" brushRef="#br0" timeOffset="51999.25">14774 15044 5519 0,'0'0'240'0,"-8"-1"64"0,-1 0-304 0,1 1 0 0,1-3 0 0,2 3 0 0,0 0 9280 0,5 0 1808 15,0 0 368-15,0 0 64 0,-5 3-8336 0,5-3-1664 16,0 0-336-16,0 0-64 0,-4 6-224 0,4-6-64 15,1 11 0-15,2-2 0 0,-1 1-448 0,2-1-80 16,-1 2-32-16,3-4 0 0,2 4-144 0,3 1-128 16,0-2 192-16,1 2-192 0,2 0 0 0,2-1 0 15,1 2 0-15,0-1 0 0,0 0 0 0,-1-1 0 16,-1 0 0-16,-2 1 0 0,0-5 0 0,-2 3 0 16,-3-1 0-16,-3-1 0 0,-1-2 0 0,-4-6 0 15,0 0 0-15,0 0 0 0,0 0 0 0,-4 7 0 16,-3-4 0-16,-1 1 0 0,-2-1 144 0,-2 0-16 0,-1-2-128 15,-1 0 192-15,0-1-192 0,-3 2 0 0,0-1-144 0,0-1 144 16,1 0-272-16,0 0 32 0,1 0 16 0,0-1 0 31,2-1-1024-31,2 1-208 0,0 0-32 0,5-1-16 0,-1 1-1664 16,7 1-336-16,0 0-64 0,0 0-14704 0</inkml:trace>
  <inkml:trace contextRef="#ctx0" brushRef="#br0" timeOffset="52265.74">15203 15148 16575 0,'0'0'1472'0,"0"0"-1168"0,0 0-304 0,0 0 0 0,0 0 6144 0,0 0 1184 15,0 0 224-15,0 0 64 0,-2 10-4544 0,-2-1-896 16,1 2-176-16,-3 1-32 0,0 1-576 0,-2 2-112 16,0 0-32-16,-1 2 0 0,0 1-608 0,-3 2-128 15,-1 1-32-15,0 1 0 0,0 1-224 0,-1 1-64 16,-1 1 0-16,1-1 0 0,-2 1-192 0,1-1 176 15,-1-3-176-15,0 1 160 0,1-4-160 0,0 2 0 16,1-2 0-16,-2-1 0 0,2-2 0 0,1 0 0 16,1-2-160-16,2 0 160 15,1-4-704-15,2 0-64 0,1-1 0 0,2-2 0 16,-1 0-736-16,5-6-160 0,0 0-16 0,0 0-16 16,0 0-2144-16,0 0-448 0,0 0-64 0</inkml:trace>
  <inkml:trace contextRef="#ctx0" brushRef="#br0" timeOffset="52517.76">15141 15433 11055 0,'0'0'976'0,"0"0"-784"0,0 0-192 0,0 0 0 16,0 0 6704-16,0 0 1296 0,0 0 256 0,0 0 48 16,0 0-5232-16,0 0-1024 0,0 0-224 0,0 0-32 15,2 8-256-15,-1 3-32 0,0 0-16 0,1 2 0 16,-1-3-848-16,-1 3-192 0,0 0-16 0,1 2-16 0,0-1-272 15,1 0-144-15,-1-1 160 0,-1-1-160 0,1 1 0 16,1-1 0-16,-1 0 0 0,-1-3 0 0,0 1 0 0,0-1-192 16,1-1 16-16,1 1 0 15,-2-9-768-15,0 0-144 0,1 9-48 0,-1-9 0 16,0 0-1312-16,0 0-272 0,0 0-48 0,0 0-10320 16,3 7-2064-16</inkml:trace>
  <inkml:trace contextRef="#ctx0" brushRef="#br0" timeOffset="53354.84">15372 15527 4607 0,'0'0'400'15,"0"0"-400"-15,0 0 0 0,0 0 0 0,0 0 7344 0,0 0 1376 16,0 0 288-16,0 0 48 0,0 0-5504 0,0 0-1104 16,0 0-208-16,0 0-64 0,-5-2-832 0,5 2-192 15,-8 0-16-15,0 0-16 0,2 0-352 0,-2 0-64 16,-1 2 0-16,0 0-16 0,-2 2-256 0,0 1-48 15,-1 2-16-15,-1 1 0 0,-2 1-160 0,0 1-16 0,0 1-16 0,1-1 0 16,0 2-32-16,-1 0 0 0,2 1 0 16,2-2 0-16,0 1-144 0,2 0 160 0,0-2-160 0,4 1 160 15,0-2-160-15,1 1 0 0,1-1 0 0,3-2 0 16,0-7 0-16,1 6 0 0,-1-6-160 0,6 7 160 16,0-2-320-16,2 0 48 0,1-3 0 0,3-1 0 15,1-1-32-15,2-1 0 0,4-1 0 0,0-3 0 0,1 0 112 16,1 0 32-16,2-2 0 0,-1-1 0 15,3-1 160-15,0 0-160 0,0 0 160 0,-1 0-160 0,2-4 160 16,-1 2 0-16,-1 1 0 0,-2 1 0 16,0-4 0-16,-4 2 0 0,-1 2 0 0,-1 0 0 15,-3 0 0-15,-1 1 0 0,-3 0 0 0,-3 2 0 0,-1 1 128 0,-1-1-128 16,-4 6 160-16,0 0-160 0,0 0 432 0,2-6-16 16,-2 6 0-16,0 0 0 0,-4-5-48 0,4 5-16 15,-7-4 0-15,1 1 0 0,-1 2-128 0,1 1-32 16,-2 1 0-16,0 2 0 0,0 1-192 0,-1 1 0 15,-1 1 0-15,-1 2 0 0,1 1 0 0,-1-2 0 16,1 2 0-16,1 0 0 0,-2-1 0 0,2 0 0 16,1 0 0-16,2-1 0 0,2 0 0 0,4-7 0 15,-3 5 0-15,3-5 0 0,0 0-208 0,0 0 64 16,0 0 16-16,3 8 0 16,-3-8-256-16,7 6-64 0,0 0 0 0,2-4 0 15,1-2-16-15,0 0-16 0,-1-1 0 0,2 0 0 0,-2-2 224 16,1-1 64-16,-1-1 0 0,2 0 0 0,-2 1 192 0,0-3 0 15,0 1-160-15,-1-1 160 0,-2-1 0 0,0 2 0 16,0-1 0-16,-1 2 0 0,1 0 0 0,-6 5 0 0,0 0 0 16,0 0 128-16,2-5 160 0,-2 5 32 0,0 0 0 0,0 0 0 15,0 0 128-15,0 0 16 16,0 0 16-16,0 0 0 0,0 0-144 0,0 0-16 0,0 0-16 0,0 0 0 16,0 0-128-16,4 6-32 0,0 2 0 0,0 0 0 15,0 0-144-15,0 1 128 0,-2 1-128 0,2 3 128 16,1-1-128-16,2 2 0 0,-4 1 0 0,1-1 128 15,1 2-128-15,0 1 0 0,0 1 0 0,-1-1 0 0,1 0 0 16,-1 0 0-16,-1 0 0 0,-2 0 0 0,-1 0 0 0,0 1 0 16,-1-3 0-16,-1 6 0 0,0-5 0 15,-2 0 0-15,0-2 128 0,-1-1-128 0,-2 0 0 0,1-1 192 16,-2-2-192-16,-1-1 192 0,-2 0-48 16,0-1 0-16,-2-1 0 0,0-2 0 15,-3-1-16-15,-1 0 0 0,-1 0 0 0,0 0 0 0,-3-4-128 0,-1 0 192 16,-1-2-192-16,1 1 192 0,0-2-192 0,1 1 0 15,2-2 0-15,0-1 128 0,2-1-128 0,2 0 0 16,2-1-160-16,2 0 160 16,3-4-768-16,5-1-64 0,0-1-16 0,6 0 0 15,3-4-2224-15,6 0-432 0</inkml:trace>
  <inkml:trace contextRef="#ctx0" brushRef="#br0" timeOffset="56673.16">12542 14563 11967 0,'0'0'1072'0,"0"0"-864"0,0 0-208 0,0 0 0 15,-3-5 4416-15,3 5 848 0,0 0 176 0,0 0 16 16,0 0-3328-16,0 0-656 0,0 0-144 15,0 0-32-15,0 0 256 0,0 0 48 0,0 0 16 0,1 13 0 16,-1 0-464-16,2-1-80 0,-2 2-32 0,0 0 0 16,-2 1-336-16,5-1-64 0,0-1 0 0,1 0-16 15,-2-1-240-15,2-2-32 0,-4-10-16 0,8 11 0 16,-8-11-208-16,12 10-128 0,1-2 128 0,0-5-128 0,1 1 0 0,2-4 128 16,-1-3-128-16,4 2 0 0,1-2 0 15,3 0 0-15,-1 1 0 0,3-2 0 0,1 0 0 16,0 1 0-16,0-1 0 0,0 2 128 0,3 1-128 15,-5 1 192-15,-3 0-64 0,-1 1 0 0,-2 1-128 0,-2 2-160 16,-2 0 160-16,-2 0-208 0,-2-1 208 16,-10-3 0-16,11 6 0 0,-11-6 0 0,0 0 0 0,0 0 128 15,0 0-128-15,0 0 160 0,0 0 16 0,0 0 0 16,0 0 0-16,0 0 0 0,0 0-48 0,0 0 0 16,0 0 0-16,0 0 0 0,0 0-128 0,0 0 192 15,0 0-192-15,0 0 192 0,0 0-192 0,0 0 128 16,0 0-128-16,0 0 128 0,0 0-128 0,9-4 0 15,-9 4 0-15,0 0 0 0,6-7 0 0,-6 7 0 16,9-8-128-16,-9 8 128 0,7-5 0 0,-7 5 0 16,8-7-144-16,-8 7 144 0,9-4 0 0,-9 4 0 15,0 0 0-15,8-1 0 0,-8 1 0 0,7 0 128 16,3 0-128-16,0 0 192 0,2 0 0 0,1 0 0 16,0 1 0-16,0-1 0 0,2 0-192 0,2 0 128 0,2 1-128 15,-1-1 0-15,0 0 0 0,2 0 0 0,-1 0 0 16,1 0 0-16,-1-1 0 0,2 0 0 0,-1-1 0 15,-1-1 0-15,-2 0 128 0,0 0-128 0,-1-2 0 0,-3 1 0 16,-1 0 144-16,-1 0-144 0,-1 0 128 0,-3-1-128 16,-1 0 224-16,-1 0-32 0,-1-2-16 0,-2 1 0 15,1-1 16-15,0 1 0 0,-2-1 0 0,0 1 0 16,0-3-192-16,2-1 0 0,-3 1 0 0,0 2 0 16,-1 0-256-16,-1 1-64 0,0 0-32 0,-1 1 0 15,-1-1-1616 1,4 6-320-16,0 0-64 0,0 0-18880 0</inkml:trace>
  <inkml:trace contextRef="#ctx0" brushRef="#br0" timeOffset="57041.35">12838 15205 11055 0,'0'0'976'15,"-7"-4"-784"-15,1 0-192 0,0 1 0 0,6 3 7840 0,0 0 1520 16,-5-1 304-16,5 1 64 0,0 0-6768 0,0 0-1360 15,0 0-256-15,-2 9-64 0,-2 3-192 0,0-1-48 0,0 8 0 16,0-2 0-16,0 3-544 0,3 3-112 0,-1 3-32 0,2-2 0 16,0 3-352-16,0-3 144 0,2 0-144 0,0-1 0 15,0-5 128-15,0 1-128 0,0-4 0 0,0 0 0 16,1-4-512-16,-3-11-144 0,0 0-48 0,4 12 0 16,-4-12-1184-16,0 0-240 15,0 0-48-15,10 8-16 0,1-3-2672 0,2-5-512 0,2-5-128 0</inkml:trace>
  <inkml:trace contextRef="#ctx0" brushRef="#br0" timeOffset="57769.86">13005 15347 12895 0,'5'-13'576'0,"-5"13"112"0,2-11-560 0,-2 2-128 0,0 0 0 0,0 9 0 0,-2-8 6000 0,2 8 1168 15,0 0 224-15,-7-6 48 0,1 2-3888 0,6 4-784 16,-9 0-144-16,9 0-48 0,-11 1-1168 0,3 4-256 16,-1-1-32-16,0 1-16 0,-1 2-576 0,-1 1-112 15,1 5-32-15,-1-2 0 0,1 4-112 0,1 2-16 16,0-3-16-16,0 2 0 0,1 1-48 0,1-2-16 15,1 0 0-15,2-2 0 0,1 0-176 0,2 0 0 16,0-3 144-16,1-10-144 0,4 13 0 0,-4-13 0 16,7 11 0-16,4-2-128 0,-1-3-144 0,5 1-32 15,0-2 0-15,2 0 0 0,0-3-16 0,0-2-16 16,3-2 0-16,0 2 0 0,1-2 96 0,-5-1 32 16,2-2 0-16,2 0 0 0,3-1 32 0,1 0 16 0,-1-3 0 0,2-2 0 15,0 0 160-15,-2-2-160 0,1-2 160 0,-2 1-160 16,-1 0 160-16,-2-2 0 0,-2 0 0 0,-1 3 0 15,-4-2 0-15,-2 3 0 0,-2 0 0 16,-2 2 0-16,-3 2 0 0,-3 1 0 0,-1 1 160 0,1 6-160 16,-6-5 320-16,1 2-48 0,-1 2 0 0,-2 1 0 15,-3 0 48-15,1 0 16 0,-2 1 0 0,-1 2 0 16,3 0-176-16,-2 3-32 0,0 0-128 0,1 2 192 16,-1 1-192-16,0-1 0 0,0 1 0 0,3 2 0 15,0-1 0-15,1 2 0 0,0-3 0 0,3 1 0 0,1 1 0 16,2-5 0-16,0 1 0 0,2-7 0 0,-1 8-256 0,1-8 64 15,0 0 16-15,7 6 0 16,0-2-208-16,1-1-32 0,0-2-16 16,1-1 0-16,2-1 16 0,-1-2 0 0,1 0 0 0,-1-1 0 0,-1-1 96 15,0 0 32-15,0-1 0 0,-1-1 0 0,0-1 288 0,0 0-128 16,-2 1 128-16,0-1 0 0,-3 1 0 0,1 1 0 16,0-1 0-16,-4 7 0 0,0 0 304 0,0 0 64 15,0 0 16-15,0 0 0 0,0 0 240 0,0 0 48 16,0 0 16-16,0 0 0 0,0 0-176 0,0 0-48 15,0 0 0-15,0 0 0 0,0 0-256 16,-2 9-48-16,0 2-16 0,2 0 0 0,2 2-144 0,0 2 160 16,1-1-160-16,2 2 160 0,0 1-160 0,2-3 0 15,-1 2 0-15,1 1 0 0,1 0 0 0,0 0 0 16,1 0 0-16,1 1 0 0,-2 0 0 0,0 2 0 16,0-2 0-16,-1 0 0 0,0 0 0 0,-2 1 0 15,-2-1 0-15,-2-1 0 0,-2-2 0 0,-3 2 0 16,0 0 0-16,-3-4 128 0,0 0 48 0,-3-1 0 15,-1 1 0-15,-1-2 0 0,-4-2 96 0,-1 0 32 16,-1-4 0-16,0 0 0 0,-3-1-112 0,1-1 0 0,0-2-16 0,0-1 0 16,0-1-176-16,2 0 0 0,0-2 0 15,-4-2 128-15,6-2-128 0,3-1 0 0,1-1-192 0,3-1 192 16,4-1-1168 0,2-2-112-16,2 0-32 0,2 3-15200 0,2-3-3056 0</inkml:trace>
  <inkml:trace contextRef="#ctx0" brushRef="#br0" timeOffset="66851.1">21498 5535 48671 0,'0'0'2160'0,"0"0"432"0,-5-5-2080 0,1 1-512 15,-1-3 0-15,0 3 0 0,0 0 640 0,-2 0 0 0,-1 1 16 0,2 0 0 16,-2 0 224-16,0 3 32 0,-1 2 16 0,0-2 0 15,-2 0-560-15,2-2-112 0,-3 4-32 0,-1 2 0 16,-2-1-48-16,-2 3-16 0,-1 0 0 0,-1 2 0 16,1 0-160-16,-7 2 128 0,2 1-128 0,2-1 128 15,-1-1-128-15,4 0 0 0,2 1 0 0,2-1 128 16,2 0-128-16,3-1 0 0,2 1 0 0,2-3 0 16,1 1 0-16,4-7 0 0,0 8 0 0,3-1 0 15,2 1 0-15,1-1 0 0,2-1 0 0,5 1 0 16,4 1-128-16,3-1 128 0,-3 1 0 0,2 0 0 15,3 1 0-15,2 0 0 0,-1 0 0 0,2 1 0 0,-1-1-128 0,-2 1 128 16,-1 2 0-16,-2 1 0 0,-1 0 0 16,-2 3 0-16,-3-1 0 0,-2 2 0 0,-2 1 0 15,-3 1 0-15,-2-2 0 0,-3 0 0 0,-2 1 0 16,-1-5 160-16,-4-1-32 0,-2-1-128 0,-1 0 272 0,-2-2-48 16,-4-1-16-16,-2 0 0 0,-2-1-64 0,-3 0-16 15,-3-5 0-15,0 2 0 0,-1 0-128 0,-3-1 0 16,-1-2 144-16,2 1-144 0,0-5 0 0,2-1 0 15,1-1-160-15,3-2 160 16,1 1-928-16,4-1-80 0,4-3-16 0,6-1 0 16,3-3-1408-16,6-2-304 0,7-3-48 15,4-2-18224-15</inkml:trace>
  <inkml:trace contextRef="#ctx0" brushRef="#br0" timeOffset="67071.67">21659 5523 22111 0,'0'0'1968'0,"0"0"-1584"15,0 0-384-15,0 0 0 0,0 0 5376 0,0 0 976 0,5 7 208 0,-1-1 32 16,-4-6-3888-16,2 8-784 0,-2-8-144 0,3 12-48 16,-2 3-544-16,1 4-112 0,-1 3-32 0,2 1 0 15,-2 1-656-15,0 2-128 0,2 1-16 0,-1 1-16 16,1-1-224-16,0 2 0 0,-3-2 128 0,1 0-128 16,0-1 0-16,0-1-192 0,2-3 48 0,-2-1 0 15,1-1-912-15,-1-1-176 0,-1-3-48 16,0-3 0-16,0-3-1024 0,0 1-192 0,1-5-64 15,-1-6-11200-15,0 0-2256 0</inkml:trace>
  <inkml:trace contextRef="#ctx0" brushRef="#br0" timeOffset="67487.82">21519 5810 30399 0,'0'0'1344'0,"0"0"288"0,0 0-1312 0,0 0-320 16,0 0 0-16,0 0 0 0,0 0 4480 0,0 0 816 15,0 0 160-15,0 0 48 0,12 3-3568 0,1-2-704 16,1-1-144-16,2 0-16 0,1-1-592 0,2-1-112 15,2 1-32-15,1-2 0 0,3-1-176 0,3-1-32 16,2-1-128-16,0 0 192 0,0 1-192 0,0 1 0 16,-2 0 0-16,-2 1 0 0,-2-1 0 0,-3 2 0 15,-3 2 0-15,-5 3-160 0,-3 2 160 0,-2 4 0 16,-4 4 0-16,-1 0 0 0,-3 0 128 0,-3 4 128 16,-1 3 0-16,-4 3 16 0,-1-2 48 0,0 3 16 0,3-1 0 15,-1-1 0-15,1-2-208 0,0-4-128 0,2-2 128 16,2-1-128-16,0-1 128 0,2-3-128 0,0-9 128 15,0 0-128-15,4 6-240 0,-4-6-112 0,7 4-32 0,1-4 0 16,1-1 64-16,0-6 16 0,1-2 0 0,1 1 0 16,-2-2 160-16,0 0 144 0,-1-2-208 0,0-3 80 15,-2 0 128-15,1-2-192 0,-2 0 192 0,-1 1-192 16,1 1 192-16,-1 0 0 0,0 2 0 0,-1 3 0 0,-1-1 176 0,-1 5-48 16,-1 6 0-16,0 0 0 0,0 0 64 15,0 0 0-15,0 0 0 0,0 0 0 0,0 0-64 16,7 2-128-16,0 4 192 0,-1 3-64 15,2-1-128-15,-2 2 0 0,2 2 0 0,0 1 0 16,1 0-336-16,2 1 48 0,0-2 16 0,0-2 0 16,-1 0-1360-16,1-3-272 0,-1 0-48 15,2-1-16-15,1-6-1296 0,-1 0-256 0,-1 0-48 0,0 0-14272 16</inkml:trace>
  <inkml:trace contextRef="#ctx0" brushRef="#br0" timeOffset="67894.91">22402 5583 23951 0,'0'0'1056'0,"0"0"224"0,0 0-1024 0,0 0-256 16,0 0 0-16,0 0 0 0,0 0 5840 0,0 0 1120 16,0 0 208-16,0 0 64 0,-2 9-4528 0,1 2-896 15,1 3-176-15,-1 0-32 0,0 3-880 0,-1 0-160 0,1 4-48 0,1 1 0 16,0 0-304-16,3 1-64 16,0-3-16-16,3 1 0 0,0-1-128 0,2-1 0 0,0 1 0 0,1-2 0 15,1-1-144-15,2-1-64 0,-1-3-16 0,-1-3 0 16,0 1-32-16,2-2 0 0,0-7 0 0,0 2 0 15,-2-2 32-15,-1-1 0 0,2-1 0 16,-2-3 0-16,0-2 224 0,-1-3-192 0,0-1 192 0,-1-1-192 16,2-1 192-16,-1-2-144 15,-1-2 144-15,1 0-128 0,-1-3 128 0,1 1-192 0,1 0 192 0,-1 3-192 16,-1-4 192-16,-2 3-208 0,-1 2 80 0,-2 4 128 0,-2 9-144 16,0 0 144-16,0 0 0 0,0 0 0 15,0 0 144-15,0 0 144 0,0 0 32 0,-2 8 0 0,1 2 0 16,-2 3 16-16,-1 2 0 0,1 0 0 0,1 0-144 0,1 2-48 15,1 0 0-15,2 1 0 0,1-1-144 0,1 0 0 16,0 0 0-16,1-3 0 0,3-2 0 0,-2-2 0 16,1-1-176-16,0 0 176 15,1 2-960-15,-1-5-96 0,-1-2-32 0,1-1 0 16,1-3-1024-16,-8 0-192 0,0 0-64 16,0 0 0-16,5-4-2224 0,-5 4-448 0,4-16-80 15,-4 16-32-15</inkml:trace>
  <inkml:trace contextRef="#ctx0" brushRef="#br0" timeOffset="68073.93">22325 5772 13823 0,'0'0'1216'0,"-5"1"-960"15,-2-1-256-15,7 0 0 0,0 0 7552 0,0 0 1456 16,0 0 288-16,0 0 64 0,0 0-6480 0,0 0-1312 16,11-1-256-16,3 1-48 0,4 0-704 0,2 0-144 15,4-2-32-15,4 0 0 0,1 1-384 0,3 0 0 0,1-1 0 0,-1 0 0 31,2-1-1264-31,0 2-336 0,0-3-64 0,0 1-13152 0,0-1-2640 0</inkml:trace>
  <inkml:trace contextRef="#ctx0" brushRef="#br0" timeOffset="68351.06">23296 5539 49583 0,'0'0'1088'0,"0"0"240"0,0 0 32 0,0 0 32 0,0 0-1120 0,0 0-272 0,0 0 0 0,0 0 0 0,0 0 1232 0,0 0 192 16,0 10 48-16,1 3 0 0,1 0-336 0,0 4-64 15,0 3-16-15,0 3 0 0,0 1-800 0,0 3-256 16,-2 2 128-16,1-2-128 0,1 4 0 0,0 1 0 16,-2 0-176-16,0 0 176 0,2-2 0 0,0-2 0 15,2 0 128-15,-2-4-128 0,-2 0 0 0,1-3 0 16,3-2 0-16,-3-2 0 0,0-1 0 0,1-4 0 15,0-2 0-15,0 1 0 16,-2-1-1072-16,0-4-96 0,1 4-32 0,-1-3 0 16,0 0-1488-16,0-7-320 0,2 6-48 0,-2-6-16 0</inkml:trace>
  <inkml:trace contextRef="#ctx0" brushRef="#br0" timeOffset="68744.29">21723 6308 39615 0,'-16'1'3520'0,"8"-1"-2816"0,-2-1-560 0,2 1-144 16,8 0 3152-16,0 0 608 0,-5 1 112 0,5-1 32 15,0 0-2528-15,0 0-496 0,0 0-112 0,13-1 0 0,2 1-352 0,5-3-64 16,2 2-16-16,4 0 0 0,4-1-96 0,8-1-32 15,4-1 0-15,2 0 0 0,3 2-64 0,1 1-16 16,6-1 0-16,3-1 0 0,4 0-128 0,7 2 0 16,4-4 0-16,1 3 128 0,-2-1-128 0,-2 3 0 15,1 0 0-15,0 0 112 0,2-2-112 0,-2 2 0 16,-1 0 0-16,-5 2 0 0,-7-1 0 16,-6 1 0-16,-8 0 0 0,-2-2 0 0,-5 1 0 15,-4 0 0-15,-4 2 0 0,-2-3 0 0,-2 0-144 0,-6 0 144 0,-2 1 0 16,-3-1-144-16,-3-1 144 0,1 1 0 15,-4 0 0-15,-7 0-128 0,0 0 128 0,0 0 0 16,0 0-144-16,0 0 144 0,0 0-192 0,0 0 48 16,0 0 0-16,0 0 0 15,0 0-848-15,0 0-160 0,0 0-48 0,0 0-15232 16,0 0-3040-16</inkml:trace>
  <inkml:trace contextRef="#ctx0" brushRef="#br0" timeOffset="69165">24074 5753 38703 0,'0'0'3440'0,"0"0"-2752"15,-5 1-560-15,5-1-128 0,0 0 2864 0,0 0 528 16,2 8 128-16,5-3 0 0,-7-5-2176 0,0 0-448 16,0 0-96-16,0 0-16 15,0 0-1328-15,4 10-272 0,-2-2-48 0,0 1-16 16,-2-9-1936-16,3 7-384 0,-2-1-64 0</inkml:trace>
  <inkml:trace contextRef="#ctx0" brushRef="#br0" timeOffset="69289.81">24091 5953 29487 0,'-5'13'1296'0,"5"-13"288"0,0 0-1264 0,0 0-320 0,0 0 0 0,-2 6 0 16,-1 0 4352-16,3-6 832 0,-3 7 144 0,3-7 48 16,0 0-3904-16,0 0-784 0,8 0-160 0,4-2-16 15,2 1-2480-15,6-2-480 16,3-2-112-16</inkml:trace>
  <inkml:trace contextRef="#ctx0" brushRef="#br0" timeOffset="69563.46">24729 5667 25791 0,'0'0'2304'0,"0"0"-1856"0,0 0-448 0,0 0 0 0,0 0 6112 0,0 0 1120 16,0 0 240-16,0 0 32 0,0 0-4944 0,0 0-1008 15,0 0-192-15,12 6-32 0,-1-1-800 0,1 2-144 16,4 1-48-16,1 2 0 0,0 2-336 0,1 1 144 16,1-1-144-16,1 1 144 0,1 1-144 0,0 2 0 15,1-2 0-15,-3 0 0 0,0 1 0 0,-1-1 0 16,0 0 0-16,0 1 0 0,-1-1 0 0,-1 0-128 16,-3-1 128-16,-1 0-160 15,-2-4-432-15,-2 2-96 0,0-3-16 0,-3-2 0 16,-5-6-704-16,0 0-128 0,0 0-48 0,0 0 0 15,0 0-1424-15,0 0-272 0,0 0-64 0,0 0-15728 0</inkml:trace>
  <inkml:trace contextRef="#ctx0" brushRef="#br0" timeOffset="69781.01">25025 5672 21183 0,'0'0'944'0,"0"0"192"0,0 0-912 0,0 0-224 0,0 0 0 0,0 0 0 15,0 0 6144-15,0 0 1168 0,0 0 240 0,0 0 64 16,0 0-4768-16,0 0-944 0,-3 6-192 0,-2 2-48 0,0 1-768 15,-2 3-176-15,-3 2-16 0,-2 3-16 0,-1 0-320 0,-1 1-64 16,-1 1-16-16,0-1 0 0,-1-1-144 0,0 1-16 16,1 0-128-16,-1 1 192 0,1-2-192 15,-1-2 0-15,-1 1 0 0,4-2 0 16,0 2-624-16,2-4-112 0,1-2-32 0,4 0 0 16,2-2-1584-16,4-8-320 0,0 0-64 0,7 8-12112 15,5-1-2416-15</inkml:trace>
  <inkml:trace contextRef="#ctx0" brushRef="#br0" timeOffset="69977.7">25295 5846 24879 0,'0'0'1088'0,"0"0"256"0,0 0-1088 0,0 0-256 16,0 0 0-16,0 0 0 0,0 8 6320 0,0 0 1200 16,-2 0 240-16,1 2 48 0,0-2-5296 0,1 1-1056 15,-1 2-224-15,-1 0-32 0,1 2-784 0,0 2-160 16,-1-5-16-16,2 3-16 0,0 0-224 0,0 0 0 15,0-1 0-15,0-1 0 16,2-4-656-16,0 1-128 0,-2-8-32 0,0 0 0 16,7 5-1296-16,-1-2-272 0,-6-3-48 0,12 0-12432 0,2-1-2480 0</inkml:trace>
  <inkml:trace contextRef="#ctx0" brushRef="#br0" timeOffset="70174.19">25580 5711 50447 0,'0'0'2240'0,"0"0"448"0,0 0-2144 0,0 0-544 0,0 0 0 0,0 0 0 16,0 0 960-16,0 0 64 0,7-4 32 0,1 0 0 0,1 0-128 0,1 0-32 15,1 2 0-15,-1 0 0 0,3 2-624 0,3-2-128 16,2 2-16-16,-1 0-128 0,1-2 0 0,0 1 0 16,2 0 0-16,-2 1 0 15,-2-3-1152-15,-2 3-192 0,2 0-48 0,-3 3 0 16,-1-3-2448-16,-2 1-480 0</inkml:trace>
  <inkml:trace contextRef="#ctx0" brushRef="#br0" timeOffset="70345.67">25673 5794 15663 0,'-9'3'688'0,"3"-2"144"0,1-1-656 0,3 0-176 16,-1-1 0-16,0 1 0 0,3 0 8000 0,0 0 1584 15,0 0 304-15,0 0 64 0,0 0-6816 0,0 0-1376 16,0 0-272-16,0 0-48 0,12 0-1040 0,1-1-208 15,-1 1-32-15,4-2-16 0,2 2-144 0,0-2-224 0,2 0 48 0,0 2 16 32,3-1-1408-32,-2 0-288 0,-2 1-48 0,2-2-13712 0,0 1-2752 0</inkml:trace>
  <inkml:trace contextRef="#ctx0" brushRef="#br0" timeOffset="70772.38">26409 5633 21183 0,'-17'-7'944'0,"12"6"192"0,0-2-912 0,-3 1-224 0,0-2 0 0,1 1 0 0,1 2 6400 0,1 1 1248 16,5 0 240-16,0 0 48 0,-10 0-5152 0,-1 2-1040 16,1 1-208-16,-1 2-32 0,-2 0-752 0,0 3-160 15,0 0-16-15,0 3-16 0,-2 2-160 0,0 2-16 16,-2 1-16-16,3 1 0 0,0-2-208 0,3 2-32 15,-1 2-128-15,5-2 192 0,-1 1-192 0,3-3 0 16,1 1 0-16,4 1 128 0,1-1-128 0,3 1 0 16,2 0 0-16,4-2 0 0,1-2 0 15,4-1 0-15,2-3 0 0,2 0 0 0,2 0 0 0,4-6 0 16,2 0-128-16,-1-3 128 0,0-2-192 0,-1 0 32 16,-1-2 0-16,-2 0 0 0,-4-5 160 0,2 1 176 15,-4-3-48-15,1 0 0 0,-1-2-128 0,-3-2 0 16,0 2 0-16,-2-5 128 0,-2 1-128 0,-3 3 0 15,-3-3 0-15,-1 1 0 0,0 2 0 0,-2-2 0 0,-4 1 0 16,-1-1 0-16,-2 0 0 0,-3 1 0 16,-2 0 0-16,0 2 0 0,-1 0-144 0,-1 2 144 0,-2 0 0 15,1 1 0-15,-1-1-208 0,0 2 64 0,-1 3 16 0,2 0 0 16,-1 4-224-16,4-3-32 0,2 3-16 0,2 0 0 16,8 2-1536-1,0 0-304-15,-8-2-64 0</inkml:trace>
  <inkml:trace contextRef="#ctx0" brushRef="#br0" timeOffset="75186.34">24698 6755 15663 0,'0'0'1392'0,"0"0"-1120"0,-7-5-272 0,2 1 0 0,5 4 5680 0,-5-4 1072 16,-4 2 224-16,1-2 32 0,3 0-3104 0,2 2-608 0,3 2-128 15,0 0-32-15,0 0-1376 0,0 0-288 0,0 0-48 0,0 0-16 16,0 0-768-16,0 0-144 0,4 6-48 0,1 1 0 16,2 3-448-16,-1 0 0 0,1 3 0 0,-1 5 0 15,1 3-160-15,0-1 160 0,4 3-128 0,-1-1 128 16,2 2 0-16,-2-1 0 0,0 1 0 0,1-1 0 16,0-3 0-16,-1-1 0 0,-1-2 0 0,0 0 0 0,-2-4 0 15,-1 0 128-15,1-2 0 0,-2-5 0 0,-1 1-128 16,0-3 0-16,-4-4 0 0,0 0 0 0,0 0 0 15,0 0 0-15,0 0 0 0,8-2 96 0,-8 2-96 0,0 0 0 16,6-2 0-16,0-2 0 0,-1-4 0 0,-1-2 0 16,2-3 0-16,-1-2 0 0,1-2 0 0,0-1 0 15,1-3 0-15,1-2 0 0,-2-5 0 0,3-2 0 16,3-1 0-16,-2-2 0 0,-1 0 0 16,1 1 0-16,0 4 0 0,0 1 0 0,0 3-160 0,-1 3 32 15,-1 3 0-15,-1 2 0 16,-1 6-944-16,-3 2-176 0,-3 8-32 0,0 0-16 15,0 0-3008-15,0 0-608 0</inkml:trace>
  <inkml:trace contextRef="#ctx0" brushRef="#br0" timeOffset="75693.15">25180 7054 23951 0,'0'0'2128'0,"0"0"-1696"16,0 0-432-16,0 0 0 0,0 0 5376 0,0 0 1008 15,0 0 192-15,0 0 32 0,0 0-3536 0,0 0-704 16,8 1-128-16,-8-1-48 0,5 5-1136 0,-1 2-224 16,-3-1-64-16,1 5 0 0,-1-2-496 0,0 3-96 15,-1-1-32-15,-1 2 0 0,-2 0-96 0,2 0-48 16,-2 2 0-16,2-4 0 0,0 1 0 0,-1 1 0 16,1-4 0-16,0 0 0 0,0 1-128 0,1-1-32 15,0-3 0-15,0-6 0 16,0 0-768-16,0 0-160 0,0 0-16 0,6 4-16 15,2-1-1632-15,2-3-336 0,5-3-64 0,-1-1-17840 0</inkml:trace>
  <inkml:trace contextRef="#ctx0" brushRef="#br0" timeOffset="75943.64">25501 6840 47855 0,'0'0'2112'0,"0"0"448"0,0 0-2048 0,0 0-512 0,0 0 0 0,0 0 0 15,0 0 1344-15,0 0 176 0,0 0 16 0,0 0 16 16,0 0-368-16,8 0-80 0,-8 0-16 0,10-4 0 16,0 1-752-16,2 1-144 0,1-1-48 0,2 1 0 15,-1-1-144-15,0 2 0 0,-1 1 0 0,0-4 128 0,0 1-128 16,0 1 0-16,-1 0 0 0,-2 2 0 16,1 0-448-16,-1 2-64 0,-1 0 0 0,-1 1-16 15,1 1-976-15,-9-4-192 0,7 1-32 0,-2 4-13824 16,0 2-2768-16</inkml:trace>
  <inkml:trace contextRef="#ctx0" brushRef="#br0" timeOffset="76090.26">25557 6952 23039 0,'-12'10'2048'0,"12"-10"-1648"0,-9 3-400 0,2 0 0 0,7-3 6064 0,0 0 1120 16,0 0 240-16,0 0 32 0,-6 4-4832 0,6-4-976 0,0 0-192 0,0 0-48 16,0 0-656-16,8 2-144 15,1 2-32-15,4-1 0 0,1-3-400 0,3 0-176 16,1 0 128-16,3 0-128 15,1 1-448-15,2-2-160 0,-1 1-32 0,1-4-16 16,-1 1-864-16,1-2-160 0,-2 1-48 0,-1 0 0 16,1 2-2240-16,-2-1-464 0,-4-1-96 0</inkml:trace>
  <inkml:trace contextRef="#ctx0" brushRef="#br0" timeOffset="76470.25">26027 6703 48783 0,'0'0'2160'0,"0"0"448"0,0 0-2096 0,0 0-512 0,0 0 0 0,0 0 0 15,0 0 1728-15,0 0 256 0,0 0 32 0,4 9 16 0,0-1-1072 0,1 1-192 16,1 2-64-16,-1 2 0 0,-1 1-480 0,1 4-96 16,0 0-128-16,-1 3 176 0,1 1-128 0,2 1-48 15,-2-1 0-15,0 0 0 0,1-1 0 0,-1-2 0 16,0 2 0-16,0-5 0 0,0-1 0 0,1-2 0 15,-1-2 0-15,0-1 0 0,0-1 0 0,0-1 0 16,-1-1 0-16,-4-7 0 0,0 0 0 0,0 0 0 16,0 0 0-16,7 2 0 0,-7-2 0 0,8-1 0 15,-2 0 0-15,1-2 0 0,-2-3 0 0,1-1 0 16,1-5 0-16,0 2 0 0,-1-2 0 0,1-1 0 16,-1-4 0-16,2-1 0 0,1-2 0 0,1 0 0 15,2-3 0-15,0 0 0 0,-2-2 0 0,1-1 0 16,-1 1 0-16,-1 3 0 15,-1 3 0-15,0 2 0 0,-2 2 0 0,1 2 0 16,0 2-576-16,-4 1-128 0,1 4 0 0,-4 6-16 16,0 0-1392-16,0 0-256 0,6 3-64 0,-1 3-12800 0,0 1-2560 0</inkml:trace>
  <inkml:trace contextRef="#ctx0" brushRef="#br0" timeOffset="76931.96">26581 7008 5519 0,'0'0'496'0,"0"0"-496"0,0 0 0 0,0 0 0 0,0 0 5760 0,8-4 1072 15,1-1 208-15,-2 1 32 0,-7 4-2848 0,0 0-560 16,8-6-112-16,0-2-32 0,-2-1-1152 16,-1 1-224-16,1 0-48 0,-3 1-16 0,1-2-928 0,0 0-176 15,-1 0-32-15,-2 1-16 0,2 0-336 0,-2 1-64 16,-3-1-16-16,0 1 0 0,0 2-192 0,-2 1-32 15,-3 0-16-15,2 0 0 0,5 4-32 0,-7-2-16 16,1-2 0-16,-1 2 0 0,7 2-96 0,0 0-128 16,-7 2 176-16,7-2-176 0,-8 4 128 0,1-2-128 15,7-2 0-15,-6 5 0 0,-1 2 128 0,2 0-128 16,1 2 0-16,-1-3 0 0,0 3 0 0,1 0 0 0,0 3 128 0,1 1-128 16,1-2 0-16,0 2 128 15,0 1-128-15,0 0 144 0,1 1-144 0,0 0 0 16,-1 1 0-16,4 0 0 0,-1-1 0 0,0 2 0 0,1-2 0 0,0-1 0 15,1 0 0-15,0-2 0 0,-1 0 0 0,1 1 0 16,-1 1 0-16,1 2 0 0,0-3 0 16,-2-3 0-16,-1 1 0 0,0-1 0 0,0-1 0 0,0 0 0 15,-1 0 0-15,-2 1 0 0,0-3 0 0,3-7 0 16,0 0 0-16,0 0-192 0,-4 7 192 0,4-7-208 16,0 0-752-16,-3 5-128 15,3-5-48-15,0 0 0 0,0 0-912 16,-7-1-192-16,-1-2-48 0,8 3 0 0,0 0-2992 15,-8-6-608-15,-11-9-112 0,6-2-16 0</inkml:trace>
  <inkml:trace contextRef="#ctx0" brushRef="#br0" timeOffset="77118.99">26451 7179 7359 0,'0'0'320'0,"0"0"80"0,-9-7-400 0,0 2 0 0,1 1 0 0,2 2 0 0,0-1 9072 0,6 3 1728 15,0 0 336-15,0 0 80 0,0 0-7328 0,0 0-1472 16,0 0-304-16,0 0-48 0,0 0-1024 0,0 0-208 16,7-4-32-16,1 1-16 0,1 1-464 0,3-1-112 15,1-1-16-15,0 2 0 0,5-3-192 0,0 1 128 16,-1 0-128-16,0 0 0 0,-1 1 128 0,1 1-128 15,-2-1 0-15,1 2 128 0,0-1-128 0,-2 2 0 16,-4 0 0-16,1 0 0 16,-1 0-512-16,-1 0 16 0,-9 0 0 0,0 0 0 15,0 0-1712-15,9 4-352 0,2-1-64 0</inkml:trace>
  <inkml:trace contextRef="#ctx0" brushRef="#br0" timeOffset="78560.56">27546 6816 3679 0,'-1'2'160'0,"-2"-1"32"0,-2 2-192 0,1-6 0 0,3 0 0 0,1 3 0 16,0 0 8992-16,0 0 1760 0,-1-7 336 0,1 7 80 15,-3-10-7456-15,0 4-1472 0,-1-1-320 0,1 2-48 16,0 0-656-16,-1 1-128 0,-1-2-16 0,0 3-16 15,-2 2-512-15,1-1-96 0,-2 4-32 0,0-1 0 16,-2 3-112-16,0 1-32 0,-1 2 0 0,0-1 0 16,1 1-272-16,-3 0 160 0,1 3-160 0,0 0 128 15,3-1-128-15,-1 2 0 0,2-1 0 0,1-1 128 0,1-2-128 0,3-2 0 16,2 0 0-16,1-5 0 0,0 0-160 0,0 0 160 16,0 0-208-16,9 4 80 0,0-1-48 0,0-3 0 15,0-2 0-15,3 1 0 0,0-2-16 0,-2 1-16 16,1-5 0-16,-1 1 0 0,1-1-16 0,-2 1 0 15,-3-2 0-15,2 1 0 0,-1 0 96 0,-2 0 128 16,-5 7-208-16,0 0 80 0,0 0 128 0,0 0 0 16,0 0 0-16,0 0 128 0,0 0 0 0,0 0 0 15,0 0 0-15,0 0 0 0,0 0 48 0,0 0 16 16,0 0 0-16,0 0 0 0,0 0-192 0,5 5 160 16,0 2-160-16,2-3 160 0,1 0-160 0,1-2 0 15,0-1 0-15,0-1 0 0,0-1 0 0,2-1 0 16,-1-2 0-16,0 1 0 0,1-1 0 0,1-2 0 0,-1-3 0 0,0-1 0 15,-1 0 0-15,1-2 0 16,-1-1 0-16,-1 0 0 0,-1 0-176 0,0 0 176 0,0-3-128 0,-2-1 128 16,1 1-176-16,-3-4 176 15,-1 3-208-15,-1 0 80 0,-2-2 128 0,-2 2-128 16,1-2 128-16,-3 2-128 0,-4 3 128 0,-2 0 0 0,-2 3 128 16,-2 2-128-16,-2 1 256 0,-1 3 0 0,-2 1-16 0,-1 4 0 15,-2 3 32-15,-1 3 16 0,-2 3 0 0,-1 2 0 16,0 1-96-16,-2 1-32 0,0 1 0 15,-1 6 0-15,3-4 16 0,2 7 0 0,2-1 0 16,4 3 0-16,2-2-48 0,3 3-128 0,3 0 192 16,3 0-64-16,3 0-128 0,4-1 0 0,3 0 0 15,4 0 128-15,2-2-128 0,5-1 128 0,3-1-128 0,4-1 128 16,1-1-128-16,3 0-256 0,1-4 64 0,1-2 16 16,2-2-464-16,1-4-112 0,-1 0-16 15,3-2 0-15,1-1-576 0,1-1-128 0,0-3-32 16,2 0 0-16,3-6-2080 0,2 0-432 0,0-2-80 15,2-1-14016-15</inkml:trace>
  <inkml:trace contextRef="#ctx0" brushRef="#br0" timeOffset="78803.13">28339 6689 11967 0,'3'-16'528'0,"-2"8"112"0,-1-1-512 0,0-4-128 0,-1-1 0 0,-1 1 0 0,1 4 7936 0,0 2 1536 15,-2 0 320-15,0 4 64 0,3 3-6224 0,0 0-1264 16,-2-7-240-16,2 7-48 0,0 0-1056 0,0 0-224 15,0 0-32-15,-2 7-16 0,0 2-464 0,1 2-96 16,-1 2 0-16,0 4-16 0,0 3-176 0,2 3 0 16,-1 5 144-16,1-1-144 0,-1 1 0 0,1-1 0 15,1-1 0-15,2-1 0 0,-2-2 0 0,0 1 0 16,1-2 0-16,0-1-128 16,1-4-560-16,-2-3-96 0,2-1-32 0,-2-2 0 15,0-2-496-15,-1-2-96 0,0-7-32 0,0 0 0 16,0 0-1440-16,0 0-272 0,0 0-64 0,0 0-9696 0,-4-7-1936 15</inkml:trace>
  <inkml:trace contextRef="#ctx0" brushRef="#br0" timeOffset="79015.11">27980 6517 49823 0,'0'0'2208'0,"-5"-2"448"0,5 2-2128 0,-6-1-528 0,6 1 0 0,0 0 0 15,0 0 912-15,0 0 80 0,0 0 16 0,0 0 0 0,9-3 240 0,4 2 48 16,1-2 16-16,4 2 0 0,3 0-1056 15,3 0-256-15,1-3 0 0,1 2 0 0,2 1 0 0,4 1 208 16,-1 0-64-16,3-4-16 0,0 3-128 0,2-1 0 16,1 0 0-16,-1 1 128 0,-1 1-128 0,-1 0 0 15,-1 0 0-15,-2 0 0 16,-2 1-944-16,-3-1-160 0,-1 0-48 0,-3 2 0 16,-3 5-1392-16,-2 2-272 0,-5 3-64 0</inkml:trace>
  <inkml:trace contextRef="#ctx0" brushRef="#br0" timeOffset="79251.72">28699 6865 31327 0,'0'0'2784'0,"0"0"-2224"16,0 0-560-16,0 0 0 0,0 0 3984 0,0 0 688 15,0 0 144-15,0 0 32 0,4 9-2352 0,0 0-480 0,-2 0-96 16,1 1 0-16,-1 2-960 0,1 1-192 0,-2 2-48 0,1-1 0 15,-2-1-464-15,-2 0-112 0,2 0-16 0,0 0 0 16,0-1-128-16,2 1 0 0,-1-1 0 0,0-3 0 31,-1-9-1280-31,0 0-144 0,4 6-32 0,-4-6 0 16,0 0-1232-16,8 3-240 0,1-3-48 0,-1-1-17712 0</inkml:trace>
  <inkml:trace contextRef="#ctx0" brushRef="#br0" timeOffset="79438.69">29023 6721 27647 0,'-2'-1'2448'0,"2"1"-1952"0,0 0-496 0,2-7 0 0,1 0 5888 0,2 1 1072 16,-2 1 208-16,-3 5 64 0,6-2-5072 0,2-4-1008 15,1 1-208-15,-1 3-48 0,1-1-368 0,0 2-80 16,3-1 0-16,0 0-16 0,0 0-432 0,1 1 0 16,0 1 0-16,0-3 0 0,1 3-352 0,0-1 48 15,-1 1 16-15,-1 0 0 16,0 0-1488-16,0 0-288 0,-2 1-64 0,-2 2-21152 0</inkml:trace>
  <inkml:trace contextRef="#ctx0" brushRef="#br0" timeOffset="79594.46">29047 6828 44175 0,'0'0'1952'0,"0"0"416"0,0 0-1904 0,0 0-464 15,0 0 0-15,0 0 0 0,0 0 1104 0,0 0 128 0,0 0 32 16,9 1 0-16,1 1-320 0,2-2-64 0,4 0-16 0,1 1 0 15,-2 0-864-15,2 1-128 0,0-2-64 0,1 0 0 32,2-2-1472-32,1 1-288 0,2 0-64 0,1-2-11920 0,1-1-2384 0</inkml:trace>
  <inkml:trace contextRef="#ctx0" brushRef="#br0" timeOffset="80007.87">29777 6565 22111 0,'0'0'976'16,"0"0"208"-16,0 0-944 0,0 0-240 0,0 0 0 0,0 0 0 0,0 0 6752 0,0 0 1312 15,0 0 256-15,0 0 48 0,0 0-5488 0,0 0-1104 16,0 0-224-16,0 0-32 0,-3 9-976 0,1 0-192 16,0-1-32-16,0-2-16 0,-2 1-304 0,-1-1 128 15,-1 1-128-15,1 2 144 0,-1-1-144 0,-2 2 0 16,1 2 0-16,-4 2 0 0,-1-1 0 0,1 0 0 15,1 1 0-15,0-3 0 0,-1 4 0 0,1-5 0 16,-1 2 0-16,2-1 0 0,0-1 0 0,1-1 0 16,2-3 0-16,-1 1 0 0,2-2 0 0,1 0 0 0,4-5 0 0,0 0 0 15,0 0 0-15,0 0 0 16,0 0 0-16,0 0 0 0,0 0 0 0,0 0 0 0,0 0 0 0,0 0 0 16,0 0 0-16,0 0 0 0,7 4 0 0,0-4 0 15,1 1 0-15,3-1 0 0,-1-1 0 16,2-1 0-16,1-1 0 0,1 2 0 15,1-3 0-15,-1 1 0 0,-1 0 0 0,0 2 0 0,0-1 0 0,0-1 0 16,0 2 0-16,0-1 0 0,0 0 0 0,0-1 0 16,2-1 0-16,-2 2-160 0,-2-1 160 15,1 2-192 1,-3-1-656-16,0 1-144 0,-1 1-32 0,-8 0 0 0,7-5-1408 0,-7 5-272 16,0 0-64-16,0 0-18864 0</inkml:trace>
  <inkml:trace contextRef="#ctx0" brushRef="#br0" timeOffset="80245.96">29811 6566 49759 0,'0'0'1088'0,"0"0"240"0,0 0 32 0,0 0 48 16,0 0-1136-16,0 0-272 0,0 0 0 0,0 0 0 0,0 0 1472 0,0 0 256 16,-2 7 32-16,0 3 16 0,-1 0-1008 0,2 4-192 15,0 0-32-15,-1 2-16 0,1 0-224 0,-2 3-48 16,2 2-16-16,-1 1 0 0,0 1-240 0,1 1 0 15,0-1 0-15,-1-2 128 0,2-1-304 0,0-2-16 16,0-1-16-16,2-2 0 0,-1 0 208 0,2-2 0 16,0-1 0-16,3-2-144 15,0-4-816-15,1 0-176 0,-1-2-16 0,2-2-16 16,1-4-2800-16,6 0-544 0</inkml:trace>
  <inkml:trace contextRef="#ctx0" brushRef="#br0" timeOffset="80897">30073 6620 31327 0,'0'0'2784'0,"0"0"-2224"0,0 0-560 0,0 0 0 16,0 0 4784-16,0 0 848 0,0 0 160 0,0 0 32 15,0 0-3520-15,8-3-704 0,1 0-128 0,-1 2-48 16,-2 1-848-16,5 0-192 0,0-3-16 0,4 3-16 16,-4 0-352-16,2 3 128 0,2-3-128 0,-1 0 0 15,-2 0 0-15,1 0 0 0,-1 0 0 0,-1 1 0 0,0 2 0 0,-2 0 128 16,-4-1-128-16,-1 2 96 15,-4-4-96-15,0 0 0 0,3 7 0 0,-3-1 0 16,0 3 0-16,-3 3 0 0,-4 0 0 0,1-1 0 0,-1 2 0 0,0 3 0 16,-2 1 0-16,-1-3 0 15,1 2 0-15,1 1 0 0,3-3 0 0,-3 5 0 0,1-2 0 0,1-2 0 16,4-2 0-16,-1-1 0 0,1-2 0 0,2 0 0 16,2-1 0-16,1-3 0 0,-3-6 0 0,6 5 0 15,1 1 0-15,1-1 0 0,-2-3 0 0,1 0 0 16,0-2 0-16,4 0 0 0,1-2 0 0,1 1 0 15,0-3 0-15,1 0 0 16,0-2-544-16,2-2-96 0,0-2-32 0,1-4 0 16,1 0-1952-16,1 0-384 0,2-2-64 0,-1 1-32 15,5-5-2512-15,-2 0-496 0,-2 2-96 0,-1 1-32 16,-5 2 4000-16,-1 3 816 0,-2 0 144 0,-4 3 48 0,-5-1 4240 16,-1 2 832-16,0 1 192 0,-2 7 16 0,0 0 688 0,0 0 144 15,-7-2 32-15,1 2 0 0,-1 0-2576 0,-1 0-512 0,0 3-96 16,-1 4-32-16,-1 1-896 0,-1 1-176 0,0 1-48 0,-1 3 0 15,-1 3-448-15,0-2-96 0,1 2-32 16,2 0 0-16,2-2 0 0,1 0 0 0,2 2 0 16,0-2 0-16,4-2 0 0,1-1 0 0,1 0 0 0,4 0 0 15,2-1 0-15,0-3 0 0,5-1 0 0,3 1 0 16,1-3 0-16,4 0 0 0,1-3 0 0,0 0 0 0,1-1 0 16,-1-1 0-16,0-3 0 0,-3-1 0 0,-1-1 0 15,-2 0-240-15,-1-1 80 0,-3 1 16 0,2-5 144 16,-4 1 0-16,-3 0 0 0,-1-1 0 0,-1 1 0 15,-3-2 0-15,-1 2 0 0,0-3 0 0,-1 2 0 16,-3 1 0-16,-3-1 0 0,-2 0 0 0,0 0 0 16,0-1 0-16,-1 3-128 0,-1 0 128 0,-1-1-384 15,2 2 16-15,-1 0 0 0,2 2 0 16,0 2-592-16,3 1-128 0,6 3-32 16,0 0 0-16,-5-1-1360 0,1-1-272 0,4 2-48 15,0 0-11184-15,0 0-2240 0</inkml:trace>
  <inkml:trace contextRef="#ctx0" brushRef="#br0" timeOffset="81195.15">30882 6490 29487 0,'0'0'1296'0,"-2"-2"288"0,-2-2-1264 0,4 4-320 15,0 0 0-15,0 0 0 0,0 0 5264 0,0 0 1008 0,0 0 192 0,0 0 32 16,6 4-4080-16,1 1-816 0,-1 2-176 0,1 0-16 15,0 3-944-15,-2 0-176 0,0 0-32 0,-1 3-16 16,-3 3-240-16,0 1 128 0,1 0-128 0,-1 3 128 16,2 0-128-16,-2 3 0 0,-1-1 0 0,0 0 0 15,0 0 0-15,-1-1 0 0,-1-2 0 0,1 0 0 16,0-2 0-16,1 0 0 0,0-6 0 0,0 1 0 16,-2-1 0-16,1-2 0 0,1-9 0 0,0 7 0 15,0-7-704 1,0 0-144-16,0 0-32 0,0 0 0 0,0 0-1104 15,0 0-208-15,12-3-48 0,2-4-16 0,3-2-2512 0,1-2-496 16,-1-2-112-16</inkml:trace>
  <inkml:trace contextRef="#ctx0" brushRef="#br0" timeOffset="81495.17">31203 6685 30687 0,'15'-13'1360'0,"-10"10"288"0,0-3-1328 0,0-1-320 0,0-2 0 0,-1 2 0 0,-4 7 4192 0,0 0 768 16,2-5 160-16,-2 5 16 0,0 0-2512 0,0 0-496 16,-2-6-96-16,2 6-32 0,0 0-1104 0,-5 0-208 15,-1 1-48-15,-2 2-16 0,0-3-432 0,-3 2-192 16,0 1 160-16,-2 2-32 0,-2 3-128 0,-2 4 0 15,0-3 0-15,-1 0 0 0,0 3 0 0,0-2 0 16,-2 4 0-16,2 1 0 0,2-2 0 0,2-2 0 0,0 1 0 0,2 0 0 16,1-2 0-16,4-1 0 15,0 1 0-15,3-4 0 0,2 2 0 0,2 0 0 16,1 0 0-16,3-1 0 0,2 0 0 0,3-1 0 16,3 0 0-16,4-4 0 0,3 2 0 0,4 0 0 15,-1-1 0-15,2-1 0 0,3 1 0 0,-3 2 0 0,0-5 0 16,1 1 0-16,-1-1 0 0,-2 0 0 15,-1 0 0-15,-1 0 0 0,-1 0 0 0,-2 2 0 16,-2-2 0-16,-2 1 0 0,-2 2 0 0,0-3 0 0,-5 1 0 0,1 0 0 16,-7-1 0-16,0 0 0 0,5 0 0 15,-5 0 0 1,0 0-1664-16,0 0-336 0,4-2-64 0</inkml:trace>
  <inkml:trace contextRef="#ctx0" brushRef="#br0" timeOffset="82965.58">28979 5434 45951 0,'0'0'2048'0,"0"0"400"0,-1-9-1952 0,-2 3-496 0,3 6 0 0,0 0 0 0,0 0 896 0,0 0 96 16,0 0 16-16,0 0 0 0,0 0 464 0,0 12 80 15,1-1 32-15,1 6 0 0,-1 3-1008 0,0 2-192 16,-1 3-32-16,0 1-16 0,0 1-80 0,0 1-32 16,0 0 0-16,0-3 0 0,2 2-224 0,-1-3 144 15,-1-3-144-15,0-2 128 0,0-2-128 0,1 0-192 16,-2-4 32-16,0-1 16 15,-1-2-848-15,1-2-160 0,0 1-48 0,1-9 0 16,0 0-656-16,0 0-144 0,-5 3-32 0,5-3 0 16,-7 1-1600-16,-2-2-320 0,0 0-64 0</inkml:trace>
  <inkml:trace contextRef="#ctx0" brushRef="#br0" timeOffset="83199.32">28478 5389 49007 0,'-11'-5'2176'0,"11"5"448"0,-6-3-2112 0,3 0-512 0,3 3 0 0,0 0 0 16,0 0 768-16,0 0 64 0,9-1 0 0,2 0 0 0,4 0 240 16,2 1 48-16,2 0 16 0,3 0 0 0,2 0-592 0,2 0-112 15,1 0-32-15,3 0 0 0,3 1-160 0,2-1-48 16,2 0 0-16,2 0 0 0,2-1-192 0,1-1 144 16,-1 2-144-16,-2-2 128 0,-2 0-128 0,0 1 0 15,-2 0 0-15,-1 1 0 16,-1 0-480-16,-2 0-128 0,-1 0-32 0,-1 0 0 15,-1 0-1520-15,-2 0-304 0,-1 2-64 0,-3 2-12576 16,-2 3-2528-16</inkml:trace>
  <inkml:trace contextRef="#ctx0" brushRef="#br0" timeOffset="83621.42">29438 5661 33519 0,'0'0'1472'0,"0"0"320"0,3-5-1424 0,-3 5-368 16,0 0 0-16,0 0 0 0,0 0 1696 0,0 0 272 16,0 0 48-16,0 0 16 0,0 0 656 0,-8 3 128 0,-1 3 16 0,-3 2 16 15,-2 1-1440-15,-2 4-304 0,0 3-48 0,-1 1-16 16,-1 0-336-16,2 2-80 16,1-4-16-16,2 0 0 0,1 0-352 0,3-2-64 0,1-3 0 0,3-1-16 15,2-1-176-15,3 0 0 0,3 0-192 0,-3-8 192 31,5 5-480-31,3-1 32 0,2-3 0 0,2 0 0 0,0-1-176 0,1-1-16 0,1-3-16 0,2 0 0 16,-1-2 128-16,1-1 16 0,0-1 16 0,-1-1 0 16,0 0-32-16,-2-1-16 15,0-1 0-15,-2 0 0 0,0-2 160 0,-2 0 16 0,-1 1 16 0,-2-1 0 0,0 1 352 16,-4 3 0-16,2 1 0 0,-1 0 0 0,-2 2 160 0,-1 6-160 16,0-5 192-16,0 5-192 0,0 0 864 0,0 0 64 15,0 0 16-15,0 0 0 0,0 0-400 0,0 0-80 16,0 0-16-16,0 10 0 0,0 0-320 15,1 2-128-15,1 0 0 0,0 1 144 0,1-1-144 0,1-1 0 16,1 0-160-16,2 2 160 16,-1-3-1200-16,1 1-144 0,-1-2-16 0,1-1-16 15,0-2-1040-15,1-1-208 0,-1-2-32 0,1-2-10192 16,2 2-2032-16</inkml:trace>
  <inkml:trace contextRef="#ctx0" brushRef="#br0" timeOffset="84052.62">29699 5412 50223 0,'0'0'2224'0,"0"0"464"0,-3 7-2160 0,-1-1-528 15,2 3 0-15,0 3 0 0,1-1 656 0,1 2 32 16,1 2 0-16,2 1 0 0,1 0 144 0,1 1 16 16,0 2 16-16,2 1 0 0,1 2-560 0,-2-1-112 0,1 0-32 0,0-1 0 15,0 3-160-15,-1-1 192 16,1-3-192-16,-1-3 192 0,1 1-192 0,-3-3 0 0,0-2 144 0,-2-2-144 15,0-2 128-15,-1-1-128 0,-1-7 160 0,0 0-160 16,0 0 144-16,0 0-144 0,0 0 128 0,0 0-128 16,0 0 224-16,0 0-32 0,0 0-16 0,0 0 0 15,0 0-352-15,0 0-64 0,0 0-16 0,4-9 0 16,-1 1 256-16,0-1-144 0,1-2 144 0,3 1-128 0,1-1 128 0,1 2 0 16,0-1-144-16,0-1 144 0,0 2 0 0,2 1-144 15,0 2 144-15,2 1 0 0,2 2-160 0,-1 2 160 16,0 1-128-16,2 0 128 0,0 0 0 0,-1 0-160 15,2 2 160-15,-1 2 0 0,-3-2-128 0,-1 3 128 16,1 0 0-16,-1 3 0 0,-3 2-192 0,-2-2 192 16,-1 3-192-16,-2 0 192 0,-2-3-208 0,-1 4 64 15,-2 0 16-15,-3-1 0 0,-1-3 128 0,-3 1 0 16,-2 0 0-16,-1 2 0 0,0-3 0 0,-2-1 0 16,0 0 0-16,1-2-128 0,-2-1-176 0,-1-1-16 15,1 1-16-15,-1-3 0 16,1 0-1472-16,1-1-304 0,1 0-48 0,2-1-16 15,1-2-1840-15,2 3-368 0</inkml:trace>
  <inkml:trace contextRef="#ctx0" brushRef="#br0" timeOffset="84453.83">30297 5421 37775 0,'0'0'3360'0,"0"0"-2688"0,0 0-544 0,0 0-128 15,0 0 2896-15,-1 10 560 0,-1 1 96 0,1 2 32 16,0 3-1760-16,0 2-352 0,-1-1-64 0,1 3 0 16,0-1-800-16,-1 2-160 0,2 1-16 0,3 2-16 15,0 1-288-15,0-1-128 0,3 1 0 0,0-3 128 0,2-1-128 0,0-3 0 16,1-1 0-16,0-2 0 0,2-4 0 0,-1 0 0 16,0-5 0-16,1-2 0 0,-2-1-160 0,0-2 160 15,2-1 0-15,-1-1-144 0,0-2-48 0,2-1 0 16,-1-1 0-16,-1 0 0 0,0-3 32 0,0-1 0 15,0-3 0-15,0-1 0 0,1-1-80 16,-1-2-16-16,1 1 0 0,0-1 0 0,-1 0-16 16,-4-2-16-16,1 1 0 0,-2 4 0 0,-1 3 288 0,-3 2-128 15,-2 3 128-15,1 5 0 0,0 0 176 0,0 0 144 16,0 0 16-16,0 0 16 0,0 0 64 0,-6 5 16 16,1 3 0-16,1 1 0 0,3 0-208 0,0 1-32 15,1 2-16-15,2 1 0 0,2 1-176 0,3 1-272 0,1-1 64 16,2-1 16-1,3 0-640-15,1-1-112 0,3-2-16 0,2-1-16 16,0 1-1312-16,3-4-256 0,4-1-48 0</inkml:trace>
  <inkml:trace contextRef="#ctx0" brushRef="#br0" timeOffset="84735.06">31340 5434 31327 0,'0'0'2784'0,"-3"-5"-2224"0,1-1-560 0,-1 1 0 16,3 5 4288-16,0 0 736 0,0 0 160 0,0 0 16 15,0 0-3088-15,0 0-608 0,0 0-128 0,0 0-32 0,0 0-496 0,0 0-96 16,2 7-32-16,0 4 0 0,2 1-480 0,-1 2-112 16,-1 0 0-16,1 2-128 0,-1-1 128 0,-2 5-128 15,2 0 0-15,0-1 0 0,1 1 0 0,0-1 0 16,-1-3 0-16,1 1 0 0,-2 0-240 0,-1 0-48 15,1-4-16-15,1 0 0 16,-1-3-752-16,-1-1-160 0,0-1-16 0,0-8-16 16,0 0-720-16,0 0-144 0,0 0-16 0,0 0-16 15,0 0-2496-15,0 0-496 0</inkml:trace>
  <inkml:trace contextRef="#ctx0" brushRef="#br0" timeOffset="85100.87">31079 5315 23039 0,'0'0'1024'0,"-1"-3"192"0,-2 0-960 0,3 3-256 0,0 0 0 0,0 0 0 0,0 0 6080 0,0 0 1184 16,0 0 224-16,11 6 64 0,1-1-5056 0,2 0-1024 15,2 0-192-15,2 2-32 0,1 1-624 0,4 1-128 0,-3 0-32 0,5 1 0 16,0-3-144-16,1 1-16 16,-1 1-16-16,2-2 0 0,2 3-160 0,-2-1-128 0,1 0 192 0,-1-1-192 15,-1 0 128-15,-2 1-128 0,-1 0 0 0,0 1 0 16,1 1 0-16,-3 0 0 0,-4 2 0 0,-2-1 0 15,-3-1 0-15,-1-1 0 0,-1 2 0 0,-2-2 0 16,-3 2 0-16,-1 0 0 0,-3 1 0 0,-2 0 0 16,-3 1 0-16,-3 0 0 0,0 1 0 0,-2-2 0 15,-6 2 192-15,-2 1-192 0,-1-3 192 0,-2-1-192 0,2 0 144 16,-3-1-144-16,-1-2 0 0,0-2 144 0,-3-2-144 0,-1 0 0 16,0-1 0-16,-1-2 128 0,-1-2-128 0,1-2 0 15,0 1 0-15,0-2 0 0,3-1-256 16,0 1 64-16,3-1 0 0,3 0 16 15,2 0-416-15,5 1-96 0,0 1-16 0,6 0 0 16,5 2-896-16,0 0-192 0,9-5-48 0,4 1 0 16,7 0-1680-16,3 0-352 15,6 0-64-15</inkml:trace>
  <inkml:trace contextRef="#ctx0" brushRef="#br0" timeOffset="85286.62">31730 5703 14735 0,'0'0'1312'0,"0"0"-1056"0,0 0-256 0,0 0 0 0,0 0 8480 0,4 8 1632 15,1 0 336-15,-2 1 64 0,-1-3-7568 0,1 1-1536 16,-3-7-288-16,4 8-64 0,0 1-576 0,1-3-112 16,0 1-32-16,0-1 0 15,-5-6-640-15,6 8-128 0,3-3-16 0,0 1-16 16,2-1-2096-16,0-3-400 0,-1 0-96 0</inkml:trace>
  <inkml:trace contextRef="#ctx0" brushRef="#br0" timeOffset="85575.2">32128 5436 21183 0,'-3'-3'1888'0,"2"1"-1504"0,1-2-384 0,0 4 0 15,0-6 6720-15,2 3 1264 0,-2 3 256 0,0 0 48 16,0 0-5328-16,0 0-1056 0,0 0-224 0,0 0-32 16,0 0-880-16,0 0-160 0,0 0-32 0,0 0-16 0,0 0-416 15,0 0-144-15,7 7 0 0,-1 4 0 16,-3 2 0-16,1 1 0 0,-3 1 0 0,0 0 0 0,1-1 0 0,-1 2 0 15,-2 0 0-15,1 2 0 0,0 3 0 0,0 2 0 16,0 1 0-16,0-1 0 0,-2-2 0 0,2 1 0 16,0-1 0-16,-1-1 0 0,1-1 0 0,0-3 0 15,0-2 0-15,1 1 0 0,1-2 0 0,-1-2 0 16,-1 1 0-16,0-4 0 16,-1-2 0-16,1-6 0 0,-2 7 0 0,1-2 0 0,1-5 0 0,0 0 0 15,0 0 0-15,-3 5 0 0,3-5 0 0,0 0 0 16,0 0 0-16,0 0 0 15,0 0-496-15,0 0-80 16,0 0-32-16,0 0 0 0,0 0-2880 0,0 0-576 0</inkml:trace>
  <inkml:trace contextRef="#ctx0" brushRef="#br0" timeOffset="87484.19">24549 8148 5519 0,'0'0'496'0,"3"-10"-496"16,-2 3 0-16,0-1 0 0,1 0 6416 0,-1-1 1200 16,0 0 224-16,0 1 48 0,1 0-4160 0,-1 2-832 15,0-1-160-15,-1 7-48 0,0 0-816 0,0 0-160 16,0 0-48-16,0 0 0 0,0 0-560 0,0 0-112 15,0 0-32-15,-1 7 0 0,0 0-192 0,-1 4-32 16,0 2-16-16,-1 2 0 0,1 2-336 0,-1 2-80 16,0 0-16-16,2 6 0 0,1-3-288 0,1-1 128 0,2-1-128 0,1-2 0 15,0 0 144-15,2-4-144 0,1 1 0 0,1-1 144 16,1-6-144-16,0-2-176 0,0 0 48 0,1-2 0 16,2-3-32-16,0-1 0 0,0-3 0 0,1-1 0 15,0-1 32-15,-2-1 0 0,0-1 0 0,-1-3 0 16,2-1 128-16,-1-1-160 0,-2-1 160 0,0-1-160 15,-1-2 160-15,-1-2 0 0,0 0-144 0,-1-2 144 0,0 1 0 16,-1-1 0-16,-1 2 0 16,0 0 0-16,0 3 0 0,-3 2 0 0,-1 3 0 0,0 2 0 15,0 8 192-15,0 0 48 0,0 0 16 0,0 0 0 0,0 0 64 16,0 0 32-16,0 0 0 0,0 0 0 0,4 8-208 0,0 2-144 16,0 1 192-16,1 1-192 0,-1 1 128 0,1 1-128 15,-1 0 0-15,1 2 0 0,-1 0 0 0,0 1 0 16,0-1 0-16,0 1 0 0,-2-1 0 0,1-3 0 15,0 0 0-15,-1 0 0 0,2-1 0 0,-1-2-256 16,-1-1 80-16,1 1 16 16,-2-4-1136-16,-1-6-240 0,3 4-32 0,-3-4-16 15,0 0-1744-15,8 4-336 0,1-3-80 0</inkml:trace>
  <inkml:trace contextRef="#ctx0" brushRef="#br0" timeOffset="87689.26">25090 8249 35935 0,'0'0'3200'0,"0"0"-2560"16,0 0-512-16,0 0-128 0,0 0 2816 0,0 0 528 0,0 0 112 0,0 0 32 16,4 8-1616-16,-3 1-320 0,1 2-64 0,-1-2-16 15,-1 1-752-15,0 2-144 0,0 0-48 0,1-1 0 16,-1 1-400-16,1-3-128 0,-1 2 0 0,2-1 0 31,-1-1-352-31,0-1-128 0,-1-8-32 0,0 0 0 0,4 7-1440 0,-4-7-288 16,0 0-64-16,8 3-16 0,0 0-2032 0,1-3-384 15</inkml:trace>
  <inkml:trace contextRef="#ctx0" brushRef="#br0" timeOffset="87904.69">25451 8075 23951 0,'0'0'2128'0,"0"0"-1696"0,0 0-432 0,0 0 0 0,0 0 5904 0,0 0 1104 16,0 0 224-16,0 0 32 0,0 0-4864 0,8 0-976 15,0 0-192-15,0 0-32 0,1 0-272 0,1 1-48 16,1 0-16-16,-1-1 0 0,2 0-576 0,-2 0-112 16,3 0-32-16,2 0 0 0,-1 1-144 0,-1 2-192 15,1 0 32-15,-1-1 16 16,0 0-464-16,0-1-96 0,2 0 0 0,-2 0-16 16,-3 1-1408-16,3-1-288 0,0 0-48 0,0 1-19488 0</inkml:trace>
  <inkml:trace contextRef="#ctx0" brushRef="#br0" timeOffset="88077.59">25520 8224 50047 0,'0'0'2224'0,"0"0"448"0,0 0-2144 0,0 0-528 0,0 0 0 0,0 0 0 16,0 0 752-16,0 0 32 0,0 0 16 0,8-1 0 16,1-1-160-16,3-1-16 0,2 0-16 0,2-1 0 15,3 4-608-15,1 0 0 0,2 0 0 0,2-1 0 16,-1-2-784-16,1 2-128 0,0 0-32 0,1 0 0 15,-3-1-2208 1,0 2-448-16,1 3-96 0</inkml:trace>
  <inkml:trace contextRef="#ctx0" brushRef="#br0" timeOffset="88552.69">26130 8013 14735 0,'-5'-4'1312'0,"1"2"-1056"0,0-2-256 0,0 2 0 0,-1 0 7248 0,3 2 1392 16,2 0 288-16,-4 2 48 0,4-2-5568 0,-4 2-1104 16,0 3-240-16,1 0-32 0,1 4-704 0,-2 3-144 15,0 4-32-15,1 2 0 0,3 2-928 0,0-1-224 16,-1 1 0-16,0 1 0 0,1-1 0 0,0 3 128 16,0-5-128-16,1 3 160 0,3-3-160 0,2-1 0 15,2-2 0-15,1 0 0 0,0-2 0 0,1-1 0 16,0-2 0-16,0-2 0 0,1-3-224 0,-1-1 80 15,1-1 16-15,0-3 0 0,1-3-32 0,0 0 0 16,1-1 0-16,-1 1 0 0,-2-5 160 0,1 0-192 0,-1 0 192 16,0-2-192-16,0-3 192 0,-1 0 0 15,0 0 0-15,-1-4-128 0,-1 1 128 0,1-1 0 16,0 0 0-16,0-4 0 0,-2-1 0 0,1-1 0 16,1-1 0-16,-2 2 0 0,1 1 0 0,-1 2 0 0,0 2 0 0,-1 2 0 15,0 3 128-15,-2 3 16 0,-1 3 0 16,-2 6 0-16,0 0 64 0,0 0 16 0,0 0 0 0,0 0 0 15,0 0-224-15,0 0 176 0,0 0-176 0,4 9 160 16,0-1-160-16,-1 2 0 0,-1 3 0 0,1 2 128 16,-1 2-128-16,1 0 0 0,0 1 0 0,-1 0 128 0,0-1-80 15,-1 0-48-15,0 0 0 0,2-1 0 0,-1-2 0 16,1-1 0-16,0-1 0 0,-1-2 0 0,2-1-272 16,0 0-48-16,0-1-16 0,-4-8 0 15,5 5-736-15,2 1-144 0,-7-6-16 16,7 1-16-16,0 0-1936 0,1-1-384 0,1 0-80 15</inkml:trace>
  <inkml:trace contextRef="#ctx0" brushRef="#br0" timeOffset="88966.93">26756 8201 44575 0,'0'0'976'0,"0"0"208"0,4-4 32 0,-1-2 48 0,1-1-1008 0,-2 1-256 15,1-1 0-15,-1 0 0 0,1 1 1536 0,-2-2 272 16,-1 0 48-16,0 0 16 0,0 1-976 0,0 0-192 16,0 7-32-16,-2-8-16 0,0 0-336 0,2 8-80 0,-3-6-16 0,3 6 0 15,0 0-96-15,0 0-128 0,-8-1 176 0,0-1-176 16,1 2 128-16,1 2-128 0,6-2 0 0,-5 2 0 16,-2 3 224-16,2 2-64 0,5-7-16 0,-7 7 0 15,1-2 48-15,2 1 0 0,0 1 0 0,0 1 0 16,0-1 48-16,2 3 16 0,-1-5 0 0,2 4 0 15,1 1-256-15,0 2 176 0,0-2-176 0,1 4 160 16,0-1-32-16,1-3 0 0,0 3 0 0,1 0 0 16,1 4-128-16,0 3 0 0,1-3 144 0,-1 2-144 15,0-1 0-15,0 1 144 0,0-2-144 0,-1-1 0 16,1 0 128-16,-1 1-128 0,0-3 0 0,-2-1 0 0,0-1 0 16,2-1 128-16,-3-1-128 0,0-1 0 0,0 0 128 15,0 0-128-15,-2-2 0 0,2-7 0 0,0 0-144 0,0 0-96 16,0 0-16-16,0 0 0 15,-1 6-944-15,1-6-192 0,0 0-32 0,0 0-16 16,0 0-1424-16,-8 0-272 0,8 0-64 0,0 0-16864 0</inkml:trace>
  <inkml:trace contextRef="#ctx0" brushRef="#br0" timeOffset="89155.08">26587 8453 11055 0,'0'0'976'0,"0"0"-784"15,0 0-192-15,0 0 0 0,0 0 8192 0,0 0 1600 16,8-2 320-16,-1 0 64 0,-7 2-7104 0,9-4-1408 15,3 1-304-15,1 1-48 0,2-1-304 0,-1 2-64 16,3-3-16-16,1 1 0 0,-1-2-336 0,3 1-64 16,-1 0-16-16,1 1 0 0,1 1-240 0,-2-1-48 15,-1-1-16-15,1 2 0 0,-2-2-208 0,-2 1 0 16,1 2 0-16,-2 0 0 16,1 1-720-16,-2 0-192 0,-2 0-48 0,1 0-15744 0,0 0-3168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6:06:01.53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27403 8150 48671 0,'0'0'2160'0,"-4"-1"432"0,4 1-2080 0,0 0-512 15,0 0 0-15,0 0 0 0,0 0 864 0,0 0 64 16,0 0 16-16,0 0 0 0,6-5 96 0,2-1 32 15,1 1 0-15,2 0 0 0,1 1-784 0,-1-1-160 16,4-2-128-16,0 1 192 0,1 1-192 0,-2-1 0 16,1 1 0-16,-1 1 0 15,0 0-656-15,1 3-112 0,-2-2-32 0,-2 2 0 16,-1 0-1152-16,-1 1-224 0,0 0-64 0,-1 1-12224 16,-2 3-2432-16</inkml:trace>
  <inkml:trace contextRef="#ctx0" brushRef="#br0" timeOffset="132.18">27480 8191 16575 0,'-8'0'1472'0,"-1"1"-1168"0,0 0-304 0,1 0 0 16,1 2 7424-16,7-3 1408 0,0 0 304 0,0 0 48 16,0 0-6848-16,0 0-1376 0,0 0-256 0,0 0-64 15,0 0-80-15,0 0-16 0,8 1 0 0,1 1 0 16,3-2-864-16,2-2-192 0,2 1-16 0,2-2-16 16,1 2-2048-16,1-1-416 15,3-1-64-15,-1 0-16912 0</inkml:trace>
  <inkml:trace contextRef="#ctx0" brushRef="#br0" timeOffset="549.21">28052 7945 30399 0,'0'0'2704'0,"0"0"-2160"15,-8 0-544-15,2 0 0 0,6 0 4032 0,-5 3 704 16,-1 1 144-16,0 2 32 0,-1 1-2800 0,2 1-576 15,0 4-96-15,0 4-32 0,-2 1-448 0,2 4-112 16,-2 3-16-16,2-1 0 0,1 2-448 0,2 1-112 16,-1-1-16-16,3 1 0 0,3 0-128 0,1 0-128 15,1-1 192-15,3-2-192 0,2-2 0 0,3-1 0 16,0-3 0-16,3-3 0 0,-2-2-288 0,0-2-16 16,2-2 0-16,0-3 0 0,-1-2-64 0,1-2-16 15,0-2 0-15,1 0 0 0,0-3 176 16,-2-6 16-16,0 0 16 0,-2-2 0 0,-2 1 176 0,2-5 0 0,-1 2 0 15,-1-2 0-15,-2-1 0 0,-3 0 0 0,-1 0 144 16,-1 1-144-16,-2 2 224 0,-2 1-64 0,-2 0-16 0,-2 3 0 16,-1 1 64-16,0 1 16 0,-3 1 0 0,0 5 0 15,0-2 64-15,-1 4 16 0,-1 4 0 0,-2-1 0 16,-1 3-144-16,1 0-32 0,1 2 0 0,0 1 0 16,0 3-128-16,1 0 0 0,3-1 0 0,0 1 0 0,2 0 0 15,2 0-176-15,2-2 48 0,2 0 0 16,2 1-1152-16,1-2-208 0,2 0-48 15,2-1-16-15,1-3-1376 0,2-1-272 16,2-1-48-16,0-2-16272 0</inkml:trace>
  <inkml:trace contextRef="#ctx0" brushRef="#br0" timeOffset="776.18">28528 7981 13823 0,'0'0'608'0,"0"0"128"0,-3-6-592 0,3 1-144 0,0 5 0 0,0 0 0 0,0 0 7568 0,0 0 1488 15,0 0 288-15,0 0 64 0,0 0-6176 0,0 0-1248 16,0 0-240-16,6 9-48 0,-4 3-1040 0,2 2-208 0,0 3-32 0,-1 3-16 16,-1 1 496-16,1 1 112 15,-2 0 16-15,0 2 0 16,-1-1-1216-16,-1-2-224 0,2 1-48 0,-1-4-16 0,0 1 224 0,2-2 32 16,-1-2 16-16,0-2 0 15,1-1-816-15,0-2-176 0,1-2-16 0,1-1-16 16,-4-7-1520-16,8 2-288 0,1-2-64 0,1-1-16896 0</inkml:trace>
  <inkml:trace contextRef="#ctx0" brushRef="#br0" timeOffset="1134.96">28881 7949 15663 0,'0'0'1392'0,"0"0"-1120"0,0 0-272 16,0 0 0-16,0 0 7808 0,0 0 1488 0,0 0 304 0,0 0 64 15,0 0-6576-15,-5 0-1312 0,5 0-272 0,-8 3-48 16,0 0-576-16,1 0-112 0,-1 4-32 0,0-2 0 15,-1 2-480-15,0 2-80 0,0 3-32 0,-1 1 0 16,3 1-144-16,0-1 0 0,4-1 0 0,0 1 128 0,0 0-80 0,0 0-48 16,1-3 0-16,2 2 0 15,2-4 0-15,2-2 0 0,3 0 0 0,3-1 0 0,3 0 0 0,3-4 0 16,1 1-160-16,2-2 160 0,2-3-160 0,1-2 160 16,1-2-192-16,-1 1 192 0,-1 1-192 15,-2-6 192-15,1 1-192 0,-5-1 192 0,1 0-128 0,-4-3 128 16,-3 1 0-16,-3 0 0 0,-2 3 0 0,-1-2 0 15,-3 2 0-15,-1-1 0 0,-3 1 0 0,-2 1 0 16,-1 1 0-16,-4-1 0 16,-1 2 0-16,-2 1 0 0,0-2 0 0,-1 1 0 0,1 1-144 0,0 1-80 15,-1 0-16-15,1 2 0 16,1 0-784-16,0 3-176 0,0 3-16 16,1 1-16-16,1 1-816 0,1 3-144 0,0 1-48 0,1 3 0 15,0 1-736-15,2 2-160 0,1 5-16 0,3-2-16 16,0 2-960-16,2-2-192 0</inkml:trace>
  <inkml:trace contextRef="#ctx0" brushRef="#br0" timeOffset="1474.57">29044 8138 33455 0,'0'0'1472'0,"0"0"320"0,4-4-1424 0,1 1-368 0,1-1 0 0,-6 4 0 16,2-7 3120-16,-2 7 544 0,0 0 112 0,-4-5 32 16,-4 1-1376-16,1 4-256 0,-3 0-64 0,-3 3-16 15,-1 1-896-15,-2 1-176 0,0 3-48 0,-1 2 0 16,-3 3-608-16,0-1-128 0,0 1-32 0,0 0 0 15,-1-1-144-15,4 1-64 0,3-2 0 0,2 1 0 0,3-1 0 0,3 2 0 16,0-4 0-16,1 0 0 16,2 0 0-16,3 0 0 0,0-9 0 0,8 8 0 15,4 0 0-15,2-2 0 0,3-1 0 0,3-1 0 0,1-1-128 0,1 0-32 16,3-3 0-16,-2-3 0 16,-1 2-80-16,-1-2-16 0,-1-1 0 0,-2 0 0 0,2-1 48 15,-6 1 0-15,-2-5 0 0,-3 1 0 0,-1 0 208 0,-3 2 0 16,-3-2-160-16,-2 0 160 0,0-1 0 0,-1 1 0 15,-3 0 128-15,0 1-128 0,-1 0 0 0,0-2 0 16,-4 1 0-16,1 2 0 0,-1-1 0 0,1 1-304 16,-1-1 48-16,0-1 16 15,0 2-688-15,2 2-144 0,2 1-16 0,5 3-16 16,0 0-1520-16,0 0-320 0,0 0-48 0,0 0-17104 0</inkml:trace>
  <inkml:trace contextRef="#ctx0" brushRef="#br0" timeOffset="1649.31">29387 8191 51263 0,'0'0'1136'0,"0"0"224"0,0 0 48 0,0 0 16 0,0 0-1136 0,0 0-288 0,0 7 0 0,0 1 0 16,0 0 768-16,0-8 80 0,3 10 32 0,2 0 0 31,1-3-1392-31,1 1-256 0,1 0-64 0,1-1-16 0,1-4-2128 0,2 0-416 15,0-3-96-15</inkml:trace>
  <inkml:trace contextRef="#ctx0" brushRef="#br0" timeOffset="1870.1">29725 7896 35935 0,'0'0'3200'0,"0"0"-2560"0,0 0-512 0,0 0-128 0,0 0 3632 0,0 0 704 0,0 0 144 0,0 0 16 0,-4 5-2720 0,0 3-560 15,0-2-96-15,3 2-32 0,-1 1-400 0,1 4-96 16,0 0-16-16,0 6 0 0,-2 0-384 0,2 3-192 16,-1 1 160-16,2 0-160 0,-2 1 0 0,0-1 128 15,2-3-128-15,0-1 0 0,-2-2 0 0,2 0 0 16,0-4-192-16,1 0 192 16,2-1-1008-16,-1 0-80 0,1-6-32 0,0 1 0 15,-3-7-1888-15,5 2-368 0,3 0-80 0</inkml:trace>
  <inkml:trace contextRef="#ctx0" brushRef="#br0" timeOffset="2323.02">29881 7915 52351 0,'0'0'1152'0,"0"0"256"0,8 2 32 0,-1-7 16 0,-2 2-1168 0,-5 3-288 0,0 0 0 0,8-5 0 16,-2 0 1024-16,2 1 128 0,2-2 48 0,2 2 0 15,2 2-656-15,2-1-128 0,1 2-32 0,0 1 0 16,3-4-384-16,-2 3 0 0,1 2 128 0,1 0-128 0,-3-1 0 0,-2 3 0 15,-4-2 0-15,-1 4 0 16,1-3 0-16,-3 2 0 0,-8-4 0 0,5 5 0 0,-5-5 192 16,4 8-64-16,-3 0 0 0,-2-1 0 0,-3 0-128 0,-1 1 0 15,1 0 144-15,-3-1-144 0,-3 2 0 0,-2 1 144 16,0 0-144-16,-1 0 144 0,-1 1-144 16,-2-1 0-16,3 1 0 0,0 0 0 0,0-1 0 0,0 0 0 15,1 0 0-15,2-3 0 0,3 0 0 0,2-4 0 16,0 1 0-16,5-4 0 0,1 7 0 0,-1-7 0 15,2 6 0-15,-2-6 0 0,5 6 0 0,1-3 0 16,2 0 0-16,1 1 0 0,0-3 0 0,2 5 0 16,2-4 0-16,-1 1 0 0,-2-2 0 0,3 0 0 15,4 2 0-15,-3 0 0 0,-14-3 0 0,15 3 0 0,2 5 0 16,0-1 0-16,-7-2 0 0,0 2 0 16,-2-2 0-16,-1 3 0 0,-2 2 0 0,-2-2 0 15,-3 1 0-15,-2 1 0 0,2 1 0 0,-6 2 0 0,-5-1 0 0,4-1 0 16,-1 2 0-16,-5-1 0 0,-6 0 0 15,2 0 0-15,6-3 0 0,-6 1 0 16,-3-2 0-16,-1-2 0 0,2 1 0 0,-2-2 0 0,0-1 0 0,3 1-160 31,-3-3-1600-31,4-2-320 0,3-2-64 0</inkml:trace>
  <inkml:trace contextRef="#ctx0" brushRef="#br0" timeOffset="2810.5">30749 7552 28559 0,'0'0'1264'0,"-1"-5"272"0,1 5-1232 0,-2-7-304 16,0 0 0-16,2 7 0 0,2-6 4928 0,-2 6 912 0,0 0 192 16,0 0 48-16,0 0-3584 0,0 0-704 0,0 0-128 0,0 0-48 15,6 9-944-15,1 2-192 0,-1 0-32 0,-1 5-16 16,-2-4-144-16,1 6-32 0,-2-1 0 0,1 2 0 16,-2-3-256-16,1 2 160 0,-2 1-160 0,0-1 128 15,0-1-80-15,0-2-48 0,0 0 0 0,0-1 0 16,0 0 0-16,0-1 0 0,0-3-160 0,1-1 160 15,2-2-1040 1,-2 1-128-16,1-2-32 0,-2-6 0 0,0 0-1616 16,0 0-336-16,0 0-64 0,8 1-17744 0</inkml:trace>
  <inkml:trace contextRef="#ctx0" brushRef="#br0" timeOffset="3034.85">30957 7597 28559 0,'0'0'2544'0,"0"0"-2032"16,-8 3-512-16,0-2 0 0,8-1 4624 0,-9 4 832 15,-1 1 176-15,0-1 16 0,-1 2-3424 0,-1 0-688 16,2 2-144-16,-2 0-32 0,0-1-464 0,2 4-112 16,-2-1-16-16,1-1 0 0,2 2-432 0,0 1-80 15,1 1-32-15,2-2 0 0,2 0-64 0,0-1-16 0,1-1 0 0,3 1 0 16,2-1-144-16,0 0 0 16,1 1 0-16,1-2 0 0,2-1-272 0,2-1 64 15,0-1 16-15,2 0 0 16,2-1-272-16,4-1-48 0,2-2-16 0,3-1 0 15,2-4-1584-15,4-2-320 0,1-2-64 0,3 2-19520 0</inkml:trace>
  <inkml:trace contextRef="#ctx0" brushRef="#br0" timeOffset="3358.28">31255 7595 46079 0,'-17'2'2048'0,"11"-2"400"0,-1-4-1952 0,-2 2-496 0,0-1 0 0,1 2 0 15,3 1 928-15,5 0 96 0,-5 1 0 0,5-1 16 16,0 0 272-16,0 0 48 0,0 0 16 0,0 0 0 15,0 0-880-15,0 9-176 0,2-2-48 0,2-1 0 16,-4-6-80-16,6 10 0 0,-1-1-16 0,1 0 0 16,1 0-176-16,2 1 0 0,3 1 144 0,-1-1-144 0,0-1 0 0,1 0 0 15,1-1 0-15,0 1 0 0,-2-1-176 0,1 3 176 16,-3 0-208-16,2-2 80 0,-2 2 128 0,-1-1-208 16,-1-1 80-16,0 2 128 0,-2-1-128 0,-2 1 128 15,-1-2 0-15,1 0 0 0,-2-1 0 0,-1-8 0 16,-2 8 0-16,-4-1 0 0,1 0 0 0,-1-2 0 15,-2 0 176-15,-3 2-176 16,0-4 128-16,-4 0-128 0,-2 1 0 0,-1-1 144 16,-3-2-144-16,0 2 0 0,1-2 0 0,-3 1 0 0,1-1-208 0,0 0 16 15,3-1 16-15,2 0 0 16,2-1-912-16,4 1-192 0,0-1-48 16,3-1 0-16,2 1-2192 0,6 1-448 0,0 0-96 0</inkml:trace>
  <inkml:trace contextRef="#ctx0" brushRef="#br0" timeOffset="3634.05">31673 7683 33167 0,'0'0'2944'0,"0"0"-2352"0,0 0-464 0,0 0-128 0,0 0 4176 0,0 0 816 0,0 7 176 0,-3-1 16 15,0 1-3168-15,1 3-640 0,-1 1-128 0,-1 2-32 16,-1 1-544-16,-2 4-112 0,-2 1-32 0,1 2 0 15,2 1-368-15,-2 1-160 0,-1 2 128 0,0-2-128 16,-2 1 144-16,0 2-144 0,-2-1 160 0,0 1-160 16,-2-3 0-16,2-1 0 0,2-1 0 0,0-1 0 15,-1-1 0-15,1-2 0 0,0 0 0 0,1-2 0 16,1-4-320-16,3 0-64 0,0-2-16 0,2 0 0 16,0-5-752-1,4-4-128-15,0 0-48 0,0 0 0 0,0 0-2176 0,0 0-432 0,0 0-96 16</inkml:trace>
  <inkml:trace contextRef="#ctx0" brushRef="#br0" timeOffset="3894.09">31710 7948 36447 0,'0'0'1616'0,"0"0"336"0,0 0-1568 0,0 0-384 0,0 0 0 0,0 0 0 0,0 0 2144 0,0 0 352 16,0 0 64-16,4 7 0 0,-1-2-448 0,-1 1-80 15,-2-6-32-15,3 9 0 0,0 2-1168 0,-2 2-256 16,-2 1-32-16,-1 2-16 0,1 0-128 0,-4 0-16 16,-2 1-16-16,1-1 0 0,-1 1-224 0,-1-1-144 15,-2-2 192-15,4 0-192 0,3 1 128 0,-1-4-128 16,-4 0 0-16,3-1 0 16,2 1-512-16,3-2-224 0,2 0-32 0,-2-9-16 15,5 9-800-15,0-5-144 0,0 1-48 0,2 0 0 16,-7-5-1616-16,0 0-336 0</inkml:trace>
  <inkml:trace contextRef="#ctx0" brushRef="#br0" timeOffset="4679.17">31988 8059 22111 0,'0'0'1968'0,"-4"0"-1584"0,0-1-384 0,0-1 0 0,-1 1 4864 0,0-2 896 15,0 2 192-15,-2 1 16 0,2 0-3488 0,-2 0-704 16,0 0-144-16,0 0-32 0,2 1-480 0,0 1-96 15,-2-2-32-15,-1 4 0 0,-1 1-672 0,-3 1-144 16,-1 1-32-16,0 1 0 16,0-1 80-16,-1 3 16 0,-2 0 0 0,1 0 0 0,-1 2 16 0,-1 0 0 15,-2 1 0-15,0-1 0 0,4-1-112 0,2-1-16 16,2 0 0-16,2 0 0 0,1 1-128 0,3 1 0 16,4-5 0-16,2 1-176 15,2-1-208-15,2 1-32 0,1-5-16 0,5 3 0 16,3-1-272-16,4-1-64 0,2 0-16 0,2-2 0 15,2-2 80-15,2-1 0 0,4-2 16 0,0 1 0 0,1-2 288 0,0-1 48 16,-1-1 16-16,0 0 0 0,1-2 96 0,-2-1 32 16,0-1 0-16,-3-2 0 15,1 0-384-15,1 2-80 0,-2-2-16 0,-3 0 0 16,-2 0 48-16,-1 2 16 0,-5-3 0 0,0 0 0 0,-5 3 624 16,-5 0 128-16,-3 4 32 0,-4-1 0 0,-3 2 928 0,-2 1 176 0,-2 3 32 0,-1 0 16 15,-1-1-224-15,0 2-32 0,-2 0-16 16,0 3 0-16,1 1-528 0,-1 0-128 0,0 2 0 0,0 2-16 15,-2 0-224-15,1 1-144 0,0 0 192 0,1 0-192 16,0 3 128-16,-2-4-128 0,4 2 0 0,0 2 0 16,2-4 128-16,1 0-128 0,2-1 0 0,1 0 0 15,2 1 0-15,3-8 0 0,0 0-208 0,4 9 80 16,-4-9-384 0,10 6-80-16,2-2-16 0,1 0 0 0,1-1-112 15,2-2-32-15,-3 1 0 0,4-4 0 0,1 0 48 0,1-2 0 16,-3-3 0-16,0 1 0 0,-2-1 16 0,-1 1 16 0,1-2 0 15,-1 0 0-15,-2-1 320 0,0 1 64 0,-3-2 16 0,-1 2 0 16,0 3 576-16,-3-2 112 0,-4 7 32 0,1-5 0 0,2 0 800 0,-3 5 160 16,0 0 48-16,0 0 0 0,0 0-368 0,0 0-64 15,0 0 0-15,-7-2-16 0,2 1-464 0,0 1-96 16,-2 1 0-16,2 2-16 0,0 2-224 0,1 2-32 16,1-1-16-16,1 3 0 0,0 0-160 0,4 1 128 15,0-4-128-15,2 4 128 0,0 4-128 0,0-1 160 16,1 0-160-16,0 1 160 0,2 2-160 0,1 1 160 0,0 2-160 15,-1-1 160-15,3 2-160 0,-4-4 0 16,2 0 0-16,0 1 0 0,-2 0 0 0,1 2 0 0,-2-4 0 16,-1 4 0-16,0 0 0 0,-3 1 0 15,-1-3 128-15,0 0-128 0,0-2 0 0,-1 0 192 16,0-2-192-16,-3 0 192 0,0 0 48 0,-3-3 16 16,-2 0 0-16,0 0 0 0,-4-5-32 0,-4 3 0 15,-1-4 0-15,-2-1 0 0,-2 0-16 0,1 0 0 16,-2-1 0-16,-1-2 0 0,1-2-208 0,1-2 0 0,-1-1 0 0,3 1-160 31,0-3-288-31,3 2-48 0,0-2-16 0,7 2 0 0,-1-1-2160 16,2 2-432-16</inkml:trace>
  <inkml:trace contextRef="#ctx0" brushRef="#br0" timeOffset="5914.57">21470 9987 20271 0,'0'0'1792'0,"0"0"-1424"0,0 0-368 0,0 0 0 0,0 0 6912 0,0 0 1296 16,0 0 272-16,0 0 48 0,-6-4-6704 0,2 0-1344 16,1 0-272-16,-3 0-48 0,0-1 320 0,-2 3 64 15,-1-4 16-15,0 5 0 0,-2-2-240 0,-2 2-64 16,-1 0 0-16,-2 0 0 0,-2 3 0 0,-1 2-16 15,-2 3 0-15,-2-2 0 0,3 1-64 0,-4 1-16 16,1-1 0-16,1 2 0 0,1 0-16 0,1-1 0 16,2 0 0-16,4 0 0 0,3-1-144 0,2 0 128 15,1 0-128-15,3-2 128 0,5-4-128 0,0 0 0 0,0 8-160 0,3 0 160 16,2-2 0-16,3 1 0 16,3-1 0-16,2 2 0 0,3 0 0 0,2 0-144 0,2 2 144 0,2-2 0 15,0 2 0-15,3 2 0 16,0-1 0-16,-1 2 0 0,3 1 0 0,-4 0 0 0,-1-1 160 15,-1 2-160-15,-1-2 0 0,-2 1 0 0,-3-1 0 16,-2 0 0-16,-2-1 0 0,-3 0 0 16,-2-2 0-16,-3 0 0 0,-3 2 0 0,-3-4 0 0,-3 1 0 15,-3 2 0-15,-2-1 0 0,-3 2 0 0,-3-4 0 16,-3-1 0-16,-2 0 192 0,-3 1-48 0,1-4-16 0,-5 2 0 16,0-2-128-16,-1 1 0 0,0-2 0 15,2 1 0-15,0-3-128 0,2-1-64 0,1 0-16 0,3-1 0 16,3-2-944-1,2-1-176-15,5 0-32 0,4 2-16 0,4-5-1888 0,6-3-384 0,5-1-80 16</inkml:trace>
  <inkml:trace contextRef="#ctx0" brushRef="#br0" timeOffset="6123.59">21584 10037 42047 0,'0'0'1856'0,"0"0"384"0,0 0-1792 0,0 0-448 0,0 0 0 0,0 0 0 0,0 0 1824 0,0 0 272 16,0 0 48-16,0 0 16 0,0 0-448 0,0 0-96 15,0 0-16-15,7 6 0 0,-2 3-960 0,0 6-192 16,-2-1-32-16,2 4-16 0,0 3-240 0,1 3-160 16,-3 2 192-16,3 0-192 0,-1-2 0 0,0 3 0 15,0-4 0-15,1-1 0 16,-1-1-352-16,0-1-128 0,0-2-32 0,-1-1 0 16,0 0-768-16,-1-4-176 0,-1 0-16 0,1-1-16 15,-1-1-2832-15,1-4-560 0</inkml:trace>
  <inkml:trace contextRef="#ctx0" brushRef="#br0" timeOffset="6586.73">21489 10270 49823 0,'0'0'2208'0,"0"0"448"0,0 0-2128 0,0 0-528 0,0 0 0 0,0 0 0 16,9 1 384-16,2 1-16 0,0 0-16 0,3-2 0 15,0 0 480-15,3 0 112 0,0 0 16 0,2 0 0 16,2 0-592-16,0-2-112 0,1-1-32 0,2-1 0 15,0 0-96-15,4-2 0 0,0 0-128 0,1 1 192 16,0-1-192-16,-3-3 0 0,-1 1 0 0,-2 0 0 16,-3 0 0-16,-2 0 0 0,-1 0 0 0,-4 3 0 15,-4 3-192-15,-2-2 192 0,-7 4-192 0,0 0 192 16,0 0 0-16,0 0 0 0,0 0 0 0,-4 5 0 16,-2 3 176-16,0 1 32 0,-3 3 16 0,-2 1 0 0,0 1-96 0,0 0-128 15,1 1 176-15,-1-4-176 0,5 1 192 0,-1-1-192 16,2-2 192-16,0-1-192 0,2-1 0 0,3-7 0 15,0 8 0-15,0-8 0 0,0 0 0 0,6 7-256 16,-6-7 80-16,7 1 16 0,2 0-48 0,1-2-16 16,-1 0 0-16,1-5 0 0,1 3 224 0,0-4-192 15,1-1 192-15,1-1-192 0,-1-1 192 0,0-1-192 16,-2 1 192-16,0-2-192 0,0 0 192 0,-1 2 0 0,0-1 0 0,0 4 0 16,-5-2 0-16,-4 9 0 0,6-6 0 0,-6 6 0 15,0 0 0-15,8 3 208 16,-8-3-32-16,7 5-16 0,-2 2 96 0,0 2 0 15,0 1 16-15,2 2 0 0,-1 1-144 0,2 0-128 16,0 0 144-16,1 3-144 0,2-5 0 0,-1 1 0 0,2 1-128 16,-1-4 128-1,2 2-1792-15,2-3-240 0,-1-2-48 0,1-1-16 16,-1-1-2512-16,-1-2-496 0</inkml:trace>
  <inkml:trace contextRef="#ctx0" brushRef="#br0" timeOffset="6953.69">22404 10041 38015 0,'0'0'1680'0,"0"0"352"0,0 0-1632 0,0 0-400 0,0 0 0 0,0 0 0 16,0 0 2576-16,0 0 432 0,0 0 96 0,0 0 16 15,0 0-1136-15,0 0-240 0,0 0-32 0,3 10-16 0,-3 6-1008 0,0-2-208 16,-1 4-32-16,-1 3-16 0,1 1-208 0,0-1-32 16,1 1-16-16,1-1 0 0,2 0-48 0,1-1 0 15,1-2 0-15,1-1 0 0,2 0-128 0,1-4 0 16,2 0 0-16,-1-2-176 0,2-1 48 0,0-1 0 15,-1-4 0-15,2 0 0 0,2 0 128 0,-1-1-208 16,0-2 80-16,-1 0 128 0,-1-2-192 0,0 0 192 16,0-4-160-16,-1 0 160 0,2 0 0 0,-2-1-144 15,-1-1 144-15,-1-1 0 0,1 1-144 0,0-3 144 16,-2 2-160-16,-2 2 160 0,0-2-256 0,-3 2 32 16,-3 5 16-16,0 0 0 0,0 0 208 0,0 0-144 0,0 0 144 15,0 0-128-15,0 0 128 0,0 0 176 0,0 0-48 0,0 0 0 16,0 0 16-16,0 9 0 15,0 0 0-15,0-1 0 0,0 0-144 0,0-8 0 0,0 9 0 16,2-1 0 0,0 0-704-16,2-2-160 0,-4-6-32 15,3 7-16-15,3-2-2880 0,1 0-576 0</inkml:trace>
  <inkml:trace contextRef="#ctx0" brushRef="#br0" timeOffset="7280.35">22213 10116 40543 0,'0'0'3600'0,"0"0"-2880"16,0 0-576-16,0 0-144 0,0 0 2848 0,10 4 544 15,2-3 96-15,1 1 32 0,-1-4-2240 0,5 2-432 16,5-1-80-16,1 0-32 0,5-2-496 0,2-1-112 16,1-1 0-16,0 1-128 0,3-2 128 0,1-1-128 15,-1-1 0-15,0 0 0 16,0 1-432-16,-1-1-144 0,-2 1-16 0,-1 2-16 15,-3-1-2976-15,-2 2-576 0</inkml:trace>
  <inkml:trace contextRef="#ctx0" brushRef="#br0" timeOffset="7956.23">23148 10103 23039 0,'0'0'1024'0,"-6"0"192"0,0 0-960 0,6 0-256 16,0 0 0-16,0 0 0 0,-4-5 6464 0,0 1 1232 16,1 1 256-16,3 3 48 0,0 0-5296 0,0 0-1056 15,0 0-224-15,6-4-32 0,-1 1-816 0,3-1-144 0,2 0-48 0,0 1 0 16,2-1-208-16,1 2-48 0,2-1-128 0,-1 2 192 16,0-1-192-16,1 1 0 0,-1 1 0 0,2 0 0 15,-3 1 160-15,-2 2-160 0,-2 0 160 0,-1 0-32 16,-2 3-128-16,-1-1 0 0,-5-5 0 0,-2 10 0 15,-1 3 0-15,-3 4 0 0,-4 2 0 0,-3 0 0 16,-3 2 0-16,-1 1 0 0,-1 2 0 0,-2-3 0 16,1 1 0-16,-1-1 0 0,1-3 0 0,2-1 0 15,1-3 0-15,2 2 0 0,2-5 0 0,3 2 0 16,4-1 0-16,2-4 0 0,2 0 0 0,2 0 0 0,3-2 0 0,3-2 0 16,2 0 0-16,2-1 0 15,2-1 0-15,2 0 0 0,0-2 0 0,4-2 0 0,2 0 0 0,-1-2 0 16,1 0 0-16,3-1 0 0,1-2 0 15,1 1 0-15,-4-4 0 0,1 1 0 0,5 1-128 0,0 1-32 16,0-2 0-16,-1 1 0 16,0-4-1312-16,-2 4-256 0,0-2-48 0,-2 2-22384 0</inkml:trace>
  <inkml:trace contextRef="#ctx0" brushRef="#br0" timeOffset="8184.08">23798 10073 33167 0,'0'0'2944'0,"0"0"-2352"0,0 0-464 0,0 0-128 16,0 0 4576-16,0 0 896 0,-3 4 176 0,1 0 48 15,2-4-3680-15,0 0-736 0,0 0-128 0,0 0-48 16,0 0-624-16,0 0-128 0,0 0-32 0,0 0 0 15,0 0-320-15,0 8-240 0,0-2 48 0,0-6 0 16,4 8-2240-16,0 0-432 0,1 0-80 16</inkml:trace>
  <inkml:trace contextRef="#ctx0" brushRef="#br0" timeOffset="8321.77">23871 10357 40543 0,'0'0'3600'0,"0"0"-2880"0,-5 7-576 0,5-7-144 16,0 0 3520-16,0 8 656 0,-4-2 144 0,4-6 32 0,0 0-3008 0,-3 4-608 15,3-4-112-15,0 0-32 0,0 0-336 0,0 0-64 16,0 0 0-16,0 0-16 16,0 0-992-16,0 0-192 0,0 0-32 0,0 0-24112 0</inkml:trace>
  <inkml:trace contextRef="#ctx0" brushRef="#br0" timeOffset="8821.77">22683 10373 35423 0,'0'0'1568'0,"0"0"320"0,0 0-1504 0,-2-5-384 0,2 5 0 0,0-5 0 16,-2-2 2112-16,2 7 368 0,3-7 64 0,0 1 16 0,1-1-496 0,1 2-80 16,0-1-32-16,2-1 0 0,-1 1-1088 0,3-1-224 15,2 2-32-15,-1 0-16 0,0 0-256 0,0-1-48 16,0 1-16-16,0 1 0 0,2-1-144 0,-4 1-128 15,-8 4 144-15,0 0-144 0,7-3 160 0,-7 3-160 16,0 0 160-16,0 0-160 0,0 0 240 0,0 0-48 16,0 0-16-16,-7 2 0 0,-1-1 80 0,-1 3 32 15,0 1 0-15,0 3 0 0,-2 0-16 0,2 0 0 16,-1 1 0-16,1 1 0 0,1 1 0 0,1-1 0 16,2 0 0-16,1 2 0 0,2 0-192 0,0 0-80 15,1-2 0-15,2 1 0 0,2-1 0 0,2-1-128 16,2 0 128-16,0-1-160 0,3 0 160 0,0 0-128 0,0-4 128 15,4 1-128 1,0-1-448-16,-1-3-96 0,-3-1-16 0,3 1 0 16,2-1-976-16,0 0-192 0,2 0-32 0,-2-1-21088 0</inkml:trace>
  <inkml:trace contextRef="#ctx0" brushRef="#br0" timeOffset="10355.79">21215 10987 49935 0,'0'0'2208'0,"0"0"464"0,0 0-2144 0,0 0-528 0,0 0 0 0,0 0 0 0,0 0 0 16,11-7 0-16,1 2 0 0,3 1-144 0,5-2 720 0,3 2 160 15,5 0 32-15,4 0 0 0,9-1-128 0,3 1 0 16,3 1-16-16,2-2 0 0,2-1-176 0,-12 2-48 16,8-1 0-16,7-1 0 0,8 1-80 0,6 0 0 15,3-4-16-15,0 0 0 0,1 0-176 16,4-1-128-16,2 1 144 0,3 0-144 0,-1-1 0 16,-1 1 128-16,-4-1-128 0,-2 1 0 0,-2 0 0 15,0 1 0-15,0-2 0 0,-3 1 0 0,-3 2 0 16,-8 2 0-16,-5-1 0 0,-7-1 0 0,-6 4 0 0,-4 1 0 15,-5-3 0-15,-4 3 0 0,-5-2 0 0,-3 2 0 16,-2 2 0-16,-5-3 0 0,0 1-128 0,-3 0 128 16,-8 2 0-16,0 0 0 0,0 0-256 0,0 0 48 15,8-1 16-15,-8 1 0 16,0 0-576-16,0 0-128 0,0 0 0 0,0 0-16 16,0 0-1216-16,0 0-240 0,0 0-64 0</inkml:trace>
  <inkml:trace contextRef="#ctx0" brushRef="#br0" timeOffset="10980.06">24854 9930 47343 0,'0'0'2096'0,"0"0"432"0,0 0-2016 0,0 0-512 0,0 0 0 0,0 0 0 16,-3-2 1120-16,1 2 128 15,2-1 32-15,2 2 0 0,-2-1-16 0,0 0 0 0,15 12 0 0,-1 1 0 0,2 4-736 0,-1 3-144 16,-3-5-16-16,4 4-16 0,2 0-160 0,3 5-16 15,1-4-16-15,0 4 0 0,-1-1-160 0,0 2 0 16,0-1 0-16,1-5 128 0,-1-1-128 0,-2 1 0 16,1-2 0-16,1 2 0 15,-3-4-800-15,-2 0-192 0,-3-6-32 0,-3 0-16 16,-5-1-1200-16,2-1-256 16,-1-3-32-16,1-2-12160 0,-2 2-2432 0</inkml:trace>
  <inkml:trace contextRef="#ctx0" brushRef="#br0" timeOffset="11234.67">25198 9889 23039 0,'0'0'1024'0,"0"0"192"0,0 0-960 0,0 0-256 0,-5 2 0 0,5-2 0 16,0 0 5968-16,-6 3 1152 16,-1 1 240-16,-1 2 32 0,0 1-4960 0,-1 3-976 15,-1 1-208-15,-1 2-32 0,0 2-592 0,-1 0-112 0,-2 4-32 16,-3-2 0-16,-2 3-96 0,1 3 0 15,-1 0-16-15,-1 0 0 0,0 0-112 0,0 0 0 0,0-1-16 0,2-1 0 16,0-1-240-16,1-3 0 0,0-2 0 0,2 1 0 16,0-2 0-16,0-2-240 0,1 0 32 0,2-2 0 31,3-3-960-31,3-1-192 0,0-2-48 0,6-4 0 0,0 0-2752 16,7 4-576-16,5-1-96 0</inkml:trace>
  <inkml:trace contextRef="#ctx0" brushRef="#br0" timeOffset="11824.08">25446 10290 12895 0,'0'0'576'0,"0"0"112"16,0 0-560-16,0 0-128 0,0 0 0 0,0 0 0 0,0 0 7760 0,0 0 1520 0,0 0 320 0,12-3 48 16,-1-1-6352-16,2 1-1264 0,-2 1-256 0,1-1-48 15,2-2-912-15,3 4-176 0,-1-3-48 0,-1 1 0 16,2-1-336-16,-3 3-80 0,1 0-16 0,-2-1 0 0,0 2-160 0,-4 2 0 15,-9-2 0-15,0 0 0 0,0 0 288 0,0 0-32 16,0 0 0-16,4 9 0 0,-3 1 0 0,-2-2 0 16,-6 1 0-16,1 0 0 0,-3 2-80 0,-2-1-32 15,0 1 0-15,-2 0 0 0,1 1-144 0,0 0 0 16,2 1 0-16,1-1 0 0,2-2 0 16,2 2 0-16,0-3 0 0,2 1 48 0,0-3-48 0,2-1 0 15,1-6 0-15,0 0 0 0,3 8 0 0,-3-8 0 16,9 7 0-16,0-3 0 0,3-2 0 0,2 1 0 15,2-6 0-15,-1 1 0 16,5-2-368-16,1 0-64 0,1-2-16 0,1 1 0 16,3 0-1008-16,-1-3-208 0,1-1-32 15,2 0-14272-15,0 0-2848 0</inkml:trace>
  <inkml:trace contextRef="#ctx0" brushRef="#br0" timeOffset="12041.08">26126 9981 49295 0,'0'0'2176'15,"0"0"464"-15,0 0-2112 0,0 0-528 0,0 0 0 0,8-4 0 0,1 0 848 0,1 1 64 0,-1 1 16 0,1-1 0 16,2 2 64-16,1-3 16 0,0 2 0 0,3 1 0 16,1 1-752-16,1 0-128 0,-1 0-128 0,-2 0 144 15,1 0-144-15,-2 0-256 0,2 1 64 0,-3 1 16 16,-1 2-1616-1,0-4-336-15,-2 1-64 0,-1 0-13056 0,1 1-2608 0</inkml:trace>
  <inkml:trace contextRef="#ctx0" brushRef="#br0" timeOffset="12211.92">26257 10061 45903 0,'0'0'2032'0,"0"0"416"0,0 0-1952 0,0 0-496 0,0 0 0 0,0 0 0 0,0 0 1088 0,0 0 128 16,0 0 32-16,6 6 0 0,1-6-240 0,3 1-48 15,1 0-16-15,3-1 0 0,-1 1-784 0,1-2-160 16,1 0 0-16,3 0 0 16,0 1-1152-16,2-3-176 0,1 2-32 0,-2-2-16 15,2 0-3200-15,0 1-640 0</inkml:trace>
  <inkml:trace contextRef="#ctx0" brushRef="#br0" timeOffset="12626.41">26982 9855 46815 0,'0'0'2080'0,"-8"2"416"0,-3-2-1984 0,2 1-512 0,2 0 0 0,0 1 0 16,2 2 1616-16,-3-2 240 0,-2 3 32 0,-1 3 16 15,2 1-672-15,-3 3-128 0,-2 2-16 0,0 2-16 0,-2 1-624 0,3 1-128 16,1-1-32-16,2 0 0 0,-1 0-144 0,3 0-16 15,2-1-128-15,2 1 192 0,1-2-128 0,2 1-64 16,2-2 0-16,5-1 0 0,1-1 0 0,5-2 0 16,1 2 0-16,3-5 0 0,2-2-288 0,0-1 48 15,2-3 16-15,1 0 0 0,0-3-32 0,0-2-16 16,-2-1 0-16,-1-2 0 16,-1 1 16-16,0-1 0 0,-2-2 0 0,-1-1 0 0,-1-1 80 15,-3 1 32-15,0-1 0 0,-4 0 0 0,-1 0 144 0,-2-3 0 16,-1 2-144-16,0-1 144 0,-4 3 0 0,0-3 0 15,-2-1 0-15,-1 1 0 0,-3 0 0 0,-1 2 0 16,-2-1 0-16,1 2 0 0,-2-1-128 0,-1 2-16 16,1 1 0-16,1 2 0 15,-1-1-240-15,3 2-64 0,1 0 0 0,1 2 0 16,1 3-2032-16,6 0-400 0,0 0-96 0,0 0-11040 16,-1 5-2224-16</inkml:trace>
  <inkml:trace contextRef="#ctx0" brushRef="#br0" timeOffset="12816.93">27351 10043 50399 0,'0'0'2240'0,"0"0"448"0,-3-2-2160 0,2 0-528 15,1 2 0-15,0 0 0 0,0 0 944 0,-2-1 80 0,2 1 0 0,0 0 16 16,0 0-240-16,0 0-48 0,0 0-16 0,0 0 0 15,0 0-736-15,0 0 0 0,0 16-240 0,0-16 64 16,2 14-1296-16,-2-14-272 0,2 13-48 0,-2-13-13776 16,0 0-2752-16</inkml:trace>
  <inkml:trace contextRef="#ctx0" brushRef="#br0" timeOffset="13214.93">27721 9722 14735 0,'-10'3'640'15,"4"0"160"-15,-2 1-640 0,2 1-160 0,-1 0 0 0,2 1 0 0,-1 1 8128 0,-1 0 1584 16,-1 0 320-16,-1 4 64 0,0 3-7008 0,0 2-1392 16,0 2-288-16,0-1-48 0,1 4-784 0,1 1-144 15,3 0-48-15,1 3 0 0,0-3-224 0,3 2-160 0,1-1 192 0,3-1-192 16,1 0 128-16,2 3-128 15,2-5 0-15,3-2 0 0,1 0 0 0,2-3 0 16,2-4-208-16,-1 0 80 0,1-2-48 0,-1-1 0 0,2-6 0 16,-2 2 0-16,-1-4 32 0,1 0 0 0,1 0 0 0,0-2 0 15,0-2 144-15,2-2 0 0,1-1-144 0,-2-3 144 16,-5-1-176-16,1-2 48 0,3-2 0 0,-4 4 0 16,-3-6-128-16,-4 4-32 0,-1-3 0 0,-1 4 0 15,4 1 80-15,-4 1 16 0,-3 3 0 0,-1 7 0 16,-10-8 320-16,-2 3 80 0,3 2 16 0,-3 3 0 0,-3 3 288 15,-2 0 64-15,-2 4 16 0,1 2 0 0,-1 2-272 16,-1 2-48-16,0 1-16 0,1 0 0 0,-1 2-256 0,3 0 160 16,3-1-160-16,2 2 128 15,3 0-992-15,3-1-208 16,0 1-32-16,3-6-23536 0</inkml:trace>
  <inkml:trace contextRef="#ctx0" brushRef="#br0" timeOffset="14453.96">28770 9908 29487 0,'0'0'1296'0,"0"0"288"0,0 0-1264 0,0 0-320 0,0 0 0 0,0 0 0 16,-2-6 5056-16,2 6 944 0,0 0 192 0,0 0 32 16,0 0-4224-16,0 0-848 0,2 12-160 0,0 0-32 15,-1 2-432-15,3 3-80 0,-1-1 0 0,0 1-16 16,1-2-240-16,0 1-32 0,2 0-16 0,-1-2 0 15,0-2-144-15,0-2 192 0,0-1-192 0,1-1 192 16,-6-8-192-16,3 7 0 0,-3-7 0 0,0 0 128 16,0 0-128-16,0 0 0 0,0 0 0 0,0 0 0 15,0 0 0-15,0 0-176 0,7-6 176 0,-2 0-128 0,0-2 128 0,2-1 0 16,-1-2 0-16,2 0 0 16,1-2-128-16,1-3 0 0,-1-1 0 0,1-1 0 0,2 1-64 0,0 3-16 15,-2-2 0-15,-1 4 0 16,0 3 208-16,-1 0-144 0,-1 4 144 0,-1 2-128 0,-6 3 128 0,0 0 0 15,9 3 128-15,-1 2-128 0,-3 1 256 0,0 4 0 16,1 1-16-16,-1 2 0 0,0 2-48 16,0-1-16-16,2 2 0 0,-1-1 0 0,1-2-176 0,-1 0 0 15,1 0 144-15,1 0-144 0,0-2 0 0,-1 1 0 16,3-6 0-16,-1 2 0 0,0-4 0 16,0-2 0-16,0 1 0 0,-1-3 0 0,-2-3-192 0,2 1-16 15,0-2 0-15,0-1 0 0,-2-2 208 0,2-1-192 0,0 1 192 16,1-4-192-16,0-2 32 0,0 0 16 15,2-5 0-15,-1 0 0 0,-1-1-32 0,1 1 0 16,-3 1 0-16,2 3 0 0,1 2 32 0,-1 0 0 16,-1 3 0-16,-2 3 0 0,-6 6 144 0,0 0 0 15,0 0 0-15,0 0 0 0,0 0 128 0,0 0 96 0,0 0 32 16,5 9 0-16,-1 0 16 0,0 1 16 0,0 2 0 0,1 0 0 16,0 0-288-16,1 1 128 0,0-4-128 0,2 1 0 15,0 1 0-15,2-4 0 0,2 1 0 16,0 0 0-16,1-1-192 0,0-1-64 0,1-3 0 15,-1 1 0-15,3-4-64 0,-1 0 0 0,0-3-16 0,-1 0 0 16,0-1 16-16,1 1 16 0,-5-5 0 0,3 0 0 16,-1 0 16-16,0-1 0 0,-1-1 0 0,1-2 0 15,0 0-16-15,-2-4 0 0,1 5 0 0,-2-1 0 0,-1 2 128 16,0 2 32-16,-2 1 0 0,-1 1 0 0,-5 6 336 0,0 0 64 16,0 0 0-16,0 0 16 0,0 0 416 0,0 0 80 15,0 0 0-15,0 0 16 0,0 0-272 0,3 9-64 16,1 0-16-16,0 3 0 0,-2 1-304 0,1 1-128 15,0-4 0-15,-1 4 128 0,2-1-128 16,0 0 0-16,1-2-160 0,0 0 160 16,1-1-1024-16,0 1-96 0,-1-5-32 0,2 1 0 15,-7-7-2096-15,9 2-416 0</inkml:trace>
  <inkml:trace contextRef="#ctx0" brushRef="#br0" timeOffset="14628.15">29752 9751 17503 0,'-12'5'1552'0,"12"-5"-1232"16,-7-1-320-16,-1-3 0 0,1 1 7360 0,7 3 1408 0,0 0 272 15,0 0 64-15,0 0-7024 0,0 0-1408 0,0 0-288 0,0 0-48 32,0 0-800-32,0 0-176 0,11 7-16 0,0 0-16 15,2-1-1440-15,0-1-272 0,2 2-64 0,-1-1-16896 0</inkml:trace>
  <inkml:trace contextRef="#ctx0" brushRef="#br0" timeOffset="14863.44">29918 9745 12895 0,'0'0'1152'0,"0"0"-928"0,0 0-224 0,0 0 0 0,0 0 8112 16,0 0 1568-16,0 0 320 0,0 0 64 0,0 0-6880 15,6 7-1392-15,1 0-256 0,2 2-64 0,1-1-592 16,2 2-112-16,1 2-32 0,1-2 0 0,2 3-448 0,1 1-96 15,1-1 0-15,1 0-16 0,-1 1-176 0,0 2 0 16,0-2 144-16,1-1-144 0,-3 0 0 0,0 0-160 16,0-5 16-16,-1 4 0 15,-2-6-304-15,-1 2-48 0,0-2-16 0,-2 0 0 16,-2-2-880-16,-1 2-176 0,-1-5-32 0,-6-1-16 16,0 0-560-16,0 0-96 0,0 0-32 0,0 0-11040 15,0 0-2208-15</inkml:trace>
  <inkml:trace contextRef="#ctx0" brushRef="#br0" timeOffset="15086.93">30263 9801 7359 0,'0'0'320'0,"0"0"80"0,-6-2-400 0,6 2 0 16,0 0 0-16,0 0 0 0,0 0 9968 0,0 0 1904 0,0 0 384 0,-7 6 80 16,1-3-8816-16,-1 4-1776 15,-1 1-336-15,-1 1-80 0,0 3-816 0,-1-1-144 0,-3 2-48 0,0 0 0 16,0 2-192-16,-3-1-128 0,0-2 160 0,-1 1-160 15,0 0 0-15,2-1 0 0,-1-1 0 0,2 0 0 16,-1-2-720-16,2 0-96 0,0-1-16 0,3-2 0 16,2 0-736-16,2-2-160 0,-1-4-16 0,7 0-16 15,0 0-2400-15,0 0-464 0,10-3-112 0</inkml:trace>
  <inkml:trace contextRef="#ctx0" brushRef="#br0" timeOffset="15312.13">30521 9640 13823 0,'0'-4'608'0,"-2"2"128"0,-1 0-592 0,1 0-144 0,0 1 0 0,2 1 0 0,0-2 8832 0,0 2 1744 15,0 0 352-15,0 0 64 0,0 0-7856 0,0 0-1552 16,-1 9-320-16,1 0-64 0,-3 2-736 0,2-1-144 16,1 3-16-16,0 0-16 0,-3 2-288 0,2 0 0 15,0 2 0-15,1 0 0 0,-2-1 0 0,2 1 0 16,0 0 0-16,0 1 0 15,3-1-560-15,0-1-112 0,-1 1-32 0,1-2 0 16,-2 0-1600-16,1-4-320 0,-2 1-64 0,0-1-19568 0</inkml:trace>
  <inkml:trace contextRef="#ctx0" brushRef="#br0" timeOffset="15817.3">30374 9808 35935 0,'0'0'1600'0,"0"0"320"0,0 0-1536 0,0 0-384 0,0 0 0 0,0 0 0 16,-1 8 3552-16,1-8 640 0,0 0 128 0,1 8 32 16,-1-8-2480-16,3 8-480 0,-3-8-112 0,4 9 0 15,1-2-832-15,1-1-144 0,5 1-48 0,0-3 0 0,2-2-256 16,0 2 160-16,2-4-160 0,3 0 128 0,0 0-128 0,1-3 0 16,-1 0 0-16,0-3 0 0,3 1 0 0,0 0 0 15,-2-3-160-15,2 2 160 0,-3-1-192 0,1-3 48 16,-2-1 16-16,0 2 0 0,1-4-48 0,-4 3 0 15,-3 0 0-15,-1 3 0 0,-3 1 176 0,-7 6 0 16,5-2-144-16,-5 2 144 0,0 0 224 0,0 0 112 16,0 0 32-16,-3 6 0 0,-1 3 16 0,-1 2 0 15,0 1 0-15,1-2 0 0,0 0-192 0,3 2-48 16,-1 3 0-16,1-5 0 0,0 2-96 0,1-1-48 16,0 1 0-16,2-3 0 0,4-1 0 0,-1 0 0 15,4-2 0-15,0 4 0 0,2-7-256 0,0 0 48 16,-2-2 16-16,2-2 0 0,1-2-48 0,-1 1 0 15,0-2 0-15,-1 0 0 0,-1-2 80 0,3-4 16 16,0 1 0-16,-1-1 0 0,-1-2 144 0,0 0 0 16,0-1-144-16,2 2 144 0,-1-1 0 0,-1-1 0 15,1 0-144-15,0 0 144 0,-2 2 0 0,0 4 0 16,-1-3-128-16,0 4 128 0,-3-1 0 0,1 2 0 16,-6 5 0-16,0 0 144 0,0 0-16 0,0 0-128 15,0 0 192-15,6 4-64 0,-1 0 0 0,-1 2-128 16,0 2 192-16,1 1-64 0,2 2-128 0,-1-2 0 0,0 0 0 0,0 3 0 15,1 1 0-15,0 0-144 0,3-1 0 16,-1-1 0-16,0 2-1152 16,0-2-240-16,1-1-32 0,1-2-16 0,-2-1-2640 0,1-1-512 15</inkml:trace>
  <inkml:trace contextRef="#ctx0" brushRef="#br0" timeOffset="16123.11">31246 9698 13823 0,'0'0'608'0,"0"0"128"0,0 0-592 0,0 0-144 0,0 0 0 0,0 0 0 0,4 11 8352 0,1 1 1632 16,1 0 336-16,-3 0 64 0,1-1-7216 0,0 2-1440 15,1-1-304-15,1-1-48 0,0 2-656 0,1-3-128 16,-2 0-16-16,1 1-16 0,1 2-272 0,-2-3-48 16,-1-1-16-16,0 1 0 0,0-4-160 0,1-2-64 15,-5-4 0-15,0 0 0 0,0 0 0 0,0 0 0 16,0 0 0-16,0 0 0 0,0 0 0 0,0 0 0 15,0 0 0-15,0 0 0 0,0 0 0 0,7-7 0 16,-2 1 0-16,0-3 0 0,2 0 0 0,0-2 0 16,4 1 0-16,-2-3 0 0,1-2 0 0,2 1 0 15,1 0 0-15,2-2 0 16,-4 3-432-16,4 0-80 0,-4 1 0 0,1 1-16 16,-1 0-768-16,-1 2-160 0,2 3-16 15,-2 0-16-15,-1 5-1776 0,-1 1-336 0,-1 3-80 0</inkml:trace>
  <inkml:trace contextRef="#ctx0" brushRef="#br0" timeOffset="16461.08">31619 9885 35871 0,'0'0'1600'0,"0"0"320"0,9 4-1536 15,0-2-384-15,-1-2 0 0,4-2 0 0,1 0 1088 0,1-1 128 16,4 0 48-16,1 1 0 0,-2-2 16 0,-2 0 0 0,-2-2 0 0,0 0 0 16,-1 1-240-16,0-1-32 0,0-4-16 0,-1 1 0 15,1-1-400-15,0 1-80 0,0-2 0 0,-1 0-16 0,-2-1-192 16,-1 0-48-16,0 0 0 0,-1 1 0 0,-2 0-48 0,-3 2-16 15,0 1 0-15,-4 2 0 0,-2-2 384 0,-1 4 64 16,-1 0 0-16,-2 3 16 0,-1 1-16 0,0 2 0 16,-2 2 0-16,0 3 0 0,-1 2-256 0,-1-1-64 15,0 2-16-15,0 2 0 0,1 1-64 0,3 1-16 16,2-3 0-16,1 1 0 0,-2 1-96 16,1-2 0-16,5 2-128 0,1 2 192 0,-2-1-128 0,4 0-64 15,3 2 0-15,1 0 0 0,1 1 0 0,-1-4 0 16,4 0 0-16,5 4 0 0,3-3 0 0,1-1 0 15,1-1 0-15,3-3 0 0,3-3 0 0,2 1 0 0,2-2 0 16,2-4 0 0,2 1-704-16,-6-4-128 0,0 1-16 0,3-4-16112 15,2-2-3200-15</inkml:trace>
  <inkml:trace contextRef="#ctx0" brushRef="#br0" timeOffset="24948.83">28622 10827 37727 0,'0'0'1664'0,"0"0"352"0,0 0-1616 0,0 0-400 0,-1-7 0 0,1 7 0 0,-2-5 2112 0,2 5 352 15,0 0 64-15,0 0 16 0,0 0-432 0,0 0-64 16,0 0-32-16,0 0 0 0,0 0-976 0,0 0-192 16,0 0-32-16,0 0-16 0,4 5-384 0,0 2-80 15,1 0-16-15,0 3 0 0,1 1-128 0,-1 4-48 16,-1 0 0-16,0 5 0 0,1 5-144 0,-1-1 160 16,-2 1-160-16,1-1 160 0,-2-2-112 0,1-1-48 15,0-2 0-15,0 3 0 0,-2-6 0 0,0 1 0 16,1 0 0-16,-1-4 0 0,0-1 0 0,0-1 0 15,0 1 0-15,1-3 0 0,-1-9-288 0,0 0-48 16,-1 7-16-16,1-7 0 16,0 0-704-16,0 0-144 0,0 0-16 0,0 0-16 15,0 0-1840-15,0 0-352 0,0 0-80 0</inkml:trace>
  <inkml:trace contextRef="#ctx0" brushRef="#br0" timeOffset="25199.51">28312 10815 28559 0,'-6'-1'2544'0,"1"-1"-2032"0,0-2-512 0,5 4 0 0,0 0 5136 0,0 0 944 16,0 0 176-16,0 0 32 0,5-2-4224 0,2-2-848 15,3 0-160-15,4 1-32 0,5-1-288 0,1 2-48 16,3-2-16-16,1 1 0 0,1-2-336 0,1 1-64 16,0 0-16-16,0 2 0 0,1-1-256 0,0 0 0 15,0-2 0-15,1 1 0 0,-2 2 128 0,0-1-128 16,-1 2 144-16,2-3-144 0,2 3 0 0,-2-1 0 15,2 2 0-15,-1 0 0 16,0-2-928-16,-1 2-176 0,-1 2-48 0,-2-2 0 16,-1-2-2544-16,1 4-512 0,20 5-96 0,-18 1-15472 0</inkml:trace>
  <inkml:trace contextRef="#ctx0" brushRef="#br0" timeOffset="25585.08">28996 11089 36863 0,'0'0'3264'0,"0"0"-2608"16,-7 2-528-16,1 1-128 0,-1 0 3088 0,7-3 592 16,0 0 112-16,0 0 32 0,0 0-2128 0,0 0-416 15,0 0-96-15,0 0-16 0,8 3-384 0,0-3-80 0,1 2 0 0,0-2-16 16,0 0-304-16,3 0-48 0,0 0-16 0,-2 0 0 16,1 0-192-16,-1 0-128 0,3 0 128 0,0 0-128 15,-4 1 128-15,1 0-128 0,-1 1 160 0,-2 0-32 16,-7-2-128-16,0 0 0 0,7 5 0 0,-7-5 0 15,4 7 0-15,-1 1 0 0,-3 1 0 16,-2-1 0-16,-2 2 0 0,0 3 0 0,-3 2 0 0,-3 0 0 16,0 3 0-16,-2-3 0 0,-1 0 0 0,0 1 0 15,1-2 0-15,1 1 0 0,-1-2 0 0,2-1 0 0,0-2 0 0,4-1 0 16,-1 0 0-16,3-1 0 0,4-8 0 0,-1 7 0 16,1-7 0-16,0 0 0 0,4 6 0 0,-4-6 0 15,7 7 0-15,-2-2 0 0,3-1 0 0,2 0 0 16,-2-2 0-16,1 0 0 0,1-2 0 0,2 0 0 15,0-2 0-15,1 0 0 0,0-2 0 0,1-1 0 16,-1-2 0-16,2 0 0 16,-1-2-1088-16,2 0-192 0,-1-1-64 0,2-2 0 15,2 0-2752-15,0-1-544 0</inkml:trace>
  <inkml:trace contextRef="#ctx0" brushRef="#br0" timeOffset="25786.72">29459 10992 3679 0,'0'0'160'0,"0"0"32"0,-4-4-192 0,1 0 0 16,2 0 0-16,1 4 0 0,0 0 11056 0,0 0 2160 16,1-5 432-16,-1 5 96 0,7-4-10032 0,1 0-2016 15,-1 2-400-15,4-2-80 0,-1 1-736 0,1 2-160 16,0 0-16-16,3-1-16 0,-3 0-288 0,2 2 0 16,0 0 128-16,-2 0-128 0,0 0 0 0,1 0 0 0,0-1 0 0,0-1 0 31,-3 1-656-31,1 0-96 0,1 1-16 0,-2 1 0 0,-1-1-1152 15,-1 1-256-15,0 1-32 0,-1 1-12992 0,1 0-2592 16</inkml:trace>
  <inkml:trace contextRef="#ctx0" brushRef="#br0" timeOffset="25951.09">29520 11073 27647 0,'-17'8'2448'0,"11"-8"-1952"0,-1 1-496 0,-1 0 0 16,0 1 4752-16,2 0 864 0,6-2 160 0,0 0 48 0,0 0-3456 0,0 0-704 15,0 0-128-15,0 0-16 0,0 0-704 0,8 0-144 16,1 2-32-16,3-2 0 0,1 0-640 0,1-2 0 15,2 2 0-15,1-2-176 16,0 0-416-16,1 1-96 0,0-3-16 0,2 2 0 16,-1-2-1600-16,2 0-336 0,0 0-64 0,-3 1-18336 0</inkml:trace>
  <inkml:trace contextRef="#ctx0" brushRef="#br0" timeOffset="26252.12">30049 10863 23039 0,'-15'-4'2048'16,"10"2"-1648"-16,-2-2-400 0,3 0 0 0,4 4 6848 0,0 0 1296 0,0 0 256 0,0 0 48 15,0 0-5872-15,0 0-1168 16,0 0-256-16,0 0-32 0,0 0-560 0,0 0-112 16,0 0-32-16,0 0 0 0,0 0-304 0,7 6-112 0,-1 1 0 0,-1 2 0 15,-1 1 0-15,0 1 0 0,0 2 0 0,0-1 0 16,-1 3 0-16,-2 0 0 0,0 0 0 0,2 1 0 15,-2 0 0-15,-1-1 0 0,0-2 0 0,3 3 0 16,-3-2 0-16,1-2 0 0,0-2 0 16,1-1 0-16,0 2 0 0,0-5 0 0,-1 2 0 0,-1-8-160 15,0 0-608-15,0 0-112 16,2 7-16-16,-2-7-16 0,0 0-480 16,0 0-80-16,0 0-32 0,0 0 0 0,0 0-752 0,0 0-160 0,0 0-16 0,-5-8-10944 15,-1-2-2192-15</inkml:trace>
  <inkml:trace contextRef="#ctx0" brushRef="#br0" timeOffset="26511.27">29654 10756 48671 0,'-14'-1'2160'0,"14"1"432"0,-5-3-2080 0,5 3-512 0,0 0 0 0,0 0 0 0,0 0 1200 0,0 0 128 16,0 0 16-16,0 0 16 0,0 0-160 0,8 0-48 15,-1-1 0-15,4 0 0 0,1 2-688 0,2 0-144 16,4-1-16-16,3 0-16 0,3-2-288 0,2-1 160 15,1 2-160-15,7-3 128 0,2 1-80 0,3-1-48 16,1-1 0-16,-1 0 0 0,-1 1 0 0,-5-1 0 16,0 1 0-16,-3 1 0 0,-3-2 0 0,-2 1 0 15,0 0 0-15,-4 4 0 0,-3-4 0 0,2 3 0 16,-6 1 0-16,2-1 0 16,-5 1-352-16,2 1-64 0,-2-2-16 0,-1 1 0 15,-2 2-1168-15,0 0-224 0,0 0-48 0,-2 0-14000 16,-2 3-2816-16</inkml:trace>
  <inkml:trace contextRef="#ctx0" brushRef="#br0" timeOffset="26809.17">30298 11085 23951 0,'0'0'1056'0,"0"0"224"0,0 0-1024 0,0 0-256 0,3-7 0 0,-2 1 0 0,-1 6 5872 0,0 0 1104 16,0 0 240-16,0 0 32 0,3-3-4384 0,0 1-880 16,2 2-192-16,0 3-16 0,-2 1-944 0,0 3-192 15,0-1-48-15,1 1 0 0,-3 3-384 0,2-1-80 16,-3 2 0-16,0-1 16 0,1 3-144 0,1 3 0 16,-2-3 0-16,-2 4 0 0,4 0 0 0,-2-1 0 15,1-2 0-15,0-1 0 0,2-1-288 0,-2-1-48 16,-1-11-16-16,0 10 0 15,0-10-832-15,0 0-160 0,0 0-48 0,0 0 0 16,0 6-1520-16,0-6-304 0,0 0-64 0,0 0-16848 0</inkml:trace>
  <inkml:trace contextRef="#ctx0" brushRef="#br0" timeOffset="27104.56">30749 10838 18431 0,'0'0'1632'0,"0"0"-1312"0,0 0-320 0,0 0 0 16,0 0 5408-16,0 0 1008 0,0 0 208 0,0 0 32 0,0 0-3136 16,0 0-624-16,0 0-128 0,0 0-16 0,-1 8-1088 0,1-8-224 15,-4 3-32-15,2-1-16 0,2-2-768 0,0 0-160 16,6 4-16-16,-1-1-16 0,2 1-432 0,-1-4 128 15,1 1-128-15,2 0 112 0,-2-2-112 0,2 0 0 16,1-2 0-16,2 2 0 0,0-2 0 0,-1 1 0 16,4 2 0-16,-1-2 0 15,-1 0-480-15,1-1 16 0,-2 3 0 0,1-1 0 16,-2 0-1136-16,-2-2-208 0,0 0-48 16,-9 3-13968-16,0 0-2800 0</inkml:trace>
  <inkml:trace contextRef="#ctx0" brushRef="#br0" timeOffset="27287.23">30759 10921 23039 0,'-16'7'1024'0,"8"-5"192"0,-1-1-960 0,2 0-256 0,7-1 0 0,0 0 0 0,-2 5 6080 0,1-1 1184 15,1-1 224-15,1 0 64 0,0-1-4736 0,0 1-928 16,-1-3-192-16,0 0-32 0,7 2-1072 0,0 0-208 0,-7-2-32 0,9 1-16 16,1 2-160-16,1-3-48 0,2 0 0 0,-2-2 0 15,2 2-128-15,0-1 0 0,2 0 0 0,0 1 0 31,2-3-704-31,-1 2-160 0,-2-3-32 0,2 3-15696 0,2-1-3136 0</inkml:trace>
  <inkml:trace contextRef="#ctx0" brushRef="#br0" timeOffset="28085.21">31594 10550 49871 0,'0'0'2208'0,"0"0"464"0,0 0-2144 0,0 0-528 0,0 0 0 0,0 0 0 0,0 0 1280 0,0 0 160 16,0 0 32-16,0 0 0 0,0 0-384 0,0 0-64 15,0 0 0-15,0 0-16 0,-2 7-768 0,-4 1-240 16,1 2 128-16,0 2-48 0,0 0-80 0,0 2 0 16,-2 0 0-16,-1 3 0 0,0 0 0 0,-1 0 0 15,0 1 0-15,-1-2 0 0,-1 0 0 0,2-2 0 16,0-1 0-16,0 1 0 0,-1-1 0 0,-1-2 0 15,1-1 0-15,-1 1 0 0,2-2 0 0,0-1 0 16,2-2 0-16,0 2 0 0,0-4 0 0,2 0 0 16,5-4 0-16,0 0 0 0,0 0 0 0,0 0 0 15,-1 4 0-15,1-4 0 0,0 0 0 0,0 0 0 0,0 0 0 0,0 0 0 16,5 2 0-16,1-2 0 0,3 3 0 0,1-3 0 16,1 0 0-16,2 0 0 0,-1-3 0 0,2 1 0 15,2 0 0-15,1 0 0 0,1-1 0 16,1 2 0-16,1-4 0 0,0 2 0 15,-2 0 0-15,0 1 0 0,-1 0 0 0,7 1 0 0,6 0 0 16,-5 0 0-16,-8-2-224 0,0 2-32 0,-1-1-16 0,0 2 0 31,-2-2-1008-31,-1 0-192 0,-3 1-32 0,-3 0-16 0,-7 1-3152 16,6-4-624-16</inkml:trace>
  <inkml:trace contextRef="#ctx0" brushRef="#br0" timeOffset="28319.04">31601 10578 5519 0,'0'0'496'0,"0"0"-496"0,0 0 10160 0,0 0 1936 16,0 0 384-16,0 0 64 0,0 0-9056 0,6 0-1824 15,-6 0-352-15,8 4-80 0,-1 2-336 0,-3 5-80 16,-3 0-16-16,0 2 0 0,0 4-480 0,1 3-80 16,-2 2-32-16,0 0 0 0,0 0-208 0,1 0 128 15,-5 1-128-15,2-1 128 0,0-1-128 0,1-1 0 16,-2 1 0-16,2-2 0 0,-2-1 0 0,3-4 0 15,0 1 0-15,2 0 0 16,0-2-768-16,4-1-160 0,1-2-32 0,1-3 0 16,-1-2-1504-16,1-1-304 0,2-4-64 0</inkml:trace>
  <inkml:trace contextRef="#ctx0" brushRef="#br0" timeOffset="29017.93">31856 10666 37775 0,'0'0'3360'0,"0"0"-2688"15,0 0-544-15,-2-5-128 0,2 5 3408 0,0 0 656 16,0 0 128-16,0 0 32 0,2-5-2640 0,-2 5-528 0,4-5-96 16,3-1-32-16,2 3-288 0,4-1-64 0,-1 0-16 0,3 1 0 15,5 2-352-15,-1-3-64 0,1 1-16 0,-2 3 0 16,3 0-128-16,1-2 0 0,-1 4 0 0,-1-2 0 16,-5 2 0-16,0-1 0 0,-2 3 0 0,-2-3 0 15,0 3 0-15,-2-1 0 0,-1 1 128 0,-3 1-16 0,-5-5-112 0,1 8 0 16,-2 3-160-16,0-3 160 15,-5 3 0-15,0 2 0 0,-1 1 0 0,-3 0 128 16,-2 2-96-16,1-2-32 0,-2 1 0 0,-1 0 0 16,3 1 0-16,-4-2 0 0,0-1 0 0,2 0 0 0,4 0 0 0,2 2 0 15,-1-4 0-15,3 0 0 16,1-3 0-16,0 1 0 0,2 0 0 0,2-3 0 0,-2 1 0 0,1-2 0 16,1-5 0-16,3 7 0 0,1-1 0 0,1-1 0 15,3-1 0-15,2-1 0 0,7 1 0 0,2-4 0 16,-2-3 0-16,2 1 0 15,-2-2-512-15,2-1 16 0,3-2 0 0,10-2 0 16,-2-4-688-16,-2 0-144 0,0 0-16 0,-2-2-16 16,-3 1-496-16,-2-3-112 0,-3 0-16 0,-1 0 0 15,-2 0 832-15,-4 0 176 0,-1-1 16 0,-5 2 16 16,-3 2 944-16,0 2 192 0,-2 1 48 0,-2 3 0 0,-2 1 1552 0,1 2 320 0,0 0 64 16,-10 1 16-16,-12 0-576 0,12 1-112 0,18 2-32 15,-5 1 0-15,-23-2-640 0,2 2-128 16,5 1-16-16,2 0-16 0,0 3-352 0,-11 8 192 0,26-2-272 15,16 3-176-15,-13 2-64 0,-22-1 0 0,11 0 0 16,19 1 0-16,0 2 0 0,-6-2 0 0,-1 1 0 16,-3-2 0-16,-2-1 0 0,0-1 0 15,0 0 0-15,-2-1 0 0,4 0 0 0,4-2 0 0,2 0 0 16,1-1 0-16,3-2 0 0,1-2 0 0,-13-4 0 16,-8 4 0-16,8-4 0 0,31 3 0 0,1-3 0 15,-6 0 0-15,0-4-160 0,-4-1 160 0,-2-3-192 16,-2 0 192-16,-3 0-192 0,0 2 192 0,-6-3-192 0,-5-4 192 15,0 1 0-15,1-1 0 0,-1 0 0 0,0 2 0 0,-3 0 0 16,-5-1 0-16,-1 0 0 0,0 0 0 0,-3 3 0 16,-1-2 128-16,-2-1-128 0,-2 0 0 0,2 2 0 15,2 1 0-15,-2 1 0 16,1 1 0-16,-1 1-128 0,3 2 128 0,8 4-192 16,-6-8-640-16,1 4-128 0,5 4-16 0,0 0-16 15,1-4-1376-15,3 3-256 0,4 1-64 0,1 1-11856 16,5 0-2368-16</inkml:trace>
  <inkml:trace contextRef="#ctx0" brushRef="#br0" timeOffset="29602.51">32924 10550 27647 0,'-3'2'2448'16,"1"-4"-1952"-16,2 2-496 0,4-5 0 0,4 0 4992 0,-3 2 912 15,-5 3 176-15,0 0 48 0,8 0-3360 0,-2 0-656 16,-6 0-144-16,0 0-32 0,8 3-1104 0,-2 2-240 15,0 2-32-15,-2 0-16 0,-2 4-352 0,2 3-192 16,0 3 192-16,-4 3-48 0,-1 2-144 0,-1 1 0 16,5 1 0-16,-3 1 0 0,-3-1 0 0,3-2 0 0,4-1 0 0,0 0 0 15,-5 1 0-15,1-3 0 0,0-1 0 0,0-1 0 16,-1-3 0-16,-2-1 0 0,2-1 0 0,-2-2 0 31,2-3-464-31,1-7-96 0,0 0-16 0,0 0 0 16,0 0-1120-16,0 0-224 0,-11 2-64 0,4-2 0 0,7 0-1344 15,-8-5-256-15,-7-1-64 0,2-3-16 0,0-3-1072 16,9-5-192-16,8 0-64 0,8-4 0 0,9-1 2320 16,2 0 464-16,1-2 96 0,1 0 0 0,-4 0 2400 0,1 5 480 0,-4 0 80 0,-1 5 32 15,-4 2 4000-15,-1 2 816 0,-1 1 144 0,-3 2 48 0,-8 7-1824 16,5-4-352-16,2 0-80 0,-7 4-16 16,0 0-1440-16,0 0-304 0,0 0-48 0,0 0-16 0,0 0-720 0,0 0-160 15,0 0-32-15,-5 3 0 0,-4 0-528 0,-2 0-112 16,-2 5-32-16,-1-1 0 0,-3-1-160 0,-3 3-64 15,-2 2 0-15,1-1 0 0,0 3 0 0,7-2 0 16,9 2 0-16,1 0 0 0,1-4 0 0,5 1 0 16,0 1 0-16,2-3 0 0,-3-1 0 0,1 1 0 15,3 0 0-15,-2 0 0 0,-3-8 0 0,1 10 0 16,-1-10 0-16,4 7 0 0,-4-7 0 0,2 8 0 16,-2 1 0-16,0-9 0 0,0 6 0 0,-2 1 0 15,-5-2 0-15,-3 2 0 0,-3 0 0 0,4-1 0 16,11-1 0-16,10-1 0 0,8 0 0 0,4-3 0 15,14 0 0-15,12-1 0 0,8 0 0 0,8 0 0 0,3 3 0 16,-9-3 0-16,-13 2 0 0,1 1 0 16,-10 0 0-16,-11-1 0 0,-7 1 0 0,-5 1-128 0,-3-2 128 15,-12-2-160 1,0 0-992-16,6 7-208 0,0-2-48 0</inkml:trace>
  <inkml:trace contextRef="#ctx0" brushRef="#br0" timeOffset="48938.08">6629 5876 41407 0,'0'0'1840'0,"0"0"368"0,-6 0-1760 0,6 0-448 0,0 0 0 0,0 0 0 0,0 0 1776 0,0 0 272 16,0 0 48-16,0 0 16 0,0 0-576 0,0 0-128 16,0 0 0-16,10 4-16 0,2 3-592 0,2-3-112 15,5 0-32-15,1 0 0 0,5 0-304 0,1-1-64 16,0 3-16-16,0-1 0 0,2-3-144 0,2 0-128 16,0 0 144-16,1-2-144 0,2 0 0 0,1 0 128 15,-2-4-128-15,2 2 0 0,-1-1 0 0,-2 1 0 16,-2-2 0-16,-3 0 0 0,1 1-128 0,-1 1-80 15,-1 0-16-15,5-2 0 16,-8-1-1072-16,-2 1-224 0,-3 0-32 0,-3-1-16 16,-2 0-1648-16,-2 0-336 0,-2-1-64 0,-8 6-16 15,6-6-2000-15,-6 6-416 0,-2-16-80 0,2 16-16 0,-4-4 4624 0,0-1 928 16,-1 0 176-16,-6 1 32 16,-2 1-1328-16,2 2-272 0,1-1-48 0,5 2-16 0,-1 0 9712 0,6 0 1936 0,-5-2 384 0,5 2 64 15,0 0-6144-15,0 0-1216 0,0 0-256 16,0 0-64-16,0 0-1104 0,0 0-240 0,0 0-32 0,0 0-16 15,0 0-576-15,0 0-112 0,9 4-32 0,0 0 0 16,1 0-128-16,1 0-128 0,-1 0 192 0,2-3-192 16,-2 2 128-16,2 1-128 0,0 1 0 0,-1-4 0 15,1 2 0-15,0-1 0 0,0 0 0 0,-1 0 0 0,2 3 0 16,-2-1 0-16,-2 2 0 0,0-1 0 0,-1 1 0 16,-3 1 0-16,-1-1 0 0,-1 2 0 0,-2 1 0 15,0-1 128-15,-5 1-128 0,-1 2 0 16,-1-1 160-16,-3 2-160 0,1-4 128 0,-1 2-128 15,-3-1 0-15,0 0 128 0,0 1-128 0,-5-1 0 16,0-4-912-16,4 1-272 16,3-2-48-16,10-4-16 0,-9 0-2864 0,9 0-576 0</inkml:trace>
  <inkml:trace contextRef="#ctx0" brushRef="#br0" timeOffset="49235.03">8040 5599 28559 0,'-3'-4'2544'0,"1"1"-2032"0,-2-2-512 0,4 5 0 15,0 0 5456-15,0 0 1008 16,0 0 192-16,0 0 32 0,0 0-4384 0,0 0-864 16,0 0-176-16,0 0-48 0,0 0-656 0,12 1-144 0,-1 3-32 0,1-1 0 15,2 2-240-15,2 3-144 0,0 0 160 0,1 3-160 16,0 4 144-16,-2-1-144 0,1 3 128 0,0 1-16 15,-5 2-112-15,2 1 0 0,-1 1 0 0,1-1 0 16,-1 2 0-16,-2 1 0 0,1-2 0 0,-1 1 0 16,1-3 0-16,-2-1 0 0,0-2 0 0,0-1 0 15,-1 0-368 1,-2-3-64-16,-1-3-16 0,1-2 0 0,-6-8-880 0,0 0-176 0,0 0-32 0,0 0-16 16,0 0-2944-16,0 0-592 0</inkml:trace>
  <inkml:trace contextRef="#ctx0" brushRef="#br0" timeOffset="49475.57">8408 5498 48671 0,'0'0'2160'0,"0"0"432"0,0 0-2080 0,-7 4-512 0,2 0 0 0,-2 0 0 0,1-1 1536 0,-1 3 208 16,0 1 48-16,-3 2 0 0,1 0-800 0,-2 3-160 16,0-2-16-16,-1 4-16 0,-1 2-496 0,-1 2-112 15,0 3 0-15,-3 3-16 0,-3 2-176 0,-1 0 128 16,-1 1-128-16,1 1 128 0,-2 0-128 0,-1 0 0 15,4 3 0-15,-3-2 128 0,2-3-128 0,3-3 0 16,-1-1 0-16,2-3 0 0,2-1 0 0,4-5 0 16,4-1-176-16,1-1 176 15,2-4-1408-15,4-7-192 0,0 0-32 0,6 1-16 16,5-1-2832-16,7-4-560 0</inkml:trace>
  <inkml:trace contextRef="#ctx0" brushRef="#br0" timeOffset="49675.96">8599 5663 20271 0,'0'0'1792'0,"-5"4"-1424"0,5-4-368 0,0 0 0 16,0 0 7680-16,0 0 1472 0,0 0 304 0,0 0 48 15,0 0-6928-15,0 0-1376 0,0 0-288 0,0 0-48 16,0 0-432-16,12 1-96 0,0 0-16 0,1 2 0 16,1-3-320-16,2 0 0 0,-2 0 0 0,3 0 128 15,0 0-128-15,-3 0 0 0,1 0 0 0,0 0 0 16,-1 0-608-16,3 0-32 0,0 0-16 0,2 0 0 15,-4 0-1312-15,1 0-256 0,-3 0-48 16,-1 1-13040-16,-2 0-2608 0</inkml:trace>
  <inkml:trace contextRef="#ctx0" brushRef="#br0" timeOffset="49835.76">8679 5776 24879 0,'-5'4'2208'0,"-2"0"-1760"16,2 1-448-16,-2 0 0 0,2-1 5456 0,0 1 1008 15,0 1 208-15,5-6 48 0,0 0-3744 0,0 0-736 16,0 0-160-16,0 0-32 0,0 0-1200 0,5 6-240 15,-5-6-48-15,10 5-16 0,5-2-416 0,0 0-128 16,2-2 0-16,3-1 0 0,-1-3 0 0,2-2 0 16,3 0 0-16,3-2 0 15,3 1-1760-15,4-1-416 0</inkml:trace>
  <inkml:trace contextRef="#ctx0" brushRef="#br0" timeOffset="50739.06">9774 5609 38639 0,'0'0'1712'0,"0"0"352"0,0 8-1648 0,0-8-416 15,0 0 0-15,0 0 0 0,0 0 2304 0,-1 5 384 16,1-5 80-16,0 0 16 0,0 0-752 0,0 0-160 0,0 0-16 0,0 0-16 16,0 0-1024-16,0 0-208 0,0 0-32 0,0 0-16 15,0-8-288-15,0 1-48 0,0 0-16 0,0-1 0 16,0-4-80-16,0 1-128 0,-3-1 176 16,2-1-176-16,-1-4 128 0,1-3-128 0,0-4 0 0,-2-4 0 15,2-2 160-15,1-4-160 0,0-1 128 0,0-3-128 16,1-2 0-16,1 1 0 15,-1 1-144-15,0 6 144 0,0 2-208 0,1 5 64 16,-1 4 16-16,-1 3 0 0,0 2-16 16,0 6 0-16,1 0 0 0,1 5 0 0,-2 5 144 0,0 0 0 15,0 0 0-15,0 0 0 0,0 0 0 0,4 9 0 0,1 3 0 0,0 1-128 0,0 5 128 0,6 3 0 16,0 3 0-16,2-1 0 0,-2 1 0 0,1-1 0 16,1-1-176-16,0-1 176 0,1-3 0 0,2 1 0 15,-1-6 0-15,1-3 0 0,0-1 0 0,-1-2 0 16,0-2 0-16,-2 0 0 0,-2-4-320 0,0-1 16 15,-2-1 16-15,0-1 0 0,1-2 160 0,-2-4 128 16,-1 1-192-16,-1-2 192 0,1-3 0 0,-2-2 0 16,-1-3 0-16,1 0 0 0,3-2 0 0,-1-5 0 15,-1 1 0-15,1 1 0 0,-2-1 0 0,0 4 0 16,-1 1 0-16,0 2 0 0,1 3 0 0,-1 5 0 16,-4 8 0-16,0 0 0 0,0 0 176 0,0 0 32 15,0 0 16-15,0 0 0 0,3 8-32 0,-1 2 0 16,1 5 0-16,-1 4 0 0,-2 6-192 0,0 2 144 0,-1 2-144 15,1 1 128-15,1 3-128 0,2-3 0 16,0 2 0-16,-1 0 128 0,1-2-128 0,-1-2 0 0,2-4 0 16,2-2 0-16,-4 0 0 0,2-2 0 0,0-5 0 0,1-2 0 31,0-2-704-31,2-2-112 0,-1-1-16 0,2-2-16 0,-1 1-1168 16,-1-2-224-16,-6-5-64 0,8 4-12480 0,0-3-2496 15</inkml:trace>
  <inkml:trace contextRef="#ctx0" brushRef="#br0" timeOffset="55055.66">10474 5440 42207 0,'0'0'1872'0,"0"0"384"0,0 0-1808 0,0 0-448 15,-3-6 0-15,3 6 0 0,0 0 1424 0,0 0 192 16,0 0 48-16,0 0 0 0,0 0-96 0,8 6-16 16,-1-2 0-16,2 5 0 0,1 2-608 0,3 3-128 15,-1-1-32-15,-1 1 0 0,-1 0-320 0,-1-1-64 0,-1 2-16 0,0 0 0 16,0-2-384-16,-2 2 128 15,-2-2-128-15,0 0 0 0,0 0 160 0,0 0-160 16,0-4 192-16,0-1-192 0,1-2 0 0,-5-6 0 0,0 0 0 0,0 0 0 16,0 0 0-16,0 0 0 0,0 0 0 0,0 0 0 15,0 0 0-15,0 0 0 0,0 0 0 0,1-9 0 16,-2 1 144-16,1-3-144 0,0 0 0 0,1-2 144 16,0-1-144-16,2-5 0 0,1 4 0 0,-1-2 0 15,-1 1-128-15,2-2-16 0,0 0 0 0,2 0 0 31,0-1-480-31,0 2-80 0,1 2-32 0,-1 0 0 16,1 2-784-16,1 4-144 0,-1 1-48 0,3 4 0 0,1 2-2320 16,1 2-448-16,0 1-112 0</inkml:trace>
  <inkml:trace contextRef="#ctx0" brushRef="#br0" timeOffset="55415.95">10891 5540 13823 0,'0'0'1216'0,"0"0"-960"0,2-6-256 0,-1-2 0 0,1 1 4672 0,2 1 880 16,-1-1 176-16,-2 1 32 0,-1-1-2096 0,0 7-416 15,0 0-96-15,-2-4-16 0,-1-2-832 0,-2 3-192 16,-2 2-16-16,0 5-16 0,-1 0-880 0,-1 2-176 16,-2 2-48-16,1 1 0 0,-1 2-560 0,2 2-112 15,0 1-32-15,0 0 0 0,0 1-272 0,1 0 0 16,1-2 128-16,4-1-128 0,-4-2 0 0,4-2 0 0,3-8 0 0,2 8 0 16,-1 0 0-16,-1-8-224 0,7 5 64 0,-7-5 16 15,7 1-192-15,2-1-48 16,-1-2 0-16,1-2 0 15,1-1-80-15,0 1-32 0,-1-3 0 0,0-2 0 16,0 0 48-16,-1 0 16 0,-1 0 0 0,-1-2 0 0,-1 3 176 0,-1 1 48 0,-1-1 0 16,0-1 0-16,-2 0 208 0,0 1 0 0,-1 1 0 0,1 1 0 15,-1 6 0-15,0 0 0 0,0 0 0 0,0 0 0 16,0 0 0-16,0 0 0 0,0 0 0 0,0 0 160 16,0 0-160-16,0 0 0 0,2 9 0 0,-1 1 0 0,-1 1 0 0,1-1-272 15,2 1 64-15,2-1 16 16,2 2-1504-16,1-3-288 0,-2 0-64 15,3-1-16-15,3-2-2144 0,1 0-416 0,12-1-96 0,-4-5-16 16</inkml:trace>
  <inkml:trace contextRef="#ctx0" brushRef="#br0" timeOffset="55856.03">11140 5450 19343 0,'-4'-9'1728'0,"4"9"-1392"0,-1-4-336 0,1 4 0 0,0 0 3952 0,0 0 720 15,0 0 128-15,0 0 48 0,0 0-1296 0,0 0-256 16,0 0-48-16,1 12-16 0,2 2-1488 0,0 2-288 15,0 1-64-15,1-2-16 0,0 2-688 0,0 2-144 16,-1-1-32-16,1 3 0 0,0 2-320 0,0 3-192 16,-2-2 192-16,1 2-192 0,-2-3 128 0,0 1-128 15,-1-2 0-15,0-3 0 0,0-2 128 0,0 0-128 16,-1-4 0-16,1 0 0 0,-1-2 0 0,-1-3 0 16,0-2 0-16,2-6 0 0,0 0 0 0,0 0-224 0,0 0 32 15,0 0 16 1,-5-2-320-16,1-2-64 0,0-3-16 0,1-1 0 15,-1-6-128-15,3 0-48 0,1-3 0 0,1-4 0 16,2-3-32-16,0-2-16 0,0-1 0 0,3 2 0 0,1 4 416 0,1-1 64 16,-1 3 32-16,-2 2 0 0,0 4 288 0,0 2 176 0,-1 5-32 15,0-1 0-15,0 1 608 0,-1 0 112 0,-3 6 32 16,0 0 0-16,0 0-112 0,6-2-16 0,-6 2 0 0,9-2 0 16,-1 1-416-16,0 0-96 0,0 0 0 15,0-1-16-15,0 2-240 0,-1 2 0 0,1 0 0 0,0 1 0 0,-8-3 0 0,0 0 0 16,0 0 0-16,5 6 0 15,-2 2 192-15,-2 1-64 0,-1 0-128 0,-1 0 192 0,-3 1-32 0,-1-1-16 16,-2-3 0-16,2 2 0 16,-2 1-144-16,2 0 0 0,0-1 0 0,-1-1 0 15,-1-5-1056-15,7-2-144 0,0 0-16 0,0 0-16 16,0 0-2432-16,0 0-496 0,7 0-80 0,2-4-13808 16</inkml:trace>
  <inkml:trace contextRef="#ctx0" brushRef="#br0" timeOffset="56140.28">11501 5386 5519 0,'0'0'496'0,"0"0"-496"0,0 0 0 0,0 0 0 0,0 0 8656 0,0 0 1648 16,-2 8 320-16,-3-1 64 0,-3-2-6608 0,0 1-1328 15,0 1-256-15,0 2-48 0,3 3-1216 0,-3 1-240 16,-1 1-48-16,1-1-16 0,-1 0-432 0,3-1-96 16,0 0-16-16,1-2 0 0,1 0-192 0,2 1-64 15,2-1 0-15,1 1 0 0,0-5-128 0,-1-6-176 16,0 0 48-16,7 7 0 0,1 1-80 0,1-3-16 0,1-4 0 0,1 2 0 15,2-3-144-15,-2-3-16 16,-1 1-16-16,-3 0 0 0,2-3 16 0,1 1 16 16,-4-1 0-16,2-2 0 0,-2 1 128 0,-2-1 32 15,-4 7 0-15,0-7 0 0,0-1 208 0,0 0 0 0,-1 0 0 16,-2 2 0-16,0 0-128 0,-4 1 128 0,2-1 0 16,0-1-144-16,-2 2-624 15,4 0-112-15,0-2-16 0,0 3-16 0,-1-2-992 16,4 6-192-16,0 0-32 0,0 0-11312 0,-4-7-2272 0</inkml:trace>
  <inkml:trace contextRef="#ctx0" brushRef="#br0" timeOffset="56422.42">11637 5347 26719 0,'0'0'2368'0,"0"0"-1888"0,-1 7-480 0,-1-1 0 0,2 2 4256 0,0 0 752 16,0 1 160-16,2 3 16 0,-1 1-2560 0,-1 1-512 15,1 2-96-15,2-2-32 0,0 3-736 0,-1 1-160 16,1-2-16-16,-1 0-16 0,1-3-592 0,1-2-112 15,0 0-32-15,0-5 0 0,-2 2-320 0,2-1 144 16,-4-7-144-16,0 0 0 0,0 0 192 0,0 0-64 16,0 0 0-16,0 0-128 0,0 0 288 0,0 0-48 15,0 0-16-15,0 0 0 0,0 0-224 0,0 0 0 16,3-7 0-16,-1 1 128 0,1-1-128 0,0-1 0 16,-1-2 0-16,2-1 0 0,1 0 0 0,2-4 0 15,1 0 0-15,1-2 0 0,3 0 0 0,-1 1 0 16,1 0 0-16,1 2 0 15,1 0-512-15,3 2-64 0,-1 2 0 0,1 0 0 16,0 1-2000-16,-1 3-416 0</inkml:trace>
  <inkml:trace contextRef="#ctx0" brushRef="#br0" timeOffset="57006.71">9518 6000 20271 0,'0'0'896'0,"-5"3"192"0,-4-3-880 0,1-4-208 0,2 4 0 0,6 0 0 0,0 0 6896 0,0 0 1328 16,0 0 272-16,0 0 48 0,0 0-5712 0,0 0-1136 16,0 0-224-16,0 0-64 0,0 0-816 0,6 5-160 15,3-2-48-15,4 1 0 0,4-3-96 0,4 2-32 16,4-1 0-16,5 0 0 0,5 0-112 0,7 1-16 15,0-1-128-15,5-2 192 0,5 0-192 0,6 0 0 16,6 0 128-16,5 0-64 0,3 0-64 0,5 0 0 0,0 0 0 16,6 0 0-16,7 0 0 0,0 2 0 0,-2-2 0 15,3 0 0-15,1-2 0 0,5 2 0 0,1-2 0 16,-1-1 0-16,-3 1 0 0,3-1 0 0,6-2 0 0,-4-2 0 16,-5 1 0-16,-6-2 0 0,-9 0 0 0,-2-1 0 15,-16 2 0-15,1-2 0 0,4 3 0 0,-4-1 0 16,-8-1 0-16,-4 1 0 0,4 1 0 0,-7 4 0 0,-8-1 0 15,-3 2 0-15,-7-4 0 0,6-1 0 0,-3 3 0 16,-6 1 0-16,-4 1 0 0,-4 1 0 0,-4-1 0 0,0 2 0 16,-3 0 0-16,-2 1 0 0,-9-2 0 15,0 0 0-15,0 0 0 0,0 0 0 0,0 0 0 0,0 0 0 16,0 0 0-16,0 0 0 0,0 0 0 0,0 0 0 16,0 0 0-16,0 0 0 15,0 0-1936-15,-10 7-384 0</inkml:trace>
  <inkml:trace contextRef="#ctx0" brushRef="#br0" timeOffset="57772.73">9260 6987 21183 0,'-4'17'944'0,"3"-10"192"0,1-7-912 0,-3 6-224 0,3-6 0 0,-1 7 0 0,0 1 6048 0,0-1 1168 15,-1 1 224-15,2-8 48 0,0 0-4336 0,0 0-864 16,0 0-176-16,0 0-48 0,0 0-1040 0,0 0-224 15,0 0-32-15,0 0-16 0,0 0-464 0,-4-4-96 16,0-1 0-16,1-1-16 0,-3-2-128 0,2-4-48 16,0-2 0-16,-1-3 0 0,3-3 0 0,-1-2 0 15,0-3 0-15,1-3 0 0,-1-5 0 0,3-2 0 16,2-2 0-16,-2 1 0 0,2 1 0 16,1-1 0-16,1 4 0 0,0 3 0 0,-2 0 0 0,1 7 0 15,1 4 0-15,0 4 0 0,-2 3 0 0,1 3 0 0,-3 8 0 0,0 0 0 16,0 0 0-16,0 0 0 15,6 7 0-15,1 3 0 0,1 2 0 0,1 1 0 16,3 4 0-16,-3 0 0 0,1 0 0 0,2 0 0 16,0-1 0-16,2-3 0 0,2-3 0 0,-2 0 0 15,3 0 0-15,0-3 0 0,-2 0 0 0,0-2 0 16,0-4 0-16,1-1 0 0,1-4-128 0,0 1 128 0,-1-3 0 0,-1 0 0 16,0-2 0-16,-2 0-128 0,0-1 128 0,-3-1 0 15,-1-1 0-15,0-1 0 0,-1-1 0 0,0-1 0 16,0-2 0-16,-3 1 0 0,0-2 0 0,0 3 0 15,-1-3 0-15,2 4 0 0,-2 2 0 0,-2 5 0 16,-2 6 0-16,0 0 0 0,0 0 0 0,0 0 0 0,0 0 0 16,0 0 128-16,4 7-128 0,-1 5 128 0,1 2-128 15,-2 2 0-15,1 1 0 0,-1 1 0 0,1 1 0 16,2-2 0-16,-1 2 0 0,0 3 0 0,1 2 0 16,0-1 0-16,-1 2 0 0,0-2 0 15,0 1-624-15,1-1-112 0,1 2-32 16,-1-3 0-16,-1-1-1712 0,1 0-336 0,-1-1-80 0,1-2-19184 15</inkml:trace>
  <inkml:trace contextRef="#ctx0" brushRef="#br0" timeOffset="58156.81">9869 6767 45791 0,'0'0'2032'0,"0"0"400"0,0 0-1936 0,0 0-496 16,0 0 0-16,1 8 0 0,-1 0 1968 0,0 1 288 15,2 2 64-15,-2 2 16 0,0 2-944 0,0 0-192 16,0 4-48-16,-2-4 0 0,1 2-784 0,1 2-176 16,0-1-16-16,1 0-16 0,-1-2-160 0,2-1 0 15,-1 0 0-15,-1-2 0 0,-1 0 0 0,1-5 0 0,0-8 0 0,0 0 112 16,0 0-112-16,2 6-240 0,-2-6 80 0,0 0 16 16,0 0-112-16,0 0 0 0,0 0-16 0,7-1 0 15,1-3 128-15,0-3 144 0,-1-1-208 0,0 1 80 16,1-5-112-16,0 0-16 0,-1-1 0 0,0-2 0 15,-1 1 256-15,2 3 0 0,-1 2 0 0,-1 1 0 16,-1 1-160-16,1 2 160 0,-6 5-160 0,0 0 160 16,6-4 192-16,-6 4 128 0,0 0 16 0,0 0 16 15,8 5-96-15,0 2 0 0,-3-1-16 0,0 4 0 0,-1 0-96 16,-3 0-16-16,2 2 0 0,1 1 0 0,0 0-128 16,0-1 0-16,0 0 0 0,0 1 0 0,0-4 0 0,-2 1-224 15,-1-2 48-15,1-1 16 16,-2-7-1056-16,2 6-192 0,-2-6-64 0,0 0 0 15,0 0-2704-15,0 0-560 0</inkml:trace>
  <inkml:trace contextRef="#ctx0" brushRef="#br0" timeOffset="58308.66">10113 6732 46303 0,'0'0'2048'0,"-5"1"432"0,-3-1-1984 0,8 0-496 15,-5 0 0-15,5 0 0 0,0 0 1264 0,0 0 144 16,0 0 48-16,0 0 0 0,0 0-912 0,0 9-176 15,1-2-48-15,0 2 0 16,1 0-1648-16,2 3-336 0,1-3-64 0,3 2 0 16,2 5-3136-16,-1-2-640 0</inkml:trace>
  <inkml:trace contextRef="#ctx0" brushRef="#br0" timeOffset="58676.04">10311 6904 21183 0,'0'0'944'0,"0"0"192"0,0 0-912 0,0 0-224 15,0 0 0-15,0 0 0 0,0 0 5712 0,-6-2 1104 0,-2 1 224 0,0-1 32 16,0 4-4256-16,0-1-832 0,-1 2-192 0,1 1-16 16,-2 3-912-16,-1-1-176 0,0 1-48 0,-1 2 0 15,3-3-352-15,1 1-80 0,2-1-16 0,-1 2 0 16,1 1-192-16,0-2 0 0,0-2 0 0,3 1 0 16,3-6 0-16,0 0-160 0,0 0 160 0,1 7-128 0,-1-7-128 15,0 0-32-15,7 5 0 0,1-2 0 16,1 1-208-16,1-4-32 15,2-3-16-15,0-1 0 0,-2-1 240 0,1 0 48 0,-1-2 16 0,1 1 0 16,-2-1 240-16,-1 1 0 0,1 0 0 0,0 3 0 0,-1-1 0 16,-2 1 0-16,-6 3 192 0,0 0-192 15,0 0 560-15,0 0 0 0,7 4 0 0,-2 1 0 0,-5-5 112 0,4 9 32 16,0 2 0-16,-2 2 0 0,-2 1-288 0,2 2-48 16,-1-3-16-16,-1 4 0 0,0 0-224 0,1 2-128 15,-2-3 160-15,1 1-160 0,0 0 0 0,0-4 0 16,0 0 0-16,1 0 0 15,0 0-448-15,1 1-128 0,-1 1-16 0,0-4-16 16,1 0-2000-16,0-5-400 0,2 1-64 0</inkml:trace>
  <inkml:trace contextRef="#ctx0" brushRef="#br0" timeOffset="58925.91">10720 6670 51311 0,'0'0'2272'0,"0"0"480"0,0 0-2208 0,0 0-544 0,0 0 0 0,0 0 0 16,-2 4 1184-16,-2 0 128 0,4-4 32 0,-1 7 0 16,-1 1-464-16,1-2-96 0,2 2-16 0,1 4 0 15,-4-1-592-15,2 4-176 0,2 2 0 0,-2 0 96 0,-3 1-96 0,3 0 0 16,0 2 0-16,0-1 0 16,0 1 0-16,0-2 0 0,-3-1 0 0,2-1 0 0,1-2 0 0,0-1-240 15,0-3 80-15,0 0 16 16,0-4-816-16,0-6-176 0,0 0-16 0,0 0-16 15,0 0-1200-15,0 0-256 0,0 0-32 0,0 0-16 16,0 0-2080-16,0 0-432 0</inkml:trace>
  <inkml:trace contextRef="#ctx0" brushRef="#br0" timeOffset="59072.72">10550 6849 35423 0,'0'0'1568'0,"0"0"320"0,0 0-1504 0,0 0-384 0,0 0 0 0,0 0 0 0,0 0 3008 0,0 0 544 15,0 0 96-15,0 0 32 0,10 0-1760 0,2 0-336 16,0 0-80-16,-2 0-16 0,3 0-944 0,1-1-192 15,2-2-32-15,1 0-16 0,0 0-304 0,1-1-192 16,3-2 16-16,1 1 16 16,-2-1-2480-16,1 1-496 0,-1 1-112 0,-1-4-16 0</inkml:trace>
  <inkml:trace contextRef="#ctx0" brushRef="#br0" timeOffset="59932.59">11086 7018 16575 0,'0'0'1472'0,"0"0"-1168"15,0 0-304-15,0 0 0 0,3 7 7296 0,-3-7 1392 0,0 0 272 0,0 0 64 16,0 0-5440-16,0 0-1104 0,6 5-224 0,-6-5-32 15,0 0-1376-15,0 0-272 0,0 0-48 0,0 0-16 16,0 0-512-16,2-6 0 0,0-5 0 0,-2 2 0 16,-3-4 0-16,0 3 0 0,-1-3 0 0,2-3 0 15,-1-2 128-15,-1-2-128 0,0 1 0 0,0-7 80 16,3-2-80-16,0 0 0 0,1-2 0 0,0 1 0 16,0 1 0-16,1 1 0 0,0 4 0 15,1 3 0-15,0 3 0 0,0 4 0 0,-1 4 0 0,0 2 0 16,1 1 0-16,-2 6 0 0,0 0 0 0,0 0 0 0,0 0 0 0,0 0 0 15,9 6 0-15,-1 4 0 0,-1-1 0 0,2 1 0 16,2 2 0-16,-1 1 0 0,2 1 0 0,0 1 0 16,1-2 0-16,0 1 0 15,1-2 0-15,2-2 0 0,-2-1 0 0,-1-2 0 0,-1-2 0 16,1-1 0-16,-3-2 0 0,2-2 0 0,0-2 0 0,0-3 0 16,-1-2 0-16,0 1 0 0,-2-1 0 0,-1-2 0 15,0 0 0-15,-2-3 0 0,2-1 0 0,0-4 0 16,0 0 0-16,1 0 0 0,-3 2 0 0,2-5 0 15,0-1 0-15,1 2 0 0,-1-1 0 0,0 3 0 16,-1 3 0-16,0 3 0 0,-3 5 0 0,-4 6 0 16,0 0 0-16,0 0 0 0,0 0 0 0,0 0 0 15,1 6 0-15,-1 6 0 0,-1 5 0 0,0 0 0 0,-2 3 0 16,0-2 0-16,-1 1 0 0,3 2 0 16,0 1 0-16,1 2 0 0,0 1 0 0,0 2 0 0,1-1 0 0,0 0 0 15,2-2 0-15,0-1 0 0,-1-1 0 0,1 0 0 16,-1-1 0-16,1-1 0 0,1 1 0 0,0-4 0 15,0 0-992 1,-2-2-192-16,1 2-32 0,1-4-16 0,0 0-3184 16,0-1-624-16</inkml:trace>
  <inkml:trace contextRef="#ctx0" brushRef="#br0" timeOffset="60257.29">11620 6848 18431 0,'0'0'1632'0,"0"0"-1312"0,0 0-320 0,0 0 0 0,0 0 6768 0,0 0 1280 16,0 0 256-16,0 0 48 0,0 0-5040 0,0 0-1008 16,0 0-208-16,9 5-48 0,-1 1-1040 0,0 2-224 15,-2 1-32-15,1 3-16 0,-1-1-496 0,1 2-112 16,-2 0 0-16,2 1 16 0,-1 2-144 0,1-1 0 16,-1 1 0-16,1-3 0 0,-1-1 0 0,1-5 0 15,-2 1 0-15,0 0 0 0,2-1 0 0,-1-1 0 16,-6-6 0-16,0 0 0 0,0 0 0 0,0 0 0 15,0 0 0-15,0 0 0 0,0 0 0 0,0 0 0 16,0 0 0-16,0 0 0 0,4-8 0 0,-1-1 0 16,-2 0 0-16,0-1 0 0,-1-5 0 0,2 1 0 15,-1 0 0-15,0-3 0 0,1 1 0 0,0 2-240 16,1 1 80-16,-1 2 16 16,1 2-976-16,0 3-192 0,-1-1-32 0,-2 7-16 15,0 0-1120-15,0 0-208 0,8-3-64 0,4 3-11456 16,2 0-2304-16</inkml:trace>
  <inkml:trace contextRef="#ctx0" brushRef="#br0" timeOffset="60611.5">11981 6878 21183 0,'0'0'1888'0,"0"0"-1504"0,0 0-384 0,0 0 0 15,0 0 5136-15,0 0 960 0,0 0 192 0,0 0 48 16,0 0-3072-16,0 0-592 0,0 0-128 0,-6 4-32 16,-3 0-1136-16,-1 1-224 0,1 1-64 0,-1 2 0 0,-1 0-640 0,1 1-128 15,1 0-16-15,0 0-16 0,1-1-288 0,1 0 128 16,2 0-128-16,1 0 0 0,0 1 0 0,3-4 0 15,1-5 0-15,0 0 0 16,0 0-512-16,0 0-64 0,0 0-16 0,0 0 0 16,9 3 144-16,0-2 16 0,0-1 16 0,1-3 0 15,-1-2-112-15,0 0-32 0,0 0 0 0,1-2 0 0,-2 1 272 0,0-1 48 16,-1 0 16-16,-1 1 0 0,1-1 224 0,-2 1 0 16,-1-1 0-16,-4 7-144 0,0 0 144 15,0 0 0-15,2-5 0 0,-2 5 0 0,0 0 0 0,0 0 128 16,0 0-128-16,0 0 0 0,0 0 176 0,0 0-48 15,0 0 0-15,0 0 0 0,0 8 0 0,0 1-128 16,2-2 192-16,0 2-64 0,2 0-128 0,1 0 0 16,1 0 0-16,0-1 0 15,-6-8-976-15,7 7-80 0,3-2-16 0,2-3 0 16,1-2-1664-16,1-1-336 0,-1-3-64 0,1 0 0 16,1 0-2240-16,-3 2-432 0</inkml:trace>
  <inkml:trace contextRef="#ctx0" brushRef="#br0" timeOffset="60828.79">12173 6902 4607 0,'0'0'192'15,"-1"-5"64"-15,-2-1-256 0,-1-2 0 0,3 0 0 0,-1 3 0 0,1 0 5232 0,1 5 992 0,0 0 208 16,0 0 32-16,0 0-1792 0,0 0-352 0,0 0-80 0,0 0-16 16,0 0-1120-16,-5 5-224 0,2 1-64 0,1 4 0 15,-1-1-1296-15,-1 2-272 0,3 1-48 0,0 2-16 16,1 2-656-16,0 1-128 0,0 0-16 0,1 1-16 16,0 0-368-16,0 1 128 0,2-1-128 0,-2 0 96 0,2-1-96 0,1 0 0 15,1 0 0 1,-1-1 0-16,0-2 0 0,-1-1 0 0,-1-2 0 15,1-2 0-15,-3-9-176 0,2 7-16 0,-2-7-16 0,0 0 0 16,0 0-528-16,0 0-96 0,0 0-32 0,0 0 0 16,0 0-672-16,0 0-128 0,0 0-16 15,2-6-16-15,-4-2-1872 0,2-2-368 0</inkml:trace>
  <inkml:trace contextRef="#ctx0" brushRef="#br0" timeOffset="61085.91">12128 6801 11055 0,'-7'2'480'0,"7"-2"112"0,-4 6-464 0,4-6-128 15,0 0 0-15,0 0 0 0,0 0 8912 0,0 0 1776 16,0 0 336-16,0 0 80 0,9 4-7968 0,1 1-1584 16,3-1-320-16,0-3-64 0,3 0-736 0,-2 1-160 15,3 0-16-15,0-2-16 0,0 0-240 0,0 3 0 16,-1-1 0-16,-2 1 0 0,0 1 0 0,0 1 0 16,-3 2 0-16,1-1 0 0,-2 1 160 0,0 0-160 15,-7 1 160-15,1 0-160 0,-1-1 320 0,-3 2-48 16,-3 1 0-16,-1 1 0 0,-1-1 16 0,-1 0 0 15,-3 1 0-15,-1 1 0 0,0-3-160 0,0 1-128 16,-1-1 144-16,1 0-144 16,-1-2-240-16,1-1-144 0,-2 0-16 0,3-2-16 15,0 0-1184-15,1-2-256 0,0-2-32 0,8 0-13920 0,0 0-2800 0</inkml:trace>
  <inkml:trace contextRef="#ctx0" brushRef="#br0" timeOffset="61388.27">12513 6832 29487 0,'0'0'2624'0,"0"0"-2112"0,0 0-512 0,0 0 0 0,0 0 5056 0,0 0 912 15,-6 4 176-15,-4 1 48 0,3 2-3632 0,-1 1-736 16,0 1-144-16,0-3-16 0,-1 3-1056 0,1 0-208 16,2 3-32-16,-1-4-16 0,1 1-256 0,0 0-96 15,0 2 0-15,3-4 0 0,1 1 0 0,0 0 0 16,2-8 0-16,0 7 0 0,0-7 0 0,0 0 0 15,6 6 0-15,0-2 0 0,-6-4 0 0,9 3 0 16,2-3 0-16,-3-4 0 0,-8 4-352 0,9-5 32 0,-2-2 16 0,1 1 0 16,-1-1-32-16,-3 0-16 15,-4 7 0-15,4-7 0 16,0 0-416-16,-1 2-64 0,1-3-32 0,0 2 0 16,-2-1-736-16,0 1-160 0,-2-1-32 0,3 1 0 15,1-1-1888-15,1 0-384 0,0 1-80 0,3-1-7264 16,0 0-1456-16</inkml:trace>
  <inkml:trace contextRef="#ctx0" brushRef="#br0" timeOffset="61608.64">12590 6806 6447 0,'0'0'272'0,"0"0"80"16,0 0-352-16,0 0 0 0,0 0 0 0,1 7 0 0,-1-7 9664 0,0 9 1872 0,0-2 368 0,0 1 80 16,-2 0-7984-16,2 0-1600 0,1 1-320 0,-1 3-64 15,-1-2-1136-15,1 1-240 0,1 0-32 0,2 1-16 16,-1 1-464-16,2-2-96 0,-1 0-32 0,1 0 0 16,0-1 0-16,-1-3 0 0,1-1 0 0,-4-6 0 15,0 0 0-15,0 0 0 0,0 0 0 0,7 4 0 16,-7-4 0-16,0 0 0 0,0 0 0 0,0 0 0 15,0 0 0-15,6-6 0 0,0-2 0 0,-1 0 0 0,0 0 0 0,0 0 0 16,2-1 0-16,-1-4 0 0,2 0 0 0,0-1 0 16,1-1 0-16,0 2 0 0,0 2 0 0,-1-1 0 15,1 3 0-15,-1 2 0 0,-1 2 0 0,-7 5 0 16,9-4 0-16,-1-1 0 16,1 1-1184-16,2 1-224 0,5 2-64 0</inkml:trace>
  <inkml:trace contextRef="#ctx0" brushRef="#br0" timeOffset="106600.53">6757 3694 5519 0,'0'0'496'0,"0"0"-496"0,0 0 0 0,0 0 0 0,0 0 1488 0,5-7 208 15,-5 7 32-15,7-6 16 0,-7 6-800 0,0 0-176 16,0 0-16-16,0 0-16 0,0 0 160 0,0 0 48 16,0 0 0-16,0 0 0 0,0 0 912 0,0 0 192 15,0 0 48-15,0 0 0 0,-8-4-112 16,8 4 0-16,0 0-16 0,0 0 0 0,-6-3-256 0,6 3-48 0,-6-3-16 0,6 3 0 15,0 0-176-15,0 0-48 16,0 0 0-16,0 0 0 0,0 0-224 0,0 0-48 16,-7-4-16-16,0 2 0 0,-1 1-304 0,2 2-48 0,-3 2-16 0,-1 2 0 15,0 2-336-15,0-1-80 0,-1 1-16 0,-2-1 0 16,0 3-144-16,-1 3-16 0,-2 1-16 16,-1 0 0-16,-1 0-160 0,2 0 0 0,2-1 144 0,-4 6-144 15,2-3 0-15,4-2 0 0,4-2 0 0,2-3 0 16,6-8 0-16,0 0 0 0,-5 9 0 0,5-9 0 15,0 0 0-15,0 0 0 0,0 0 0 0,0 0-128 16,0 0 128-16,8 11-160 0,-8-11 160 0,13 9-160 0,0-3 160 0,-2 1-128 16,2-3 128-16,2-2-128 0,-1 1 128 0,0-2 0 15,-1 1 0-15,0 0 0 0,0 1 0 0,1-2 0 16,-4 2 0-16,2 1 0 0,-12-4 0 0,13 5 0 16,-13-5 0-16,10 6 0 0,-2 2 0 0,-8-8 0 15,5 11 0-15,-5-11 0 0,1 10 0 0,-1-10 0 16,-3 12 128-16,-4 0-128 0,-3-1 192 0,-1 0-16 15,-1 0-16-15,-1 4 0 0,0-2-32 0,-1-1 0 16,-3-1 0-16,5-4 0 0,1 2-128 0,-2 0 0 16,1 0 0-16,-5 3 0 15,3-4-1472-15,3 0-256 0,6 1-64 0,5-9-12784 16,0 0-2544-16</inkml:trace>
  <inkml:trace contextRef="#ctx0" brushRef="#br0" timeOffset="106940.63">6976 3818 24879 0,'-13'-3'1088'0,"8"3"256"0,-3 0-1088 0,2 0-256 0,0 2 0 0,0 0 0 15,-3 2 3920-15,0 1 736 0,-2 1 144 0,1 1 16 16,-2 2-2704-16,0 1-560 0,-2 0-96 0,1 2-32 16,-1 2-640-16,1-2-128 0,-1 0-16 0,4-1-16 15,1 1-400-15,1 0-80 0,2-4-16 0,-1-2 0 0,4 1-128 0,3-7 0 16,0 7 0-16,0-7 0 0,0 0-240 0,0 0-16 15,10 6-16-15,1-2 0 16,0-3-176-16,0-2-16 0,0-3-16 0,-2 1 0 0,0-1 160 0,2 0 48 16,-1-1 0-16,0-3 0 0,0-2 272 0,-1-1-160 15,0 2 160-15,-1-1-128 0,-2 1 128 0,-1 1 0 16,-1 0 0-16,0 1 0 0,-4 7 0 0,0 0 0 16,0 0 128-16,0 0-128 0,0 0 208 0,0 0-16 15,0 0-16-15,-4 7 0 0,0 1 0 0,2 2 0 16,-1 2 0-16,3 1 0 0,1 0-176 0,2 0 0 15,1 0 0-15,4 4 0 16,2-3-768-16,3-2-48 0,2 0 0 0,2-2 0 16,-3 1-2368-16,2-3-464 0,1-2-112 0</inkml:trace>
  <inkml:trace contextRef="#ctx0" brushRef="#br0" timeOffset="107190.95">7156 3557 11967 0,'0'0'1072'0,"-6"-2"-864"16,-1-1-208-16,1 2 0 0,-1-2 6736 0,7 3 1312 15,0 0 256-15,0 0 48 0,0 0-6208 0,0 0-1248 16,0 0-240-16,-1 9-48 0,-1 0-160 0,2 6-48 16,3 4 0-16,0 1 0 0,-1 3-80 0,1 3-32 0,-1 3 0 0,1 2 0 15,0 1-288-15,-1-1 160 0,1 0-160 0,-1-2 128 16,2-3-128-16,-1-1 0 0,-2-3 144 0,1-1-144 0,0-2 0 0,0-1-288 15,-1-1 48-15,-1 4 16 16,0-6-1504-16,0-5-320 0,0-10-48 0,0 0-16 16,0 9-1456-16,0-9-288 0</inkml:trace>
  <inkml:trace contextRef="#ctx0" brushRef="#br0" timeOffset="107374.53">6971 3818 40767 0,'-14'1'1808'0,"14"-1"368"0,0 0-1728 0,0 0-448 15,0 0 0-15,0 0 0 0,0 0 912 0,0 0 112 16,0 0 0-16,7-4 16 0,1 0-464 0,3 2-112 16,2-2-16-16,1-1 0 0,2-2-240 0,3 1-48 15,3-2-16-15,1 0 0 0,0-1-144 0,2 1 0 16,0 1 0-16,-1 2 0 0,0 0-192 0,-1 2-112 16,-1 2-16-16,7 1-16 15,-4 0-2272-15,1 3-448 0,1-1-80 0</inkml:trace>
  <inkml:trace contextRef="#ctx0" brushRef="#br0" timeOffset="107523.27">7473 3918 27647 0,'-16'12'1216'0,"11"-7"256"0,0 0-1168 0,1 1-304 0,4-6 0 16,0 0 0-16,-1 6 3680 0,1-6 672 0,0 0 144 0,0 0 32 16,0 0-3440-16,0 0-704 0,0 0-128 0,10 9-16 15,-10-9-1168 1,16 3-224-16,-1-2-64 0,-2-2-11312 0,3-4-2256 0</inkml:trace>
  <inkml:trace contextRef="#ctx0" brushRef="#br0" timeOffset="107926.91">7794 3548 11967 0,'0'0'1072'0,"0"0"-864"0,0 0-208 0,0 0 0 0,0 0 5504 0,0 0 1040 15,0 0 224-15,0 0 32 0,0 0-3984 0,0 0-816 16,0 0-144-16,-2 9-48 0,1 2-288 0,1 2-64 16,0 4-16-16,0 2 0 0,0 3-672 0,0 0-144 15,0 3-32-15,0-1 0 0,3 0-288 0,-1 3-64 16,0-1-16-16,0-2 0 0,1-1-224 0,-1-4 176 16,1-2-176-16,1 1 160 0,1-6-160 0,0 0 0 15,1 1 0-15,0-7 0 0,-6-6 0 0,7 6-144 16,-7-6 144-16,7 3-208 0,1-1-112 0,0-2 0 15,-8 0-16-15,8-4 0 0,0-3-16 0,-1 1 0 16,0-6 0-16,1-1 0 0,1-3 80 0,0 1 16 0,0-5 0 16,2 1 0-16,-4 0 16 0,1 1 16 0,0 1 0 15,-1 3 0-15,-2 2 224 0,1 3-176 0,-2 2 176 16,-4 7-160-16,0 0 320 0,0 0 64 0,0 0 16 0,0 0 0 16,0 0 464-16,3 11 80 0,-1 1 32 0,0 1 0 15,-1 1-496-15,2 0-80 0,1 1-32 0,1-1 0 16,1 0-208-16,1-1 0 0,-1-1 0 0,6 4 0 15,-1-6-928-15,-1-3-224 0,0-2-64 0,-2-1-13184 16,4 0-2656-16</inkml:trace>
  <inkml:trace contextRef="#ctx0" brushRef="#br0" timeOffset="108079.77">8133 3543 24879 0,'-13'-9'1088'0,"7"9"256"0,6 0-1088 0,-5-3-256 15,5 3 0-15,0 0 0 0,-2-4 3760 0,2 4 688 16,0 0 144-16,0 0 16 0,0 0-3680 0,0 0-736 16,0 0-192-16,0 0 0 15,0 0-2368-15,13 3-496 0,1 3-96 0</inkml:trace>
  <inkml:trace contextRef="#ctx0" brushRef="#br0" timeOffset="108524.9">8438 3633 7359 0,'0'0'320'0,"-6"-3"80"0,-1-2-400 0,-1 1 0 15,-1 0 0-15,-2 1 0 0,2 2 6592 0,-1 1 1248 0,-5 1 240 0,1 2 48 16,-2 2-4864-16,1 2-960 16,-2 1-208-16,0 5-48 0,0 0-832 0,1 1-160 0,-1 2-32 0,3-5-16 15,2 2-368-15,2 1-64 0,2-3 0 16,1 1-16-16,2-4-432 0,3 1-128 0,2-1 0 0,0-8 0 15,2 10 0-15,3-3-176 0,3-1 0 0,0-2 0 32,-8-4-224-32,11 3-48 0,0-3-16 0,1-3 0 0,-2-1-48 0,3-1-16 0,0-2 0 0,1 1 0 0,0-2 144 0,-1-1 16 15,0-1 16-15,-1-1 0 0,-1-1 80 0,0 1 16 16,-1 0 0-16,-1 1 0 0,1 1 128 0,-4-2 128 16,-1 3-192-16,-1 3 192 0,-4 5 0 0,0 0 0 15,0 0 128-15,0 0-128 0,0 0 720 0,0 0 48 16,0 11 16-16,-1-1 0 0,0 4-144 0,-1 5-48 15,2-2 0-15,0 2 0 0,0 2-224 0,0 3-48 16,2-1-16-16,-1 2 0 0,1 0-176 0,2-1-128 16,0 0 192-16,0 1-192 0,-1 1 128 0,-1 2-128 15,2-2 0-15,-1 2 0 0,0-2 0 0,-1-3 0 16,-1-2 0-16,1 1 0 0,-2-5 0 0,0 0 0 16,0-1 0-16,-2-4 0 0,1 1-160 0,-1-2-96 15,-1-4 0-15,0-1-16 16,3-6-1264-16,-5 6-240 0,0-1-48 0,-3-4-11552 15,-1-1-2320-15</inkml:trace>
  <inkml:trace contextRef="#ctx0" brushRef="#br0" timeOffset="108691.04">8226 4047 7359 0,'-7'-9'656'0,"7"9"-528"0,0 0-128 16,0 0 0-16,0 0 7168 0,0 0 1408 0,0 0 288 0,6-4 48 15,1-1-6480-15,-1 1-1280 0,3 0-272 0,2 0-48 16,0 2-208-16,3-1-48 0,1-1 0 0,3 0 0 15,2 0-416-15,1-1-160 0,1-3 0 0,0 2 144 16,2-1-1248-16,-1 1-256 0,1-1-48 0,2-2-17040 16</inkml:trace>
  <inkml:trace contextRef="#ctx0" brushRef="#br0" timeOffset="108840.29">8662 3861 47855 0,'0'0'2112'0,"-5"4"448"0,5-4-2048 0,0 0-512 0,0 0 0 0,0 0 0 0,0 0 1024 0,0 0 112 16,-3 6 16-16,3-6 0 0,0 0-400 0,0 0-80 16,0 0-16-16,0 0 0 0,0 0-656 0,8 6 0 15,1-1 0-15,0-5 0 16,2 0-3536-16,-1-3-592 0</inkml:trace>
  <inkml:trace contextRef="#ctx0" brushRef="#br0" timeOffset="149151.38">22600 12293 38175 0,'0'0'1696'0,"-5"-4"352"16,0-2-1648-16,-1-2-400 0,1 0 0 0,0 2 0 0,1-2 1536 0,0 3 240 15,-1 1 32-15,0 1 16 0,-1 1-112 0,0 2-32 16,1 1 0-16,-1 3 0 0,3 2-816 0,-1 6-160 16,-2 2-48-16,1 5 0 0,-1 3-288 0,2 3-64 0,0 5-16 0,1 0 0 15,-1 1-96-15,3 1 0 0,0 2-16 0,2-4 0 16,2-1-176-16,1-4 0 0,1-3 144 0,1-1-144 15,2-2 0-15,0-2 0 0,0-2 0 0,1-4 0 16,-1-3-240-16,0-1 48 0,-1-2 0 0,2-4 0 16,2-1-64-16,-1 0-16 0,1-1 0 0,-1-4 0 15,5-3 80-15,-2-3 0 0,-2-2 16 0,0-4 0 0,-1-2 176 0,1-3-160 16,-2-3 160-16,0-2-160 0,0-5 160 0,-1 2 0 16,1-4 0-16,-1 2 0 0,0-2 0 15,-2 3-128-15,1-1 128 0,-1 6 0 0,-1 0 0 0,-1 5 0 16,-1 3 0-16,1 4 0 0,0 3 0 15,-2 4 0-15,0 0 128 0,-2 7-128 0,0 0 368 0,0 0 0 16,0 0 0-16,0 8 0 0,1 4-112 0,-1 3 0 16,-3 5-16-16,1 2 0 0,0 1-112 0,1 3-128 15,-2 2 176-15,1-2-176 0,-1-1 128 16,3-1-128-16,2 1 0 0,-1 0 0 0,0-2 0 0,0 1 0 16,2-3 0-16,1 0 0 15,0-6-688-15,0 0-144 0,-2-1-16 0,2-2-16 16,0-2-1504-16,1-2-320 0,2-3-48 0,-1 0-17520 0</inkml:trace>
  <inkml:trace contextRef="#ctx0" brushRef="#br0" timeOffset="149523.44">22956 12567 44863 0,'0'0'1984'0,"0"0"416"0,0 0-1920 0,0 0-480 16,0 0 0-16,0 0 0 0,0 0 736 0,0 0 48 0,0 0 16 0,0 0 0 15,10 0 0-15,1 0 0 0,-1 0 0 0,2 0 0 16,0 0-608-16,1 0-192 16,0 0 0-16,-2 0 0 0,2 0 128 0,-2 0-128 0,-1 1 0 0,-1 1 0 15,-1 0 0-15,1 1 0 0,-2 1 0 0,-7-4 0 16,0 0 144-16,4 6-16 0,-2 1-128 0,-2-1 192 16,-2 1 64-16,-2 1 0 0,0 1 0 0,-3 1 0 15,0 1 176-15,-2-1 32 0,-2 2 16 0,-1-3 0 0,-1 3-96 0,-1-1 0 16,0 0-16-16,1 1 0 0,0-1-96 0,1 0-16 15,0-1 0-15,3 1 0 0,0-2-80 0,2 0-32 16,1-3 0-16,2 1 0 0,1-1-144 0,3-6 160 16,0 0-160-16,2 7 160 0,-2-7-160 0,5 8 0 15,1-2 0-15,2 1 0 0,1-3 0 0,2 0 0 16,-1-2-128-16,2 1 128 0,1-2-192 0,1 1 16 16,1-1 16-16,0-2 0 15,1-1-592-15,0 1-112 0,-1-2-32 0,1-1 0 16,2-1-944-16,-2 0-192 0,-1-5-32 0,4 0-12352 15,-2 0-2480-15</inkml:trace>
  <inkml:trace contextRef="#ctx0" brushRef="#br0" timeOffset="149769.21">23466 12409 49247 0,'0'0'2176'0,"0"0"448"0,0 0-2096 0,0 0-528 0,0 0 0 16,0 0 0-16,0 0 880 0,0 0 64 0,0 0 16 0,0 0 0 16,0 0-96-16,7-1-16 0,1 0 0 0,3-1 0 15,3 1-656-15,0 0-192 0,1 0 0 0,0-1 0 16,2 1 0-16,0-2 0 0,-1 1 0 0,-2 0 0 16,1 1-144-16,-1 0-48 0,2 1-16 0,-2 0 0 15,-1-4-1264-15,0 3-240 0,-3-1-48 0,1 2-16 16,-3-2-1744-16,-1 2-336 0,1 0-80 0</inkml:trace>
  <inkml:trace contextRef="#ctx0" brushRef="#br0" timeOffset="149940.03">23518 12527 30399 0,'0'0'2704'0,"0"0"-2160"0,0 0-544 0,0 0 0 0,0 0 3712 0,0 0 624 15,0 0 128-15,0 0 16 0,0 0-2304 0,0 0-448 16,0 0-112-16,0 0-16 0,0 0-832 0,8 5-160 15,2-1-32-15,0-2-16 0,2 0-560 0,0-2 0 16,1 2 0-16,3-4 0 16,1 0-640-16,-1 0-176 0,4-1-32 0,0 1-14720 15,2-1-2944-15</inkml:trace>
  <inkml:trace contextRef="#ctx0" brushRef="#br0" timeOffset="150506.26">24260 12319 18431 0,'0'0'1632'0,"0"0"-1312"15,0 0-320-15,0 0 0 0,0 0 6464 0,0 0 1232 16,0 0 240-16,6 4 64 0,3 2-5264 0,-1-3-1056 0,0 3-208 0,1 0-32 15,0 1-480-15,2 1-112 0,-1-1-16 0,2 4 0 16,-2-3-480-16,2 1-96 0,0 1-32 0,-1-1 0 16,2 0-224-16,-1 2 144 0,-1-1-144 0,0 1 128 15,1-1-128-15,0 1 0 0,-2-1 0 0,-1 0 0 16,2 1-592 0,-2-3-160-16,-1 1-16 0,-2-1-16 0,1-1-640 0,-3 0-128 0,-4-7-32 0,4 6 0 15,-4-6-1856 1,0 0-368-16,0 0-80 0</inkml:trace>
  <inkml:trace contextRef="#ctx0" brushRef="#br0" timeOffset="150762.85">24587 12256 45615 0,'0'0'2016'0,"0"0"416"0,-5 0-1936 0,-2 0-496 0,7 0 0 0,-6 2 0 0,0 2 896 0,-1 1 64 16,-3 2 32-16,1 1 0 0,-1 1 320 0,-2 4 64 15,-1 0 16-15,0 1 0 0,-1 2-816 0,-1 2-144 0,-3-2-48 16,0 2 0-16,-2 0 0 0,1 2-16 16,-1-1 0-16,2 1 0 0,0-2-176 0,-1 0-48 0,0-1 0 0,1 0 0 15,1-1-144-15,1-2 0 16,2 1 0-16,1-4 0 16,1 0-624-16,3-1-96 0,0-1-32 0,3-1 0 15,0 0-1040-15,2-2-192 0,4-6-64 0,0 7-12912 0,4-2-2576 16</inkml:trace>
  <inkml:trace contextRef="#ctx0" brushRef="#br0" timeOffset="151154.31">24597 12540 11967 0,'0'0'1072'0,"0"0"-864"0,0 0-208 0,0 0 0 16,0 0 7504-16,9-2 1456 0,-9 2 304 0,9 0 48 15,-1 0-6336-15,0 0-1264 0,-8 0-256 0,11 2-48 16,0 0-128-16,1-2 0 0,0 0-16 0,-1 0 0 15,1 0-784-15,0 0-160 0,0 0-16 0,-1 2-16 0,1-1-112 0,0 0-32 16,-3-1 0-16,0 3 0 0,-1-3-144 0,1 1 0 16,-9-1 0-16,0 0 128 0,0 0-128 0,0 0 160 15,3 7-160-15,-3-1 160 0,-3 1 32 0,-2 2 16 16,-2-3 0-16,0 3 0 0,-3 1-16 0,1 1-16 16,-2 0 0-16,-1 1 0 0,-1-1-32 0,0 1 0 15,0-2 0-15,1 0 0 0,2-1-96 0,0 0-48 16,1 0 0-16,3-1 0 0,1-2 0 0,1 1 0 15,4-7 0-15,0 0 0 0,0 0 0 0,0 0 0 16,1 9 0-16,-1-9 0 0,0 0 0 0,6 4 0 16,4 0 0-16,-1-2 0 0,0 0 0 0,1-1 0 15,2-1 0-15,1-1 0 0,-1-1 0 0,0 0 0 16,-1 0 0-16,1 0 0 0,0-2 0 0,1 0-192 16,1 1 192-16,0-3-208 15,-1 1-448-15,2-1-96 0,-1 1-16 0,2 0 0 16,-1-2-1264-16,2 1-256 0,0-2-48 0,0 0-20128 0</inkml:trace>
  <inkml:trace contextRef="#ctx0" brushRef="#br0" timeOffset="151636.38">25100 12322 35007 0,'0'0'3120'0,"0"0"-2496"0,2-5-496 0,-2-2-128 15,0 7 2624-15,0 0 496 0,0 0 96 0,0 0 32 16,0 0-800-16,0 0-144 0,0 0-48 0,0 0 0 16,0 0-1136-16,0 0-224 0,-3 8-64 0,1 3 0 0,-1 0-400 15,-1 5-96-15,-1 0-16 0,0 2 0 16,-1-3-224-16,2 4-96 0,1 0 0 0,0 1 0 0,0-5 0 0,2 2 0 16,1 0 0-16,1-2 0 0,2-2 0 0,1 0 0 15,1-1 0-15,2-2 0 0,0-2 0 0,3-2 0 16,0-1 0-16,0-1 0 0,2-1 0 0,0-2 0 15,0-2 0-15,-1 0 0 0,0-2 0 0,-2-1-128 16,0-2 128-16,-1-1-160 0,0 1 160 0,0-3 0 16,-1-2 160-16,0-1-32 0,1-2-128 0,-2 0 0 15,1-1 0-15,-2-2 0 0,0 0 0 0,0-1 0 16,1 0 0-16,0 0 0 0,-1 1 0 0,1 1 0 0,-3 0 0 16,0 1 0-16,0 2 0 0,1 4 0 15,-3-2 0-15,0 3 0 0,-1 8 0 0,3-6 0 16,-3 6 0-16,0 0 0 0,0 0 0 0,0 0 0 15,0 0 0-15,0 0 0 0,0 0 0 0,2 6 0 16,0 5 0-16,-1-1 0 0,2 3 0 0,-2 3 0 16,0 0 0-16,0-1 0 0,1 0 0 0,0-1 0 15,2 0 0-15,0 1 0 0,0-2 0 0,1 0 0 16,1-2 0-16,0 1 0 0,-1-3-320 0,2 0-64 16,1-1-16-16,-2-1 0 15,1-2-1072-15,1 0-192 0,-1 0-64 0,2-3 0 16,1-1-2576-16,0 0-528 0</inkml:trace>
  <inkml:trace contextRef="#ctx0" brushRef="#br0" timeOffset="152221.37">25670 12469 41007 0,'0'0'1808'0,"0"0"384"0,0 0-1744 0,0 0-448 0,0 0 0 0,0 0 0 0,0 0 1888 0,0 0 288 15,0 0 64-15,0 0 16 0,0 0-768 0,0 0-144 16,-4-4-48-16,4 4 0 0,-6-1-656 0,-2 1-144 15,-1 1-32-15,-2 3 0 0,0 2-64 0,-2 0-16 16,-2 2 0-16,1 2 0 0,0-2-128 0,1 3-48 16,1 0 0-16,1 0 0 0,1-1-80 0,1 1 0 15,1 0-128-15,3-2 192 0,1 1-192 0,1-3 0 16,3 0 0-16,0-7 0 0,3 6-176 0,2 0 32 16,2-1 0-16,0-3 0 15,-7-2-256-15,11 2-48 0,2-2-16 0,1-2 0 16,-1 0 0-16,2-5 0 0,0 2 0 0,0-1 0 0,-1-1 176 0,-1 1 32 0,-1-2 16 0,-1 0 0 15,0 0 240-15,-3 0 0 16,-2-2 0-16,-2 3-144 0,1-2 144 0,-1 1 0 16,-1 1 128-16,-1 1-128 0,-2 6 192 0,2-6-16 0,-2 6-16 0,0-5 0 15,0 5 96-15,0 0 32 0,0 0 0 16,0 0 0-16,0 0-48 0,0 0-16 0,0 0 0 0,0 0 0 16,0 0-96-16,0 0 0 0,0 0-128 0,0 0 192 15,0 0-192-15,0 0 176 0,0 9-176 16,1 1 160-16,3 1-160 0,0 0 128 0,0 2-128 0,0 2 128 15,1 0-128-15,3 0 0 0,0 2 0 16,1 1 0-16,0 0 0 0,1 0 0 0,-1 2 0 0,1 1 0 16,-1 0 0-16,-2 0 0 0,0-1-144 0,0 1 144 0,-1 1-144 15,-1-3 144-15,-1 0-208 0,-1-1 80 16,-2-1 128-16,-1-1 0 0,-3-2-144 0,0-1 144 16,-3-1 0-16,0-1 0 0,-3-2 0 0,-2-1 0 0,0-1 128 0,-3 0 0 15,1-2 0-15,0-1 0 0,-2-1 64 0,-1-1 0 16,0 0 0-16,1-1 0 0,-2-1-16 0,0 0 0 15,-1-1 0-15,-1-1 0 0,1 1-176 0,1-2 192 16,-1-1-192-16,0 1 192 0,1-1-192 0,1 1 160 16,0-2-160-16,2 1 160 0,1 0-416 0,3 0-64 15,1 1-32-15,1 0 0 16,1 0-1824-16,7 3-384 0,0 0-64 0</inkml:trace>
  <inkml:trace contextRef="#ctx0" brushRef="#br0" timeOffset="159176.57">25202 12974 7359 0,'11'18'656'0,"0"3"-528"0,2-4-128 0,3 2 0 15,4-4 1856-15,-1 0 320 0,1-5 80 0,-2 0-7808 16</inkml:trace>
  <inkml:trace contextRef="#ctx0" brushRef="#br0" timeOffset="162483.87">26356 12329 13823 0,'0'0'1216'0,"0"0"-960"0,-3-6-256 0,3 6 0 16,0 0 6224-16,0 0 1200 0,0 0 256 0,0 0 32 0,0 0-4704 0,0 0-960 15,0 0-176-15,0 0-32 0,0 0-320 0,6 6-64 16,-3 1-16-16,1 4 0 0,-1-1-832 0,-2 1-160 15,1 0-48-15,-2 1 0 0,0 1-112 0,0 3-32 16,-2-3 0-16,2 0 0 0,0 1-256 0,2 3 0 16,-1-1 128-16,0-3-128 15,-1-1-592-15,2-2-176 0,-1 0-48 0,0 1 0 16,0-5-1344-16,-1 1-272 0,0-7-48 0,3 8-11696 16,-2-2-2336-16</inkml:trace>
  <inkml:trace contextRef="#ctx0" brushRef="#br0" timeOffset="162663.94">26159 12528 31327 0,'0'0'2784'0,"-5"1"-2224"16,-2-2-560-16,7 1 0 0,0 0 4096 0,0 0 704 15,0 0 128-15,0 0 48 0,0 0-3072 0,0 0-624 16,9-3-112-16,2 2-16 0,2-2-784 0,1 1-160 16,2-1-16-16,2 2-16 0,3 0-176 0,3-1 0 15,-2 0 0-15,0-1 0 16,1 2-848-16,2-3-48 0,-1 3-16 0,-1-3 0 15,-1 0-1248-15,2 0-240 0,-2 0-48 0,0 1-11040 16,1 1-2192-16</inkml:trace>
  <inkml:trace contextRef="#ctx0" brushRef="#br0" timeOffset="162962.04">27040 12210 6447 0,'0'0'272'0,"0"0"80"0,0 0-352 0,0 0 0 0,-4-5 0 0,1 1 0 0,3 4 9168 0,0 0 1776 16,0 0 336-16,0 0 80 0,0 0-7648 0,0 0-1520 15,0 0-304-15,-7 2-64 0,-1 4-976 0,2 3-192 16,-2 0-32-16,-1 4-16 0,-2 3-224 0,0 3-32 16,-4 3-16-16,1 0 0 0,0 2-112 0,-1 2-32 15,0-3 0-15,0 1 0 0,1-2-192 0,2 0 144 16,2 0-144-16,2-1 128 0,1 0-128 0,5-1 0 15,1-1 0-15,2-1 0 0,4-2-144 16,3 0-64-16,0-1-16 0,2-3 0 16,3 0-1008-16,3-3-208 0,-1-2-32 0,5-2-16 15,1 0-1392-15,1-2-288 0,0-1-48 0,-1-2-16688 0</inkml:trace>
  <inkml:trace contextRef="#ctx0" brushRef="#br0" timeOffset="163184.72">27248 12326 25791 0,'0'0'2304'0,"0"0"-1856"0,0 0-448 0,0 0 0 16,0 0 4624-16,0 0 832 0,0 0 176 0,0 0 16 15,0 0-3184-15,0 0-640 0,0 0-128 0,6 6-32 16,2 4-704-16,-1 1-128 0,-1 1-48 0,-1 1 0 16,-1 1-368-16,-1 2-80 0,-1 2-16 0,0-1 0 15,-2 3 0-15,-2-1 0 0,1 1 0 0,0-1 0 16,1 2-320-16,-1-2 0 0,-1-1 0 0,1-1-128 15,0-3-96-15,-1-1-16 0,1 0 0 0,1-2 0 16,0-2-1360-16,1 0-256 16,-1-9-64-16,0 0-13568 0,7 3-2720 0</inkml:trace>
  <inkml:trace contextRef="#ctx0" brushRef="#br0" timeOffset="163380.62">27529 12476 44175 0,'0'0'1952'0,"0"0"416"0,0 0-1904 0,0 0-464 15,0 0 0-15,0 0 0 0,0 0 1760 0,0 0 256 16,0 0 48-16,0 0 16 0,0 0-672 0,0 0-128 16,13 0-16-16,0 0-16 0,0-1-992 0,0-1-256 15,2 1 0-15,2 0 0 0,1-1 0 0,2 0 0 16,-4 0 0-16,4 1 0 16,1 0-640-16,1 1-192 0,-2-3-16 0,0 2-16 15,1 1-1360-15,-1 0-272 0,-1 0-48 0,0 1-18464 0</inkml:trace>
  <inkml:trace contextRef="#ctx0" brushRef="#br0" timeOffset="163636.37">27966 12331 50271 0,'0'0'1104'0,"0"0"240"0,0 0 32 0,0 0 32 0,0 0-1120 0,0 0-288 0,0 0 0 0,0 0 0 16,4 9 1600-16,1-2 272 0,3 1 48 0,0-1 16 15,0 3-1392-15,1-1-288 0,2 0-48 0,3 0-16 16,-3 0-48-16,2 0-16 0,0 2 0 0,0-2 0 0,2 0-128 0,-1 1 0 16,0-2 0-16,2 1 128 0,1 0-128 0,-1-1 0 15,-3-1 0-15,0-1-176 16,1 1-656-16,0-2-144 0,-1 0-32 0,-2 0 0 16,-1-1-1040-16,-1-1-192 0,1 1-64 0,-10-4-12496 15,9 0-2512-15</inkml:trace>
  <inkml:trace contextRef="#ctx0" brushRef="#br0" timeOffset="163834.82">28352 12291 47679 0,'-13'0'2112'0,"8"1"448"0,5-1-2048 0,-8 3-512 16,0-1 0-16,-1 2 0 0,-2 5 1632 0,-2-2 224 0,-1 3 64 0,-2 3 0 15,-2-2-768-15,1 3-160 0,0 0-32 0,-1 2 0 16,-1 0-640-16,0-1-144 15,1 1-32-15,1 1 0 0,-1 0-144 0,1 0 160 16,3-2-160-16,-2 1 160 0,0-2-288 0,3-1-64 16,4 1-16-16,3-3 0 15,0 0-960-15,2-2-192 0,2-1-48 0,2-8 0 16,8 6-2432-16,2-1-512 0,2-1-80 0</inkml:trace>
  <inkml:trace contextRef="#ctx0" brushRef="#br0" timeOffset="164183.53">28437 12527 33167 0,'0'0'2944'0,"0"0"-2352"0,0 0-464 0,9 0-128 0,-3-3 3984 16,2 2 784-16,-8 1 160 0,9-2 16 0,0 0-2576 0,1 1-528 16,-1-1-112-16,1 1 0 0,1 0-1408 0,0 1-320 15,1 1 0-15,-2 0 0 0,0 1 400 0,-1 0 48 16,0 1 16-16,-3-1 0 15,-6-2-704-15,0 0-144 0,7 6-16 0,-7-6-16 0,1 7 416 0,-2 1 0 16,-2 0 0-16,-2 1 176 0,-3 0 32 0,0 0 16 16,-3 1 0-16,-1-1 0 0,1 0-80 0,0 0-16 15,-2-1 0-15,1 0 0 0,2-1-128 0,0 1 0 16,3 1 0-16,1-2 0 0,2-2 0 0,4-5 0 16,0 0 0-16,0 0 0 0,0 0 0 0,3 8 0 0,2-2 128 15,2 0-80-15,-7-6-48 0,10 5 0 16,2-1 0-16,2-2 0 0,-2 0 0 0,4-1 0 15,3-1 0-15,-1-1 0 16,-1-1-928-16,0-2-128 0,2 2-32 0,1-2 0 16,1-3-2176-16,0 0-432 0</inkml:trace>
  <inkml:trace contextRef="#ctx0" brushRef="#br0" timeOffset="164523.84">28654 12043 49695 0,'0'0'2208'0,"0"0"448"0,7 3-2128 0,1-2-528 0,2 2 0 0,3 0 0 0,3 1 704 0,0 2 48 16,0 0 0-16,4 1 0 0,2 0 80 0,4 3 32 16,2 0 0-16,0 3 0 0,1 0-496 0,0 3-112 15,1-2 0-15,-2 3-16 0,1 3-96 0,-7-2-16 16,0 1 0-16,-1 4 0 0,-1 0 0 0,-1 2-128 15,2 0 192-15,0 2-64 0,-4-2-128 0,-3 1 0 16,-2 0 0-16,-3 0 0 0,-2 0 0 0,-5 1 0 16,-2-2 0-16,-2 1 128 0,-2-1 32 0,-3 0 0 15,-2 0 0-15,-1-2 0 0,-1 0 48 0,0 1 16 16,0-5 0-16,-1 1 0 0,-1-2-224 0,2 1 128 16,-2-5-128-16,-3 3 0 0,-2-4 0 0,1-3 128 15,2-1-128-15,1-2 64 16,0-3-608-16,3 0-96 0,3-3-32 0,3-1-16400 15,-3-3-3280-15</inkml:trace>
  <inkml:trace contextRef="#ctx0" brushRef="#br0" timeOffset="167272.54">29439 12420 3679 0,'0'0'320'0,"-2"-7"-320"0,-5-2 0 0,3 1 0 16,3 2 8560-16,-2-1 1632 0,1 1 336 0,2 6 64 15,0 0-7088-15,0 0-1424 0,0 0-288 0,0 0-48 16,0 0-208-16,0 0-64 0,0 0 0 0,1 9 0 16,2 3-864-16,-1 3-176 0,1 1-48 0,-1 2 0 0,2 4-128 0,0 2-16 15,0-3-16-15,1 1 0 0,2 0-224 0,1-1 144 16,2-6-144-16,-1 1 128 0,0-2-128 0,3 0 0 15,1-5 0-15,0-2 0 0,0-1-272 0,0-4 16 16,3-2 0-16,-2-1 0 31,1-2-256-31,-1-2-32 0,2-1-16 0,-2-2 0 0,-1-1 144 0,-1-2 32 0,-2-2 0 0,-1 0 0 0,-1-1 64 16,1-2 32-16,0-2 0 0,-1 0 0 0,-1-2 288 0,-1 1-160 16,-1 0 160-16,-1 0-128 0,-1 2 128 0,0 0 0 15,-2 3 0-15,-1 2 0 0,0 3 208 0,-1 1 80 16,1 8 16-16,0 0 0 0,0 0 400 0,0 0 96 15,0 0 16-15,0 0 0 0,0 0-384 0,0 0-80 16,-6 10-16-16,4-1 0 0,0 3-208 0,1 4-128 16,1-3 128-16,1 2-128 0,2 1 0 0,1 0 0 15,0 1 0-15,1 0 0 0,0 0 0 0,3 1 0 16,0-4 0-16,1 2 0 0,0-2-272 0,-1 2-32 0,-2-6 0 0,2 2 0 31,0-2-912-31,0 1-192 0,0-5-48 0,0 1 0 16,-2-3-1616-16,2-2-336 0,1 0-64 0</inkml:trace>
  <inkml:trace contextRef="#ctx0" brushRef="#br0" timeOffset="167654.19">30258 12579 22111 0,'0'0'1968'0,"-1"-7"-1584"0,1 1-384 0,0-2 0 0,-2-1 4800 0,1 0 864 16,-2 0 176-16,0-1 48 15,-1 1-3264-15,0 3-640 0,-1-3-128 0,5 9-16 0,-8-7-1072 0,0 2-224 16,-3 0-32-16,1 2-16 0,0 2-176 0,-1 0-16 16,-1 2-16-16,2 1 0 0,0 2-32 0,0 2-16 15,1-1 0-15,1 1 0 0,2 1-16 0,-1 1 0 16,2-1 0-16,1 1 0 0,3 1-224 0,0 2 176 15,1-1-176-15,0 3 160 0,0 0-160 0,1 2 0 16,2 0 0-16,1-2 0 0,-1 2 0 0,1 0 0 16,0-2 0-16,1 4 0 0,-2-1 0 0,1 1 0 15,0 0 0-15,0 0 0 0,1 0 0 0,-2 1 0 16,-1-2 0-16,1-1 0 0,1 0 0 0,-2-1 0 0,2-1 0 0,-2-1 0 16,-1-3 0-16,2 0-304 15,-3-1 48-15,0 0 16 16,0-2-960-16,0-6-192 0,1 9-32 0,-1-9-16 15,0 0-752-15,0 0-160 0,0 7-16 0,0-7-10624 0,0 0-2128 0</inkml:trace>
  <inkml:trace contextRef="#ctx0" brushRef="#br0" timeOffset="167849.93">29931 12807 17503 0,'0'0'1552'0,"0"0"-1232"0,0 0-320 0,0 0 0 0,0 0 6944 0,0 0 1328 16,9-1 272-16,1-1 48 0,2-3-6080 0,5 1-1216 15,1 0-240-15,3 0-48 0,1-1-448 0,2 0-96 16,2 0-16-16,0 2 0 0,-3-1-320 0,0 0-128 16,-1 2 0-16,-1-1 0 15,-1 1-464-15,1-1-192 0,-1 0-48 0,-1 1 0 16,-2 0-2608-16,0-1-528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5:46:37.76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1133 1096 6447 0,'0'0'272'0,"0"0"80"0,-5 6-352 0,5-6 0 15,-8 4 0-15</inkml:trace>
  <inkml:trace contextRef="#ctx0" brushRef="#br0" timeOffset="534.15">1156 798 6447 0,'-1'-7'576'16,"0"-1"-576"-16,-1 1 0 0,2-3 0 0,0 1 5648 0,0 1 1024 16,-1 0 208-16,1 2 32 0,0 6-2752 0,0 0-544 15,0 0-112-15,0 0-32 0,0 0-1232 0,0 0-256 16,0 0-64-16,0 0 0 0,-2 6-832 0,-1 6-160 15,2 1-32-15,-2 6-16 0,-1 6-400 0,-1 6-80 16,1 9-16-16,0 4 0 0,-1 4-176 0,1 4-32 16,1 3-16-16,1-3 0 0,0-4-160 0,1-2 0 15,1-4 144-15,0-3-144 0,1-1 0 0,1-3 0 16,-1-2 0-16,2-4 128 0,1-2-128 0,0-3-240 16,-2-1 64-16,1-7 16 15,1-1-992-15,-2-3-208 0,2-3-48 0,0-3 0 16,-4-6-1808-16,0 0-368 0,10-1-80 0</inkml:trace>
  <inkml:trace contextRef="#ctx0" brushRef="#br0" timeOffset="1786.77">1684 1333 11967 0,'0'0'528'0,"-4"-4"112"0,-1-1-512 0,3 1-128 0,-1-3 0 16,2 1 0-16,-3-2 6160 0,3 0 1200 0,-1 0 256 0,2-1 32 16,0-1-4992-16,0-1-992 0,-1-3-208 0,1 1-48 15,-1 0-832-15,-1 1-192 0,1 1-16 0,-2 1-16 0,1 4 32 0,-3 1 16 16,-2 3 0-16,-2 5 0 0,-1 2 144 0,-4 7 32 16,0 2 0-16,-2 5 0 0,-2 1-240 0,0 4-32 15,0 2-16-15,1-3 0 0,0 4 0 0,3-4 0 16,0 2 0-16,5-3 0 0,2-1-288 0,1-3 0 15,4-1 0-15,2-3 0 0,2-1 0 0,5-2-176 16,2-3 0-16,1-4 0 16,3-3-400-16,2-2-96 0,2-5-16 0,2-2 0 15,2-2 32-15,0-6 0 0,-3 1 0 0,-1-2 0 16,1-3 144-16,-1-1 48 0,-2-2 0 0,-1-1 0 0,-2 2 288 0,1-2 176 16,-3-3-192-16,-1-3 192 0,-1 0 0 0,-1 2 0 15,-2 0 192-15,-1 0-48 0,-4-1 240 0,0 4 32 0,0 2 16 16,-1 5 0-16,-5 2 144 0,2 3 48 15,1 4 0-15,-1 2 0 0,-2 2 128 0,1 2 16 16,5 3 16-16,-5 6 0 0,0 1-352 0,1 5-80 0,0 3-16 0,0 3 0 16,1 4-208-16,2 1-128 15,1 5 128-15,0 0-128 0,3 2 0 0,1-3 144 16,0-1-144-16,-1-2 0 0,5-1 0 0,1-3 0 0,1 0 0 0,-1-6 0 16,-2-1 0-16,3-1 0 0,-1-2 0 0,1-2 0 15,1-1-160-15,-1-2-32 0,2-2-16 0,1-3 0 16,0-4-96-16,1-3-16 0,2-1 0 0,-1-1 0 15,0-1-16-15,-1-2-16 0,-1-2 0 0,0-2 0 16,0-3 32-16,0-4 16 0,3 0 0 0,-4-1 0 16,-3-2 128-16,-1 3 32 0,-2-1 0 0,1 5 0 0,-3 3 144 0,-2 3 0 15,-2 3 0-15,0 2 0 0,0 8 320 0,0 0 32 16,0 0 16-16,-8-1 0 0,1 1 112 16,-1 5 32-16,0 1 0 0,1 5 0 0,1 2-336 0,-1 3-176 15,2 2 192-15,1 4-192 0,0 0 0 0,0 2 0 16,0-2 0-16,3 0 0 0,2-1 0 15,2 0 0-15,0-1 0 0,1 1 0 0,2-1 0 0,2-2-176 16,0-1 176-16,2-3-208 16,3-1-192-16,2-2-48 0,1-2 0 0,1-2 0 15,0-5-32-15,2-2-16 0,-1-2 0 0,3-4 0 0,-2 0 96 0,0-2 16 16,-2-2 0-16,-2-2 0 0,3-1 112 0,1-2 16 16,-2 1 16-16,-2-2 0 0,-3 0 240 0,0-3 0 0,-3 0 0 15,0 0-144-15,-1 2 144 0,-2 1 256 16,-2-1-64-16,-1 1-16 0,-2 3 320 0,-2 0 64 15,-2 2 16-15,-1 5 0 0,-4 1 128 0,2 3 48 16,-1 0 0-16,0 4 0 0,-5 1-272 0,0 5-48 0,0 2-16 0,1 3 0 16,-1 3-256-16,2 0-160 15,0 2 192-15,1 0-192 0,1 0 128 0,2-1-128 16,-1-1 0-16,4 0 0 0,1-1 0 0,4 1 0 16,-1 0 0-16,1-3 0 0,2-3 0 0,2-1-224 0,0-1 64 15,2-2 16 1,-8-6-240-16,8 6-32 0,1-2-16 0,1-3 0 0,1-2 48 0,-1-2 0 0,1-1 0 0,-2-1 0 15,-1-2 96-15,-2 0 32 0,2-3 0 16,0 1 0-16,-2-1 256 0,1-2-128 0,-1 0 128 16,-1-1 0-16,1 0 0 0,-2-1 0 0,-1 0 0 0,1-1 0 15,-1 2 0-15,0 3 0 0,-2 2 0 0,0-1 0 16,-1 1 0-16,0 8 0 0,0 0 144 0,0 0-144 0,0 0 320 0,0 0 0 16,-4 5-16-16,-1 3 0 0,1 1-64 0,0 3-16 15,0 1 0-15,0 1 0 0,2 2-64 0,1 0-16 16,-1-2 0-16,4 2 0 0,1-1-144 0,3 0 0 15,0-2 0-15,2-2 0 0,2 0 0 0,1-3 0 16,1-2 0-16,1-2-176 16,0-1-192-16,2-3-32 0,0-2-16 0,0-2 0 15,2-2-48-15,1-3-16 0,-1-2 0 0,0 0 0 16,2-4 32-16,-4 0 16 0,1-4 0 0,-2 0 0 0,2-1 256 0,-3-2 176 16,-1-4-208-16,-2-3 80 0,-1-2 128 0,2 0 128 15,-4-2-128-15,0 1 176 0,-2-1 144 0,0 0 48 16,-1 5 0-16,-2 2 0 0,-4 1 176 0,1 4 32 15,-2 3 16-15,0 5 0 0,-1 2 64 0,0 3 16 0,1 2 0 0,3 6 0 16,0 0-192-16,-6 5-32 16,-1 4-16-16,1 4 0 0,0 4-288 0,1 5-144 15,0 6 160-15,0 2-160 0,1 0 128 0,0 4-128 0,0 0 0 0,3-1 144 16,2 0-144-16,2-2 0 16,2-2 0-16,3-2 0 0,-1-1 0 0,5-2-176 0,4-4 48 15,-2-1 0 1,2-2-1536-16,1-3-288 0,4-2-64 0,2-4-12464 0,2-2-2496 0</inkml:trace>
  <inkml:trace contextRef="#ctx0" brushRef="#br0" timeOffset="3019.85">3420 1148 24879 0,'0'0'1088'0,"0"0"256"0,-4-8-1088 0,0 2-256 0,0-1 0 0,0 0 0 0,-1 0 5664 0,0-1 1072 15,1 0 224-15,-3 1 32 16,-2 5-4688-16,0-2-960 0,0 1-176 0,-2 5-32 0,-2-1-624 0,0 3-112 15,-1 4-16-15,0 3-16 0,-3 4-192 0,1 2-48 16,-2 4 0-16,1 1 0 0,0 1-128 0,1 1 0 16,2 0 0-16,2-3 128 0,2 1-128 0,1-1 0 15,2 2 0-15,2-7 0 0,2 0 0 0,3-2 0 16,2-1-176-16,0 1 176 16,3-7-448-16,2 1-16 0,2-1 0 0,0-3 0 15,2-3-112-15,0-1-32 0,4-3 0 0,-2-2 0 16,0-3 16-16,0 0 0 0,0 1 0 0,0-3 0 0,-1-1 208 0,-2-4 64 15,-1 0 0-15,2-1 0 0,-1 0 320 0,-1 1-176 16,-1 0 176-16,-3-3-128 0,2 1 128 0,-2 0 0 0,0-1 0 0,-1 2 0 16,0 2 336-16,-1 2 0 0,-3 2 0 0,1 1 0 15,0 0 176-15,-1 2 48 0,-2 2 0 0,2 5 0 16,0 0 0-16,0 0 0 0,0 0 0 0,0 0 0 16,0 0-272-16,-4 6-48 0,1 4-16 0,0 1 0 15,-1 2-224-15,2 3 0 16,2 1 0-16,0 0 0 0,0 2 0 0,2 2 0 0,4 1 0 15,-2 2 0-15,-3 1 0 0,3 2 0 0,1 3 0 0,0 4 0 16,0 4 0-16,1 1 0 0,-1 1 0 0,-1 2 0 16,-2 1-128-16,0 0 128 0,-4-5 0 0,1 0 0 15,-3-3-288-15,-1-1 48 0,-2-2 16 0,0 0 0 16,-2-5 224-16,-2-1 0 0,-1 0 0 0,-1-1-144 16,-1-4 144-16,0-3 0 0,-2-1 128 0,-1-1-128 0,0-6 128 15,-2 1-128-15,0-2 160 0,-2-4-160 0,1-3 0 0,-1 0-160 16,2-5 0-16,1-2 0 15,0-3-1072-15,4-1-224 0,2-3-32 0,4-2-16 16,3-3-160-16,4-3-16 0,2 0-16 0,5-5 0 16,5-3-320-16,2-2-64 0,4-1-16 0,4-5 0 15,2-5 544-15,3 2 96 0,-1-3 32 0,2 5 0 16,-1-3 144-16,3 3 48 0,0 0 0 0,1 2 0 0,1 1 1088 0,-2 3 144 16,1 1 176-16,-2 1-48 0,-3 3 960 0,1 1 192 15,-1 3 48-15,-3 1 0 0,-2 2 576 0,-2 0 112 16,-1 2 32-16,-4 4 0 0,-4 0 0 0,-1 2 0 15,-2 0 0-15,0 3 0 0,-2 2-432 0,-4 6-80 16,2-8 0-16,-2 8-16 0,0 0-512 0,0 0-112 0,0 0 0 0,-5-3-16 16,-3 3-368-16,-1 3-80 0,-3 2-16 0,1 4 0 15,-4 1-224-15,2 3-64 16,0 1 0-16,0 2 0 0,0-1-128 0,0 3 0 0,1-2 0 0,3 1-176 16,1-3 176-16,0 1 0 15,3-2 0-15,3 0 0 0,-1-3 0 0,3 2-160 0,-1-5 160 0,1-7-160 16,0 0-96-16,8 6-32 0,1-3 0 0,0-2 0 15,1-1-64-15,1-3-16 0,0-1 0 0,2 1 0 16,0-4 112-16,2-3 32 0,2-2 0 0,-3-1 0 16,-1 0 96-16,-1-2 128 0,0 1-208 0,1-2 80 15,-2-1 128-15,0-1 0 0,-2 1 0 0,-1 3-128 16,0 4 128-16,-4 0 0 16,-2 3 0-16,-1 0 0 0,-1 7 128 0,0 0 64 0,0 0 16 0,0 0 0 15,0 0 240-15,0 0 32 0,0 0 16 0,-5 10 0 0,0 1-288 0,0 2-48 16,0 3-16-16,-2 1 0 0,1-1-16 0,0 1 0 15,4 3 0-15,0-3 0 0,2 0-128 0,3 0 0 16,1-2 0-16,4 0 0 0,0-1 0 0,1 0 0 16,1-4 0-16,2-3 0 0,2 0-256 0,1-2 80 15,-1-2 16-15,3-3 0 0,0-4-160 0,2-3-48 16,2 0 0-16,-1-5 0 0,-5 0 48 0,4-1 0 16,-1 0 0-16,0-3 0 0,0-2 80 0,-2-1 32 15,0-1 0-15,-2-3 0 0,-1-1 208 0,0-1 0 16,-2 1 0-16,-2-1 0 0,-3 1 0 0,-1 3 0 15,-2 3 0-15,-2 3 160 0,-1 1 128 0,-1 4 32 16,0 1 0-16,-2 2 0 0,0 2 208 0,3 5 48 0,0 0 16 0,0 0 0 16,-5-1-256-16,5 1-48 15,0 0-16-15,0 0 0 0,-5 0-128 0,5 0-16 0,0 0-128 0,0 0 192 16,0 0-192-16,0 0 0 16,-1 6 0-16,1-6 0 0,0 10 0 0,1-1-128 0,2-2 128 0,1 4 0 15,-1-3-128-15,3 2 128 16,-1 1 0-16,0-1 0 0,2 0 0 0,0 2-128 0,1 0 128 0,0 1 0 15,1-1 0-15,-1 1 0 0,0-2 0 0,-2 2 0 16,1 1 0-16,-1-1-128 0,2-2 128 0,-3 1 0 16,-2-2 0-16,-2 0-160 0,1-3 160 0,0 1-128 15,-2-8 128-15,0 8 0 0,0-8 0 0,-2 8 0 16,2-8 0-16,-6 6 0 0,0 0 0 0,-1-2 0 16,7-4 0-16,-7 2-256 0,-1-1 32 0,0 1 16 15,-1-2-2608-15,0-2-528 0</inkml:trace>
  <inkml:trace contextRef="#ctx0" brushRef="#br0" timeOffset="4120.57">1383 1993 38463 0,'-19'0'1712'0,"8"-3"336"0,0-1-1632 0,0 0-416 15,2 0 0-15,2 2 0 0,1-1 1024 0,6 3 112 16,0 0 16-16,-7-5 16 0,7 5 656 0,0 0 128 16,0 0 32-16,0 0 0 0,0 0-848 0,0 0-176 15,6-9-16-15,1 2-16 0,4 2-448 0,2 1-96 16,0 2 0-16,5 0-16 0,3 0-112 0,4-1 0 15,2 0-16-15,3 2 0 0,-1 1-80 0,5 1-16 16,4 1 0-16,7-1 0 0,6-1-144 0,-12 0 192 16,8-1-192-16,7 1 192 0,6 2-192 0,2 0 128 0,5-1-128 15,3 0 128-15,6-1-128 0,7 2 0 0,6 0 0 0,2 1 0 16,0 1 0-16,6 0 0 0,4-1 0 0,55 3 0 16,-18-4 0-16,-11 1 0 15,-10 0 0-15,-5-1 0 0,-5 2-208 0,-7 1 16 0,-5 2 16 0,-8-2 0 16,-4 0-48-16,-6 2-16 0,-4-3 0 15,-6 3 0-15,-4 3 64 0,-7-1 16 0,-8-3 0 0,-17 1 0 16,-1-1-16-16,-3 2 0 0,-3-3 0 16,4 2 0-1,-9-2-272-15,-6 0-48 0,-13-5-16 0,0 0 0 16,0 0-352-16,0 0-80 0,0 0-16 0,0 0 0 16,0 0-2768-16,0 0-560 0</inkml:trace>
  <inkml:trace contextRef="#ctx0" brushRef="#br0" timeOffset="9128.79">2567 3030 33119 0,'0'0'1472'0,"0"0"288"0,0 0-1408 0,0 0-352 16,0 0 0-16,0 0 0 0,0 0 1552 0,0 0 240 15,0 0 64-15,0 0 0 0,0 0 64 0,0 0 32 16,0 0 0-16,0 0 0 0,0 0-976 0,0 0-192 16,0 0-32-16,0 0-16 0,0 0-224 0,3 12-32 15,-2 2-16-15,0 0 0 0,-1 2-80 0,0 0-32 0,0 2 0 0,-1 2 0 16,0-1-96-16,-1 1 0 15,2-2-16-15,0 1 0 0,0-1-240 0,3 0 176 0,-3-5-176 0,3 1 160 16,-1-1-160-16,2-1 0 0,0-1 0 0,1-1 0 16,2-3 0-16,1-1 0 15,-1-2-192-15,4-1 192 16,-1-2-992-16,2-1-80 0,1-1-16 0,3-3 0 16,-1-2-1088-16,1 0-208 0,-2-3-48 0,2-2-10704 0,1 1-2144 15</inkml:trace>
  <inkml:trace contextRef="#ctx0" brushRef="#br0" timeOffset="9427.66">2859 3161 4607 0,'0'0'400'0,"-5"5"-400"0,-2-4 0 0,1 5 0 16,-2-5 8400-16,1 1 1600 0,7-2 320 0,0 0 64 0,-5 3-7024 0,5-3-1408 15,0 0-288-15,0 0-48 0,0 0-400 0,0 0-96 16,0 0-16-16,4 8 0 16,1-2-752-16,2 0-160 0,-7-6-16 0,8 5-16 0,1 0-160 0,0-1 0 15,1 0 0-15,2 1 0 0,0-1 0 0,0 0 0 16,1 0 128-16,0 0-128 0,-2 0 0 0,1 0 0 15,0-1 0-15,0 1 0 0,-1 2 0 0,0-4 0 16,-2 1 0-16,0 1 0 0,0 0 0 0,0 0 0 16,0-2 0-16,-2 2 0 0,-1-1 0 0,-6-3 0 15,7 4-128-15,-7-4 128 0,0 0 0 0,4 6 0 16,-3-1 0-16,-2 2 0 0,-3-1 0 0,-1 3 0 16,-3 2 0-16,-1 1 128 0,-4-1 0 0,-2 2 0 0,-2 0 0 15,-1 0 0-15,-1 3 64 0,-1-3 0 16,-1 0 0-16,3 0 0 0,1 0-192 0,3 2 0 0,1-2-160 0,4-2-15696 15,1 1-3136-15</inkml:trace>
  <inkml:trace contextRef="#ctx0" brushRef="#br0" timeOffset="10828.34">4044 3407 17855 0,'0'0'784'0,"0"0"176"0,7-2-768 0,0-5-192 0,3 2 0 0,-3 0 0 16,0-2 1136-16,-1 1 192 0,1-1 32 0,-1 1 16 0,1-2 688 0,-2 4 144 15,-2-3 32-15,-2 2 0 0,0-1 144 16,-1-1 48-16,0 1 0 0,0 6 0 0,-3-10-528 0,-3 4-112 15,2-1 0-15,-1 2-16 0,-1 3-512 0,-2-2-112 16,-3 2 0-16,-2 2-16 0,0 2-432 0,-1 2-96 16,-2 2-16-16,-1 2 0 0,-1 5-240 0,0 3-48 15,0-1-16-15,1 3 0 0,1 1-96 0,0-1 0 16,2 2-16-16,2-1 0 0,3 2-176 0,1-3 160 16,3-1-160-16,3-3 160 0,0 2-160 0,5-2 0 0,1 0 0 15,4-4 0-15,2-1-304 0,3-2 64 0,1-3 16 16,3-2 0-16,0-2-80 0,3-2-16 15,-1-1 0-15,2-2 0 0,1-2 64 0,-1 1 0 16,-1-5 0-16,-1 1 0 0,1 1 80 0,0-4 32 0,-4-3 0 0,0 2 0 16,-3-5 144-16,-1 1 0 15,-3-4 0-15,1-1-128 0,0-4 128 0,-3-1 0 0,1-5 0 0,0 1 0 16,-3-2 0-16,-1 1 0 16,0-1 0-16,-1 3 0 0,-2 4 0 0,0-2 128 0,-2 4-128 15,-2 5 0-15,1 2 128 0,-1 4-128 0,-1 3 160 16,0 0-160-16,-1 2 368 0,1 2-32 0,0 2 0 0,4 5 0 15,0 0-80-15,0 0 0 0,0 0-16 0,0 0 0 16,-5 8-240-16,1 2 0 0,2 4 0 0,-1 3 0 16,2 6 0-16,-1 1 0 0,1 4 0 0,1 3 0 15,0 0 0-15,0 2 0 0,1 0 0 0,2-1 0 0,1-1 0 16,-2-2 0-16,2-4 0 0,2 0 0 16,1-5 0-16,1 0 0 0,0-2 0 0,1-2 0 0,2-3 0 15,0-3 0-15,1-2 0 0,0 0 0 0,0-1-192 0,-1-2 0 16,1-3 16-16,0 0 0 0,-2-4-32 0,-1 0-16 15,2-3 0-15,-2 1 0 0,0-3 64 0,0-2 16 16,0 0 0-16,0-2 0 0,-1 0 144 0,0-2-160 16,0 0 160-16,-3-6-160 0,-1 0 160 0,-1 1 0 15,-2-5 0-15,1 3-128 0,2-4 128 0,-1 3 0 16,-2 2 0-16,1 2 0 0,-2 1 0 0,0 3 0 16,-2 1 0-16,1 3 0 0,0 3 240 0,1 6-32 15,0 0 0-15,0 0 0 0,0 0 112 0,0 0 0 16,0 0 16-16,-2 7 0 0,0 3-336 0,0 4 144 15,1 3-144-15,0 5 0 0,0-1 0 0,1 2 0 0,2 1 0 16,-1-2 0-16,1-1 0 0,-1-2 0 16,3 0 0-16,1-2 0 0,2 0 0 0,-1-3 0 15,2-1 0-15,0-1 0 0,1-2 0 0,0-3-192 16,2-1 48-16,-1-3 16 0,2-1-128 0,-1 1-32 16,1-2 0-16,0-2 0 0,-2-2 32 0,1-2 16 0,-1-1 0 0,1-1 0 15,0-2 48-15,-1 0 16 0,-1 0 0 0,0-3 0 16,-1-2 176-16,-2-3-128 0,-1 1 128 0,2-3-128 15,-3 2 128-15,1-3 0 0,-1 4 0 0,-1-1 0 16,-2 3 0-16,1 1 0 0,-2 0 0 0,0 3 128 16,0 0 64-16,0 4 0 0,0 6 16 0,0 0 0 15,-2-5 128-15,2 5 32 0,0 0 0 0,0 0 0 16,0 0-112-16,0 0 0 0,0 0-16 0,0 0 0 16,-1 8-240-16,1 5 0 0,2 1 0 0,-1 3 0 0,1 1 0 15,0 2 0-15,1-1 0 0,0 2 0 16,-1-4 0-16,2 3 0 0,0-5 0 0,0 1 0 0,0-2 0 0,1-1-320 15,3 2 64-15,0-6 0 16,1 1-1680-16,1-3-336 0,2-1-64 0,2-1-11600 16,1-2-2320-16</inkml:trace>
  <inkml:trace contextRef="#ctx0" brushRef="#br0" timeOffset="11117.77">5146 3218 14735 0,'0'0'1312'0,"0"0"-1056"16,0 0-256-16,0 0 0 0,0 0 6608 0,0 0 1264 0,0 0 256 0,0 0 64 16,0 0-5392-16,0 0-1072 0,9 4-224 0,-1-4-32 15,1 3-544-15,1-2-96 16,1-1-32-16,0 0 0 0,0 0-368 0,2 0-80 0,-1-1-16 0,-1 1 0 15,0-2-176-15,-1 2-32 0,1-1-128 0,0 1 192 16,0-3-192-16,-1 3 0 0,-1 0 128 0,1 0-128 16,0 0 0-16,-1 0-288 0,0-1 64 0,0 1 16 15,-1-1-1392-15,1 1-288 0,-2 0-48 0,-1 0-16 16,-6 0-2240-16,7 1-448 0</inkml:trace>
  <inkml:trace contextRef="#ctx0" brushRef="#br0" timeOffset="11295.38">5126 3392 24879 0,'0'0'2208'0,"-5"6"-1760"0,0 1-448 0,5-7 0 0,0 0 4368 0,0 0 800 15,0 0 144-15,1 6 48 0,-1-6-3536 0,0 0-704 16,8 7-144-16,1-3-16 0,1-2-192 0,2 1-16 16,1-2-16-16,2 0 0 0,0 1-384 0,2-4-80 15,0 1-16-15,0-2 0 0,1 1-256 0,2-2 128 16,1-1-128-16,-2 0 0 15,2 1-1664-15,1-3-448 0,0 1-96 0</inkml:trace>
  <inkml:trace contextRef="#ctx0" brushRef="#br0" timeOffset="12413.51">6352 3278 27519 0,'0'0'1216'16,"0"0"256"-16,1-6-1168 0,0-1-304 0,1 1 0 0,-1-4 0 0,-1 3 1600 0,-1-2 272 15,-1-1 48-15,1 3 16 0,-2 0 160 0,-1 1 16 16,-1-2 16-16,-1 2 0 0,-2 1-496 0,0 1-96 15,0 0-32-15,0 2 0 0,-2 1-480 0,1-2-112 16,-2 3-16-16,0 3 0 0,-2-2-320 0,-2 4-80 16,1 0-16-16,-2 4 0 0,-1 2-128 0,-1 2-32 15,3 1 0-15,-1 3 0 0,2 1-16 0,1 2-16 16,1 0 0-16,1-1 0 0,1-2-160 0,2 0-128 16,2-1 144-16,3-1-144 0,2 1 0 0,3-2 0 15,2-1 0-15,1-1 0 0,2-2 0 0,-1 0 0 16,5-1 0-16,1-1 0 0,1-2-224 0,1 1 64 15,0-1 16-15,1-1 0 0,0-1 16 0,2-1 0 16,0-1 0-16,0 0 0 0,-1-2-48 0,-1 0 0 16,1-2 0-16,0 1 0 0,-2-2 16 0,2 1 0 15,-3-1 0-15,0-1 0 0,-1-1-48 0,-2 0-16 16,-1-2 0-16,2 2 0 0,-4 0 80 0,-1 1 16 0,-6 4 0 16,0 0 0-16,3-5 128 0,-3 5 0 15,4-5 0-15,-4 5 0 0,0 0 0 0,0 0 192 16,0 0-64-16,0 0 0 0,2-7 48 0,-2 7 16 0,0 0 0 0,0 0 0 15,0 0-64-15,0 0-128 0,0 0 192 0,0 0-64 16,0 0 64-16,0 0 0 16,0 0 0-16,5 5 0 0,-1 3 16 0,0 3 16 0,0-2 0 0,2 5 0 15,-1-1-80-15,1 0-16 0,0 0 0 0,1 0 0 16,-1-1-128-16,1-2 0 0,-1 0 144 0,1-1-144 16,-1-2 0-16,2 0 144 0,-1-1-144 0,0-2 0 0,1-1 128 15,0-2-128-15,-8-1 0 0,8-1 0 0,0-2 176 16,-2-1-176-16,-1-1 160 0,-1-1-160 0,2-2 176 0,-1 0-176 15,0-1 192-15,0-1-192 0,-2-1 192 0,1 1-192 16,0 1 192-16,-2-2-192 0,1-1 144 0,-1 1-144 16,1-1 0-16,-2 2 144 0,1 0-144 0,-1 1 0 15,0 0 0-15,-1 3 128 0,0-1-128 0,0 7 0 16,0 0 0-16,0-8 0 0,0 8 0 0,0-6 0 16,0 6-224-16,2-7 80 15,-2 7-784-15,0 0-160 0,3-6-16 0,3-1-16 16,-1 1-2016-16,0-1-384 0,4 1-96 0</inkml:trace>
  <inkml:trace contextRef="#ctx0" brushRef="#br0" timeOffset="13013.3">7189 3321 20271 0,'0'0'896'0,"0"0"192"0,0 0-880 0,-2-6-208 0,0-2 0 0,0 0 0 15,0 1 4688-15,-1 1 896 0,1-2 176 0,-1 0 48 16,0 0-3184-16,0 2-640 0,-3-1-128 0,1 1-32 0,0 1-784 0,-4 1-144 16,-2 1-48-16,0 3 0 0,0-1-336 0,-2 2-80 15,-3 2-16-15,1 2 0 0,-1 3-80 0,-2 4-16 16,-3-1 0-16,0 2 0 0,0 2 0 0,1 0-16 15,-1 1 0-15,1 1 0 0,2 1-96 0,1 0-16 16,1-1 0-16,2 2 0 0,2-6-192 0,3 0 0 16,3 0 0-16,2 0 0 0,4-1-128 0,2-1 128 15,3 0-192-15,2-2 192 0,2-1-384 0,3-2 48 16,1 1 0-16,3-5 0 0,0 1-32 0,4-1 0 16,1-2 0-16,-2-2 0 0,1-3-16 0,0-2 0 15,-2 1 0-15,0-2 0 0,0-1 32 0,1 0 0 16,-3-2 0-16,0-1 0 0,0-2 96 0,-3-2 0 15,0 1 16-15,-1-1 0 0,-2-5 240 0,-2 0 0 16,0-2 0-16,-1-2-144 0,0-1 144 0,0-1 0 16,-2-1 0-16,-3 1 0 0,1 0 176 0,0-1-48 15,-2 3 0-15,-1 2 0 0,-1-1 32 0,-2 4 0 16,-1 0 0-16,1 3 0 0,0 1 128 0,-1 2 32 16,0 5 0-16,0 2 0 0,0-2 32 0,1 5 16 15,3 4 0-15,0 0 0 0,0 0-176 0,0 0-16 16,0 0-16-16,0 0 0 0,-2 7-160 0,0 3 128 0,1 5-128 0,1 3 128 15,0 3-128-15,0 2 0 0,0 3 0 0,0 2 128 16,0-1-128-16,1 2 0 0,2 1 0 0,0 0 0 16,-1-2 0-16,1 0 0 0,1-2-160 0,1-3 160 31,0 0-528-31,2-4-16 0,-1-2 0 0,1-3 0 0,1-1-1008 16,1-2-208-16,-2-3-32 0,3-3-16 15,0-2-1824-15,3-1-352 0</inkml:trace>
  <inkml:trace contextRef="#ctx0" brushRef="#br0" timeOffset="13284.87">7610 2983 42047 0,'0'0'1856'0,"0"0"384"0,-5 0-1792 0,5 0-448 16,0 0 0-16,-7 0 0 0,7 0 1696 0,0 0 240 16,0 0 48-16,-3 10 16 0,0-3-608 0,-1 4-128 15,0 1-32-15,1 1 0 0,2 2-736 0,0 2-160 16,1 1-16-16,0 1-16 0,-2 3-176 0,1 1-128 15,0 2 144-15,1 3-144 0,1-4 128 0,0 1-128 16,1 0 0-16,-1-3 144 0,0-2-144 0,0-1 0 16,1-3 0-16,-1-1 0 0,0-2 0 0,1-1-272 15,0-1 64-15,0-5 16 16,-2-6-320-16,0 0-64 0,0 0-16 0,0 0 0 16,0 0-1056-16,0 0-208 0,0 0-32 0,0 0-16 15,0 0-528-15,0 0-96 0,0 0-32 0,1-6-9408 16,-2-5-1872-16</inkml:trace>
  <inkml:trace contextRef="#ctx0" brushRef="#br0" timeOffset="13513.5">7399 2995 10127 0,'-12'-10'448'0,"8"8"96"0,4 2-544 0,0 0 0 0,-3-3 0 0,3 3 0 16,0 0 6624-16,0 0 1216 0,4-3 240 0,-4 3 48 0,0 0-5040 0,8-4-1008 15,-1 1-208-15,2 1-32 0,1 1-544 0,3-2-96 16,2 0-32-16,-1 1 0 0,2-1-400 0,0 2-96 15,1-2-16-15,2 1 0 0,-1-1-192 0,1-1-32 16,1 1-16-16,2 1 0 0,0 1-192 0,1-1-32 16,-3 1-16-16,1 1 0 0,3-5-176 0,-1 3 0 15,1 2 0-15,-1-2 128 0,-1 1-128 0,-1-1 0 16,1 1-192-16,-1 0 192 16,0 1-1712-16,-1 0-208 0,-3 0-64 0,-1 2-12960 15,0 3-2592-15</inkml:trace>
  <inkml:trace contextRef="#ctx0" brushRef="#br0" timeOffset="14548.84">3822 5058 10127 0,'0'0'448'0,"0"0"96"0,0 0-544 0,0 0 0 0,0 0 0 0,0 0 0 16,0 0 4576-16,0 0 800 0,0 0 176 0,0 0 16 16,0 0-3008-16,4-7-624 0,2-2-112 0,-2 1-32 0,-1 0-320 0,3 1-80 15,-1 0-16-15,-3 1 0 0,1-5-448 0,-2 1-96 16,-1-2 0-16,0 2-16 0,-1-1-80 0,0 2-16 15,-1 0 0-15,0 1 0 0,-5-1-112 0,2 1-32 16,-3 2 0-16,0 3 0 0,-1 0-144 0,-2 3-48 16,-2 3 0-16,-2 3 0 0,-2 4-144 0,-2 1-48 15,-5 5 0-15,2 2 0 0,0 4-64 0,0 3 0 16,0 1-128-16,2 2 192 0,1-4-48 0,3 2-16 16,3 1 0-16,2-1 0 0,4-3-128 0,4-1 0 15,4-2 0-15,3-2 0 0,3-2 0 0,3-2 0 16,3-1 0-16,2-4 0 0,0-5-160 0,3-3 160 15,2-2-208-15,1-3 80 0,0-2-96 0,1-1-16 16,0-6 0-16,1 0 0 0,-3-3-48 0,0-1-16 0,-3-1 0 16,-1-1 0-16,1-1 80 0,-1-2 16 15,-4-2 0-15,0 1 0 0,-2 0 64 0,-1-1 16 16,-1-2 0-16,-3-3 0 0,2-2 128 0,-2-2 0 16,-1 1 0-16,0 1-128 0,-3 1 128 0,0 1 0 15,-1 2 0-15,-1 0 0 0,0 4 0 0,-1 0 0 16,1 3 128-16,0 2-128 0,-2 2 272 0,1 3-16 0,-1 1 0 15,0 4 0-15,-1-1 32 0,1 3 0 16,3 6 0-16,0 0 0 0,-3-5-80 0,3 5-16 0,0 0 0 0,0 0 0 16,0 0-192-16,0 0 128 0,-1 11-128 0,1 5 0 15,1 4 0-15,0 2 0 0,-2 4 0 0,1 2 0 16,1 4 0-16,1 0 0 0,-1 1 0 0,1 0 0 16,0-1 0-16,0 2 0 0,0-5 0 0,0-2 0 15,2-3 0-15,1-2 0 0,1-1-128 0,0-2 128 16,1-2-1296-16,-1-1-160 0,2-3-16 0,0-4-16 15,0-3-1792-15,1 0-368 0,0-6-64 0</inkml:trace>
  <inkml:trace contextRef="#ctx0" brushRef="#br0" timeOffset="15000.06">4158 4642 29487 0,'0'0'2624'0,"0"0"-2112"15,0 0-512-15,0 0 0 0,0 0 2688 0,2 9 448 16,-1 0 64-16,2 3 32 0,1 1-1200 0,-1 2-240 16,-1 4-64-16,1 2 0 0,-1 3-560 0,1 4-112 15,0 3-32-15,-2 0 0 0,0 1-384 0,1-1-96 16,-2 0-16-16,1-2 0 0,0-3-176 0,-1 0-32 16,3 0-16-16,-2-2 0 0,-1-5-176 0,0-1-128 15,1-2 144-15,1-2-144 0,-1-1 128 0,0-1-128 16,2-4 0-16,-3-8 0 0,0 0 0 0,0 0 0 15,0 0 0-15,0 0 0 0,0 0 0 0,0 0 0 0,0 0-144 0,5-4 144 16,-1-4-192-16,0-2 192 0,0-3-208 0,1-2 80 16,3 1 128-16,2-3-208 0,-1-2 80 0,2-2 128 15,-1-1-224-15,2-2 80 0,-2-1 16 0,2 1 0 16,0 0 128-16,1 2-208 0,0 1 80 0,-1 1 128 16,-1 5-176-16,1 2 176 0,1 2-128 0,-1 4 128 15,-3 1 0-15,0 5-160 0,0 1 160 0,-1 1 0 0,-3 6 0 0,1 2 0 16,-3 4 192-16,0 3-48 15,-2 5 96-15,1-2 16 0,-2 2 0 0,1 0 0 0,0 1-96 0,1 1-16 16,-2 1 0-16,0-2 0 16,1 0-144-16,-1-1 0 0,-1-3 0 0,2 1 0 0,2 0 0 0,-1-3 0 15,-1-2-192-15,2-2 192 16,1-3-1488-16,1-2-176 0,-5-7-48 0,9 3 0 16,2-3-1936-16,2-1-384 0,2-4-64 0</inkml:trace>
  <inkml:trace contextRef="#ctx0" brushRef="#br0" timeOffset="15232.03">4865 4854 17503 0,'0'0'1552'0,"0"0"-1232"0,0 0-320 0,0 0 0 16,0 0 5440-16,0 0 1040 0,0 0 208 0,0 0 32 16,0 0-4176-16,0 0-848 15,0 0-160-15,8 7-48 0,-8-7-192 0,12 5-32 16,-2-1-16-16,2-1 0 0,-1-2-864 0,0 0-192 0,4-1-16 0,-2 0-16 15,0 0-160-15,-1 0 0 0,-2 0 0 0,-1 0 128 16,3 0-128-16,0-1-272 0,-3 1 64 0,1 1 16 31,1 0-1520-31,-4 1-288 0,2-1-64 0,-9-1-16 16,10 3-1648-16,0 5-336 0</inkml:trace>
  <inkml:trace contextRef="#ctx0" brushRef="#br0" timeOffset="15415.93">4882 5062 15663 0,'0'0'688'0,"-6"4"144"0,-1-1-656 0,2 0-176 0,5-3 0 0,0 0 0 0,0 0 7312 0,0 0 1440 15,0 0 272-15,0 0 64 0,0 0-6528 0,11 4-1296 16,-1-3-272-16,4 1-48 0,2-4-592 0,2 1-112 16,2-2-32-16,2-1 0 0,0-1-208 0,3-1 144 15,0-1-144-15,2 1 128 16,-1-1-1040-16,-1 1-224 0,2-1-32 0,2 1-21104 0</inkml:trace>
  <inkml:trace contextRef="#ctx0" brushRef="#br0" timeOffset="16132.29">6180 4841 13823 0,'0'0'1216'16,"0"0"-960"-16,0 0-256 0,1-6 0 0,-1-2 4736 0,1-1 896 16,-1-2 176-16,0 1 32 0,-2 1-2912 0,-4-2-592 15,1 4-112-15,-1-1-32 0,0 0-848 0,1 0-160 16,0 0-32-16,0 2-16 0,0-1-288 0,-1 2-48 16,0 0-16-16,-2 1 0 0,-4 0-144 0,1 4-48 15,-1 0 0-15,0 3 0 0,-4 1-272 0,1 3-48 16,-3 4-16-16,-1 2 0 0,-3 2 0 0,0 2-16 15,-1 4 0-15,2 4 0 0,0 0 32 0,3 3 16 16,2 1 0-16,0 0 0 0,3 0-160 0,3-2-128 16,5-1 144-16,2-1-144 0,4-2 0 0,3-1 0 15,4-2 0-15,2-2-160 0,3-1-96 0,4-1 0 16,3-2-16-16,2-5 0 16,0-2-208-16,2-2-32 0,-1-4-16 0,1-1 0 15,-2-1-256-15,1-2-48 0,1-1-16 0,-2-1 0 16,-1-1-16-16,-2-2 0 0,0-1 0 0,-1 0 0 0,-1-2 416 0,-3 2 64 15,-2-3 32-15,0 1 0 0,-2-1 352 0,-2 0 0 16,-2 0 0-16,0 2 0 0,-2 2 0 0,-2 2 192 16,-2 6-32-16,0 0 0 0,0 0 608 0,0 0 128 15,0 0 32-15,0 0 0 0,0 0 48 0,0 0 16 0,-5 6 0 16,1 5 0-16,0-1-464 0,2 4-80 16,-1 3-32-16,0 3 0 0,-1 1-144 0,0 2-16 0,2 2-16 0,-1 0 0 15,1 0-48-15,0 1-16 0,1 0 0 0,0-2 0 16,1 0-176-16,0-2 128 0,-2-1-128 0,1 0 128 15,1 0-128-15,1-2 0 0,-2-4 0 0,1-2 0 16,-1-4 0-16,1 0 128 0,0-1-128 0,0-8 0 16,0 0 0-16,0 0 0 0,-1 6-224 0,1-6 80 15,0 0-304-15,0 0-48 0,0 0-16 0,0 0 0 16,0 0-1216-16,-3-8-256 0,0-3-64 0,2-4 0 16,1-4-2096-16,4-1-416 0</inkml:trace>
  <inkml:trace contextRef="#ctx0" brushRef="#br0" timeOffset="16398.99">6167 5085 36159 0,'0'0'1600'0,"0"0"336"0,0 0-1552 0,0 0-384 0,0 0 0 0,0 0 0 0,0 0 1632 0,0 0 240 15,0 0 48-15,0 0 16 0,9 0-752 0,1 0-160 16,1 0-16-16,-1 0-16 0,2 0-352 0,-1 1-64 16,3 2 0-16,-3 0-16 0,0-2-288 0,-1 0-48 15,1 1-16-15,-1 0 0 0,2 2-48 0,-2 0-16 16,1 0 0-16,-2 0 0 0,0 0-144 0,-3 1 0 15,1 0 0-15,-1 2 128 0,1-3-128 0,1 2 0 16,-3 1 0-16,-1-1 128 0,-2 1-128 0,0-1 0 16,-2-6 0-16,-4 8 0 0,0 1-176 0,-1 0 48 15,-2 2 0-15,1-5 0 0,-3 2-64 0,-2 0-16 16,-1 0 0-16,-1-1 0 16,0 0-176-16,0-1-16 0,0 1-16 0,0-2 0 15,1 0-1504-15,2-2-320 0,1 0-48 0,4-2-16 16,5-1-1920-16,0 0-400 0</inkml:trace>
  <inkml:trace contextRef="#ctx0" brushRef="#br0" timeOffset="16967.03">6966 4946 33455 0,'0'0'1472'0,"-4"-4"320"0,-4 1-1424 0,2-2-368 16,-1 1 0-16,-2 1 0 0,-2 2 2048 0,-2-3 320 15,-2 2 80-15,-1 0 16 0,0 1-640 0,1 2-128 16,-2 2-32-16,0-1 0 0,-3 4-752 0,0 0-144 16,0 2-48-16,0 2 0 0,-2 2-192 0,4 1-32 15,1 0-16-15,0 2 0 0,0-2-160 0,1-2-16 16,2 2-16-16,2 2 0 0,2-1-288 0,2 0 0 15,3 1 0-15,2-2 0 0,2-3 0 0,2 1-256 16,5-1 64-16,1-1 0 16,4-1-288-16,1-1-48 0,1-4-16 0,2 0 0 15,1-4-160-15,3-2-48 0,1-1 0 0,1-1 0 16,1 0-448-16,0-2-80 0,-1 2-32 0,0-4 0 16,0-3-80-16,-2-1-16 0,-2 0 0 0,-1 0 0 15,-3-4 640-15,0 0 128 0,-3-4 32 0,1 0 0 0,-2 1 432 0,0 0 176 0,-2-2-128 0,-3-2 128 16,-2 0 160-16,1-1 112 0,-2 0 32 0,2 3 0 15,-3 1 480-15,-2 2 112 0,0-1 0 0,-1 3 16 16,1-1-64-16,-1 5-16 0,0 1 0 0,1-1 0 16,-2 3 64-16,1 2 0 0,1 3 0 0,2 5 0 15,0 0-384-15,0 0-64 0,-3-7 0 0,3 7-16 16,0 0-128-16,0 0-32 0,0 0 0 0,-1 8 0 0,1 1-80 0,0 4 0 16,0 3-16-16,0 2 0 0,0 1 112 0,0 4 32 15,0 1 0-15,1 5 0 16,-4-2-320-16,3 3 0 0,0 0 0 0,2 0 0 0,-2-1 128 0,1-2-128 15,0 0 0-15,2-4 0 0,-1-2 0 0,2-3 0 16,0-1-160-16,2-3 160 16,0-2-1328-16,1-3-144 0,-1-2-16 0,4-2-16 15,2-2-1504-15,1-3-288 0,2-3-64 0</inkml:trace>
  <inkml:trace contextRef="#ctx0" brushRef="#br0" timeOffset="17249.55">7284 4622 32255 0,'0'0'1424'0,"0"0"304"0,0 0-1392 0,0 0-336 16,0 0 0-16,0 0 0 0,0 0 3920 0,0 0 720 15,0 0 144-15,0 0 16 0,0 0-2688 0,-5 7-560 16,-1 1-96-16,3 2-32 0,-1 2-784 0,1 2-176 0,0 3-16 0,-1 1-16 16,2 4-208-16,-2-1-32 0,0 3-16 0,1 1 0 15,2-1-176-15,1 2 0 0,0 2 144 0,0-1-144 16,1 1 0-16,-1-5 0 0,0 3 0 0,2-2 0 15,-2-4 0-15,0 0 0 0,0-2 0 16,1-1 0-16,-1-2-192 0,-1-2-16 0,-1 0 0 0,1-6 0 16,0 0-640-16,1-7-128 15,0 0-32-15,0 0 0 0,0 0-832 0,0 0-160 0,0 0-48 0,0 0 0 16,0 0-1760-16,0 0-352 0,13-27-80 0,-4 3-16 0</inkml:trace>
  <inkml:trace contextRef="#ctx0" brushRef="#br0" timeOffset="17502.59">6996 4654 14735 0,'0'0'1312'0,"0"0"-1056"16,0 0-256-16,0 0 0 0,0 0 6560 0,0 0 1248 16,0 0 256-16,0 0 64 0,10-4-5344 0,3 1-1056 15,3 0-224-15,3 1-32 0,4-1-304 0,1 1-48 16,2 0-16-16,4 1 0 0,2-4-448 0,2 1-80 15,-1 0-32-15,0-1 0 0,0 1-224 0,-2 0-64 16,-1 1 0-16,-1-1 0 0,-2-1-128 0,0 1-128 0,1-1 144 0,-2 2-144 16,-3 0 0-16,-2 0 0 15,0-2 0-15,-1 2-160 16,-3 2-1376-16,1 0-288 0,-1-3-48 0,-3 2-13616 16,-3 5-2736-16</inkml:trace>
  <inkml:trace contextRef="#ctx0" brushRef="#br0" timeOffset="23113.73">14750 946 11967 0,'0'-17'1072'0,"0"6"-864"0,-2-2-208 0,2 0 0 15,-2-5 5248-15,5 2 1024 0,-2 2 192 0,1 4 32 16,-1-3-3952-16,-1 1-800 0,1 0-144 0,0 2-48 16,-2-1 0-16,1 0 0 0,-1 3 0 0,0 4 0 0,1 4-160 15,0 0-48-15,-7-3 0 0,1 6 0 0,-2-2-384 0,-3 7-64 16,0 2-32-16,-6 7 0 0,0 7-416 0,-4 4-96 16,-3 10-16-16,0 5 0 0,-1 3-112 0,3 3-32 15,-1 2 0-15,4-1 0 0,2-3-48 0,5-4-16 16,4-7 0-16,3 0 0 0,3-3-128 0,3-1 0 15,5-5 0-15,4-2 0 0,1-3 0 0,5-4 0 16,1-2 0-16,2-2 0 0,1-2-336 0,1-4 0 16,1-3 0-16,0-4 0 15,-1-1-1136-15,1-4-208 0,2-2-48 0,-1-3-16 16,-1 0-1776-16,2 0-368 0,0-5-64 0</inkml:trace>
  <inkml:trace contextRef="#ctx0" brushRef="#br0" timeOffset="23413.94">14630 1293 20271 0,'-15'11'1792'0,"9"-5"-1424"0,1 0-368 0,0-1 0 0,1 0 5376 0,4-5 992 15,0 0 208-15,0 0 32 0,0 0-4832 0,0 0-976 0,0 0-192 0,11 0-32 16,-1 0 80-16,6-2 32 0,2-2 0 0,0-4 0 16,0 0-160-16,1-2-16 0,1-3-16 0,3-3 0 15,-1-1-128-15,1 0-32 0,-1-1 0 0,1-2 0 16,-1 1-192-16,-3 1-144 0,0 2 192 0,-2 3-192 15,-2 3 160-15,-2 3-160 0,-2 4 128 0,-4 2-128 16,0 2 224-16,-1 3-32 0,-2 4-16 0,-1 4 0 16,0 5 160-16,-2 5 48 0,-1 3 0 0,1 1 0 0,-3 0-64 0,-1 0-16 15,0 1 0-15,1-1 0 0,-1 1-304 0,1-1 160 16,-1 1-160-16,2-2 128 0,-1 0-128 0,1-2 0 16,0-2 0-16,1-3 0 15,0-1-672-15,1-3-160 0,2-2-48 0,-1-1 0 16,2-6-1744-16,3 0-368 0,1-2-64 0,-2 1-17136 15</inkml:trace>
  <inkml:trace contextRef="#ctx0" brushRef="#br0" timeOffset="23730.51">15156 1419 46239 0,'0'0'2048'0,"0"0"432"0,-3 7-1984 0,3-7-496 15,0 0 0-15,0 0 0 0,0 0 768 0,0 0 64 16,0 0 16-16,7 3 0 0,-7-3 128 0,7 0 32 0,-7 0 0 0,12-3 0 15,1-3-560-15,0 0-128 0,-2-2 0 0,0-2-16 16,0-2-128-16,-1-1-32 16,-1-2 0-16,2 0 0 0,-1 0-144 0,-1 0 128 0,-1-2-128 0,0-1 128 15,-1-3-128-15,-2 0 0 0,0 0 0 0,-1 3 0 16,-1 3 0-16,-3 2 128 0,-2 2-128 0,0 3 0 16,-4 4 144-16,1 0-144 0,-1 4 160 0,-2 5-160 15,-1 4 176-15,0 6-176 0,-2 3 192 0,1 5-192 16,-2 2 128-16,-1 1-128 0,-1 0 0 0,2 2 0 15,4 0 0-15,2 1 0 0,2-2 0 0,1 1 0 16,3-2 0-16,4-3 0 0,4-2-192 0,1-2 192 16,0-6-1440-16,3-3-192 0,2-4-32 15,3-2-16-15,1-4-1616 16,2-4-320-16,2-2-64 0,1-3-14512 0</inkml:trace>
  <inkml:trace contextRef="#ctx0" brushRef="#br0" timeOffset="24297.92">15535 1213 3679 0,'-13'-13'160'0,"8"8"32"0,0 1-192 0,-1 1 0 15,3 1 0-15,3 2 0 0,0 0 8128 0,0 0 1600 16,0 0 304-16,0 0 64 0,0 0-6304 0,0 0-1248 16,-2 7-256-16,4 4-48 0,0-2-1088 0,2 3-192 15,0 1-64-15,-1 2 0 0,-1 4-224 0,1 0-48 16,-1 1-16-16,1-1 0 0,0 1-208 0,-1-1-32 16,-2 0-16-16,1-1 0 0,1-1-96 0,-1 0-32 15,0-1 0-15,2-3 0 0,0-2-224 0,-2-2 176 0,-1-9-176 0,0 0 160 16,4 7-160-16,-4-7 0 0,0 0 0 0,0 0 0 15,0 0 0-15,6-4 0 16,1-1 0-16,-2-3 0 0,0-2 0 0,2-2 0 0,-1-3 0 0,1 0-176 16,-1-2 176-16,2-1-192 0,0-2 192 0,1-1-192 15,-1-1 64-15,1-1 0 0,0-2 0 0,0 1 0 16,0 4 128-16,1 1-192 16,-3 5 192-16,1 0-192 0,-3 2 192 0,1 3-128 0,-2 2 128 0,-4 7-128 15,0 0 128-15,0 0 0 0,0 0 0 0,0 0-128 16,5 9 128-16,-1 3 0 0,1 1 0 0,0 3 0 15,-1 1 0-15,-1 1 128 0,-2-1-128 0,2 0 0 16,2 1 0-16,0 0 0 0,2-1 0 0,-1-1 128 16,1-3-128-16,0 0 0 0,1-5 0 0,4 2 0 15,1-1-144-15,0 1 144 0,0-4-160 0,0-2 160 16,1-1-256-16,1-2 32 0,-1-2 16 0,0-2 0 0,1-1 0 0,-1-1 0 16,-1-2 0-16,0-1 0 0,0-1-16 0,0-1 0 15,-1-3 0-15,1-1 0 0,-3 1 16 0,0-3 0 16,-1 0 0-16,-3-1 0 0,-1-1 64 0,1-2 16 15,-4 0 0-15,0 0 0 0,-2 2 128 0,-3 3 0 16,0 0 0-16,-1 3 0 0,-1 3 0 0,0 4 0 16,-1 3 0-16,-1 2 128 0,-1 2 32 0,0 4 16 15,-1 6 0-15,0 5 0 0,0 0 0 0,0 4 0 16,-2 2 0-16,4 2 0 0,0-4-48 0,3 1-128 16,3-1 192-16,2 0-64 0,2 0-128 0,2-1 0 15,3 0 0-15,2-6 0 16,5-1-1712-16,0-2-208 0,3-3-64 0,3-2 0 15,3-2-1776-15,-1-3-352 0,2-2-80 0</inkml:trace>
  <inkml:trace contextRef="#ctx0" brushRef="#br0" timeOffset="24682.05">16360 1255 10127 0,'3'-11'896'0,"0"-2"-704"16,-1-1-192-16,1-2 0 0,-2-1 4480 0,-1 3 848 0,-1 2 176 0,-3 3 48 16,-3 4-2000-16,0 2-400 0,-3 6-80 0,-1 0 0 15,-2 4-640-15,-3 6-112 0,-1 0-16 0,0 6-16 16,-1 3-1024-16,1 0-208 0,-1 1-32 0,1 1-16 15,0-2-384-15,2 0-80 0,2-1-16 0,3 0 0 16,3-1-528-16,5-2 0 0,1-3 0 0,2 0 0 31,1-2-288-31,5-1-160 0,1-2-48 0,1-3 0 0,1-1-1104 16,3-3-240-16,-1-1-32 0,1 0-16 0,-1-4-144 0,2-2-16 0,1 0-16 0,-1 1 0 16,0-4 768-16,-1-2 144 0,-4-2 48 0,2 1 0 15,-2 1 272-15,0-2 64 0,-2 1 16 0,0-3 0 0,0-1 752 0,-1-1 0 16,0 1 160-16,-2 1-32 0,-2-1 288 0,1 1 48 15,-1 1 16-15,1 1 0 0,-2 2 352 0,1 1 80 16,-2 1 16-16,-2 1 0 0,2 6 560 0,0 0 112 16,0 0 32-16,0 0 0 0,0 0-384 0,0 0-80 15,0 0-16-15,0 0 0 0,0 0-624 0,0 0-128 16,0 0-16-16,0 0-16 0,3 8-368 0,-3-8 0 16,3 8 0-16,-1 2 128 0,1-2-128 0,-1 3 0 15,1-2 0-15,-3 0 0 0,1-2 0 0,-1-7-160 16,3 7 160-16,-3-7-208 15,0 0-240-15,2 7-32 0,-2-7-16 0,0 0 0 16,0 0-2288-16,4 9-464 0,-4-9-80 0</inkml:trace>
  <inkml:trace contextRef="#ctx0" brushRef="#br0" timeOffset="25202.49">16257 1253 10127 0,'0'0'896'0,"0"0"-704"0,0 0-192 0,0 0 0 0,0 0 4272 0,0 0 816 16,0 0 160-16,0 0 48 0,0 0-2304 0,0 0-464 15,0 0-96-15,0 0 0 0,0 0-320 0,0 0-48 16,0 0-16-16,0 0 0 0,2 10-464 0,0 1-112 16,1 1 0-16,-2 2-16 0,-2 2-432 0,0 2-96 15,-2 2-16-15,0 2 0 0,1-1-272 0,-1 1-48 16,-1 1-16-16,0-2 0 0,2 2-256 0,-1-7-48 15,0 0-16-15,2-3 0 0,0-2-256 0,0-2 160 16,1-9-160-16,0 0 128 0,0 0-128 0,0 0 0 16,0 0 144-16,0 0-144 0,0 0 144 0,0 0-144 0,-3-7 192 0,2-2-192 15,-1-1 192-15,1-3-192 0,0-3 192 0,1-1-192 16,-2-1 160-16,2-1-160 0,2 0 128 0,0-2-128 16,1-1 0-16,2-2 0 15,2 1 128-15,2-3-128 0,0-1 0 0,4 0 0 0,1-1 0 0,1 2 0 16,-1 1 0-16,2 3 0 0,-1 1 0 0,4 3 0 31,-1 2-656-31,1 3-16 0,1 4 0 0,-2 2 0 16,-1 5-1184-16,0 3-224 0,0 3-48 0,1 5-13056 0,2 3-2608 0</inkml:trace>
  <inkml:trace contextRef="#ctx0" brushRef="#br0" timeOffset="26566.01">16844 1278 11055 0,'8'-10'480'0,"-4"5"112"0,0-3-464 0,-2 0-128 0,0-4 0 0,-2 2 0 0,0-1 6560 0,0 1 1296 16,-2 1 256-16,-2 0 48 0,-2-2-4384 0,-2 5-864 16,-2 2-176-16,-3 4-48 0,-2 2-1072 0,0 8-208 15,-4 1-64-15,-2 5 0 0,-5 3-640 0,-1 5-144 16,0-2-32-16,1 2 0 0,-1-2-144 0,5 0-16 16,3-3-16-16,3 1 0 0,4-3-224 0,3 0-128 15,3-3 128-15,3-1-128 0,4-1-128 0,5-2-112 16,1-2-16-16,4-1 0 15,2-2-288-15,4-4-64 0,1-2-16 0,2-3 0 16,1-2-176-16,-1-2-32 0,0-1-16 0,0-1 0 16,-2-3-112-16,-1 3 0 0,-2 0-16 0,0-2 0 15,-5-2 448-15,1 0 80 0,-2-4 32 0,-1 4 0 0,-3 1 416 0,0 0 0 0,-1 1 0 0,-3 0 0 16,-1-1 384-16,0 2 0 16,-1 1 0-16,0 0 0 0,-1 2 112 0,0 3 16 0,2 5 16 0,0 0 0 15,-3-5-96-15,3 5-32 0,0 0 0 0,0 0 0 16,0 0-208-16,0 0-64 0,-6 4 0 0,0 1 0 15,2 3-128-15,0 3 0 0,1 0 0 0,0 2 0 16,0 1 0-16,2 1 0 0,1-1 0 0,0 0 0 16,0 3 0-16,3 1 0 0,1 1 0 0,-1-4 0 15,4 1 0-15,2-4-144 0,3-1 144 0,0 0-160 16,-2-3-176-16,3-2-48 0,-1-2 0 0,3-4 0 16,2-2-160-16,2-4-32 15,-2 0-16-15,2-2 0 0,1-4 16 0,-1 1 16 0,1-2 0 0,-1-3 0 16,1-2 368-16,-2-3 64 0,0 0 128 0,-1-3-208 0,-1-3 208 0,0-3 0 15,-2-3 0-15,0-3 0 0,-1 2 0 16,0-2 128-16,0-2 0 0,-1-1-128 0,-1 0 288 16,-4 2-48-16,0 3-16 0,-3 4 0 0,-2 5 224 0,0 6 64 15,-2 2 0-15,-2 4 0 0,-1 2 336 0,-3 5 80 16,2 2 16-16,4 4 0 0,-7 3-192 0,-2 4-48 16,-2 4 0-16,1 4 0 0,-2 6-512 0,0 4-192 15,0 6 144-15,2 3-144 0,0 2 128 0,2 1-128 16,1 5 128-16,1-2-128 0,1 1 240 0,1-2-48 15,2-3 0-15,4-2 0 0,0-4-192 0,3-2-256 16,1-3 48-16,0-6 16 0,5-1 192 0,-1-2-192 0,2-3 192 0,1-4-192 16,1-5-160-16,2-3-32 0,-1-2 0 0,2-4 0 31,0-2-128-31,-1-1-16 0,0-2-16 0,-1-3 0 0,0-3 160 0,0-2 16 0,1-4 16 0,-2-4 0 16,-2-4 352-16,1-3-176 0,1-3 176 0,1-2-128 15,-1-2 128-15,0-2 0 16,-2-1 0-16,1 1 0 0,-1 2 0 0,0 2 0 0,-3 4 0 15,0 5 0-15,-1 2 128 0,-3 5 0 0,-1 2 0 0,-2 5 0 16,0 3 320-16,-1 0 80 16,-1 4 16-16,0 8 0 0,0 0 0 0,0 0 0 0,0 0 0 0,-4 7 0 15,-1 1-304-15,-3 5-64 0,-1 4-16 0,0 5 0 16,-2 4-160-16,1 6 0 0,-2 5 0 0,0 3 0 16,2-2 0-16,2 1 0 0,2 0 128 0,2 0-128 15,1-2 0-15,3-2 0 0,3-2 0 0,2-5 0 16,2-7 0-16,0-2 0 0,2-4 0 0,3-2 0 0,1-2 0 0,2-3-192 15,2-5 64-15,-1-1 128 0,3-4-304 0,-1-1 64 16,3-5 16-16,-3-1 0 0,0-1 0 0,1-1 0 16,-2-1 0-16,-1-6 0 0,-1-3 224 0,-2-1 0 15,1 0-160-15,-2-2 160 0,0 2 0 0,-2 0 0 16,1-2 0-16,-4 5 0 0,0-1 0 0,-1 5 0 16,-2 3 0-16,-2 1 0 0,-1 4 176 0,-1 0-48 15,0 7-128-15,0 0 192 0,0 0 96 0,0 0 16 16,-7 4 0-16,0 4 0 0,-1 2-160 0,0 3-16 15,-2 3-128-15,2 3 192 0,2 1-192 0,1 2 0 16,1 3 0-16,2-3 0 0,0 2 256 0,2-4 64 16,2 0 16-16,2-2 0 15,2 0-624-15,2-5-128 0,2 1-32 0,1-4 0 0,-1-4 128 0,2-2 0 0,2-1 16 16,1-2 0 0,-1-1-96-16,2-1-32 0,1-2 0 0,-2-1 0 0,1-5 80 0,0-1 16 0,-2-3 0 0,0 0 0 15,1-1 208-15,-1-2 128 16,0-1-160-16,-1-1 160 0,0-3 0 0,0 0 0 0,-1 1 0 0,-1-3 0 15,-2-1 0-15,-2 5 0 0,0-1 0 0,-2 3 0 16,-2 2 0-16,-1 2 128 0,-2 2-128 0,0 2 0 16,-1 1 512-16,0 2-16 0,1 6 0 0,0 0 0 15,0 0 16-15,0 0 0 0,0 0 0 0,-5 5 0 16,-2 3-256-16,1 2-32 0,-1 3-16 0,1 4 0 16,-1 2-32-16,2 1-16 0,2 5 0 0,1 3 0 15,-1 2-160-15,3 3 0 0,3 0 144 0,-1 2-144 16,1 0 0-16,2 3 0 0,0 1 0 0,2 3 0 15,1 1 0-15,-1 4 0 0,3-3 0 0,-1 5 0 0,0-3 0 0,-1 1 0 16,-1-4 0-16,0-2 0 0,-3-3 0 16,-4-3 0-16,-3-1 0 0,-2-3 0 0,-3-4 0 0,-2 0 0 15,-5-3 0-15,0 0 128 0,-3-3 48 0,-2-2 16 16,-1-2 0-16,-1-1 0 0,-2 1 144 0,0-7 48 16,-2-1 0-16,0 2 0 0,-4-5-192 0,0 1-48 15,-3-3 0-15,-1 1 0 0,-1-1-96 0,0 0-48 16,0-2 0-16,1 2 0 0,0-4-320 0,4 2-64 15,4-4-16-15,3 2 0 16,3-2-1648-16,5-1-320 0,4-1-64 0</inkml:trace>
  <inkml:trace contextRef="#ctx0" brushRef="#br0" timeOffset="27150">15174 1890 25791 0,'-27'-13'2304'0,"12"7"-1856"0,-6-1-448 0,1-3 0 0,0-1 5168 16,2-1 928-16,1 2 192 0,1 2 48 0,2 0-4304 0,1 1-864 16,4 2-160-16,2 3-48 0,7 2 128 0,0 0 0 15,0 0 16-15,0 0 0 0,0 0-560 0,9-4-112 16,3 1-32-16,4 2 0 0,3 2-144 0,5 0-16 16,2 5-16-16,6-6 0 0,7 0-224 0,6 0 176 15,4 0-176-15,6 0 160 0,6 1-160 0,3 0 0 16,4-1 144-16,8 0-144 0,6-1 128 0,5 0-128 15,3 1 128-15,3 0-32 0,0-3-96 0,7 2 0 16,4-1 0-16,-1 1 0 0,-4 2 0 0,0 1 0 16,-19-2 0-16,3 0 0 0,3 0 0 0,-1 0 0 15,-3-3 0-15,-4 3 0 0,-4-1 0 0,-2-2 0 16,-1 3 0-16,-2-1 0 0,-5 0 0 0,-3-1 0 16,-5 2 0-16,-7 0 0 0,-4 2 0 0,-6-2 0 0,-4 0 0 0,-2 1 0 15,2-4 0-15,-5 2 0 0,-4 0 0 0,-5-1 0 16,-3 1 0-16,-2 0 0 0,-2-1 0 0,-4 1 0 15,0 2 0-15,-3-1 0 0,0 0 0 0,-7 0 0 16,0 0 0-16,0 0 0 0,0 0 0 0,0 0 0 16,0 0 0-16,0 0 0 0,0 0 0 0,0 0 0 15,0 0 0-15,0 0 0 0,0 0 0 0,-5 6 0 16,5-6 0-16,0 0 0 0,0 0 0 0,-7 4 0 16,1-1-192-16,-1 1-48 0,1 2 0 0,-1-4 0 15,2 2-1520 1,5-4-304-16,-5 7-64 0</inkml:trace>
  <inkml:trace contextRef="#ctx0" brushRef="#br0" timeOffset="28905.02">17352 2869 35471 0,'0'0'1568'0,"4"-7"336"0,2-1-1520 0,-2-5-384 0,-1-1 0 0,1 1 0 16,-1 0 1472-16,-2 1 240 0,-1 1 32 0,-1 0 16 16,-2-1 480-16,-2 2 112 0,-3-1 16 0,-1 2 0 15,0 2-1088-15,-1 0-224 0,-3 2-32 0,-3 2-16 16,-2 2-384-16,-2 3-80 0,-1 5-16 0,-1 1 0 0,-3 5-240 0,-1 3-48 16,-1 4-16-16,-2 5 0 0,-1 3-96 0,-1 0 0 15,0 2-128-15,2 1 192 0,3-1-64 0,4 3 0 16,3-2-128-16,5 1 192 0,4-1-192 0,4-1 128 15,5-3-128-15,5-1 0 0,4-3 0 0,4-3 0 16,3 3 0-16,4-8 0 0,3 0 0 0,4-2 0 16,0-7 0-16,1-2-160 0,1-3 160 0,0-2-208 15,1-2 80-15,0-2 128 0,-2-1-384 0,0-2 64 16,-2 0 0-16,0 0 0 16,-5 0-768-16,-1 1-160 0,-2 0-32 0,0 1 0 15,-1-2-768-15,-3 1-144 0,-4 1-48 0,-1-1 0 16,-2 2-1856-16,2-2-368 0</inkml:trace>
  <inkml:trace contextRef="#ctx0" brushRef="#br0" timeOffset="29188.43">17452 3102 20271 0,'0'0'1792'0,"0"0"-1424"15,0 0-368-15,0 0 0 0,7 0 4496 0,1 0 832 16,1 0 176-16,-2 1 16 0,-7-1-2384 0,8 6-496 16,-1 0-80-16,0 2-32 0,-2 2-896 0,0 2-176 15,-1 2-48-15,2 2 0 0,-4 2-512 0,1 2-128 16,-2 2 0-16,2-1-16 0,-1 0-384 0,1-3-80 0,1 0-16 0,2-2 0 15,-2-2-272-15,1-2 160 0,1-3-160 0,-1-1 128 16,0-3-128-16,0-1 0 0,1-1 0 0,-6-3 0 16,0 0 0-16,6 1 0 0,-1-2 128 0,-5 1-128 15,7-3 0-15,-3-2 0 0,0 0 144 0,0-2-144 16,-2-1 128-16,2 1-128 0,1-3 128 0,-2 0-128 16,-1 0 0-16,1-2 0 0,1 0 0 0,0-4 128 15,0 2-128-15,1-2 0 0,-1 1 0 0,0 0 0 16,0 2-432-16,1 0-48 0,0 0-16 0,2 0 0 15,2 0-1184-15,0 2-240 0,1-2-64 0,5-3-13712 16,4 3-2752-16</inkml:trace>
  <inkml:trace contextRef="#ctx0" brushRef="#br0" timeOffset="29422.31">17978 2905 20271 0,'0'0'1792'0,"0"0"-1424"15,0 0-368-15,0 0 0 0,0 0 7024 0,0 0 1328 16,0 0 272-16,0 0 48 0,0 0-5744 0,0 0-1152 16,0 0-240-16,8-1-32 0,3 1-1008 0,-1 0-208 15,3 0-32-15,0 0-16 0,1-4-240 0,1 1 128 16,-1 0-128-16,0 0 0 0,-1 3 0 0,2-3 0 16,-2 2 0-16,0 0 0 15,1-1-272-15,-1 1-160 0,2 0-16 0,-4-1-16 16,1 2-816-16,-2 2-176 0,2-2-16 0,-1 1-16 15,-2 0-1776-15,0 2-336 0,-3 1-80 0</inkml:trace>
  <inkml:trace contextRef="#ctx0" brushRef="#br0" timeOffset="29613.58">17985 3080 24879 0,'0'0'1088'0,"0"0"256"0,-5 6-1088 0,5-6-256 0,0 0 0 0,0 0 0 15,0 0 5152-15,0 0 976 0,0 0 192 0,0 0 32 0,9 3-3952 0,2 1-800 16,2-4-144-16,3-3-48 0,1 1-704 0,1 0-160 15,-1-4-32-15,3 2 0 0,-1 0-256 0,1 0-48 16,-1 2-16-16,0-1 0 0,0-1-192 0,0 1 0 16,-1 1 128-16,0 1-128 15,2-1-624-15,-2 1-160 0,-1 1-48 0,-2 0 0 16,0 0-2944-16,-1-5-576 0</inkml:trace>
  <inkml:trace contextRef="#ctx0" brushRef="#br0" timeOffset="33372.64">19083 2295 41055 0,'0'0'1824'0,"0"0"368"0,0 0-1744 0,5-4-448 16,1-1 0-16,2 0 0 0,1 1 960 0,2 1 96 15,-1-1 32-15,2 3 0 0,1 0 176 0,2 1 32 16,0 1 16-16,2 2 0 0,2 1-720 0,0 1-144 16,-1 0-16-16,1 4-16 0,-2 0-176 0,2 2-48 15,0 0 0-15,3 4 0 0,-3 0-64 0,-4 2 0 0,0 0-128 0,-1 4 192 16,-2 3-64-16,-3 2 0 15,-3 0-128-15,-1 1 192 0,-2 2-32 0,-2-3-16 16,-1 1 0-16,-2 2 0 0,-3-2-16 0,-1-1 0 16,1-1 0-16,-4 0 0 0,0-2-128 0,-4 1 192 15,-2-7-192-15,0 0 192 0,-2 0-64 0,-4-3-128 0,-1 0 192 0,-2-4-64 16,0-3 0-16,-2 0-128 0,-2-3 192 16,1 0-64-16,-1-2-128 0,2 1 192 0,0-8-192 0,3 1 192 15,3-1-192-15,3-2 160 0,3-2-160 0,4-3 160 16,3-3-160-16,3-1 128 0,0-5-128 0,6 0 128 15,3 0-128-15,3-1-144 0,2 0 144 0,3 1-208 16,3 0 208-16,2 4-192 0,1-1 192 0,2 2-192 16,0 2 192-16,1 2-176 0,1 3 176 0,-1 0-160 0,-1 1-176 0,-2 2-48 15,-1-1 0-15,2 3 0 16,1-1-2080-16,-3 4-416 0,0-2-96 16,1 6-17712-16</inkml:trace>
  <inkml:trace contextRef="#ctx0" brushRef="#br0" timeOffset="34355.42">19710 2549 16575 0,'0'0'1472'0,"0"0"-1168"0,0 0-304 0,0 0 0 16,0-6 5680-16,0 6 1072 0,0 0 224 0,0 0 32 15,0 0-3552-15,0 0-704 0,0 0-128 0,0 0-48 16,-4 8-1264-16,0 3-256 0,-1 6-48 0,-1 0-16 16,1 4-528-16,0 1-96 0,1 4-32 0,1-2 0 15,1-1-80-15,2 1 0 0,0-2-16 0,2-2 0 0,2-4-240 16,2-1 0-16,0-3 0 0,2-2 0 16,1-1 0-16,0-2 0 0,2-2 0 0,2-3 0 0,-2-2-240 15,2-3 64-15,2-1 16 0,0-2 0 0,-2 0 0 0,0-3 0 16,-1-2 0-16,1 0 0 0,0-2 160 0,-1-2-160 15,-2 0 160-15,1-1-160 0,-1-2 160 0,1-1 0 16,-1-1-144-16,-1-1 144 0,-1-1 0 0,0-1 0 16,0 1 0-16,-2 1 0 0,-1 2 0 0,-1 2 0 15,0 2 0-15,-1 5 0 0,-2 2 0 0,-1 8 0 16,0 0 0-16,0 0 128 0,0 0 192 0,0 0 16 16,0 0 16-16,0 0 0 0,0 0-160 0,-1 9-16 15,0 3-16-15,-1 2 0 0,0 2-160 0,0 0 128 16,1 1-128-16,1 0 128 0,1-2-128 0,1 1 0 15,-1-2 144-15,2 2-144 0,0-3 0 0,4 0 0 16,-3 0 0-16,0-1 0 0,0-2-272 0,0 2-32 16,1-4 0-16,-1 0 0 15,0-1-1168-15,0 0-256 0,-4-7-32 0,5 6-13856 16,0 1-2752-16</inkml:trace>
  <inkml:trace contextRef="#ctx0" brushRef="#br0" timeOffset="34709.58">18895 3296 23951 0,'-21'3'1056'0,"13"-2"224"0,-1-2-1024 0,2 0-256 16,7 1 0-16,0 0 0 0,0 0 6176 0,0 0 1184 16,0 0 224-16,10-3 48 0,3 0-5120 0,4 0-1024 15,2-3-208-15,7 1-32 0,4 0-704 0,5 0-144 16,6-1-16-16,2 0-16 0,4-1-144 0,0 1-32 16,-2-1 0-16,4 1 0 0,0-2-192 0,3 2 144 15,0-4-144-15,1 3 128 0,-5-1-128 0,1-1 0 16,0 1 0-16,-5 1 128 0,-1 1-128 0,-4 1 0 15,-4-1 0-15,-2 2 0 0,-3 2-128 0,-3 1-16 16,-3 1 0-16,-4-3 0 16,-3 3-1072-16,-2 0-224 0,-3 0-32 0,-2 0-14736 15,-1 3-2944-15</inkml:trace>
  <inkml:trace contextRef="#ctx0" brushRef="#br0" timeOffset="35406.26">18931 3796 15663 0,'0'0'1392'0,"0"0"-1120"16,4-7-272-16,0-3 0 0,1 2 3520 0,1 0 640 16,1 2 128-16,1 2 16 0,1-2-1184 0,-1 3-240 15,1-1-64-15,2 1 0 0,-1-1-896 0,3 2-176 16,0 0-32-16,3 0-16 0,1 0-576 0,0 4-112 16,-2 0-32-16,4 0 0 0,-1 0-320 0,-1 3-64 0,0 2-16 15,-2 3 0-15,0 3-208 0,-1 3-48 16,-1 2-16-16,-1 3 0 0,-2 1-48 0,-3 2 0 0,-2 2 0 0,-1-3 0 15,-1 1-32-15,-3-1-16 0,-3-1 0 0,-1 2 0 16,-4 1-32-16,-1 1-16 0,-3 0 0 0,-2 0 0 16,-3-4 32-16,-2 1 0 0,-4 1 0 0,0-2 0 15,-2-1-192-15,0-2 0 0,1-2 0 0,-3 0 0 16,0-4 128-16,1-1-128 0,6-5 0 0,0-2 128 0,0-1-128 16,1-2 0-16,0-2 0 0,4-1 0 0,0-3-192 0,4 0 192 15,1-2-160-15,3-6 160 0,4-1-224 0,4-3 48 16,3-2 16-16,4 0 0 0,4-6 16 0,2 2 0 15,0 1 0-15,3 2 0 0,2 2 144 0,-1 4-192 16,3 0 192-16,-2 1-192 0,-2 0 192 0,-1 2 0 16,2 1-144-16,0 2 144 0,-2 3 0 0,1 2 0 15,-3 0-144-15,1 1 144 0,-4 1-208 0,1 1 16 16,-1 1 0-16,-1 0 0 16,0 2-768-16,1 1-128 0,-1 1-48 0,2-1 0 15,0 0-864-15,-1 0-176 0,3-3-48 0,1 0-11344 16,5 2-2288-16</inkml:trace>
  <inkml:trace contextRef="#ctx0" brushRef="#br0" timeOffset="35689.91">19626 3677 48831 0,'0'0'2176'0,"0"0"432"0,0 0-2096 0,0 0-512 15,0 0 0-15,0 0 0 0,0 0 1408 0,0 0 160 0,-2 7 32 0,0 2 16 16,2-1-624-16,0 2-128 0,2 2-32 0,0 1 0 16,1 4-544-16,1 1-112 0,0 1-32 0,0 4 0 15,-2 3-144-15,1-3 0 0,-2 3 144 0,0-2-144 16,-1-3 0-16,-1 1 0 0,0-1 0 0,-2 1 128 16,1 0-128-16,-1 0 0 0,-1 0 0 0,0-2 0 15,0-2 0-15,0 0 0 0,0-3 0 0,2-2 0 16,-1-2-704-16,1-1-64 0,-1-4-16 0,3-6 0 15,0 0-896-15,-4 7-176 0,4-7-48 0,0 0 0 16,0 0-1808-16,0 0-352 0,-7-7-80 0</inkml:trace>
  <inkml:trace contextRef="#ctx0" brushRef="#br0" timeOffset="35910.44">19303 3784 47279 0,'0'0'2096'0,"0"0"432"0,0 0-2016 0,0 0-512 15,0 0 0-15,9-3 0 0,0-1 1072 0,3 1 112 16,0-1 32-16,5 0 0 0,1-1-176 0,4-1-16 16,4 1-16-16,0 0 0 0,1-2-480 0,3 0-80 15,0-1-32-15,4-3 0 0,3 2-224 0,-3 0-64 16,0 1 0-16,-2 2 0 0,-1-5-128 0,-2 2 0 16,-1 3 0-16,-1-1 0 0,-1 3 0 0,-3-1-144 15,0 1 0-15,-3 0 0 16,0 2-1072-16,-2-1-224 0,-2 0-32 0,0 1-14464 0,-1-1-2896 15</inkml:trace>
  <inkml:trace contextRef="#ctx0" brushRef="#br0" timeOffset="36574.94">20564 2332 21183 0,'0'0'1888'0,"-2"-7"-1504"0,0-1-384 0,-1 2 0 16,2-1 4640-16,1 7 864 0,0 0 160 0,0 0 32 15,0 0-2544-15,0 0-512 0,0 0-96 0,0 0-32 0,0 0-1040 0,-3 8-192 16,-1 5-64-16,2 7 0 0,-4 6-496 0,1 8-96 15,0 6-32-15,-2 6 0 0,1 6-208 0,-1 3-32 16,3 6-16-16,-1-2 0 0,0-2-160 0,0-4-48 16,0 2 0-16,1 0 0 0,-2 1-128 0,3 0 0 15,0-4 0-15,3-1 0 0,0-4 0 0,1-4 0 16,1-4 0-16,-2-2 0 0,0-4 0 0,1 0 0 16,-1-4 0-16,0-2 0 0,0-2 0 0,-1 0 0 15,-1-1 0-15,2 1 48 0,-2 1-48 0,0-2 0 16,1-1 0-16,0-5 0 0,-1 1-160 0,1-1-32 15,-1 0 0-15,0-2 0 16,2-1-912-16,3-1-192 0,-2-3-48 0,2 0 0 16,-1-2-2208-16,4 0-448 0,1-3-96 0</inkml:trace>
  <inkml:trace contextRef="#ctx0" brushRef="#br0" timeOffset="37191.03">20288 4309 15663 0,'-3'0'1392'0,"3"0"-1120"0,-3-5-272 0,3 5 0 0,0 0 5056 0,1-9 944 15,2 1 192-15,-3 8 32 0,0 0-2752 0,5-8-544 16,-5 8-112-16,0 0-32 0,10-6-976 0,-10 6-192 15,7-4-32-15,1 1-16 0,0 3-608 0,-2 0-112 16,2 2-16-16,-1 3-16 0,-1 1-304 0,1 0-64 16,-2 1-16-16,1 8 0 0,1 0-192 0,-1 4-48 15,1-1 0-15,-2 3 0 0,0-3-128 0,-1 0-64 16,1-1 0-16,1 0 0 0,-2 1 0 0,-1-2 0 16,1-2 0-16,0-3 0 0,0-2 0 0,-1-1 0 15,-3-8 0-15,4 6 0 0,-4-6 0 0,4 7 0 16,-4-7 0-16,0 0 0 0,0 0 0 0,0 0 0 15,0 0 0-15,0 0 0 0,9-1 0 0,-1-1 0 16,-2-2 0-16,1-1 0 0,-2-4 0 0,0 0 0 16,2-2 0-16,-1 1 0 0,-1-2 0 0,0-1 0 0,3-1 0 15,1-3 0-15,1-3 0 0,-1 1 0 0,2-1 0 0,1 1 0 16,-1 2 0-16,-1 0 0 0,2 0 0 16,-2 1 0-16,-2 3 0 0,1 1 0 0,0 1 0 0,-2 0 0 15,1 2 0-15,-2 1 0 0,1 2 0 0,-2 1 0 16,-5 5 0-16,6-6-128 0,-6 6 128 0,0 0-160 15,8-4-1312-15,-8 4-256 0,9-1-48 0,3 0-22512 16</inkml:trace>
  <inkml:trace contextRef="#ctx0" brushRef="#br0" timeOffset="38458.48">23088 2831 28559 0,'-4'-7'2544'0,"-2"1"-2032"16,0-6-512-16,-1 2 0 0,1 2 3904 0,-1-2 704 16,0 2 128-16,-3 0 16 0,0-1-2896 0,-2 1-592 15,-3 1-112-15,0 2-32 0,0 4-288 0,-2 1-64 16,-3 1-16-16,-2 4 0 0,1 2-192 0,-12 10-48 16,1 2 0-16,2 6 0 0,3 4-64 0,0 3 0 15,1 5-16-15,3-1 0 0,3-3-176 0,2 4-48 16,2-1 0-16,10-10 0 0,2 3-208 0,4 0 0 15,3-1 128-15,3 1-128 0,5 0 0 0,3-6 0 16,3 0 0-16,2-3 0 0,2-2-192 0,1-5 32 16,2-1 0-16,1-4 0 0,2-3-96 0,0-2 0 15,1-3-16-15,-1-2 0 0,-1 1 32 0,-1-3 16 0,-1-2 0 0,-2-2 0 16,-1-1 64-16,-2-2 16 0,-2 0 0 16,-3-2 0-16,-1-1 144 0,-1-1 0 0,0-1 0 0,-3 1 0 15,0 2 0-15,-2-3 0 0,-2 3 0 0,-1 1 0 16,0 3 0-16,-2 2 0 0,-2 7 0 0,0 0 0 15,0 0 176-15,0 0 64 0,0 0 16 0,0 0 0 16,0 0 0-16,0 8 0 0,0 1 0 0,0 4 0 16,0 4-256-16,2 3 144 0,-2 2-144 0,2 2 128 0,0-1-128 15,0 2 128-15,1 0-128 0,1-2 128 16,0 1-128-16,-1-1 0 0,1 0 0 0,0 0 0 0,0-4 0 0,0 2 0 16,-1-1 128-16,-2-1-128 0,0-3 0 0,1 1 0 15,-1-3 0-15,0 0 0 0,1-2 0 0,-2-4 0 16,0-2 128-16,0-6-128 15,0 0-448-15,0 7-112 0,0-7-16 0,0 0-16 16,0 0-1568-16,0 0-304 0,0 0-64 0,0 0-18992 0</inkml:trace>
  <inkml:trace contextRef="#ctx0" brushRef="#br0" timeOffset="38725.37">23094 3217 25791 0,'0'0'2304'0,"0"0"-1856"15,0 0-448-15,0 0 0 0,0 0 5024 0,8-4 912 16,-2 3 176-16,2-2 32 0,1 0-4464 0,2 1-896 16,1 1-176-16,1-2-32 0,1 0-224 0,2 2-32 15,0 0-16-15,1 1 0 0,-1 0-304 0,0 1 128 0,1 2-128 0,-2 1 0 16,1-2 128-16,-3 2-128 0,-4 0 0 0,0 0 0 16,-9-4 0-16,7 6 160 0,-7-6-160 0,4 10 128 15,-3 0 0-15,0 0 0 0,-1 1 0 0,-2 1 0 16,-4 1 96-16,-3-2 16 0,-2 2 0 0,-2 2 0 15,-2-1-64-15,2 0-16 0,-2-1 0 0,-1 0 0 16,-1-2-160-16,0-2 0 0,1 0 0 0,1-1 0 16,-1 0-1408-16,4 0-192 0,3-2-64 15,3-3-13136-15,6-3-2640 0</inkml:trace>
  <inkml:trace contextRef="#ctx0" brushRef="#br0" timeOffset="39008.64">23812 2924 40607 0,'0'0'1792'0,"0"0"384"0,0 0-1744 0,0 0-432 15,0 0 0-15,0 0 0 0,0 0 2240 0,0 0 384 16,0 0 64-16,0 0 0 0,0 0-992 0,0 0-208 15,0 0-32-15,0 0-16 0,0 0-816 0,11 0-176 16,1-2-16-16,-1 1-16 0,1-2-416 0,0 1 0 16,2 0 128-16,2-2-128 0,-1 1 0 0,2 0 0 15,2-2 0-15,-1 3 0 16,-1 0-464-16,-2 1-128 0,0 1-32 0,-3 0 0 16,-1-2-1072-16,0 1-224 0,-2 1-32 0,-1 1-13104 0,-3 4-2624 15</inkml:trace>
  <inkml:trace contextRef="#ctx0" brushRef="#br0" timeOffset="39209.51">23793 3116 46703 0,'0'0'2064'0,"0"0"432"16,0 0-1984-16,0 0-512 0,0 0 0 0,0 0 0 0,8 7 752 0,1-4 48 16,1 1 16-16,3-3 0 0,2 0 80 0,2 0 32 15,1-1 0-15,1-1 0 0,4-1-544 0,0 2-128 16,-2-3 0-16,2 2-16 0,1-2-240 0,-2 0 0 15,-1 1 0-15,0 0 0 16,-2 2-1920-16,-1 0-336 0,-1-1-64 0,-2 0-19232 16</inkml:trace>
  <inkml:trace contextRef="#ctx0" brushRef="#br0" timeOffset="40462.42">24864 2179 28559 0,'0'0'2544'0,"0"0"-2032"0,-1-4-512 0,1 4 0 16,0 0 3840-16,0 0 688 0,0 0 128 0,0 0 16 15,7-4-2928-15,2 2-592 0,0-1-112 0,0 3-16 16,4 1-176-16,1 5-16 0,0-3-16 0,1 5 0 16,5 0-368-16,3 3-80 0,2 0-16 0,2 4 0 15,2 0-160-15,0 2-16 0,-2 0-16 0,0 3 0 16,6 7-160-16,-4 2 0 0,-3 2 144 0,-5 2-144 0,-3-2 128 0,-2 2-128 16,-3-1 128-16,-3 3-128 0,-2-3 144 0,-3-1-144 15,-2-1 192-15,-2 0-192 16,-4-3 208-16,-2-1-64 0,-3 0-16 0,0-2 0 0,-3-6 64 0,-4 0 16 15,-2-2 0-15,-1-2 0 0,-3 1 16 0,-2-4 0 16,-3-3 0-16,0-1 0 0,-2-2-96 0,1-1 0 16,0-1-128-16,1-3 192 0,1-3-192 0,1 0 128 15,2-1-128-15,1-1 0 0,2-1 0 0,3-3 0 16,2-1 0-16,2-4 0 0,2 0 0 0,2-1 0 16,3-4-208-16,2 2 64 0,2-5-16 0,2 1 0 15,3 0 0-15,2 1 0 0,2 1 32 0,3 1 0 16,0 1 0-16,2 2 0 0,2-2-96 0,0 4-16 15,5 2 0-15,1 0 0 16,2 3-160-16,1 2-48 0,-1 2 0 0,2 1 0 16,1 3-1024-16,1-2-192 0,1 2-64 0,0 2 0 15,0-2-2240-15,-1 4-448 0</inkml:trace>
  <inkml:trace contextRef="#ctx0" brushRef="#br0" timeOffset="40993.12">25619 2153 35935 0,'0'0'3200'0,"-5"-1"-2560"0,0-3-512 0,5 4-128 0,0 0 2160 0,0 0 400 16,0 0 96-16,0 0 16 0,-3 8-992 0,2 1-192 15,0 2-32-15,1 8-16 0,1-1-720 0,2 7-144 16,1 2-16-16,-1 2-16 0,1 1 0 0,0 2 0 16,-1 4 0-16,1 1 0 0,-2 4-224 0,1-3-32 15,1 1-16-15,-1-3 0 0,-1-2-144 0,1-1-128 16,-1-3 144-16,1-2-144 0,-2-4 144 0,1-5-144 16,-2 0 128-16,0-4-128 0,2-2 192 0,-2-2-64 15,-1-5 0-15,1-6 0 0,0 0-128 0,0 0 0 16,0 0 0-16,0 0 0 0,0 0 0 0,0 0 0 15,0 0 0-15,2-6 0 0,1-5 0 0,1-2 0 16,1-1 0-16,3-2 0 0,1-3 0 0,3-2-144 16,4-1 144-16,-1-2 0 0,3 0-128 0,2-3 128 15,1 1 0-15,-2 2 0 0,0 1-128 0,-2 4 128 16,-2 2 0-16,0 4 0 0,-2 2 0 0,-3 5 0 16,-2 3 0-16,-2 3 0 0,-6 0 160 0,6 3-160 15,-2 5 160-15,-1 2-160 0,1 2 256 0,-2 4-32 16,-1 2-16-16,-1 1 0 0,-1 2-64 0,1 0-16 0,0 0 0 0,0 0 0 15,1-2-128-15,-1 0 0 0,0-1 144 0,0-2-144 16,1-1 0-16,1 0 0 0,0-1 0 0,1 0 0 16,-2-2-496-16,2-2-160 15,1 1-48-15,-2-1 0 0,1-1-944 16,-1 0-192-16,1-1-32 0,0 1-16 0,-1 4-2656 0,-2-3-544 16</inkml:trace>
  <inkml:trace contextRef="#ctx0" brushRef="#br0" timeOffset="41311.15">24924 3223 48959 0,'-16'6'2176'0,"8"-5"432"0,0 0-2096 0,8-1-512 15,-7 2 0-15,7-2 0 0,0 0 1184 0,0 0 128 16,0 0 32-16,9 1 0 0,3 0-320 0,4 0-64 15,3 1-16-15,6-2 0 0,8-2-480 0,5 2-80 16,3 0-32-16,4 0 0 0,-1 0-352 0,0 0 144 0,-1 0-144 0,3-1 0 16,1 0 176-16,2 0-176 15,4-2 160-15,0 0-160 0,4-1 0 0,-1 0 128 16,-2 1-128-16,-6-1 64 0,-2 1-64 0,-5-1 0 16,-1 2 0-16,-5-2 0 0,-3 1 0 0,-2 2 0 15,-4-2 0-15,-1 2 0 0,-7-1 0 0,1 1-240 16,-4-1 80-16,-2 0 16 15,0 2-992-15,-3 0-192 0,-10 0-32 0,0 0-15136 0,0 0-3024 16</inkml:trace>
  <inkml:trace contextRef="#ctx0" brushRef="#br0" timeOffset="41944.8">24894 3875 11055 0,'-1'-6'976'0,"-1"-2"-784"15,-1-1-192-15,0-2 0 0,1 0 4240 0,-1 0 816 16,2 2 144-16,1 1 48 0,0 2-1520 0,0-1-288 16,0 7-64-16,0 0-16 0,0 0-992 0,0 0-208 15,9-2-48-15,3 0 0 0,1 2-960 0,4 4-208 16,-2-1-48-16,5 3 0 0,2 5-240 0,4-2-48 0,0 5-16 0,3 2 0 15,-2 2-240-15,1 4-48 16,-2-2-16-16,-3 2 0 0,-2 0-160 0,-4 2-128 16,-1 2 192-16,-5 1-192 0,0 2 256 0,-5 1-48 0,-3 0-16 0,-3 2 0 15,-3-3-192-15,-2 1 144 0,-4 0-144 0,-1 0 128 16,-6 0-128-16,-2-3 128 0,-5-1-128 0,-3-3 128 16,0-1 0-16,-2-3 0 0,-2-3 0 0,0-3 0 0,1-3-128 15,0-2 0-15,-1-1 0 0,4-2 0 16,0-1 0-16,1-3 0 0,2-2 0 0,2-3 0 0,0-3 0 15,3-2-144-15,2-1 144 0,5-1 0 0,1-2-144 0,5-1 144 16,3-2 0-16,4-1-144 0,3-1 144 16,3 0-160-16,3 0 160 0,2-1-160 0,2 3 160 0,2 0 0 15,2-1 0-15,1 3 0 0,3 2 0 0,-1 1 0 16,-1 4 0-16,1 0-128 0,0 2 128 0,0 2 0 16,0 1 0-16,0 0 0 0,-2 2 0 0,1-2 0 15,0 0 0-15,-2 2-128 0,2 2-112 0,-1 0-16 16,-1-2 0-16,0 2 0 15,-1-2-1024-15,1 0-224 0,2 0-32 0,-1 0-16 16,-3 0-1632-16,1-2-320 0,0 2-64 0,-3-6-16 0</inkml:trace>
  <inkml:trace contextRef="#ctx0" brushRef="#br0" timeOffset="42210.54">25623 3935 12895 0,'0'-8'576'0,"-1"6"112"0,0-5-560 0,-1 2-128 0,2-1 0 15,0 0 0-15,0 6 7952 0,0 0 1568 16,0 0 304-16,0 0 64 0,0 0-6304 0,0 0-1248 0,0 0-256 0,0 0-48 16,3 11-1136-16,-3-2-208 0,1 3-48 0,-1 3-16 15,2 0-368-15,-1 2-80 0,-1 1-16 0,0 0 0 16,1 3-160-16,0 1 0 0,-1 0 0 0,2 2 0 16,-2-1 0-16,1 1 0 0,0-1 0 0,-1-1 0 15,0-1 0-15,0-1-144 0,0-2 144 0,-1-1-208 16,0-1-160-16,-1-2-16 0,1-1-16 0,0-4 0 15,0 0-896-15,1-9-176 0,-3 7-48 0,3-7 0 16,0 0-1296-16,0 0-256 0,0 0-48 0,0 0-16544 16</inkml:trace>
  <inkml:trace contextRef="#ctx0" brushRef="#br0" timeOffset="42428.42">25318 3950 13823 0,'-18'-11'1216'0,"10"7"-960"16,0-1-256-16,0 0 0 0,2-2 6976 0,2 2 1344 15,4 5 256-15,0 0 64 0,0 0-5280 0,0 0-1056 16,5-5-224-16,2 0-32 0,1-1-896 0,2 1-160 16,4-4-32-16,3 3-16 0,2 0-608 0,1 1-112 15,5 0-32-15,4-2 0 0,0 1 128 0,4-1 32 16,3 1 0-16,3-1 0 0,1 2-208 0,-1 0-144 16,0 0 192-16,-2 1-192 0,-2 0 0 0,-2 1 0 15,-3-2 0-15,-2 0 0 16,-2 0-272-16,-1-1-176 0,0 2-16 0,-3 1-16 15,0 0-1232-15,-1 0-240 0,-1 1-48 0,-2-2-13472 16,2 1-2688-16</inkml:trace>
  <inkml:trace contextRef="#ctx0" brushRef="#br0" timeOffset="42865.38">26592 2590 27647 0,'0'0'1216'0,"-5"2"256"0,-2-2-1168 0,7 0-304 15,-6-2 0-15,6 2 0 0,0 0 5296 0,-6 2 992 16,6-2 208-16,-3 8 32 0,-1 3-4112 0,0 3-832 16,0 6-176-16,-1 7-16 0,2 4-704 0,0 7-144 15,1 2-32-15,-1 6 0 0,2 2-320 0,-2 4-64 0,-1 6 0 0,0 4-128 16,-1 1 240-16,1 0-64 0,0-1-16 0,0-2 0 16,-2-4-160-16,-1 0 0 15,2-1 0-15,0-3 0 0,0-1 0 0,0 0 0 16,-1-3 0-16,1-2 48 0,0-3-48 0,0-3 0 0,0-3 0 0,-1-5 0 15,1-1 0-15,0-2 0 0,1-3 0 0,0-1 0 16,3 0 0-16,-2-4 0 0,-1-3 0 16,2-1 0-16,-1 0 0 0,2 1-160 0,1-2 160 0,0-1-192 15,-2-4-832 1,2-1-160-16,3-1-32 0,1 0-16 0,1 2-2832 16,-2-5-560-16</inkml:trace>
  <inkml:trace contextRef="#ctx0" brushRef="#br0" timeOffset="43278.45">26648 4451 5519 0,'0'0'496'0,"0"0"-496"16,0 0 0-16,-1-6 0 0,-1-2 8640 0,2 3 1648 15,-1-2 320-15,1 7 64 0,0 0-6256 0,0 0-1232 0,0 0-256 0,0 0-48 16,0 0-1280-16,0 0-256 16,0 0-64-16,0 0 0 0,1 7-1008 0,-1-1-272 15,0 4 0-15,-1 0 128 0,1 0-128 0,-1 2 0 0,1 0 0 0,0 1 0 16,0 0 0-16,0 4 0 0,0-1 0 0,0 2 0 15,0 0 0-15,1 3 0 0,-2 0 0 0,-1 0 0 16,1 0 0-16,1-3 0 0,-1 1 0 16,-2 0 0-16,-1-1 0 0,2-1 0 0,-2-2 0 0,0 0 0 15,1-2 0-15,-1-1 0 0,0-3 0 0,1-2 0 16,0 0-736 0,3-7-144-16,0 0-16 0,0 0-16 0,0 0-1360 0,0 0-272 15,0 0-48-15,0-7-16 0,3-2-1760 16,-2-4-368-16,0 2-64 0</inkml:trace>
  <inkml:trace contextRef="#ctx0" brushRef="#br0" timeOffset="43612.66">26570 4448 42959 0,'-11'0'1904'0,"11"0"400"0,0 0-1856 0,0 0-448 15,-4-4 0-15,1 1 0 0,0 0 2144 0,3 3 336 16,0 0 64-16,0 0 16 0,0 0-1120 0,0 0-224 16,0 0-32-16,0 0-16 0,9-5-576 0,-1 1-112 15,0 0-32-15,2 2 0 0,1-2-256 0,2 0-48 16,-2 3-16-16,5-1 0 0,1 1-128 0,1 0 0 15,2-1 0-15,-2 2 128 0,0 2-128 0,2-1 0 16,-3 2 0-16,1-1 0 0,2 2 0 0,-4 1 0 16,0-2 0-16,-2 2 0 0,1 3 144 0,-3-1-144 0,-3-2 160 15,-2 1-160-15,0 1 0 0,0-1 128 0,-7-6-128 16,3 8 64-16,0 0-64 0,-2 0 0 16,-1 1 0-16,-2-3 0 0,-2 2 0 0,-1-1 0 15,-1-1 0-15,-1 3 0 0,-8-2 0 0,1-1 0 16,-2 1 0-16,-1 0 0 0,-4-2 0 0,1 0 0 15,-5-1 0-15,1 0 0 0,-2 1 0 0,1-4 0 16,2 3 0-16,0-1 0 0,0-3 0 0,4 0 0 16,-1 1 0-16,2 0 0 0,4 1 0 0,2-2 0 0,0 0 0 15,3 0 0 1,9 0-528-16,0 0-112 0,0 0 0 0,0 0-16448 0,0 0-3264 0</inkml:trace>
  <inkml:trace contextRef="#ctx0" brushRef="#br0" timeOffset="49780.28">18658 1079 28559 0,'0'0'2544'0,"0"0"-2032"16,0 0-512-16,0 0 0 0,0 0 4720 0,0 0 848 16,0 0 160-16,9-4 32 0,-2 0-4704 0,5 0-1056 15,3-2 0-15,1 0 0 0,5-2 128 0,0 2 128 16,1-1 32-16,4 1 0 0,3-1-288 0,-2 1 0 0,0 1 0 0,1-2 0 31,2 1-432-31,-9 2-192 0,1 0-32 0,0 0-13744 0,3 0-2752 0</inkml:trace>
  <inkml:trace contextRef="#ctx0" brushRef="#br0" timeOffset="50532.12">19736 1090 30399 0,'0'0'2704'0,"-3"-2"-2160"16,-2-3-544-16,1-3 0 0,0-1 3504 0,0-3 592 16,0 0 112-16,0 1 16 0,0-1-2672 0,0-3-528 15,1 2-128-15,-1 0 0 0,-2-2-304 0,1 3-48 16,0 3-16-16,0-3 0 0,-3 0-272 0,0 3-48 16,-1 3-16-16,-1 2 0 0,-2-1-32 0,-6 3-16 15,1 5 0-15,-3 3 0 0,-2 5 16 0,1 3 0 16,0 6 0-16,0 2 0 0,0 3 64 0,7-7 16 15,-1 2 0-15,0 2 0 0,3 4-64 0,2-4-16 16,1-1 0-16,4 1 0 0,1-5-160 0,4 2 0 16,5-3 0-16,1-2 0 0,4-3 0 0,0-2 0 15,2-2-192-15,2-2 192 0,2-4-304 0,2-2 64 16,2-3 16-16,-1-1 0 0,1-3-96 0,-2-3-32 0,1 1 0 0,1-7 0 16,0 1 32-16,-2-1 0 0,-1 0 0 0,-2-2 0 15,-2-3 192-15,1-3 128 0,-4-2-160 0,0-2 160 16,0-1 0-16,-3-1 0 0,0-2 0 0,-1 0 0 15,0 2 0-15,-1 0 0 0,0 0 0 0,-2 2 0 16,-1 4 0-16,1 4 160 0,-2 4-160 0,-1 3 192 0,-1 4 0 16,0 2 16-16,1 8 0 0,0 0 0 15,0 0 144-15,0 0 32 0,-4 6 0 0,0 5 0 0,0 2-192 0,0 4-16 16,0 5-16-16,0-1 0 16,0 2-160-16,0 6 160 0,2 1-160 0,0 2 160 0,2 1-160 15,3 1 0-15,1-3 144 0,1-1-144 0,2-1 0 0,2-3 0 16,1-1 0-16,3-4 0 0,0-5 0 0,2 1 0 15,-1-6-128-15,0-2 128 0,2-2-208 0,0-2 32 16,-1-5 16-16,1-2 0 0,-1-1-32 0,0-4-16 16,-1-1 0-16,-1-1 0 0,-1 0 208 0,0-4-192 15,-3 0 192-15,0-3-192 0,0-1 192 0,-1-4 0 16,-2 1 0-16,0-3 0 0,-3 0 0 0,3-2 0 16,-2 3 0-16,0 0 0 0,-2 0 0 0,-1 5 0 15,-2 4 0-15,1 2 0 0,-2 3 128 0,-1 3-128 16,0 0 144-16,3 5-144 0,-8 1 304 0,1 4-48 15,-2 3 0-15,-1 3 0 0,1 2-96 0,0 4-32 16,1 2 0-16,-1 2 0 0,0 3-128 0,3 0 0 16,0-1 144-16,4 0-144 0,0 0 0 0,5 1 0 15,1-1 0-15,1-3 0 0,3-2 0 0,1-1 0 0,3-1 0 16,1-3 0-16,3-4-320 0,2-3 32 16,1-2 0-16,1-2 0 15,-1-4-864-15,4-2-192 0,-1-1-16 0,1-3-16 16,1-2-1072-16,-2 0-224 0,1-2-32 0,3-2-9760 0,1-3-1936 0</inkml:trace>
  <inkml:trace contextRef="#ctx0" brushRef="#br0" timeOffset="50832.27">20513 570 23951 0,'0'0'2128'0,"-6"-2"-1696"0,1-2-432 0,0 0 0 0,0 1 4288 0,5 3 784 16,-7-2 160-16,1 2 16 0,1 2-2768 0,5-2-560 15,-6 4-128-15,1 4 0 0,1 4-816 0,0 1-144 16,0 5-48-16,2 3 0 0,-1 1-400 0,1 3-64 16,-1 2-32-16,0 2 0 0,2 1-32 0,-3 2 0 15,2 4 0-15,0 1 0 0,2 4-256 0,2-1 128 16,-2 2-128-16,0-2 0 0,1 1 128 0,0-2-128 16,0 0 0-16,1-2 0 0,-1-4 0 0,0-3 0 15,-1-5 0-15,0 0 0 0,0-2 0 0,-1-3-144 16,0 0-16-16,1-5 0 15,0-2-784-15,-2-1-144 0,1-5-48 0,0-1 0 16,1-6-368-16,0 0-80 0,0 0-16 0,0 0 0 16,0 0-1056-16,0 0-224 0,-4-4-32 0,-1-4-13696 0</inkml:trace>
  <inkml:trace contextRef="#ctx0" brushRef="#br0" timeOffset="51014.68">20245 1075 21183 0,'-6'-1'1888'0,"2"1"-1504"0,0 0-384 0,4 0 0 16,0 0 4224-16,0 0 784 0,0 0 160 0,0 0 16 15,0 0-2800-15,13-2-560 0,-1 1-112 0,4 0-32 16,0-2-416-16,4-2-96 0,1 1-16 0,0-3 0 16,1 2-496-16,1-1-96 0,1-1-32 0,-1 2 0 15,2-2-288-15,0 1-64 0,-3-1-16 0,0 2 0 0,-1 0-160 0,0 0 0 16,-4 0 0-16,-2 2 0 16,1-4-960-16,0 5-256 0,-3 0-64 0,0 1-13552 15,-3 0-2704-15</inkml:trace>
  <inkml:trace contextRef="#ctx0" brushRef="#br0" timeOffset="55447.51">20745 881 27647 0,'0'0'2448'0,"0"0"-1952"15,0 0-496-15,0 0 0 0,0 0 3024 0,0 0 512 16,0 0 112-16,0 0 0 0,0 0-1904 0,0 0-384 16,0 0-80-16,0 0 0 0,-3 7-192 0,-1 4-16 15,0-2-16-15,0 8 0 0,0 2-464 0,1 2-80 16,-1 2-32-16,2-3 0 0,0 1-128 0,0 1-32 16,1-5 0-16,1-1 0 0,0-2-320 0,0-1 144 15,0-2-144-15,1-1 0 0,1-2 0 0,-1 1 0 16,-1-9 0-16,0 0 0 15,0 0-576-15,0 0-32 0,0 0 0 0,0 0 0 16,0 0-1312-16,0 0-256 0,0 0-48 0,0 0-16 16,0 0-1472-16,5-5-288 0</inkml:trace>
  <inkml:trace contextRef="#ctx0" brushRef="#br0" timeOffset="55983.92">20813 720 25791 0,'0'0'2304'0,"-6"-2"-1856"0,-3-4-448 0,3 1 0 15,0-1 4480-15,3-1 784 0,-1 2 176 0,0 0 16 16,0-2-4128-16,1 3-832 0,1-2-176 0,2 6-16 0,0 0-304 16,0 0 0-16,0 0 128 0,0 0-128 15,0 0-1920-15,7 6-432 0,0 1-80 0,1 2-9920 16,1 0-1968-16</inkml:trace>
  <inkml:trace contextRef="#ctx0" brushRef="#br0" timeOffset="56548.48">20902 935 15663 0,'-9'0'688'0,"9"0"144"0,0 0-656 0,0 0-176 16,0 0 0-16,0 0 0 0,0 0 5744 0,0 0 1104 15,0 0 240-15,0 0 32 0,3 7-4144 0,-2 2-832 16,1 1-160-16,-1 1-48 0,0-1-864 0,0 2-176 16,1 0-48-16,-1-1 0 0,0 1-336 0,1-1-80 15,-1-4-16-15,-1-7 0 0,0 8-160 0,0-8-48 16,0 0 0-16,0 0 0 0,0 0-80 0,0 0-128 15,0 0 176-15,0 0-176 0,0 0 208 0,0 0-64 16,0 0-16-16,0 0 0 0,0 0 0 0,0 0-128 16,0 0 192-16,4-8-64 0,1-3-128 0,0-2 0 15,-1-2 0-15,4-4 128 0,3-2-128 0,0 1 0 16,2-3 0-16,0 1 0 0,3 0-144 0,0 3 144 0,-2 2 0 16,0 4 0-16,-2 2-176 0,0 3 176 0,0 3-160 0,1-1 160 15,-13 6-144-15,0 0 144 0,0 0-128 0,9 15 128 16,-4 2 0-16,-3 5 0 0,-2 3 0 0,0 5 0 15,-1 2 192-15,1 1-48 0,0-5 0 0,0-9 0 16,1-1-144-16,1 0 128 0,-1-1-128 0,3-3 128 16,3 0-128-16,-1-3 0 0,-1 0 0 0,3-3 0 15,0-5 0-15,0-1 0 0,-8-2 0 0,10-2 0 0,-1-4-128 16,2-1 128-16,-1 0-160 0,2-4 160 0,1-1-144 0,0-3 144 16,0-3-128-16,0-1 128 0,0-2-176 0,1-2 176 15,1 1-208-15,-1-2 80 0,-1 1 0 0,0 1 0 16,-1 1 0-16,-2 4 0 0,1-1 128 0,-1 3-128 15,-2 5 128-15,-1-1-128 0,-2 6 128 0,-5 5 0 16,0 0 0-16,0 0 0 0,0 0 0 0,0 0 0 16,0 0 192-16,4 9-64 0,-2-1 16 0,1 5 16 15,-1 3 0-15,-2-1 0 0,0 2-160 0,0 0 128 16,0 2-128-16,2-1 128 0,-1-1-128 0,2-2 0 16,-1 1 0-16,1-3 0 15,2-1-768-15,-1-3-64 0,1-1-32 0,0-3 0 16,-5-5-1632-16,7 1-336 0,-1-2-64 0,4-2-16976 0</inkml:trace>
  <inkml:trace contextRef="#ctx0" brushRef="#br0" timeOffset="56681.69">21596 582 44351 0,'0'0'1968'0,"0"0"400"0,-5-1-1904 0,5 1-464 15,-5-4 0-15,5 4 0 0,-6-4 656 0,6 4 48 0,0 0 0 0,0 0 0 16,0 0-544-16,7-5-160 0,2-1 0 0,0 3 0 15,4-3-2992 1,2 1-704-16</inkml:trace>
  <inkml:trace contextRef="#ctx0" brushRef="#br0" timeOffset="56869.37">21797 518 11055 0,'-8'4'976'0,"4"-1"-784"0,-1-1-192 0,1 1 0 0,0 0 6848 0,-1 2 1312 15,1 1 272-15,1 3 48 0,-1 2-5280 0,2 2-1040 16,1 4-224-16,-3 2-32 0,0 5-784 0,1 1-160 15,0-1-16-15,1 1-16 0,1-1-544 0,-1 0-128 16,1 2 0-16,1-1-16 0,-1 0-240 0,1-2 0 16,0 1 0-16,1-1 0 15,0 1-688-15,2-5-224 0,-1-3-48 0,1 0-16 16,-2-2-1296-16,1-4-256 0,-1-2-48 0,2-1-10448 16,-3-7-2080-16</inkml:trace>
  <inkml:trace contextRef="#ctx0" brushRef="#br0" timeOffset="57115.53">21630 851 36335 0,'0'0'1600'0,"0"0"352"0,0 0-1568 0,0 0-384 16,-1-7 0-16,1 7 0 0,4-5 2112 0,1 0 320 15,1-1 80-15,5 0 16 0,4-2-976 0,4 0-192 16,-2 0-32-16,3 1-16 0,4-1-528 0,2-3-96 16,0 2-32-16,-1 0 0 0,-2 1-224 0,1 2-48 0,-2 1-16 0,0 1 0 15,-5 0-176-15,-1 2-48 0,-3 4 0 0,-3 0 0 16,-1 2-144-16,-1 0 128 0,-1 3-128 0,-2 3 128 15,-1 3-128-15,-2 3 192 0,1-1-192 0,0 2 192 16,-2 2-192-16,1-1 0 0,1-1 0 0,0 0 0 16,-2 2-576-16,2-4-128 15,1 0-48-15,-1-4 0 0,1-2-1360 0,2-1-256 0,-1-3-64 16,3-1-18352-16</inkml:trace>
  <inkml:trace contextRef="#ctx0" brushRef="#br0" timeOffset="57265.38">22174 590 45215 0,'0'0'2000'0,"0"0"416"16,0 0-1936-16,0 0-480 0,-6 0 0 0,6 0 0 0,0 0 880 0,0 0 80 15,0 0 0-15,0 0 16 0,0 0-560 0,0 0-112 16,4 8-32-16,4 1 0 16,0 1-1408-16,4-3-272 0,2 1-64 0,-1-1-16 15,1 1-2608-15,3 0-512 0</inkml:trace>
  <inkml:trace contextRef="#ctx0" brushRef="#br0" timeOffset="57851.06">22460 690 15663 0,'0'0'688'0,"0"0"144"16,0 0-656-16,0 0-176 0,0 0 0 0,0 0 0 0,-7 2 6080 0,-3 3 1200 15,3-1 224-15,-2 2 48 0,-3 1-4448 0,-1 2-896 16,-2 1-176-16,0 5-48 0,-2 2-768 0,0 2-176 16,-1 1-16-16,2-1-16 0,2-1-432 0,2 1-64 15,3-1-32-15,2 0 0 0,2-1-352 0,2-1-128 0,3-2 0 0,2-1 144 16,-2-2-144-16,4-4-144 0,2-1 144 0,5-4-208 15,0-3-112-15,4-2-32 0,0-2 0 0,2-3 0 16,2-2 48-16,-1-1 16 0,-1 0 0 0,0-1 0 16,-2-1-32-16,1-1 0 0,0-2 0 0,-2 0 0 15,0 1 320-15,-1-1-128 0,-2 2 128 0,-1-2 0 16,-1 2 0-16,2-1 0 0,-5 4 0 0,1 0 0 16,-3 3 144-16,-4 8 48 0,0 0 0 0,0 0 0 0,0 0 160 0,0 0 32 15,0 0 16-15,0 0 0 0,0 0 0 0,4 8 0 16,-2 3 0-16,0-1 0 0,-1 2-208 0,0-2-64 15,0 3 0-15,1 0 0 0,0 2-128 0,1 0 192 16,0-2-192-16,0-1 192 0,3 0-192 0,-1-2 0 16,-2-1 0-16,0-1 128 0,4-1-128 0,-2-2 0 15,-5-5 0-15,7 4 0 0,-7-4 0 0,6 2 0 16,1-2 128-16,-7 0-128 0,6-2 0 0,1-2 0 16,-2 0 0-16,0-1 0 0,0-2 0 0,2-1 128 15,-1-1-128-15,1-2 0 0,-1-1 0 0,2-1 0 16,1-3 128-16,1 2-128 0,-1-4 0 0,-2 1 0 15,3 2 0-15,-1 0 128 0,0 3-128 0,-3 3 0 16,-2 4 0-16,-4 5-176 0,6-7 176 0,-6 7 0 16,0 0 0-16,0 0 0 0,0 0 0 0,0 0 0 15,5 9 0-15,-1 2 128 0,1-1-128 0,0 0 176 16,-1 2-176-16,1 0 192 0,0 0-192 0,2 1 160 16,3 1-160-16,3-1 160 0,3-1-160 0,2-3 0 15,2 1 144-15,2 0-144 0,1-3 0 0,2 0 0 16,0-1 0-16,0 0 0 0,-3-4 0 0,-1 1 0 0,0 1 0 0,-3-3 0 15,-2 0 0-15,-2 1-192 0,0-1 192 0,-2 0-192 16,0-1-64-16,-2 0 0 0,1 3-16 0,-4-3 0 31,1 0-1168-31,0-3-224 0,0 2-64 0,0 1-13808 0,0 0-2768 0</inkml:trace>
  <inkml:trace contextRef="#ctx0" brushRef="#br0" timeOffset="66260.02">4752 1260 28559 0,'0'0'1264'0,"0"0"272"0,-8 0-1232 0,2 0-304 16,6 0 0-16,0 0 0 0,-7-3 2432 0,7 3 416 15,0 0 96-15,0 0 0 0,0 0-320 0,0 0-80 0,0 0-16 0,5-6 0 16,2 2-1232-16,3-3-240 0,2 4-48 15,0-3-16-15,0 0-416 0,1-1-96 16,0 2-16-16,1 0 0 0,2 1-272 0,-1-1-48 0,1 1-16 0,0 0 0 16,-1 0-128-16,3 1 0 0,1 1 0 0,-1 0 0 15,-1-1 0-15,-1 1-144 16,0 1 0-16,3 1 0 16,-2-3-1392-16,0 3-256 0,-2 3-64 0,0-2-16 15,-1 2-1888-15,-1 1-368 0,0 2-80 0</inkml:trace>
  <inkml:trace contextRef="#ctx0" brushRef="#br0" timeOffset="66509.78">4757 1413 18431 0,'-10'1'816'0,"6"-1"160"0,-1-1-784 0,-1 1-192 0,6 0 0 0,0 0 0 0,0 0 6512 15,0 0 1248-15,0 0 256 0,8-6 48 0,0 5-5888 0,1-3-1168 16,2 1-240-16,3 1-64 0,2 1-384 0,1-2-64 15,0 0-32-15,1 1 0 0,1-1-224 0,2 1 0 16,-1-1 128-16,1 2-128 0,0-2 0 0,1 3 0 16,1-4-144-16,1 1 144 15,-1 1-1168-15,-1-1-144 0,2 2-32 0,-1-3 0 16,-1 0-1040-16,2-1-224 0,-1-2-32 0,1 4-16 16,1-3-1568-16,-2 2-320 0</inkml:trace>
  <inkml:trace contextRef="#ctx0" brushRef="#br0" timeOffset="66792.97">5393 1165 22111 0,'0'0'976'0,"0"0"208"0,-5 4-944 0,5-4-240 15,-6 5 0-15,1-1 0 0,1 2 5344 0,4-6 1024 16,-4 7 208-16,4-7 32 0,-3 6-4000 0,2 1-816 0,1-7-144 0,-2 8-48 16,2 0-864-16,0-8-176 15,0 0-48-15,4 9 0 0,0 1-352 0,2-1-160 16,0-2 128-16,1-1-128 0,-7-6 0 0,7 8 0 0,4-1 0 0,-1-3 0 15,2-1 0-15,-3 1 0 0,2 0 0 0,0 1 0 16,1-3 0-16,0 0-144 0,-2 0 144 0,-2-1-160 16,1 2 160-16,-9-3-208 0,0 0 80 0,0 0 128 15,0 0-160-15,0 0 160 0,0 0 0 0,7 6-144 16,-7-6 144-16,0 0 0 0,0 0 0 0,0 9 0 0,-6-1 0 0,1 0 0 16,0-2 0-16,-2 1 0 0,1-1-192 15,-2 2 64-15,0-1 0 0,2 1 0 16,-1-1-1344-1,3 1-256-15,-1-1-48 0,1 2-19664 0</inkml:trace>
  <inkml:trace contextRef="#ctx0" brushRef="#br0" timeOffset="67644.53">6211 1038 12895 0,'0'0'1152'0,"-4"-4"-928"16,4 4-224-16,-4-3 0 0,4 3 6688 0,0 0 1296 16,0 0 256-16,0 0 48 0,-8 5-4896 0,2 4-960 0,-1 4-208 0,1 4-48 15,-2 4-1168-15,1 3-240 16,0 4-64-16,0 2 0 0,1 2-256 0,0 0-48 16,2-2-16-16,3-2 0 0,1-2-64 0,3-1-32 0,2-5 0 0,1-1 0 15,2 0-288-15,1-2 0 16,2-3 0-16,1-2 0 0,-1-5-144 0,1-1 144 0,0-4-128 0,1 0 128 15,0-2-224-15,1-2 32 0,-1-3 16 0,0-1 0 16,2-1 48-16,-1-2 0 0,-4-2 0 0,1 1 0 16,-1-3 128-16,-1-3 0 0,0 2-144 0,2-4 144 15,-2 0 0-15,-1-6 0 0,0 1 0 0,-1-4 0 16,0-2 0-16,0 0 0 0,-1 1 0 0,1 1 0 16,-4 5 0-16,3 0 0 0,-2 3 0 0,-3 4 0 15,-1 1 0-15,0 4 0 0,1 4 128 0,-1 6-128 16,0 0 336-16,0 0-16 0,0 0 0 0,0 0 0 0,-2 8-128 0,0 5-16 15,1 2-16-15,0 5 0 0,-1 3-160 0,2 2 0 16,0 1 0-16,0 0 128 0,2-1-128 0,0 0 0 16,1-2 0-16,1-1 0 0,0-5 0 0,0 0 0 15,1 0 0-15,0-1 0 0,2-2-128 0,-1-2-64 16,1-2-16-16,0-2 0 16,3-2-1280-16,-3-3-256 0,4 0-48 0,-1-3-16 15,2 0-1904-15,0-3-384 0,1 1-80 0</inkml:trace>
  <inkml:trace contextRef="#ctx0" brushRef="#br0" timeOffset="67860.37">6688 1148 31327 0,'0'0'2784'0,"0"0"-2224"16,-6 5-560-16,6-5 0 0,0 0 3712 0,0 0 640 0,0 0 128 0,0 0 32 16,0 0-2464-16,0 0-512 15,0 0-80-15,0 0-32 0,10 5-736 0,0-2-160 0,1-2-16 0,1-1-16 16,1-1-336-16,1 0-160 15,0-2 160-15,1 0-160 0,-1 1 0 0,0-1 128 16,1 1-128-16,2-1 0 0,-2 3-144 0,1-3-80 0,0 2-16 0,-1 1 0 31,-3-1-1296-31,0 1-272 0,-1 0-48 0,2 1-16 16,-2 0-1168-16,-1 2-224 0,1 1-64 0</inkml:trace>
  <inkml:trace contextRef="#ctx0" brushRef="#br0" timeOffset="68043.96">6804 1316 11967 0,'-17'4'1072'0,"11"-4"-864"0,-1 1-208 0,1 1 0 0,0 1 6448 0,6-3 1232 16,0 0 256-16,0 0 64 0,0 0-4576 0,0 0-912 16,0 0-176-16,0 0-32 0,0 0-1232 0,8 7-240 15,0-3-64-15,1-1 0 0,0-3-576 0,3 0-192 16,1 0 128-16,3-3-128 0,2 2 0 0,0-1 0 16,0 1-128-16,2-4 128 15,0 0-992-15,-1-1-96 0,1 0-32 0,-1 1 0 16,-1 1-1056-16,1 0-192 0,-2-1-64 0,-2-1-10224 15,2 0-2048-15</inkml:trace>
  <inkml:trace contextRef="#ctx0" brushRef="#br0" timeOffset="68479.57">7331 1053 12895 0,'-11'-2'576'0,"7"2"112"0,-1 0-560 0,1 2-128 16,-1 0 0-16,1 2 0 0,0 1 7632 0,-1 2 1504 15,0 1 288-15,-2 1 64 0,0 4-6128 0,-3 3-1232 0,1 4-240 0,-1 3-48 16,1 3-960-16,1 1-192 0,-1-1-48 0,2 0 0 16,2-1-320-16,1 0-64 0,0 0 0 0,4-5-16 15,2 1-240-15,1-1 0 0,1-2 0 0,3-4 0 16,-1-1 0-16,4-1-192 0,0-3 16 0,0-2 0 16,2-2-128-16,1-5-16 0,1 0-16 0,1-4 0 15,-2-1 48-15,0 0 16 0,1-2 0 0,-1-1 0 16,0-2 96-16,0-2 32 0,-1-1 0 0,0 0 0 15,0 0 144-15,-3 0-128 0,0-3 128 0,0-1-128 0,-1 0 128 16,1-5 0-16,-1 1 0 0,-2-1 0 0,-1 3 0 0,2 0 0 16,1 0 0-16,-3-1 0 0,0 3 0 0,-1 3 0 15,0 1 0-15,0 4 0 0,0-2 192 0,-2 5-16 16,-2 6-16-16,0 0 0 0,0 0 96 0,0 0 0 16,0 0 16-16,0 0 0 0,0 0-16 0,4 6-16 15,0 5 0-15,0 3 0 0,-1 3-240 0,-1 3 144 16,0 2-144-16,0 0 128 0,1 0-128 0,0 0 0 15,-1 1 0-15,1-3 0 0,-1 0 0 0,2 0 0 16,0-2-224-16,1-3 80 16,2 0-720-16,1-3-144 0,0-2-16 0,-2-1-16 15,3-2-944-15,0-2-192 0,2-3-48 0,0-2 0 16,3-2-1728-16,0-5-336 0</inkml:trace>
  <inkml:trace contextRef="#ctx0" brushRef="#br0" timeOffset="68761.53">7997 944 23039 0,'0'0'2048'0,"-3"-6"-1648"0,1-2-400 0,0 2 0 16,2 6 4160-16,0 0 736 0,-2-6 160 0,-2 2 16 15,0 1-1952-15,-2 1-400 0,0 2-80 0,0 2-16 16,-1-1-1040-16,1 3-224 0,-1 2-32 0,-2 3-16 16,1 3-672-16,-1 3-144 0,-1 1-32 0,-1 5 0 15,0 3-256-15,-1 1-48 0,-1 2-16 0,0 0 0 16,1 2-144-16,2 0 0 0,0-1 0 0,3 0 0 0,-1-2 0 15,3-3 0-15,2-1 0 0,2-1 0 0,1-2 0 0,1-1-192 16,2-1 32-16,2-3 16 16,3-2-224-16,1-2-32 0,0 2-16 0,3-5 0 15,-1-1-256-15,4-2-48 0,0-1-16 0,2-3 0 16,2 0-1200-16,0-4-240 0,5-3-64 0,-1-2 0 16,1-3-1248-16,2-2-256 0,-3-3-48 0</inkml:trace>
  <inkml:trace contextRef="#ctx0" brushRef="#br0" timeOffset="68995.53">8285 967 20271 0,'0'0'1792'0,"0"0"-1424"16,0 0-368-16,0 0 0 0,0 0 5104 0,0 0 944 15,0 0 192-15,0 0 32 0,0 0-3136 0,0 0-640 0,0 0-128 0,0 0-32 16,-2 11-1168-16,-1 1-224 16,-1 2-48-16,0 3-16 0,1 2-480 0,0 2-80 15,0 1-32-15,0 1 0 0,-1 2-288 0,2 0 160 16,-1-1-160-16,2 0 128 0,1-5-128 0,0 1 0 0,1-3 0 0,1-1 0 15,-1-2-256-15,0-1-16 16,0-1-16-16,1-3 0 16,-2-9-816-16,0 0-176 0,0 0-16 0,1 9-16 15,-1-9-928-15,0 0-176 0,0 0-32 0,0 0-16 16,0 0-1424-16,0 0-272 0,10-12-64 0,-2 1-16 0</inkml:trace>
  <inkml:trace contextRef="#ctx0" brushRef="#br0" timeOffset="69211.59">8099 1059 19343 0,'-21'3'1728'0,"13"-1"-1392"0,1 0-336 0,4-1 0 0,3-1 5248 0,0 0 992 15,0 0 192-15,0 0 32 0,0 0-3904 0,0 0-768 16,0 0-176-16,9 1-16 0,4-1-752 0,0-1-144 16,2 0-16-16,5-3-16 0,0 0-368 0,2-3-80 15,-1 0-16-15,2 0 0 0,3-1-80 0,0 0 0 16,3-1-128-16,-2 1 192 0,1-2-192 0,0 1 0 15,0 0 0-15,-1 0 0 16,-1 2-1104-16,-1 1-272 0,-2 0-48 0,0 0-16 16,-4-1-2080-16,-1 2-432 0</inkml:trace>
  <inkml:trace contextRef="#ctx0" brushRef="#br0" timeOffset="69528.42">8578 762 43823 0,'0'0'1936'0,"0"0"416"0,0 0-1888 0,8 5-464 0,1-1 0 0,1-1 0 15,-3-1 1296-15,1-2 176 0,0 2 16 0,1 3 16 16,2-1-432-16,-1 2-96 0,0 1-16 0,3 1 0 16,0 1-416-16,2 1-96 0,-1 3 0 0,-1 3-16 15,-1-1-176-15,0 6-48 0,-1 3 0 0,0 2 0 16,-3 4-16-16,-1-3 0 0,0 2 0 0,-2 2 0 15,-2 4 64-15,-2-3 0 0,-1-1 0 0,-1-1 0 16,-2 0 0-16,-1-4 0 0,-1 0 0 0,0-1 0 0,2-2-128 16,-1 1 0-16,-2-1-128 0,-2-1 192 0,-1-1-192 0,-2 0 0 15,1 0 128-15,0-4-128 0,0-1 128 0,1-2 0 16,2 0-128-16,-1-2 192 0,0-4-192 16,3 1 0-16,1-1 0 0,1-2 0 15,3-6-1184-15,0 0-176 0,0 0-48 0,0 0-15040 16,0 0-3008-16</inkml:trace>
  <inkml:trace contextRef="#ctx0" brushRef="#br0" timeOffset="70312.19">6112 2036 16575 0,'-8'-3'1472'0,"4"2"-1168"0,-1-1-304 0,1 2 0 16,0-1 5680-16,4 1 1072 16,0 0 224-16,0 0 32 0,0 0-4240 0,-4 4-848 15,3 0-160-15,1 4-32 0,-1 0-512 0,2 2-112 0,0 3-16 0,2 3 0 16,-2 2-544-16,2 4-112 0,-1 2-32 0,0 0 0 15,-1 2 0-15,0 1 0 0,0-1 0 0,2-3 0 16,-2-1-144-16,1-3-16 0,-1-1-16 0,-1-5 0 16,1 0-96-16,1-1-128 0,-1-3 176 0,-1 0-176 15,0-9 144-15,0 0-144 0,0 0 0 0,0 0 144 16,0 0-144-16,0 0 0 0,0 0 144 0,0 0-144 16,0 0 0-16,0 0 0 0,0 0 0 0,6-7 0 0,1-3 0 0,-2-2 0 15,2 0 0-15,1-2 0 16,1-3 0-16,1-2 0 0,2-2 0 0,0-1-128 0,1-1 128 0,0 3 0 15,-2 3 0-15,1 2-128 0,0 0 128 0,0 4 0 16,-2 2 0-16,-1 3-128 0,0 2 128 0,-1 2 0 16,0 4 0-16,0 3 0 0,0 3 0 0,-2 3 176 15,2 4-48-15,-2 2 0 0,0 2 32 0,0 2 0 16,1 1 0-16,-1-2 0 0,1-1-160 0,-1 0 0 16,1-1 144-16,-1-1-144 0,1-2 0 0,-1 0 0 15,1-5 0-15,1 2 0 16,-1-3-864-16,4-1-96 0,-3-3 0 0,1 0-16 15,-1-1-1184-15,1-1-224 0,0-3-48 0,1-1-11920 16,2-2-2384-16</inkml:trace>
  <inkml:trace contextRef="#ctx0" brushRef="#br0" timeOffset="70512.49">6619 2124 19343 0,'0'0'1728'0,"0"0"-1392"15,0 0-336-15,0 0 0 0,0 0 5840 0,0 0 1104 16,0 0 224-16,0 0 32 0,0 0-4480 0,0 0-896 15,8 0-176-15,1 0-48 0,1-1-512 0,1 0-96 0,1 1-32 0,1-4 0 16,1 3-592-16,-1-3-128 0,1 0-32 0,1 0 0 16,-1 0-208-16,0 1 0 0,1 1 0 0,-2-1 0 15,-2 0 0-15,1 1-256 0,0-1 16 0,1 3 16 32,-3-2-1792-32,1 2-352 0,-1 0-80 0,2 2-12240 0,1 1-2448 0</inkml:trace>
  <inkml:trace contextRef="#ctx0" brushRef="#br0" timeOffset="70696.56">6661 2268 40431 0,'0'0'1792'0,"0"0"368"0,0 0-1728 0,0 0-432 15,0 0 0-15,0 0 0 0,0 0 1776 0,0 0 272 16,0 0 48-16,6 6 16 0,5-3-912 0,-1-2-176 16,3-1-48-16,1 0 0 0,2 0-608 0,0-1-128 15,-1-2-32-15,2-1 0 0,3-2-208 0,-1-1 0 16,1-1 0-16,1 1-160 15,1-1-1472-15,0 0-288 0,0 0-64 0,2-1-16 16,-1 1-2560-16,-4 2-512 0</inkml:trace>
  <inkml:trace contextRef="#ctx0" brushRef="#br0" timeOffset="71179.53">7210 1900 36799 0,'0'0'1632'0,"0"0"336"0,0 0-1584 0,0 0-384 0,0 0 0 0,0 0 0 15,0 0 2672-15,0 0 448 0,0 0 80 0,0 0 32 16,0 0-1296-16,-4 5-256 0,0 3-48 0,2 1-16 16,1 3-768-16,0 4-144 0,1 1-48 0,-1 2 0 15,-1 3-352-15,2 3-80 0,-1 0-16 0,1 2 0 0,0-2-80 0,0 1-128 16,0 0 176-16,0 0-176 0,1-2 128 0,1-2-128 15,-1-3 0-15,0 0 0 0,-1-1 0 0,1-4 0 16,1-5 0-16,-2-1 0 0,0-8 0 0,1 8 0 16,-1-8 0-16,0 0 0 0,0 0 0 0,0 0 0 15,0 0 0-15,0 0 0 0,0 0 0 0,0 0 0 16,0 0 0-16,8-5 0 0,0-2-144 0,0-4 144 16,1-2-128-16,0-2 128 0,1-2 0 0,1-2-160 15,0-2 160-15,1 1 0 0,1-2-144 0,1 1 144 16,1 2 0-16,-2 2-144 0,0-2 144 0,-1 4 0 15,-3 2 0-15,0 4 0 0,-1 1 0 0,0 4 0 16,-1 1 0-16,-7 3-128 0,0 0 128 0,8 3 0 16,-3 1 0-16,-1 4 0 0,0 1 176 0,1 3-48 15,-1 1 0-15,0 2 0 0,-1 2-128 0,-1 3 192 16,2-2-192-16,0 2 192 0,0-1-192 0,1-1-144 16,2-1 144-16,-1 0-208 15,0-1-368-15,0 0-64 0,2-3 0 0,2-2-16 16,1-3-976-16,-1-3-192 0,1-2-32 0,0-2-16 15,2-1-2576-15,-2-1-512 0,5-4-96 0,8-6-32 0</inkml:trace>
  <inkml:trace contextRef="#ctx0" brushRef="#br0" timeOffset="71479.92">7984 1891 28559 0,'0'0'2544'0,"-5"-1"-2032"0,5 1-512 0,0 0 0 16,-7 1 4256-16,-1-1 752 0,2 1 160 0,-1 1 16 15,0-1-2768-15,-1 0-560 0,0 0-128 0,0 2 0 0,0 1-800 0,0 3-160 16,1 2-16-16,0-3-16 0,-1 3-400 16,2 2-80-16,-5 0 0 0,2 4-16 0,0 2-112 0,0 1-128 15,0 4 176-15,0-2-176 0,0 1 0 0,2 1 0 16,2-1 0-16,1-1 0 0,1 1 0 0,3-1 0 16,3-2 0-16,2 0 0 0,2-1 0 0,0-1 0 15,3 0 0-15,1-1-144 0,1-4-48 0,1-1 0 16,1-1 0-16,2-2 0 0,1-3-112 0,1-2-16 15,3-2-16-15,0-2 0 16,1-2-1152-16,0-5-240 0,2-3-32 0,-2-1-16 16,-1-1-1296-16,0-2-256 0,-2 0-48 0,-1-3-16 15,-1-1-272-15,-1 1-64 0,-2-1-16 0,-2-1-4832 16,-1-1-960-16</inkml:trace>
  <inkml:trace contextRef="#ctx0" brushRef="#br0" timeOffset="71680.42">8251 1963 23663 0,'-1'-17'1040'0,"1"10"240"0,-1 1-1024 0,-1-1-256 15,0 1 0-15,2 6 0 0,-3-6 4000 0,3 6 752 16,0 0 160-16,0 0 16 0,-4-1-1840 0,4 1-368 15,0 0-80-15,0 0-16 0,0 0-1216 0,0 0-256 16,-1 7-64-16,0-1 0 0,-1 1-592 0,0 2-128 0,0 1-32 0,1 5 0 16,0 2-176-16,1 1-32 0,0 0-128 0,0 2 192 15,0 0-192-15,0 1 0 0,1 0 0 0,-1-1 0 16,0-1 0-16,1 0 0 0,2-3 0 0,0 0 0 16,-2-3 0-16,0-1-256 0,2-2 16 0,-1-2 16 15,1-1-1024-15,-3-7-208 16,3 7-32-16,-3-7-16 0,0 0-944 0,0 0-192 0,0 0-48 0,0 0 0 15,0 0-1360-15,0 0-288 0</inkml:trace>
  <inkml:trace contextRef="#ctx0" brushRef="#br0" timeOffset="71896.97">8100 1933 44799 0,'0'0'1984'0,"0"0"416"0,0 0-1920 0,0 0-480 16,0 0 0-16,0 0 0 0,0 0 1472 0,0 0 208 15,0 0 48-15,0 0 0 0,10 4-832 0,3-3-144 16,0-1-48-16,6 0 0 0,0-1-352 0,3-3-80 16,2 0-16-16,-1 1 0 0,5-3-256 0,0 0 0 15,1 1 128-15,0 0-128 0,0 1 0 0,-2 0 0 0,-1-1 0 16,0 0 0 0,0 0-896-16,-1 1-128 0,-3-3-16 0,0 2-16 15,-2 1-1632-15,-2 1-320 0,-2 2-64 0</inkml:trace>
  <inkml:trace contextRef="#ctx0" brushRef="#br0" timeOffset="72213.92">8469 1741 18431 0,'0'0'1632'0,"0"0"-1312"0,8 3-320 0,0-2 0 15,1 0 6944-15,1 1 1312 0,3-1 272 0,2 1 48 16,0 1-5888-16,1 1-1168 0,-1 1-240 0,4 2-64 15,-1 1-512-15,3-1-96 0,1 3-32 0,0-1 0 16,2 0-176-16,-2 1-32 0,-3 1-16 0,2 2 0 0,1 2-352 0,-1 4 144 16,-1 1-144-16,1 1 0 0,-4 1 176 0,-2 3-176 15,-2 1 160-15,-1 3-160 0,-4 0 144 0,-2 3-144 16,-4-2 128-16,-2 2-128 0,-3-3 240 0,-1 1-48 16,-4-1 0-16,-1-1 0 0,-1-4-192 0,-2 0 0 15,-2-2 0-15,-1-1 0 0,0-3 160 0,2 0-160 16,1-1 160-16,-1-2-160 0,0-2 128 0,0-2-128 15,1 0 0-15,2-2 144 0,1-1-96 0,1-2-48 16,0 1 0-16,1-2 0 16,2 0-896-16,5-5-160 0,-4 5-32 0,4-5-15728 15,0 0-3136-15</inkml:trace>
  <inkml:trace contextRef="#ctx0" brushRef="#br0" timeOffset="82370.61">16698 6218 15663 0,'0'-13'688'0,"0"8"144"0,0-2-656 0,1-1-176 0,5-5 0 0,0 3 0 15,1-3 6304-15,-4 4 1232 0,3 1 240 0,-1 1 48 0,-4 2-5200 0,-1 5-1024 16,0 0-224-16,0 0-32 0,0 0-48 0,0 0 0 16,0 0 0-16,2 9 0 0,-1 7-496 0,-2 4-96 15,-1 4-32-15,0 6 0 0,-2 4-240 0,1 1-48 16,0 3-16-16,2 0 0 0,0-1-192 0,2-4-48 16,2 0 0-16,-1-7 0 0,4-2-128 0,0-4 0 15,1-3 0-15,2-2 0 0,1-5 0 0,1-2 0 16,-4-4 0-16,5-2 0 0,1-2-176 0,2-3 48 15,-4-4 0-15,2 1 0 0,0-6-64 0,2 0-16 16,-1-1 0-16,-1-7 0 0,1-2 16 0,1-2 16 16,-2-4 0-16,-1-1 0 0,1-1 176 0,0-3-128 15,-2-3 128-15,1 1-128 0,0 0 128 0,0 1 0 16,-2 2 0-16,0 3 0 0,-2 3 0 0,0 5 0 16,-1 5 0-16,-2 5 0 0,-3 3 0 0,-2 8 176 15,0 0-48-15,0 0 0 0,0 0 160 0,0 13 32 16,-2 4 0-16,0 5 0 0,0 4-176 0,1 4-16 15,-2 2-128-15,2 1 192 0,2 1-192 0,0-3 0 16,1 2 128-16,1-2-128 0,1-2 0 0,3-3 0 0,1-3 0 0,1-3 0 31,0-2-576-31,1-2-96 0,3-6-32 0,0-2 0 16,1-1-1248-16,0-3-256 0,2-4-48 0,2-3-12656 0,-1 2-2512 0</inkml:trace>
  <inkml:trace contextRef="#ctx0" brushRef="#br0" timeOffset="82554.75">17425 6223 45039 0,'0'0'1984'0,"0"0"432"16,0 0-1936-16,0 0-480 0,0 0 0 0,8 3 0 0,0-1 1376 0,0 1 176 15,0 1 48-15,1-4 0 0,1 0-480 0,2 0-96 16,0 0 0-16,1-3-16 0,2 2-704 0,1-2-144 16,1-2-32-16,1 4 0 15,2-3-448-15,-1 1-80 0,0 1-32 0,2-1 0 16,-2 1-1648-16,-1 0-336 0,1 4-64 0,-4-1-18720 15</inkml:trace>
  <inkml:trace contextRef="#ctx0" brushRef="#br0" timeOffset="82704.85">17579 6410 35007 0,'-4'9'3120'0,"1"-1"-2496"16,-1-3-496-16,4-5-128 0,-4 5 2912 0,4-5 560 15,0 0 112-15,0 0 32 0,0 0-2112 0,5 7-416 16,3-4-96-16,2 0-16 0,3-2-848 0,3-2-128 15,3-3-128-15,1 0 128 16,2-1-1984-16,2 0-272 0,0-3-64 0,4-1-11440 16,-4-2-2304-16</inkml:trace>
  <inkml:trace contextRef="#ctx0" brushRef="#br0" timeOffset="83121.22">18111 6109 31327 0,'0'0'2784'0,"0"0"-2224"0,0 0-560 0,0 0 0 16,0 0 3664-16,0 0 624 0,0 0 128 0,0 0 32 0,-1 6-1968 0,0 4-400 16,-1 3-80-16,-2 4-16 0,-1 4-1040 0,0 3-224 15,0 4-32-15,0 2-16 0,-1-2-352 0,4 2-64 16,0 0 0-16,4 0-16 0,0-2-240 0,4-1 0 16,0-4 0-16,2-1 0 0,0-1 0 0,1-5-160 15,0-3 0-15,1-4 0 16,3-4-240-16,0-1-48 0,1-5-16 0,-1-2 0 0,1-1 48 0,-1-1 16 15,0-4 0-15,0-2 0 0,1 0 64 0,-2-1 16 16,-1-2 0-16,-1-2 0 0,-1-2 192 0,1-1 128 16,-2 1-160-16,-1-1 160 0,-2-4 0 0,0 3 0 15,0-3 0-15,-1 1 0 0,0 1 224 0,0 2-64 16,0 1-16-16,0 2 0 0,-1 0 112 0,-2 6 32 16,0 2 0-16,1 2 0 0,-2 6 96 0,0 0 32 15,0 0 0-15,0 0 0 0,0 0-80 0,0 0-16 16,0 0 0-16,2 10 0 0,2 3-320 0,0 4 128 15,0-1-128-15,1 1 0 0,-1-1 0 0,1 3 0 16,0-1 0-16,1-2 0 0,0 1-208 0,1 0-64 16,-1-4-16-16,3 0 0 15,0 0-1280-15,1-2-256 0,-1 0-48 0,0 1-16 16,-3-5-1200-16,2 1-240 0,-1-1-64 0,4 1-15152 0</inkml:trace>
  <inkml:trace contextRef="#ctx0" brushRef="#br0" timeOffset="83721.96">19145 5875 11055 0,'0'0'976'0,"0"0"-784"0,-3-8-192 0,1 0 0 16,1 2 7472-16,-1-1 1440 0,0 1 304 0,-1-1 48 15,-1 1-5520-15,0 1-1104 0,-1 1-208 0,0 1-64 16,-2 1-976-16,1 2-208 0,-3 1-32 0,0 3-16 16,-2 1-496-16,-1 3-80 0,-2 5-32 0,-3 4 0 15,-2 6-384-15,-4 6-144 0,-1 2 0 0,-3 3 0 16,1 0 0-16,3 1 0 0,2 0 0 0,3 2 0 0,1 2 0 0,4 1 0 16,2-3 0-16,4-1 0 0,1 1 0 0,5-3 0 15,2 2 0-15,5-4 0 0,0-5 0 0,2-1 0 16,1-2 0-16,2-4 0 0,-1-5 0 0,2-1 0 15,1 0 0-15,0-2 0 0,0-1-288 0,0-4-48 16,1 0-16-16,0-1 0 16,6 1-720-16,0-3-144 0,-2-5-16 0,0-2-16 15,0-4-2384-15,6 1-464 0</inkml:trace>
  <inkml:trace contextRef="#ctx0" brushRef="#br0" timeOffset="84021.91">19431 6085 25791 0,'0'0'2304'0,"0"0"-1856"0,-2-8-448 0,2 2 0 16,0 6 4752-16,0 0 864 16,0 0 160-16,0 0 48 0,0 0-2880 0,0 0-576 0,0 0-128 0,0 0 0 15,0 0-1024-15,0 0-208 0,0 0-48 0,0 11 0 16,-1-1-704-16,0 4-256 0,-3 0 144 0,1 6-144 15,-1 2 192-15,0 1-32 0,0 3-16 0,2 1 0 16,-1-3-96-16,2 0-48 0,1-1 0 0,1-2 0 16,1 0 0-16,-1-4-128 0,1 0 128 0,1-1-160 15,-2-3-128-15,1-3-32 0,0-2 0 0,-2-8 0 16,0 0-656-16,0 0-144 0,0 0-32 0,0 0 0 16,0 0-1232-16,0 0-256 0,0 0-48 0,0 0-11520 15,-2-8-2288-15</inkml:trace>
  <inkml:trace contextRef="#ctx0" brushRef="#br0" timeOffset="84208.31">19161 6033 13823 0,'-9'0'608'0,"9"0"128"0,-4 1-592 0,0 2-144 15,4-3 0-15,0 0 0 0,0 0 8416 0,0 0 1648 16,0 0 336-16,0 0 64 0,0 0-7344 0,13 4-1472 16,1-2-304-16,1 1-48 0,0-2-576 0,3 1-112 15,2-1-32-15,1-1 0 0,0-1-448 0,1-3-128 16,1-2 0-16,3 2 0 0,2 2 0 0,0-3 0 15,1-1 0-15,0 1 0 0,-1-1 0 0,1-1-160 16,0 1 160-16,1 0-208 16,0 4-976-16,-1-1-192 0,-2 6-32 0,0-2-14880 15,-1 4-2976-15</inkml:trace>
  <inkml:trace contextRef="#ctx0" brushRef="#br0" timeOffset="84422.08">19846 6303 51887 0,'0'0'1152'0,"0"0"224"0,0 8 48 0,0 1 32 0,0 0-1168 0,0 0-288 0,-1 0 0 0,1 2 0 16,0 0 1216-16,0 2 176 0,1 2 32 0,1 0 16 0,-2 1-944 0,0 0-192 15,1 1-48-15,0-3 0 16,1 1-96-16,-1 0-32 0,0-1 0 0,1-2 0 16,-1-2-256-16,0-1-64 0,-1-1-16 0,0 0 0 15,0 0-848-15,0-8-160 0,0 0-48 0,0 0 0 16,0 0-1968-16,0 0-400 0,9-1-80 0</inkml:trace>
  <inkml:trace contextRef="#ctx0" brushRef="#br0" timeOffset="84706.01">20093 6140 27647 0,'0'0'2448'0,"0"0"-1952"16,0 0-496-16,0 0 0 0,0 0 5056 0,0 0 896 15,0 0 192-15,0 0 48 0,0 0-3632 0,0 0-704 16,10 9-160-16,-2 0-32 0,1 3-720 0,-2 3-160 15,-1 0-16-15,0 2-16 0,-3 1-560 0,3 0-192 16,-1 2 0-16,-1-1 144 0,1 0-144 0,2-2 0 16,-1-1 144-16,1-2-48 0,-1-3-96 0,-1-2 0 15,2 0 0-15,-1-5 0 0,-6-4 0 0,8 4 0 16,0-1 0-16,0-2 0 0,-8-1 0 0,9-1 0 16,0-2 0-16,-1-1 0 0,0-2 0 0,-2-2 0 0,1-2 0 0,-1-2 0 15,2-2 0-15,0-3 0 0,0-4 0 0,1 0 0 16,1-1-272-16,1 0-48 0,-1-1-16 0,2 1 0 31,1 0-560-31,0 0-128 0,0 0 0 0,0 4-16 0,0-1-1264 16,0 5-240-16,0 1-48 0,-1 0-18816 0</inkml:trace>
  <inkml:trace contextRef="#ctx0" brushRef="#br0" timeOffset="85039.56">20540 5760 51951 0,'0'0'2304'0,"0"0"464"0,0 0-2208 0,0 0-560 15,0 0 0-15,0 0 0 0,3 10 976 0,2-1 96 16,4 2 16-16,1 1 0 0,3 1-512 0,2 3-80 16,2-3-32-16,1 4 0 0,2 2-304 0,-1 4-160 15,2 0 160-15,0 2-160 0,0 1 176 0,-2 1-176 16,-2-1 192-16,-1 2-192 0,-2 0 160 0,-2 1-160 15,-3 0 128-15,-2 1-128 0,-4 1 128 0,0 2-128 16,-2 0 0-16,-1-3 128 0,-1 2 0 0,-2-2-128 16,-3-3 192-16,-1 3-64 0,0 0-80 0,-4-1-48 15,-1-3 0-15,1-1 0 0,-4-2 0 0,1-6 0 16,0 0 0-16,-1-1 0 0,2-2 0 0,3 2 0 16,-1-3 0-16,1-2 0 0,1 1 0 0,1-5 0 0,0-1 0 15,2-1 0 1,2 2-624-16,4-7-64 0,-5 5-16 0,5-5-24768 0</inkml:trace>
  <inkml:trace contextRef="#ctx0" brushRef="#br0" timeOffset="85773.07">16625 7492 42495 0,'0'0'1888'0,"0"0"384"0,-4-7-1824 0,1 3-448 0,3 4 0 0,0 0 0 15,0 0 1920-15,0 0 304 0,0 0 48 0,0 0 16 16,0 0-560-16,0 0-128 0,3 9 0 0,0 7-16 0,-2 5-928 0,2 6-176 16,-1 2-32-16,1 4-16 0,-1-1-176 0,1 3-16 15,-2 2-16-15,1 1 0 0,-1 3-224 0,-1-3 128 16,0-1-128-16,3-2 128 0,-2-5-128 0,0-3 0 15,0-3 0-15,2-3 0 0,-2-4 0 0,1-3 0 16,-1-2 0-16,2-5 0 0,-3-7 0 0,0 0 0 16,0 0 0-16,0 0 0 0,0 0 0 0,0 0 0 15,5-5 0-15,0-4 0 0,2-4 0 0,-2-1 0 16,0-2 0-16,1-2 0 0,1-3 0 0,1-2 0 16,0-2 0-16,1-1 0 0,0-2 0 0,3 4 0 15,-2 0 0-15,1 3 0 0,2 2 0 0,0 3 0 16,-3 3 0-16,2 5 0 0,-2 3 0 0,1 5-128 15,-1 3 128-15,-2 3 0 0,0 3 0 0,-1 6 0 0,1 3 0 0,-2 4 128 16,-1-1-128-16,0 4 0 0,0-1 0 0,-1 1 0 16,1 0 0-16,1-2 0 0,-1-2 0 0,-1-1 0 15,1-2 0-15,0-1 0 16,-1-7 0-16,0 1 0 16,0-1-400-16,1-2-80 0,-1-1-16 0,-4-7 0 15,0 0-1360-15,9 0-256 0,0-2-64 0,2-2-16 16,-1-2-3104-16,6 1-608 0</inkml:trace>
  <inkml:trace contextRef="#ctx0" brushRef="#br0" timeOffset="85956.47">17229 7683 22111 0,'0'0'1968'0,"0"0"-1584"0,0 0-384 0,0 0 0 0,0 0 5424 0,0 0 992 0,0 0 208 0,0 0 32 16,0 0-3200-16,0 0-656 0,7 2-128 0,-7-2-32 16,0 0-1488-16,10 5-288 0,-3-1-64 0,3-2-16 0,-1-3-512 0,1 0-96 15,-1 0-32-15,3-1 0 0,1 1-96 0,1-3-48 16,1 1 0-16,-1 1 0 0,0-2-320 0,-1 0-48 15,3 1-16-15,1-2 0 16,-1 3-1488-16,-1 0-304 0,0 2-64 0,0 2-21120 16</inkml:trace>
  <inkml:trace contextRef="#ctx0" brushRef="#br0" timeOffset="86090.33">17291 7829 23039 0,'-13'10'1024'0,"8"-7"192"0,-2 0-960 0,1 0-256 16,1-1 0-16,5-2 0 0,0 0 6720 0,0 0 1312 15,0 0 256-15,0 0 48 0,0 0-6064 0,9 3-1216 16,3-3-240-16,2-1-48 0,2-3-768 0,0-2 0 16,7 0 0-16,-1-1 0 15,3-3-1920-15,1 0-256 0,1 0-64 0</inkml:trace>
  <inkml:trace contextRef="#ctx0" brushRef="#br0" timeOffset="86740.25">17967 7468 28559 0,'0'0'2544'0,"-6"-4"-2032"15,4-1-512-15,2 5 0 0,0 0 5584 0,0 0 1024 16,0 0 208-16,0 0 32 0,0 0-4480 0,0 0-896 16,0 0-176-16,0 0-32 0,-3 9-752 0,3 4-128 15,-1 4-48-15,1 5 0 0,1 3-240 0,0 1-96 16,2 0 0-16,1 2 0 0,0 0 0 0,0 4 0 16,1 3 0-16,0-1 0 0,-1-2 0 0,0 1 0 15,0-2 0-15,-1-1 0 0,-1-1 0 0,1-3 0 0,-2-3 0 0,0-3 0 16,-1-2 0-16,0-2 0 0,-1-3 0 0,1-4 0 15,-1-1 0-15,1-8 0 0,0 0 0 0,0 0 0 16,0 0 0-16,0 0 0 0,0 0 0 0,0 0 0 16,0-8 0-16,1-1 0 0,0-3 0 0,2-2 0 15,2-4 0-15,2-5 0 0,2-1 0 0,1-4 0 16,1-2 0-16,2-1 0 0,2 1 0 0,1 1 0 16,1 2 0-16,0 4 0 0,-1 2 0 0,-1 2 0 15,0 1 0-15,0 4 0 0,-2 3 0 0,-1 5 0 0,-2 2 0 16,1 4 0-16,-5 4 0 0,1 0 0 0,-1 2 0 0,1 3 0 15,-1 4 0-15,0 2 0 0,-1 2 0 0,0 1 0 16,0 3 0-16,0-2 0 0,1 2 0 0,0 0 0 16,3 0 0-16,0-1 0 15,1-3-784-15,0-1-160 0,0-4-16 0,5 0-16 16,-1-4-2928-16,0-3-592 0</inkml:trace>
  <inkml:trace contextRef="#ctx0" brushRef="#br0" timeOffset="87057.19">19029 7288 35007 0,'0'0'3120'0,"-6"-1"-2496"0,-1 0-496 0,7 1-128 16,-6-4 4048-16,0 1 800 16,1 1 144-16,0 0 48 0,5 2-2960 0,-7 2-592 15,1 0-112-15,-1 1-32 0,7-3-848 0,-8 6-176 16,-2 5-48-16,0-1 0 0,-2 5-192 0,0 3-80 0,-2 5 0 0,-2 2 0 15,1 4 0-15,-1 3 0 0,-1 2 0 0,0 1 0 16,-1 2 0-16,1-2 0 0,1 0 0 0,2-1 0 16,2-1 0-16,2-1 0 0,2 1 0 0,1 1 0 15,3-4 0-15,3-1 0 0,2-2 0 0,3-2 0 16,3-1 0-16,2 0 0 0,1-4 0 0,3-2 0 16,3-3-176-16,2-2-16 0,2 0-16 0,1-5 0 15,0-1-304-15,1-3-48 0,-1-4-16 0,1-2 0 16,3-3-1552-16,-3 0-320 0,0-5-64 0,1-2-12608 15,-1-1-2528-15</inkml:trace>
  <inkml:trace contextRef="#ctx0" brushRef="#br0" timeOffset="87307.55">19390 7410 29487 0,'0'0'2624'0,"-5"-2"-2112"15,0-2-512-15,1 3 0 0,0 1 5120 0,4 0 928 16,0 0 176-16,0 0 48 0,0 0-3824 0,-3 8-752 15,-1 2-160-15,2 3-16 0,-1 4-1056 0,2 2-208 16,0 3-32-16,-2 1-16 0,-2 2-208 0,1 0 0 0,3 0 0 0,-1 1 0 16,1 0 208-16,0 0 0 0,1 0 0 0,0 0 0 15,0-3-144-15,0 3-64 16,1-2 0-16,0-2 0 0,2-1 0 0,-2-3 0 0,0-2 0 0,1-3 0 31,0-3-384-31,-2-1-80 0,0-2-16 0,0-7 0 16,0 0-512-16,0 0-96 0,0 0-32 0,0 0 0 15,0 0-1248-15,0-8-240 0,0-4-48 0,-2-5-18336 0</inkml:trace>
  <inkml:trace contextRef="#ctx0" brushRef="#br0" timeOffset="87490.76">19083 7419 26719 0,'0'0'1184'0,"0"0"240"0,-7 2-1136 0,7-2-288 0,0 0 0 0,0 0 0 15,0 0 6448-15,0 0 1232 0,0 0 240 0,7 7 48 16,3-2-5808-16,4 0-1168 0,5-2-224 0,3-2-64 0,4-2-384 0,0-2-64 15,1-1-32-15,2 0 0 0,1-1-224 0,0-1 0 16,1-2 0-16,4-1 0 0,-1 0 0 0,-2 0 0 16,-2 1 0-16,-2 1 0 0,-2 1-256 0,0 2-32 15,-2 1-16-15,-2 2 0 16,-2 1-1136-16,-2 1-224 0,-3 3-64 0,4 1-22160 0</inkml:trace>
  <inkml:trace contextRef="#ctx0" brushRef="#br0" timeOffset="87708.14">19758 7686 28559 0,'0'0'2544'0,"2"9"-2032"15,-2-1-512-15,3 2 0 0,2 3 5424 0,-2 2 976 0,-2 0 208 0,0 4 48 16,-3 0-4160-16,-1 2-816 0,2 1-160 0,-2 2-48 16,2-2-912-16,1 0-192 0,-3 0-48 0,2 3 0 15,0-5-224-15,0 0-96 16,-1-1 0-16,2-1 0 0,2-2 0 0,-2-2 0 15,-2-1 0-15,2-1 0 16,-2-3-400-16,2-1-32 0,0-8 0 0,0 0 0 16,0 0-1664-16,0 0-336 0,0 0-64 0,0 0-12992 0,9-7-2592 0</inkml:trace>
  <inkml:trace contextRef="#ctx0" brushRef="#br0" timeOffset="87958.06">20122 7440 19343 0,'0'0'848'0,"0"0"192"0,0-2-832 0,0 2-208 0,0 0 0 0,0 0 0 0,0 0 8192 16,0 0 1600-16,0 0 320 0,0 0 64 0,-3 7-7488 16,2 3-1488-16,-2 3-304 0,-1 3-64 0,2 1-832 0,0 4 0 15,0 1 0-15,0 1 0 0,1 1 0 0,0 1 0 16,-2-1 0-16,3 0 0 0,0 2 0 0,1-3 0 16,1 2 0-16,-1 0 0 0,0 0 0 0,1-3 0 15,-1-1 0-15,0-3 160 0,1-1-112 0,-1-4-48 16,-1-4 0-16,1 0 0 15,-1-9-896-15,0 0-192 0,0 0-16 0,0 0-16 16,0 0-1568-16,0 0-304 0,3-6-64 0,1-6-18288 0</inkml:trace>
  <inkml:trace contextRef="#ctx0" brushRef="#br0" timeOffset="88258.03">20067 7361 47455 0,'-12'4'2112'0,"12"-4"416"0,0 0-2016 0,0 0-512 0,-4 2 0 0,4-2 0 16,0 0 2160-16,0 0 336 15,0 0 64-15,0 0 0 0,4 9-1536 0,1 0-320 16,4-1-64-16,3-2-16 0,0-2-496 0,4-1-96 0,0-1-32 0,7 2 0 16,1 0 0-16,5-1 0 0,-2-1 0 0,3 1 0 15,0-2 0-15,-1 2 0 0,-3-1 0 0,-1 1 0 16,-2 0 0-16,-3-1 0 0,0 5 0 0,-3-5 0 16,-2 2 0-16,-3-1 0 0,-3 1 0 0,-9-4 0 15,7 5 0-15,-7-5 0 0,2 7 0 0,-2-1 0 16,-2 1 0-16,-2 0 0 0,-3 3 0 0,-2 0 0 15,-3-1 0-15,-2 3 0 0,-2-2 0 0,-2 3 0 0,-3-2 0 16,-1 0 0-16,-1 0 0 0,-1-1 0 0,-1 1-192 0,3-2-16 16,1-1-16-16,3 1 0 15,0-1-544-15,3-1-128 0,4 0 0 0,2-2-16 16,2-1-1568-16,7-4-304 0,0 0-64 0,0 0-18688 16</inkml:trace>
  <inkml:trace contextRef="#ctx0" brushRef="#br0" timeOffset="88591.84">20434 7054 39615 0,'-11'9'3520'0,"11"-9"-2816"16,0 0-560-16,0 0-144 0,1 8 3632 0,3 1 688 16,-3 1 144-16,2 1 16 0,1-1-2928 0,2 2-592 0,2-2-112 0,3 2-16 15,2 2-624-15,4 3-208 0,2-2 144 0,2 3-32 16,2 3-112-16,2 0 0 0,1 2 0 0,4 11 0 31,-2 1 0-31,-2 2 0 0,-2 0 0 0,0 3 0 0,-5-3 0 16,-4-4 0-16,-5-2 0 0,-1 1 0 0,-1-4 0 15,-3 1 0-15,-2 1 0 0,-3-1 0 0,0-2 0 0,-4-1 0 16,-4 1 0-16,-1-1 0 0,-3 2 0 0,-2-2 0 16,-4-1 0-16,-2 1 0 0,-3-1 0 0,1-1 0 15,-8 6 0-15,9-10 0 0,0 2 0 0,3-4 0 16,1 1 0-16,0-3 0 0,2-3 0 0,2 1 0 15,3-1 0-15,-2 1 0 0,2-2 0 0,1-2 0 16,3-2 0-16,3-2 0 0,-4-2 0 0,7 2 0 16,0-6-432-16,0 0-80 0,0 0 0 15,22 2-25184-15</inkml:trace>
  <inkml:trace contextRef="#ctx0" brushRef="#br0" timeOffset="110846.46">15877 2213 21183 0,'0'0'944'0,"0"0"192"0,0 0-912 0,7-7-224 0,4 2 0 0,2-1 0 16,1 2 2512-16,6 1 464 0,3-3 96 0,6 2 0 15,6 0-2560-15,4 0-512 0,4 0 0 0,0 0-192 16,0 0 192-16,4-1 0 0,3 0 0 0,3 2 0 15,5-2 128-15,3 2-128 0,5-1 0 0,2 2 0 16,0-2 240-16,0 3-64 0,0-3-16 0,2 0 0 16,3 1 80-16,7-2 16 0,3 0 0 0,0-2 0 15,1 1-64-15,1-1-16 0,1-3 0 0,4 2 0 16,3 1 144-16,-1 1 48 0,-2-1 0 0,0 4 0 16,0-4 112-16,5 3 32 0,4 3 0 0,-1-2 0 0,-4-1 0 15,2 2 16-15,2 0 0 0,2 2 0 0,2 2-80 0,2-1-32 16,0 2 0-16,5-1 0 0,3-2-176 0,0 0-48 15,-4 0 0-15,4 1 0 0,4 1-48 0,2-2-16 16,0 0 0-16,5 0 0 0,3-2 32 0,3 1 0 16,0 1 0-16,4-2 0 0,4 0 32 0,0 1 16 15,0 1 0-15,3 0 0 0,0 0 0 0,2 1 0 16,1 3 0-16,0-3 0 0,0 1-32 0,1 2-16 16,-3 2 0-16,2 1 0 0,2-3-160 0,-5 2 0 15,-4 1 0-15,4 0 0 0,3 3 176 0,-4-4-48 16,-4 2-128-16,3-2 192 0,5 0-192 0,-2-2 0 15,-7 0-144-15,6 1 144 0,5-1 0 0,-6 0 0 16,-3-1 0-16,2 1 0 0,4 0 0 0,-6 0 0 0,-9-1 0 0,2 2 0 16,4 0 0-16,-6-1 0 0,-7 0 0 0,2 3 0 15,4-1 0-15,-5-1 0 0,-5-1 0 0,0 0 0 16,1 1 0-16,-2 1 0 0,-4-1 128 0,-6-1-128 16,-3 0 0-16,0 0 0 0,-2 1 0 0,-5 1 0 15,-5-2 0-15,-4 1 0 0,0-1 0 0,-1 3 0 16,0 1 0-16,-3 1 160 0,-3-3-32 0,-2-2 0 15,-4 1 128-15,0-1 0 0,2-1 16 0,-1 2 0 16,0 0-128-16,-2 1-16 0,-5-4-128 0,-4 1 192 16,-1-3-192-16,-4 0 128 0,-2-4-128 0,-1 3 0 15,0-1 128-15,-3 2-128 0,-4-2 0 0,-2-1 0 16,-3-2 128-16,-5-2-128 0,-4 1 0 0,-2-1 144 16,-3 1-144-16,-2-1 0 0,1 1 144 0,-5 0-144 15,-5 1 0-15,-1 1 0 0,-1 2-160 0,-2-2 160 16,-1 1 0-16,-1 3 320 0,-1-2-32 0,-2 2-16 0,-9 0-272 15,10 2 0-15,-10-2 0 0,0 0 0 0,11 0 0 0,-11 0-272 16,0 0 16-16,0 0 16 16,0 0-1424-16,7 7-304 0,-7-7-48 0,0 0-10784 15,7 8-2144-15</inkml:trace>
  <inkml:trace contextRef="#ctx0" brushRef="#br0" timeOffset="111314.3">29023 2098 24879 0,'0'0'2208'0,"-9"-6"-1760"0,-1-1-448 16,1 2 0-16,2 1 1792 0,7 4 288 0,0 0 48 0,0 0 16 31,0 0-2144-31,0 0-464 0,0 0-80 0,0 0-16 0,0 0 160 0,0 0 16 0,7 12 16 0,0-3 0 16,0-1 368-16,-7-8 240 0,7 10-48 0,-1-2 0 15,-6-8 576-15,9 7 128 0,-9-7 0 0,0 0 16 16,0 0 224-16,8 7 32 0,-8-7 16 0,0 0 0 16,0 0 224-16,0 0 64 0,0 0 0 0,0 0 0 15,0 0-464-15,-4 11-96 0,4-11-16 0,-4 8 0 16,4-8-320-16,0 0-64 0,0 0 0 0,-6 11-16 16,2 2-224-16,1 2-32 0,2-1-16 0,0 8 0 15,-2 2 16-15,-1 6 0 0,0 6 0 0,-2 11 0 0,-2 9 16 16,-3 13 16-16,-2 8 0 0,-1 12 0 0,-2 5-16 0,-1 7-16 15,2 4 0-15,-1 4 0 0,2 2-240 0,1 0 144 16,2-2-144-16,3 0 128 0,3 0-128 0,1-3 0 16,3-5 0-16,-2 0 0 0,2-3-128 0,1-1-64 15,-3-1-16-15,1-8 0 0,-1-3 208 0,3-6-144 16,-1-2 144-16,0-1-128 0,1-8 128 0,0 2 0 16,0-2 0-16,1-5 0 0,0-7 0 0,3-4 0 15,-1-1 0-15,-1-2 0 0,0-3 0 0,0-6 0 16,1-3-192-16,-3-6 64 15,0-1-1280-15,-1-4-256 0,-2-4-64 0,0-1 0 16,-3-5-1216-16,-3-1-256 0,-3 0-64 0</inkml:trace>
  <inkml:trace contextRef="#ctx0" brushRef="#br0" timeOffset="111963.95">28675 5440 14735 0,'0'0'1312'0,"0"0"-1056"0,-11-6-256 0,-1 1 0 15,-1 0 4160-15,-3 0 784 0,-3 0 160 0,-2 1 16 16,-1 0-2608-16,-3 1-528 0,-3 3-96 0,-3-4-32 16,0 2-528-16,-2-4-112 0,-1 3-32 0,0 0 0 15,-1 0-544-15,-3 1-96 0,-2-2-32 0,-3 1 0 16,-1-3-80-16,-6-3-32 0,-6 1 0 0,-5-1 0 16,-4-2-96-16,-6 2-32 0,-2 0 0 0,-2 1 0 15,-5 2-48-15,-6-2-16 0,-8-1 0 0,-1 0 0 16,-3 2 144-16,-4-1 32 0,-3 2 0 0,-2-3 0 15,-3 2 48-15,1-1 16 0,-1-1 0 0,-3 1 0 0,-7 0-208 0,3 1-48 16,3-1 0-16,-4 0 0 0,-7-2-192 0,2 2 176 16,2 0-176-16,-3-1 160 0,-4 0-160 0,0-3 0 15,1 1 0-15,-4 1 128 0,-3 1-128 0,-2-2 0 16,-1-2 0-16,-5-1 0 0,-2 1 0 0,-4-1 0 16,4-1 0-16,-8 1 0 0,-5-3 0 0,0 0 0 15,3-1 0-15,-2 1 0 0,-4 3 0 0,0 1 0 16,3-3 128-16,0 2-128 0,1 1 208 0,1 0-32 15,0-2-16-15,5 2 0 0,4 1-160 0,1 1 192 16,-2 2-192-16,6-1 192 0,4 3-192 0,-3-3 0 16,-3 0 0-16,3 1 0 0,4 0 0 0,-1 0 0 15,-1-2 0-15,2 2 0 0,4 0 0 0,-1 0 0 0,-1 0-160 0,2 4 160 16,5-2 0-16,-3 3 0 0,-1-1-128 0,3 1 128 16,5 0 0-16,1 0 0 0,-3-1 192 0,7 1-192 15,9 1 208-15,3 1-64 0,2 0-16 0,4-4 0 16,2-1-128-16,4-2 0 0,3 0 144 0,3 4-144 15,4 0 0-15,0 1 0 0,1-3 0 0,2 2 128 16,3-1-128-16,2 0 0 0,4 2 0 0,-1 2 0 16,-2 2 192-16,3-1-16 0,0-2-16 0,3-1 0 15,3 1-160-15,2 0 128 0,5 1-128 0,-1 2 128 16,-1 0 64-16,2-1 0 0,2 1 0 0,2-4 0 16,4-1-192-16,4 1 0 0,4 1-192 0,3 1 192 15,2 2 0-15,6 0 0 0,4 0 0 0,5 0 0 16,2-2 0-16,1 1 0 0,6 1 0 0,1 0 0 0,0 0-256 15,2 3 80-15,5 1 16 0,6-4 0 16,0 0-736-16,0 0-160 0,-8 3-32 0,8-3 0 16,3 11-2112-16,5 2-416 15</inkml:trace>
  <inkml:trace contextRef="#ctx0" brushRef="#br0" timeOffset="114276.07">15788 2278 15663 0,'-20'-6'688'0,"13"3"144"0,-4 2-656 0,2-3-176 16,1 1 0-16,2 1 0 0,1-1 5120 0,5 3 976 15,-6-1 208-15,6 1 32 0,0 0-3552 0,0 0-720 16,0 0-144-16,0 0-16 0,0 0-1024 0,0 0-208 0,0 0-32 0,11 6-16 16,0 2-240-16,1 4-32 0,-3 1-16 0,2 5 0 15,-1 4 64-15,1 7 16 0,-2 6 0 0,0 8 0 16,-1 8-64-16,-2 8-16 16,-2 6 0-16,0 1 0 0,0 1-144 0,-1 2-48 0,-1 0 0 0,-1 3 0 15,2-1-144-15,-2 1 160 0,-1-1-160 0,0-8 160 16,2-1-160-16,-2-2 160 0,0 0-160 0,0 0 160 15,0-4-160-15,0-2 160 0,-2 1-160 0,4-1 160 16,-2-4 16-16,1-1 0 0,0-6 0 0,1 0 0 16,-1 0-176-16,0-4 0 0,-1 1-192 0,2 1 192 15,-2-2 0-15,1-1 0 0,1-1 0 0,1 0 0 16,-2-2-160-16,2-2 160 0,1-3 0 0,0-2-144 16,-2-2-64-16,2-1-16 0,-1-5 0 0,1-3 0 15,-2-4-784-15,0-4-144 0,0-3-48 0,-2-6-13536 16,7 4-2720-16</inkml:trace>
  <inkml:trace contextRef="#ctx0" brushRef="#br0" timeOffset="121437.7">21077 5820 28559 0,'-17'-7'2544'0,"6"1"-2032"16,-3-5-512-16,1 0 0 0,2 2 2880 0,2 0 464 16,-1 1 112-16,4 0 0 0,6 8-1296 0,-5-9-272 15,5 9-48-15,0 0-16 0,0 0-512 0,4-10-96 16,3 1-32-16,4 2 0 0,2 2-688 0,5 0-144 16,3-3-32-16,5 3 0 0,5-1-32 0,2 1-16 15,0-1 0-15,2-1 0 0,7-1-272 0,-1 3 160 16,1 1-160-16,-3 2 128 0,-2 0-128 0,-1 0 0 15,-1 2 0-15,-2 2 0 0,-2 2 0 0,-5 1 0 16,-4 1 0-16,-2 3 0 0,-2 5 0 0,-3 6 0 0,-6 2 0 0,-4 5 0 16,-3 4 128-16,-3 5-128 0,-3 3 128 0,-4 6-128 15,-3 6 224-15,-4 4-32 0,0 4-16 0,-2 5 0 16,-3 5 80-16,3 8 0 0,3 6 16 0,0 0 0 16,-1 0-80-16,6-23 0 0,1 10-16 0,0 8 0 15,2 6-48-15,1 0-128 0,-2 0 192 0,2 3-64 16,0 3-128-16,1 1 128 0,1 2-128 0,-1-6 128 15,-1-5-128-15,0-1 128 0,-2-1-128 0,2-2 128 16,0-1-128-16,1-4 0 0,0-8 0 0,2-5 128 16,-1-6-128-16,2-5 0 0,-1-2 0 0,2-1 0 0,0-3 0 0,3-3 0 15,-2-3 128-15,1-6-128 0,-1 0 0 0,1-3 0 16,1-5 0-16,0-2 0 0,-2-3 0 0,0-1 0 16,1-4 0-16,-1 0 0 0,0-5 0 0,1 0 0 15,-1-2 0-15,-1-6 0 0,0 0 0 0,0 8 0 16,0-8 0-16,0 0 0 0,0 0 0 0,-1 7 0 15,-1-1 0-15,1-1 0 0,1-5 0 0,0 0 0 16,-5 3 128-16,-1 0-128 0,-1-1 0 0,0 2 0 16,-1-3 0-16,0 2 0 0,1 0 0 0,-2-2 128 15,-1 4-128-15,0-2 0 0,-3 1 128 0,0-3-128 16,-4 2 0-16,0-1 128 0,-1 1-128 0,-2 1 0 16,2 1 144-16,-3 0-144 0,0-2 0 0,0 1 128 15,-1-3-128-15,1 2 0 0,0 0 144 0,3 0-144 16,0 0 192-16,4-3-48 15,1 0-592-15,3-3-64 0,4 0-32 0,5-4 0 16,5-6-3424-16,5-10-704 0</inkml:trace>
  <inkml:trace contextRef="#ctx0" brushRef="#br0" timeOffset="122037.92">22785 6917 16575 0,'0'0'1472'0,"0"0"-1168"0,0 0-304 0,0 0 0 0,-3-5 4128 0,3 5 768 15,2-7 160-15,0 1 16 0,-2-1-2192 0,3 1-448 16,1-1-96-16,0 0-16 0,0 1-112 0,0-1-32 15,-2 0 0-15,1-1 0 0,-1 1-768 0,0 1-144 16,-5-1-48-16,1 1 0 0,-1-1-432 0,-1 1-80 16,-3-1-32-16,-2 2 0 0,-2 1-288 0,-4 3-64 15,-3 1-16-15,-2 1 0 0,-3 3-224 0,-3 2-80 16,-1 4 0-16,0-1 0 0,-2 4 0 0,-3 1 0 16,0 6 0-16,-4-5 0 0,-1 4 0 0,0-2 0 15,2 2 0-15,-9 8 0 0,8-4 0 0,10-4 0 16,3-2 0-16,7-1 0 0,6-2 0 0,5-1 0 15,2-2 0-15,3-11 0 0,6 10 0 0,0-3 0 16,2-2 0-16,1 1 0 0,4-1 0 0,4 1 0 16,3-1 0-16,5-1 0 0,3 0 0 0,2 2 0 15,0-2 0-15,2 0 0 0,1 0 0 0,-1 1 0 16,0 3 0-16,-1-3 0 0,0-1 0 0,1 0 0 16,-1 4 0-16,-1 1 0 0,-4 3 0 0,-1-2 0 0,-3 2 0 0,-4 0-160 15,-2-2 160-15,-3-1 0 0,-4-1 0 0,-3 0 0 16,-2 0 0-16,-2 1 0 0,-4-3 0 0,-2 1 0 15,-2-3 0-15,-3 1 0 0,-4 0 0 0,-3 0 0 16,-3 2 0-16,-5 1 0 0,-3-3 0 0,-2 0 128 0,2 0-96 16,-3-1-32-16,-2 0 0 0,1-1 0 0,-2 1 0 15,2-2 0-15,0-2 0 0,3 0 0 0,2 0 0 0,4-4 0 16,4 2 0-16,5 2 0 16,5-3-832-16,8 3-144 0,0 0-48 0,9-6 0 15,8-2-1264-15,7-1-256 0,6 0-48 0,6-2-16 16,9 1-2320-16,-2-1-448 0</inkml:trace>
  <inkml:trace contextRef="#ctx0" brushRef="#br0" timeOffset="122171.4">22966 7219 14735 0,'0'0'1312'0,"0"0"-1056"16,0 0-256-16,2 8 0 0,-4 0 7584 0,0 2 1456 15,-2 1 304-15,-3-3 48 0,-1 1-5760 0,1 1-1152 16,-4 1-240-16,3-2-32 0,2-1-1424 0,1-1-272 16,1-1-64-16,4-6-16 0,0 0-432 0,5 7-256 15,3-1 48-15,2-2 0 16,3-2-1200-16,5-3-256 0,3-3-32 0,5-1-14256 15,7-2-2864-15</inkml:trace>
  <inkml:trace contextRef="#ctx0" brushRef="#br0" timeOffset="122488.57">23728 6875 13823 0,'-6'-3'1216'0,"1"1"-960"0,-1 1-256 0,0-1 0 16,6 2 7872-16,-6-2 1520 0,-1-4 304 0,2 5 64 15,0-3-6304-15,-1 2-1280 0,0-2-240 0,1 0-48 16,5 4-992-16,-6-2-208 0,-1 2-48 0,2 2 0 0,5-2-320 0,-8 4-64 16,-1 1 0-16,-2 1-16 0,-2 4-240 0,-4 3 0 15,-1 4 0-15,-3 2 128 0,-3 3-128 0,-2 6 0 16,-3-2 0-16,3 1 0 0,1-1 0 0,3 0 0 16,5-2 0-16,1 0 0 0,3 1 0 0,4-1 0 15,4-1 0-15,2-1 0 0,3-2 0 0,4-2 0 16,3-2 0-16,2-2 0 0,3-1 0 0,2-1 0 15,7-3 0-15,3-2 0 0,5-2 0 0,0-5 0 16,1-4 0-16,0 1 0 0,0-3 0 0,0-2 0 16,0-1 0-16,0-2 0 15,-2 0-736-15,1-2-96 0,-1-2 0 0,-2-2-16 16,-2 2-1776-16,-1 2-336 0,-1 2-80 0</inkml:trace>
  <inkml:trace contextRef="#ctx0" brushRef="#br0" timeOffset="122707.02">24228 7120 26719 0,'-9'3'2368'0,"1"1"-1888"0,1-3-480 15,0 2 0-15,-2-1 6336 0,1 1 1152 0,3 1 256 0,1 0 32 16,-1 1-5600-16,1 1-1136 0,0 2-208 0,1 0-64 15,3-8-512-15,0 8-96 0,0-8-32 0,3 6 0 16,2 3-960-16,2 1-192 0,0-4-32 0,4-1-16 16,2-1-2304-16,3-2-464 0,0-2-80 0</inkml:trace>
  <inkml:trace contextRef="#ctx0" brushRef="#br0" timeOffset="123138.99">24896 6719 32255 0,'0'0'2864'0,"-8"-4"-2288"16,-2-1-576-16,0 1 0 0,1-2 4624 0,1 5 816 15,1-3 176-15,-2 2 16 0,-2-2-3424 0,2 0-688 16,-1 1-144-16,-1 4-32 0,-2 1-800 0,0 2-160 16,0 1-48-16,-3 0 0 0,-2 2-208 0,-3 0-128 15,-4 4 128-15,-1 1-128 0,-4 2 0 0,0 2 128 16,0-1-128-16,3 1 96 0,2 2-96 0,4-2 0 15,3-2 0-15,3 0 0 0,0 1 0 0,5-1 0 16,2-3 0-16,3 0 0 0,2 0 0 0,3 0 0 16,4 1 0-16,1 0 0 0,3 0 0 0,4-5 0 15,5 1 0-15,5 0 0 0,4 0 0 0,4-2 0 0,4 0 0 16,0 0 0-16,0 1 0 0,0-3 0 0,-3 1 0 0,-1 0 0 16,-1 0 0-16,-1 2 0 0,2-3 0 15,-2 2 0-15,-4-2 0 0,0 1 0 0,-5 1 0 0,0-1 0 16,-4 0 0-16,-2 0 0 0,-1 2 0 0,-4-1 0 15,-3 1 0-15,-2 1 0 0,-2 1 0 0,-2 0 0 16,-6-1 0-16,-1 2 0 0,-2 2 0 0,-3 0 0 16,-4-2 0-16,-3 2 0 0,-3-4 0 0,-1 3 0 0,1-3 0 15,-2 3 0-15,0-2 0 0,1 0 0 0,-1-4 0 16,1 0-160-16,2 0 160 0,3 1-192 16,0-1-864-16,6 0-176 0,3-2-48 0,10-3-15312 15,0 0-3072-15</inkml:trace>
  <inkml:trace contextRef="#ctx0" brushRef="#br0" timeOffset="123288.91">25372 7192 23039 0,'-4'1'2048'0,"-1"0"-1648"15,-1 5-400-15,1-2 0 0,2 2 7536 0,3-6 1424 16,0 0 272-16,-1 9 64 0,-1 0-6896 0,-2-1-1376 16,1 0-288-16,0-1-48 0,1-2-560 0,1-1-80 15,1-4-48-15,0 0 0 0,0 0-288 0,0 0-48 16,9 9-16-16,0-1-25504 0</inkml:trace>
  <inkml:trace contextRef="#ctx0" brushRef="#br0" timeOffset="134583.93">8944 675 35935 0,'-23'-4'1600'0,"13"2"320"0,-2 2-1536 0,-1 0-384 15,4 2 0-15,1-2 0 0,2 0 2352 0,6 0 400 16,0 0 64-16,0 0 32 0,0 0-1328 0,0 0-272 15,0 0-48-15,0 0-16 0,10-2-784 0,3 1-144 16,4 0-48-16,0 1 0 0,1-3 80 0,3 2 16 16,1 1 0-16,2-1 0 0,1-1-112 0,-2 2-32 15,0 0 0-15,2 0 0 0,1 0-160 0,0 0 0 0,0 0 144 0,2 0-144 16,-2 0 0-16,-1 0 0 16,-2 3 0-16,-1 1 128 0,0-4-128 0,-1 2 0 0,-1 0 0 0,-2 0 0 15,-2 2 0-15,-2 1 0 0,-1 1 0 0,-1 0 0 16,-2-1 0-16,-2 1 0 0,-1-1 0 0,-2-1 128 15,-5-4-128-15,5 9 0 0,-2 1 0 0,-1-1 128 16,1 3-128-16,-2 2 128 0,-1 2-128 0,0 6 128 16,-1 6-128-16,1 4 192 0,0 7-64 0,-1 7 0 15,1 6 32-15,-2 3 16 0,1 2 0 0,0-1 0 0,-1-1-16 16,2 4 0-16,-1 2 0 0,1-1 0 0,0 1-160 0,0 3 192 16,0 0-192-16,1-7 192 0,-1-3-192 0,2-2 0 15,-1 0 144-15,-1-4-144 0,0 3 0 0,0-1 144 16,-1-3-144-16,-1-2 0 0,0 1 144 0,-1-3-144 15,1-3 0-15,-1-2 144 0,-1-5-144 0,1-3 128 16,0-5-128-16,0-2 128 0,-1-2-128 0,0-2 160 16,2-2-160-16,-1 0 160 0,-1-2-160 0,3-2 0 15,-2-2 0-15,2 1 128 0,-1-1-128 0,2 0 0 16,-1-2 0-16,1 2 0 0,0-3 0 0,-1 1 0 16,0-3 0-16,1 2 0 0,-2 1 0 0,1-2 0 15,1-7 0-15,0 6 0 0,0-6 0 0,-1 7 0 16,1-7 128-16,0 0-128 0,0 0 0 0,-3 4 0 15,3-4 144-15,0 0-144 0,0 0 128 0,-5 2-128 16,0 0 160-16,5-2-160 0,-6 1 144 0,1-1-144 16,0-1 128-16,0-2-128 0,0 0 128 0,-1 1-128 15,0 2 0-15,-1-4 128 0,-1 1-128 0,2-2 0 16,-2 1 0-16,0 0 128 0,0 4-128 0,-2-4 0 16,-2 0 0-16,-1 2 128 0,0 1-128 0,0 1 0 0,-1-2 144 0,0 2-144 15,-2 0 0-15,0 2 0 0,1 0 0 0,0-1 128 16,2 1-128-16,1-1 0 0,3 0 0 0,2 3 0 15,0-2 0-15,7-2 0 0,0 0 0 0,0 0 0 32,0 0-960-32,0 0-192 0,9-2-64 0,4-4-23392 0</inkml:trace>
  <inkml:trace contextRef="#ctx0" brushRef="#br0" timeOffset="140422.85">1370 1972 37599 0,'-43'-9'1664'0,"17"6"352"0,1 3-1616 0,2 0-400 0,2-1 0 0,5 5 0 15,6-2 0-15,5 1 0 0,5-3 0 0,0 0 0 16,0 0 0-16,13 10-224 0,0 1 32 0,8-1 0 16,5-1-48-16,6 0 0 0,6 1 0 0,5-1 0 15,7-3 96-15,6-1 16 0,1 2 0 0,6-2 0 16,3-1 128-16,7-1 0 0,7-3-144 0,6 0 144 16,4 0 0-16,4-3 0 0,2 2-144 0,6-2 144 15,6-2 0-15,1 0 0 0,-4 0 0 0,3-1 0 16,0 1 0-16,2 1 0 0,-2-1 0 0,-2 2 0 0,-6 2 0 15,-1 0-128-15,-1 1 128 0,-7 1 0 0,-6 2 0 0,-8-1 0 16,-7 2 0-16,-9-1 0 0,-6 3 0 0,-7 1 0 16,-6-2 0-16,-9 0 0 0,-9-1 0 0,-7-1 0 15,-6 1 0-15,-11-4 0 0,0 0 480 0,0 0 48 16,-9 0 16-16,-4 0 0 0,-6-6 1104 0,-4 1 208 16,-6-1 64-16,-5-1 0 0,-5-2-992 0,-4 3-192 15,-6-1-32-15,-6 1-16 0,-6-2-256 0,-7 1-48 16,-6 3-16-16,-6 3 0 0,-3 1-224 0,-6 1-144 15,-6-1 192-15,-3 2-192 0,-2 1 128 0,-3 3-128 16,-2-2 0-16,0 1 0 0,-2-1 0 0,0 0 0 16,0 2 0-16,5-3 0 0,5-2 0 0,4-1 0 15,4-1 0-15,8-2 0 0,5-1 192 0,9-1-192 0,10-1 192 16,5-1-192-16,6-1 176 0,5 2-176 0,6-1 160 16,5 2-160-16,6-2 0 0,4 4 0 0,4 0 0 0,5 0 0 15,11 3 0-15,0 0 0 0,0 0-144 0,0 0 144 16,0 0-368-16,13 7 32 0,4 1 0 0,5 2 0 15,4 0 16-15,9 4 16 0,8-1 0 0,9 2 0 16,8-4 128-16,8 2 32 0,6-3 0 0,8 1 0 16,7-4 144-16,9-1 0 0,6-3 0 0,7-1-128 15,2-2 128-15,2-2 0 0,0-3 0 0,1-1 0 16,3-1 0-16,-1 1-128 0,-1-1 128 0,-3-2 0 16,-2 0-144-16,-9 2 144 0,-7 2-160 0,-4 0 160 15,-8 1-192-15,-7 0 192 0,-9 0-208 0,-8 2 80 16,-6 2 128-16,-9 1 0 0,-8 2 0 0,-9-1-128 15,-8 1 128-15,-7-2 0 0,-13-1 0 0,0 0 0 16,0 0 304-16,-13 3 32 0,-5-3 16 0,-7 0 0 16,-8-4 400-16,-6 1 80 0,-6 1 0 0,-10-2 16 0,-5-2-464 0,-7 1-80 15,-8 1-32-15,-9 2 0 0,-6-2-112 0,-3 2-32 16,-5 1 0-16,-5 1 0 0,-5-4-128 0,-3 3 192 16,-3 1-192-16,0 1 192 0,-4 3-64 0,1-4-128 15,-2 0 192-15,5 1-64 0,1-1 0 0,7 0-128 16,3-1 192-16,6 1-64 0,6-4-128 0,7 2 128 15,7-1-128-15,8 0 128 0,7 0-128 0,8-1 0 16,7 0 0-16,8 1 0 0,7 2 0 0,6 1 0 16,7 0 0-16,8 0 0 0,4-3 0 0,7 3-144 15,0 0 144-15,0 0-160 16,20 3-416-16,4 1-64 0,5 1-32 0,5 0 0 0,4 2 272 0,7-1 48 0,4 1 16 0,7 1 0 16,8-1 176-16,5 1 160 0,6-1-208 15,6-1 80-15,3-2 128 0,7 0 0 0,7-4-144 0,6-1 144 16,7-2 0-16,1 1 0 0,0-2 0 0,3-3 0 15,2-1 0-15,-1 0 0 0,0 1 0 0,-1 0 0 16,0 3 0-16,-5 0 0 0,-3 3 0 0,-6 1 0 16,-9-1 0-16,-4 1 0 0,-2 1 0 0,-7 2 0 15,-5 0 0-15,-11 3 0 0,-8 0 0 0,-10 1 0 16,-5-1 0-16,-10-1 0 0,-10 1 0 0,-5-2 0 16,-15-4 128-16,0 0-128 0,0 0 128 0,0 0-128 15,-16 2 640-15,-6 0 32 0,-5-4 16 0,-7 2 0 16,-7-2-96-16,-6 0-16 0,-9 0 0 0,-4-1 0 15,-4 2-256-15,-3-2-64 0,-4-1-16 0,-4 0 0 16,-5 0-240-16,-5 2 176 0,-3-2-176 0,-4 1 160 16,-1 1-160-16,-4-1 128 0,-1 2-128 0,1 1 128 0,-3 4-128 15,3-2 0-15,-1 2 0 0,1 0 128 0,2-1-128 0,4 1 0 16,4 0 0-16,4-1 0 0,7 3 0 0,4-2 0 16,5 0 0-16,7-2 0 0,4 1 0 0,8-2 0 15,8 0 0-15,6 2 0 0,2-2 0 0,8 2-256 16,4-2 64-16,6 0 16 15,2-1-1744-15,12 0-368 0,-9 3-64 0</inkml:trace>
  <inkml:trace contextRef="#ctx0" brushRef="#br0" timeOffset="147381.82">1211 7458 26719 0,'-17'-3'2368'0,"7"2"-1888"0,-2-2-480 0,0 1 0 16,-1-1 4336-16,2 2 768 0,0 1 144 0,11 0 48 16,-9 0-2576-16,9 0-512 0,0 0-96 0,0 0-32 15,0 0-720-15,0 0-144 0,0 0-16 0,0 0-16 0,0 0-768 0,13 0-160 16,1 0-16-16,5-3-16 0,1 2-224 0,-4 0 176 15,2-1-176-15,5 2 160 0,0-2-160 0,3 0 0 16,3 0 0-16,1 0 0 0,0 0 0 0,1-1 0 16,0 1 0-16,-1 0 0 0,-2 1 0 0,-1 1-176 15,2 0 48-15,-2 0 0 16,-2 0-1056-16,-2 0-208 0,0 1-32 0,5 3-16 16,-7 0-2784-16,-7 3-544 0</inkml:trace>
  <inkml:trace contextRef="#ctx0" brushRef="#br0" timeOffset="147582.32">1188 7746 54191 0,'-13'0'2400'0,"13"0"496"0,0 0-2320 0,0 0-448 0,0 0-128 0,0 0 0 16,0 0 0-16,0 0 176 0,0 0-176 0,0 0 192 16,11-3 336-16,8 1 80 15,3-2 16-15,-7 3 0 0,2-1-464 0,2 0-160 16,3 0 0-16,3 1 144 0,1 0-144 0,0-1 0 0,1 2 0 0,3-3 0 15,0 1 0-15,1 1 0 0,2-2-224 0,-2 1 80 32,-1 0-1328-32,-1 0-256 0,-2-1-48 0,11-1-13904 0,-5 0-2768 0</inkml:trace>
  <inkml:trace contextRef="#ctx0" brushRef="#br0" timeOffset="147883.32">1991 7438 29487 0,'0'0'2624'0,"0"0"-2112"15,0 0-512-15,0 0 0 0,0 0 5264 0,0 0 944 16,0 0 192-16,0 0 48 0,0 0-4192 0,0 0-832 16,0 0-160-16,4 7-48 0,1 1-768 0,3 1-144 15,1 1-48-15,3 1 0 0,1 0-256 0,2 1 0 16,2 2 0-16,1-1 0 0,2 1 0 0,1 0 0 16,0-1 0-16,1-3 0 0,-4-1-160 0,0 2 160 15,-1-5-160-15,-1 2 160 0,-4 1-176 0,-2 0 176 16,-1-2-192-16,-2-1 192 0,-3 1 0 0,-3 0 0 15,-1 0 0-15,-3 0 0 0,0-3 0 0,-3 5 128 16,-3-4 0-16,0 3 16 0,-3 0 64 0,1 1 16 16,-2 1 0-16,-1 1 0 0,0-2-224 0,-1-3 176 0,-1 2-176 0,0-1 160 15,2-1-160-15,0 2 0 0,1 1 0 0,-1-1 0 16,3-1-144-16,0-1-112 0,2 1-32 0,1 0 0 31,2 0-1712-31,3-1-352 0,3 1-64 0</inkml:trace>
  <inkml:trace contextRef="#ctx0" brushRef="#br0" timeOffset="148966.35">3221 7636 28559 0,'0'0'2544'0,"0"0"-2032"15,3-10-512-15,1-2 0 0,0-1 3840 0,0 0 688 16,0 0 128-16,-3 1 16 0,-1-1-2544 0,-1 2-512 16,-3-2-96-16,0 1-32 0,-1 1-352 0,-3 4-80 15,-3 0-16-15,1 2 0 0,-2 2-448 0,-1-1-80 16,-1 2-32-16,2 2 0 0,-1 2-144 0,-1 2-16 15,-4 3-16-15,-1 3 0 0,0 5-144 0,-2 3-32 16,-1 1 0-16,-2 5 0 0,1-1-128 0,1 0 160 0,1 1-160 0,-3 15 160 16,7-6-160-16,7-2 0 0,3-3 0 0,6-9 128 15,1-2-128-15,4 1 0 16,3-2 0-16,3 0 0 0,2-2 0 0,3-2 0 0,2-2 0 0,2-2 0 16,-1-1-192-16,1-4 192 15,1 0-160-15,-1-2 160 0,1-1-176 0,-2-2 176 0,1-3-192 0,-3-1 192 16,1-1-224-16,-1-3 64 0,-2 0 16 15,1-3 0-15,-2 2 144 0,0 1-128 0,-1-2 128 0,2-6-128 16,-2 2 128-16,-5 1 0 0,0 3 0 0,-3 6 0 16,-4 6 0-16,4-7 0 0,-4 7 0 0,0 0 0 15,0 0 128-15,0 0 0 0,0 0 0 0,0 0 0 16,0 0 16-16,0 0 16 0,0 0 0 0,0 0 0 16,0 0-160-16,6 13 0 0,1 4 0 0,-1 1 128 15,0-1-128-15,1 3 0 0,2 2 0 0,2-1 0 16,-1 1 0-16,2-1 128 0,-1-2-128 0,2 1 0 0,1-1 0 15,-5-8 0-15,0 1 0 0,0-1 0 0,0-2 0 16,-1 1 128-16,0-1-128 0,-1-3 0 0,-7-6 0 0,7 5 128 16,-7-5-128-16,0 0 0 0,10 0 128 0,-10 0-128 15,0 0 128-15,9-2-128 0,-9 2 160 0,5-5-160 16,0-2 192-16,-1-1-192 0,0-2 128 0,-2-1-128 16,0-2 0-16,-1 3 144 0,0-3-144 0,1 1 0 15,-1 0 0-15,-2-1 0 0,1-1 0 0,0 1 0 16,0 0 0-16,0 1 0 0,1 1 0 0,0-1 0 15,1-1 0-15,0 1 0 16,0 0-336-16,1 2-64 0,1-1-16 0,3 1 0 16,2-2-1424-16,3 1-272 0,1 1-64 0,2 0-21184 0</inkml:trace>
  <inkml:trace contextRef="#ctx0" brushRef="#br0" timeOffset="149600.6">3928 7604 18431 0,'-17'10'1632'0,"11"-7"-1312"0,-1 0-320 0,-1-2 0 16,2-1 6544-16,6 0 1248 0,0 0 240 0,0 0 48 16,0 0-5136-16,0 0-1040 0,0 0-208 0,0 0-32 15,0 0-704-15,0 0-144 0,10 0-32 0,2 1 0 16,-2 0-608-16,3 1-176 0,3-2 0 0,2-2 0 15,1 0 128-15,1 1-128 0,3-2 128 0,-1 2-128 16,-1-1-512-16,1 1-160 0,1-2-32 0,1 1-16 16,-1-2-1296-16,-1-1-256 0,-1-1-48 0,0 4-16 15,-3 2-2656-15,-3 1-544 0</inkml:trace>
  <inkml:trace contextRef="#ctx0" brushRef="#br0" timeOffset="149750.18">3982 7724 21183 0,'-25'10'1888'0,"13"-5"-1504"16,-2-1-384-16,1 3 0 0,2-3 5120 0,5 1 944 15,-1 0 192-15,7-5 32 0,0 0-3712 0,0 0-736 16,0 0-160-16,0 0-16 0,8 5-768 0,4-3-160 16,1-1-32-16,4-1 0 0,5-1-560 0,4-1-144 15,5-4 0-15,4-1 0 16,2 1-1248-16,2-3-288 0,3 1-48 0,1-1-12960 16,-1-2-2608-16</inkml:trace>
  <inkml:trace contextRef="#ctx0" brushRef="#br0" timeOffset="150167.22">4786 7193 31327 0,'-14'-2'2784'0,"14"2"-2224"0,-7-2-560 0,7 2 0 16,0 0 4480-16,0 0 768 0,0 0 176 0,0 0 16 15,0 0-3840-15,7 7-768 0,0 1-144 0,4 1-48 16,2 0-192-16,1 3-64 0,3 1 0 0,4 1 0 15,0 2-176-15,1 1-32 0,0 2-16 0,2 3 0 16,-2 2-160-16,-1 1 0 0,-3-1 0 0,0 4 0 16,-1 0 0-16,-1 2 0 0,-3 0 0 0,-5-2 128 0,-2-2-128 0,-2-3 192 15,-3-1-192-15,-2-1 192 0,-3-1 0 0,-1-1 0 16,-3-3 0-16,-2-2 0 0,-2-1 80 0,-1-2 32 16,0-2 0-16,0-1 0 0,-4-3-112 0,0-1 0 15,0 0-16-15,1-2 0 0,-2-4-176 0,0 1 192 16,0-2-192-16,-1-4 192 0,1 1-192 0,1-1 0 15,2 0 0-15,2-1-176 0,2 0 176 0,3-3 0 16,3 1 0-16,4 1 0 0,1-3 0 0,2 2 0 16,1-2 0-16,5 0 0 0,2 2 0 0,3-3 0 15,3 2 0-15,2 0 0 0,0 0 0 0,3 2 0 16,-1 0 0-16,2 1 0 0,-1 2-224 0,0 0 32 0,2 0 16 16,1 2 0-1,-1 1-352-15,2 1-80 0,0-2-16 0,1 1 0 16,-2 1-1168-16,3 0-224 0,-1-3-48 0,1 1-16 15,0 2-3168-15,2-4-640 0</inkml:trace>
  <inkml:trace contextRef="#ctx0" brushRef="#br0" timeOffset="150502.54">5435 7441 4607 0,'0'0'400'0,"0"0"-400"0,0 0 0 0,0 0 0 15,0 0 8464-15,0 0 1616 16,0 0 320-16,0 0 64 0,0 0-6368 0,0 0-1280 0,-5 6-256 0,-2 4-64 16,0 0-864-16,-1 4-176 0,-1 3-48 0,0 3 0 15,-1 1-768-15,3-2-144 0,1-2-48 0,2 0 0 16,2 1-256-16,2-2-48 0,1 0-16 0,3-3 0 15,1-3-128-15,3-1 0 0,1 0 0 0,2-2 0 16,0-2-176-16,2 0-64 0,1-2-16 0,0-3 0 0,0-3-80 0,1-2-32 16,-1 0 0-16,0-2 0 0,-1-2 112 0,-1 0 0 15,0-3 16-15,-1-1 0 0,0-1 112 0,1-2 128 16,-2-1-208-16,-1 0 80 0,0-1 128 0,-1 1 0 16,-1 2 0-16,-3 2 0 0,-1 1 0 0,0 3 144 15,0 2 0-15,-3 7 0 0,0 0 368 0,0 0 64 16,0 0 0-16,0 0 16 0,0 0-352 0,0 0-80 15,1 9-16-15,2 0 0 0,-1 2-16 0,1 2-128 16,1 1 192-16,1 2-64 0,0 1-128 0,3-3 0 16,0 2 0-16,1-2 0 0,1 2 0 0,1 1-176 15,-1 0 48-15,1-2 0 16,0 0-448-16,1 0-96 0,1-2-16 0,-1 2 0 16,0-2-1424-16,-2 2-272 0,0 0-64 0,-2 0-12528 0,-3 0-2496 15</inkml:trace>
  <inkml:trace contextRef="#ctx0" brushRef="#br0" timeOffset="150751.31">4958 7969 22111 0,'0'0'1968'0,"0"0"-1584"0,0 0-384 0,0 0 0 15,0 0 7296-15,7 5 1360 0,2-1 288 0,2-1 48 16,0-1-6656-16,4 0-1328 0,6-1-272 0,5 1-48 15,4-2-240-15,2 2-32 0,4-1-16 0,1-1 0 16,1-1-192-16,-1-1-32 0,1 0-16 0,3-1 0 16,2 1-112-16,0-1-48 0,-3-2 0 0,2 1 0 0,-1 0 0 15,0 0 0-15,-6 1 0 0,-1 0-160 16,-1-3-256-16,-5 4-48 0,1 0-16 0,-3 2 0 16,-3 0-1568-16,-3 2-304 0,-2 3-64 0</inkml:trace>
  <inkml:trace contextRef="#ctx0" brushRef="#br0" timeOffset="151217.76">4858 8583 22111 0,'-9'-7'976'0,"9"7"208"0,1-10-944 0,0 0-240 0,2-1 0 0,1 2 0 16,0 1 4672-16,1 2 880 16,-5 6 176-16,6-6 32 0,-6 6-2752 0,7-3-576 0,1 0-96 0,-8 3-32 15,10 0-896-15,2 3-176 0,1 0-32 0,-1 3-16 16,1-2-480-16,2 2-112 0,0 2-16 0,0 4 0 16,0-1-368-16,2 4-80 0,-1 0 0 0,1 4-128 15,0-4 128-15,0 2-128 0,-4 0 0 0,0-1 0 16,-2 1 160-16,-2 2-32 0,-3 2 0 0,0 0 0 15,-4-1-128-15,-4-1 0 0,-2 1 0 0,-3-3 0 16,-1 2 0-16,-3-2 0 0,-4-2 0 0,0-2 0 16,-4-2 0-16,1 0 192 0,-3-2-192 0,2-3 192 0,-3-2-192 15,-1 0 0-15,1-1 144 0,3-3-48 0,-2-4-96 0,1 1 0 16,1-3 0-16,4 2 0 0,2-3 0 0,2-1 0 16,3-1 0-16,1 0 0 0,2 0-208 0,3 0 16 15,2 0 0-15,2 0 0 0,3-2 192 0,3 1 0 16,1 1 0-16,3-2 0 0,-2 5-192 0,2 1 0 15,-1-1 0-15,3 1 0 0,2 0 48 0,1 1 16 16,1-1 0-16,0 2 0 16,3-2-592-16,2 4-112 0,2-3-32 0,3 0 0 15,-1 0-1952-15,3-1-400 0,2 0-80 0</inkml:trace>
  <inkml:trace contextRef="#ctx0" brushRef="#br0" timeOffset="151487.72">5459 8470 13823 0,'0'0'1216'16,"0"0"-960"-16,-3-4-256 0,3 4 0 0,0 0 7872 0,0 0 1536 0,0 0 320 0,0 0 48 15,0 0-6208-15,0 0-1248 0,0 0-240 0,0 0-48 16,0 0-1040-16,0 0-208 0,1 9-32 0,1 4-16 16,-4 1-592-16,2 3-96 0,2 3-48 0,-1 3 0 15,-1 3 0-15,1-1 0 0,1 0 0 0,-1-2 0 16,-1-1 0-16,0-1 0 0,0-1 0 0,1-1 0 15,0 1 0-15,-1-2 0 0,0-1 0 0,2-1 0 16,2-3 0-16,-3-4-240 0,-1 0 80 0,-1-1 16 16,1-8-736-1,0 0-144-15,0 0-16 0,0 0-16 0,0 0-800 0,0 0-144 0,0 0-48 0,-4-5 0 16,-3-2-1760-16,1-2-352 0,-2-3-80 0</inkml:trace>
  <inkml:trace contextRef="#ctx0" brushRef="#br0" timeOffset="151652.4">5220 8509 21183 0,'-14'-4'1888'0,"7"1"-1504"15,1 3-384-15,2 0 0 0,4 0 5632 0,0 0 1072 16,0 0 208-16,0 0 32 0,0 0-4016 0,0 0-816 16,0 0-144-16,10 0-48 0,5 1-960 0,0 1-192 15,3-1-32-15,2-1-16 0,1-1-400 0,1-1-96 16,2 1-16-16,3-3 0 0,2 2-208 0,2-4 0 16,1 1 0-16,2-1 0 15,0-1-352-15,0 1-160 0,3-4-48 0,0 0 0 16,3 1-2288-16,1 1-464 0,2-2-80 0</inkml:trace>
  <inkml:trace contextRef="#ctx0" brushRef="#br0" timeOffset="151984.85">6159 7434 48607 0,'-9'-2'2160'0,"9"2"432"0,-3-2-2080 0,0 1-512 0,3 1 0 0,0 0 0 16,0 0 1536-16,0 0 208 0,0 9 48 0,-1 4 0 15,-1 0-720-15,0 4-144 0,0 7-32 0,-2 2 0 0,1-1-560 0,0 3-112 16,1 2-32-16,-1 4 0 0,1 8-128 0,-1 0-64 16,0 3 0-16,1 1 0 0,-1 0 0 0,1 0 0 15,-2 1 0-15,2-1 0 0,0-4 0 0,0-3 0 16,2-3 0-16,-1 1 0 0,0-1 0 15,-2 0 0-15,1 0 0 0,-1-5 0 0,0 2 0 0,2-2 0 16,-3-1 0-16,2 0 0 0,0-2 0 0,1-2-240 16,1 0 80-16,1 1 16 15,2-1-1040-15,0 0-208 0,2-1-32 0,-1-3-15024 16,0-2-3008-16</inkml:trace>
  <inkml:trace contextRef="#ctx0" brushRef="#br0" timeOffset="152385.21">6262 8758 19343 0,'0'0'848'0,"-4"-2"192"0,-1 0-832 0,1 0-208 0,4 2 0 0,0 0 0 15,0 0 7200-15,0 0 1392 0,0 0 288 0,0 0 48 16,-3 6-5728-16,2 0-1136 0,0 1-224 0,1-7-48 15,0 9-1216-15,1-1-224 0,1 2-48 0,0 2-16 16,0 1-208-16,1 2-80 0,1 4 0 0,0-2 0 16,0 2 0-16,1-1 0 0,0 3 0 0,0 0 0 15,1-1 0-15,0-3 0 0,-1 0 0 0,0 0 0 16,2 0 0-16,0-2 0 0,-2 0 0 0,-1-4 0 16,0-2 0-16,-1-1-128 0,-3-8 128 0,4 7-160 0,-4-7 160 0,0 0 0 15,0 0 160-15,0 0-32 0,0 0-128 0,0 0 0 16,8-3 0-16,0-1 0 0,-1-4 0 0,0-1 0 15,1-4 0-15,0-1 0 0,-1-2 0 0,0-1 0 16,1-2 0-16,1-1 0 0,-1-1 0 0,0 2 0 16,0-2 0-16,0 3 0 0,1 2 0 0,-1 3 0 15,-2 1 0-15,1 1 0 0,-2 0 0 0,3 1 0 16,-1-1 0-16,1 2 0 0,-1 1 0 0,1 0-240 16,-1 2 80-16,3 1-17232 15,1-2-3440-15</inkml:trace>
  <inkml:trace contextRef="#ctx0" brushRef="#br0" timeOffset="163172.64">6839 7938 12895 0,'-8'0'1152'0,"2"0"-928"15,-1-2-224-15,7 2 0 0,0 0 7728 0,0 0 1488 16,0 0 320-16,0 0 48 0,0 0-6608 0,0 0-1312 16,4-6-272-16,3 1-48 0,1-1-704 0,1 2-144 15,1-1-32-15,2 1 0 0,1 0-240 0,3 2-48 16,-1-1-16-16,2 2 0 0,2 1-160 0,0 0 0 16,-1 0 0-16,2 0 128 0,1 0-128 0,0 0-176 15,-1 0 48-15,0 0 0 16,-2 0-1744-16,1 0-352 0,-3 1-64 0,1 1-16 15,-2-1-2080-15,0 0-416 0</inkml:trace>
  <inkml:trace contextRef="#ctx0" brushRef="#br0" timeOffset="163357.49">6970 8115 43247 0,'-17'4'1920'0,"10"-2"384"0,-1 1-1840 0,2 0-464 15,6-3 0-15,0 0 0 0,0 0 1472 0,0 0 208 16,0 0 48-16,0 0 0 0,0 0-800 0,10 4-160 0,3-2-16 0,3-1-16 15,0-1-528-15,4 0-208 0,5-1 176 0,0-3-176 16,1-1 128-16,1 0-128 0,0 0 0 0,0-1 0 31,0 0-608-31,1 1-224 0,-1-2-32 0,0 2-14176 0,2 1-2816 0</inkml:trace>
  <inkml:trace contextRef="#ctx0" brushRef="#br0" timeOffset="165023.63">8286 7651 26367 0,'0'0'1168'0,"0"0"240"0,0 0-1120 0,0 0-288 0,0 0 0 0,0-4 0 0,-1-5 2512 0,-1 1 448 16,-2 0 96-16,0 2 16 0,-2 0-816 0,1 1-144 15,0 0-48-15,0 2 0 0,-2-1-848 0,1 3-160 16,-1 0-32-16,-1 0-16 0,-1-1-336 0,-1 2-64 16,-2 2-16-16,0 1 0 0,-1 3-176 0,2 0-32 15,-4 2-16-15,0 2 0 0,-1 2-112 0,0 2-32 16,1 3 0-16,-2 0 0 0,1 0 32 0,3 3 0 15,-1-2 0-15,2 3 0 0,2 0-112 0,4 0-16 16,1 0 0-16,4-3 0 0,2-1-128 0,3-2 0 16,3 0 0-16,0-1 0 0,4-3 0 0,2-4-176 15,1 0 176-15,3-3-128 0,1-3 128 0,2-2-192 16,2-3 192-16,-1-3-192 0,1-2-64 0,-1-1 0 16,-3-2-16-16,1-2 0 0,-1-3 16 0,-1-1 16 15,1-2 0-15,-1 0 0 0,-1-3 112 0,-3-1 128 16,-2 0-208-16,1-2 80 0,-1-2 128 0,-1-2 0 15,-1-2 0-15,-1-4-128 0,-2-1 128 0,0 0 0 0,-1 1 0 16,-1 0 0-16,-2 1 0 0,0 3 0 0,-2 4 0 16,0 1 0-16,-2 5 0 0,0 0 0 0,-1 5 128 0,1 2-128 15,-4 5 128-15,4 2-128 0,-1 3 160 0,3 5-160 16,0 0 256-16,0 0-32 0,0 0-16 0,0 0 0 16,-2 6-208-16,0 5 0 0,1 3 128 0,1 4-128 0,1 5 0 0,1 3 0 15,-2 2 0-15,1 2 0 16,-1 3 192-16,1 1-48 0,0 1-16 0,1 0 0 0,-1 0 0 15,2-1-128-15,-1-1 192 0,1-3-64 0,1-1-128 0,0-2 0 16,1-1 0-16,0-3 0 0,-1 1 0 16,1-5 0-16,0 1 0 0,2-3 0 0,1-3 0 15,0-2 0-15,1-2 0 0,-1 1 0 0,1-7 0 0,0-2-176 16,-1 0 176-16,1-2-192 0,-1-2 64 0,1-4 0 16,-1-1 0-16,-1-2 0 0,1-2 128 0,1-3-208 15,0-1 80-15,1-2 128 0,-3-1-160 0,1-1 160 16,-1-3 0-16,-1 1-144 0,-1-1 144 0,1 1 0 15,-1-2 0-15,0-2 0 0,0 2 0 0,-1 3 0 16,-1 3 0-16,-1 3 0 0,0 2 0 0,-1 3 0 16,-2 1 128-16,1 8-128 0,0 0 336 0,0 0 0 15,0 0 0-15,0 0 0 0,-2 7-80 0,1 3 0 16,0 4-16-16,0 3 0 0,-1 0-240 0,1 3 0 16,0-1 128-16,1 1-128 0,0-2 0 0,1 2 0 15,2-1 0-15,0 1 0 0,1-4 0 0,0 0 0 16,3 1 0-16,1-4 0 0,1 1 0 0,0-3 0 15,-1 0 0-15,2-5 0 0,3-1-192 0,-1-1 32 0,1-1 0 0,-1-3 0 16,-2-3-80-16,0-1-16 0,1-2 0 16,1-2 0-16,-2-1 48 0,2-3 0 0,-2 0 0 0,1-1 0 15,-1 0 208-15,1-1-176 0,-2 0 176 0,-2-1-160 16,0-3 160-16,0 1 0 0,-1 0 0 0,1 0 0 16,-2 0 0-16,0 2 0 0,-1 0 0 0,1 1 0 15,-2 5 0-15,-1-2 0 0,0 4 0 0,-1 0 0 16,-1 7 304-16,0 0-16 0,0 0 0 0,0 0 0 0,0 0 64 0,0 0 16 15,0 0 0-15,0 0 0 0,4 8-192 0,-2 2-48 16,0 2 0-16,-1 1 0 0,0 1-128 0,-1 1 0 16,0 0 0-16,0 2 0 0,2 0 0 0,-1 3 0 15,0-3 0-15,1 2 0 0,-1-3 0 0,0 1 0 16,2-1 0-16,-1-1 0 16,2 1-800-16,2-2-32 0,-3-1-16 0,3-1 0 15,-1-4-1904-15,3 0-384 0,3-2-80 0</inkml:trace>
  <inkml:trace contextRef="#ctx0" brushRef="#br0" timeOffset="165457.71">7983 8207 4607 0,'-20'0'400'0,"1"0"-400"0,-1-1 0 0,6 0 0 16,2 0 10144-16,4-1 1952 0,2 1 384 0,6 1 64 15,0 0-8864-15,0 0-1776 0,0 0-368 0,0 0-64 16,11-1-960-16,4 1-192 0,2 0-32 0,3 0-16 0,4-2-96 0,3 1-32 15,3 1 0-15,21-3 0 0,0 2 96 0,-13 1 16 16,4 0 0-16,4 0 0 16,5 0-96-16,1 1-16 0,-1 2 0 0,1-3 0 0,2 0-144 15,1 0 0-15,-2 0 144 0,2-4-144 0,1 3 0 16,-3 1 0-16,-2-1 0 0,-3 1 128 0,-3 0-128 0,-5 0 0 16,-3 0 0-16,-5 0 0 0,-4 0 0 0,-4 1 0 15,-3 0-144-15,-4 0 144 0,-2 2 0 0,-4-3-176 16,-2 1 176-16,-9-1-128 0,0 0 128 0,0 0-128 15,6 3 128-15,-6-3-128 16,0 0-400-16,0 0-80 0,0 0-16 0,0 0 0 16,0 0-1168-16,0 0-256 0,-2 6-32 0,0 2-20432 0</inkml:trace>
  <inkml:trace contextRef="#ctx0" brushRef="#br0" timeOffset="167251.91">8168 8845 27935 0,'0'0'1232'0,"0"0"256"0,0 0-1184 0,0 0-304 0,1-7 0 0,-1 7 0 0,0-7 2400 15,-1-1 416-15,-1 0 96 0,1 1 16 0,-3 1-784 0,0 1-160 16,0 0-16-16,-1-1-16 0,-3 1-672 0,1 1-144 16,-1-1-32-16,-3 4 0 0,1 1-416 0,-2 1-96 15,-1 4-16-15,-3-1 0 0,-2 3-272 0,-1 2-64 16,-2 2-16-16,-1 5 0 0,-3 4-80 0,0 3-16 15,0 3 0-15,1 2 0 0,-2-2 96 0,2 2 16 16,1 2 0-16,3 0 0 0,3-1-64 0,4-2-16 16,1-2 0-16,6-3 0 0,2-3-160 0,3-5 0 15,3-1 0-15,5-3 0 0,2-2-128 0,4-1-16 16,2-2 0-16,2-1 0 0,0-4-80 0,3-3-16 16,0 1 0-16,0-2 0 0,3-4 32 0,-3-1 0 15,0-3 0-15,-2 0 0 0,-1-5 0 0,-1 0 0 16,-2-2 0-16,0-1 0 0,0-3 80 0,-3-1 128 15,0 0-208-15,-2-2 80 0,-3-3 128 0,1-1 0 16,-2-3 0-16,-2 1 0 0,1-1 0 0,-2 2 0 16,1 1 0-16,-2 1 0 0,-1 0 0 0,-1 2 0 15,-2 2 0-15,1 3 0 0,0 3 160 0,0 2-32 16,-1 0-128-16,0 4 192 0,1 1 64 0,-1 3 16 0,1 1 0 0,2 8 0 16,0 0 48-16,0 0 0 0,0 0 0 0,0 0 0 15,-6 8-160-15,4 2-32 0,0 2 0 0,1 5 0 16,0 5-128-16,1 3 0 0,0 1 0 15,0 1 0-15,0 2 0 0,1 1 0 0,2 1 0 16,1 1 0-16,0 0 0 0,1 1 0 0,3-5 0 0,1 0 0 16,0-3 0-16,0-3-144 0,1-1 144 0,2-3-160 15,3-1-1088-15,-1-7-224 0,2-1-32 0,-2-3-16 16,0-5-1472-16,2-2-288 0,1-5-64 16,1 0-14720-16</inkml:trace>
  <inkml:trace contextRef="#ctx0" brushRef="#br0" timeOffset="167501.85">8608 8639 38751 0,'0'0'1728'0,"-5"-1"336"15,5 1-1648-15,0 0-416 0,0 0 0 0,-5 0 0 0,0 0 2176 0,5 0 368 16,0 0 64-16,-5 2 16 0,-1 1-944 0,6-3-176 16,-2 8-32-16,-2 2-16 0,-1-1-864 0,1 4-160 15,0 3-48-15,0 4 0 0,0 2-128 0,-1-1-48 16,2 3 0-16,1 4 0 0,-1-1-208 0,2 2 0 15,-1-2 128-15,2-1-128 0,2-2 0 0,-1-2 0 16,2 0 0-16,-1-2 0 0,1-2-240 0,-1-1-32 16,1-2-16-16,1-2 0 15,0-3-1184-15,0 1-224 0,0-4-48 0,-4-7-16 16,0 0-1296-16,6 2-256 0,3 0-48 0,-2-4-14720 0</inkml:trace>
  <inkml:trace contextRef="#ctx0" brushRef="#br0" timeOffset="167752.35">8233 8681 43135 0,'0'0'1920'0,"-5"0"384"0,-3 1-1856 0,8-1-448 0,0 0 0 0,0 0 0 0,0 0 1968 0,0 0 288 16,0 0 64-16,0 0 16 0,0 0-1088 0,10-1-224 16,5-2-32-16,6-1-16 0,7-1-464 0,4-3-80 15,1-1-32-15,4 0 0 0,1 0-64 0,2 0-16 16,1-3 0-16,0-1 0 0,1 1-192 0,0-1-128 15,-3 0 128-15,0 3-128 0,-3-2 0 0,0 4 0 16,-2-1 0-16,-4 1 0 0,-4 2-160 0,-4 2-48 16,-4 1-16-16,-2-2 0 15,-2 4-560-15,-2-2-112 0,-2 2-32 0,-1 1 0 16,-1 0-1248-16,0 0-256 0,-8 0-64 0,6 1-18864 0</inkml:trace>
  <inkml:trace contextRef="#ctx0" brushRef="#br0" timeOffset="175163.72">3690 10593 16575 0,'0'0'1472'0,"0"0"-1168"0,0 0-304 0,5-5 0 15,-5 5 2752-15,4-8 512 0,0-1 80 0,-2 0 32 16,-1 0-608-16,-1 1-112 0,0 0-32 0,0-1 0 16,-2-1-512-16,1 1-128 0,-1 1 0 15,-2-4-16-15,0 3-672 0,-1 0-128 0,0 2-16 0,-2-2-16 16,2 3-336-16,-1 0-64 0,-2 1-16 0,-3 1 0 15,4 2-240-15,-2 2-48 0,-2 0-16 0,-1 2 0 16,-2 5-208-16,0 2-32 0,-2 5-16 0,-1 2 0 16,-4 5-160-16,2 1 0 0,-1 3 0 0,1 2 128 15,2 2-128-15,2 1 0 0,1-2 0 0,4 0 0 16,2-3 0-16,2-3 0 0,3-3 0 0,3-2 0 16,1-4 0-16,3-1 0 0,2-2 0 0,3-2-176 0,3-3-64 15,3-1-16-15,0-2 0 0,2-4 0 0,0 0-16 0,1-2-16 16,1-3 0-16,-1-2 0 0,-1 0 80 0,-2-3 16 15,0-3 0-15,-1-2 0 0,-1 0 192 0,-1-5-144 16,0-2 144-16,-3-1-128 0,0-1 128 0,-1-2 0 16,-1-4 0-16,0 1 0 0,-2-4 0 0,0 1 0 15,1 1 0-15,-2 2 0 0,-2 4 0 0,-1-1 0 16,-1 6 0-16,-1 0 0 0,1 4 0 0,-1 3 0 16,0 4 128-16,1-1-128 0,0 4 288 0,0 8-16 15,0 0 0-15,0 0 0 0,0 0 48 0,0 0 0 16,0 0 0-16,-3 7 0 0,2 6-320 0,-1 1 128 0,1 4-128 0,0 4 0 15,-1 4 128-15,2 3-128 16,2 4 0-16,-1-1 0 0,0 0 0 0,2 0 0 0,2-2 0 0,0-1 0 16,2 0 0-16,1-3 0 0,1-3 0 0,1-1 0 15,1-6 0-15,0-2 0 0,2-1 0 0,-1-4-144 16,0-1-16-16,0-1 0 16,-1-6 0-16,2 0 0 0,2-1-64 0,-3-2-16 0,-2-2 0 0,0-1 0 15,1-2 80-15,-1-1 16 16,-1-3 0-16,-2-2 0 0,1-2 144 0,0 0-192 0,-1-1 192 0,0 0-192 15,-1-5 192-15,0 2 0 0,-2-3 0 0,-1 0 0 16,1-1 0-16,-1 3 0 0,-2-1 0 0,1 4 0 16,-1-2 0-16,-2 5 0 0,-1 4 0 0,1-1 0 15,0 3 0-15,-2 3 176 0,3 5-16 0,0 0 0 16,0 0 176-16,0 0 48 0,0 0 0 0,0 0 0 16,-4 8-208-16,0 2-48 0,0 4 0 0,2 2 0 0,0 3-128 0,2 2 0 15,3 1 0-15,1 2 0 0,0 1 0 0,2 1 0 16,2 2 0-16,3-2 0 0,-1-3 0 0,2-1 0 15,1-1-144-15,0-1 144 0,0-3 0 0,-1-4-160 16,-2-4 160-16,2-1-128 0,-2-2 0 0,3-3 0 16,-1 1 0-16,-2-3 0 0,1-2-32 15,-1-2 0-15,2-1 0 0,-3-2 0 0,-1-3-16 0,1-2 0 16,0 1 0-16,0-6 0 0,-2-1 176 0,1-1-160 16,-3-2 160-16,0 1-160 0,2-1 160 0,-2-2 0 15,-1 1 0-15,0 2 0 0,0-2 0 0,-1 3 0 16,-1 1 0-16,-1 2 0 0,0 4 0 0,1 3 0 15,-4-1 160-15,2 9-160 0,0 0 416 0,0 0-16 0,0 0 0 0,0 0 0 16,0 0-128-16,0 0-16 0,0 10-16 0,-1 3 0 16,-2 3-240-16,2 1 0 0,1 2 0 0,0 2 0 15,1 1 0-15,2-1 0 16,1 1 0-16,1 0 0 0,2-1 0 0,-1-2-288 0,1-1 64 0,1-1 16 31,-2-3-1200-31,3-2-256 0,0-2-32 0,2-2-16 16,1-1-1296-16,1-2-272 0,0-5-48 0,-2-3-14096 0</inkml:trace>
  <inkml:trace contextRef="#ctx0" brushRef="#br0" timeOffset="175414.51">4722 10430 46079 0,'0'0'2048'0,"0"0"400"0,0 0-1952 0,0 0-496 15,0 0 0-15,0 0 0 0,0 0 1488 0,0 0 208 16,0 0 32-16,0 0 16 0,0 0-848 0,9-2-192 16,4-2-16-16,-1 1-16 0,0-2-464 0,-1 4-80 15,4-3-128-15,-1 1 176 0,2 1-176 0,1 0 0 16,-3 2 0-16,2 0 0 0,-2 2-224 0,0-2-32 16,1 2 0-16,0 1 0 15,0 1-1408-15,-2-3-304 0,-2 4-48 0,1-2-16 16,-1 1-2128-16,-1 0-416 0</inkml:trace>
  <inkml:trace contextRef="#ctx0" brushRef="#br0" timeOffset="175564.38">4825 10625 29487 0,'-13'5'1296'0,"13"-5"288"0,0 0-1264 0,0 0-320 15,0 0 0-15,0 0 0 0,0 0 4528 0,0 0 848 16,0 0 160-16,0 0 32 0,9-3-4176 0,3-1-848 0,5-2-160 0,1-1-48 15,3-2-336-15,4 0-192 0,1-1 32 0,5-2-14800 16,3 0-2960-16</inkml:trace>
  <inkml:trace contextRef="#ctx0" brushRef="#br0" timeOffset="176268.54">5656 10449 37487 0,'0'0'1664'0,"0"-6"336"0,0-1-1600 0,1-1-400 0,-1-1 0 0,1-2 0 16,0 1 1536-16,-1-1 208 0,-2 2 48 0,1-3 16 16,1 2-368-16,0 2-80 15,-2-2-16-15,0 2 0 0,-2 0-480 0,-2 2-96 16,0-1-32-16,-2 3 0 0,0 2-128 0,-2 2-32 15,-2 2 0-15,-1 2 0 0,-1 4-176 0,-3 4-32 0,-4 3-16 0,-2 6 0 16,-2 5-96-16,0 0-32 0,0 4 0 0,3 0 0 16,0 2 32-16,4 0 16 0,3 1 0 0,7-5 0 15,2 1-272-15,5-3 128 0,2-2-128 0,4-2 0 16,4-4 0-16,3-2 0 0,1-3-160 0,4-3 160 16,4-1-384-16,1-2 64 0,0-3 0 0,0 0 0 15,-1-3 0-15,1-1 16 0,1-3 0 0,-1-2 0 16,0 0 32-16,-1-2 0 0,-2 0 0 0,-2-3 0 0,0 1 112 15,-2 0 32-15,-4 0 0 0,0-1 0 0,-2-2 128 0,-1 0 0 16,-2 0 0-16,1 3 0 0,-2 0 0 0,-1 3 128 16,-4 6-128-16,0 0 0 0,0 0 288 0,0 0-16 15,0 0 0-15,0 0 0 0,0 0 144 0,0 0 32 16,4 9 0-16,1-1 0 0,0 2-256 0,-1 2-32 16,1 1-16-16,0-1 0 0,2 1-144 0,0-2 0 15,-1-3 144-15,2 1-144 0,0-1 0 0,1-1 0 16,0-2 0-16,0 1 0 0,-1-3 0 0,0 0 0 15,-8-3 0-15,9 1 0 0,-1-1 0 0,1-1 0 16,-1-1 0-16,-1 0 0 0,0-2 0 0,-1 0 0 16,0-3 0-16,0-2 0 0,1 0 0 0,-1-1 0 15,1-2 0-15,-1-2 0 0,-1-2 0 0,2-1 0 16,0-3 0-16,-1 1 0 0,-2-1-352 0,1-2 16 16,0 1 0-16,1 2 0 15,-1-1-1712-15,0 3-320 0,0 3-80 0,0 1-12320 0,1 2-2448 0</inkml:trace>
  <inkml:trace contextRef="#ctx0" brushRef="#br0" timeOffset="176881.43">6550 10507 20271 0,'0'0'1792'0,"0"0"-1424"0,-3-6-368 0,2-1 0 0,0-2 4736 0,-2 1 896 16,0-1 160-16,0 0 32 0,0-1-2784 0,-1-1-560 16,0 1-112-16,-1 1-32 0,-2-1-1184 0,2 1-224 15,0 0-48-15,-2 3-16 0,1-1-448 0,-3 1-96 16,-2 2 0-16,0 1-16 0,-1 2-48 0,-1 2-16 15,-3 3 0-15,-1 3 0 0,-1 2-240 0,-2 2 144 16,-2 4-144-16,0 3 128 0,-1 3-128 0,-1 1 128 16,1 2-128-16,2-1 128 0,1 2 0 0,3-2 0 0,4 1 0 15,3-2 0-15,6-3-128 0,3-2 0 16,3 0 0-16,5-1-176 0,1-2-144 0,3-1-48 0,4-5 0 0,2-1 0 31,1-3-160-31,1-3-48 0,2-2 0 0,0-3 0 16,0-2 64-16,-1-1 0 0,-1-4 0 0,1 1 0 0,1-5 80 0,-4 1 32 15,-2-2 0-15,-1 1 0 0,0-5 160 0,-3 2 48 16,1 0 0-16,-2-6 0 0,0-1 192 0,-4 1 0 16,1-1 0-16,-1 0 0 0,-1 2 0 0,-1-3 0 0,0 2 0 15,-3 2 0-15,1 1 224 0,-1 0-64 16,0 2-16-16,1 2 0 0,-2 4 256 0,-2 1 48 0,0 2 16 0,0 0 0 16,0 3 160-16,2 7 16 0,0 0 16 0,0 0 0 15,0 0-256-15,0 0-48 0,0 0-16 0,0 0 0 16,-4 7-336-16,1 4 144 0,1 2-144 0,-1 1 0 15,0 2 0-15,2 2 0 0,0 4 0 0,0 2 0 16,1 3 0-16,0-1-144 0,0 4 144 0,1 0 0 0,0-2-128 0,3 0 128 16,0 0-128-16,1-1 128 15,2-1-1024-15,2-2-112 0,1-4-16 0,2-3-16 16,0-2-1504-16,1-5-288 0,1-1-64 0,0-6-15904 16</inkml:trace>
  <inkml:trace contextRef="#ctx0" brushRef="#br0" timeOffset="177131.58">7000 10128 3679 0,'-7'0'320'0,"1"0"-320"15,-1 0 0-15,1 1 0 0,6-1 9920 0,-6 4 1920 16,2-1 384-16,1 2 80 0,-1 1-8736 0,1 6-1760 16,2 0-336-16,-2 2-80 0,1 2-720 0,0 2-144 15,1 2-16-15,0-1-16 0,-1 2-496 0,2 3 0 16,0 0 0-16,2 4 0 0,-1 2 0 0,0-3 0 15,-1 3 0-15,3-1 0 0,-1-2 0 0,2-1 0 16,-1 2 0-16,0-5 0 0,-2-2-256 0,0 0 48 16,-1-4 16-16,1-2 0 15,-1 0-416-15,0-4-80 0,0-1-16 0,2-3 0 16,-2-7-1024-16,0 0-192 0,0 0-64 0,0 0 0 16,0 0-1328-16,0 0-272 0,6-9-48 0,-3-4-16 0</inkml:trace>
  <inkml:trace contextRef="#ctx0" brushRef="#br0" timeOffset="177349.27">6671 10189 8287 0,'-6'0'736'0,"-1"0"-592"0,7 0-144 0,0 0 0 16,0 0 8272-16,0 0 1632 0,0 0 320 0,0 0 64 0,0 0-6560 0,0 0-1296 16,11 0-272-16,2 0-48 0,3 0-1264 0,5-2-240 15,4-2-48-15,3 0-16 0,1 0-96 0,4-1-32 16,1-2 0-16,1-1 0 0,3 0-288 0,0 1-128 15,0-1 128-15,-2 1-128 0,-2 1 0 0,-1 1 0 16,-3 1 128-16,-2 0-128 0,0 1 0 0,-4 0 0 16,-1 2 0-16,-3 1 0 15,-1 0-640-15,-1 0-224 0,-1 0-32 0,-1 1-15360 16,-1 2-3072-16</inkml:trace>
  <inkml:trace contextRef="#ctx0" brushRef="#br0" timeOffset="178365.97">2750 12433 19343 0,'0'0'848'0,"0"0"192"0,1-5-832 0,0-2-208 16,-2 1 0-16,2-2 0 0,0-1 5456 0,2-2 1056 15,-3 2 208-15,1-1 32 0,2-2-4096 0,0-1-816 16,-2-1-176-16,0 2-16 0,-1-1-688 0,1-2-128 15,1 1-16-15,-5 1-16 0,-1 1-160 0,0 3-16 16,-1 1-16-16,-1 2 0 0,-3 3-112 0,-1 1-32 16,-1 4 0-16,-2 5 0 0,-3 4-208 0,-2 5-64 15,-2 5 0-15,-1 4 0 0,-1 3-192 0,1 5 128 16,0-2-128-16,3 3 0 0,1 0 0 0,4 1 128 0,4-2-128 16,5 2 0-16,5-4 0 0,5-1 0 0,3-4 0 15,3-2 0-15,3-3-256 0,2-4 0 16,1-4 0-16,2-3 0 0,1-3-128 0,1-5 0 15,1-2-16-15,1-4 0 0,-3-1 64 0,2-3 16 0,1-1 0 0,-2-1 0 16,-5-1 80-16,0 0 32 0,0-4 0 0,-2 2 0 16,-3 0 208-16,0 0 0 0,-3 1-160 0,-1 3 160 15,-2-2 0-15,-2 3 0 16,-4 8 0-16,0 0 0 0,0 0 416 0,0 0 0 0,0 0 0 0,0 0 0 16,3 10 96-16,-2 6 32 0,-2 6 0 0,-1 4 0 15,0 3-288-15,-2 3-64 0,3 1-16 0,1 1 0 16,1 0-176-16,0-3 192 0,2-4-192 0,-1 0 192 15,1-3-192-15,0 0 0 0,-1-2 0 0,1-3 0 16,1-2-208-16,-2-1-32 0,0-2 0 0,-1-1 0 16,0-2-688-16,1-2-144 0,-2 1-16 15,0-2-16-15,0-8-656 0,0 0-128 0,0 0-32 0,0 0 0 16,0 0-1536-16,0 0-320 0,0 0-64 0</inkml:trace>
  <inkml:trace contextRef="#ctx0" brushRef="#br0" timeOffset="178649.92">2868 12670 19343 0,'0'0'1728'0,"0"0"-1392"16,0 0-336-16,0 0 0 0,0 0 6352 0,0 0 1200 15,0 0 256-15,0 0 32 0,0 0-5360 0,11 0-1072 16,-1 0-224-16,2-1-32 0,1-2-608 0,1 2-112 0,2-6-32 16,1 3 0-16,0-1-272 0,1 0-128 0,1 1 0 0,0 0 128 15,-1 0-128-15,-2 2 0 16,-2 0 0-16,-1 2 0 0,-1 2 0 0,-3 0 0 0,-1 1 0 0,-3 2 0 15,-1 2 0-15,-3 0 0 0,-2 4 0 0,0-1 128 16,-5 3 16-16,0 2 0 0,-2 0 0 0,-2 2 0 16,-3 0 16-16,-1 0 0 15,0-2 0-15,0 0 0 0,-1 1-160 0,0-2 0 0,-2-1 0 0,0-1 0 32,0 0-1264-32,1-2-128 0,1-1-16 0,2-1-16 15,4-4-1248-15,2 0-240 0,2-2-48 0,5-2-15952 0</inkml:trace>
  <inkml:trace contextRef="#ctx0" brushRef="#br0" timeOffset="178867.14">3536 12411 42383 0,'0'0'3776'0,"0"0"-3024"0,0 0-608 0,0 0-144 0,0 0 2176 0,8 2 384 15,-8-2 96-15,9-2 16 0,0 0-1408 0,1 1-288 16,1 0-48-16,0-1-16 0,1 1-576 0,1 1-112 15,1-1-32-15,1 0 0 0,-1-1-192 0,2 1 0 16,1 0 0-16,0 1 0 16,0-2-576-16,0 1-128 0,0 0 0 0,-4 1-16 15,0 0-1072-15,-2 1-224 0,1-1-32 0,-3 1-16 16,-9-1-1792-16,0 0-368 0,4 11-64 0</inkml:trace>
  <inkml:trace contextRef="#ctx0" brushRef="#br0" timeOffset="179000.22">3537 12551 39327 0,'-13'6'1744'0,"13"-6"368"0,0 0-1696 0,0 0-416 0,0 0 0 0,0 0 0 16,0 0 2304-16,3 8 368 16,-3-8 80-16,6 7 0 0,3 0-1392 0,2-5-272 0,2 2-64 0,1-2-16 15,3-2-688-15,3-2-144 0,0 0-32 0,6-2 0 32,4-3-1152-32,2 0-224 0,-1-3-48 0</inkml:trace>
  <inkml:trace contextRef="#ctx0" brushRef="#br0" timeOffset="179585.17">4390 11939 40079 0,'0'0'1776'0,"0"0"368"0,-3-8-1712 0,3 8-432 0,0 0 0 0,0 0 0 16,0 0 1568-16,0 0 224 0,10-8 64 0,2 4 0 15,0 2-400-15,-4 2-80 0,1 2-16 0,3 1 0 16,2 3-768-16,3 5-144 0,1 0-48 0,0 5 0 16,1 1-144-16,-1 4-16 0,0 4-16 0,-2 2 0 15,-2 3-32-15,-2 0 0 0,0 3 0 0,-5-1 0 16,-1 1-64-16,-2-3 0 0,-1 0-128 0,0-5 192 15,-3-2-192-15,-1-1 176 0,-3-1-176 0,-3-3 160 16,-2-2-32-16,-1-2-128 0,-3-3 192 0,0-1-64 16,-2-1 0-16,1-1-128 0,-2-3 192 0,-1-1-64 15,0-1-128-15,1-2 0 0,-1-2 0 0,1-2 0 16,0-1 0-16,2-2 0 0,2 1 0 0,2-3-176 0,2-1 16 0,1-2 0 16,2-1 0-16,4-1 0 0,2-1-16 0,3-2 0 15,1-2 0-15,3 1 0 0,4 0 0 0,1 0 0 16,1 0 0-16,3 2 0 0,1 0 48 0,2 2 0 15,0 4 0-15,0-1 0 0,0 2-64 0,1 0-16 16,0 0 0-16,2 2 0 16,-1-2-1600-16,1 1-320 0,-1 2-64 0,1 0-12144 15,5 0-2416-15</inkml:trace>
  <inkml:trace contextRef="#ctx0" brushRef="#br0" timeOffset="180000.38">4910 11920 23039 0,'0'0'2048'0,"0"0"-1648"0,0 0-400 0,0 0 0 16,0 0 5792-16,0 0 1072 0,0 0 224 0,-5 4 32 15,2 3-4512-15,0 2-912 16,1 4-176-16,-1 4-48 0,1 5-800 0,-1 3-160 0,0 4-48 0,1 3 0 16,0 2-112-16,2 1-32 0,0 3 0 0,0-1 0 15,0-2-112-15,2-4-16 0,-4-2-16 0,2-6 0 16,0 1-176-16,0-5 0 0,0-4 144 0,0 0-144 15,0-4 0-15,0-1 128 0,0-2-128 0,0-8 0 16,0 0 0-16,0 0 0 0,0 0 0 0,0 0 128 16,0 0-128-16,0 0 0 0,0 0 128 0,0 0-128 15,6-4 0-15,1-1-128 0,3-7 0 0,0-1 0 0,2-3 128 16,1-2 0-16,0-3 0 0,2-3 0 0,2-1-128 16,0-3 0-16,2 5 0 0,-1 1 0 0,-1 4 128 0,0 2 0 15,-3 3 0-15,-1 4 0 0,-2 2 0 0,-2 5 0 16,-1 0 160-16,-2 5-160 0,1 2 192 15,-2 6-48-15,-1 0-16 0,0 5 0 0,-2 2 0 0,1 3 0 16,-1 0 0-16,2 1 0 0,-1-1-128 0,0 0 0 16,-1 0 0-16,2-2 0 0,0 1 0 0,0-3-144 15,0 0 0-15,1-2 0 16,2 0-1104-16,-1-2-224 0,1-2-32 0,-1 0-16 16,1-3-2016-16,-1-1-416 0,1 1-80 0</inkml:trace>
  <inkml:trace contextRef="#ctx0" brushRef="#br0" timeOffset="180251.98">4408 12684 52575 0,'-16'4'2336'0,"16"-4"480"0,0 0-2256 0,0 0-560 0,0 0 0 0,0 0 0 15,0 0 672-15,9 2 32 0,6-4 0 0,3 2 0 16,3 0-240-16,6 0-32 0,10-5-16 0,3 1 0 15,2-1-112-15,2 0-32 0,2 1 0 0,1-3 0 16,1 3-80-16,4 2 0 0,-1-2-16 0,1 1 0 16,0 2-176-16,-2 1 128 0,-6 0-128 0,-3 1 128 15,-6-1-128-15,-4 2 0 0,-4-1 0 0,-2 0 0 16,-3 2 0-16,-1-3 0 0,-4 1-192 0,-1 0 192 16,-2 1-1968-16,0 0-272 0,-2 1-48 0</inkml:trace>
  <inkml:trace contextRef="#ctx0" brushRef="#br0" timeOffset="180818.37">4294 13351 11967 0,'0'0'1072'0,"2"-8"-864"0,-1-3-208 0,3 0 0 16,1-2 5264-16,4 1 1008 0,-1 0 208 0,0 3 48 15,0-3-3296-15,0 3-656 0,-1 0-128 0,3 4-16 16,-3 0-368-16,5 1-64 0,0 0-16 0,2 2 0 16,-2 1-864-16,1 1-176 0,0 3-48 0,-1 1 0 15,3 4-352-15,0-2-80 0,-1 3-16 0,0 3 0 16,1 4-192-16,-4 2-32 0,0 1-16 0,-2 4 0 16,-2 0-16-16,0 0 0 0,-1 1 0 0,-3-2 0 15,-3-1-192-15,0 1 144 0,-1-2-144 0,-3 1 128 0,-1-2-128 0,-1 1 0 16,-4-3 144-16,0 0-144 0,-2-2 0 15,1 0 144-15,-3-4-144 0,1 0 0 0,0-5 128 0,2 1-128 16,-2-3 0-16,0-2 0 0,-2-2 0 0,1-1 0 16,3-2 128-16,2-1-128 0,2-1 0 0,0-1-304 15,2-3 64-15,1-2 16 0,1-2 32 0,3-1 0 16,2-1 0-16,3 0 0 0,3-1 0 0,1 2 0 16,1-2 0-16,1 3 0 0,-1 3 0 0,0 1 0 15,3-1 0-15,2 3 0 0,-1 3 0 0,2 0 16 16,-1 0 0-16,1 1 0 0,-2 1-16 0,2 2 0 0,0-3 0 15,-1 3 0 1,1-1-1120-16,1-1-224 0,0 1-64 0,4 1-13472 0,1-4-2704 16</inkml:trace>
  <inkml:trace contextRef="#ctx0" brushRef="#br0" timeOffset="181152.53">4971 13132 32255 0,'0'0'2864'0,"0"0"-2288"0,0 0-576 0,0 0 0 0,0 0 5024 0,0 0 896 15,0 0 176-15,0 0 48 0,-4 5-4032 0,2 3-816 16,-1 2-144-16,2 3-48 0,-1 1-768 0,2 6-144 15,2 0-48-15,-2 3 0 0,0 1-144 0,0 3 0 16,1 2 0-16,0-2 0 0,1-2 0 0,-1-2 0 16,1-2 0-16,0-1 0 0,-1-5 0 0,-1 1 0 15,0 0 0-15,1-2 0 0,1-1-240 0,-4-1 80 16,0-3 16-16,0-1 0 16,2-2-800-16,0-6-144 0,0 0-48 0,0 0 0 15,0 0-1232-15,0 0-240 0,0 0-48 0,-6 0-18720 0</inkml:trace>
  <inkml:trace contextRef="#ctx0" brushRef="#br0" timeOffset="181318.14">4654 13179 33167 0,'0'0'1472'0,"0"0"304"0,0 0-1424 0,0 0-352 16,0 0 0-16,0 0 0 0,0 0 4208 0,12-3 768 0,2 0 144 0,2 2 48 16,-2-2-3632-16,5 1-736 0,1-2-144 0,4 0-16 15,3-1-368-15,5-2-64 0,0 1-16 0,2-2 0 16,0-2-192-16,5-1 0 15,3-1 0-15,2 1 0 16,2-1-672-16,1-1-224 0,0-2-64 0,1 1-14688 0,1-1-2944 0</inkml:trace>
  <inkml:trace contextRef="#ctx0" brushRef="#br0" timeOffset="181635.12">5717 12194 24879 0,'0'0'1088'0,"-4"-5"256"0,-4 0-1088 0,4 2-256 0,4 3 0 0,0 0 0 0,0 0 6400 0,0 0 1216 15,0 0 240-15,0 0 48 0,0 0-5712 0,3 8-1136 16,-2 5-224-16,2 5-64 0,-2 6-304 0,0 3-64 16,1 6-16-16,-2 1 0 0,-2 5-96 0,1 1-32 15,-3 6 0-15,0 3 0 0,0 1-256 0,0 3 160 16,0 2-160-16,1-1 128 0,0-2-128 0,0-3 0 15,1-2 0-15,-1-2 128 0,2-2-128 0,-1-2 0 16,1 1 144-16,1-4-48 0,0-2-96 0,1-2 0 16,1-3 0-16,0-2 0 0,1-1 0 0,0-4-240 15,-1 1 80-15,2-7 16 16,-1 1-1136-16,1-6-208 0,-2-2-48 0,2-2-16 16,1-2-2992-16,1-2-608 0,4 0-112 0,-10-5-32 0</inkml:trace>
  <inkml:trace contextRef="#ctx0" brushRef="#br0" timeOffset="181935.43">5524 14000 12895 0,'0'0'1152'15,"0"0"-928"-15,0 0-224 0,0 0 0 0,5-3 5712 0,0-3 1104 16,-5 6 224-16,0 0 32 0,7-4-3424 0,-7 4-704 15,0 0-128-15,0 0-16 0,0 0-912 0,8 4-176 16,-8-4-48-16,5 6 0 0,0 2-672 0,-1 0-144 16,-3 0-16-16,1 2-16 0,-2 3-432 0,0 2-64 15,0 0-32-15,-2 3 0 0,1 3-288 0,0-1 128 16,-1 3-128-16,1 1 0 0,1-1 0 0,-1 1 0 16,-2-2 0-16,2-3 0 0,0 0-208 0,1-2-112 15,0 1 0-15,1-4-16 16,-1-2-672-16,1-2-128 0,0-2-16 0,-1-8-16 15,0 0-1520-15,0 0-320 0,0 0-48 0,0 0-17472 0</inkml:trace>
  <inkml:trace contextRef="#ctx0" brushRef="#br0" timeOffset="182235.11">5517 13780 35935 0,'0'0'1600'0,"0"0"320"0,0 0-1536 0,0 0-384 0,0 0 0 0,0 0 0 15,0 0 3424-15,0 0 608 0,9 1 128 0,3 0 32 16,3-1-2976-16,1 0-576 0,3-1-128 0,2 0-32 16,1-2-288-16,1 2-48 0,1-1-16 0,0 1 0 15,0 0-128-15,-1-1 0 0,2 1 0 0,-1 1 0 16,-1 0 0-16,-1 1 0 0,-1 1 0 0,-3-1 0 16,-2 0 0-16,-3 2 0 0,-3 1 0 0,0 0 0 15,-4 0 0-15,-6-4 128 0,3 6-128 0,-3 2 0 16,-2 1 272-16,-4 2-16 0,-5 0-16 0,-2 2 0 15,-1 2 80-15,-4 0 32 0,-2 2 0 0,-2 0 0 16,-1-4-160-16,-2 0-16 0,-1 2-16 0,1-2 0 0,0-2-160 0,1 1 0 16,-1-1 0-16,3-2 0 15,1-1-1024-15,2-2-192 0,1 1-48 0,4-2-14576 16,2 1-2912-16</inkml:trace>
  <inkml:trace contextRef="#ctx0" brushRef="#br0" timeOffset="185008.44">6303 12699 11055 0,'-7'2'976'0,"-1"-2"-784"15,0 0-192-15,1 0 0 0,7 0 9088 0,0 0 1760 16,0 0 352-16,0 0 80 0,0 0-8240 0,0 0-1648 15,0 0-336-15,11-4-64 0,1 2-672 0,1-3-128 16,1 3-16-16,2-2-16 0,1 2-160 0,0-1 0 16,0 1 0-16,2-1 0 0,2 0 0 0,1 1 0 15,0-1 0-15,0 2 0 16,-1 1-528-16,3-3-144 0,-1 2-32 0,-1 1 0 16,2 0-1712-16,-2 0-336 0,-1 1-80 0,-3 2-18000 0</inkml:trace>
  <inkml:trace contextRef="#ctx0" brushRef="#br0" timeOffset="185208.95">6303 12915 42383 0,'-6'2'3776'0,"1"-1"-3024"16,5-1-608-16,0 0-144 0,0 0 1968 0,0 0 352 16,0 0 80-16,9 0 16 0,0-1-1488 0,4-1-288 0,3 2-64 0,2 0-16 15,3-1-352-15,2 0-64 0,1-3-16 0,2 2 0 16,1 1-128-16,1 0 0 0,2-1 0 0,0 2 128 15,-4-2-128-15,1 1 0 0,2 1 0 0,-3-2 0 16,-2 1-1152-16,0 1-224 0,-2-3-32 16,2 2-13632-16,-2 0-2704 0</inkml:trace>
  <inkml:trace contextRef="#ctx0" brushRef="#br0" timeOffset="186192.15">7075 6712 34031 0,'-8'-13'1504'0,"5"1"320"0,0-1-1456 0,2-1-368 0,-1 0 0 0,-2 2 0 0,1 4 1472 0,0-2 208 15,2 1 48-15,1 9 16 0,-2-7 224 0,2 7 32 16,-2-5 16-16,2 5 0 0,-2-5-688 0,2 5-144 15,0 0-32-15,0 0 0 0,0 0-320 0,0 0-80 16,0 0-16-16,0 0 0 0,0 0-224 0,-2 10-64 16,-2 7 0-16,0 5 0 0,-1 5-128 0,0 6-48 15,-2 8 0-15,0 0 0 0,0 2-80 0,0 2-32 16,1-1 0-16,2-1 0 0,0-3-160 0,0-2 0 16,0-4 0-16,1-1-176 0,2-3 176 0,0-3 0 15,1-2 0-15,0-2 0 0,1 1-288 0,0-2 32 16,1-3 0-16,-1-2 0 15,-1-2-848-15,1-2-176 0,2-3-16 0,-2-1-16 16,0-1-1312-16,-1-8-256 0,-1 7-48 0,1-7-10592 0,4 6-2128 0</inkml:trace>
  <inkml:trace contextRef="#ctx0" brushRef="#br0" timeOffset="186496.21">6826 7222 10127 0,'-19'-3'448'0,"13"1"96"0,1-2-544 0,5 4 0 16,0 0 0-16,0 0 0 0,0 0 7280 0,0 0 1344 0,0 0 272 0,0 0 48 15,0 0-5568-15,0 0-1120 0,0 0-208 16,0 0-64-16,8 2-784 0,1 5-176 0,0 2-16 16,2 3-16-16,-1 1-112 0,1 2-32 0,-1 4 0 0,1 0 0 15,-1 1-336-15,0 1-64 0,1-2 0 0,-2-1-16 16,0-2-240-16,0 0-32 0,-2-2-16 0,1-1 0 16,-2-1-144-16,1-2 160 0,-2-2-160 0,0-1 160 0,1-2-160 0,-6-5 0 15,0 0 144-15,0 0-144 0,8 2 0 0,-8-2 0 16,0 0 0-16,8-5 128 0,0-3-128 0,0 1 0 15,1-3 0-15,-1 1 0 0,-2-6 0 16,2-2 0-16,0-3 0 0,1-1 0 0,0 2 0 0,-1-3 0 16,0 2 0-16,0 2 0 0,-1 2-176 0,1 2 0 15,0 1 0-15,-1 1 0 16,0 0-1296-16,1 2-272 0,0 1-48 0,1 2-22208 16</inkml:trace>
  <inkml:trace contextRef="#ctx0" brushRef="#br0" timeOffset="187060.22">7392 5910 43999 0,'-5'-2'960'0,"0"0"208"0,2 2 48 0,2 0 16 0,-1 4-976 0,4-1-256 16,-1 1 0-16,0 0 0 0,2 2 1568 0,-2 2 272 15,1 4 48-15,-1 1 16 0,1 4-768 0,0 2-160 16,-1 2-16-16,-1 1-16 0,1 2-384 0,-1 2-80 16,2 0-16-16,-2 1 0 0,-2-3-208 0,2-1-64 15,-2-1 0-15,2-1 0 0,0-1-192 0,0-4 0 16,0-2 0-16,-2-2-160 15,4-2-832-15,-1-3-160 0,-1-7-48 0,0 0 0 16,0 0-2112-16,0 0-416 0,11-10-96 0</inkml:trace>
  <inkml:trace contextRef="#ctx0" brushRef="#br0" timeOffset="187193.48">7482 5766 23951 0,'-9'-2'1056'0,"4"2"224"0,1 0-1024 0,-1 0-256 0,1 0 0 0,4 0 0 16,0 0 3392-16,0 0 640 0,0 0 112 0,1 8 16 0,-1 3-3344 0,4 3-688 15,2 2-128-15,1 2 0 16,2 1-3056-16,4 5-592 0</inkml:trace>
  <inkml:trace contextRef="#ctx0" brushRef="#br0" timeOffset="188312.45">7811 5964 30239 0,'0'0'1344'0,"0"-4"256"0,-3-5-1280 0,0 1-320 16,1 0 0-16,-2 2 0 0,-1 0 2784 0,1 0 480 15,-2-1 112-15,0 3 16 0,-2 2-1104 0,0 1-224 16,-1 1-32-16,-1 3-16 0,-3 3-800 0,0 5-176 16,-2 1-16-16,-2 6-16 0,-1 6-496 0,0 2-80 15,-2 0-32-15,1 0 0 0,2 1-112 0,4-3-32 16,1 2 0-16,6-3 0 0,-1-2-256 0,3-1 0 16,0-2 0-16,4-2 0 0,3-3 0 0,3-1 0 15,3-2-160-15,2-4 160 0,2-4-416 0,1-2 32 16,3-2 16-16,1-3 0 15,-1-3-144-15,2-1-16 0,0-2-16 0,1-4 0 16,-2 1 32-16,0-3 0 0,-1-1 0 0,0-1 0 0,-1-3 144 0,-1-1 48 0,-1-2 0 0,-1-2 0 16,-2-3 192-16,0-2 128 0,-1-3-160 0,-1 0 160 15,-1 0 0-15,-1 2 0 0,-2 3 128 0,-1 3-128 16,0 1 128-16,-2 4-128 0,0 3 0 0,-1 6 0 16,-1 2 640-16,0 4 32 0,0 7 0 0,0 0 0 15,0 0 32-15,0 0 16 0,-5 4 0 0,-1 5 0 16,1 5-400-16,0 7-96 0,-2 1-16 0,2 6 0 0,1 2-208 15,2-2 0-15,0 4 128 0,1 0-128 16,0-2 0-16,1 0 0 0,1-1 0 0,2-4 0 0,1-4 0 16,1-2 0-16,1-2 0 0,1-2 0 0,1-2 0 0,0-2 0 15,1-2-160-15,1-1 160 0,-2-3-208 0,1-3 32 16,0 0 16-16,0-2 0 0,2-4-32 0,-1-1 0 16,-1-3 0-16,0 1 0 0,-1-1 192 0,1 0-208 15,1-5 80-15,-1-1 128 0,0-2-192 0,-1-2 192 16,-2-5-160-16,1 0 160 0,-1-3-176 0,-1 0 176 15,2-2-192-15,-2 4 192 0,-1 3 0 0,-1 3-128 16,-1 3 128-16,0 5 0 0,-2-1 0 0,-2 6 0 16,2 5 128-16,0 0-128 0,0 0 384 0,0 0 0 15,-6 7-16-15,0 3 0 0,0 4-224 0,1 3-144 16,0 4 192-16,1 1-192 0,2-1 128 0,2 0-128 16,2 0 0-16,0 0 0 0,2-3 0 0,1 0 0 15,2-2 0-15,2-2 0 0,1-6 0 0,1 1-144 16,1-1 144-16,2-3-192 0,2-2-96 0,-1-2-32 15,-2-1 0-15,3-1 0 0,0-3 0 0,0-2 0 16,1-2 0-16,0 0 0 0,0-3 112 0,0 2 16 0,-1-1 0 16,-2-3 0-16,1-4 48 0,-2-1 16 0,-2-2 0 15,1-1 0-15,1-1 128 0,-4 4-160 0,-2 0 160 0,-2 2-160 16,-1 2 160-16,-1 3 0 0,-2 3 0 0,-1 8 0 16,0 0 192-16,0 0 80 0,-7-1 16 0,-1 2 0 15,-1 3 160-15,-1 1 48 0,0 3 0 0,-2 3 0 16,-1 2-240-16,1 1-64 0,-2 2 0 0,3-1 0 0,1 0-192 15,1 0 0-15,1-2 128 0,3 2-128 16,1-2 0-16,1-1 0 0,2-2 0 0,1 0 0 0,2-3-144 0,-2-7 144 16,4 6-208-16,-4-6 80 0,8 6-176 0,0-1-16 15,0-5-16-15,0 0 0 16,-1-3-80-16,1 1-16 0,0-2 0 0,1-1 0 0,0-3 48 16,0 0 16-16,-1-5 0 0,0 0 0 0,1 0 144 0,-1-2 32 15,-1 2 0-15,-1-2 0 0,1 0 192 0,-2 4 0 16,-1 0-160-16,0 3 160 0,-4 8 0 0,0 0 0 15,0 0 160-15,0 0-160 0,0 0 608 0,0 0 16 16,-6 11 0-16,3-1 0 0,-1 3-304 0,1 0-64 16,2 0-16-16,1 0 0 0,1-1-240 0,3 0 144 15,1-6-144-15,2 2 128 0,-1-1-128 0,2-2 0 16,1-1 0-16,2-3 0 0,3-2-128 0,0-4 128 16,1 1-160-16,-1-4 160 0,0-1 0 0,1-2-144 15,-1-2 144-15,2-1 0 0,-2-2 0 0,0-1 0 16,-1-1 0-16,0 0 0 0,0-2 0 0,-1-1 0 15,0-1 0-15,0-1 0 0,-1-2 0 0,0-2 0 16,-3-2 0-16,1 0 0 0,-1 3 0 0,-2 3 0 16,-1 3 0-16,-1 1 0 0,-3 4 176 0,-1 4-48 0,0 1 0 15,-1 4 0-15,1 6 432 0,0 0 80 16,0 0 0-16,-6 0 16 0,-2 1-208 0,0 3-64 0,-1 4 0 0,0 5 0 16,0 4-256-16,-1 3-128 0,0 2 0 0,1 4 128 15,1-3-128-15,3 2 0 0,1 1 0 0,1-1 0 16,2 0 0-16,4-2 0 0,-1 1 0 0,2-2 0 15,1-3-1360 1,3 1-160-16,0-6-16 0,2 2-14144 0,1-2-2816 0</inkml:trace>
  <inkml:trace contextRef="#ctx0" brushRef="#br0" timeOffset="189728.08">9143 5871 15663 0,'-18'-13'688'0,"13"7"144"0,1-2-656 0,1-1-176 16,2 0 0-16,-1-1 0 0,1 1 7600 0,0 0 1488 15,-1 0 288-15,1 1 64 0,1 2-6544 0,0 1-1296 16,0 5-272-16,0 0-48 0,-5-3-768 0,-2 3-128 16,0 0-48-16,-3 5 0 0,0 3-32 0,-2 4-16 15,-2 3 0-15,-2 4 0 0,1 1-288 0,-2 3 128 16,2 0-128-16,4 2 0 0,2-4 128 0,2-2-128 15,1 0 0-15,3-4 0 0,2-2 0 0,1-1 0 16,2-2-176-16,1-3 176 0,3-1-368 0,3-3 48 16,3-2 0-16,1-1 0 0,0-2-64 0,0-4-16 15,2 0 0-15,-1-2 0 0,0-1 16 0,-1 0 16 16,-1-2 0-16,-1 0 0 0,-4-2 368 0,1 0 0 16,-3 0 0-16,1 0 0 0,-2 1 0 0,-1 0 128 15,1 0 0-15,-1 2 0 0,-3 1 112 0,0 2 16 16,0-2 0-16,0 3 0 0,0 6 64 0,0 0 32 15,0 0 0-15,0 0 0 0,0 0-64 0,0 0-16 16,0 0 0-16,0 0 0 0,0 0-272 0,0 0 160 16,0 0-160-16,0 7 128 0,0 3-128 0,1 1 0 15,2 0 0-15,1 3 0 0,0 4 0 0,1-1 0 0,0 4 0 0,0 0 0 16,-1 0 0-16,0 0 0 0,0 1 0 16,0 1 0-16,0 2 0 0,-2 1 0 0,1 3 0 0,-2-2 0 15,-1 2-160-15,-1 1-112 0,-3-4-32 0,-1 1 0 16,-2-1 304-16,1-2-128 0,-2-4 128 0,2-1 0 15,-4-1 0-15,1-1 0 0,0-2 0 0,-1-4 0 16,-1-2 0-16,1-2 0 0,1 0 0 0,0-6 0 16,0-1 0-16,-1-1 0 0,3-2 0 0,0-1 0 0,1-1 0 15,2-2-208-15,1-1 32 0,2-2 16 0,2-6-48 0,2-1-16 16,2-1 0-16,3-4 0 0,2-3 224 0,3-2-192 16,4-3 192-16,3-3-192 0,1-2 192 0,1-1-176 15,0-2 176-15,3 0-160 0,-1-1 160 0,1 1 0 16,-3 0 0-16,2 2 0 0,-2 1 0 0,0 1 0 15,-2 4 0-15,-3 1 0 0,0 3 0 0,-3 4 0 16,-2 3 0-16,-3 5 0 0,-3 2 128 0,-3 5 64 16,-2 0 16-16,-1 7 0 0,0 0 240 0,0 0 32 15,-8 4 16-15,-1 4 0 0,-3 1-240 0,1 4-64 16,-2 3 0-16,0 1 0 0,1 1-192 0,2 1 0 16,0-2 128-16,3 0-128 0,0 0 0 0,2-1 0 15,0-1 0-15,1-1 0 0,1-3-128 0,2 0 128 16,1-4 0-16,1 1 0 0,-1-8-176 0,0 0 176 15,4 7-160-15,-4-7 160 0,0 0-224 0,8 0 48 16,0-3 16-16,2-1 0 0,1-1 32 0,0-1 0 16,1-5 0-16,0-1 0 0,1-1 128 0,0 0-192 15,0 0 192-15,1-4-192 0,-2 2 192 0,0 0-160 0,-2 2 160 16,-1 2-160-16,-1-1 160 0,-3 3 0 0,-1 2 0 16,-4 7-128-16,0 0 128 0,0 0 144 0,0 0-16 15,0 0-128-15,0 0 368 0,0 0-48 0,-1 9 0 0,-2 2 0 16,2 2-176-16,0-1-144 0,1 2 192 0,1-2-192 15,0-1 0-15,2 0 0 0,1-1 0 0,2-1 0 16,3-1 0-16,1-1 0 0,0-3 0 0,2 0 0 16,1-3 0-16,0-1 0 0,1-1-240 0,0-3 80 15,1-3 160-15,-1 2-160 0,-1-6 160 0,2 2-160 16,-1-1 160-16,0-2 0 0,-1-1 0 0,-2 0-128 0,-2-1 128 0,-1-1 0 16,-1 0 0-16,0-2 0 0,-1 0 0 0,-2 0 0 15,2-1 0-15,-1 1 0 0,-1 1 0 0,-2 2 128 16,0 1-128-16,-1 2 0 0,0 1 224 0,1 2-32 15,-2 3 0-15,0 5 0 0,0 0 128 0,0 0 0 16,0 0 16-16,0 0 0 0,0 0-144 0,0 0-48 16,0 0 0-16,0 0 0 0,2 8-144 0,2 2 0 15,1 2 0-15,2 1 0 0,-2 0 0 0,2 1 0 16,-1 1 0-16,2 0 0 0,0 1 0 0,0 2 0 16,-2 0 0-16,1-1 128 0,-1 0-128 0,1 0 0 15,-1-1 0-15,-2-2 0 0,-1-1 0 0,-3 0 0 16,-2-1 0-16,1 0 0 0,-2-2 0 0,-2 2 0 15,-3-3 0-15,-1 0 0 0,-2-1 0 0,-3 0 0 16,1-2 0-16,-1 3 128 0,0-2-128 0,-1 1 0 16,4-2 0-16,-4-1 0 15,0-1-1376-15,0 0-208 0,5 0-32 0,-4-2-16 0</inkml:trace>
  <inkml:trace contextRef="#ctx0" brushRef="#br0" timeOffset="190698.99">6963 11512 4607 0,'-9'-15'400'0,"5"10"-400"0,0-2 0 0,-2 1 0 16,-1-5 6928-16,-1 3 1312 0,2 0 256 0,-1 2 48 15,-1-1-4784-15,3 1-960 0,1 1-192 0,-2 1-48 16,-1 1-592-16,2 2-128 0,-1 1-32 0,-1 1 0 16,2 0-880-16,1 3-176 0,-1 0-48 0,0 3 0 15,-5 2-224-15,3 4-48 0,-3 7-16 0,0 4 0 16,1 1-176-16,-3 5-48 0,-1 7 0 0,0 2 0 0,-3 2-192 0,2 1 176 16,0-4-176-16,-1 1 160 0,4 0-160 0,0-1 0 15,1 0 0-15,-1-3 0 0,2 7 0 0,1-8 0 16,5-8 0-16,-1-3 0 15,1-2-448-15,2-3-112 0,1-5-16 0,0 0-16 16,0-2-1456-16,2-5-272 0,2 1-64 0,-4-7-12192 16,8 2-2432-16</inkml:trace>
  <inkml:trace contextRef="#ctx0" brushRef="#br0" timeOffset="191046.56">6466 12038 38127 0,'0'0'1680'0,"0"0"368"0,0 0-1648 0,0 0-400 0,0 0 0 0,0 0 0 16,0 0 2112-16,0 0 320 0,0 0 80 0,0 0 16 16,0 0-688-16,0 0-144 0,4 9-32 0,2 4 0 15,-1 3-656-15,1 2-144 0,1 3-32 0,-1-2 0 16,1 2-320-16,1 0-64 0,-1 0 0 0,1-3-16 15,0 0-272-15,0-2-160 0,-2-2 192 0,2-3-192 16,-1-5 128-16,-1 0-128 0,1-3 0 0,-7-3 0 16,0 0 144-16,6 2-144 0,1-2 0 0,-1-2 144 15,1 0-144-15,-1-2 0 0,1-3 0 0,-1 1 128 16,0-2-128-16,-1-1 0 0,0-3 0 0,0-1 128 0,-1-2-128 0,3-2 0 16,-1-3 0-16,2-1 0 0,1 0-256 0,0-1-48 15,0 0 0-15,-1 1 0 16,0 2-1040-16,0 2-224 0,0 2-32 0,1 2-14464 15,3 1-2896-15</inkml:trace>
  <inkml:trace contextRef="#ctx0" brushRef="#br0" timeOffset="191712.68">7178 11047 14735 0,'0'0'640'0,"0"0"160"0,0 0-640 0,0 0-160 16,0 0 0-16,0 0 0 0,2 8 6784 0,-1 1 1344 0,0 1 256 0,-1 3 48 16,0 2-5600-16,0 3-1104 0,1 3-240 0,-1 2-32 15,-1 2-624-15,0 2-112 0,0-2-16 0,-1 0-16 16,1-4-368-16,0-2-64 0,-1-2 0 0,2-1-16 15,-1-2-240-15,1-2 144 0,-1-1-144 0,1-5 128 32,0-6-864-32,0 0-176 0,0 0-48 0,0 0 0 0,0 0-2000 0,0 0-416 0,0 0-80 15</inkml:trace>
  <inkml:trace contextRef="#ctx0" brushRef="#br0" timeOffset="191847.3">7270 10892 25791 0,'0'0'2304'0,"-6"0"-1856"15,1 1-448-15,0 0 0 0,5-1 3136 0,0 0 512 16,-4 4 128-16,4-4 0 0,0 0-2864 0,0 0-576 16,3 7-112-16,0 2-32 15,1 1-3232-15,4 2-656 0</inkml:trace>
  <inkml:trace contextRef="#ctx0" brushRef="#br0" timeOffset="192963.79">7558 11087 29375 0,'0'0'1296'0,"-3"-6"272"0,-1-2-1248 0,0 2-320 0,-2-1 0 0,0 1 0 16,1-1 2704-16,0 2 496 15,-1 1 80-15,-2 3 32 0,-1 1-880 0,-3 2-160 16,-2 3-32-16,-1 3-16 0,2 4-848 0,-3 6-160 16,0 7-48-16,-3 5 0 0,1 0-496 0,0 1-96 0,1-1-32 0,0-2 0 15,4-4-288-15,4-1-64 16,2-4-16-16,2-2 0 0,1-4-176 0,3-1 0 0,-1-3-160 0,2-9 160 31,7 6-480-31,1 0 0 0,1-4 0 0,3 0 0 16,1-2-224-16,1-3-64 0,2-1 0 0,1-1 0 0,0-2 0 0,0-1-16 15,-1-5 0-15,1 2 0 0,-1-4 112 16,-2-2 32-16,1-2 0 0,-2-5 0 0,-1-2 272 0,-2-1 64 0,-1-2 16 0,-1-1 0 16,0-1 288-16,-2 0 0 0,-2-1 0 0,1 0 0 0,-1 3 0 15,0 4 0-15,-1 5 0 0,-2 4 144 0,-1 0 368 16,-1 6 80-16,0 2 16 0,1 8 0 0,0 0 448 0,0 0 96 15,0 0 0-15,0 0 16 0,-6 6-464 0,1 4-112 16,0 1-16-16,0 5 0 0,1 5-320 0,1 1-64 16,1 3 0-16,0 1-16 0,1 1-176 0,2 2 0 15,3-2 0-15,1 1 128 0,2-4-128 0,1 0 0 16,0-3 0-16,1-3 0 0,1-1 0 0,0-5-144 16,0-3 144-16,0-3-160 0,0 0-112 0,1-3-32 15,-2-3 0-15,0-3 0 0,0-3-32 0,0 0-16 16,1-1 0-16,-3-2 0 0,2-3 80 0,1-2 16 15,-3-2 0-15,1-3 0 0,0-1 112 0,0-1 144 0,0-2-208 16,0-2 80-16,1-1 128 0,-2 1-160 16,-1-2 160-16,-2 5-160 0,0 0 160 0,-3 5 0 0,-1 2 0 0,-1 5 0 15,-2 3 160-15,-1 2 112 0,4 5 32 0,-7-1 0 16,0 5 256-16,-1 2 48 0,0 2 16 0,2 5 0 16,-2 4-368-16,2 3-80 15,1 2-16-15,3 1 0 0,0 1-160 0,2-1 0 0,2-2 0 0,3 0 128 16,3-1-128-16,2-2 0 0,3-3 0 0,1-1 0 15,2-4-224-15,1-2 32 0,-1-4 0 0,2-3 0 32,3-2-256-32,1-3-32 0,-2-3-16 0,-1-1 0 15,1-5 32-15,-2 0 0 0,-1-1 0 0,1 0 0 0,-1-1 224 0,-3 0 48 0,-2-2 16 0,-1 0 0 16,-2-1 176-16,-1-1 0 0,-3 0 0 0,-1 2 0 16,-2 2 0-16,0 4 144 0,-2 0-144 0,-3 3 160 15,-4 6 304-15,1-1 64 0,-5 6 16 0,0 3 0 16,-4 2 48-16,1 5 16 0,-3 4 0 0,0 1 0 0,0 2-272 15,3 0-48-15,0 0-16 0,1-1 0 0,1-1-80 0,4-1-32 16,1-2 0-16,4 0 0 0,-1-3-160 0,2-2 0 16,2 0 0-16,0-10 0 0,0 0-304 0,7 4 16 15,2 0 0-15,1-1 0 16,1-6-160-16,-1-1-16 0,-1-2-16 0,2-2 0 16,1-1 48-16,1-2 16 0,-2 0 0 0,1-1 0 0,0 0 48 0,0-1 16 15,-1-2 0-15,0-1 0 0,-2 3 112 0,0-3 32 16,-3 2 0-16,1 1 0 0,-3 1 208 0,0 3 0 15,-3 2 0-15,-1 7-144 0,0 0 304 0,0 0 64 16,0 0 16-16,0 0 0 0,-4 7 208 0,-1 1 32 16,0 1 16-16,1 3 0 0,0-1-288 0,1 1-48 15,2 0-16-15,1-4 0 0,3 1-144 0,-1 0 0 0,2-3 0 16,1 0 0-16,-5-6 0 0,11 2 0 16,-1-2 0-16,2-2-176 0,1-4 32 0,1 0 0 0,1-1 0 0,-1-3 0 15,0-2 16-15,1-1 0 0,-2-1 0 0,1-3 0 16,-2 0 128-16,1-1 0 0,0-2-144 0,0-1 144 15,0-1 0-15,0 0 0 0,-1 0 0 16,-2-2 0-16,3 0 0 0,-2-1 0 0,-2-6 0 0,0 1 0 16,-1 0 0-16,0 2 208 0,-2 2-48 0,-2 5-16 15,-3 2 176-15,-1 4 16 0,0 6 16 0,-1 1 0 16,1 8 336-16,0 0 64 0,-8 3 16 0,-1 5 0 16,-1 5-352-16,-2 5-64 0,-1 6-16 0,-2 2 0 15,1 2-208-15,1 1-128 0,1-2 128 0,2 2-128 16,1-2 0-16,2 1 128 0,3 2-128 0,2-4 0 0,0 0 0 0,4-1 0 15,0-2 0-15,2-1 0 16,1-1-672-16,3-1-96 0,1-3-32 0,2-2 0 16,1 0-1584-16,-1 0-320 0,0 1-64 15</inkml:trace>
  <inkml:trace contextRef="#ctx0" brushRef="#br0" timeOffset="194131.76">7846 11685 23951 0,'-2'-4'2128'0,"0"-6"-1696"16,1 0-432-16,1-3 0 0,1 0 5104 0,0-3 928 0,0 1 192 0,1-2 48 16,-1 1-4032-16,0-1-816 0,1 3-144 0,-1 2-48 15,-1 3-400-15,-1 1-96 0,-2 3-16 0,3 5 0 16,0 0-16-16,-8 0 0 0,-1 2 0 0,-3 5 0 15,-3 3-256-15,0 5-64 0,-2 0-16 0,2 4 0 16,-1 2-368-16,2-3 144 0,3 0-144 0,2 2 0 16,1-3 0-16,3-3 0 0,3-1 0 0,0-1 0 15,2-2 0-15,2-3-144 0,-2-7-16 0,7 5 0 32,4-3-352-32,1-2-80 0,2-1-16 0,0-3 0 15,3-4-96-15,-1 1-32 0,1-1 0 0,-2 0 0 0,0-2 208 0,-2-1 32 0,-3 2 16 0,1-1 0 16,-3-1 304-16,-2-2 176 0,-1 1-192 0,0 2 192 15,-2-1 0-15,0 1 0 0,-2 1 0 0,0 1 144 0,-1 2 64 16,-1-1 16-16,1 7 0 0,0 0 0 0,0 0 288 0,0 0 48 16,0 0 16-16,-7 0 0 0,1 1-128 0,-1 5 0 15,1 0-16-15,1 1 0 0,0 3-208 0,1 3-32 16,0-1-16-16,0 2 0 0,1 3-176 0,2 3 0 16,0 3 0-16,1 1 0 0,1-1 0 0,0 3 0 15,2 1 0-15,-1 1 0 0,1-1 0 0,0 2 0 16,-1 0 0-16,1 1 0 0,-2 0 0 0,2 2-176 15,-3-1 176-15,-2 2-192 0,1-2 32 0,-1-1 0 16,-4-1 0-16,0-2 0 0,-3-2 160 0,-2-1-208 16,-2-4 80-16,-1-1 128 0,1-4 0 0,0-2 0 15,0-2 0-15,0-3 0 0,0-2 0 0,1-2 0 16,0-3 144-16,2-1-144 0,1-2 0 0,1-3 0 16,1-3-192-16,3-4 64 0,0-2-64 0,2-3 0 0,2-5 0 0,2-3 0 15,2-4 16-15,3-3 0 16,3-6 0-16,3-1 0 0,3-2 176 0,4-1-208 0,0-1 80 0,3-1 128 15,1-1-192-15,1-1 192 0,1 2-160 0,-2 2 160 16,-2 3 0-16,0 2 0 0,-1 3-128 0,-2 4 128 16,1 6 0-16,-3 1 128 0,-3 5 0 0,-2 4-128 15,-3 2 320-15,-2 6-32 0,-1-1-16 0,-6 7 0 16,0 0 112-16,0 0 0 0,0 0 16 0,0 7 0 16,-2 4-96-16,-4 8-32 0,0-1 0 0,-2 4 0 15,0 0-272-15,2 2 160 0,0-1-160 0,3 1 128 16,-4-4-128-16,2 0 0 0,1-2 0 0,3-2 128 15,1-2-128-15,1-2 0 0,0-4 0 0,-1-8 0 0,0 0 0 0,0 0-144 16,0 0 144-16,7 4-208 0,-1-3-80 16,2-2-16-16,0-5 0 0,0-1 0 15,-2-4 112-15,2-2 32 0,-1 0 0 0,0-4 0 0,2-1 160 0,1 0 0 16,-1-2 0-16,0-1-128 0,-1-1 128 0,-2 3 0 16,2 2 0-16,-1 0 0 0,-2 5 0 0,-1 4 0 15,-2 2 0-15,-2 6 0 0,0 0 144 0,0 0 64 16,0 0 16-16,-2 7 0 0,-1 4 48 0,2 2 16 15,-1 2 0-15,0 1 0 0,-1 1-160 0,2-3-128 16,2 2 192-16,2-3-192 0,1-2 128 0,2-1-128 16,2-1 0-16,1-2 0 0,0-1 0 0,3-5 0 15,0-1-128-15,1-1 128 0,-1-3-256 0,1-2 32 0,0-3 16 0,1-2 0 16,0-1 0-16,1-1 0 0,-1-1 0 16,0-2 0-16,-1-2 48 0,0-1 16 0,-1-1 0 0,0 0 0 15,-3 0 144-15,0 0-128 16,-1 0 128-16,-1 4-128 0,-2-5 128 0,-1 2 0 0,1 1 0 0,-3 3 0 15,0 1 0-15,-1 3 144 0,-1 2-144 0,0 2 160 16,0 7 176-16,0 0 48 16,0 0 0-16,0 0 0 0,0 0 0 0,0 0 16 0,0 0 0 0,0 0 0 15,0 0-208-15,0 0-64 0,0 0 0 0,1 8 0 16,1 0-128-16,0 0 0 0,2-1 0 0,1 3 0 16,3-1 0-16,0 1 0 0,1 1 0 0,0-1 0 15,-1 0 0-15,0 2 0 0,1 1 0 0,-1 0 0 16,1-1 0-16,-2 4-144 0,-1-2 144 0,-2 2 0 15,-1-2 0-15,-2 2-128 0,-1-3 128 0,-3 1 0 16,1-1 0-16,-2-1 0 0,-1-2 0 0,-3 1 0 0,-3-1 0 0,0 0 0 16,-4 0 144-16,2-3-144 0,0 0 0 0,0-2 128 15,0 2-128-15,0-5 0 16,0 0-624-16,0 0-208 0,0-2-32 0,0-2-23728 16</inkml:trace>
  <inkml:trace contextRef="#ctx0" brushRef="#br0" timeOffset="195399.32">7783 12585 9215 0,'-6'-6'816'0,"3"1"-656"16,-2-1-160-16,1 1 0 0,-1-1 5024 0,1 0 976 0,-1 1 192 0,-1 1 32 15,0-1-2752-15,-1 4-544 16,1-3-112-16,-2 3-32 0,1-1-720 0,0 4-144 0,-5 0-16 0,-1 3-16 15,-3 3-768-15,1 4-160 16,-2 5-16-16,-2 2-16 0,-1 4-352 0,-1 1-80 0,-1 5-16 0,2 2 0 16,2-1-64-16,2-1-16 0,3 0 0 0,3-3 0 15,2-4-256-15,4-2-144 0,3-4 160 0,3 1-160 16,3-4 0-16,3-3 0 0,1-3-128 0,4 0 128 31,3-3-448-31,1-2 32 0,1-2 0 0,3-5 0 16,1-1-208-16,0-3-32 0,-1-1-16 0,1-3 0 0,1-4-16 15,-3-1 0-15,-1 0 0 0,-1-2 0 0,-1-4 288 0,-1 0 48 0,-2-1 16 0,-1-1 0 0,-1-1 336 16,-2-2 0-16,-1-1 0 0,-1-1 0 16,0-2 0-16,-2 2 0 0,0 0 0 0,-2 0 0 15,-2-1 0-15,1 2 0 0,-2-2 128 0,0 0-128 16,1 2 256-16,-2 4-16 0,-2 3-16 0,1 2 0 0,0 3 240 0,-1 2 48 16,0 4 16-16,2 3 0 0,-1 3 128 0,1 6 32 15,0 0 0-15,0 0 0 0,0 0-176 0,0 0-48 16,0 0 0-16,0 0 0 0,0 0-256 0,-2 11-48 15,1 8-16-15,0 4 0 0,-2 6-144 0,2 1 0 16,-1 2 0-16,0 4 0 0,-1-2 0 0,2 1 128 16,0 0-128-16,1 1 0 0,1 1 0 0,0-2 0 15,0-2 128-15,2-2-128 0,0-2 0 0,-1-3 0 16,1-3 0-16,0-1 0 16,0-5-704-16,3-2-112 0,-2-4-16 0,1-3-16 15,0-1-1680-15,-5-7-336 0,9 2-64 0,0-2-17296 0</inkml:trace>
  <inkml:trace contextRef="#ctx0" brushRef="#br0" timeOffset="195808.38">8039 12377 23039 0,'0'0'2048'0,"0"0"-1648"0,0 0-400 0,0 0 0 16,0 0 5312-16,-4 4 960 0,0 1 208 0,1 1 48 15,3-6-3936-15,-2 11-784 0,0 1-144 0,2 2-48 16,0 4-704-16,0 4-144 0,-2 6-16 0,0 2-16 15,0 4-160-15,-1 2-48 0,1 3 0 0,-1 0 0 16,0 2-208-16,1-3-64 0,-1-3 0 0,2-4 0 16,-2-4-128-16,2-3-128 0,0-3 144 0,1-4-144 0,1-3 0 0,0-2 0 15,1-4 0-15,-2-8 0 0,0 0 0 0,0 0 0 16,0 0 0-16,0 0 0 0,0 0 0 0,7 0-192 16,3-3 48-16,-3-4 0 0,0-2 16 0,1-2 0 15,1-2 0-15,1-3 0 0,1-5 128 0,2-2-128 16,0-3 128-16,0-1-128 0,-1 0 128 0,1 0 0 15,1-1 0-15,0 4-128 0,-1 1 128 0,0 5 0 16,-2 4 0-16,-2 3 0 0,-3 2 0 0,1 4 0 16,-7 5 0-16,0 0 0 0,0 0 192 0,0 0 32 15,4 10 0-15,-3 5 0 0,0 2-80 0,1 1-16 16,-1 2 0-16,0 2 0 0,-1 0-128 0,2 1 0 16,-1-1 0-16,0 2 0 0,2-1 0 0,-1 0 0 15,2-3-192-15,2-1 192 16,-1-1-848-16,0 0-48 0,0 0-16 0,0-3 0 15,1 0-1280-15,-4 1-256 0,1 0-48 0,0-1-12128 16,0 1-2416-16</inkml:trace>
  <inkml:trace contextRef="#ctx0" brushRef="#br0" timeOffset="196083.33">7425 13119 37775 0,'-19'0'3360'0,"1"-2"-2688"0,4 0-544 0,7 0-128 16,2 1 4096-16,5 1 800 0,0 0 160 0,0 0 16 16,0 0-3472-16,12-1-688 0,3-1-144 0,5 1-16 15,1-1-576-15,6-1-176 0,6-1 0 0,6 1 0 16,4 0 128-16,7-1-128 0,3 1 0 0,3-2 144 0,1 1-144 0,-1 0 0 16,-2 0 0-16,-1 0 0 0,0 2 0 0,0-2 0 15,-2 1 0-15,1 0 0 0,-2-1 0 0,-2 1 0 16,-4 0 0-16,-4-2 0 0,-3 0 0 0,-4 1 0 15,-7 0-160-15,-2 1 160 16,-1 1-816-16,-4-1-80 0,-2 2 0 0,-3-1-16 16,-3 1-1776-16,-2 1-368 0,-1 1-64 0</inkml:trace>
  <inkml:trace contextRef="#ctx0" brushRef="#br0" timeOffset="196745.32">7627 13909 14735 0,'0'0'640'0,"-5"-11"160"0,-2 1-640 0,2-3-160 0,-2-2 0 0,2 1 0 0,0 0 6768 0,0 1 1312 16,1 0 272-16,-1 0 48 0,-1 0-5584 0,1 2-1136 16,-1 2-208-16,0 4-64 0,0 0-576 0,-2 1-128 15,0 0-32-15,0 2 0 0,-2 4-32 0,-2 2-16 16,-1-3 0-16,-2 4 0 0,-2 4-272 0,-2 3-48 15,-2 4-16-15,1 2 0 0,0 3-128 0,-2 2-32 16,1 1 0-16,0-1 0 0,3 1 48 0,2-2 0 16,1-1 0-16,5-2 0 0,4-3-176 0,3-2 0 15,5-1 0-15,3-2 0 0,3 0-192 0,2 0-64 16,4-3 0-16,2-3-16 16,1-1-176-16,1-3-48 0,3-1 0 0,-1-1 0 15,-2-3-32-15,2-1-16 0,-1-2 0 0,1-2 0 16,-3-1 96-16,0-2 0 0,-2-2 16 0,0-1 0 0,-4 0 144 0,0-4 32 0,-1-3 0 0,-1-3 0 15,-1-2 256-15,0 0-128 0,-2-1 128 0,0-2 0 16,-2-1 0-16,-1 0 0 0,1-5 0 0,0 5 0 16,-2 1 0-16,-1 3 192 15,-1 2-48-15,0 3-16 0,-1 4 272 0,-1 1 48 0,1 4 16 0,-2 4 0 16,1 2 240-16,2 7 32 16,0 0 16-16,0 0 0 0,-7 3-112 0,2 3-32 0,0 5 0 0,0 0 0 15,-1 4-352-15,0 4-80 0,2 5-16 16,0 2 0-16,0 0-160 0,0 2 0 0,2 2 144 0,0 2-144 15,2-1 0-15,2 0 0 0,0 1 0 0,2-4 0 16,1-3-160-16,2-1-48 0,-1-2-16 0,2-3 0 16,0-2-992-16,1-4-208 15,0-2-48-15,4-5 0 0,2-2-1072 0,0-3-208 0,0-2-64 16,2-3 0-16,1-2-1904 0,1-5-384 0</inkml:trace>
  <inkml:trace contextRef="#ctx0" brushRef="#br0" timeOffset="196983.3">8019 13473 35583 0,'0'0'1584'0,"0"-5"320"0,-1-2-1520 0,1 2-384 16,0 5 0-16,0 0 0 0,-3-5 3488 0,3 5 624 16,0 0 128-16,0 0 32 0,0 0-2160 0,-4 7-448 15,-1-2-64-15,1 4-32 0,0 3-928 0,2 2-192 16,-1 2-48-16,-1 3 0 0,-2 5-208 0,-1 3-64 16,1 6 0-16,0 1 0 0,1 1-128 0,3-1 0 15,-2 1 0-15,0 0 128 0,0 0-128 0,0-4 0 16,1-2 0-16,2-3 0 0,1-5 0 0,0 1-144 15,0-5 144-15,0-2-208 16,0-4-368-16,0-3-80 0,0 0-16 0,0-8 0 16,0 0-544-16,0 0-128 0,0 0 0 0,0 0-16 15,0 0-640-15,0-7-128 0,-1-2-32 0,2-4 0 16,2-4-1280-16,-3-2-256 0,-3-3-48 0</inkml:trace>
  <inkml:trace contextRef="#ctx0" brushRef="#br0" timeOffset="197202.77">7704 13527 18431 0,'0'0'816'0,"-11"0"160"0,1-4-784 0,2 2-192 0,8 2 0 0,0 0 0 16,0 0 7296-16,0 0 1408 0,0 0 272 0,0 0 64 16,0 0-6032-16,0 0-1216 0,0 0-256 0,0 0-32 15,13-1-992-15,1 1-192 0,3-4-32 0,4 2-16 16,3-1 0-16,0 0 0 0,4 1 0 0,-1-1 0 16,2-2-128-16,0 0-16 0,1 2-128 0,-1-1 192 0,1 2-192 0,2-4 0 15,-1 3 128-15,2-1-128 0,-2 0 0 0,0 1 0 16,-2-1 0-16,1 2 0 0,-1-2 0 0,-1 1-192 15,0 0 48-15,-2 2 0 16,-2-4-688-16,0 4-128 0,-1-5-16 0,-2 2-16 16,-1 2-2352-16,-1-2-480 0</inkml:trace>
  <inkml:trace contextRef="#ctx0" brushRef="#br0" timeOffset="204333.97">3529 15503 30063 0,'0'0'1328'0,"0"0"272"0,0 0-1280 0,0 0-320 0,0 0 0 0,0 0 0 16,3-9 1712-16,-2 1 272 0,0 0 48 0,1 0 16 15,-1 1-448-15,-1 7-96 0,-1-9-16 0,-1 1 0 16,1-3-272-16,-2 3-64 0,1 1-16 0,-2 0 0 16,-3 1-384-16,0-1-80 0,-1 3-16 0,-3 0 0 15,0 3-208-15,-2 1-32 0,-3 3-16 0,-1 2 0 16,-3 5-32-16,-2 5-16 0,-2 4 0 0,-3 6 0 16,0 4-80-16,-2 2-16 0,1 3 0 0,2-3 0 15,1 0 32-15,5-1 0 0,5 0 0 0,7-13 0 0,3 3-112 16,2-3-32-16,3 2 0 0,4-2 0 0,2-1-144 15,5-4 0-15,3-3 0 0,3-3 128 0,1-2-128 0,2-1 0 16,2-7 0-16,3-1 0 0,1-4-128 0,0-2 128 16,-1-2 0-16,0-3 0 0,-1 1 0 0,1-5 0 15,-3 3-144-15,-1-4 144 0,-3-1 0 0,-1 0-192 16,-2-1 192-16,-2-3-160 0,-2-3 160 0,0-2 0 16,-3-5-144-16,-2-1 144 0,-2-3 0 0,-1-1 0 15,-3-4 0-15,-2 0 0 0,0-1 0 0,-1 1 0 16,1 0 0-16,-2 6 0 0,-2 4 0 0,0 4 0 15,-1 2 0-15,0 8 0 0,-1 2 0 0,1 4 192 16,1 3-32-16,1 5 0 0,1 1 32 0,4 6 16 16,0 0 0-16,0 0 0 0,0 0-208 0,-2 13 128 0,2 4-128 15,0 6 0-15,0 3 128 0,3 5-128 0,1 4 0 0,1 3 0 16,0 5 192-16,2 1-64 16,-1-2-128-16,1 0 192 0,1-2-192 0,1-1 0 0,0-1 0 0,0-5 0 15,-1-5 0-15,0-2 0 16,0-1 0-16,1-3 0 0,-3-2 0 0,1-2 0 0,-2-2 0 0,3 3 0 31,0-2-704-31,-2-6-96 0,1-1-16 0,-1-1 0 16,-6-9-1008-16,0 0-208 0,5 8-32 0,-5-8-16 15,8 8-2688-15,-8-8-544 0</inkml:trace>
  <inkml:trace contextRef="#ctx0" brushRef="#br0" timeOffset="204773.3">3781 15087 28559 0,'0'0'1264'0,"0"0"272"0,0 0-1232 0,0 0-304 0,0 0 0 0,0 0 0 0,0 0 4112 0,0 0 768 16,-3 8 160-16,1 1 16 0,0 3-2864 0,2 4-576 15,0 4-112-15,0 9-32 0,0 4-496 0,0 3-96 16,0 1-32-16,2 2 0 0,0 4-272 0,1-3-48 16,1-1-16-16,0-1 0 0,0-4-224 0,-1 1-48 15,1-3-16-15,3-1 0 0,-3-1-224 0,1-4 128 16,0 1-128-16,-1-3 0 0,-1-3 0 0,-1-3 128 15,2-4-128-15,0-2 0 0,-1-4 0 0,-3-8 0 16,1 8 128-16,-1-8-128 0,0 0 0 0,0 0 0 16,0 0 0-16,0 0 0 0,0 0 0 0,4-10 0 0,0-3 0 15,1-2 0-15,3-5 0 0,0-1 0 0,0-3 0 0,2-4 0 16,4-2-224-16,1-1 16 16,-2-2 0-16,2 2 0 0,1 0 0 0,0 1 0 0,-1 1 0 0,0 8 0 15,-2 3 208-15,-3 6 0 16,1 2 0-16,-4 5 0 0,0 1 0 0,-7 4 0 15,0 0 0-15,8 6 0 0,0 5 0 0,-2 3 0 0,-2 4 160 0,1 2-160 16,-1 3 192-16,0-2-32 0,1 1-16 0,0-2 0 16,1 3-144-16,-1-4 0 0,0 0 0 0,0-1 0 15,0-1 0-15,2-1 0 0,0-2 0 0,-1-1 0 16,1-1 0-16,-1 0-256 0,1-6 64 0,3 2 16 16,0-3-1056-16,2-1-224 0,-1-4-32 15,0-2-16-15,1-5-1360 0,5-1-272 16,5 2-48-16</inkml:trace>
  <inkml:trace contextRef="#ctx0" brushRef="#br0" timeOffset="204949.87">4438 15426 27647 0,'0'0'2448'0,"0"0"-1952"15,0 0-496-15,0 0 0 0,0 0 5184 0,0 0 960 16,0 0 176-16,0 0 32 0,0 0-4240 0,10-1-864 16,2 0-160-16,0-1-48 0,1 0-448 0,1-1-80 15,2-1-32-15,2 2 0 0,0 0-352 0,1-3-128 16,0 4 0-16,1-3 0 0,-2 2 0 0,-1 2-256 15,0-1 16-15,6 2 16 16,-3 2-1808-16,-5 0-352 0,0 1-80 0,-6 0-12448 16,1 1-2480-16</inkml:trace>
  <inkml:trace contextRef="#ctx0" brushRef="#br0" timeOffset="205117.02">4558 15559 23039 0,'0'0'1024'0,"-7"4"192"0,-2-5-960 0,3 2-256 0,6-1 0 0,0 0 0 16,0 0 5632-16,0 0 1072 0,0 0 208 0,0 0 64 15,0 0-4496-15,9 0-896 16,4 0-176-16,2-1-48 0,2 1-1056 0,4-4-304 0,3 1 0 16,11-1 128-1,0-1-832-15,3 0-192 0,1 0-16 0,0-2-16 16,2-1-2592-16,-1 2-528 0,16-5-112 0,-6 1-13808 0</inkml:trace>
  <inkml:trace contextRef="#ctx0" brushRef="#br0" timeOffset="205558.43">5453 15327 27647 0,'-7'-10'1216'0,"4"6"256"0,-1-1-1168 0,0-1-304 0,0 0 0 0,-1-1 0 15,-1 1 4352-15,-1-1 800 0,-1-1 160 0,0 3 48 0,2 1-3216 0,-3 2-640 16,1 2-128-16,-1 0-32 0,0 2-672 0,-2 5-144 16,-2 2-16-16,-1 3-16 0,-2 3 80 0,-1 6 0 15,0-1 16-15,-1 5 0 0,0-1-144 0,2 1-48 16,2 0 0-16,2 0 0 0,3-2-256 0,4-1-144 15,2-1 160-15,3 1-160 0,5-2 0 0,3-1 0 16,3 0 0-16,0-4 0 0,5 0 0 0,2-2-160 16,3-3 32-16,1-2 0 0,0-3-224 0,2 0-32 0,2-5-16 15,7-2 0 1,-6-2-112-16,-2-5-32 0,-4 0 0 0,-8 2 0 0,0-1 224 0,1-1 32 0,-1-3 16 0,0 1 0 16,-1-1 272-16,-2 0 0 15,1 0 0-15,-4 3 0 0,0-2 0 0,-3 3 0 0,0 0 144 16,-4 8-144-16,0 0 400 0,0 0 0 0,0 0 0 0,0 0 0 15,0 0 112-15,-4 9 32 0,-1 3 0 0,-1 1 0 16,1 6-224-16,0 5-32 0,0 2-16 0,2 1 0 16,2 5-32-16,0 0-16 0,-1 1 0 0,4-1 0 15,0 0-224-15,3-2 144 0,1-3-144 16,0 0 128-16,-1-3-128 0,1-2 0 0,-2-4 0 0,-1-2 0 16,0-2 0-16,0-2 0 0,-1-2-176 0,0-3 176 15,-2-7-352-15,0 0 16 0,0 0 0 0,0 0 0 16,0 0-672-16,0 0-128 0,0 0-16 0,0 0-16 15,-3-9-1296 1,0-4-256-16,-1-3-48 0</inkml:trace>
  <inkml:trace contextRef="#ctx0" brushRef="#br0" timeOffset="205821.61">5502 15678 19343 0,'0'0'1728'0,"0"0"-1392"16,0 0-336-16,0 0 0 0,0 0 6672 0,0-7 1264 15,0 7 256-15,2-9 64 0,1 0-5456 0,3 4-1088 16,4-2-224-16,1 1-32 0,2 1-944 0,3-1-176 15,1 1-32-15,0 1-16 0,4-1-288 0,1 2 0 16,0 2 0-16,0 0 0 0,0 1 0 0,-1 0 0 16,-1 0 0-16,-1 0 0 0,1 2 0 0,-3 2 0 15,-2 0 0-15,-1 0 0 0,-4 1 0 0,-1 2 0 16,-2 1 0-16,-5-2 0 0,-2-6 0 0,2 9 0 0,-4-1 0 0,0 1 0 16,-5 0 0-16,-1 2 0 15,-2-1 144-15,-2 1-144 0,-1-2 176 0,0 1-176 0,-3 1 192 0,1-2-192 16,-1 0 0-16,0 0 0 15,2-1-240-15,-4 2 80 16,5-3-1440-16,4-3-272 0,2 1-64 0,7-5-13280 16,0 0-2640-16</inkml:trace>
  <inkml:trace contextRef="#ctx0" brushRef="#br0" timeOffset="206317.91">6324 15409 37727 0,'0'0'1664'0,"-1"-9"352"0,-3 3-1616 0,2-2-400 0,-2-1 0 0,-2 0 0 16,0 1 1376-16,-2 1 192 0,-1-1 32 0,-2 3 16 0,0 1-480 0,-2 2-112 15,-3 2 0-15,-1 2-16 0,-1 3-560 0,-2 3-96 16,-1 3-32-16,-1-2 0 0,-1 4 256 0,-1 4 32 16,1 0 16-16,1 1 0 0,1 0-32 0,1 2 0 15,2 1 0-15,2-2 0 0,3-3-224 0,3 0-48 16,2-2-16-16,3 0 0 0,1 1-304 0,4-1 0 15,3 0 0-15,2-1 0 0,4-4 0 0,1 2-352 16,3-6 48-16,7 0 16 16,1-2-160-16,1-3-48 0,0-1 0 0,0-2 0 15,-1-5 16-15,0 0 0 0,0-3 0 0,-7 3 0 0,-1-1 224 0,0-3 64 16,-1-1 0-16,0 0 0 0,-2-3 192 0,1-1 0 16,-2-2-160-16,-3-2 160 0,1-3 0 0,1 0-144 0,-2-3 144 15,1 0 0-15,-2-4 0 0,1 1 0 16,0-1 0-16,-1 1 0 0,-1 2 0 0,0 1 0 15,-2 2 0-15,1 0 0 0,-1 6 368 0,1 3-32 16,0 3 0-16,-2 3 0 0,-1 2 192 0,0 8 48 0,0 0 0 0,0 0 0 16,0 0-64-16,0 0-16 15,-3 8 0-15,-1 2 0 0,1 3-208 0,-1 4-32 0,-2 6-16 0,3 4 0 16,-1 0 16-16,2 2 0 0,1 1 0 0,1 0 0 16,1 0-32-16,2 0 0 0,1-2 0 0,1-2 0 15,2-1-224-15,0-1-208 0,3-2 32 0,3 5 16 31,-2-5-704-31,1-5-144 0,0-2-16 0,-1-4-16 0,1-2-960 16,0-2-192-16,-2-3-48 0,2-2 0 0,0 2-2240 0,-2-5-448 0</inkml:trace>
  <inkml:trace contextRef="#ctx0" brushRef="#br0" timeOffset="206587.47">6671 15111 11967 0,'3'-20'528'0,"-2"11"112"0,-1 1-512 0,0 2-128 0,0 0 0 0,0 6 0 0,0 0 8368 0,0 0 1632 15,0 0 336-15,0 0 64 0,0 0-7200 0,0 0-1456 16,-3 12-272-16,1 1-64 0,-1 3-960 0,1 3-192 16,-2 5-48-16,-2 2 0 0,1 3 128 0,0 1 32 15,0 0 0-15,0 2 0 0,-1 1-176 0,4 1-48 16,0-3 0-16,2 0 0 0,0-3-144 0,0-2 0 0,0-3 0 0,0-2 128 16,2-3-128-16,-1-1 192 15,0-1-192-15,1 0 192 0,-1-3-192 0,0-2 0 16,-1 0-192-16,0-2 192 0,0-3-256 0,0-6 80 15,0 0 16-15,0 0 0 16,0 0-608-16,0 0-128 0,0 0-32 0,0 0 0 16,0 0-736-16,0 0-128 0,0 0-48 0,0 0-12832 15,-5-7-2576-15</inkml:trace>
  <inkml:trace contextRef="#ctx0" brushRef="#br0" timeOffset="206852.63">6429 15178 30399 0,'0'0'2704'0,"-4"-1"-2160"0,4 1-544 0,-4-6 0 16,-1-1 4176-16,1 3 736 0,4 4 144 0,0 0 16 0,0 0-2880 0,0 0-576 15,1-8-112-15,-1 8-32 0,0 0-1024 0,8-4-224 16,2 1-32-16,2-3-16 0,2 4-48 0,3-1 0 16,4 1 0-16,1-1 0 0,3-1 128 0,0 1 32 15,5 2 0-15,0-2 0 0,1 1 0 0,2 1 0 16,-1-1 0-16,2 1 0 0,-1 1-160 0,-1 0-128 15,-2-1 192-15,0-1-192 0,-1 2 128 0,0 0-128 16,-2 0 0-16,0-1 0 0,0-2-256 16,-3 2-96-16,0 0-32 0,6 0 0 15,-4-1-1152-15,-4 1-224 0,-4 0-48 0,-7 1-21360 0</inkml:trace>
  <inkml:trace contextRef="#ctx0" brushRef="#br0" timeOffset="-214437.31">3100 9748 28559 0,'8'-33'1264'0,"-5"12"272"0,-1-3-1232 0,-2 6-304 16,-1 5 0-16,1 6 0 0,0 7 864 0,0 0 112 15,0 0 32-15,0 0 0 0,0 0-400 0,3 16-80 16,-1 2-16-16,2 6 0 0,1 4 64 0,1 6 0 0,-3 6 0 0,3 3 0 15,0 7-48-15,1 4 0 0,-1 1 0 0,1 6 0 16,-2 5-144-16,-1 2-16 0,-2-4-16 0,-2 4 0 16,-2 0-32-16,-2 2 0 0,0 0 0 0,0 2 0 15,0 5-96-15,0-8-32 0,0-10 0 0,2-3 0 16,0-8 0-16,2-4-16 0,0-6 0 0,0-3 0 16,0-2-48-16,0-6 0 0,2-6 0 0,-1 1 0 15,-1-3-128-15,0-1 0 0,-1-5 144 0,-2-3-144 31,1 1-544-31,2-11-176 0,-8 5-48 0,-1-1 0 16,-1-4-1920-16,0 0-400 0,0-5-80 0</inkml:trace>
  <inkml:trace contextRef="#ctx0" brushRef="#br0" timeOffset="-213602.77">3173 9675 24879 0,'30'-30'2208'0,"3"3"-1760"16,1 8-448-16,7 2 0 0,8 1 1136 0,5 3 144 15,8 0 16-15,11 5 16 0,9-1-176 0,9 2-48 16,8 0 0-16,8 1 0 0,5 1-32 0,8 3-16 16,5 0 0-16,6 4 0 0,3-2-336 0,7 1-80 15,7-1-16-15,6 2 0 0,4 5-176 0,1 1-48 16,1-2 0-16,3 1 0 0,2 5-64 0,-5 2-32 0,-5-1 0 15,0 1 0-15,-1 2-288 0,-1-3 0 16,-1 0 0-16,-2 1 0 0,-3 6 160 0,-7-1-32 0,-8-3 0 0,-9 0 0 16,-4-5 0-16,-8 3 0 0,-11 0 0 0,-3 2 0 15,-6-6-128-15,-6 0-272 0,-8-3 64 0,-12-1 16 16,-10 1-160-16,-11-1-32 0,-10 1 0 0,-8-2 0 16,-8-4 0-16,-7-1-16 0,-11 0 0 0,0 0 0 15,-10-3 144-15,-3-1 48 0,-3-2 0 0,-4 3 0 16,-1-4 208-16,2 3-192 0,0 2 192 0,4 2-192 15,-2-3 192-15,1 2 0 0,2-1-160 0,-1 5 160 16,2 2 0-16,0-1 0 0,2-1 0 0,-1 2 0 16,1 3-128-16,1 1 128 0,1 3 0 0,0-5 0 15,9-7 0-15,-8 12 0 0,0 1 0 0,2 4 0 16,-1 0 0-16,2 3 0 0,0-2 0 0,1 7 0 16,0 1 0-16,0 5 0 0,3 3 0 0,-2 6 128 15,-1 6 16-15,0 2 0 0,0-1 0 0,-1 3 0 16,-3-1-144-16,2 3 192 0,-2-1-192 0,1 1 192 0,1 2-192 0,1-3 0 15,2 1 144-15,-1-3-144 0,0-4 128 0,2-4-128 16,-1-4 160-16,0-6-160 0,1-3 128 0,0-4-128 16,2-2 0-16,-1-2 0 0,0-4 144 0,0-3-144 15,1-13 128-15,-4 9-128 0,4-9 144 0,0 0-144 16,0 0 160-16,-10 5-160 0,0-5 224 0,0-1-48 16,-2-3-16-16,0 0 0 0,-1 0-160 0,0-1 0 15,0 1 144-15,-1 0-144 0,-3-1 0 0,0 1 0 16,0 0 0-16,-1 0 0 0,-2 1 0 0,-2 3 0 15,-4 0 0-15,-2 3 0 0,-2 1 0 0,-1 1 0 0,-3 0 0 0,-1 3 0 16,-1 4 0-16,-2-2 0 0,-3 1 128 0,-2 0-128 16,-4 1 0-16,-3 1 0 0,-5 0 0 0,-7 3-128 15,-7 1 128-15,-5-1 0 0,-5-6 0 16,-6 3 0-16,-4 0 0 0,-10 0 0 0,-10-1 0 0,-9-3 0 16,-4-1 0-16,-11 1 0 0,-11 0 0 0,-4-4 0 15,-5 0 0-15,-6-3 0 0,-6 3 0 0,-4-1 0 16,-1 0 0-16,1-2 0 0,2 0 0 0,2 0 0 15,-2 5 0-15,7-3 0 0,7-3 0 0,7 3 0 16,7-4 0-16,11 0 0 0,12 0 0 0,10-4 0 16,7-4 128-16,12 0-128 0,10-1 160 0,13-2-160 15,11-3 176-15,10 1-176 0,9 0 192 0,8 2-192 16,5 0 192-16,8 3-192 0,6-1 192 0,7 9-192 16,0 0-320-16,0 0-160 0,0 0-32 0,7 12-17552 15</inkml:trace>
  <inkml:trace contextRef="#ctx0" brushRef="#br0" timeOffset="-212902.69">2495 14554 26719 0,'12'-43'2368'0,"-7"23"-1888"16,-5 2-480-16,2 8 0 0,-2 10 640 0,0 0 48 15,0 0 0-15,0 0 0 0,10 11 112 0,3 8 32 16,1 4 0-16,3 5 0 0,-1 3-32 0,2 5 0 0,0 7 0 0,3 6 0 16,3 1-80-16,-1 9-16 0,-2 6 0 0,-1 3 0 15,-1 2-176-15,-2 1-32 0,-1 1-16 0,-2 2 0 16,-2 3-64-16,-2 4-16 0,-2 5 0 16,0-3 0-16,0-1-144 0,0-5-48 0,-1-5 0 0,0-3 0 15,-1-4 48-15,-2-6 0 0,2-7 0 0,-2-4 0 16,-2-5-96-16,-1-8-16 0,1-5 0 0,-2-6 0 15,-3-3-144-15,1-3 0 0,-2-1 0 0,0-5 0 32,0-1-1088-32,4-11-240 0,-8 7-48 0,8-7-16 15,-12-3-1280-15,0-1-256 0,-2-1-48 0</inkml:trace>
  <inkml:trace contextRef="#ctx0" brushRef="#br0" timeOffset="-212135.03">2443 14624 19343 0,'43'-23'1728'0,"5"2"-1392"16,3 4-336-16,5 3 0 0,7 2 1184 0,2 3 160 16,3 0 48-16,6 1 0 0,8 1-400 0,11 1-80 15,9-3-16-15,6 1 0 0,4 1 384 0,14 1 80 16,14 1 16-16,7 1 0 0,7 3-224 0,8-2-64 15,8-5 0-15,10 4 0 0,8 2-400 0,2 3-96 16,-2 4-16-16,3 0 0 0,-2-1-288 0,1 1-64 16,0 2-16-16,1-2 0 0,-1-1-80 0,-6 0-128 15,-8 6 176-15,-3-3-176 0,-1-3 160 0,-9 2-160 0,-10-2 128 0,-5 3-128 16,-3-2 0-16,-11 3 0 0,-11 1 128 0,-10 0-128 16,-8-2 0-16,-11 0 0 0,-15 3 0 0,-11 0 128 15,-9-2-128-15,-10 1 0 0,-9 0 0 0,-6 1 0 16,-6 1 0-16,-3-1 0 0,-2 1 0 0,-1-2 0 15,-4 1-144-15,-2 2 144 0,-2 1 0 0,-1 0 0 16,-1 0-128-16,0 3 128 0,0-1 0 0,-2 5 0 16,-2 1 0-16,-2 1-128 0,-2 1 128 0,2 6 0 15,-3 5 0-15,0 0 0 0,0 0 0 0,-3 4 0 16,-3 5 0-16,-1 1 0 0,-2 2 0 0,-1 2 0 16,1 1 192-16,0 6-64 0,2 5-128 0,2 1 192 15,-3 1-32-15,1 2-16 0,0 1 0 0,2-1 0 16,1-3-16-16,4 0 0 0,1 0 0 0,0 1 0 15,-2 2-128-15,2-6 192 0,1-4-192 0,2-5 192 16,-1-3-192-16,0-6 160 0,-2-4-160 0,-2-5 160 0,1-2-160 0,-2-3 0 16,-1-4 0-16,0-3 128 0,0-3-128 15,-1-3 128-15,-1 0-128 0,1-4 128 0,-1 0-128 0,2-9 192 16,0 0-192-16,-11 6 192 0,2-4-32 0,-1-2 0 16,-1-1 0-16,-2-3 0 0,-1-4 0 0,-6-1 0 15,-3 0 0-15,-3-2 0 0,-4-2-160 0,-7 2 128 16,-5 1-128-16,-6 1 128 0,-5 2-128 0,-10 1 128 15,-7 2-128-15,-11 2 128 0,-12 1-128 0,-6 1 0 16,-6 0 0-16,-10 1-176 0,-9 0 176 0,-8 2 0 16,-6-1 0-16,-6 1 0 0,-8-2 0 0,-8 2 0 15,-11 1 0-15,-5 1 0 0,-5-4 0 0,-6 1 0 0,-5-2 0 0,-9 3 0 16,-7 1 0-16,1 2 0 16,2-2 0-16,2-2 0 0,0-1 0 0,6-1 0 0,7-1 0 0,4 1 0 15,5 1 0-15,13 1 0 0,12-2 160 0,12 0-160 16,11 0 240-16,18-3-48 0,16-3-16 0,17-1 0 15,13 4-176-15,12 1 128 0,9-2-128 0,8 0 128 16,9 0-128-16,8 2 192 0,4-1-192 0,6 2 192 16,6-2-192-16,7 3-224 0,0 0 48 0,0 0 16 31,0 0-2080-31,0 0-400 0,0 0-96 0,14 10-14400 0</inkml:trace>
  <inkml:trace contextRef="#ctx0" brushRef="#br0" timeOffset="-179975.63">10411 12506 19343 0,'-24'-4'1728'0,"8"3"-1392"0,-2-1-336 0,0 2 0 16,-2-4 3264-16,2 2 576 0,1-1 112 0,2-1 16 0,1 0-960 0,2 2-208 15,3-1-48-15,9 3 0 16,-4-5-272-16,4 5-64 0,0 0-16 0,0 0 0 0,0 0-1248 0,6-3-256 16,1 1-64-16,4 0 0 0,1 0-352 0,2 2-80 15,3 0-16-15,5 0 0 0,7 2-144 0,5 0-48 16,3 0 0-16,8 0 0 0,4-1-16 0,3 0-16 16,4 1 0-16,4-2 0 0,4-2-160 0,7 0 192 15,7 0-192-15,1 2 192 0,1-2-192 0,0 0 0 16,-1 1 144-16,1 0-144 0,-1 1 0 0,-1-3 0 15,-2 2 0-15,-4 1 128 0,-7 0-128 0,-4 1 0 16,-5-1 0-16,-1 0 0 0,-6 0 0 0,-2-1 144 16,-14 1-144-16,0 0 0 0,-3 0 0 0,-3-1 0 0,-2 1 0 15,-3 0 0-15,-4 0-192 0,-2 0 192 16,-4-2-208-16,-2 2 80 16,-1-2-640-16,-9 2-112 0,0 0-16 0,0 0-16 15,0 0-1248-15,0 0-240 0,0 0-48 0</inkml:trace>
  <inkml:trace contextRef="#ctx0" brushRef="#br0" timeOffset="-179624.07">12075 12335 47391 0,'0'0'2112'0,"0"0"416"0,-5 3-2016 16,5-3-512-16,0 0 0 0,0 0 0 0,0 0 1424 0,0 0 192 0,0 0 48 0,0 0 0 16,0 0-544-16,4 9-96 0,1-3-32 0,0 0 0 15,-5-6-480-15,9 6-112 0,2-1-16 0,0 2 0 16,1-3-208-16,0 1-48 0,1-1-128 0,1-2 192 15,2 4-192-15,0-1 0 0,2 0 128 0,1 0-128 16,4 2 0-16,-3-3 0 0,4 0 0 0,-1 1 0 0,0-1 0 0,-1 0 0 16,-1 0 0-16,-1-1-160 0,-1 1 160 0,-2 0 128 15,-3 3-128-15,-2-3 176 0,-3 0-176 0,-1 1 0 16,-8-5-160-16,0 0 160 0,2 8 0 0,-2 1 0 16,-2-3 0-16,-4 2 0 0,-3 0 128 0,-1 1-128 15,-3 3 0-15,-3-2 80 0,-1 2-80 0,-1 0 0 16,-2-2 0-16,2 1 0 0,1-1 0 0,-1-1 0 15,0 0 0-15,-1 0 0 0,2-2 0 0,1 1 0 16,0-3 0-16,2 0 0 0,1 2 0 0,1-2-240 16,3-1 80-16,0 0 16 15,1 0-1968-15,3 1-384 0,1 1-64 0,6 1-32 0</inkml:trace>
  <inkml:trace contextRef="#ctx0" brushRef="#br0" timeOffset="-178324.28">10717 11175 18431 0,'0'0'1632'0,"0"0"-1312"16,0 0-320-16,0 0 0 0,-2-11 4464 0,2 2 816 15,0 0 160-15,0 1 48 0,0 8-2448 0,2-10-480 0,-2 1-112 0,0 9-16 16,-2-9-592-16,1 1-128 16,-2 0-32-16,1-1 0 0,-1 1-704 0,-2 1-144 0,0 1-16 0,-2 1-16 15,-1 1-256-15,-1 1-48 0,-3 2-16 0,-1 1 0 16,-2 0-192-16,-2 4-32 0,-3 2-16 0,-2 6 0 15,-3 2-240-15,-1 7 144 0,-4 5-144 0,4 4 128 16,1 3-128-16,1 2 0 0,-2 2 0 0,3-5 0 16,5-1 0-16,5-4 0 0,4-3 0 0,4 0 0 15,2-3 0-15,5-3 0 0,1 0 0 0,8-2 0 16,2-3 0-16,1-3 0 0,1-2-160 0,3-3 160 0,1 1-240 0,2-5 48 16,1-1 16-16,1-1 0 0,0-5 0 15,-1 0 0-15,-1-3 0 0,0 0 0 0,-2-1 176 0,1 0-208 16,-2-2 80-16,-1 2 128 0,-2-5-160 0,-2 1 160 15,-2 0 0-15,1-2-144 0,-3 1 144 0,0 1 0 16,-1 4 0-16,-1 2 0 0,-7 8 0 0,0 0 0 16,0 0 0-16,0 0 0 0,0 0 144 0,0 0 16 15,0 0 0-15,0 0 0 0,2 9 32 0,1 4 16 16,-3 0 0-16,1 2 0 0,-1 0-80 0,3 2 0 16,-1 2-128-16,2-2 192 0,0 0-192 0,1-3 0 15,2 1 0-15,1 0 0 0,1-2 0 0,1-1 0 16,1-2 0-16,-1-3 0 0,-10-7 0 0,13 6 0 15,-1-5 0-15,-12-1 0 0,0 0 0 0,12-1 0 16,-12 1 0-16,10-6 0 0,-10 6 0 0,8-10 0 16,-4 0 0-16,0-2 0 0,-2-2 0 0,1 0 128 15,0 1-128-15,-2-3 144 0,-2-1-144 0,2 0 0 16,-1-1 0-16,3 2 128 0,-1 2-128 0,-2 1 0 16,-2 1 0-16,2 0 0 0,1 3-176 0,-1 9-16 0,0 0 0 15,0 0 0 1,-1-9-640-16,1 9-128 0,0 0-16 0,0 0-16 15,0 0-1376-15,0 0-288 0,0 0-48 0,0 0-18736 0</inkml:trace>
  <inkml:trace contextRef="#ctx0" brushRef="#br0" timeOffset="-178140.88">11202 11454 46127 0,'0'0'2048'0,"0"0"416"0,-6 5-1968 0,1 1-496 0,0 2 0 0,1 4 0 0,0-2 1328 0,0 3 160 15,0 2 48-15,0 0 0 0,2 1-640 0,-1-2-128 16,2 1-32-16,0-1 0 0,1 0-608 0,1 0-128 16,0-1 0-16,2-4 0 15,2-1-1776-15,1-2-336 0,2-2-80 0,4-1-12560 16,2-6-2512-16</inkml:trace>
  <inkml:trace contextRef="#ctx0" brushRef="#br0" timeOffset="-177537.5">11615 11089 11055 0,'0'0'976'0,"0"0"-784"16,1-8-192-16,2 0 0 0,-1 2 6688 0,1-1 1296 16,0 2 256-16,-2-2 48 0,0 1-4704 0,-1 6-928 0,0 0-192 0,0 0-32 15,-2-5-800-15,2 5-160 0,0 0-16 0,-6 0-16 16,0 1-624-16,-3 5-128 0,-3 1-32 0,-2 3 0 15,-3 7-304-15,-2 5-64 0,0 3-16 0,-2 5 0 16,-1 3-48-16,0-1-16 0,2 1 0 0,2-2 0 16,2-3-208-16,3-4 0 0,3 0 0 0,3-3 128 15,2-2-128-15,4 0 0 0,2-3 0 0,2-2 0 16,-1-3-192-16,5 1 192 0,1-4-192 0,2 0 192 16,4-3-352-16,1-1 32 0,-1-2 16 0,2-2 0 0,-1-4-64 15,2 1-16-15,2-7 0 0,-1 3 0 0,0-3 96 0,-1 0 16 16,0-2 0-16,-1 1 0 0,-2-1 272 0,0-1-192 15,-2-2 192-15,-2 1-160 0,1 1 160 0,-3 0 0 16,-2 3 0-16,1 0 0 0,-2-1 0 0,-1 2 0 16,-2 1 128-16,1 1-128 0,-3 7 320 0,0 0-16 15,0 0 0-15,0 0 0 0,0 0-48 0,0 0-16 16,0 0 0-16,0 0 0 0,0 0-240 0,0 0 176 16,7 4-176-16,-1 1 160 0,1 2-160 0,0 2 0 15,-1 1 144-15,-1 2-144 0,-1 0 128 0,0 1-128 16,0-1 128-16,-1 1-128 0,1 0 0 0,0 0 0 15,-1-1 0-15,1-1 128 0,-2-2-128 0,1 1 0 16,0-3 0-16,-1 3 0 0,-2-10 0 0,0 0 0 16,4 6 0-16,-4-6 128 0,0 0-128 0,0 0 0 15,0 0 0-15,0 0 0 0,5 7 0 0,-5-7 0 16,0 0 0-16,0 0 0 0,0 0 0 0,0 0 0 16,0 0 0-16,0 0 0 0,0 0 0 0,0 0 0 15,0 0 0-15,0 0 0 0,0 0 0 0,0 0 0 16,0 0 0-16,0 0 128 0,0 0-128 0,0 0 0 0,0 0 0 0,0 0 0 15,0 0 0-15,0 0 0 0,0 0-176 0,0 0 176 32,0 0-1056-32,0 7-112 0,0-7-32 0,0 0 0 15,0 0-2720-15,4 7-560 0</inkml:trace>
  <inkml:trace contextRef="#ctx0" brushRef="#br0" timeOffset="-177173.16">11688 11283 46239 0,'-11'-7'2048'0,"11"7"432"0,0 0-1984 0,-2-3-496 15,2 3 0-15,0 0 0 0,0 0 1280 0,5-7 144 16,2-1 48-16,2 3 0 0,1 1-416 0,1 1-80 16,-1 1-16-16,2 1 0 0,-1-1-512 0,1 2-128 15,0 0 0-15,1 2-16 0,1-2-112 0,1 1 0 16,-1 1-16-16,0-2 0 0,1 3-176 0,-1 1 160 15,0-3-160-15,-1 2 160 0,0-2-160 0,0 2 0 16,-1-1 0-16,0 1 0 0,-4 0 0 0,1 1 128 16,-1-1-128-16,-8-3 0 0,0 0 128 0,5 7-128 15,-5-7 0-15,0 0 128 0,0 0 32 0,-1 8 0 16,-2-2 0-16,-1 1 0 0,-1-2-160 0,-2 0 0 16,-2 0 0-16,-1 2 0 0,-2-1 0 0,-2 0 0 15,-2-2 0-15,-1 1 0 0,0 0-160 0,-1 0-112 16,0 0-32-16,1-1 0 15,1-1-704-15,3 0-144 0,3 1-16 0,0-4-16 16,3 1-1424-16,7-1-272 0,0 0-64 0,0 0-10880 16,0 0-2176-16</inkml:trace>
  <inkml:trace contextRef="#ctx0" brushRef="#br0" timeOffset="-176889.34">12186 11090 21183 0,'-16'1'1888'0,"10"-1"-1504"15,-3 0-384-15,1 0 0 0,1 0 6576 0,7 0 1232 16,0 0 256-16,0 0 64 0,0 0-5248 0,0 0-1024 16,0 0-224-16,0 0-32 0,0 0-864 0,0 0-160 15,0 0-48-15,12 3 0 0,0-3-384 0,2 0-144 16,2 0 0-16,1 0 144 0,1-3-144 0,1 3 128 15,2 0-128-15,-1-1 128 0,1 1-128 0,0-3-176 16,-1 1 48-16,1-1 0 16,-1 2-624-16,-3 1-112 0,0-3-32 0,-3 3 0 15,-3 0-1520-15,-1 3-304 0,-2-3-64 0,-8 0-18768 0</inkml:trace>
  <inkml:trace contextRef="#ctx0" brushRef="#br0" timeOffset="-176739.13">12117 11244 27647 0,'-5'4'2448'0,"1"1"-1952"0,4-5-496 0,0 0 0 15,0 0 5168-15,0 0 928 0,0 0 192 0,6 5 48 16,2 0-4416-16,1-1-864 0,4-1-176 0,3-2-48 16,2 1-416-16,2-1-96 0,2-2 0 0,1 1-16 15,3-2-304-15,0 1 0 0,0 0 0 0,1 1-144 16,-1-3-1184 0,1-1-224-16,0 0-48 0,1 0-16 0,-1 0-2592 0,0 0-512 0</inkml:trace>
  <inkml:trace contextRef="#ctx0" brushRef="#br0" timeOffset="-176520.35">12913 11083 17503 0,'-15'2'1552'0,"9"-2"-1232"0,6 0-320 0,0 0 0 0,-5-3 5312 0,-1 2 992 16,-1 1 208-16,-1 0 32 0,1 0-2960 0,-4 2-608 16,1 2-112-16,-2 0-32 0,-1 5-1120 0,-1-1-240 15,-5 5-32-15,2 3-16 0,-2 2-720 0,2 0-160 16,-1 2-32-16,3 1 0 0,4 0-320 0,1 0-192 15,4-3 192-15,3-1-192 0,2 0 0 0,5-2 0 16,1 0-160-16,4-2 160 16,2-2-1024-16,3-1-96 0,4-3-16 0,3 0 0 15,3-2-1552-15,3-2-304 0,2-5-64 0,2 0-17936 0</inkml:trace>
  <inkml:trace contextRef="#ctx0" brushRef="#br0" timeOffset="-175955.79">13171 11145 6447 0,'0'-15'272'0,"0"15"80"0,-1-9-352 0,-1 3 0 15,-1-1 0-15,-2 2 0 0,0 0 9232 0,-2 1 1776 0,-2 1 368 0,0 2 64 16,0 1-7344-16,-2 1-1472 0,-3 2-304 0,0 0-48 16,-1 2-1248-16,1 1-240 0,-1 2-48 15,1 1-16-15,1 3-480 0,1-2-112 0,2 3 0 0,2 3-128 16,3 0 128-16,0 2-128 0,2-2 0 0,2-2 0 16,2 0 0-16,2 1 0 0,1-1-192 0,1-4 48 15,1 1-192-15,1-3-48 0,-1-1 0 0,2 0 0 16,1-1-112-16,0-4-16 0,1 2-16 0,0-3 0 15,2-2 80-15,-2-3 32 0,-1 0 0 0,2 0 0 0,-1-3 144 0,1-3 16 16,-1 0 16-16,2-2 0 0,-3-2 240 0,3-2-176 16,-1-1 176-16,1-3-160 0,0 3 160 0,-2-2 0 15,1 2 0-15,-1 1-128 0,-1 3 128 0,-1 2 0 16,0 1 0-16,-3 4 0 0,0 1 0 0,1 1 0 16,-6 4 0-16,0 0 0 0,0 0 192 0,0 0 80 15,7 2 16-15,-1 4 0 0,-6-6 192 0,5 10 32 16,0 2 16-16,0 1 0 0,-1 2-144 0,0 0-16 15,1 0-16-15,-1 2 0 0,0-1-224 0,1-2-128 16,0 2 128-16,-1-4-128 0,0-1 128 0,0-1-128 16,-4-10 128-16,3 10-128 0,-1-3 0 0,-2-7 0 15,0 0 0-15,0 0 0 0,0 0 0 0,0 0 0 0,0 0 0 0,0 0 0 16,0 0 0-16,0 0 0 0,6-7 0 0,-2-2 0 16,-2-2 0-16,2-3 0 15,-1-2 0-15,1 0-128 0,2-3 128 0,2 0-160 16,1-3 160-16,1 1-160 0,1 2 160 0,2 1-192 0,-1 1 192 0,-1 3-192 15,1 2 192-15,-1 3 0 0,-2 3-144 0,-3 3 144 16,1-2 0-16,-7 5 0 0,0 0 0 0,5 5 128 16,-1 1 64-16,0 5 16 0,-2 2 0 0,1 3 0 15,0 2-48-15,1 4-16 0,-1 1 0 0,3 1 0 16,-1 2-144-16,1-4 0 0,2 0 0 0,1-2 128 16,0-3-512-16,2-2-96 0,1-2-32 0,1-2 0 15,2-3-1536-15,0-3-304 16,0-2-64-16,2-5-16 0,1 0-2592 0,1-4-528 0</inkml:trace>
  <inkml:trace contextRef="#ctx0" brushRef="#br0" timeOffset="-175619.65">14002 11026 14735 0,'-5'-4'1312'0,"-1"3"-1056"15,-4-3-256-15,0 3 0 0,-2-3 7376 0,7 2 1424 16,9 1 288-16,-4 1 48 0,0 0-5616 0,-12 0-1104 16,-1 0-240-16,0 3-32 0,-3-1-1312 0,1 1-272 15,-2 1-48-15,0 1-16 0,1 0-288 0,-1 2-48 16,0-1-16-16,1 1 0 0,2-1-144 0,0 2 0 15,-1-1 0-15,4 2 0 0,0-1 0 0,2 1 0 16,3-1 0-16,0-1 0 0,4 1 0 0,0 1 0 16,2-2 0-16,3 1 0 0,-2 0 0 0,5-1-176 15,1 0 176-15,1-1-128 0,3 1 128 0,2-1 0 16,0 1 0-16,2-2-128 0,8 0 128 0,0 2 0 16,2-6 0-16,2 2 0 0,1-1 0 0,-2-2-128 15,1 0 128-15,-1 0-128 0,-2 0-64 0,-5 2 0 16,-2 0 0-16,-3 1 0 0,-2 0 192 0,-4 1-128 15,-8-4 128-15,0 0-128 0,1 7 128 0,-3 0 176 16,-2 2-48-16,-5-3 0 0,-4 2 112 0,-3-1 16 16,-4-1 0-16,-3 3 0 0,-3-1-256 0,1-1 0 0,-1-2 0 15,1 2 0 1,2-1-352-16,2 1-64 0,1-2-16 0,3 0 0 0,4-1-1584 0,3 0-320 16,3-3-64-16,7-1-12688 0,-7 3-2528 0</inkml:trace>
  <inkml:trace contextRef="#ctx0" brushRef="#br0" timeOffset="-175339">14501 10737 32255 0,'-15'0'2864'0,"-2"0"-2288"16,0-2-576-16,1 2 0 0,3 2 5536 0,9 0 992 16,4-2 208-16,0 0 48 0,-1 8-5024 0,-4 1-992 15,-1 0-208-15,2 2-48 0,-1-2-320 0,-1 5-192 16,1 2 192-16,1 2-192 0,1 4 0 0,-1-1 0 15,1 8 0-15,1 1 0 0,-2 0 0 0,0 2 0 16,3 1 0-16,2 2 0 0,-1 0 0 0,1-2 0 16,3-2 0-16,3-2 0 0,1 0 0 0,-3-3 0 15,-6-4-128-15,1-1 128 0,5 1-320 0,-1-3 16 16,-3-3 16-16,-1-4 0 16,0-3-736-16,0-9-128 0,-4 7-48 0,4-7 0 15,0 0-464-15,0 0-112 0,-6-3-16 0,0-1 0 16,2-6-1920-16,-1-2-384 0</inkml:trace>
  <inkml:trace contextRef="#ctx0" brushRef="#br0" timeOffset="-175170.78">14226 11076 33055 0,'-10'-2'1472'0,"10"2"288"0,-3-2-1408 0,3 2-352 0,-4-2 0 0,0 1 0 15,2 1 3632-15,2 0 656 0,0 0 128 0,0 0 16 16,0 0-2384-16,0 0-496 0,10 0-80 0,3 0-32 16,0 0-880-16,4 1-176 0,1 1-48 0,5-2 0 15,1 0-160-15,4 0-48 0,0 0 0 0,2 0 0 0,0 0-128 0,3 0 0 16,1 0 0-16,0 0 128 15,-4 0-128-15,-3 0 0 0,2 0-160 0,-2 0 160 16,-1 0-1248 0,-1-2-160-16,-4 1-16 0,0 0-21920 0</inkml:trace>
  <inkml:trace contextRef="#ctx0" brushRef="#br0" timeOffset="-172063.17">16555 11348 9215 0,'0'0'816'0,"0"0"-656"0,0 0-160 0,0 0 0 0,0 0 6272 0,0 0 1216 16,4-6 240-16,-2 0 48 0,-2 6-4320 0,0 0-848 15,0 0-176-15,0 0-48 0,0 0-368 0,0 0-80 16,-6-1-16-16,-1 5 0 0,-1 3-848 0,0 3-176 15,-2 0-48-15,-4 6 0 0,-1 2-400 0,0 4-64 16,-4 5-32-16,2 0 0 0,1 0-176 0,-4 7-48 16,3-3 0-16,0-2 0 0,1-3-128 0,2-1 160 15,1-4-160-15,1-3 160 0,2-2-160 0,2-5 0 16,2-1 0-16,0-4 0 0,6-6 0 0,0 0 0 16,0 0 0-16,0 0 0 0,0 0-192 0,0-6-32 15,2-5 0-15,0-2 0 0,2 0-32 0,3-6-16 0,1-4 0 16,1-1 0-16,0-2-16 0,0-4 0 15,3-3 0-15,1 3 0 0,0 0 80 0,-2 3 16 0,-1 2 0 0,0 5 0 16,-2 3 192-16,-2 4 0 16,0 5 0-16,-6 8 0 0,0 0 240 0,0 0 144 0,0 0 16 0,0 0 16 15,0 0 96-15,1 7 0 16,1 2 16-16,1 2 0 0,1 2-304 0,1 0-64 0,0 0-16 0,3 1 0 16,1-2-144-16,4 1 0 0,2-1 0 0,2 1 0 15,1-2 0-15,1 1 0 0,1 1 0 0,1-1 0 16,0 0-128-16,1-5-16 0,-3 1 0 0,0 1 0 15,-4 0-112-15,0 1 0 0,-4-4-16 0,-1 1 0 16,-4-1 128-16,-2 2 144 0,-4-8-208 0,1 9 80 16,-3-2 128-16,-4-1 176 0,-1 1-48 0,-5 0 0 15,-2 3 96-15,-1-4 16 0,-2 5 0 0,-2-2 0 0,-3-2-96 16,-3 3-16-16,-1-1 0 0,-3 0 0 0,-1-1-128 16,0-1 0-16,0 3 0 0,0-3 0 0,5 0 0 0,2-1-256 15,-1 1 64-15,5-2 16 16,5-1-720-16,3-3-160 0,3 1-32 0,8-2 0 15,0 0-2400-15,0 0-480 0,13-6-112 0,4-1-15552 16</inkml:trace>
  <inkml:trace contextRef="#ctx0" brushRef="#br0" timeOffset="-171695.73">17046 11332 13823 0,'0'0'608'0,"0"0"128"0,0 0-592 0,0 0-144 16,-5-3 0-16,1 3 0 0,4 0 8256 0,-7 3 1632 0,0 3 320 0,-1 2 64 15,0 2-6848-15,-1 4-1376 16,-3 3-256-16,2 3-64 0,-1 1-1072 0,2 1-208 0,1 3-32 0,2-1-16 16,2 0-272-16,3-1-128 0,2-2 0 0,3-1 128 15,2-2-128-15,2-2 192 0,3-2-192 0,2-2 192 16,1-2-384-16,2-2-64 16,-1-3 0-16,2-1-16 0,1-7-96 0,1 1-16 0,-1-3 0 0,3-3 0 15,-2-1 32-15,1 0 0 0,-2-3 0 0,0-3 0 16,-1 0 208-16,-1-3 144 0,-2-2-192 0,-1-1 192 15,-2-1 0-15,1-1 0 0,-3-1 0 0,-1 5 0 16,-2-4 0-16,-1 6 0 0,-1 3 0 0,-1 4 0 16,-2 3 128-16,-1 7 16 0,0 0 16 0,0 0 0 15,0 0 256-15,0 0 48 0,-4 11 16 0,2 2 0 16,-2 1-256-16,1 3-48 0,0 1-16 0,2 3 0 0,2 0-160 16,2 1 0-16,1-2 0 0,1-1 0 0,3-2-288 0,1 0-96 15,3-1 0-15,1-2-16 16,1-1-1728-16,2-5-352 0,3-2-64 0,4-3-20032 15</inkml:trace>
  <inkml:trace contextRef="#ctx0" brushRef="#br0" timeOffset="-171496.09">17831 11323 16575 0,'0'0'1472'0,"0"0"-1168"16,0 0-304-16,0 0 0 0,0 0 8672 0,0 0 1680 15,0 0 336-15,0 0 64 0,0 0-7984 0,0 0-1584 0,0 0-320 0,10 3-64 16,2-3-496-16,2 0-112 0,3 0 0 0,-1 0-16 16,1 0-176-16,3 0 0 0,0-3 0 0,4 3 0 31,-1 0-400-31,-1 0-16 0,-1 0 0 0,0 3 0 16,-3-3-864-16,1 1-160 0,-4 2-32 0,1 1-14592 0,-3 1-2896 0</inkml:trace>
  <inkml:trace contextRef="#ctx0" brushRef="#br0" timeOffset="-171325.49">17821 11538 28559 0,'0'0'2544'0,"0"0"-2032"0,0 0-512 0,0 0 0 16,0 0 5568-16,0 0 1008 0,0 0 208 0,6 7 32 0,2-3-4864 0,1-1-976 16,1-3-192-16,6 1-32 0,4-1-368 0,2 0-80 15,1-4-16-15,5 1 0 16,0-1-672-16,5 0-128 0,1-1-16 0,5 0-15984 15,3 0-3200-15</inkml:trace>
  <inkml:trace contextRef="#ctx0" brushRef="#br0" timeOffset="-170711.72">19341 10764 40655 0,'-7'-10'1792'0,"5"4"384"16,-4-3-1728-16,2-1-448 0,-5-6 0 0,3 2 0 0,-1 1 1984 0,-6 0 320 15,-2 4 64-15,0 0 16 0,3-1-720 0,2 3-160 16,2 0-32-16,0 2 0 0,-1 2-352 0,-1-1-80 15,1 3-16-15,0 2 0 0,-1 3-720 0,1 0-160 16,-1 3-16-16,1 2-128 0,-2 4 176 0,2 3-176 16,0 2 160-16,-1 7-160 0,1 1 0 0,2 2 0 15,1 1 0-15,0 4 0 0,2 0 0 0,2 5 0 16,0 1 0-16,2 3 144 0,0 2-96 0,2 5-48 16,-1 3 0-16,2-3 0 0,2-2 0 0,-1-1 0 15,0 0 0-15,0 0 0 0,0 5 0 0,1-1 0 16,-1-1 0-16,1 4 0 0,-3-4 0 0,1 1 0 15,0-2 0-15,-2-6 0 0,-1-5 0 0,-1-1 0 16,-3-2 0-16,-1-2 0 0,-1-5 0 0,-1 0 0 16,-3-3 0-16,1 0 0 0,-1-6 0 0,-1-2 0 0,1-2 0 0,-3-1 0 15,-1-3 0-15,1-2 0 0,-3-1 0 0,2-3 0 16,-1-3 0-16,2 0 0 0,-1-3 0 0,0-3 0 31,1-1-1120-31,-1-3-160 0,3-3-48 0,3-2 0 16,5-2-2480-16,3-3-496 0</inkml:trace>
  <inkml:trace contextRef="#ctx0" brushRef="#br0" timeOffset="-170177.84">19747 11278 44175 0,'0'0'1952'0,"0"0"416"0,-5-5-1904 0,1-1-464 0,0 1 0 0,-2 1 0 0,-3 2 2208 0,-2 0 352 16,0 1 64-16,-2 1 0 0,-1 3-1216 0,-1 0-240 15,-1 3-48-15,3 0-16 0,-1 2-688 0,-2 2-144 16,-1 0-16-16,-1 3-16 0,0 2-112 0,-1 2-128 16,0 1 176-16,1 3-176 0,-1 2 128 0,2-1-128 15,3 0 0-15,1 1 144 0,3 1-144 0,2-2 0 16,1-1 0-16,5-3 0 0,2-1 0 0,1 0-128 16,3-1 128-16,2-2-160 0,4-2-96 0,1-2 0 15,1-3-16-15,2-2 0 16,5-3-128-16,0 0-32 0,3-4 0 0,1-1 0 15,-1-4-352-15,0-1-80 0,0-1-16 0,0-1 0 16,0-2 288-16,-1-1 48 0,-3-1 16 0,1-1 0 0,-2 1 368 0,-3 2 160 0,-2 3-128 0,-3 1 128 16,-1 2 0-16,-3 3 0 0,-5 3 0 0,0 0 176 15,0 0 432-15,0 0 96 0,0 0 0 0,0 0 16 16,2 7-48-16,1 2-16 16,0 2 0-16,1 2 0 0,-3 0-336 0,0 1-80 0,1 0-16 0,0 1 0 15,1 0-96-15,1 0 0 0,0 2-128 0,1 0 192 16,0 0-192-16,0 2 0 0,2-6 128 0,-2 0-128 15,0-2 0-15,0 1 0 0,1-5 0 16,-1-3 0-16,1 1 0 0,-6-5 0 0,0 0 128 0,7 1-128 16,-7-1 0-16,8-1 144 0,-2-2-144 0,1-1 128 15,-1-1 0-15,1-3 0 0,-1-1 0 0,2-1 0 16,-3-3-128-16,2 0 128 0,-1-6-128 0,2 2 128 16,1-1-128-16,0 0 0 0,-1-2 0 0,0 2 0 15,1-3 0-15,-1 0 0 0,0 0-160 0,0 2 160 16,-2 1-768-16,1 2-64 0,-2 3-16 0,0 1 0 15,0 3-1776-15,1 3-336 0,0 3-80 0,-1-1-18400 16</inkml:trace>
  <inkml:trace contextRef="#ctx0" brushRef="#br0" timeOffset="-169677.53">20637 11347 27647 0,'0'0'2448'0,"0"0"-1952"0,-4-7-496 0,-2-1 0 15,6 8 5216-15,-3-9 944 16,-3 0 192-16,2 0 48 0,-2 0-4096 0,-2 2-832 0,0 1-144 0,-1 1-48 16,-1 1-512-16,-1 1-128 0,-3 2 0 0,-2 4-16 15,-1 0-304-15,-4 4-48 0,-3 1-16 0,-2 2 0 16,-2 3-256-16,1 3 0 0,-2 1 0 0,2 0 0 15,1 1 128-15,1 0-128 0,4-1 144 0,3 1-144 16,3 1 0-16,4-1 0 0,3 2 0 0,4-5 0 16,4 1 0-16,3-2-240 0,3-2 48 0,5-2 16 15,2-2-608 1,4-3-128-16,3-1-32 0,4-1 0 0,1-4 288 16,1-1 48-16,1-3 16 0,2-1 0 0,-2-5-240 0,-1-1-32 0,-4-1-16 15,1-1 0-15,-3-3 528 0,0-1 96 0,-3-2 32 0,0-2 0 16,1-1 224-16,-2-1 0 0,-3-2 0 0,0-1 0 15,-1-3 288-15,-1 0-48 0,-2 0-16 0,-1 2 0 0,-3 4 192 16,-1 1 32-16,-1 0 16 0,0 5 0 0,-3 2 160 0,-2 4 16 16,1 2 16-16,0 3 0 0,-1 1-80 0,2 6-32 15,0 0 0-15,0 0 0 0,0 0-256 0,-5 9-48 16,0 3-16-16,1 3 0 0,1 5-224 0,1 3 0 16,-1 3 0-16,2 4 0 0,0 0 0 0,1 0 0 15,1-1 0-15,0 0 0 0,2-1 0 0,1 1-160 16,1-3 0-16,1-1 0 15,2-3-1216-15,1-1-240 0,1-3-48 0,1-2-16 16,0-4-1792-16,0-5-368 0,2-1-64 0</inkml:trace>
  <inkml:trace contextRef="#ctx0" brushRef="#br0" timeOffset="-169461.2">21097 11030 48319 0,'0'0'2144'0,"0"0"432"0,0 0-2064 0,0 0-512 0,-7-1 0 0,7 1 0 15,-6 4 1840-15,1 2 256 0,-1 2 48 0,1 2 16 16,0 3-1280-16,0 4-256 0,-1 4-48 0,1 3-16 16,1 2-368-16,2 1-192 0,-1 2 192 0,2 0-192 15,1-1 0-15,1 0 0 0,0-5 0 0,2 1 0 16,0 0 0-16,1-2-256 0,-3-1 80 0,0-2 16 16,2-2-608-16,-1-2-128 0,-2 0-32 0,0-5 0 15,2 0-528-15,-2-1-96 0,0-9-32 0,0 0 0 16,0 0-1856-16,0 0-368 0,0 0-80 0</inkml:trace>
  <inkml:trace contextRef="#ctx0" brushRef="#br0" timeOffset="-169243.27">20840 11046 3679 0,'0'0'320'15,"0"0"-320"-15,0 0 0 0,0 0 0 0,0 0 11584 0,0 0 2240 16,0 0 448-16,6 8 80 0,5-2-10864 0,1 1-2176 15,-1-2-432-15,5-1-96 0,1 1-464 0,4-3-80 16,2 2-32-16,3 0 0 0,4-1-144 0,3-2-64 16,1-1 0-16,0 2 0 0,-2-1 0 0,0-1 0 15,-1 0 0-15,0 0 0 0,0 0 0 0,-1 0-160 0,-2-1 160 0,0 1-192 32,1 0-960-32,1 0-208 0,-1 0-48 0</inkml:trace>
  <inkml:trace contextRef="#ctx0" brushRef="#br0" timeOffset="-168560.03">18870 12514 27935 0,'0'0'1232'0,"-3"-7"256"0,1 1-1184 0,-1-1-304 0,2 1 0 0,0 0 0 15,-2 1 3328-15,3 5 592 0,0 0 128 0,0 0 32 16,0 0-1312-16,0 0-256 0,0 0-48 0,0 0-16 16,0 0-896-16,0 0-176 0,0 0-32 0,1 9-16 15,1 4-672-15,-1 0-128 0,1 4-16 0,0 3-16 16,0-1-304-16,1 4-48 0,0-3-16 0,-1 1 0 16,1-1-128-16,-1-2 0 0,2 0 0 0,0-3 0 15,0-1 0-15,-1 0-176 0,-1-3 48 0,1-2 0 16,0-1-784-16,-3-8-160 0,0 0-16 0,0 0-16 15,0 0-1328-15,0 0-272 0,0 0-48 0,0 0-11600 16,0 0-2320-16</inkml:trace>
  <inkml:trace contextRef="#ctx0" brushRef="#br0" timeOffset="-168376.87">18532 12478 17503 0,'0'0'1552'0,"0"0"-1232"15,0 0-320-15,0 0 0 0,0 0 7232 0,0 0 1408 16,0 0 256-16,9-3 64 0,2 0-6176 0,3 0-1248 15,2 1-240-15,2 0-48 0,3 0-368 0,2 2-80 16,4-3-16-16,-1 2 0 0,1-2-528 0,3 1-96 16,1-1-32-16,1 0 0 0,-1 1-128 0,0 1 0 15,-1-1 0-15,0 1 0 16,0 0-656-16,-1 1-176 0,-3 0-16 0,0 0-16 16,-3 1-2304-16,0 2-464 0,-4 2-80 0</inkml:trace>
  <inkml:trace contextRef="#ctx0" brushRef="#br0" timeOffset="-168126.81">19179 12639 45551 0,'0'0'2016'0,"0"0"416"0,0 0-1936 0,0 0-496 0,0 0 0 0,0 0 0 16,1 9 2096-16,2-1 320 0,0 1 64 0,-1-1 16 0,1 2-1280 0,-2 2-240 15,0 1-48-15,1 0-16 0,-1 4-544 0,-1 0-112 16,-3 2-32-16,2-2 0 0,0 0-224 0,-1 0 128 16,0-1-128-16,-1 0 0 0,2-2-192 0,0-1-144 15,-1-3-32-15,1-1 0 16,1 1-1520-16,0-3-304 0,0-7-64 0</inkml:trace>
  <inkml:trace contextRef="#ctx0" brushRef="#br0" timeOffset="-167559.29">19036 9881 19343 0,'0'0'848'0,"0"0"192"0,0 0-832 0,0 0-208 15,0 0 0-15,0 0 0 0,0 0 7280 0,0 0 1408 16,0 0 272-16,2 8 64 0,1 0-6464 0,-1 3-1280 16,1 3-272-16,-2 4-48 0,-1 6-464 0,0-1-96 15,-1 3-16-15,0 4 0 0,1 0-240 0,-2 0-144 0,0 1 160 0,0-2-160 16,1-2 128-16,0-2-128 0,-2-1 0 0,2-6 144 16,0 0-144-16,1-3-176 15,-3-4 48-15,2 0 0 16,-1-3-1088-16,2-8-224 0,0 0-32 0,0 0-16 15,0 0-1328-15,0 0-256 0,0 0-48 0,0 0-16544 0</inkml:trace>
  <inkml:trace contextRef="#ctx0" brushRef="#br0" timeOffset="-167370.41">18674 9938 19343 0,'-7'-8'1728'0,"3"4"-1392"0,-1 0-336 0,1 0 0 15,1 0 5776-15,3 4 1088 0,0 0 224 0,0 0 32 16,0 0-4304-16,4-4-848 0,2 2-176 0,4-4-48 0,1 2-448 0,4 2-80 15,2-1-32-15,2 1 0 0,1-2-608 0,2 1-128 16,3-3-32-16,1 2 0 0,1 1-224 0,3-2-64 16,1 1 0-16,2 0 0 0,-3-3-128 0,3 2 0 15,0 1 0-15,0 0 0 16,0 2-528-16,-3 1-144 0,-2 1-32 0,1 1 0 16,1 0-2096-16,-3 3-416 0,-2 3-96 0</inkml:trace>
  <inkml:trace contextRef="#ctx0" brushRef="#br0" timeOffset="-167008.97">19244 10074 35935 0,'0'0'3200'0,"0"0"-2560"0,0 0-512 0,0 0-128 15,0 0 3488-15,0 0 672 0,8 6 144 0,0-5 32 16,1 0-2624-16,1 1-528 16,2-2-96-16,1 0-32 0,1 0-336 0,1 0-64 0,-2 0-16 0,1 0 0 15,-1 1-416-15,0 0-96 16,0 2 0-16,-2-1-128 0,-3 1 144 0,-2 1-144 15,-2 1 0-15,-1 2 144 0,-3-7-144 0,0 9 0 0,-3 1 0 0,-1 2 0 16,-4 1 0-16,0 1 0 0,-3 1 0 0,-2 0 0 16,-3 1 0-16,0 0 0 0,-2-2 0 0,2 0 0 0,1-2 0 0,0-2 0 15,2 1 0-15,3-3 0 0,2-2 192 16,3 1 0-16,5-7 0 0,0 0 0 0,0 0-192 0,0 0-272 16,0 0 64-16,7 6 16 0,2 1 192 0,2-3 0 15,0-2 0-15,3 0 0 0,2 0 0 0,2-2 0 16,4-4 0-16,2 2 0 0,-1-1 0 0,2-1 0 15,-2 0 0-15,2 0 0 0,1 2 128 0,-1-4 64 16,-3 3 0-16,0 0 16 0,-1 2-144 0,0-2-64 16,-3 0 0-16,-2 2 0 15,0 0-352-15,-2 1-64 0,0 0-16 0,-1 0 0 16,-1-3-2224-16,-2 5-448 0</inkml:trace>
  <inkml:trace contextRef="#ctx0" brushRef="#br0" timeOffset="-165892.33">16347 14254 51775 0,'0'0'2304'0,"0"0"448"0,0 0-2192 0,0 0-560 16,0 0 0-16,0 0 0 0,-1 12 384 0,-3 2-48 16,-1 4 0-16,-2 7 0 0,-2 5 48 0,0 1 0 15,1-1 0-15,-1-1 0 0,0-1 176 0,3-4 32 0,-2-2 16 0,0-3 0 16,1-4-208-16,1-2-32 0,2-2-16 0,-1-1 0 15,-1-5-128-15,6-5-32 0,0 0 0 0,0 0 0 16,0 0-192-16,0 0 0 16,0 0 128-16,-5-6-128 0,3-3 0 0,0-2 0 0,5-2-192 0,0-1 192 15,-1-3-224-15,2 1 64 0,0-3 16 0,3-2 0 16,-1-1 144-16,2-2-160 0,0 0 160 0,0 0-160 16,-1 2 160-16,1 2 0 15,-1 3 0-15,-1 3 0 0,-1 4 0 0,1 2 0 0,-1 1 0 16,-5 7 0-16,0 0 144 0,0 0 16 0,0 0 0 0,0 0 0 15,0 0 0-15,9 6 0 0,0 1 0 0,-1 4 0 16,1-2-160-16,1 3 0 0,0 1 0 0,3 2 0 16,1-2 0-16,2 2 0 0,-1-4 0 0,2 3 0 15,0 0-144-15,-1-1 144 0,1-3 0 0,0 2 0 16,-2-1-240-16,0-1 64 0,-4 0 16 0,-1 1 0 0,-4-2-32 0,-1 0-16 16,-3-1 0-16,-4 1 0 0,-2 1 208 0,-2 0 0 15,-5-1 0-15,-2 0-144 0,-1 1 144 0,-3 2 144 16,-4-3-16-16,-1 2-128 0,-3-1 176 0,1-1-176 15,-3 0 160-15,3-1-160 0,-2-1 0 0,1-1 0 16,1-1 0-16,5 0 0 16,1-1-656-16,3-1-176 0,3-2-48 0,5-1 0 15,7 0-1952-15,0 0-400 0,5-6-80 0</inkml:trace>
  <inkml:trace contextRef="#ctx0" brushRef="#br0" timeOffset="-165473.8">16882 14074 48607 0,'0'0'2160'0,"0"0"432"0,-7 3-2080 0,1-2-512 0,6-1 0 0,-7 4 0 15,2 1 1600-15,1 2 192 0,2 1 64 0,-1 3 0 16,2 1-896-16,1 4-160 16,0 2-32-16,0 4-16 0,1 4-400 0,2 3-80 15,-1 2-16-15,2 2 0 0,0 1-256 0,1 0 0 0,0-1 0 0,1-1 0 16,-2-4 0-16,-2-2 0 0,-1-2 0 0,1-3 144 15,-1-2-144-15,2-2 0 0,-3-1 0 0,1-6 0 16,0 1 0-16,1-2 0 0,-2-9 0 0,0 0 0 16,0 0 0-16,0 0 0 0,0 0 0 0,0 0 0 15,0 0 0-15,6-5 0 0,1 0 0 0,-1-3 0 0,2-4 0 0,1-1 0 16,-2-1 0-16,3-2 0 16,2-2 0-16,-1-3 0 0,3-3 0 0,0 1 0 15,2-3 0-15,-1 4 0 0,-1 1 0 0,1 3 0 0,-2 2 0 16,-1 4 0-16,-3 3 0 0,0 4 0 0,-3 2 0 0,-6 3 0 15,7 4 0-15,-2 5 0 0,-1 7 0 0,0 0 0 16,-3 4 0-16,1 4 0 0,-1-2 0 0,-1 2 0 16,0-2 0-16,1 0 0 0,0-3 0 0,1 1 0 15,-1-2 0-15,3 0 0 0,0-2 0 0,2-2 0 16,1-3 0-16,1-1 0 16,1-2-960-16,1-3-176 0,2-1-32 0,1-2-16 15,3-2-1872-15,1-3-368 0,1 0-80 0</inkml:trace>
  <inkml:trace contextRef="#ctx0" brushRef="#br0" timeOffset="-165291.3">17538 14285 51263 0,'0'0'2272'0,"0"0"464"0,0 0-2192 16,0 0-544-16,0 0 0 0,0 0 0 0,0 0 1120 0,6 7 112 0,1-3 32 0,0-2 0 16,1 2-480-16,1 0-80 0,2-1-32 0,2-1 0 15,0 0-368-15,3 0-80 0,1-2-16 0,2 0 0 16,-1 0-208-16,1 0 0 0,0-2 0 0,2 2 0 31,0 0-464-31,-2 2-96 0,0-2-16 0,-4 3 0 16,0 0-1120-16,-2 1-224 0,-3-1-64 0,1 3-13664 0,-4 1-2736 0</inkml:trace>
  <inkml:trace contextRef="#ctx0" brushRef="#br0" timeOffset="-165123.2">17659 14480 8287 0,'-18'4'736'0,"11"-2"-592"0,-1 1-144 0,2-1 0 16,6-2 9024-16,0 0 1760 0,0 0 352 0,0 0 80 0,0 0-7744 0,0 0-1552 15,0 0-304-15,8 7-64 0,-1-4-592 0,4 0-112 16,1-1-16-16,1-1-16 0,1-1-496 0,4-1-112 16,3-1-16-16,1-1 0 0,0-3-192 0,3 2 0 15,0 0-144-15,1 1 144 16,1-3-1856-16,2 1-256 0,0 0-64 0</inkml:trace>
  <inkml:trace contextRef="#ctx0" brushRef="#br0" timeOffset="-164424.39">18897 13950 30575 0,'-13'-7'1344'0,"9"3"304"0,2-3-1328 16,-2-1-320-16,-3 2 0 0,1-5 0 0,2 2 2240 0,0-1 384 16,1 1 80-16,2 0 16 0,-1-1-336 0,0 1-64 15,0 3-16-15,-1-3 0 0,0 1-816 0,1 1-160 16,-1 1-48-16,-1 1 0 0,-1 1-384 0,5 4-96 15,-5-3-16-15,0 2 0 0,5 1-272 0,-7 0-64 16,7 0-16-16,-6 5 0 0,-1 3-208 0,1 4-32 16,-1 3-16-16,-1 5 0 0,0 1-176 0,2 3 160 15,1 4-160-15,-1 3 160 0,1 3-160 0,1 4 0 16,2 3 144-16,2 4-144 0,1 2 128 0,2 5-128 16,2 1 128-16,1 2-32 0,2-3-96 0,1-1 0 15,0-1 0-15,1 0 0 0,-1 3 0 0,0-1 0 16,1 2 0-16,1-1 0 0,-1 0 0 0,-1-2 0 15,-1-2 0-15,-1-3 0 0,-2-4 0 0,-1-2 0 16,0-2 0-16,-4 0 0 0,-3-3 0 0,-1-2 0 0,-2-1 0 16,-2-3 0-16,-3 0 0 0,0-3 0 0,-2-2 0 0,-2 1 0 15,-2 0 0-15,-1 0 0 0,-2-4 0 0,1-2 0 16,-1-2 0-16,1-1 0 0,-2-5 0 0,0 1 0 16,0-4 0-16,0 0 0 0,2-6 0 0,1 0 0 15,-1-2 0-15,2 0 0 0,2-4 0 0,0-3 0 16,1 0 0-16,1-4 0 0,4-1-160 0,0-3 160 15,1-4-1216-15,4 1-144 0,3 0-48 16,2 0 0-16,0-2-3072 0,5 2-608 0</inkml:trace>
  <inkml:trace contextRef="#ctx0" brushRef="#br0" timeOffset="-164040.92">18474 15856 14735 0,'0'0'640'0,"0"0"160"16,0 0-640-16,0 0-160 0,0 0 0 0,0 0 0 0,0 0 8192 0,0 0 1616 0,0 0 320 0,0 6 64 16,1 0-6944-16,-1 1-1392 0,-1 0-288 0,-1 3-48 15,2 3-800-15,0 0-144 0,-2 4-48 0,0 1 0 16,2 1-384-16,0 2-144 0,-1 0 0 0,0 1 144 16,0-1-96-16,-2-1-48 0,0 2 0 0,1-3 0 15,-1-2 0-15,1 3 0 0,0-2 0 0,0 0 0 16,-1-3 0-16,0 2 0 0,2-3 0 0,-2-1 0 15,1-2-880-15,-1-1-64 0,2-4-16 0,1-6 0 16,0 0-1440-16,0 0-288 16,0 0-64-16,0 0-19120 0</inkml:trace>
  <inkml:trace contextRef="#ctx0" brushRef="#br0" timeOffset="-163840.53">18189 15907 21183 0,'0'0'1888'0,"0"0"-1504"15,0 0-384-15,0 0 0 0,10-1 7696 0,-1-2 1472 16,1 1 304-16,3-2 48 0,3-1-7280 0,2-1-1440 16,4 1-288-16,2-1-64 0,0-2-80 0,5 0-16 15,2 0 0-15,1 0 0 0,3-2-352 0,1 1 0 16,4-3 0-16,0 2 128 0,2-1-128 0,-1 2 0 16,0 0-176-16,-2 2 176 15,-1 2-1856-15,-4 3-256 0,-4 2-64 0,-2 1-13728 16,-4 3-2736-16</inkml:trace>
  <inkml:trace contextRef="#ctx0" brushRef="#br0" timeOffset="-163620.39">18922 16096 47855 0,'0'0'2112'0,"0"0"448"0,0 0-2048 0,0 0-512 0,0 0 0 0,0 0 0 16,0 9 1664-16,0-1 240 0,0 1 32 0,0 2 16 0,-2-1-784 0,0 2-144 15,1 0-48-15,0 2 0 16,-2 2-656-16,0 2-128 0,-2-2-16 0,1 1-16 0,0-1-160 16,-1 1 0-16,0-1 0 0,1 1 0 0,0-5 0 0,2 1 0 15,-2-1 0-15,2-2 48 16,4-1-1072-16,0-2-192 0,-2-7-32 0,0 0-15456 16,8 6-3104-16</inkml:trace>
  <inkml:trace contextRef="#ctx0" brushRef="#br0" timeOffset="-162956.52">18614 13313 48431 0,'0'0'2144'0,"0"0"448"0,0 0-2080 0,0 0-512 16,0 0 0-16,0 0 0 0,-5 5 1632 0,1 3 224 16,2 1 32-16,-2 3 16 0,0 2-928 0,0 3-176 0,1 3-32 0,1 0-16 15,0 3-496-15,1-1-112 16,-1-1-16-16,0 1 0 0,1 0-128 0,1 0 0 0,3-2 0 0,-2-3 0 31,1-2-416-31,1 0-112 0,0-2-32 0,-2 0 0 16,0-5-912-16,-1-8-192 0,0 0-48 0,0 0 0 0,0 0-1968 0,0 0-400 15,0 0-80-15</inkml:trace>
  <inkml:trace contextRef="#ctx0" brushRef="#br0" timeOffset="-162772.85">18315 13300 49871 0,'0'0'2208'0,"0"0"464"15,0 0-2144-15,0 0-528 0,0 0 0 0,0 0 0 0,7-1 1088 0,4-1 128 16,1 1 0-16,1 0 16 0,2-3-528 0,4 1-96 15,3-1-32-15,1 2 0 0,1-2-400 0,2 1-176 16,1-1 128-16,3 2-128 16,-1-1-256-16,2 0-128 0,0 1-16 0,1-1-16 15,-1 2-2592-15,0 2-512 0,0 0-96 0</inkml:trace>
  <inkml:trace contextRef="#ctx0" brushRef="#br0" timeOffset="-162456.35">18763 13534 22111 0,'0'0'1968'0,"0"0"-1584"16,0 0-384-16,0 0 0 0,0 0 5392 0,7-5 1008 15,-1 0 192-15,3 1 32 0,2 0-4416 0,-1 2-880 16,2-2-176-16,0 0-48 0,1 0-336 0,0 1-80 0,-2 2-16 0,0 1 0 16,-2 1-464-16,0 1-80 0,-9-2-128 0,8 3 176 15,-8-3 192-15,4 7 32 0,-3 2 16 0,-1-2 0 16,-4 2 192-16,-1 1 32 0,-3 3 16 0,-2 0 0 15,-5 0-208-15,0 2-64 0,-1-2 0 0,0 1 0 16,2 2-96-16,0-5-32 0,1 1 0 0,2 1 0 16,2-5-256-16,1 0 0 0,3-2 0 0,3 2 144 0,2-8-144 0,0 0 0 15,6 3 0-15,2 1 0 0,2-2 0 0,3 2 0 16,2-4 0-16,0 0 0 0,4-2 0 0,1-2 0 16,3-2 0-16,0 1 0 0,1-1 0 0,0-2 0 15,2 0 0-15,2-1 0 16,2-3-1104-16,2 3-224 0,4 1-32 0</inkml:trace>
  <inkml:trace contextRef="#ctx0" brushRef="#br0" timeOffset="-161339.61">19418 14678 27647 0,'1'-4'2448'0,"0"-4"-1952"16,0-1-496-16,1-5 0 0,-2 2 3712 0,1 1 640 15,2-4 128-15,-2 2 16 0,-2 0-2320 0,-1 1-480 16,1 0-96-16,-2 2 0 0,1-1-464 0,-2 2-96 16,-3 3-16-16,0 2 0 0,-3 0-272 0,-1 4-64 15,-2 0-16-15,-4 5 0 0,0 2-176 0,-3 4-48 16,-2 2 0-16,-1 1 0 0,-1 4-240 0,-1 3-48 16,2 2-16-16,1 4 0 0,1 0-144 0,1 0 128 15,3-1-128-15,4-1 128 0,4 0-128 0,4-2 0 16,2-1 0-16,6 0 0 0,2-2 0 0,4-2 0 15,2-1 0-15,3-5 0 0,2 0-144 0,2-6-16 16,2 1 0-16,-1-6 0 0,2 0-112 0,0-2-32 16,0-3 0-16,-2 0 0 0,0-2 96 0,-3-2 16 15,1-1 0-15,2-1 0 0,-5 3 192 0,-1-2 0 16,-3-3-160-16,1 3 160 0,-3 0 0 0,0 2 0 16,-2-1 0-16,-1 3 0 0,-5 5 0 0,0 0 160 15,0 0-32-15,0 0-128 0,0 0 384 0,0 0-48 0,4 6 0 0,0 5 0 16,-1 3-80-16,-2 5-32 0,0 3 0 0,2 0 0 15,-2 0-224-15,2 1 128 0,-2 0-128 16,2 0 0-16,-1-5 128 0,1 2-128 0,0-2 0 0,0-1 0 16,0 0 0-16,1-1 0 0,-3-3 0 0,1-2 0 15,-1 1 0-15,0 0 0 0,1-3 0 0,-2-1 0 16,0-8 0-16,0 8 0 0,0-8 0 0,0 0-160 16,0 0-464-16,0 0-80 0,0 0-32 0,0 0 0 15,0 0-1664-15,0 0-336 0,0 0-64 0,0 0-18960 16</inkml:trace>
  <inkml:trace contextRef="#ctx0" brushRef="#br0" timeOffset="-161097.77">19444 14846 41983 0,'0'0'1856'0,"0"0"384"0,0 0-1792 0,0 0-448 16,0 0 0-16,0 0 0 0,0 0 1808 0,0 0 272 16,0 0 48-16,10-4 16 0,0 3-800 0,2-1-176 15,1 0-16-15,2 1-16 0,2-2-544 0,1 2-96 16,-3-1-32-16,1 1 0 0,2 0-288 0,-1 1-176 15,0 0 192-15,-2 1-192 0,-1-1 128 0,-2 1-128 16,-2 2 0-16,-1 1 0 0,-9-4 128 0,0 0-128 16,4 9 0-16,-4-1 0 0,-1 2 0 0,-3 2 128 15,-3 1-128-15,-2 0 0 0,-4 0 0 0,-1 1 0 16,0 1 0-16,-1-1 0 0,0-2-192 0,-1 0-64 16,2-6 0-16,1 2 0 15,1-2-1792-15,3-2-352 0,1 2-80 0,8-6-12352 0,0 0-2464 0</inkml:trace>
  <inkml:trace contextRef="#ctx0" brushRef="#br0" timeOffset="-160654.78">20178 14618 10127 0,'0'0'448'0,"0"0"96"0,0-4-544 0,-2-3 0 0,0 2 0 0,-2 0 0 15,-3 1 7952-15,-2 0 1488 0,0 0 288 0,-1 3 64 0,-2-2-6336 0,-4 3-1280 16,-1 3-256-16,-1 0-64 0,-2 2-832 0,1 3-192 15,-2 1-16-15,-1 2-16 0,-3 3-432 0,3 0-96 16,0 1-16-16,0 0 0 0,1 0-48 0,1 2-16 16,2 0 0-16,2-1 0 0,3 0-192 0,4-2 0 15,1 0 0-15,3-1 0 0,4-1-208 0,3 0-96 16,4-2-16-16,1-1 0 16,4-2-256-16,2-2-48 0,0-1-16 0,3-1 0 15,2-3-128-15,1-2-48 0,1-2 0 0,0 1 0 16,-2-4 240-16,0-2 64 0,0 0 0 0,-1-2 0 0,-1 0 224 0,0-2 48 15,-1 0 16-15,0-3 0 0,-4-2 224 0,1-2 0 16,-2 1 0-16,1-1 0 0,-3-1 0 0,-1 2 128 16,0 0 0-16,-2 1-128 0,0 0 368 0,-1 3-48 15,-1 1 0-15,-2 2 0 0,1 2 256 0,-1 3 32 16,-1 0 16-16,0 7 0 0,0 0 16 0,0 0 0 16,0 0 0-16,0 0 0 0,0 0-192 0,0 0-48 15,-1 10 0-15,-1 3 0 0,1 1-256 0,1 3-144 16,-1 2 160-16,1 1-160 0,0 3 0 0,0 0 0 0,1 1 0 0,2-1 0 15,0 1-208-15,1-4-96 16,2 3-16-16,0-1 0 16,1-1-1472-16,0-3-320 0,1-3-48 0,3-2-16 15,-1-2-2640-15,2-5-544 0</inkml:trace>
  <inkml:trace contextRef="#ctx0" brushRef="#br0" timeOffset="-160438.7">20534 14486 38751 0,'1'-13'1728'0,"0"8"336"0,-2-2-1648 0,2 1-416 15,2-1 0-15,-1 2 0 0,-2 5 2736 0,0 0 464 16,0 0 80-16,0 0 32 0,0 0-1536 0,0 0-304 16,0 0-64-16,2 9-16 0,-1 3-752 0,-1 0-128 15,-3 3-48-15,2 5 0 0,-2 0-256 0,0 2-48 16,0 2-16-16,2 0 0 0,-1 2-144 0,1-1 0 16,0 1 0-16,-1-1 0 0,2-2 0 0,0 1-144 15,0-1 0-15,2-3 0 16,-2-2-672-16,1-1-128 0,0-3-16 0,-1-2-16 15,0-2-784-15,0-2-160 0,0-8-16 0,0 0-16 16,0 0-1856-16,0 0-368 0,0 0-80 0</inkml:trace>
  <inkml:trace contextRef="#ctx0" brushRef="#br0" timeOffset="-160222.28">20361 14473 5519 0,'-20'4'496'0,"12"-3"-496"16,-1-1 0-16,2 0 0 0,2 2 8848 0,5-2 1680 0,0 0 336 0,0 0 64 15,0 0-6880-15,0 0-1360 0,10 0-288 0,3-2-48 16,3 0-1152-16,4-1-240 0,0-1-32 0,5-1-16 16,3-1-576-16,2-2-112 0,0 0-32 0,2 0 0 15,2 0-192-15,0 0 128 0,4 2-128 0,0-3 0 16,-2 2 0-16,-1 1 128 0,-1-1-128 0,-1 1 0 31,-5-1-512-31,1-1-160 0,-2 1-32 0,0-3-24160 0</inkml:trace>
  <inkml:trace contextRef="#ctx0" brushRef="#br0" timeOffset="-159337.43">22072 11276 31327 0,'0'0'1392'0,"-4"4"272"0,-2-1-1328 0,6-3-336 0,0 0 0 0,0 0 0 16,0 0 4928-16,0 0 896 0,-11 0 192 0,5 1 48 0,2 1-3952 0,5 1-800 15,-1-3-160-15,0 0-16 0,16 0-656 0,1 2-128 16,3-2-32-16,1-2 0 0,3 0-176 0,-1-2-144 16,1-1 192-16,-1 1-192 0,-1 0 0 0,4 0 0 15,2 0 0-15,-1 0 0 16,-1 2-320-16,0-1-192 0,-1-2-16 0,-3 3-16 16,-4-1-896-16,-2 1-176 0,-4 4-48 0,-2-1 0 15,-3 1-1184-15,-7-2-240 0,0 0-48 0,-4 8-10016 16,-4 1-2000-16</inkml:trace>
  <inkml:trace contextRef="#ctx0" brushRef="#br0" timeOffset="-159187.49">22290 11369 17503 0,'-23'3'1552'0,"13"1"-1232"16,-3 1-320-16,1 0 0 0,-1 0 5696 0,2 3 1088 16,-1-4 224-16,4 0 32 0,0 1-3920 0,2-1-800 15,6-4-144-15,-4 5-48 0,4-5-640 0,0 7-128 16,0-7-16-16,2 7-16 0,2 0-736 0,4-3-144 16,2 0-16-16,4-2-16 0,1 1-224 0,5-2-64 15,1-1 0-15,2-1 0 0,6-2-128 0,1 1 0 16,1-2-160-16,2 0 160 15,0 0-1216-15,1 1-160 0,0-4-32 0,0 1-14640 16,-1 1-2928-16</inkml:trace>
  <inkml:trace contextRef="#ctx0" brushRef="#br0" timeOffset="-158369.81">23411 11259 32879 0,'2'-18'1456'0,"1"10"304"0,0-1-1408 0,1-1-352 15,1-1 0-15,-3-2 0 0,0 3 2704 0,0-2 480 16,-3 2 80-16,0 2 32 0,-3 0-992 0,0 3-192 16,-1 0-32-16,-1 1-16 0,0 1-816 0,-2 3-160 15,-1 2-48-15,-1 1 0 0,-2 1-448 0,-3 7-80 16,-1 4-32-16,-4 5 0 0,-1 6-208 0,-1 3-32 16,0 1-16-16,1 1 0 0,0-1-64 0,2-3-16 15,0 2 0-15,4-2 0 0,3-1-144 0,3-1 0 16,2 0 0-16,3-4 0 0,4-2 0 0,3 0 0 15,3-4 0-15,4 0 0 0,1-2 0 0,5-3 0 16,1-3 0-16,1-1 48 0,3-3-48 0,2-2-240 0,2-2 80 16,1-3 16-16,0-3-176 0,2 1-16 15,0-2-16-15,1-1 0 16,0-2-896-16,-2 1-176 0,-1 0-48 0,-1-1 0 16,-3 2-1280-16,-1 3-272 0,-1-1-48 0,-6 2-16912 0</inkml:trace>
  <inkml:trace contextRef="#ctx0" brushRef="#br0" timeOffset="-158069.12">23606 11488 15663 0,'0'0'1392'0,"0"0"-1120"0,0 0-272 0,0 0 0 0,0 0 6288 0,0 0 1200 16,0 0 256-16,0 0 32 0,10 1-4640 0,-3 2-912 15,-7-3-192-15,7 6-48 0,-5 2-480 0,2 2-96 16,2 2-32-16,-2 1 0 0,-1 1-656 0,1 2-128 16,0-2-16-16,0 3-16 0,0-1-288 0,0 0-48 15,0-2-16-15,1 0 0 0,-1-1-80 0,0-1 0 16,-1-3-128-16,0-1 192 0,-3-8-128 0,4 7-64 15,-4-7 0-15,0 0 0 0,0 0 0 0,0 0 0 16,0 0 0-16,7 0 0 0,-7 0 0 0,5-4 0 16,-5 4 0-16,7-7 0 0,-1-1 0 0,-1-1 0 15,1 0 0-15,-1-1 0 0,1-1 0 0,1-2 0 16,-1-1 0-16,1-2 0 0,2 1 0 0,-1-4 0 16,1 1 0-16,0-3 0 15,-1 2-384-15,0 0-80 0,0 1-16 0,-1 2 0 16,1 3-928-16,0 3-176 0,1-2-32 0,-1 4-16 15,-2 3-2144-15,-6 5-448 0</inkml:trace>
  <inkml:trace contextRef="#ctx0" brushRef="#br0" timeOffset="-157402.75">24387 11146 27647 0,'0'0'2448'0,"0"0"-1952"15,-5 0-496-15,-1-1 0 0,6 1 5824 0,0 0 1088 16,-8 4 192-16,0 0 64 0,0 3-4944 0,-1 6-992 15,-3 3-192-15,1 5-32 0,-2 2-576 0,-3 3-112 16,-1 1-32-16,1-3 0 0,2 2-144 0,1 0-16 16,1-3-128-16,2-2 192 0,1-2-192 0,1-1 128 15,0-2-128-15,3-3 0 0,1-3 0 0,0 0 0 16,1-3 0-16,3-7 0 0,0 0 0 0,0 0-128 16,0 0 128-16,0 0-160 0,0 0-64 0,0 0-16 15,7-4 0-15,1-2 0 0,2-2 32 0,-1-1 0 16,2-4 0-16,2-1 0 0,2-1-48 0,0 0 0 15,-2-1 0-15,0-5 0 0,-2 0 16 0,1 0 0 16,0-1 0-16,0 0 0 0,-1 1 240 0,1 3 0 16,-5 0 0-16,-1 3 0 0,-1 5 128 0,-1 1 112 15,-1 2 16-15,-3 7 16 0,0 0 176 0,0 0 16 0,0 0 16 0,0 0 0 16,0 0-224-16,0 0-64 0,6 7 0 16,1 2 0-16,-3-1-192 0,1 4 128 0,0-1-128 0,2 2 0 15,-2 2 0-15,0-1 0 0,2-1 0 0,-1 0 0 16,2 1 0-16,0 1 0 0,2-4 0 0,3 2 0 15,0 1 0-15,2-1 0 0,-1-2 0 0,0 1 0 16,-1-2 0-16,1 1-160 0,-1-2 32 0,-3 0 0 16,-1-1-64-16,0-3-16 0,-1 0 0 0,-8-5 0 0,0 0 80 0,0 0 128 15,0 0-208-15,0 0 80 0,0 0 128 16,0 0 0-16,0 0 0 0,-4 4 128 0,4-4-128 0,-10 3 176 16,-1 0-176-16,-2-3 192 0,-2 0-192 0,-4 1 0 15,-2 1 144-15,1-2-144 0,-4 0 0 0,1 3 0 16,-2-3 0-16,1 1 128 0,4 1-128 0,-1-1-160 15,0 2 160-15,3-2-208 16,1 0-432-16,2 0-96 0,2 1-16 0,4-1 0 16,9-1-1168-16,0 0-224 0,0 0-48 0,0 0-16 15,8 3-2464-15,2-1-480 0</inkml:trace>
  <inkml:trace contextRef="#ctx0" brushRef="#br0" timeOffset="-157119.09">24951 11081 31327 0,'0'0'2784'0,"0"0"-2224"15,0 0-560-15,0 0 0 0,0 0 4032 0,0 0 704 16,-2-8 144-16,0 4 32 0,2 4-2480 0,0 0-512 0,0 0-80 0,0 0-32 16,0 0-864-16,-2 9-176 0,1 7-48 0,-2-2 0 15,0 5-512-15,0 1-208 0,0 4 176 0,1 3-176 16,0 2 0-16,0 1 128 0,-1-1-128 0,1-1 0 15,2 1 0-15,-2-3 0 0,2 0 0 0,-1-1 0 16,2-3 0-16,-1 0 0 0,-1-1 0 0,-2-4 0 16,3-1-192-16,-1-2 32 0,0-4 0 0,-2 0 0 15,1-4-560-15,2-6-112 0,0 0-32 0,0 0 0 16,0 0-672-16,0 0-144 0,-6 0-32 0,2-4 0 16,2 2-2000-16,-2-8-416 0,1 3-80 0</inkml:trace>
  <inkml:trace contextRef="#ctx0" brushRef="#br0" timeOffset="-156901.29">24609 11094 41807 0,'-8'-5'1856'0,"6"3"384"0,2 2-1792 0,0 0-448 15,0-4 0-15,0 4 0 0,0 0 2336 0,0 0 384 16,11 0 80-16,2 0 16 0,4 2-1376 0,2-2-272 16,0 2-48-16,3-2-16 0,0 0-368 0,4 0-80 15,2 0-16-15,1 2 0 0,2-1-640 0,0-1 0 16,4 0 0-16,3 0 0 0,3 0 0 0,-1 0 0 15,-2 0 128-15,0 0-128 0,-1 0 0 0,0 0 0 16,-3-1 128-16,-2 1-128 16,0 0-432-16,-2 0-112 0,-3 1-32 0,-1 0-24768 0</inkml:trace>
  <inkml:trace contextRef="#ctx0" brushRef="#br0" timeOffset="-156252.02">21520 14593 33167 0,'0'0'2944'0,"-3"-3"-2352"15,-1 0-464-15,4 3-128 0,0 0 4288 0,0 0 832 16,0 0 160-16,0 0 32 0,0 0-4032 0,0 0-832 15,0 0-144-15,11 3-48 0,2 0 192 0,2 0 16 16,0 1 16-16,2-2 0 0,2 1-480 0,0-1 0 16,-1-2 0-16,3 0 0 15,1 0-928-15,2 0-128 0,-1-2-32 0,2 1 0 16,-1-1-2112-16,-1 2-416 0,-2 2-96 0</inkml:trace>
  <inkml:trace contextRef="#ctx0" brushRef="#br0" timeOffset="-156100.65">21651 14712 26719 0,'-15'5'2368'0,"9"-4"-1888"16,-2 1-480-16,0-1 0 0,8-1 4928 0,0 0 880 16,-5 2 176-16,5-2 32 0,0 0-4400 0,0 0-880 15,0 0-176-15,0 0-48 0,0 0-144 0,8 3-48 16,2-2 0-16,2-1 0 16,2-4-1008-16,5 2-208 0,3-2-32 0,3 0-16 15,2 0-2000-15,4 2-384 0</inkml:trace>
  <inkml:trace contextRef="#ctx0" brushRef="#br0" timeOffset="-155635.12">22500 14523 20271 0,'-10'-9'1792'0,"7"6"-1424"0,-4-2-368 0,0 1 0 0,0 0 5456 0,-1-1 1024 16,0 1 208-16,-1 1 32 0,0 2-4096 0,-2 2-816 15,0 2-160-15,-2 1-48 0,-2 2-272 0,-2 3-64 16,-2 2-16-16,0 4 0 0,-1 4-592 0,-3 5-112 15,1 1-32-15,0 4 0 0,1 1-272 0,3 0-64 16,1 0-16-16,3 1 0 0,2-1 96 0,3 0 32 16,5-3 0-16,1 0 0 15,3-3-640-15,4-3-128 0,1-3-32 0,3-2 0 16,3-3 0-16,2-2 0 0,2-4 0 0,4-1 0 16,2-4-288-16,2-3-64 0,3-3-16 0,1-3 0 15,1-2-32-15,0-1-16 0,0-3 0 0,-1-1 0 16,1-2 304-16,-4-1 64 0,0 0 16 0,-3 0 0 0,-3-3 416 0,-2 5 128 15,-5 2 0-15,0 2 0 0,-5 2 288 0,0 1 160 0,-6 8 48 0,0 0 0 16,0 0 656-16,0 0 144 0,0 0 32 0,0 0 0 16,0 0-288-16,-4 11-48 0,-2 5-16 0,1 0 0 15,-1 7-288-15,-1 1-64 16,1 5-16-16,0-2 0 0,2 2-608 0,-1-1 0 0,1-1 0 0,2 2 0 16,0-3 0-16,1 0 0 0,0 1 0 0,0-3-128 15,1 2 128-15,0-3 0 0,-2-2 0 0,2-1 0 16,0-1 0-16,-1-3 0 0,-2-5 160 15,2 1-160 1,0-5-672-16,-1-1-224 0,2-6-64 0,0 0 0 0,0 0-560 0,0 0-112 0,0 0-32 16,0 0 0-16,0 0-1072 0,0 0-208 0,6-10-64 0,-1-3 0 15,0-3-896-15,0 0-192 0,-1-3-48 0,-1-2 0 16</inkml:trace>
  <inkml:trace contextRef="#ctx0" brushRef="#br0" timeOffset="-155432.21">22528 14918 6447 0,'-5'-9'576'0,"1"-1"-576"15,2 1 0-15,0 2 0 0,2-3 6848 0,0 10 1248 16,4-5 256-16,1 0 48 0,-5 5-4624 0,8-4-944 15,0 0-176-15,1 3-32 0,0 0-1024 0,2 1-192 16,-1-3-32-16,2 2-16 0,1-1-624 0,0 2-128 16,0 0-32-16,0-1 0 0,1 1-352 0,1-3-80 15,-1 2-16-15,-1 0 0 0,1-1-128 0,-1 2 0 16,-1 2 0-16,-1 0 0 0,-2 1-128 0,-9-3-16 16,8 4 0-16,-2 0 0 0,-6-4 144 0,1 8-128 15,-2-1 128-15,-3 3-128 0,-1 0 128 0,-2-1 0 16,-2 2 0-16,-1 0 0 0,-2 1-256 0,-1 0 16 15,-1-2 16-15,1 2 0 16,-2-3-1568-16,0-1-304 0,-1-2-64 0,2 1-11904 0,5-1-2384 0</inkml:trace>
  <inkml:trace contextRef="#ctx0" brushRef="#br0" timeOffset="-154867.9">23230 14541 32255 0,'0'0'2864'0,"0"0"-2288"0,0 0-576 0,0 0 0 16,0 0 4432-16,-4 6 784 0,-3-2 160 0,2 3 16 15,-3 1-3632-15,0 3-736 0,-2 1-128 0,-1 4-48 0,0 2-208 16,-1 2-64-16,0 2 0 0,-1 0 0 16,0 0-320-16,0-1-80 0,4-1-16 0,0-1 0 0,0-1-160 0,1-1 192 15,-1-1-192-15,2-3 192 0,3-4-192 0,1-1 128 16,3-8-128-16,0 0 128 0,0 0-128 0,0 0-272 15,0 0 64-15,0 0 16 0,0 0-128 0,6-4-32 16,2-3 0-16,1-2 0 0,1-2 32 0,2-2 0 16,1 0 0-16,2-3 0 0,0-2 0 0,2-1 16 15,0-1 0-15,-1 0 0 0,-2 0 304 0,-1 3-160 16,0-1 160-16,-2 4-128 0,-4 3 256 0,0 2 64 16,-2 3 16-16,-5 6 0 0,0 0 336 0,0 0 64 15,0 0 16-15,0 0 0 0,0 0-192 0,0 0-48 16,5 6 0-16,1 3 0 0,-4-2-208 0,2 2-48 15,0 0-128-15,1 3 192 0,0-4-192 0,2 2 0 0,-1 2 128 0,2 1-128 16,1-3 0-16,1 2 0 16,-1 0 0-16,0 0 0 0,-3-1 0 0,2 2 0 0,0 0 0 15,1-1 0-15,0-1-128 0,0 0 128 16,-1 0-192-16,0-1 192 0,-3 1-320 0,0-1 32 0,-1-3 16 0,-4-7 0 16,0 0 64-16,0 0 16 15,0 0 0-15,0 0 0 0,0 0 192 0,0 0 0 0,0 0-160 0,0 0 160 16,-8 1 0-16,-1-1 0 0,-1-1 0 0,-1-1 0 15,0 0 0-15,-2-1 0 0,-4 0 0 0,-1 3 0 16,-2-1 0-16,0 1 0 0,-2-1 0 0,-1 1 0 16,-2 0-128-16,2 0-16 0,0 0 0 0,4 1 0 15,1-1-624-15,2 0-128 16,4 0-32-16,3 1 0 0,4 2-1440 0,5-3-304 0,0 0-48 0,9 1-17824 16</inkml:trace>
  <inkml:trace contextRef="#ctx0" brushRef="#br0" timeOffset="-154600.64">23829 14501 24879 0,'0'0'2208'0,"-2"-3"-1760"16,-2-2-448-16,4 5 0 0,0 0 5792 0,0 0 1072 16,0 0 224-16,0 0 32 0,0 0-4608 0,0 0-912 15,-5 2-192-15,5-2-48 0,-6 9-400 0,2-1-96 16,-1 4-16-16,0 1 0 0,0 3-576 0,0 2-112 15,-2 0-32-15,1 4 0 0,-1 4-128 0,2 2 0 16,0 0 0-16,-1 1 0 0,3 0 0 0,-1 0 0 0,0 1 0 0,1-3 48 16,0 2-48-16,2-3 0 0,1-3 0 0,0-2 0 15,0-3 0-15,0-2-208 0,1-3 64 0,1-1 16 32,0-5-608-32,-2-7-112 0,0 0-32 0,0 0 0 15,0 0-1568-15,0 0-320 0,0 0-64 0,0 0-11856 0,0 0-2368 0</inkml:trace>
  <inkml:trace contextRef="#ctx0" brushRef="#br0" timeOffset="-154367.14">23359 14547 29487 0,'-7'-3'2624'0,"7"3"-2112"0,0 0-512 0,0 0 0 16,0 0 4512-16,0 0 800 0,0 0 144 0,0 0 48 15,0 0-3152-15,11-2-624 0,2 1-128 0,5 1-32 0,4-3-576 0,4 2-112 16,3 1-32-16,5-1 0 0,4-1-464 0,1 2-80 15,-2-2-32-15,4-2 0 0,-1 1-192 0,2 1-80 16,-2-2 0-16,5 0 0 0,0 1 0 0,-2 2 0 16,0-3 0-16,-1 1 0 0,-1 1 0 0,-5-1 0 15,-3 2 0-15,-3-3 0 0,-2 1-224 0,0-2-32 16,-4 0-16-16,-1 1 0 16,-4-1-1632-16,-3 1-320 0,-1-1-64 0,-1 1-21184 0</inkml:trace>
  <inkml:trace contextRef="#ctx0" brushRef="#br0" timeOffset="-151706.75">26352 11531 6447 0,'-8'-6'576'0,"8"6"-576"0,-6-3 0 0,0-1 0 16,1-2 10368-16,4 1 1984 0,1 5 384 0,5-5 64 16,0 1-10240-16,2 0-2064 0,3-1-496 0,3 1 0 15,3 0 432-15,2 2 16 0,2-1 0 0,2 2 0 16,3-1-448-16,1 2 0 0,3 0 128 0,-1 0-128 16,0 2 0-16,0 2-256 0,4-4 64 0,-2 2 16 15,1 2-2064-15,-1-1-400 0,-2 1-96 0,0 1-18336 16</inkml:trace>
  <inkml:trace contextRef="#ctx0" brushRef="#br0" timeOffset="-151566.95">26518 11653 14735 0,'-17'4'640'0,"10"-3"160"0,-1 1-640 0,0-2-160 0,2-2 0 0,1 2 0 0,5 0 7824 0,0 0 1536 16,0 0 304-16,0 0 64 0,0 0-7504 0,8-2-1520 15,2-2-288-15,4 3-64 0,5-3-352 0,3 1-160 16,4-3 16-16,6-1 0 15,5-1-1008-15,2-1-208 0,4 3-48 0,4-4-12704 0,3 1-2544 0</inkml:trace>
  <inkml:trace contextRef="#ctx0" brushRef="#br0" timeOffset="-151304.22">27231 11497 23039 0,'0'0'2048'0,"-7"1"-1648"0,-3 2-400 0,1-1 0 16,0 0 6208-16,1 0 1168 15,0 2 240-15,1 0 32 0,2-1-5552 0,5-3-1120 0,0 0-208 0,-5 5-64 16,5-5 112-16,0 0 16 0,0 0 0 0,1 8 0 15,-1-8-672-15,8 9-160 16,3-1 0-16,2-1 0 0,0 0 0 0,5-2-176 0,3 0 48 0,1 1 0 16,-1-1-176-16,1 0-16 0,-1 2-16 0,-3-4 0 15,-2 4 32-15,-3-2 16 0,-4 0 0 0,-4 1 0 16,-5-6 288-16,0 7 0 0,-4 3 0 0,-2-1 0 16,-5 1 448-16,-2 2 0 0,-4 0 0 0,-1-1 0 15,0 0-176-15,-2-1-32 0,-1 1-16 0,3-1 0 0,1-1-224 16,3-1-192-16,1 1 48 0,4-2 0 15,2-3-1792-15,7-4-368 0,0 0-64 0,4 6-12640 16,4-1-2528-16</inkml:trace>
  <inkml:trace contextRef="#ctx0" brushRef="#br0" timeOffset="-150605.45">28143 11467 48207 0,'0'0'2128'0,"0"0"448"0,-5-5-2064 0,1-1-512 16,2 1 0-16,-1 3 0 0,-1-4 944 0,3 2 80 15,-2 0 0-15,1 2 16 0,2 2-128 0,0 0-16 0,0 0-16 0,0 0 0 16,0 0-688-16,0 0-192 16,0 0 0-16,0 0 128 0,0 0-128 0,0 0 0 0,0 0-128 0,0 0 128 15,0 0 0-15,0 0-160 0,0 0 160 0,0 0 0 16,0 0 0-16,0 0 0 0,0 0 0 15,0 0 0-15,0 0 128 0,0 0 16 0,0 0 16 0,0 0 0 16,0 0 96-16,0 0 32 0,0 0 0 0,0 0 0 16,0 0-16-16,0 0 0 0,0 0 0 0,0 0 0 15,0 0-112-15,0 0-32 0,0 0 0 0,0 0 0 16,0 0 0-16,-7 5 0 0,2 0 0 0,-2 2 0 16,0 1 16-16,-3 2 0 0,0 4 0 0,-3 1 0 0,-1 0-96 0,-1 4-48 15,0 2 0-15,-1-2 0 16,-1 2 0-16,1 0 0 0,-2 1 0 0,1-1 0 0,-1-2 0 0,2 0 0 15,2-2 0-15,1-3 0 16,2-2 0-16,4-2 0 0,1-3 0 0,6-7 0 0,0 0 0 0,0 0 0 16,0 0 0-16,0 0 0 0,11-10 0 0,2 0-240 15,3-3 80-15,2-3 16 0,3-2-96 0,1 0-16 16,1 0 0-16,1-5 0 0,0 0-112 0,1-2-16 16,-1 0-16-16,-1 1 0 0,-1 0 144 0,-1 2 16 15,0 2 16-15,-3 4 0 0,-5 2 224 0,-1 1 0 16,-1 3 0-16,-4 4 0 0,-1 0 352 0,-6 6 160 15,0 0 48-15,0 0 0 0,0 0-320 0,0 0-64 16,0 0-16-16,0 0 0 0,3 9 32 0,0 1 0 0,-2-1 0 16,2 0 0-16,0 3-192 0,1-1 0 0,1 2 144 0,0 2-144 15,1 0 0-15,2 1 0 16,0 0 0-16,0 1 0 0,1-3 0 0,0 2 0 16,0-2 0-16,0 0 0 0,-1-1 0 0,0-1 0 0,-1 0 0 0,-1-1-128 15,-2 0 0-15,-1 1 0 16,-2-2 0-16,-2 2 0 0,-3-2 128 0,-1 1 0 0,-2-1-144 15,-5 3 144-15,-2-2 0 0,-3 0 0 0,-4 1 0 0,-1 1 0 16,1-3 0-16,-2 0 0 0,-3-1 176 16,1 1-176-16,-1-3 160 0,-2-1-160 0,-2-1 160 0,2-1-160 15,-2 0 0-15,2-1 0 0,2-2 0 0,4-1 0 32,5 0-800-32,3-1-256 0,3 0-48 0,11 1-16 0,0-7-2016 0,8-1-384 0,6-1-96 15,9-1-10336-15,3-3-2048 0</inkml:trace>
  <inkml:trace contextRef="#ctx0" brushRef="#br0" timeOffset="-150239.86">28518 11522 18431 0,'9'-7'1632'16,"0"-2"-1312"-16,-1 1-320 0,-1 2 0 0,3-4 5632 0,-3 4 1040 15,-1-1 224-15,0 3 32 0,-6 4-3616 0,0 0-736 16,0 0-144-16,0 0-16 0,0 0-912 0,3 8-176 16,-2 4-48-16,-2 0 0 0,-3 3-608 0,-1 5-128 15,-2 1-32-15,1 1 0 0,-1 0-304 0,1 0-64 16,2 3-16-16,0-1 0 0,1-4-80 0,3 3-48 15,1-6 0-15,2-2 0 0,1-2 0 0,1-1 0 16,2-3 0-16,2-2 0 0,2-5-288 0,3-1 48 16,-1-2 16-16,1-3 0 0,2-1-96 0,0-3 0 15,1-3-16-15,0-3 0 0,2-2 96 0,-1-1 32 0,-4-3 0 0,3 0 0 16,0 0 208-16,-3-3-176 0,2 3 176 0,-2-5-160 16,-1 0 160-16,-1 2 0 15,-1 3 0-15,-4 3 0 0,-1 4 128 0,-1 1 16 16,-2 4 0-16,-2 3 0 0,-1 5 192 0,0 0 48 0,0 0 0 0,0 0 0 15,-3 8-128-15,-1 4 0 0,0 3-16 0,0 2 0 16,1 3-240-16,0 1 128 0,0 0-128 0,2 0 0 16,1-2 128-16,1 1-128 0,-1-1 0 0,4-1 144 15,1 1-352-15,2-2-80 0,2 0-16 0,0-4 0 16,2 0-1152 0,0-3-224-16,1-2-48 0,2-2-14384 0,3 0-2864 0</inkml:trace>
  <inkml:trace contextRef="#ctx0" brushRef="#br0" timeOffset="-150068.72">29176 11524 23039 0,'0'0'2048'0,"0"0"-1648"15,0 0-400-15,0 0 0 0,0 0 6880 0,0 0 1296 16,0 0 256-16,0 0 48 0,0 0-6176 0,10-2-1216 16,1-1-256-16,2 0-64 0,2-1-352 0,1 0-80 15,2 1-16-15,3-1 0 0,4-2-576 0,-2 3-112 16,3-3-16-16,1 5-16 15,-1-3-1600-15,-2 3-320 0,0 1-64 0,-3 1-20144 0</inkml:trace>
  <inkml:trace contextRef="#ctx0" brushRef="#br0" timeOffset="-149921.61">29231 11662 39567 0,'0'0'1744'0,"0"0"368"0,0 0-1680 0,0 0-432 0,5 7 0 0,0-2 0 16,2-4 704-16,0 2 64 0,3 0 16 0,4-2 0 15,2-1-592-15,2-1-192 0,3 1 0 0,2-3 0 32,3 0-2912-32,2 2-688 0,0-4-144 0</inkml:trace>
  <inkml:trace contextRef="#ctx0" brushRef="#br0" timeOffset="-149437.64">29974 11442 46767 0,'0'0'1024'0,"0"0"224"0,2-13 32 0,-2 13 32 0,0 0-1056 0,-2-4-256 0,-3-1 0 0,-1 1 0 0,1 3 1744 0,-3 1 304 16,-2 0 48-16,-2 2 16 0,-1 3-1088 0,-1 3-224 16,-2 4-32-16,-3-2-16 0,-2 7-432 0,-3 3-64 15,2 3-32-15,0 1 0 0,0-1-96 0,1 2-128 16,1 1 176-16,3 2-176 0,3-4 0 0,4 2 0 16,4 0 0-16,2-2 0 0,3-2 0 0,4-2-144 15,2-2-16-15,3-2 0 0,1-3-96 0,1 0-32 16,2-3 0-16,4-2 0 15,-2-4-464-15,4-2-80 0,3 0-32 0,-1-2 0 16,-2-3 160-16,0-1 48 0,2-1 0 0,-1-2 0 0,0 0 336 0,-1-4 64 16,-2-1 0-16,0 1 16 0,0-2 240 0,-2 0 0 15,0 0 0-15,-3 0 0 0,-2 1 176 0,0 1 80 16,-1 4 0-16,-2 1 16 0,-6 6 320 0,0 0 64 16,0 0 16-16,0 0 0 0,0 0 224 0,0 0 64 0,0 0 0 0,-2 11 0 15,4 2-544-15,-1 1-96 16,0 1-32-16,0 0 0 0,1 0-128 0,-1-1-32 0,-1-1 0 0,3-1 0 15,2-2-128-15,-1 1 0 16,1-2 0-16,2-2 128 0,0 0-128 0,1-2 0 16,-8-5 0-16,9 5 0 0,-9-5 0 0,9 3 0 0,-9-3 0 0,11 1 0 15,-11-1 0-15,0 0 0 0,12-2 0 0,-5-2 0 16,0 0 0-16,1-1 0 0,0-2 0 0,-1 1 0 16,-1-6 0-16,0 1 0 0,2-2 0 0,1-1 0 15,0-3 0-15,0-4 0 0,0-1 0 0,2 0-176 16,1-2-656-16,1 1-128 0,0 2-16 15,0 2-16-15,0 0-1584 0,0 4-320 16,-1 2-64-16,-1 4-11536 0,0-1-2304 0</inkml:trace>
  <inkml:trace contextRef="#ctx0" brushRef="#br0" timeOffset="-148654.16">30770 11604 38015 0,'-1'-9'1680'0,"0"5"352"0,-2-3-1632 0,2 1-400 15,1-1 0-15,-1 1 0 0,-1-4 1728 0,0 4 256 16,0 1 48-16,1 2 16 0,-2 0-1216 0,-1 1-224 0,4 2-48 0,0 0-16 31,-3 0-1632-31,3 0-320 0,-4 2-64 0,-2 2 0 16,1 2-1936-16,1-1-384 0,4-5-80 0,-2 6-16 15,0 0-480-15,0 0-112 0,-1-2 0 0,3-4-16 16,-2 5 2448-16,2-5 512 0,0 0 80 0,0 0 32 0,-4 4 3440 0,4-4 688 0,0 0 144 0,0 0 32 16,0 0 64-16,0 0 32 0,0 0 0 0,0 0 0 15,0 0-752-15,0 0-160 16,4-4-16-16,-2 0-16 0,2-1 48 0,0 1 16 0,0 2 0 0,0-5 0 16,-2 1-304-16,1 2-48 0,2-2-16 0,-5 6 0 15,3-5-128-15,-3 5-16 0,0 0-16 0,0 0 0 16,0 0-480-16,0 0-112 0,0 0-16 0,0 0 0 0,0 0-528 0,-4 1-112 15,-3 2-32-15,0 4 0 0,-4 3-288 0,-1 0 0 16,-2 6 0-16,0 1 0 0,-1 0 0 0,0 4 0 16,-1 1 0-16,0 0 80 0,1 0-80 0,3 1 0 15,2-3 0-15,2 0 0 0,1-3 0 0,1-1 0 16,2-3 0-16,1-3 0 0,3-1 0 0,0-9 0 16,0 0 0-16,0 0 0 0,0 0 0 0,9 3 0 15,-9-3 0-15,11-2 0 0,1-1-128 0,1-1 128 16,-2-6-192-16,1 1 192 0,1-2-192 0,0-2 64 15,-1-3 128-15,1-1-208 0,0-3 208 0,0 1 0 16,1-3 0-16,1 0 0 0,-2-1-304 0,1 3-64 16,-2 3-16-16,0 0 0 0,-1-2 192 0,0 2 16 15,-2 2 16-15,0 3 0 0,-1 0 160 0,-2 3 0 0,-2 1 0 16,0 3 0-16,-4 5 432 0,0 0 16 16,0 0 0-16,0 0 0 0,0 0-192 0,0 0-16 0,0 0-16 0,0 0 0 15,5 8-224-15,1 1 0 16,-3-1 0-16,3 1 0 0,-2-1 0 0,2 2 0 15,1 2 0-15,0 1 0 0,3-2 0 0,0 2 0 0,0 1 0 0,2-1 0 16,1 0 0-16,-2 0-128 0,-1 0 128 0,2 0 0 16,-2 0 0-16,3 3-128 15,-4-2 128-15,-1-1 0 0,-3-1-128 0,-2 0 128 0,-2-6 0 0,-1-6 0 16,-2 8 0-16,-2-2 0 0,-1 1 0 0,-3-1 0 16,-3-2 0-16,-2-1 0 0,-2 0 0 0,-1-1 0 15,6 2 0-15,-5-1 0 0,0-2 0 0,-5 0 0 16,-1-1 0-16,0 0 0 0,-1 0 0 0,1 0 0 15,-1-1-896 1,-4 0-160-16,3-1-32 0,2 1-16 0,1 1-720 0,3-2-144 0,2 0-16 0,4 2-16 16,2 4-1456-16,9-4-272 15</inkml:trace>
  <inkml:trace contextRef="#ctx0" brushRef="#br0" timeOffset="-148353.73">31392 11241 53791 0,'0'0'1184'0,"0"0"240"0,0 0 48 0,0 0 48 0,0 0-1216 0,0 0-304 16,0 0 0-16,0 0 0 0,0 0 1008 0,3 8 144 0,-1 4 16 0,1 0 16 16,0-1-736-16,-2 2-160 15,-2 3-32-15,1 1 0 0,0 1-176 0,-2 3-80 16,0 2 0-16,-1 4 0 0,1-4 0 0,0-1 0 0,-2 6 0 0,0-1 0 15,2 0 0-15,-2 2 0 0,1-2 0 0,1 2 0 16,-1-3 0-16,0 0 0 16,1-1 0-16,1-3 0 0,-2-1 0 0,2-3 0 15,1-3 0-15,1-2 0 16,-2-2-480-16,1-2-96 0,0-3 0 0,0-6-16 16,0 0-880-16,0 0-192 0,0 0-16 0,0 0-16 15,4-7-1760-15,-3-1-336 0,-1-1-80 0</inkml:trace>
  <inkml:trace contextRef="#ctx0" brushRef="#br0" timeOffset="-148136.93">31131 11184 11055 0,'-11'-3'480'0,"11"3"112"0,-7-1-464 0,2 1-128 16,5 0 0-16,0 0 0 0,0 0 9424 0,0 0 1872 16,0 0 368-16,13 4 80 0,3 2-8800 0,2 1-1744 15,-1-1-368-15,5-2-64 0,4-1-320 0,4 1-80 16,1-2-16-16,6 1 0 0,2-2-352 0,5 1 144 15,-6-1-144-15,3-1 0 0,0 0 128 0,1 0-128 16,-2 0 0-16,0 0 0 0,-3 0 0 0,-1-1 0 16,-3-1 0-16,7 1 0 15,-5 0-400-15,-3-1-96 0,-2 0-16 0,-1-1-16224 16,-3-1-3248-16</inkml:trace>
  <inkml:trace contextRef="#ctx0" brushRef="#br0" timeOffset="-146130.7">28052 9593 41695 0,'0'0'1856'0,"0"0"368"0,-3-5-1776 0,3 5-448 16,-1-5 0-16,1 5 0 0,0 0 880 0,0 0 80 15,0 0 32-15,0 0 0 0,0 0 160 0,0 0 48 0,0 0 0 0,0 13 0 16,-2 1-528-16,0 6-96 0,1 5-32 0,-2 2 0 15,-2-1-160-15,1 1-16 0,-1 2-16 0,1 1 0 16,-1 1-176-16,1-1-48 16,0-1 0-16,1-2 0 0,1-2-128 0,-1-4 0 0,1-3 0 0,0-2 0 31,1-3-1408-31,0-3-176 0,-1-3-16 0,2-7-16 16,0 0-1520-16,0 0-320 0,0 0-48 0</inkml:trace>
  <inkml:trace contextRef="#ctx0" brushRef="#br0" timeOffset="-145964.55">28106 9475 11967 0,'-8'-15'528'0,"5"10"112"0,-1 0-512 0,0 0-128 0,2-2 0 0,-1 2 0 0,-1 0 6784 15,2 1 1312-15,2 4 272 0,0 0 48 0,0 0-6080 0,0 0-1216 16,0 0-240-16,0 0-48 16,0 0-1680-16,0 0-336 0,6 9-64 0,-1 1-16 15,3 2-1392-15,0 2-288 0,1 3-48 0,0 2-7264 16,3 2-1456-16</inkml:trace>
  <inkml:trace contextRef="#ctx0" brushRef="#br0" timeOffset="-144796.79">28408 9733 8287 0,'10'-1'736'0,"1"-3"-592"15,-1-3-144-15,1-1 0 0,-2 0 3936 0,-1-1 752 0,-2-1 160 16,-2-1 16-16,0 1-1472 0,-3 1-320 16,-1 0-48-16,-1 1-16 0,-2 3-624 0,-3 3-128 0,-3 0-16 0,-3 4-16 15,-2 5-672-15,-5 1-128 0,-4 6-16 0,-2 3-16 16,-2 3-560-16,-1 2-128 0,-2 0 0 0,3 1-16 15,2 1-240-15,3-2-32 16,3-1-16-16,3-2 0 0,4 1-272 0,3-4-128 16,3-2 0-16,3-1 128 0,2-3-128 0,5 0-192 15,1-4 32-15,3-1 16 16,-8-5-240-16,13 2-64 0,2-4 0 0,4-2 0 16,0-3-64-16,3-3-32 0,0 0 0 0,1-4 0 15,-1 1-32-15,0-3-16 0,1-1 0 0,-2 0 0 0,0-1 128 16,-1-3 16-16,-2-4 16 0,-1 0 0 0,-2-2 128 0,0-2 32 0,-1-1 0 0,-2 2 0 15,-2-1 272-15,1 3 0 0,-2 3 0 0,-3 3 0 16,-2 2 0-16,-1 3 128 0,0 5 0 0,-3 3 16 0,-3 1 624 16,3 6 128-16,-5 0 32 0,-2 4 0 0,-1 2-48 0,1 5-16 15,-3 2 0-15,3 5 0 0,-3 3-432 0,3 4-96 16,-1 2-16-16,1 0 0 0,3 1-160 0,0-2-32 16,2 0-128-16,1-3 192 0,1-2-192 0,2-1 0 15,1-1 0-15,2-2 0 0,3-1 0 0,1-3 0 16,0-3 0-16,2 0 0 0,-1-3-208 0,2 0 16 15,1-2 0-15,-2-1 0 0,1-7-64 0,0 1 0 16,0-2 0-16,-2 0 0 0,1-2 96 0,-2 0 16 16,0 0 0-16,0-2 0 0,-1-2 144 0,1-2 0 15,0 0 0-15,0-1-128 0,0-4 128 0,0 0 0 16,-2-1 0-16,-1 0-128 0,-2-3 128 0,0 3 0 16,0-2 0-16,-1 6-128 0,-2 2 128 0,0 3 0 0,-2 1 0 0,1 8 0 15,0 0 144-15,0 0 64 16,0 0 16-16,0 0 0 0,-6 6 32 0,-1 2 0 15,0 5 0-15,2 3 0 0,0-2-256 0,0 5 0 0,0 0 128 0,1 2-128 16,1 0 0-16,2 1 0 16,1 0 0-16,1 0 0 0,3-1 0 0,1 0 0 15,2-4 0-15,1 0 0 0,1-1 0 0,1-3-128 0,3-3 128 16,3-2-208 0,1-2-176-16,1 0-48 0,2-6 0 0,-1 0 0 0,2-4 48 0,1 1 16 0,2-3 0 0,-2-1 0 15,-1-5 128-15,-2 1 32 0,1-2 0 0,-2-1 0 16,-1-1-32-16,0-2 0 0,0 0 0 0,-3 0 0 15,-1-3 64-15,0 4 16 0,-1-4 0 0,-3 3 0 16,-2 0 160-16,-2 4 0 0,-3 0 0 0,0 4 0 16,-2 1 272-16,0 8-16 0,-7-4 0 0,-1 4 0 0,-1 3 400 15,-1 2 80-15,-3 3 16 0,0 3 0 0,-2 4-240 16,1 0-64-16,-3 0 0 0,3 0 0 0,1 1-208 0,1 0-48 16,2-1-16-16,2 1 0 0,1-4-176 0,2 1 0 15,1-1 0-15,3-2 0 0,2-2 0 0,2 0 0 16,1-2-192-16,1-1 192 15,-5-5-448-15,9 2 16 0,1-4 16 0,1 1 0 16,-1 1-96-16,2-4 0 0,1 2-16 0,3-5 0 16,-6-1 48-16,1 0 16 0,-1 1 0 0,0-4 0 0,1 1 160 0,-2-2 48 15,-1 2 0-15,-2-4 0 0,0 4 256 0,-1 1-128 16,0 0 128-16,-1 0 0 0,-2 1 0 0,1 1 0 16,-3 7 0-16,0 0 0 0,0 0 128 0,0 0 0 0,0 0-128 0,0 0 192 15,0 0 272-15,-3 8 48 16,1 0 16-16,1 1 0 0,-1 2-176 0,4-4-32 0,-1 2-16 15,3-1 0-15,0 0-304 0,1-1 0 0,3-1 128 0,1-1-128 16,1-1 0-16,2-2 0 0,0-5 0 16,2 2 0-16,0-1 0 0,2 0 0 15,-3-3 0-15,3-1 0 0,-1 0 0 0,2-2 0 0,0-2 0 0,2 0 0 16,-1 0 0-16,-1-2 0 0,2-2 0 0,-2-2 0 16,0-1 0-16,0-2 0 0,-1-3 0 0,-1-3 0 15,1-1 128-15,0-2-128 0,-1 0 0 0,0-2 0 16,-2 0 0-16,0-3 0 0,1 2 0 0,-3 4 0 15,-5 2 144-15,-1 4-144 0,-3 4 0 0,-2 1 144 16,-2 3 336-16,0 5 64 0,-2 3 16 0,4 5 0 16,-8-1 144-16,0 1 16 0,-1 5 16 0,-1 4 0 15,-2 3-432-15,0 5-96 0,-1 6-16 0,-1 2 0 0,1 5-192 0,-2 1 128 16,0 1-128-16,2 0 0 0,1 2 320 0,3-1-48 16,2-2 0-16,2-2 0 0,2-4-272 0,2-2 0 15,2-2 0-15,3-2 0 16,2 1-464-16,1-3-48 0,3-3-16 0,1-2 0 15,4-3-864-15,2-1-160 0,3-3-48 0,1-1 0 16,3-1-928-16,2-5-192 0,0 0-32 0,0-2-16512 16</inkml:trace>
  <inkml:trace contextRef="#ctx0" brushRef="#br0" timeOffset="-143677.14">30242 9509 27647 0,'0'0'2448'0,"0"0"-1952"16,-5 1-496-16,-1-1 0 0,-4-1 3840 0,3 2 656 0,-1 0 144 0,-3 2 32 15,0 1-2256-15,-4 2-448 0,0 5-96 0,-4-2-16 16,0 4-672-16,-2 2-144 16,-4 2-16-16,3 3-16 0,0 1-272 0,1 0-48 0,-1-2-16 0,4 1 0 15,3-2-672-15,4 2-384 0,-1-3 64 0,5 0 0 16,3-6 160-16,4 2 160 0,2 0-208 0,2-2 80 31,1-3-368-31,4-2-64 0,1-2-16 0,2 0 0 16,1-1-96-16,2-2-32 0,0-2 0 0,2 1 0 15,0-6 0-15,-1 1-16 0,-1-1 0 0,1 0 0 0,-2-1 224 16,-1-3 48-16,-1 0 16 0,0-2 0 0,1 1 432 0,-1-5 0 0,-3 3 0 16,-1-2 176-16,-1-3-176 0,1 3 0 0,-5-1 0 0,1 2 0 15,0 1 0-15,-2 1-192 0,-2 1 32 0,-1 4 16 0,1 7 544 16,0 0 112-16,-5-7 32 0,-1 4 0 0,6 3 144 16,0 0 16-16,0 0 16 0,-5 0 0 0,-3 2-368 0,3 3-80 15,5-5-16-15,-5 8 0 0,0 2-256 0,1 3 0 16,0 3 0-16,1 1 0 0,2 2 0 0,0 2 0 15,-1 0 0-15,2 1 0 0,2 2 0 0,0 1 0 16,0-1 0-16,0 4 0 0,2 0 0 0,-1 1 0 16,-2 1 0-16,3-1 0 15,-3 3-512-15,-1 0-16 0,-2-1 0 0,-2-1 0 16,0 0-112-16,-4-1-32 0,-2-3 0 0,-2-3 0 0,-2-2 672 0,-3-1 0 16,-3-5 0-16,-1-2 0 0,-1-4 320 0,1-1 112 0,2-1 16 15,-1-6 0-15,2-2 0 0,2 1 0 16,-1-6 0-16,4 3 0 0,0-4-256 0,3-1-64 0,1-2 0 15,1-1 0-15,4-2-128 0,3-2 0 16,3-4 0-16,5-3-176 0,3-1 32 0,4-3 0 16,6-3 0-16,3-1 0 0,6-1-16 0,2-2 0 0,2-1 0 0,2-1 0 15,3 0-16-15,0 0 0 0,-4-1 0 0,1 3 0 16,0 0 16-16,-1 2 0 16,-3 2 0-16,-2 2 0 0,-3 3 160 0,-4 5 0 0,-1 3 0 0,-5 3 0 15,-5 2 0-15,-1 1 176 0,-5 4-16 0,-5 6 0 16,0 0 480-16,0 0 112 0,0 0 16 0,0 0 0 15,-7 0-208-15,1 3-48 0,-3 4 0 0,-2 2 0 16,0 2-304-16,0 2-64 0,2 1-16 0,0 2 0 16,0 0-128-16,1-2 0 0,-3 0 0 0,5 1 0 15,2-3 0-15,0 0 0 0,3-3 0 0,-2 2 0 16,2-5 0-16,2 1 0 0,-1-7 0 0,0 0 0 16,0 0 0-16,0 0-176 0,8 3 176 0,-1 0-128 0,-7-3 128 0,0 0 0 15,9-3 0-15,0-2 0 0,3 0 0 0,-1-5 0 16,1 0 0-16,2-1-128 0,2-1 128 0,0-1 0 15,-2-1 0-15,2-2-128 0,-1 0 128 0,0 1-128 16,-2 0 128-16,-2 4-128 0,0 0 128 0,-3 3 0 16,-4 2 0-16,-4 6 0 0,0 0 0 0,0 0 192 15,0 0-32-15,0 0-16 0,-3 6 560 0,-1 4 96 16,-1 0 32-16,1 3 0 0,0 3-832 0,3-1 0 16,1 0-192-16,0-2 48 0,0-2 144 0,2 0 0 0,2-2 0 0,3 0 0 15,1-1 0-15,1-3 0 16,2-1 0-16,2-1 0 0,0-2-128 0,2-1 128 15,0-3-128-15,2-1 128 0,0 0-144 0,0-1 144 0,0 0-160 0,1-4 160 16,-2-4 144-16,0-3 128 0,-1-1 32 0,1-1 0 16,0-2-496-16,-1 0-112 15,0-1-16-15,-1-1 0 0,0-1 320 0,-1 3-192 16,-2-1 192-16,-2 1-160 0,-3 2 160 0,0 2 0 0,-4 3-144 0,1 5 144 16,0-1 0-16,-3 9 0 0,0 0 128 0,0 0-128 15,0 0 256-15,0 0-16 0,0 0-16 0,0 0 0 16,0 0-224-16,0 0 144 0,-3 9-144 0,0-1 128 15,2 4 0-15,0 1-128 0,-1 0 192 0,2 0-64 16,2 1-128-16,0 5-192 0,0-1 32 0,0 1 16 16,1 1 144-16,1 1 0 0,1 0 0 0,1 1-128 15,0 0 128-15,-1-2 0 0,-1-2 0 0,0-2 0 16,0-2 0-16,-2-1 0 0,-2-1 0 0,0-1 0 16,-2 0 0-16,-2 1 0 0,-1-5 0 0,-2 1 0 0,-1-3 0 0,-1 1 128 15,-3-2-128-15,-1-1 128 0,-1 0-128 0,1 0 0 16,-3-2 0-16,2 0 0 15,0 1-384-15,-2-2-160 0,2-2-32 0,-1 2 0 16,4 2-2368-16,-3 1-464 0</inkml:trace>
  <inkml:trace contextRef="#ctx0" brushRef="#br0" timeOffset="-142962.23">28883 10434 9215 0,'0'-13'816'0,"0"13"-656"0,-3-6-160 0,0-2 0 0,1 0 7296 0,-1 0 1408 0,-1 2 304 0,2-1 48 16,-1 1-5168-16,-1 2-1040 0,-1 1-208 0,0 1-32 0,-2 0-1136 0,1 1-208 15,-2 1-48-15,-4 3-16 0,0 2-576 0,1 3-112 16,-2 1-32-16,-3 4 0 15,-4 1-192-15,1 6-32 0,-2 3-16 0,-1 2 0 0,0 2-112 0,1-2 0 16,0 2-128-16,3 1 192 0,3-1-64 0,2 1-128 16,3-1 176-16,2-2-176 0,2-3 0 0,2-1 0 15,2-2-160-15,4-2 160 0,0-2-176 0,2-2 176 16,3 0-128-16,0-4 128 16,4-1-592-16,1-3-48 0,1-1 0 0,1-3 0 15,2-2 64-15,2-2 16 0,0-2 0 0,2-2 0 16,-2 1 96-16,0-5 16 0,3 1 0 0,0-2 0 0,0-1 160 0,0-1 32 0,-1 1 16 15,0-3 0-15,-3 2 240 0,-1 2 0 16,-3 4 0-16,-3 2-144 0,-2-1 144 0,-8 7 0 16,0 0 160-16,0 0-160 0,0 0 688 0,0 0 32 0,4 8 16 0,-2 4 0 15,-2 0-64-15,0 1-16 0,2 0 0 0,-1 0 0 16,0 0-416-16,2-2-96 0,0 1-16 0,0-1 0 16,1 0-128-16,0-3 0 15,-1 0 0-15,1-2 0 0,1 1 0 0,2-2 0 0,-7-5 0 0,0 0 0 16,5 4 0-16,-5-4 0 0,0 0 0 0,0 0 0 15,0 0 128-15,0 0 0 0,0 0 0 0,6 3 0 16,-6-3-128-16,0 0 0 0,0 0 0 0,0 0 0 16,8-2 128-16,0 0 0 0,-2-5 0 0,2 1 0 15,0-2-128-15,1-1 0 0,-1-2 0 0,1 1 0 16,0-4 0-16,2-3 0 0,0-2 0 0,0 0 0 16,1-1-176-16,-2 1-64 0,0 1-16 0,0 2 0 15,-1 2-1280-15,-1 3-272 0,1 3-48 0,-3 2-16 16,-6 6-2432-16,7-4-496 0</inkml:trace>
  <inkml:trace contextRef="#ctx0" brushRef="#br0" timeOffset="-142745.33">29431 10522 34095 0,'0'0'1504'0,"0"0"320"0,0 0-1456 16,0 0-368-16,0 0 0 0,7-3 0 0,-7 3 4592 0,5-4 848 15,-5 4 160-15,7-1 32 0,0-3-3712 0,3 1-736 16,-1 3-160-16,1-2-16 0,2 0-736 0,1 1-144 16,1 0-128-16,2-2 192 0,1 1-192 0,1 0 0 0,0-2 0 0,2 2 0 31,2-1-896-31,-2 2-48 0,-1-1-16 0,-2 2 0 16,-2 0-1552-16,-4 2-320 0,-2 0-64 0,-2 2-11568 0,-7-4-2320 0</inkml:trace>
  <inkml:trace contextRef="#ctx0" brushRef="#br0" timeOffset="-142591.27">29407 10666 41807 0,'0'0'1856'0,"-4"4"384"0,4-4-1792 0,0 0-448 0,0 0 0 0,0 0 0 15,0 0 1264-15,9 5 160 0,3 1 48 0,1-4 0 16,1-2-608-16,4-1-112 0,3-2-32 0,0 1 0 16,-1-2-512-16,0-1-208 0,4-2 176 0,-1 1-176 15,-2 0-896 1,3 0-256-16,-2-1-64 0,1 1-12864 0,2-3-2560 0</inkml:trace>
  <inkml:trace contextRef="#ctx0" brushRef="#br0" timeOffset="-142375.14">30128 10489 6447 0,'-4'-9'576'0,"4"9"-576"16,0-5 0-16,-2 1 0 0,1-3 6368 0,-2 1 1168 16,2 0 224-16,-1 4 48 0,-4-1-3904 0,1 2-768 15,-3 0-176-15,-2 3-16 0,-3 3-768 0,-4 5-128 16,0 1-48-16,-3 2 0 0,-4 3-976 0,0 1-192 15,-2 1-32-15,3 2-16 0,2-1-416 0,0 2-96 0,4-1-16 0,3 1 0 16,-1-2-256-16,6 1 0 0,3-1-208 0,2-3 80 31,4-3-1312-31,2-1-256 0,4-2-48 0,1-3-16 16,5-2-672-16,5-3-128 0,1-2-16 0,6-2-16 16,2-2-1920-16,3-1-384 0</inkml:trace>
  <inkml:trace contextRef="#ctx0" brushRef="#br0" timeOffset="-141328.14">30284 10554 10127 0,'9'-13'448'0,"-6"9"96"0,2-5-544 0,-2 1 0 0,-1 2 0 0,0-1 0 16,-2 1 5696-16,0 6 1024 0,-4-5 192 0,0-1 64 16,-2 4-2928-16,-1 2-576 0,-4 2-112 0,-2 2-32 15,0 3-1568-15,-1 2-320 0,-2 3-64 0,-1-1-16 16,0 2-624-16,2 2-128 0,2 0-32 0,0 1 0 16,1 0-384-16,1-1-64 0,4 1-128 0,1 0 176 15,2-2-176-15,3 0-192 0,1-1 32 0,1-4 16 16,3-1-336-16,3-1-64 0,1-2-16 0,2-1 0 15,2 0-304-15,1-4-64 0,1 1-16 0,-1-1 0 16,0-4 240-16,-1 0 64 0,-2-1 0 0,2-1 0 0,1-4 448 0,-1 1 192 16,0-4-176-16,2 0 176 0,2-1 0 0,-2 0 0 15,0-2 0-15,1 0 0 0,0-1 128 0,2 0-128 16,0 2 0-16,-1-1 0 0,-3 2 176 16,0 2-176-16,-1 2 160 0,-3 3-160 0,-3 2 528 0,-6 5 16 15,0 0 0-15,0 0 0 0,0 0 512 0,2 8 96 16,-4 1 32-16,0 2 0 0,-2 4-320 0,-1 0-64 15,-3 1-16-15,1 1 0 0,1 0-320 0,2 1-64 16,-1-1-16-16,1 0 0 0,2-1-240 0,1 1-144 16,1-4 160-16,1 0-160 0,1-3 0 0,2-2 0 15,0 1 0-15,-4-9 0 0,6 7 0 0,-6-7 0 16,0 0 0-16,9 4 0 0,-9-4 0 0,8 0 0 16,0-2 0-16,0 0 0 0,-2-2-240 0,1-3 16 0,2-2 0 0,0-1 0 15,1-1 224-15,1-2 0 16,-1-4 0-16,3-1 160 0,2 0-160 0,0-2 0 0,4 1 0 0,-1-2-176 15,-1-1-144-15,1 0-48 0,-1 1 0 0,0 4 0 16,-1 0 224-16,-3 4 144 0,-3 2-192 0,-2 3 192 16,-2 3 0-16,-6 5-128 0,0 0 128 0,0 0 0 15,0 0 128-15,0 0 96 0,0 11 16 0,-1-2 0 16,-2 3 0-16,1 1 0 0,0 2 0 0,1 0 0 16,-1 0-240-16,0 0-256 0,4-1 48 0,-1 0 16 15,1 1 192-15,4-2 0 0,0-3 0 0,2 2 0 0,0-6 0 16,1 2 256-16,1-3-48 0,0-1-16 0,1-1-192 15,1-2 0-15,-2-1 0 0,2-2 0 0,1-2 0 16,-1-2-160-16,0 1 160 0,-3-1-128 0,-3-2 128 0,2 0-128 16,0 0 128-16,0-3-128 0,0-1-32 0,-1-1 0 15,3 0 0-15,-1-2 0 0,-1 0-64 0,2-2-16 16,0-1 0-16,1 1 0 0,-2 2 0 0,-1 0 0 16,-2 3 0-16,1 3 0 0,-3 0 240 0,-2 2 0 15,-2 7 0-15,0 0-144 0,0 0 288 0,0 0 64 16,0 0 16-16,0 0 0 0,0 0-16 0,0 0 0 15,0 0 0-15,0 0 0 0,3 9-208 0,1-2 0 16,-2 2 0-16,2 0 0 0,3 0 0 0,-1 2 0 16,0 0 0-16,-1 1 0 0,0 0 0 0,0-2 0 0,0 3 0 0,1 0 0 15,-2-4-192-15,-1 2 64 0,0-1 128 0,-2 1-208 16,-1-1 64-16,0 1 16 16,2-2 0-16,-4 0 0 0,0 0 128 0,-2-1 0 0,0 0 0 0,0-2-128 15,-1 1 128-15,0-1 0 0,-1-1 0 0,6-5-128 16,0 0-48-16,0 0 0 0,0 0 0 0,0 0 0 31,0 0-688-31,0 0-144 0,0 0-16 0,10 0-16 16,0-4-128-16,2 2-32 0,-1-5 0 0,4 1 0 15,2-2 448-15,0-1 96 0,-2-2 16 0,2 0 0 0,0-1 448 0,3-2 192 0,2-3-176 0,-1-3 176 16,-2-1 0-16,0-1 0 0,0-1 0 0,2-2 0 16,0-1 448-16,-2-2 0 0,-2 4-16 0,-4 5 0 15,-1-2 368-15,-1 3 80 0,-4 1 16 0,1 3 0 16,-3 2 256-16,-1 0 48 0,-1 5 16 0,-2 0 0 0,-1 3-128 15,0 4-32-15,0 0 0 0,0 0 0 0,0 0-528 0,-4 7-96 16,2-1-32-16,-3 5 0 0,-2-1-272 0,-1 2-128 16,-1 3 128-16,0 2-128 0,0 3 0 0,1 1 0 15,0 0 128-15,2 1-128 0,0 1 0 0,4-1 0 16,-2 1 0-16,1-2 0 0,3 1-320 0,0-3 16 16,-1-1 0-16,0 1 0 15,-1-5-880-15,1-1-176 0,0-1-48 0,1-2 0 16,0-2-1216-16,0-8-240 0,2 5-48 0,-2-5-16848 15</inkml:trace>
  <inkml:trace contextRef="#ctx0" brushRef="#br0" timeOffset="-141160.81">31313 10396 19343 0,'0'0'1728'0,"0"0"-1392"15,-4 0-336-15,4 0 0 0,0 0 7376 0,0 0 1408 16,0 0 288-16,0 0 48 0,0 0-7024 0,0 0-1408 0,12 3-288 0,-2 0-48 15,3-2-96-15,1 2-32 16,5-1 0-16,-5 1 0 16,3 1-928-16,1-4-176 0,2 4-32 0,-2 0-16 15,1 1-2976-15,0 1-576 0</inkml:trace>
  <inkml:trace contextRef="#ctx0" brushRef="#br0" timeOffset="-141011.35">31682 10562 26719 0,'-13'8'2368'0,"13"-8"-1888"0,-6 5-480 0,6-5 0 16,-2 7 5360-16,2-7 976 0,-3 6 192 0,3-6 32 0,-2 7-3920 15,-1-1-784-15,3-6-144 0,-3 7-48 0,3-7-912 16,0 0-192-16,0 0-48 0,0 0 0 16,-4 5-768-16,4-5-144 0,0 0-48 0,0 0-24976 15</inkml:trace>
  <inkml:trace contextRef="#ctx0" brushRef="#br0" timeOffset="-128966.62">28379 12278 12959 0,'-24'-13'576'0,"4"9"112"0,-6 4-560 0,-4 1-128 0,-1 4 0 0,-2-3 0 15,-1 0 0-15,0 1 0 0,-2-3 0 16,1 1 0-16,1 3-144 0,2 1 144 0,6-2-192 0,4-1 192 16,4 0 544-16,5-2 224 0,2-4 32 0,11 4 16 15,0 0 832-15,0 0 160 0,0 0 48 0,0 0 0 16,12 1-160-16,2-1-32 0,5 0 0 0,6 1 0 15,3 1-208-15,9-1-48 0,4-1-16 0,10-1 0 16,8-2-208-16,11 2-32 0,10 1-16 0,7-1 0 16,4-5-160-16,10 4-16 0,6 0-16 0,7 2 0 15,8 0-208-15,4 0-32 0,2 0-16 0,5 2 0 16,3 2-256-16,-1 0-48 0,1-1-16 0,-3 3 0 16,-4-4-176-16,-9 1-16 0,-12 1-16 0,-5-3 0 15,-7 4 0-15,-8-1 0 0,-11 0 0 0,-8-1 0 0,-5-5-160 16,-10 1 0-16,-7 0 0 0,-9 1 0 0,-9-4 0 0,-7 1 0 15,-8-2 0-15,-3 0 128 0,-7-3 96 0,-6-2 16 16,-5-1 0-16,-7 2 0 0,-4 0 80 0,-9 0 32 16,-8-2 0-16,-8 2 0 0,-10 3-208 0,-8-1-144 15,-8-1 192-15,-7 1-192 0,-3-1 128 0,-7 1-128 16,-5 3 0-16,-7-2 0 0,-6-2 128 0,-3 3-128 16,-4-2 0-16,-4 2 0 0,-4-2 144 0,0 2-144 15,-3 1 0-15,1 2 144 0,-2-2-144 0,4 1 0 16,0 2 0-16,7 0 0 0,4 1 0 0,7 1 0 15,7 2 0-15,14-1 0 0,8 2 0 0,9 1 0 16,8 0 0-16,10 2 0 0,7 0 0 0,11-1 0 16,7 1 0-16,8-1 0 0,12-6 0 0,0 0 0 0,0 0 0 0,19 9-176 15,8-2 16-15,11-5 0 0,7-2 0 0,18 2 0 16,14 0 160-16,9-4 0 0,8-2 0 0,10 0 0 16,8 1 0-16,10 3 0 0,8-2 0 0,9 4 0 15,9 0 176-15,3 0 16 0,1-2 0 0,9 5 0 16,4 6-64-16,0-1 0 0,-6 1 0 0,-4 0 0 15,-4 4-128-15,-9 0 160 0,-10 0-160 0,-12 0 160 16,-12 2-160-16,-14-6 0 0,-15-3 0 0,-13-2 0 16,-16 1 0-16,-10-2 160 0,-10-5-32 0,-11 2-128 15,-8 2 0-15,-11-4 0 0,0 0 0 0,-10-4 0 16,-8 2 192-16,-11-2-32 0,-12 1 0 0,-14 1 0 16,-12-6-160-16,-11-1 0 0,-12-2 144 0,-10-2-144 15,-11 4 0-15,-9 0 0 0,-9-7 0 0,-6 3 128 16,-5 2-128-16,-6-1 0 0,-4-1 0 0,-2 1 0 15,-1 2 0-15,0-1 0 0,4 2 0 0,3 0 0 0,2 0 0 16,6 2 0-16,8 1 0 0,10 1 128 0,9 1-128 0,7 2 0 16,4 2 0-16,13 0 0 0,10 2 0 0,11 2 0 15,8-1 0-15,11 3 0 0,10-4 0 0,9 2 0 16,9 3 0-16,6-6 0 0,3 2 0 0,10-3 0 16,0 0 0-16,16 2 0 0,9 0-128 0,15-4 128 15,16-2-128-15,20 2 128 0,18-1 0 0,14 2 0 16,12-4 0-16,12 2-128 0,8-1 128 0,5 3 0 15,4 2 0-15,6 2 0 0,9-1 0 0,3 4 0 16,0 0 0-16,-1 3 0 0,-4 2 0 0,-2 0 0 16,-8 2 0-16,-11 3 0 0,-13 0 0 0,-12 1 0 15,-12 0 0-15,-11 1 0 0,-11 1 0 0,-17-2 0 0,-14-2 0 0,-12-6 0 16,-11-3 0-16,-8-2-160 0,-10 0 160 16,-10-4-208-1,0 0-1392-15,-9 5-288 0,-9 2-48 0,-12 3-11632 0,-13-1-2304 0</inkml:trace>
  <inkml:trace contextRef="#ctx0" brushRef="#br0" timeOffset="-84991.11">29417 10901 2751 0,'0'0'128'0,"-9"-3"16"0,0-2-144 0,-2 4 0 0,1 3 0 0,-2 2 0 0</inkml:trace>
  <inkml:trace contextRef="#ctx0" brushRef="#br0" timeOffset="-84335.61">29047 10949 8287 0,'-29'-5'368'0,"11"2"80"0,-4 3-448 0,-2 2 0 0,-1-1 0 0,2-1 0 15,0 0 704-15,2 0 48 0,0-1 16 0,4-1 0 16,3-4-272-16,2 1-48 0,0-1-16 0,4 4 0 16,8 2 896-16,0 0 176 0,0 0 32 0,0 0 16 15,0 0 304-15,13-1 48 0,3-1 16 0,6 0 0 16,7 2-336-16,6 1-64 0,8 0-16 0,3 2 0 15,4-1-512-15,7 0-96 0,4 0-32 0,8 1 0 16,4 1-384-16,8-4-80 0,5 0-16 0,4 1 0 16,0 2-192-16,2-1-64 0,2-6 0 0,0 6 0 15,0 2-128-15,-5 0 0 0,-7-2 144 0,-7 1-144 16,-6 1 0-16,-6-2 144 0,-4-2-144 0,-9 2 0 16,-7-1 0-16,-7 3 0 0,-8-4 0 0,-7 2 0 15,-8 2 0-15,-13-4 0 0,0 0 0 0,0 0 0 16,-15 4 0-16,-10 1 0 0,-8 1 0 0,-3-2 0 0,-6 0 0 0,-6-2 0 15,-7 1 0-15,-5-1 0 0,-5 0 0 0,-8-1 192 16,-8-1-64-16,-4 1-128 0,-2 2 256 0,-2-3-48 16,1 0-16-16,-2-4 0 0,-4 4-48 0,3-1-16 15,3-1 0-15,5 2 0 0,2-4 96 0,7 2 16 16,5-2 0-16,6 1 0 0,7 1-48 0,9-1-16 16,9 0 0-16,11 1 0 0,6-1-48 0,7 1-128 15,3 0 192-15,11 2-64 0,0 0 192 0,0 0 16 16,17-9 16-16,13 1 0 0,11-1 96 0,7 0 32 15,6 1 0-15,9-1 0 0,2 0-144 0,6 0-16 16,3 2-16-16,7 5 0 0,7-2-112 0,4 1 0 16,-1-4-16-16,3 3 0 0,2 2-176 0,1 4 128 0,-1 0-128 15,-3 2 128-15,-5-1 0 0,-3-1 0 0,-4 1 0 16,-4 1 0-16,-4 0-128 0,-10 1 0 0,-11 0 0 16,-8 0 0-16,-6-1 0 0,-9 0 0 0,-7-1 0 0,-8-1 0 15,-14-2 0-15,0 0 0 0,0 0 0 0,0 0 0 16,-14 2 0-16,-8 0 0 0,-7-2 0 0,-10 0 0 15,-11 0 0-15,-3 2 0 0,-6-1 144 0,-4 0-144 16,-4 2 0-16,-2-2 0 0,-2-1 0 0,-4 1 128 16,-6 3-128-16,1-4 0 0,3 0 0 0,2-2 0 15,-2 0 0-15,4 1 0 0,2 0 0 0,4 1 128 16,0 0-128-16,3 0 0 0,4 0 0 0,2 2 0 16,0 2 0-16,5-1 0 0,2 0 0 0,3 1 0 31,1 3-944-31,2 4-208 0,4-1-32 0,3 1-17584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6:37:20.54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3661 2599 31503 0,'0'0'1392'0,"0"-7"288"0,-3-2-1344 0,3 9-336 0,0 0 0 0,0 0 0 16,0 0 944-16,0 0 112 0,0 0 32 0,0 0 0 15,0 0-432-15,0 0-80 0,0 0 0 0,0 13-16 16,0 3-176-16,0 3-16 0,0 2-16 0,2 2 0 16,0-3-48-16,-1 5-16 0,1 3 0 0,0 0 0 15,2 1 128-15,1 0 32 0,-1 1 0 0,2 3 0 16,0 4-48-16,-1 2 0 0,1 1 0 0,0 3 0 16,-1 4 0-16,2 4 0 0,-2 4 0 0,0 0 0 15,-2 1-64-15,-1 0-16 0,0 1 0 0,-4 2 0 0,-1 1-112 0,-1 1-16 16,0-1-16-16,0-4 0 0,-1 0-176 15,-1-1 160-15,0-3-160 0,1-4 160 0,1-2 16 0,-1-3 0 16,-1-1 0-16,2-6 0 0,3 1 32 0,1-5 16 16,0-3 0-16,1-3 0 0,2-2 32 0,0-4 16 15,-2-3 0-15,2 0 0 0,-1-5-272 0,1-1 0 16,-3-11 0-16,0 0 0 0,5 7-192 0,-5-7 0 16,0 0 0-16,0 0 0 15,0 0-960-15,8-6-192 0,-2-6-48 0,0-2 0 16,-3-6-1072-16,4 1-224 0,2-1-32 0,-2-1-8352 15,-2-4-1664-15</inkml:trace>
  <inkml:trace contextRef="#ctx0" brushRef="#br0" timeOffset="1856.14">3692 2711 12607 0,'-18'7'560'0,"7"-4"112"0,1 0-544 0,0 0-128 16,-1-1 0-16,3 1 0 0,8-3 1728 0,0 0 304 15,0 0 64-15,0 0 16 0,0 0-384 0,0 0-64 16,0 0 0-16,0 0-16 0,0 0 144 0,13 2 16 15,0 0 16-15,0-2 0 0,2-2-416 0,0 1-96 16,1 0-16-16,2 1 0 0,1-3-464 0,0 3-112 0,-1-1-16 0,2 0 0 16,1-2-144-16,1 2-48 0,3-2 0 0,0 2 0 15,1 1-64-15,2 0 0 0,2 0-16 0,0 0 0 16,3 1-48-16,2 0-16 0,3 2 0 0,1-2 0 16,0-1-368-16,0 0 0 0,2 0 0 0,-1 0 128 15,-1 0-128-15,0 0 0 0,2 0 128 0,2 0-128 16,0 2 176-16,1-1-48 0,0 3 0 0,2-3 0 15,-2 0-128-15,-1 1 128 0,0 0-128 0,0 0 128 16,2 0 0-16,-4 1-128 0,0 0 192 0,2-2-64 16,0 1-128-16,1-2 160 0,-1 3-160 0,0 0 160 15,3-2-160-15,-3 0 0 0,0 1 0 0,-1 0 0 16,-2 2 0-16,0-1 0 0,2-1 128 0,1 1-128 16,-1-3 0-16,1 0 0 0,3 0 0 0,2 0 0 15,1 1 0-15,2-1 0 0,0 0 0 0,-3 0 0 16,-2-1 0-16,0 1 0 0,2-4 0 0,1 3 0 0,2-1 0 15,0 4 0-15,0-1 0 0,-2-1 0 0,0-3 0 16,-2 2 128-16,-2-2-128 0,1 3 0 0,-2 0 0 0,-1-1 0 16,-1-1 128-16,1-2-128 0,0 1 0 0,0 2 0 15,-1-1 0-15,1 2 128 0,2-3-128 0,1 0 0 16,0 0 0-16,-2-1 0 0,-2 0 0 0,-1 2 0 16,2-3 0-16,0 1 128 0,-2 0-128 0,-1 1 0 15,1 2 0-15,-2-2 0 0,0 1 0 0,0 0 0 16,-1-3 128-16,0 4-128 0,-3-3 0 0,-1 1 0 15,-2-1 0-15,2 1 0 0,1 0 0 0,-1-1 0 16,-2 1 128-16,-1 1-128 0,1-1 0 0,0-1 0 16,-4 2 0-16,2 0 0 0,2-3 0 0,-2 1 0 0,-3 2 0 0,-1 0 0 15,-1-2 0-15,0 1 128 0,-2 0-128 0,-1 0 0 16,-1 1 0-16,-3 0 0 0,-2 1 128 16,0 0-128-16,-1-1 0 0,0 2 0 0,-2 0 0 0,-2 0 0 15,-11 0 0-15,14 0 128 0,-3 2-128 0,0-2 0 16,-11 0 0-16,10 1 128 0,-10-1-128 0,0 0 0 15,0 0 0-15,0 0 128 0,11 3-128 0,-11-3 0 16,0 0 0-16,0 0 128 0,0 0-128 0,0 0 0 16,0 0 128-16,0 0-128 0,0 0 128 0,0 0-128 15,0 0 160-15,0 0-160 0,0 0 192 0,0 0-192 16,0 0 256-16,0 0-48 0,0 0-16 0,0 0 0 16,0 0-16-16,0 0-16 0,7 10 0 0,-7-10 0 15,4 12-160-15,-4-12 192 0,3 9-192 0,-2 4 192 0,0 3-192 16,-1-1 0-16,-1 1 144 0,1 4-144 0,-1 2 128 0,0 2-128 15,-1 3 128-15,1 0-128 0,0 0 0 16,-1 6 0-16,0 1 0 0,0 1 128 0,1-1-128 0,0 1 0 16,0-1 0-16,-1 0 0 0,0-2 0 15,0 1 0-15,2-3 0 0,0 1 128 0,0 1-128 0,0-2 0 16,2-3 0-16,-2 0 0 0,1 2 0 0,0 0 0 16,2-1 0-16,-1 1 0 0,0-3 0 0,0 0 0 15,1 0 0-15,0-1 0 0,-2-3 0 0,1 0 0 16,1 1 0-16,0-4 128 0,-2-2-128 0,2-1 0 15,-1-3 0-15,0-2 0 0,-1 1 0 0,0-1 0 16,-1-11 0-16,1 10 128 0,-1-10-128 0,0 11 0 16,0-11 128-16,0 0-128 0,2 10 0 0,-2-10 128 15,0 0-128-15,0 0 0 0,0 0 0 0,0 0 144 0,0 0-144 0,0 0 0 16,0 0 160-16,0 0-160 0,0 0 128 0,0 0-128 16,0 0 160-16,0 0-160 0,0 0 192 0,0 0-192 15,0 0 192-15,0 0-64 0,0 0 0 0,0 0-128 16,0 0 160-16,0 0-160 0,0 0 128 0,0 0-128 15,-5 6 0-15,5-6 0 0,-7 6 128 0,7-6-128 16,0 0 0-16,-8 2 0 0,-1 2 0 0,9-4 0 16,-10 1 0-16,-1 1 0 0,1 2 128 0,1-4-128 15,0 1 0-15,-1 0 0 0,1 1 0 0,-1 0 0 16,-2 1 0-16,2 1 0 0,-2-2 0 0,0 1 0 16,-2-2 0-16,0 1 0 0,-1-2 0 0,-2 2 0 15,-2 2 0-15,-1-1 0 0,-1-1 0 0,0 2 0 16,-2-2 0-16,-1-1 0 0,-2-1 0 0,0 4 0 0,0-3 0 15,-1 2 0-15,1-1 0 0,0-2 0 0,1 0 128 0,-2 0-128 16,-3 0 0-16,0 3 128 0,4 1-128 0,-4-2 0 16,-2 0 0-16,-2-1 128 0,-1 0-128 0,-1-1 160 15,-2 0-160-15,0 2 160 0,2 0-160 0,-1 1 128 16,-1 1-128-16,0-4 128 0,1 1-128 0,0-1 0 16,2 0 0-16,-2 3 128 0,0-1-128 15,-3 0 0-15,0-1 0 0,-2 0 0 0,1 2 0 0,-2-2 0 16,1 4 0-16,-1-2 0 0,0 1 0 0,-3 1 0 15,-1-1 0-15,0 1 0 0,3-2 0 0,-4 1 0 16,-4 0 0-16,-1 1 0 0,1-4 0 16,-1 2 0-16,-2-1 0 0,0 2 0 0,1 0 0 0,0 1 0 15,1 1 0-15,-1-1 0 0,-3-3 0 0,0 2 0 16,-2-1 0-16,1 1 0 0,0-2 0 0,2 2 128 0,2 2-128 16,1 0 0-16,-1 1 0 0,1-2 128 0,-2-3-128 15,0 2 0-15,1 0 0 0,-1 0 0 0,0 0 128 0,2 0-128 16,2 0 0-16,3 0 0 0,1 2 0 0,1-2 0 15,-1 1 0-15,-1-1 0 0,0-1 128 0,1-2-128 16,2-1 0-16,1 0 0 0,0-1 0 0,2 2 0 16,2 3 0-16,0 0 0 0,3 1 128 0,-1-1-128 15,0 0 0-15,2-1 0 0,2-1 144 0,-2 1-144 16,1 1 0-16,1-3 128 0,2 3-128 0,-1-1 0 16,1-1 0-16,0 1 0 0,1 1 0 0,1 0 0 15,1 1 0-15,2-1 0 0,2-2 0 0,2 2 0 16,2-1 0-16,1 1 0 0,1-2 0 0,1 1 0 0,2-2 0 15,0 1 0-15,1-1 0 0,0 0 0 16,2 1 0-16,1-1 0 0,-1 0 0 0,3 2 128 0,0-3-128 16,0 0 0-16,3 1 0 0,0 0 0 0,7-1 0 0,-8 4-128 15,8-4 128-15,-6 0-128 0,6 0-80 0,0 0-16 16,0 0 0-16,-7 3 0 16,-1 1-736-16,8-4-160 0,0 0-32 0,0 0 0 15,-5 4-1872-15,5-4-384 0,0 0-80 0</inkml:trace>
  <inkml:trace contextRef="#ctx0" brushRef="#br0" timeOffset="13809.56">8386 3628 20271 0,'0'0'1792'0,"-4"-10"-1424"0,4 10-368 0,0 0 0 0,-3-9 1040 0,3 9 144 16,0 0 32-16,0 0 0 0,7-8-1072 0,2 3-144 15,0 0-144-15,2 0 144 0,3 0-128 0,0-1 128 16,2 1 0-16,0 0 0 0,4 1 0 0,0 0 256 16,0-4-32-16,1-1-16 0,3-1 416 0,-1 1 80 15,1-1 0-15,0 4 16 0,1-2 32 0,4 2 0 16,2-5 0-16,3 5 0 0,0 2-464 0,3 1-96 0,3 3 0 16,3-1-16-16,1 0-176 0,5-1 0 15,-3 2 0-15,1-1 0 0,-2 0 0 0,0-1 0 0,2 1 0 0,0 2 0 16,-1 2 192-16,-1 1-64 0,1 0 0 0,0 1 0 15,1 2 64-15,0 2 16 0,-2-2 0 0,0 1 0 16,0 0-16-16,0 1 0 0,-1-2 0 0,0 2 0 16,-1 1-192-16,2 2 144 0,0 1-144 0,2 1 128 15,1-1-128-15,1 4 0 0,-3 2 0 16,-1-1 0-16,-5 0 176 0,3 2-48 0,2-5-128 16,-2 4 192-16,-3-1 96 0,2-1 16 0,1 0 0 0,0 1 0 15,0 0-112-15,0 2 0 0,0-2-16 0,-1 0 0 16,-1 2-176-16,1-3 128 0,-2 0-128 0,2 1 128 15,0 2 0-15,1 3-128 0,0 2 192 0,0 1-64 0,0 1 0 16,-1-1 0-16,-3 2 0 0,-1 0 0 16,-1 1 48-16,0 1 0 0,-5 1 0 0,1 1 0 0,-2-2 16 0,1 0 16 15,-1 1 0-15,0 0 0 16,-1-1 0-16,2 1 0 0,0 1 0 0,2 0 0 0,0 4-64 16,1-1-16-16,-1 0 0 0,-1 3 0 0,-1 3-128 15,1-1 0-15,-1 0 0 0,0-1 128 0,-1 2-128 0,2-2 0 16,0 1 0-16,0 0 128 0,-3 2-128 0,0 3 0 15,0 1 0-15,1 1 0 0,1 2 0 0,0-5 0 16,1 0 128-16,1 3-128 0,-2 4 0 0,1-3 0 16,-2-1 0-16,0 0 0 0,-2-3 128 0,1 2-128 15,-1 1 0-15,-1 1 128 0,1-3-128 0,-2 2 0 16,-3-1 0-16,2 3 0 0,1-2 0 0,1 1 0 16,-2-2 128-16,1 3-128 0,1 3 0 0,-2 3 0 15,0 1 0-15,0-1 128 0,1-2-128 0,3 2 0 16,0-3 0-16,-1 2 128 0,0 2-128 0,-3 0 0 15,0 1 0-15,1-2 0 0,0 0 128 0,1-2-128 0,-5 2 0 0,5-2 128 16,-1 1 48-16,0-5 0 0,1 1 0 16,-1 1 0-16,1-2 16 0,0 1 16 0,0-1 0 0,-1-2 0 15,0 0 0-15,2 0 0 0,0-1 0 16,-2-1 0-16,-2-2-16 0,1 0-16 0,0 0 0 0,3 0 0 16,2 2-32-16,0-1 0 0,1 0 0 0,1 2 0 15,3 1 64-15,-1 2 16 0,1 4 0 16,1-5 0-16,-2-2-96 0,2-1-128 0,2 3 176 0,-3-1-176 15,-3 2 192-15,2-3-192 0,2-2 192 0,-2 1-192 16,-1-1 256-16,0 1-48 0,2-3-16 0,2-2 0 0,0-4 0 16,1 2 0-16,0 1 0 0,1 2 0 0,-1-2-64 15,3 1 0-15,-1 1-128 0,-2 0 192 0,0 4-192 16,0-2 128-16,1 0-128 0,3 0 0 0,3 0 128 0,1-4-128 16,2 1 0-16,2-3 144 0,-3 2-144 0,-1-3 128 15,-1-2-128-15,-2 0 128 0,1-1-128 16,2-2 128-16,1 2-128 0,1-3 128 0,1 0-128 0,1-3 128 15,-2-2-128-15,1-3 128 0,-2-1-128 0,-2 0 0 16,-5-2 0-16,1 1 0 0,-1-4 0 16,2-1 0-16,0 1 0 0,0-1 0 0,1 2 0 0,-1 2 0 15,1-1 0-15,-1 0 0 0,-1 0 0 0,-1 1 0 16,-4 0 0-16,1 2 0 0,-3-4 0 0,2 3 0 16,-1-2 0-16,3 3 0 0,1 0 0 0,1 1 0 15,1 1 0-15,0 1 0 0,-1-1 0 0,1-1 0 0,-1 0 0 16,-2 1 0-16,-2-3 0 0,0 1 0 0,-1 0 0 15,1-1 0-15,1-2 0 0,0 2 128 0,-3 2-128 16,3-1 128-16,-1 1-128 0,1 1 0 0,0 1 144 0,-1-1-144 16,-5 1 0-16,-1-2 128 0,-1-3-128 0,-2 2 0 15,-3 3 0-15,-2-1 144 0,-2-1-144 16,0 0 0-16,0-1 128 0,-2 0-128 0,-3 1 0 16,1-3 0-16,0-1 128 0,-3-3-128 0,0 0 0 0,1-1 0 15,-2 2 128-15,-2-2-128 0,-1-2 0 16,-1 0 0-16,-1-1 0 0,-2-3 160 0,-6-8-160 0,7 11 128 15,-5-2-128-15,-2-9 192 0,3 10-192 0,-3-10 192 16,1 9-48-16,-1-9 0 0,-2 9 0 0,2-9 0 16,0 0 112-16,-4 10 32 0,4-10 0 0,-6 7 0 15,1 0-80-15,-1-3-16 0,-1 1 0 0,7-5 0 16,-8 4-64-16,2 0-128 0,-2 1 176 0,8-5-176 0,-9 3 128 0,2-1-128 16,1 1 0-16,6-3 0 0,-9 4 0 0,9-4 0 15,0 0 0-15,-7 2 0 0,7-2 0 0,0 0 0 16,-8 0-160-16,8 0 160 0,0 0-368 0,-7 3 48 15,7-3 16-15,-7 0 0 16,0-1-272-16,7 1-48 0,0 0-16 0,-9-2 0 16,-1 0-1856-16,2 0-368 0,8 2-80 0,-9-2-15488 15</inkml:trace>
  <inkml:trace contextRef="#ctx0" brushRef="#br0" timeOffset="14320.53">17053 10793 30399 0,'0'0'1344'0,"-8"2"288"0,8-2-1312 0,-9 0-320 0,9 0 0 0,-8 2 0 16,8-2 3312-16,0 0 592 0,0 0 112 0,0 0 16 16,0 0-2800-16,0 0-560 0,0 0-112 0,1 11-32 15,-1-11-208-15,5 12-32 0,1-1-16 0,0-4 0 0,-6-7-64 0,11 11-16 16,-4-5 0-16,4 3 0 0,-1 1 128 0,2-1 32 16,0 0 0-16,1 0 0 0,0 1-96 0,0 1-32 15,1-1 0-15,0 1 0 0,1-1-224 0,0 2 0 16,4-3 128-16,-2 3-128 0,-2-1 0 15,1 2 0-15,1 1 0 0,1-1 0 0,0-3 0 16,1-2 0-16,-1 0 0 0,-2-2 0 0,-2 1 0 16,2-2 0-16,-2-5 0 0,2 0 0 0,-2 0 0 15,-1-3 0-15,-3 1 0 0,1-2 0 0,-1-1 0 0,1-2 0 16,-4 1 128-16,1-4-128 0,0-3 128 0,-1-1-128 16,-1-2 176-16,1-1-176 0,-2 0 192 0,1-1-192 15,0-3 192-15,-1-2-192 0,1-2 128 0,0 2-128 16,-1-3 0-16,-1 1 0 0,0-3 0 0,1 2 0 0,-1 0 0 15,0 0 0-15,-2-1 0 0,1 1-272 0,1 0 48 0,0 4 16 32,-2 3-1072-32,1 0-224 0,-2 3-32 0,0 3-16 15,2 3-1824-15,1 2-352 0</inkml:trace>
  <inkml:trace contextRef="#ctx0" brushRef="#br0" timeOffset="15555.84">16286 9678 28559 0,'-6'-3'2544'0,"-4"-3"-2032"0,-1 1-512 0,2 3 0 0,-1 4 1984 0,10-2 288 16,-9 5 64-16,1 1 16 0,1 1-1808 0,0 3-352 15,2 3-192-15,0 3 192 0,-2 2 64 0,2 1 32 16,-2 0 0-16,1 6 0 0,-1 4 0 0,0 2 0 16,-1 1 0-16,-1 5 0 0,0 2 128 0,-1 5 32 15,1 6 0-15,0 3 0 0,0 2 64 0,1 3 32 16,-1 0 0-16,1 2 0 0,0-1-336 0,1 2-64 16,-1 2-16-16,0 3 0 0,0 3-128 0,2-1 0 15,-2-1 0-15,-1-4 0 0,1 1 0 0,1-2 0 16,1 0 128-16,-1 3-128 0,-1 2 160 0,2-2 0 15,-1-2 0-15,1 1 0 0,1 2 160 0,-2-2 16 16,1 2 16-16,-1 3 0 0,-1 3-96 0,2-4-32 0,-1-5 0 16,1-1 0-16,-1 2-224 0,2-3 0 0,1-1 0 0,0 0 0 15,0-2 192-15,2-5-64 0,0-5-128 16,1-3 192-16,0-8-192 0,-1 0 128 0,2-2-128 0,0-2 0 16,2-2 128-16,-2-4-128 0,0-2 0 0,0 0 144 15,0 0-144-15,-2 1 0 0,1 2 144 0,1 0-144 16,0 1 0-16,0-1 0 0,0 1 0 0,1-2 128 15,1-1-128-15,-2-1 0 0,2-3 0 0,1-1 0 16,0 0-480 0,-1-5-16-16,1-2 0 0,-1-1 0 15,1-1-1616-15,-3-12-320 0,0 0-64 0,0 0-9440 0,0 0-1888 0</inkml:trace>
  <inkml:trace contextRef="#ctx0" brushRef="#br0" timeOffset="17762.12">16358 9894 24879 0,'0'0'1088'0,"-3"-9"256"0,-2 2-1088 0,2 0-256 0,2 1 0 0,1 6 0 16,1-8 2000-16,5 1 352 0,0 1 64 0,4-1 16 15,2 1-2144-15,1 0-416 0,3 1-96 0,2 0-16 16,2 0 432-16,1 0 96 0,-1-2 16 0,5 3 0 16,1 2 48-16,2-2 16 0,-1 0 0 0,3-2 0 0,1 3 160 0,1 0 48 15,-1-1 0-15,0 1 0 0,0 1-192 0,2 2-48 16,1 1 0-16,1-2 0 0,3-3-336 0,0 1 144 15,1 3-144-15,3 0 0 0,1-1 128 0,1-3-128 16,-1 3 0-16,-1 1 0 0,-5 0 160 0,1 0-32 16,0-2 0-16,0 0 0 0,1 4 128 0,0-2 0 15,2 2 16-15,0-1 0 0,2 0 48 0,2 2 0 16,0 0 0-16,2-2 0 0,-1-2-144 0,-2-1-32 16,-1 1 0-16,0-2 0 0,2 1-144 0,0 0 192 15,1 0-192-15,1 1 192 0,1-1-16 0,0 0 0 16,-1-1 0-16,1 0 0 0,-2 1-176 0,-2-1 0 15,-2 1-160-15,1-1 160 0,0 0 0 0,1-1 0 0,1-1 0 16,-1 4 0-16,0-3 0 0,5 1 0 0,0-2 0 16,1 1 0-16,-3 0 0 0,-2 1 0 0,1-3 0 0,0 1 0 15,0 0 0-15,3 1 0 0,-1-3 0 0,0 2 0 16,2-3 0-16,-3 2 0 0,-2 2 128 0,0-1-128 16,-6-2 0-16,-1 3 0 0,-5 2 0 0,1 0 0 15,0 2 176-15,0 0-176 0,0-1 160 0,0 0-160 16,0 0 208-16,2 1-48 0,2 2-16 0,0-1 0 15,1-2-144-15,1 1 160 0,2 0-160 0,-1 0 160 16,-2-1-160-16,1 1 0 0,2 0 144 0,1 0-144 16,0 0 192-16,1 0-48 0,2 0 0 0,1 1 0 15,-2 2-144-15,1 1 0 0,-2 0 0 0,-1-1 0 16,-2-1 0-16,-2 0 160 0,0 1-160 0,0-2 160 16,0 1-160-16,2 1 128 0,-2-1-128 0,1 0 128 0,1 0-128 0,0 0 0 15,0 1 144-15,-1 0-144 0,-1-1 0 16,-1 1 128-16,-3 2-128 0,0-4 0 0,-2-1 0 0,0 0 0 15,1 2 0-15,-2 1 128 0,-1 1-128 0,1-1 0 16,-4 0 0-16,1 1 0 0,-2 1 128 0,0-1-128 16,-1-2 128-16,0 1-128 0,-4 1 0 0,-3 1 0 15,0-1 0-15,-1 0 0 0,0-2 0 0,-2 1 128 16,-2 0-128-16,-1-1 0 0,-1 0 0 0,0 0 0 16,-2-1 0-16,0 1 128 0,-10-2-128 0,12 2 0 15,0 1 0-15,-2 0 128 0,-10-3-128 0,12 3 0 16,-3-3 0-16,2 2 0 0,-11-2 0 0,11 1 128 0,0 0-128 15,-11-1 0-15,10 0 0 0,-10 0 0 0,0 0 0 16,0 0 0-16,11 3 0 0,-11-3 0 0,0 0 0 0,0 0 0 16,0 0 0-16,0 0 0 0,0 0 0 0,0 0 128 15,0 0-128-15,0 0 0 0,0 0 0 0,0 0 0 16,0 0 0-16,0 0 0 0,0 0 0 0,0 0 0 16,0 0 0-16,0 0 0 0,0 0 0 0,0 0 0 15,0 0 0-15,0 0 0 0,8 0 0 0,-8 0 0 16,0 0 0-16,0 0 0 0,0 0 0 0,0 0 0 15,0 0 0-15,0 0 0 0,0 0 160 0,0 0-160 16,7 9 144-16,1-1-144 0,-8-8 128 0,5 10-128 16,1 1 128-16,-1 1-128 0,-1-2 0 0,2 3 128 15,-1 0-128-15,2 0 0 0,-1 4 0 0,2 0 0 16,-1 4 128-16,1 2-128 0,-1 3 0 0,3 3 128 16,-3 0-128-16,3 3 0 0,-1 2 144 0,0 4-144 15,0 1 128-15,0 0-128 0,-1 2 128 0,0-5-128 0,0 1 0 16,-1-5 0-16,2 3 0 0,-1 1 0 0,0-4 0 15,-1 2 0-15,-2-1 0 0,1 1 128 0,1 1-128 0,-2 1 0 16,-1 2 0-16,0 1 0 0,0-1 0 0,-2 4 144 16,-3-3-144-16,2 4 0 0,-2 1 0 0,0 2 0 15,-3 2 0-15,0 0 0 0,1 2 0 0,2-2 0 16,-2 6 0-16,1-4 0 0,-2 0 0 0,1-6 0 16,1-1 0-16,0-2 0 0,1-1 0 0,1-1 0 15,-2 0 0-15,-1-2 0 0,2-1 0 0,-2 0 0 16,0 0 0-16,2 1 0 0,0 0 0 0,-2-1 0 15,-2-4 0-15,1 0 0 0,0-1 0 0,2 0 0 16,-2-1 0-16,1-1 0 0,0-2 0 0,1 1 0 0,-2-2 0 16,1-3 0-16,3-1 0 0,0-1 0 0,0 1 0 15,-1-4 0-15,0 1 0 0,1-5 0 0,1 2 0 16,-1-1 0-16,-1-2 0 0,1-1 0 0,1 0 0 0,0 0 0 16,-1-1 0-16,0 0 0 0,-1-2-128 0,1-9 128 15,0 0 0-15,0 0 0 0,0 10-160 0,0-10 160 16,0 0 0-16,0 0-176 0,0 0 176 0,0 0-128 15,0 0 128-15,0 0-160 0,0 0 160 0,0 0-160 16,0 0 160-16,1 9 0 0,-1-9-144 0,0 0 144 16,0 0 0-16,0 0 0 0,0 0 0 0,0 0 0 15,0 0 0-15,0 0 0 0,0 0 0 0,0 0 0 16,0 0 128-16,0 0-128 0,0 0 128 0,0 0-128 16,0 0 128-16,0 0-128 0,0 0 128 0,0 0-128 15,0 0 0-15,0 0 0 0,2 8 0 0,-2-8 0 0,0 0 144 0,0 0-144 16,0 0 160-16,0 0-160 0,0 0 160 0,0 0-160 15,0 0 160-15,0 0-160 0,-7 7 176 16,7-7-176-16,-8 4 192 0,0 1-192 0,-1-2 144 16,0-1-144-16,0 1 0 0,-1-2 144 0,-2-1-144 0,0 3 0 15,-1-3 0-15,-1 1 0 0,-1 0 0 0,-1 1 128 16,-1-2-128-16,-2 1 0 0,1 3 0 0,-1-4 128 16,-1 0-128-16,-1 1 0 0,-1-1 0 0,-2 3 0 15,1-3 0-15,-4 0 0 0,-3 0 0 16,-2 0 0-16,2 0 0 0,-1 0 0 0,1 0 0 0,-1 2 0 0,-2-4 0 15,2 2 0-15,-2 0 0 0,1 0 0 16,-2-2 128-16,0 2-128 0,0-1 0 0,0 1 128 0,0-1-128 16,-4 1 128-16,-3-3 112 0,-1 2 16 0,0-2 0 15,1 2 0-15,0 0 48 0,2-1 16 16,0 1 0-16,-2 1 0 0,4 0 0 0,0 0 0 0,3-1 0 16,0 1 0-16,-1 0-64 0,-1 0 0 0,-2 1 0 15,0-1 0-15,0 1-128 0,2 1-128 0,1-1 144 16,1 0-144-16,-2 2 128 0,3 1-128 0,0-3 0 0,0 4 0 15,1-3 0-15,-1 3 0 0,5-3 0 0,0 4 0 16,1-1 0-16,-1 1 0 16,-2 0 0-16,0-1 0 0,0-1 0 0,0 1 128 0,3 0-128 0,0-1 0 15,-1 0 0-15,2-1 0 0,0-1 0 16,1 1 0-16,-1-1 0 0,2 2 0 0,0-1 0 0,1 1 0 16,-1-3 0-16,2 4 0 0,0-2 0 0,1 0 0 15,0-1 0-15,2 1 0 0,-1-2 0 0,-1 0 0 0,-2-1 0 16,0 2 0-16,1-1 0 0,1 0 0 15,2-1 0-15,-1 0 0 0,1 2 0 0,-1-1 0 0,1-1 0 0,-1 0 0 16,3 0 0-16,0 0 0 0,-1 0 0 0,1 0 0 16,1 0 0-16,1 0 0 0,-1 0 0 0,2 0 0 15,-1-1 0-15,2 1 0 0,2 0 128 0,-1 0-128 16,1-2 0-16,2 2 0 0,0-1 0 0,9 1 128 16,-10-1-128-16,2 1 0 0,8 0 0 0,0 0 0 15,-9-2 0-15,9 2 0 0,-7-1 0 0,7 1 0 16,0 0 0-16,0 0 0 0,0 0 0 0,0 0-128 15,0 0 128-15,0 0 0 0,0 0-224 0,0 0 64 16,0 0 16-16,0 0 0 0,0 0-112 0,0 0-32 16,0 0 0-16,12 0 0 0,-12 0 32 0,17 0 0 15,-1 0 0-15,-1 1 0 0,0 1 64 0,0-1 32 0,1 3 0 16,0 0 0-16,-1-3 160 0,1 2-208 0,0-1 80 16,-1 2 128-16,0-1-384 0,-1-2 32 0,-1-1 16 0,-1 1 0 31,-12-1-1296-31,0 0-256 0,13-1-48 0,-13 1-16 15,0 0-2304-15,11-1-464 0</inkml:trace>
  <inkml:trace contextRef="#ctx0" brushRef="#br0" timeOffset="18800.91">19324 12274 38991 0,'0'0'1728'0,"0"0"352"0,-9-4-1664 0,9 4-416 0,0 0 0 0,0 0 0 0,0 0 0 0,0 0-176 16,0 0 16-16,0 0 0 0,7 12-80 0,3 1-16 0,-1-2 0 0,2 2 0 15,1 2 496-15,1 0 80 0,1 2 32 0,2 0 0 16,-2 2-176-16,3-1-48 0,0 0 0 0,3 2 0 15,-1-1 16-15,5 3 0 0,2-1 0 0,1 3 0 16,3-2-144-16,2 0 0 0,0 0 0 0,2 0 0 16,-3-1 0-16,3 0-256 0,0 0 48 0,0 0 0 15,-4 1-48-15,-5-1 0 0,-4 2 0 0,-2 2 0 16,0 1 256-16,-4 3-144 0,-2 1 144 0,-1 2-128 16,-3 1 128-16,-1 1 0 0,-2 1 0 0,0 0 0 15,-1 0 0-15,-3-1 0 0,0-1 0 0,-2-2-128 16,0 0 128-16,-3-2-192 0,1 0 192 0,-1-3-192 0,-1-4 192 15,0 2 0-15,3-7 0 0,-3-2 128 16,-1-3-128-16,0 0 192 0,-2-3-64 0,0-1 0 16,-2-2 144-16,-1 1 48 0,-2-5 0 0,0 2 0 0,-1-1 64 0,-1-2 32 15,-3-1 0-15,0 0 0 0,0 0-96 0,-1 0-32 16,-2-1 0-16,2-1 0 0,0 1-160 0,0 1-128 16,-2-4 144-16,-1 3-144 0,2 0 128 15,-5 2-128-15,-1-1 0 0,1-1 144 16,-1-2-144-16,-2 2 0 0,-2 1 144 0,0-2-144 0,-1 1 176 0,-1-3-48 15,-4 3 0-15,-3-2 0 0,-4 2-128 0,2-2 0 16,-2-1 0-16,0 1 0 0,3 0 0 0,-1-1 0 16,-2-3 0-16,3 0 0 0,1-1 0 0,-1 1 0 15,-1-2 0-15,-2 0 0 0,-6 0 0 0,-1 0 160 16,-1-2-16-16,1 0 0 0,2-2-16 0,3 0-128 16,-3 0 192-16,2 1-64 0,0 0-128 0,0 2 160 0,-4 2-160 15,0 0 160-15,-3-1 32 0,1 1 0 16,3-2 0-16,1 2 0 0,1 0 112 0,2 1 16 0,1 4 16 0,1-4 0 15,2 2-16-15,-2 4 0 0,1-3 0 0,-2 1 0 16,-1-1-32-16,0 0-16 0,-2 0 0 0,3 0 0 16,1 2-112-16,2-1-32 15,1 1 0-15,0-2 0 0,0 1-128 0,1 0 128 0,0 0-128 0,-1 0 128 16,-4 0 16-16,-1 2 0 0,0 0 0 0,1-1 0 16,0 0-144-16,2-1 128 0,-1 1-128 0,0-1 128 15,3 2 32-15,1 1 0 0,2 0 0 16,-2 1 0-16,-1 0 64 0,0 2 16 0,0-1 0 0,-2 1 0 15,0 0-80-15,3 1-16 0,1 0 0 0,2-1 0 16,0 3-144-16,2-2 128 0,1-2-128 0,3 2 128 16,2-1-128-16,-1-1 0 0,3 1 0 0,3-2 0 0,1 0 0 15,1 1 0-15,-1-2 0 0,0 0 0 0,0 0 0 16,1-2 0-16,0 0 0 0,0-1 0 0,-1 1 0 0,-1-2 0 16,1 1 0-16,2 1 0 0,-1-1-176 0,3 2 176 15,1-1-128-15,1 1 128 0,0-3-160 16,0 2 160-16,2-1-192 0,0 2 192 0,1-2-208 0,2 0 64 15,-1 1 16-15,2-1 0 0,0 1-64 0,0 0 0 16,9 2 0-16,-12-4 0 16,0 3-1600-16,2-5-320 0,-2 0-64 0</inkml:trace>
  <inkml:trace contextRef="#ctx0" brushRef="#br0" timeOffset="60326.57">27829 12347 9215 0,'1'-12'816'0,"-1"12"-656"0,0 0-160 0,0 0 0 0,8-5 1344 0,4 2 256 16,4 2 32-16,3 0 16 0,2-2-416 0,4 0-80 16,1 2 0-16,5 1-16 0,3 0 128 0,4 0 16 15,2-1 16-15,5-3 0 0,3 3-368 0,5 1-80 16,7 1-16-16,5 3 0 0,5-3-96 0,4 0-32 16,4-1 0-16,4 0 0 0,3-1-128 15,6 2-16-15,4 3-16 0,6 0 0 0,1-2-256 0,4 1-48 16,7 5-16-16,0-4 0 0,2 0-224 0,1 3 176 0,2-2-176 15,2 1 160-15,0 1-160 0,-1 1 0 0,0 1 144 16,-1-1-144-16,-1-1 0 0,-2 1 0 0,-5-1 0 16,-3 1 128-16,-2 1-128 0,-6 0 0 0,-10-1 128 0,-8 1-128 15,-9-3 0-15,-9 2 0 0,-8 0 0 0,-9 0 128 16,-8-4-128-16,-10 0 0 0,-8 1 0 0,-7-4 0 16,-13-1-224-16,0 0 32 0,0 0 16 0,-14-4 0 15,-10-2-64-15,-7-1-16 0,-8-1 0 16,-12 1 0-16,-10-1 256 0,-10-1-192 0,-8-3 192 0,-7-1-192 15,-7 0 16-15,-5-2 16 0,-3 2 0 0,-8 0 0 16,-5-1 160-16,-5 2-208 0,-2 2 80 0,-7-3 128 16,-5-5 0-16,-4 3 0 0,-5 5 0 0,-3-1 0 15,-5 2-128-15,0-2 128 0,-1 0 0 0,1 3 0 16,0-1 0-16,6 5 0 0,4-2 0 0,6 2 0 16,5 0 0-16,8 3 0 0,7-1 0 0,10 1 0 0,5-2 0 15,13 2 0-15,11 0 0 0,11 1 0 0,10 1 0 0,12 0 0 16,12-1 0-16,9 2 0 0,7 0 0 15,14-2 0-15,0 0 0 0,0 0 0 0,19 6 0 0,10-1 0 16,9-1 0-16,13-2 128 0,10 1 64 0,12 1 16 16,12-4 0-16,9 1 0 0,7-1 16 0,11 0 0 15,10-1 0-15,4 2 0 0,3 0-32 0,8 3 0 16,4 3 0-16,0-2 0 0,1-1-48 0,0 5-16 16,0 3 0-16,-1 0 0 0,-3-1-128 0,0 0 0 15,-1 0 0-15,-5 1 0 0,-6 0 128 0,-3 2-128 0,-3-1 0 16,-8 0 128-16,-8-1-128 0,-6 0 0 15,-7-3 0-15,-6 1 0 0,-6-2 0 0,-8 1 128 16,-9-1-128-16,-7-3 0 0,-7-3 0 0,-7 3 0 16,-9-1 128-16,-6 0-128 0,-6-2 0 0,-6-2 160 0,-14 0-160 15,0 0 160-15,0 0-160 0,0 0 0 0,0 0 0 0,0 0 0 16,-9-4 0-16,-2 2 0 0,-3 2 0 0,-4 0 0 16,-3-4 0-16,-2 1 0 0,-2 2 0 0,3 0 0 15,1-1 0-15,2-2 0 0,-1 2 0 0,2-1 0 16,-2 2 0-16,1 0 0 0,-1-1 0 0,2 0 0 15,2-2-144-15,2 1 144 0,-1 2 0 0,2 1 0 16,0-4 0-16,3 3 0 0,1-1 0 0,9 2 0 16,-11 0 0-16,11 0 0 0,-9-2 0 0,9 2 0 15,0 0 0-15,0 0 0 0,-9 0 0 0,9 0 0 16,0 0 0-16,0 0 0 0,0 0 0 0,0 0 0 16,0 0 128-16,0 0-128 0,0 0 0 0,0 0 144 0,0 0-144 0,0 0 160 15,0 0-160-15,0 0 160 0,0 0-160 0,0 0 0 16,0 0 0-16,0 0 0 0,0 0 0 0,0 0 0 15,0 0 0-15,0 0 0 0,0 0 0 0,0 0 0 16,0 0 128-16,0 0-128 0,-1-8 0 0,1 8 0 16,1-7 0-16,-1 7 128 0,0 0-128 0,0 0 0 15,0 0 0-15,0 0 0 0,0-10 0 16,0 10 0-16,0 0 0 0,0 0 0 0,0-9 0 0,0 9 0 16,0 0-224-16,0 0 80 0,0 0-112 0,0 0 0 15,-2-9-16-15,2 9 0 0,0 0 112 0,0 0 32 16,0 0 0-16,0 0 0 0,0 0 128 0,0 0 0 15,0 0-144-15,0 0 144 0,0 0 0 0,0 0 0 0,0 0 0 0,0 0 0 16,0 0-144-16,0 0 144 0,9 2 0 0,-9-2 0 16,10 3 0-16,-10-3 0 0,11 4 0 0,-11-4 0 15,10 5-272-15,-1 2 48 0,-1 0 16 0,-2 6-9152 16,1 2-1840-16</inkml:trace>
  <inkml:trace contextRef="#ctx0" brushRef="#br0" timeOffset="62615.01">26795 9475 21183 0,'20'-21'1888'0,"-8"12"-1504"0,-1 4-384 0,1 2 0 0,-12 3 464 0,12 3 32 16,0 3 0-16,-2 6 0 0,0 3-96 16,1 6-16-16,-1 3 0 0,1 3 0 0,2 2-128 0,1 6-48 15,-1 1 0-15,1 5 0 0,1 3 368 0,0 6 80 16,2 2 16-16,2 4 0 0,0 1-16 0,1 9 0 16,-1 5 0-16,1 6 0 0,1 3 64 0,-2 2 16 15,0 6 0-15,-1 6 0 0,-1 7-160 0,1 4-16 16,-1 1-16-16,1 7 0 0,0-2-272 0,3 3-48 15,0-1-16-15,1 2 0 0,3 2-80 0,1-4 0 16,-1-6-128-16,4-2 192 0,1-4-192 0,0-3 144 16,-2-8-144-16,1-4 128 0,-3-6-128 0,-3-7 0 15,0-3 0-15,-4-5 0 0,-3-5 0 0,-4-6 128 16,-3-9-128-16,0-2 0 0,0-6 0 0,0-5 0 16,-1-3 128-16,0-3-128 0,0-5 0 0,-1-3 0 15,0-1 0-15,1-4 0 16,0-2-2208-16,2 0-320 0</inkml:trace>
  <inkml:trace contextRef="#ctx0" brushRef="#br0" timeOffset="63731.88">26288 9250 21183 0,'34'-13'1888'0,"5"0"-1504"15,3 2-384-15,5-4 0 0,4 1 272 0,5 0-16 16,4-2 0-16,10 4 0 0,11 4-256 0,6-3 0 16,7-5 0-16,5 0 0 0,6 1 0 0,5 0 0 15,8 2 128-15,6-1-128 0,3-3 0 0,9 3 0 0,7-3 0 0,6 4 0 16,3-3 400-16,4 3 32 0,-3-1 0 0,9 1 0 15,6 4 0-15,0 1 0 0,-2-1 0 0,-2 5 0 16,1-1-240-16,-2 2-64 0,-4 2 0 0,-8-1 0 16,-9 1-128-16,-4 1 160 0,-4 0-160 0,-8 3 160 15,-7-1-160-15,-10 1 0 0,-12 1 0 0,-4-3 0 16,-3 2 0-16,-13 1 0 0,-12 1 0 16,-8-3 0-16,-6 2 0 0,-4 0 0 0,-6-1 0 0,-6-1 0 15,-6 1 0-15,-3 1 0 0,0-1 0 0,-3-1 128 16,-2 1-128-16,2 1 0 0,1 1 0 0,-1-1 0 15,1-2 0-15,1 2 0 0,-1 3 0 0,1 3-176 16,-3-2 352-16,1 4 64 0,-4 0 16 0,1 1 0 16,0 0 16-16,1 5 16 0,-2 4 0 0,-1 3 0 15,0 2 32-15,0 4 0 0,2 1 0 0,-1 7 0 0,-2 3 160 16,2 3 32-16,0 3 16 0,-1 3 0 0,-1 1-112 16,0 8-32-16,2 8 0 0,0 3 0 0,2 0-48 0,3 5-16 15,-2 3 0-15,0 9 0 0,-3 6 176 0,2 6 16 16,-1 3 16-16,-2 4 0 0,-5 2-64 0,-4 4-16 15,-2 1 0-15,-3 5 0 0,-3 1-160 0,-1 1-32 16,1-4-16-16,-1-3 0 0,0-5-240 0,2 0 176 16,0-4-176-16,3-8 160 0,5-13-160 0,-1 0 160 15,0-2-160-15,2-4 160 0,4-3-32 0,2-4-128 16,4-4 192-16,1-3-64 0,3 2 0 0,-2-3-128 0,2-2 192 16,1-2-64-16,-1-5-128 0,3 0 192 15,2-5-192-15,-1-2 192 0,-2-6-192 0,2-2 160 0,-2 0-160 0,-2-3 160 16,-4-4-160-16,-1-1 0 0,-3-4 0 15,-4-1 128-15,-6-2-128 0,-1-3 0 0,-2-6 0 0,-6 0 0 16,-2-3 0-16,-2-3-144 0,-6-2 144 0,-1 0 0 16,-1-4 0-16,-5 1 0 0,-1-4 0 0,-3 1 0 15,3-1 0-15,-5-1 0 0,-1-2 0 0,-2 0 0 16,1 2 0-16,1 1 0 0,0-4 0 0,-4 0 0 16,-3-1 0-16,-1 0 0 0,-1 0 0 0,-3 1 0 15,-3-3 0-15,-4 1 0 0,-3-1 0 0,-4-1 0 16,-4 0 0-16,-5 1 0 0,-6-1 0 0,-3 0 0 15,-6 1 0-15,-7 1 0 0,-9-3 0 0,-1 1 0 16,-3 0 0-16,-4 0 0 0,-6 2 0 0,-3-2 0 16,-5-2 0-16,1 3 0 0,-2 2 128 0,-3-2-128 0,-4-1 0 0,1 2 0 15,1 1 0-15,-5 1 0 0,-7 1 0 16,2 1 0-16,0 0 0 0,-2 1 0 0,-2 1 0 0,2 1 0 16,3 1 0-16,1-2 0 0,2-3 160 0,7 0-160 15,10 1 160-15,6-1-160 0,5-1 320 0,5-1-48 16,5-1 0-16,8 3 0 15,8 3 16-15,8-4 0 0,6 0 0 0,8-1 0 0,9 0 32 0,4 1 0 16,6 0 0-16,5 0 0 0,3-1-16 0,5 1 0 16,4 1 0-16,3 2 0 0,4-3-176 0,7 4-128 15,-7-4 192-15,7 4-192 0,0 0 128 0,0 0-128 16,0 0 0-16,0 0 0 0,0 0-144 0,8 11-96 16,0 2-16-16,1-2 0 15,1 1-2944-15,3 6-608 0</inkml:trace>
  <inkml:trace contextRef="#ctx0" brushRef="#br0" timeOffset="112096.92">29583 12463 7359 0,'0'0'656'0,"-9"-11"-528"0,-3 2-128 0,-1 0 0 15,-4-1 1472-15,-3-1 256 0,-5-6 48 0,-3 2 16 16,-5-1-32-16,-5 0 0 0,-3 7 0 0,-2 0 0 15,-3 4-432-15,0 0-96 0,-1 2-16 0,1 2 0 16,-4-4-496-16,21 1-96 0,-6 1-32 0,0-1 0 16,0 0-32-16,1-1-16 0,1 1 0 0,5 0 0 15,3 3-16-15,-10-2 0 0,14-1 0 0,9 3 0 16,12 1-144-16,0 0-16 0,21 0-16 0,13-1 0 0,13-2 160 0,13 2 48 16,9-2 0-16,9-1 0 0,3-3-304 15,7 0-64-15,9 0-16 0,7 2 0 0,6 0 48 16,4 0 16-16,5-2 0 0,5 2 0 15,5 0 80-15,-3 2 32 0,0 1 0 0,-5 0 0 0,-4 5-208 16,-5 0-144-16,-6-2 192 0,-4 2-192 16,-6-1 176-16,-6 2-176 0,-9 1 160 0,-8-3-160 0,-9 0 0 0,-11 1 0 15,-7-3 0-15,-10 1 0 0,-8 0 0 16,-9-1 0-16,-4 0 0 0,-15 0 0 0,0 0 224 0,0 0-48 16,0 0-16-16,-16-5 0 0,-9 1 272 0,-9 0 48 15,-10 2 16-15,-15-3 0 0,-12 1-336 0,-14 1-160 16,-10 0 160-16,-10 2-160 0,-7 0 0 0,-6-2 0 15,-5 1 0-15,-3 0 0 0,-5-2-144 0,-2 2 144 16,0-3 0-16,3-1-144 0,3 1 144 0,6 0 0 0,5-2 0 16,9 1-128-16,10-1 128 0,8-1 0 0,8 1 0 15,9-1 0-15,5 0 0 0,9 2 0 16,10 2 0-16,10 0 128 0,8-3-128 0,9 3 0 16,7 2 0-16,5 0 128 0,9 2-128 0,0 0 0 0,0 0 0 0,52 6-144 15,-8-4-48-15,14 1-16 0,9 1 0 16,12 0 208-16,11-2 0 0,11 1-160 0,8 3 160 15,5 3 0-15,5 3 0 0,5 1 0 0,4 3 0 16,1 1 160-16,0 1-160 0,-2 4 192 0,-1 2-192 16,0 3 128-16,-6-1-128 0,-5-5 0 0,-3 1 0 15,-5 4 128-15,-8-2-128 0,-11-2 0 0,-7-3 0 16,-9-3 144-16,-4 0-144 0,-6-1 0 0,-4 0 144 16,-7-5-144-16,-6-2 0 0,-6-3 144 0,-6 0-144 15,-7 1 0-15,-6-1 128 0,-7-4-128 0,-3 2 0 16,-10-3 128-16,0 0-128 0,0 0 160 0,0 0-160 0,0 0 288 15,0 0-32-15,0 0-16 0,0 0 0 0,0 0 80 0,0 0 0 16,-7-7 16-16,0 3 0 0,-2 0-144 0,1 0-48 16,0-2 0-16,-1 3 0 0,0-1-144 0,0 3 0 15,1 0 0-15,8 1 128 0,-11-4-128 0,1 3 0 16,1 1 144-16,9 0-144 0,-8-2 0 0,8 2 0 16,-9-4 0-16,9 4 0 0,0 0 0 0,0 0 0 15,-9-2 0-15,9 2 0 0,0 0 0 0,0 0 0 16,0 0 0-16,0 0 0 0,0 0 0 0,0 0 0 15,0 0 0-15,0 0 0 0,0 0 0 0,0 0 0 16,0 0 0-16,0 0-128 0,0 0 128 0,0 0 0 16,0 0 0-16,0 0 0 0,-8 6 0 0,8-6 0 15,0 0 0-15,0 0 0 0,0 0 0 0,0 0 0 16,0 0 0-16,0 0 0 0,0 0 0 0,0 0 0 0,0 0 0 0,0 0 0 16,0 0 0-16,0 0 0 0,0 0 0 0,0 0 0 15,-5 8 0-15,5-8 0 0,0 0 0 0,0 0 0 16,-3 11 0-16,3-11 0 15,0 0-128-15,0 0 128 0,0 0-352 0,-1 10 16 0,1-10 0 0,0 0 0 32,0 0-80-32,0 0-16 0,0 0 0 0,0 0 0 0,0 0 160 0,0 0 16 0,0 0 16 0,0 0 0 15,0 0 240-15,0 0 0 0,9 8 0 0,-9-8-144 16,10 0 144-16,-10 0 0 0,0 0 0 0,11 0 0 16,-11 0 0-16,0 0 0 0,10 0 0 0,-10 0 0 15,0 0 0-15,0 0-160 0,11-3 160 0,-11 3 0 16,0 0 0-16,0 0 0 0,10 0 0 0,-10 0 0 15,0 0 0-15,0 0 0 0,0 0 0 0,0 0 0 16,0 0 0-16,0 0 0 0,0 0 0 0,0 0 0 0,0 0 0 0,0 0 0 16,0 0 0-16,0 0 0 15,0 0 0-15,0 0 0 0,0 0 0 0,0 0 0 0,12-2 0 0,-12 2 0 16,0 0 0-16,0 0 0 0,0 0 0 0,0 0 0 16,0 0 0-16,0 0 0 0,0 0 0 0,0 0 0 15,0 0 0-15,11 1 0 0,-11-1 0 0,0 0 0 16,0 0 0-16,0 0 0 0,0 0 0 0,0 0 0 15,0 0 0-15,0 0 0 0,0 0 0 0,0 0 0 16,0 0 0-16,0 0 0 0,0 0 0 0,0 0 0 16,0 0-192-16,0 0 192 15,0 0-544-15,0 0 0 0,0 0 0 0,0 0 0 16,0 0-304-16,0 0-64 0,0 0-16 0,0 0 0 16,0 0-208-16,0 0-32 0,0 0-16 0,0 0-7952 15,0 0-1584-15</inkml:trace>
  <inkml:trace contextRef="#ctx0" brushRef="#br0" timeOffset="126241.98">19819 4543 25791 0,'0'0'2304'16,"0"14"-1856"-16,4 3-448 0,3 4 0 16,-1 1-640-16,2 3-208 0,0 1-48 0,1 0-6208 15,4 0-1216-15</inkml:trace>
  <inkml:trace contextRef="#ctx0" brushRef="#br0" timeOffset="128163.04">17411 4573 45551 0,'0'0'2016'0,"13"-7"416"0,4 1-1936 0,8 0-496 0,6 0 0 0,8 2 0 0,8 4-224 0,9 4-144 15,8-3-16-15,3 2-16 16,0-1-32-16,6 4 0 0,4 3 0 0,9 0 0 0,7 4 80 0,1-5 16 16,1-2 0-16,3 3 0 0,2-1 128 0,6 1 16 15,5-1 16-15,-1 1 0 0,1 2 176 0,5-2 0 16,7-1 0-16,-5-2 0 0,-2-2 0 0,2 4 0 15,0-2 0-15,-4-3 0 0,-7-2 0 0,-6 2 0 0,-3-3 0 16,-3 1 0-16,-1 3 0 0,-8-2 0 0,-10-2 0 16,-10 0 0-16,-8 2 0 0,-9 1 0 15,-7 1 0-15,-8 0 0 0,-8-1 0 0,-6 0 144 16,-10 1-144-16,-10-4 0 0,0 0 128 0,0 0-128 0,-14 8 0 0,-7 0 0 16,-7-2 256-16,-5-2 0 0,-7-1 0 15,-8 1 0-15,-9 1-16 0,-8 0-16 0,-7 2 0 0,-5-2 0 16,-5 1 128-16,-7 2 32 0,-7-1 0 15,-6-1 0-15,-5-1-256 0,-2 3-128 16,-5-1 128-16,-8-1-128 0,-11 2 0 0,-4-1 0 0,-3 2 0 0,-4 0 128 16,-8 4-128-16,0 1 0 0,-3 1 128 0,1-1-128 15,0 3 0-15,1 1 0 0,1-2-192 0,7-1 64 16,8-3 128-16,4 1-128 0,3 0 128 0,11-1-128 16,11-6 128-16,10 1-208 0,11-2 80 0,5 0 128 15,4 1-192-15,10-6 192 0,8-2-160 0,10 0 160 0,13-1-144 16,8 0 144-16,8 1-128 0,7-1 128 0,5-2-128 15,9 5 128-15,0-4-128 0,7-1 128 0,8 1-192 0,8 1 32 16,10-1 16-16,12-2 0 0,10-2 16 0,9 2 0 16,4-1 0-16,13 1 0 0,11-2 128 15,13-3 176-15,12 1-48 0,12 2 0 0,9-1 0 0,9 2 0 16,9 0 0-16,8 0 0 0,11-3-128 0,-1 2-192 16,-2 1 32-16,4 1 16 0,4 1 144 0,3-1 0 15,-1 2 0-15,-7 3-128 0,-11 2 128 0,-3 3 0 16,-1 3 0-16,-7-2 0 0,-10-1 0 0,-6 1 0 15,-8-1 0-15,-12 3 128 0,-11 0-128 0,-8 3 0 16,-8-7-128-16,-8 5 128 0,-8 0 0 0,-13 3 0 0,-12-1 0 16,-12-2 128-16,-8-4-128 0,-7-2 0 0,-7 4 0 15,-15-6 0-15,0 0 0 0,0 0-128 0,0 0 128 0,-11 2 0 16,-6 2 144-16,-10-3 112 0,-11 2 32 0,-13-4 0 16,-13-5-96-16,-7 3-32 0,-8-1 0 0,-9 1 0 15,-13 0-160-15,-10 1 128 0,-10-2-128 0,-8 0 128 16,-6 3 112-16,-10-1 16 0,-8 1 0 15,-6-2 0-15,-8 0-64 0,-3 0 0 0,-1 0 0 0,-3 2 0 16,-4 1-192-16,-1-3 0 0,1 3 0 0,8-1 0 16,10-1 0-16,3-1 0 0,3 0 0 0,11-2 0 15,11-1 0-15,6-1-128 0,2-2 128 0,13 5 0 16,12-2-144-16,12 2 144 0,11-2-208 0,6 0 80 16,6-2 128-16,10 2 0 0,9-4 0 0,10 3-128 15,7 0 128-15,11 1-160 0,6-5 160 0,11 3-160 16,7 2-96-16,12-2 0 0,7-2-16 0,13-2 0 0,10-1-112 15,11 1 0-15,9 0-16 0,15 1 0 0,11-1 400 0,9 0 0 16,7 0 192-16,9 3-64 0,9 0 16 0,5 3 16 16,3 0 0-16,4 5 0 0,4-3-160 15,1 3 0-15,-1 1 0 0,4 2 0 16,3 1 0-16,-6 1 0 0,-7-4 0 0,-1 6 0 0,2-2 0 0,-11 2 0 16,-9-2 0-16,-5 1 0 0,-6 1 0 0,-7 2 128 15,-4-1-128-15,-10-2 0 0,-8 0 160 0,-8-1-160 16,-7 2 192-16,-8 1-192 15,-6 2 0-15,-11-1 0 0,-8-2 0 0,-10 1 0 16,-9-3 0-16,-7 1 0 0,-6-5 0 0,0 0 0 0,-14 5 272 0,-7 1 0 0,-8 0 0 0,-8 1 0 16,-10-6 16-16,-8 1 0 15,-9 2 0-15,-15-1 0 0,-17-2-288 0,-7 1 128 16,-4-1-128-16,-11 2 0 0,-10 3 0 0,-6 1 0 0,-7-4 0 16,-5 3 0-16,-7 0 0 0,1-1 0 0,1-2 0 15,-3 4 0-15,-3 0 0 0,4 1 0 0,3 0 0 0,4 0 0 16,4-3 0-16,11-1 0 0,11 0 0 15,8 1-144-15,8-5 144 0,13-3 0 0,14 2 0 16,11-1 0-16,12-2 144 0,11 1-144 0,5-3 192 0,10 0-192 16,10 0 0-16,5 2 0 0,5 3 0 0,8 1 0 15,0 0 0-15,9-4 0 0,6 1-208 0,10-1 80 16,8 2-48-16,14-2 0 0,15-2 0 0,12 2 0 16,12 2 176-16,11-1 0 0,7-1 0 0,14-1 0 15,18 3 0-15,5-5 144 0,6 2-144 0,11 2 160 0,13 1-160 16,6-1 0-16,7 3 0 0,1 0 0 0,-3 1-192 0,4 2-80 15,0 1-16-15,0 1 0 0,0-2-64 16,-8 3-16-16,-8 2 0 0,-6 1 0 0,-5-2 144 0,-8-1 32 16,-7 2 0-16,-13 2 0 0,-9 3 192 15,-14-1 0-15,-12-1 0 0,-10 0 0 0,-9 1 0 0,-9 1 0 16,-11-2 0-16,-8-1 0 0,-12 0 0 16,-10-3 0-16,-9-2 0 0,-7 0 0 0,-11-5 160 0,0 0-160 15,-1 12 128-15,-5-4-128 0,-6-6 448 0,-8-2 0 16,-6 3 0-16,-6-3 0 0,-7 3-48 0,-7 1 0 15,-7-4 0-15,-10 0 0 0,-9 1-400 0,-15-1 0 16,-16 0 0-16,-8 4 0 0,-4 2 0 0,-11 2 0 16,-12 0 0-16,-4 1 0 0,-3 2 816 0,-8-1 128 0,-8 0 16 0,-2 2 16 31,-3-3-1680-31,3 2-320 0,3-3-80 0,5 1-16 0,2-3 800 0,12 2 176 0,12-3 144 0,8-1-208 16,5 0 208-16,6-1 0 0,7-3 0 0,8 0 0 15,9 0 144-15,4-3-144 0,5 2 0 0,6-2 144 16,3 1-144-16,8-1 0 0,6 0 0 0,9-1 128 15,6-2-128-15,7 1 0 0,7-1 144 0,7 1-144 16,7 3 0-16,11 2 0 0,0 0 0 0,0 0-128 16,7-10-48-16,9 4 0 0,7-2 0 15,11 2 0-15,11 2-128 0,11-2-16 0,12 0-16 0,5-2 0 16,3-1 336-16,12 1 0 0,8 6 0 0,9-4 128 16,7 5-128-16,2-2 0 0,2 3 0 15,6 3 128-15,5-3-128 0,-1 0 0 0,-5 3 0 0,4 1 0 16,5 2 0-16,-3-2-224 0,-9 0 80 0,2 2 16 15,4 4-96-15,-6-4-16 0,-6 1 0 0,-4-3 0 16,-2 1 240-16,-3 0-192 0,-3-1 192 0,-9 0-192 16,-7 0 192-16,-6 1 0 0,-5 1 0 0,-3 1 0 0,-2-4 0 0,-7-1 0 15,-5 1 0-15,-7-1 0 0,-10 1 0 0,-5 0 128 16,-7-2-128-16,-5 2 0 0,-2-3 192 0,-3 0-64 16,-4 0 0-16,0 0-128 0,-3 0 224 0,-10 0-64 15,0 0-16-15,0 0 0 0,0 0 48 0,0 0 16 16,0 0 0-16,0 0 0 0,0 0-448 0,0 0-80 15,0 0-32-15,-9-8 0 16,-1 0-1296-16,-2 3-256 0,-4-2-48 16,-10-2-14944-16</inkml:trace>
  <inkml:trace contextRef="#ctx0" brushRef="#br0" timeOffset="160096.46">20272 5266 18431 0,'5'-35'816'0,"-3"14"160"0,1-1-784 0,-3 0-192 0,-3 0 0 0,-2 1 0 0,-4 0 2160 0,-1 0 384 16,-3 2 80-16,-6 0 0 0,-3 4-1776 0,-5 0-352 15,-7 4-80-15,-9 0-16 0,-9 3-400 0,-10 2 0 16,-9-2 0-16,-5 2 0 0,-3-1 0 0,-11 3-176 16,-11 4 176-16,-8 0-192 0,-11-1 192 0,-5 3-192 15,-4 4 192-15,-4 1-192 0,-4 3 192 0,0 1-160 16,1 8 160-16,6-5-160 0,6 0 32 0,13 2 0 16,15 2 0-16,11-4 0 0,11-3 128 0,14-3-192 15,13-4 192-15,14 1-192 0,12-1 192 0,11 0-208 16,10-4 80-16,13 1 128 0,16-1-384 0,15-1 32 0,12-2 16 15,16-1 0-15,14 0 336 0,19-1-176 0,18-3 176 0,11 0-128 16,8 2 128-16,8-3 176 0,7-4-48 0,9 4 0 16,10 3-128-16,-1 0 0 0,-7-6 0 15,6 6 0-15,3-1 0 0,2 3 0 0,-2 4 0 0,-9 0 0 16,-9-1 0-16,-2 2 0 0,-2 3 0 0,-16-1 0 16,-14 2 0-16,-9 1 0 0,-7 4 0 0,-15-4 0 15,-15-6 0-15,-15-3 0 0,-16 0 0 16,-14 1 0-16,-12 1 176 0,-11 0-48 0,-11 1-128 15,-11-6 192-15,-10-1 128 0,-18 0 32 0,-18 2 0 0,-17-6 0 16,-15-3-352-16,-18-3 0 0,-16 4 0 0,-16 0 0 16,-16 0 128-16,-16-1-128 0,-13 5 160 0,-11-2-160 15,-10 2 240-15,-2 1-48 0,-5 2-16 0,0-1 0 0,-4 2 32 0,-1 1 16 16,1 4 0-16,5 1 0 0,7 5-96 0,20-3-128 16,20 4 176-16,15-3-176 0,13-2 192 15,21 1-64-15,20-2 0 0,18 5-128 16,13 4 256-16,16-1-64 0,11 2-16 0,14-1 0 0,8 0-176 0,11 1 0 15,8-1 0-15,11 2 128 0,11 1-256 0,15-2-64 16,15 2-16-16,24 0 0 0,20 1 208 0,13-2 0 16,8-5 0-16,18 0 0 0,20-2 128 15,7 2-128-15,3-1 144 0,5-2-144 0,3-4 144 0,3 1-144 16,3 2 128-16,-6 1-128 0,-10 1 0 0,-8-1 128 16,-8-1-128-16,-13-1 0 0,-11 2 128 0,-15-1-128 15,-13-2 0-15,-17-1 128 0,-17-1 80 0,-11 1 16 16,-14 2 0-16,-10 0 0 0,-12-1 224 0,-6-1 32 0,-12 0 16 15,0 0 0-15,-13-4 272 0,-14 2 48 0,-16-2 16 16,-23-3 0-16,-20-2-544 0,-18-1-96 0,-17-2-32 0,-24 1 0 16,-23 5-160-16,-17 1-144 15,-16 2 144-15,-13 2-208 0,-9-2 208 0,-2 1-176 16,-3-2 176-16,6 0-160 0,7 1 160 0,10-3 0 0,8-5 0 0,13 3 0 16,14 2 320-16,18-2 0 0,19-2 0 0,20 0 0 15,18 4 160-15,21 1 32 0,14 2 0 0,17 0 0 16,13 0-192-16,13 0-16 0,17 3-16 15,0 0 0-15,11 3-288 0,15 0 128 0,14 4-128 0,14 2 0 16,17-2 0-16,17 3-144 0,19-2-16 0,18 0 0 16,15 0 160-16,15-6 0 0,13-1 0 0,11 3 0 15,7 2 0-15,5 0 0 0,-1-5 0 0,3 2 0 16,0-3 0-16,0 4 0 0,-2 2 0 0,-7 1 0 0,-10-3 0 16,-13-2 0-16,-8-2 0 0,-16 3 0 0,-16 0 0 15,-15 1 128-15,-16-2-128 0,-17 1 128 0,-17-4-128 0,-16 1 0 16,-13 0 0-16,-10 0 0 0,-17 0 0 0,0 0 0 15,-10 1 144-15,-15 0-144 0,-15-3 304 0,-20-1-48 16,-20-1-16-16,-20 3 0 0,-20-1-240 0,-17 1-128 16,-14-3 128-16,-17 4-208 0,-16 4 208 0,-12 0-144 15,-6 5 144-15,-1-2-128 0,-2-5 128 0,6 1 0 16,4-1 0-16,10 1 0 0,8-3 0 0,19 0 0 16,19 0 0-16,20 0 0 0,16 0 0 0,25 0 144 15,22-4-144-15,18 2 0 0,16-4 256 0,13 4-64 16,9 2-16-16,17 0 0 0,17 2-176 0,22 1-272 0,21-2 64 15,24 1 16-15,24-2-80 0,20-2-16 0,15-2 0 16,18-1 0-16,15 0 288 0,10 0 0 0,8 2 0 0,4 0 0 16,2 3 0-16,-6 0-160 0,-8 3 160 0,-6-6-128 15,-6 0 128-15,-8-3-192 0,-5 5 192 0,-17-3-192 16,-15-1 192-16,-10 1 0 0,-8 1-144 0,-17-3 144 16,-18-5 0-16,-16 1 0 15,-15 1 0-15,-15 1 0 0,-14 4 0 0,-8 2 0 0,-10-5 0 16,-15 7 128-16,0-9 224 0,-12 0 32 0,-13 0 16 0,-15 0 0 15,-18-6-400-15,-23 2 0 0,-24 1 0 0,-24 2 0 16,-21 1-256-16,-21 1-16 0,-15-2-16 0,-20 2 0 16,-16 1 160-16,-11 2 128 0,-10 0-192 0,-2 1 192 15,1 1 0-15,4 2 0 0,4-3 0 0,11 3 0 16,10 0 0-16,14-3 0 0,12-2 0 0,17 0 0 0,17-2 0 16,24-1 0-16,24-2-128 0,21 1 128 15,19 0-208-15,20 1 16 0,17-3 0 0,13 4 0 0,10 3-128 16,7 5-32-16,18-5 0 0,15 1 0 15,11 1-352-15,22-1-80 16,18 1-16-16,17 0 0 0,11 0 416 0,18 0 64 0,16-1 32 0,9-1 0 0,4-3 288 16,11 5-128-16,10 3 128 0,8 3 0 15,3 3-144-15,2 0 144 0,0 3 0 0,-5 0-144 0,-4 2 144 0,-3 1 0 16,0-1 0-16,-11 2 0 0,-14 2 0 0,-7-1 0 16,-6-1 0-16,-14 0 128 0,-13-1-128 0,-9 1 0 15,-8-1 128-15,-10 1-128 0,-11 0 0 0,-14 0 128 16,-15-2-128-16,-9 1 0 0,-11-3 0 0,-9-1 0 15,-10-1 0-15,-10-7 128 0,0 0-320 0,-14 7-64 0,-11 3-16 16,-12-5 0-16,-16-1 16 0,-10-3 0 0,-14-2 0 16,-8-1 0-16,-6 2 256 0,-6 2-192 15,-5 0 192-15,1-2-160 0,0-4 160 0,9 3 0 16,7 1 0-16,6 1 0 0,4 2 0 0,9 2 0 0,7 3 0 16,7 5-9424-16,6 3-1920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5:52:33.24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2253 1350 25791 0,'0'0'1152'0,"0"0"224"0,-4-3-1104 0,4 3-272 16,0 0 0-16,0 0 0 0,0 0 2912 0,0 0 528 15,0 0 96-15,0 0 32 0,0 0-1072 0,-5 8-224 0,-2 0-32 0,3 8-16 16,3 4-1280-16,0 8-256 0,-2 4-48 0,2 6-16 16,1 7-176-16,0 0-48 15,-3 3 0-15,2-1 0 0,2-2-160 0,0-2-48 0,-1-3 0 0,0-2 0 16,0-3-192-16,2-1 144 0,0 0-144 0,0-1 128 15,-4-3-128-15,4-2-144 0,2-4 144 0,-3-2-208 32,-1-1-992-32,1-6-192 0,2 0-32 0,-1-2-16 15,0-4-1264-15,0-3-256 0,-2-6-48 0,0 0-8704 0,7-1-1744 0</inkml:trace>
  <inkml:trace contextRef="#ctx0" brushRef="#br0" timeOffset="350.44">2154 1419 25791 0,'0'0'2304'16,"-8"-3"-1856"-16,0 0-448 0,2-3 0 0,0 2 2576 0,6 4 432 15,-2-4 64-15,-1-2 32 0,2 1-1120 0,2 0-208 16,3-2-48-16,3 0-16 0,-1-3-928 0,3 1-176 16,4 0-32-16,3-3-16 0,1-1-304 0,4-1-48 15,2-2-16-15,5 0 0 0,2 2-64 0,1-2-128 16,1 1 176-16,4 0-176 0,-1 2 128 0,-1 2-128 15,-2 0 0-15,1 5 0 0,-3-1 0 0,-3 5 0 16,-2 3 0-16,-4 3 0 0,-3 1 0 0,-4 5 0 16,-3 1 0-16,-3 5-144 0,-3 0 144 0,-2 3 0 15,-5-1 0-15,-2 3 0 0,-1 1 272 0,-5 1 96 16,-5-2 16-16,-2 3 0 0,0 1 224 0,-3-1 48 16,-5 0 16-16,0-1 0 0,0 2-96 0,-2 0-32 0,-3-2 0 15,0-1 0-15,-1-2-240 0,1 0-48 0,1-5-16 0,2 2 0 16,-1 0-240-16,5-6 0 0,2 2 0 0,4-4 0 31,3 1-784-31,4-3-256 0,3-1-48 0,1-1-16 16,6-5-2544-16,3 7-512 0,4-1-112 0</inkml:trace>
  <inkml:trace contextRef="#ctx0" brushRef="#br0" timeOffset="724.49">2686 1840 23039 0,'0'0'1024'0,"0"0"192"0,-3-6-960 0,3 6-256 0,0 0 0 0,0 0 0 0,0 0 4096 0,0 0 784 16,0 0 160-16,0 0 16 0,0 0-2272 0,1 10-464 15,2 2-80-15,0 5-32 0,-1 6-960 0,-1 7-192 16,1 1-32-16,-1 5-16 0,-1 0-384 0,1 1-80 15,2-5-16-15,1 2 0 0,0-4-272 0,0-4-48 16,0-2-16-16,1-5 0 0,-1-3-192 0,1-4 128 16,-1-3-128-16,0-1 0 0,-4-8 0 0,0 0 0 15,0 0 0-15,0 0 0 0,0 0 0 0,0 0 0 16,10-2-128-16,-3-4 128 0,-1-6 0 0,1-1 0 0,-1-3 0 0,0-2 0 16,-1-1 0-16,1-4 0 0,3-1-128 0,-2-4 128 15,1-4-208-15,1-2 16 0,0-3 0 0,4 2 0 31,1 1-752-31,2 4-144 0,1 0-16 0,0 0-16 16,0 1-752-16,-2 5-160 0,4 3-16 0,-2 3-16 16,-2-1-944-16,1 4-176 0,0 2-32 0,2 2-12704 0</inkml:trace>
  <inkml:trace contextRef="#ctx0" brushRef="#br0" timeOffset="901.28">3207 1698 31967 0,'0'0'1408'0,"0"0"304"0,0 0-1376 0,0 0-336 0,0 0 0 0,0 0 0 15,0 0 1344-15,7 3 208 0,-1-2 48 0,1 0 0 16,-7-1 0-16,9 0 16 0,-1-1 0 0,1-2 0 16,1 1-736-16,2-1-160 0,-2-2-16 0,2 0-16 0,1-2-544 0,0 1-144 15,-1-1 0-15,1 2 0 0,-1 0-176 0,-1 2-96 16,1-1-32-16,0 3 0 16,-2 0-2880-16,-1 1-576 0</inkml:trace>
  <inkml:trace contextRef="#ctx0" brushRef="#br0" timeOffset="1067.56">3208 1938 43599 0,'-16'9'1920'0,"10"-5"416"0,1 1-1872 0,5-5-464 15,0 0 0-15,0 0 0 0,0 0 1360 0,0 0 176 16,0 0 48-16,0 0 0 0,0 0-656 0,0 0-128 16,0 0-32-16,11 0 0 0,0-4-560 0,2 2-208 15,2-5 144-15,2 2-144 0,0-2 0 0,2 0-176 16,1-3 16-16,2 1 0 15,0 1-1920-15,0-2-384 0,2 1-80 0,0 1-17872 0</inkml:trace>
  <inkml:trace contextRef="#ctx0" brushRef="#br0" timeOffset="2134.94">3863 1446 11055 0,'-7'-9'480'0,"7"9"112"0,0 0-464 0,0 0-128 16,0 0 0-16,0 0 0 0,0 0 6256 0,0 0 1232 15,0 0 240-15,0 0 48 0,0 0-4640 0,0 0-912 16,-1 15-192-16,1 5-48 0,0 7-592 0,0-4-128 16,0 3-32-16,-3 7 0 0,2 3-624 0,1 3-128 15,0 2-32-15,0-2 0 0,-2-3-160 0,0 2-32 16,1-4-16-16,0 0 0 0,-1-3-240 0,0 1 176 16,2-2-176-16,0-2 160 0,0-4-160 0,0-3 0 15,1-2 0-15,-1-3 128 0,0-3-128 0,-1-4 0 16,1-1 0-16,0-8 0 0,0 0-304 0,0 0 64 0,0 0 16 0,0 0 0 31,0 0-160-31,0 0-48 0,-3-8 0 0,1-3 0 0,-1-3 48 0,0-4 16 0,-1-4 0 0,0-6 0 31,2 1-96-31,2-4-32 0,1-3 0 0,0-3 0 0,2-2 96 0,1-1 16 0,3-2 0 0,3-17 0 16,-1 11 224-16,3 5 160 0,3 9-192 0,-5 13 192 16,-3-1 0-16,3 3 0 0,1 2 0 0,4 1 0 15,0 2 144-15,1 2 48 0,0 1 0 0,-1 4 0 16,2-1-32-16,-1 3 0 0,-1-1 0 0,0 4 0 15,-2 2-32-15,-1 1-128 0,-3 3 192 0,-2-1-64 16,0 2 48-16,-2 3 0 0,-1 1 0 0,-1 3 0 16,-5 1 160-16,0 4 48 0,-2 1 0 0,-3 3 0 15,0 2-96-15,-4 2-16 0,1 0 0 0,-3-1 0 16,0 1-80-16,0-1-32 0,-2-1 0 0,1-2 0 0,1 1-160 16,1-2 128-16,2-3-128 0,1 0 128 0,-1-2-128 0,3 0 0 15,0-1 0-15,2-1 0 0,0-3 0 0,3 2 0 16,1-3 0-16,1 2 0 0,3-1 0 0,1 1 0 15,0-2-128-15,1 1 128 0,1 1 0 0,2-2 0 16,3-2-144-16,0 1 144 0,1 0-224 0,1 0 16 16,3-2 0-16,1 0 0 15,1-4-1280-15,5 0-256 0,1-2-48 0,1-3-16 16,-1-1-1312-16,6 0-256 0,2-2-48 0</inkml:trace>
  <inkml:trace contextRef="#ctx0" brushRef="#br0" timeOffset="2385.21">4598 1453 8287 0,'-9'-13'736'0,"5"8"-592"0,0-2-144 16,0 1 0-16,3-1 7216 0,1 2 1408 0,-1 1 272 0,1 4 64 15,0 0-5920-15,0 0-1184 16,0 0-256-16,0 0-32 0,0 0 80 0,0 8 16 0,0 4 0 0,0 4 0 16,-2 5-944-16,0 5-176 0,1 3-32 0,-1 2-16 15,2 5-368-15,0 1-128 0,0 3 0 0,2-1 144 16,-1-3-144-16,1-1 0 0,1-3 0 0,0-2 0 15,-1-2 0-15,0 0 0 0,-1-4 0 0,0 0 0 16,3-2-336-16,-3-1 0 0,1-3 0 0,-1-2 0 16,-1-2-944-1,-1-3-176-15,-1-2-32 0,2-9-16 0,0 0-496 0,0 0-112 16,0 0 0-16,-5 1-16 0,5-1-1696 0,-8-6-336 0</inkml:trace>
  <inkml:trace contextRef="#ctx0" brushRef="#br0" timeOffset="2609.79">4328 1475 13823 0,'-22'-8'1216'0,"14"6"-960"0,1-1-256 0,1 0 0 0,2 0 6912 0,4 3 1328 15,-4-4 272-15,4 4 48 0,2-6-5712 0,2 2-1136 16,1-3-240-16,4-1-32 0,1 1-448 0,4 1-96 16,2 1 0-16,4-2-16 0,3-3-288 0,2 2-48 15,4 1-16-15,4 1 0 0,0-2-144 0,4 0-48 16,-1-1 0-16,1 3 0 0,-1-4-192 0,0 3-144 15,-2-1 192-15,1 0-192 0,0-3 0 0,-1 2 0 16,-2-1 0-16,0 1 0 16,-2 1-1008-16,-2-2-208 0,2-1-32 0,-1 2-14688 0,-2-1-2928 15</inkml:trace>
  <inkml:trace contextRef="#ctx0" brushRef="#br0" timeOffset="4621.62">5506 1847 49823 0,'0'0'2208'0,"0"0"448"0,-8-3-2128 0,8 3-528 16,0 0 0-16,0 0 0 0,0 0 0 0,12 0-320 15,-12 0 32-15,14 0 16 0,0-1 272 0,3-1 0 16,3 1-128-16,3-1 128 0,3-2 0 0,3-3 0 0,1-1-128 0,4 0 128 31,2 1-1040-31,2-4-160 0,0 1-16 0,-2 2-12448 0,2 1-2480 0</inkml:trace>
  <inkml:trace contextRef="#ctx0" brushRef="#br0" timeOffset="4858.63">6495 1616 13823 0,'0'0'1216'0,"0"0"-960"0,0 0-256 0,0 0 0 16,0 0 6144-16,0 10 1200 0,0 2 224 0,0 4 48 0,-1 2-5184 0,0 4-1056 15,-2 4-208-15,0 2-32 0,1-1-128 0,-1 2-32 16,0-3 0-16,1 1 0 0,-1 0-624 0,1 0-128 15,-1-5-32-15,2-1 0 16,-1-3-576-16,2-1-112 0,-1-6-16 0,1-1-16 16,0-10-2672-16,0 0-544 0</inkml:trace>
  <inkml:trace contextRef="#ctx0" brushRef="#br0" timeOffset="5005.53">6555 1432 16575 0,'0'0'1472'0,"0"0"-1168"15,0 0-304-15,0 0 0 0,-6-5 5760 0,6 5 1088 0,0 0 208 0,0 0 48 16,0 0-5632-16,0 0-1152 16,0 0-320-16,0 0 144 0,2 15-144 0,3 0-192 0,5 2 32 0,0 2 16 31,2 4-3584-31,-4-9-720 0</inkml:trace>
  <inkml:trace contextRef="#ctx0" brushRef="#br0" timeOffset="6141.2">6894 1757 25967 0,'1'-15'1152'0,"1"9"240"0,-2 1-1120 0,0-6-272 0,-2 1 0 0,0 1 0 15,-2 2 2656-15,-1 1 480 0,-1-1 80 0,-1 4 32 16,-3 2-832-16,0 5-176 0,-3 3-16 0,-4 3-16 16,0 7-960-16,-1 3-192 0,-2 0-32 0,-1 4-16 0,2 2-240 0,1 0-32 15,1 1-16-15,2-1 0 16,5-2-352-16,2-2-80 0,4 0-16 0,3-2 0 0,1-3-272 0,1-3-144 15,2-2 16-15,1-3 0 16,2-3-272-16,2 0-48 0,1-6-16 0,2 0 0 16,0-7-48-16,2-1 0 0,0-2 0 0,0-2 0 0,0 0 128 0,1-3 0 15,-1-3 16-15,0-2 0 0,1-1 176 0,2-2 48 16,-2-6 0-16,2-2 0 0,-2-6 144 0,0-1-128 16,1-3 128-16,7-21-128 0,-3 6 128 0,-3 7 0 15,-3 6-144-15,-3 5 144 0,0 7 0 0,-4 5 0 16,-2 5 0-16,-1 6 0 0,-3 6 0 0,0 9 160 0,0 0-16 0,0 0 0 15,0 0 560-15,0 0 96 16,0 0 32-16,-7 12 0 0,2 2-432 0,0 6-80 0,-1-1 0 0,4 5-16 16,0 3-304-16,1-6 0 0,0 3 0 0,1 2 0 15,2 0 0-15,2 1 0 16,2 2 0-16,0-2 0 0,1 1 0 0,0-5 0 16,1-1 0-16,0-1 0 0,0-8 0 0,1-1 0 0,2-3 0 0,-1 0 0 15,-1-1-304-15,1-3 48 16,1-2 0-16,1-2 0 15,-2-1-176-15,1-1-16 0,-1-2-16 0,0-3 0 16,1-1-48-16,-3-3 0 0,1-2 0 0,-1-1 0 0,-1 0 176 0,0-4 16 0,-1-3 16 0,1 0 0 16,-1-1 128-16,1-2 32 0,-2 0 0 0,-2 1 0 15,1 1-16-15,-2 4 0 0,0 4 0 0,-2 3 0 16,-2 3 160-16,0 1 0 0,2 6 0 0,-8 3 128 16,-1 7 224-16,0 3 48 0,0 4 16 0,-5 14 0 0,3 0-64 15,0 3-16-15,0 0 0 0,3-3 0 0,3-3 80 16,3-2 16-16,5-3 0 0,1-10 0 0,1 2-304 0,1-1-128 15,2-1 0-15,5-1 128 0,3-3-128 0,1-1-272 16,1-3 64-16,2-3 16 16,-1-2-304-16,1-2-48 0,1-3-16 0,0 1 0 0,1-3 128 15,3-2 32-15,-3-1 0 0,0-3 0 0,-1-2 112 0,1 0 32 16,-3-2 0-16,0-3 0 0,-1-2 112 0,-2-2 144 16,-3 1-208-16,-2 0 80 0,0-1 128 0,-3 4 0 15,-2 4 0-15,-3 1 0 0,-2 3 0 0,-2 5 192 16,1 7-64-16,0 0 0 0,-9-2 528 0,-2 4 112 15,-4 2 32-15,-1 3 0 0,0 8-208 0,2 0-32 0,1 2-16 16,0 2 0-16,-2 0-192 0,4-1-32 16,0 1-16-16,2-5 0 0,3-1-176 0,2 0-128 15,1-1 144-15,3-2-144 0,1 1 0 0,3-4 0 16,0 0 0-16,-4-7 0 0,8 4-192 0,0-2-16 0,0 0-16 0,1-2 0 16,1 0-112-16,-1-2-32 0,2 0 0 0,-2-2 0 15,-1-1 80-15,0 0 16 0,-1-3 0 16,1 0 0-16,0-1 16 0,-1 0 16 0,-1-2 0 0,1 2 0 15,-2-3 80-15,-1 3 16 0,-2 1 0 0,-2 8 0 16,0 0 144-16,0 0 0 0,0 0 0 0,0 0 0 16,0 0 192-16,-2 12 128 0,-2 2 32 0,0 3 0 15,0 3-64-15,0 0-16 0,0-2 0 0,2-1 0 0,2 0 16 16,2 0 0-16,2-2 0 0,1 0 0 16,1-2-288-16,0-6 0 0,2 0 0 0,0-2 0 0,-8-5 0 0,11 3 0 15,0-3 0-15,1-3-144 0,-2-2 144 0,2-3-192 16,-2-1 192-16,2-1-192 0,-2-1 192 0,2-2 0 15,-3 0 0-15,3-5 0 0,0 0 0 0,-1-6 0 16,0-2 0-16,1-3 0 0,-1-2 0 0,1-3 0 16,-2-2 0-16,2-2 0 0,-1-1 0 0,-1 1 0 15,-1 1 0-15,0 2 128 0,-1 3-128 0,-1 3 0 16,-2 3 128-16,-1 5-128 0,-2 4 384 0,0 4 16 0,-2 5 0 16,-2 2 0-16,1 1 352 0,1 5 64 15,0 0 16-15,-6 5 0 0,-1 3-352 0,1 3-64 16,-1 4-16-16,1 5 0 0,-1 4-400 0,0 5 0 15,1 5 0-15,1-1 0 0,1 3 0 0,1 0 0 0,2-1 0 0,1-1 0 16,0-1 0-16,3-2 0 16,0-1 0-16,4-5 0 15,1-2-368-15,1-3-144 0,1-4-48 0,3-1 0 16,2 0-1056-16,2-4-224 0,2-2-32 0,1-1-16 16,1-1-2432-16,2-3-480 0</inkml:trace>
  <inkml:trace contextRef="#ctx0" brushRef="#br0" timeOffset="7440.98">8788 1519 15663 0,'0'0'688'0,"0"0"144"0,0-6-656 0,0-1-176 15,0 0 0-15,-2 0 0 0,-3-2 3968 0,-3 1 752 16,0 2 144-16,-3 2 48 0,0 2-1888 0,-2 4-368 16,-3 2-80-16,-4 6-16 0,-2 0-720 0,-5 7-160 15,-3 6-16-15,-3-1-16 0,-1 2-288 0,2 4-48 16,1-1-16-16,5 1 0 0,3-2-624 0,5-3-128 16,2 1-32-16,6-5 0 0,4-1-512 0,2-2 0 15,2 0 0-15,4-3 0 16,3-4-336-16,4-3-128 0,3 0-32 0,1-5 0 15,2 2-368-15,2-3-80 0,2-3-16 0,-1-2 0 16,0-3-96-16,0-1-32 0,2 0 0 0,-2-3 0 16,-2-1 176-16,-2-1 16 0,-1-3 16 0,-1 0 0 15,-2 0 240-15,1 0 32 0,-5 1 16 0,1-2 0 0,-2 1 384 0,0 3 80 16,-2 2 128-16,-2 0-208 0,0 2 528 0,-1 1 128 0,0 1 0 16,0 1 16-16,0 7 416 0,0 0 80 0,0 0 0 0,0 0 16 15,-3-5-176-15,3 5-32 0,0 0-16 0,-6 4 0 16,1 1-416-16,0 3-80 0,1 4 0 0,-1 2-16 15,0 2-240-15,-1 2 144 0,1 3-144 16,1 1 128-16,2 3-128 0,0 1 192 0,1 1-192 0,1 3 192 16,0-1-192-16,3 3 160 0,-1 2-160 0,1 5 160 15,1 7-160-15,-3 1 0 0,0 1 0 0,1-1 0 0,-2 0 0 0,-2-1 0 16,0-2 0-16,-2-1 0 16,-3-5-288-16,-1-3-96 0,-2-2 0 0,-2-3-16 0,-1-2 160 15,-1-4 48-15,0-2 0 0,-2-1 0 0,-2-2 192 16,1-4 160-16,0-2-32 0,0-3 0 0,-3-3 32 0,2-3 0 15,-2-3 0-15,2-2 0 0,0-2-352 0,2-2-64 16,3-3 0-16,2-2-16 16,0-4-160-16,5-1-16 0,3-6-16 0,2-1 0 0,5-6 160 0,2-2 48 15,3-2 0-15,6-5 0 0,2-3 256 0,2-2 0 16,2-2 0-16,2-2 0 0,3-2-160 0,2 1 160 16,-1 3-128-16,2-2 128 0,1 1 192 0,0 0 128 15,0-2 32-15,0 3 0 0,-1 1-80 0,-1 2-16 16,-3 2 0-16,1 4 0 0,0 4-112 0,-2 3-16 15,-4 6-128-15,-3 4 192 0,-4 2-64 0,-2 5-128 16,-5 3 176-16,-6 8-176 0,0 0 640 0,0 0 0 16,0 0 16-16,-5 10 0 0,-4 6-16 0,-1 4 0 15,-5 0 0-15,2 4 0 0,0 2-432 0,-1 0-80 16,-2 0-128-16,2-1 176 0,0 0-176 0,2-6 128 16,1 1-128-16,4-3 128 0,0-3-128 0,3-1 0 0,2-3 0 15,0 0 0-15,1-3 0 0,1-7-144 16,0 0 144-16,0 0-208 0,0 0-48 0,0 0-16 15,8 6 0-15,1-6 0 0,0 0 80 0,0-3 32 0,0-1 0 0,2-2 0 16,0-5 160-16,2-2 0 0,0-3 160 0,3-2-160 16,1-3 0-16,0-2-256 0,0-3 16 0,0 0 16 15,0-2 48-15,0 2 16 0,-4 0 0 0,-1 4 0 0,-2-1 160 16,-2 4 0-16,-4 4-144 0,0 3 144 0,-2 3 0 16,0 2 160-16,-2 7-16 0,0 0 0 0,0 0 464 0,-7 2 96 15,1 2 0-15,-1 3 16 0,-1 5-272 0,2 2-64 16,-1 2-16-16,2 1 0 0,0-3-144 0,2 3-32 15,2 2 0-15,1-4 0 0,1 2-64 16,0 0-128-16,5-3 176 0,0 2-176 0,2-5 128 0,0-1-128 16,0-1 0-16,1-2 0 0,1-1 0 0,1-1 0 15,-1-1 128-15,2-1-128 0,1-3 0 0,2-1 0 16,1-2 0-16,0-1 0 0,-2-2 0 0,2-1 0 16,-2-2 0-16,0-3 0 0,1-1 0 0,0-3 0 15,0-2 0-15,-1-3 0 0,0-1 0 0,-1-1 0 16,0-5 0-16,1 0 0 0,-3-2-288 0,1 1 32 15,-2-1 16-15,0 4 0 0,-1 2-16 0,-3 4 0 16,-1 1 0-16,-1 5 0 0,-1 1 256 0,-2 1 0 0,-2 3 0 0,0 3-144 16,1 6 352-16,0 0 80 15,0 0 16-15,0 0 0 0,0 0 16 0,0 0 16 0,0 0 0 0,0 0 0 16,0 0-208-16,0 0-128 0,0 0 128 0,-4 7-128 16,4-7 0-16,0 10 0 0,0 0 0 0,2-2 0 15,2 4 0-15,0-1 0 0,0 1 0 0,1 1 0 16,2-1 0-16,1 1 0 0,-1 0 0 0,3 1 0 15,-1 2 0-15,0-2 0 0,0 1 0 0,-1-2 0 16,-2 2 0-16,-1 0 0 0,1-2 0 0,-2 0 0 16,-2 0 0-16,-2 0 0 0,-1-2 0 0,-2 1 0 15,-2 0 128-15,-1 0-128 0,-1-2 160 0,-1 0-160 16,-1 0 256-16,-1-1-64 0,-1 0 0 0,0-1 0 16,-1-2-64-16,-1-1 0 0,0 1-128 0,0 0 192 0,-2-1-192 0,4-1 0 15,-1-2 0-15,1-1 0 16,1-1-720-16,1-1-192 0,2-2-48 0,0-1-23488 15</inkml:trace>
  <inkml:trace contextRef="#ctx0" brushRef="#br0" timeOffset="10595.89">2072 4107 40143 0,'-15'-9'880'0,"10"3"176"0,1-1 32 0,2-1 64 0,2-2-928 0,1 2-224 0,-1 8 0 0,0 0 0 0,0 0 192 0,0 0 0 15,0 0 0-15,0 0 0 0,0 0 752 0,0 12 144 16,-4 2 16-16,-1 12 16 0,-2 9-304 0,2-5-64 16,-4 6-16-16,0 4 0 0,0 3-48 0,-2-1-16 15,1-4 0-15,1-3 0 0,1-3-288 0,1-2-64 0,2-2-16 0,0-4 0 16,1-3-144-16,1-4-32 16,1-1 0-16,-1-6 0 0,1-1-128 0,2-9 0 0,0 0 0 0,0 0 0 15,0 0 0-15,0 0 0 0,0 0 0 0,0 0 0 16,-6-9-224-16,4-4-80 0,0-5-16 0,2-3 0 31,2-2-384-31,-1-5-96 0,2-4-16 0,-1-2 0 16,2-5 272-16,4-16 48 0,0 5 16 0,-2 7 0 0,1 7 208 0,-2 6 32 0,0 8 16 0,-1 4 0 15,0 7 224-15,-4 11 0 0,0 0 0 0,0 0 0 16,0 0 704-16,0 0 16 0,0 0 16 0,3 13 0 16,-1 3-208-16,2-2-32 0,0 4-16 0,0-6 0 15,0 0-208-15,2 1-32 0,1 4-16 0,2-5 0 16,3 1-224-16,1 0 176 0,0 0-176 0,3 0 160 0,2-2-160 15,1 1 128-15,1 0-128 0,1-2 128 0,0-1-128 16,-1 2 0-16,0-5 0 0,-3 4 0 0,0-3 0 0,-1 3 0 16,-2-1 0-16,-1-2 0 0,-3 1 0 0,-3 1 0 15,-1-2 0-15,-2-1 0 0,-4-6 176 0,-1 10-48 16,-3 0-128-16,-2 0 192 0,-5 1 80 0,-1-1 16 16,-2 1 0-16,-3 0 0 0,-1-1 32 0,-3 0 16 15,-1 2 0-15,-2 1 0 0,0-1-80 0,-2-1-32 16,-4 1 0-16,1-2 0 0,0 1-224 0,3-2 128 15,0 0-128-15,3-1 0 16,0-2-688-16,5 0-224 0,5-4-48 0,4 0-16 16,4-4-2960-16,5 2-592 0</inkml:trace>
  <inkml:trace contextRef="#ctx0" brushRef="#br0" timeOffset="11014.36">2528 4127 42911 0,'-14'-4'1904'0,"14"4"384"0,0 0-1840 0,0 0-448 0,0 0 0 0,0 0 0 16,-8 4 1184-16,3 2 144 0,-1 5 16 0,2 4 16 16,0 5-192-16,2-3-32 0,-1 3-16 0,1 3 0 15,-1 4-480-15,2 1-112 0,-1 0-16 0,2 0 0 16,2-2-272-16,0-1-64 0,2-3-16 0,1-3 0 15,1-3-160-15,-1-2 0 0,4-1 0 0,0-2 0 16,0-2 0-16,2-5 0 0,0-2 0 0,0 0-176 0,-1-2-112 0,1-2-32 16,-1-3 0-16,2-1 0 0,0-3 0 0,1-3 0 15,-2-4 0-15,0-1 0 0,-2 0 48 0,0-4 0 16,-1-2 0-16,0-2 0 0,0-2 96 0,1-14 32 16,-3 4 0-16,1 3 0 0,-1 4 144 0,-1 5 0 15,-3 4 0-15,0 5 0 0,1 7 0 0,-3 9 176 16,0 0-16-16,0 0 0 0,0 0 416 0,0 0 64 15,-1 9 32-15,-2 7 0 0,2 4-432 0,1-5-96 16,0 5-16-16,1-1 0 0,0 4-128 0,3-1 0 16,3-1 0-16,1-1 0 0,-2 0 0 0,5-3 0 15,2 0 0-15,0-4 0 16,0-1-1296-16,0-4-144 0,2-2-32 0,2-1 0 16,2-1-1792-16,0-1-352 0,2-1-80 0</inkml:trace>
  <inkml:trace contextRef="#ctx0" brushRef="#br0" timeOffset="11212.83">3159 4152 18431 0,'-17'0'1632'0,"8"0"-1312"0,1 0-320 0,8 0 0 0,0 0 6192 0,0 0 1168 0,0 0 224 0,0 0 48 16,0 0-5328-16,0 0-1056 0,0 0-224 0,0 0-32 16,0 0-352-16,14-2-64 0,-1-3 0 0,2 1-16 15,0-1-304-15,4-2-64 0,0 0-16 0,1 0 0 16,2 2-176-16,-1 0 0 0,0-1 0 0,-2 1 0 15,2 0-1248-15,-7 2-176 0,-2 1-48 0,2 2 0 16,1-3-2480-16,-2 6-496 0</inkml:trace>
  <inkml:trace contextRef="#ctx0" brushRef="#br0" timeOffset="11362.94">3248 4318 42095 0,'0'0'1856'0,"0"0"400"0,0 0-1808 0,0 0-448 0,0 0 0 0,0 0 0 0,0 0 272 0,13 0-32 15,1-2-16-15,0-2 0 0,1-1 32 0,-4 1 0 16,6-4 0-16,3 2 0 16,1-1-1344-16,2 0-272 0,2 1-48 0,2-1-16656 0</inkml:trace>
  <inkml:trace contextRef="#ctx0" brushRef="#br0" timeOffset="12313.98">4276 4030 16575 0,'0'0'1472'0,"1"-11"-1168"16,2-4-304-16,1 2 0 0,-1-2 3648 0,-2 2 656 16,-1 1 144-16,-1 1 32 0,-2 1-1936 0,-2 2-384 15,0 2-80-15,-2 3-16 0,-1 3-80 0,-3 3-32 16,-3-1 0-16,0 7 0 0,-2 4-848 0,-2 8-160 15,-4 1-48-15,-3 10 0 0,-3 6-352 0,7-7-80 16,-5 7-16-16,1 3 0 0,0 2 144 0,4 0 32 16,3-2 0-16,4-5 0 0,2-3-288 0,4-3-48 15,6-5-16-15,4-4 0 0,5-1-272 0,3 0 0 16,3-6 0-16,1-1 0 0,5-2 0 0,2-3-224 16,-1-3 64-16,3-4 16 0,0-1-144 0,2-1-32 15,0-3 0-15,-1-1 0 16,2-1-80-16,-1-4-32 0,0 0 0 0,-3-2 0 15,-1 1-80-15,-3 1-32 0,-2-2 0 0,5-5 0 0,-6-1 160 0,-2 2 16 16,-2-2 16-16,-3 5 0 0,-4 3 352 0,0 2 0 0,-4 8 0 0,0 0 0 16,1-11 0-16,-1 11 0 0,2-9 0 0,-2 9 192 15,0 0 320-15,0 0 80 0,0 0 16 0,0 0 0 16,0 0-208-16,0 0-32 0,0 0-16 0,0 0 0 16,0 0-160-16,0 0-48 0,0 0 0 0,0 0 0 15,0 0-144-15,0 0 0 0,0 0 0 0,0 0 0 16,0 0 0-16,0 0 0 0,0 0 0 0,0 0 0 15,0 0 0-15,0 0 0 0,0 0 128 0,0 0-128 16,0 0 0-16,0 0 0 0,0 0 0 0,0 0 128 16,0 0-128-16,0 0 128 0,0 0-128 0,0 0 128 0,0 0-128 15,0 0 192-15,0 0-192 0,0 0 192 0,0 0-192 16,0 0 0-16,0 0 0 0,0 0 128 0,0 0-128 0,0 0 0 16,0 0 0-16,0 0 128 0,0 0-128 15,0 0 0-15,0 0 0 0,0 0 0 0,0 0 128 0,0 0-128 16,0 0 0-16,0 0 128 0,0 0-128 0,0 0 160 15,0 0-160-15,0 0 160 0,0 0-160 0,0 0 160 16,0 0-160-16,0 0 160 0,0 8-160 0,2 0 0 16,2 0 144-16,-4 2-144 0,-2 2 0 0,2 1 128 15,0 1-128-15,0-1 0 0,-1 0 0 0,0-2 144 16,1 2-144-16,1 0 0 0,-1-4 128 0,0 1-128 0,0 0 0 16,3-3 0-16,-1 1 0 0,1-1 0 0,-3-7 0 15,0 0 0-15,2 6 0 0,-2-6 0 0,0 0 0 0,6 7 0 16,-1-2 0-16,-5-5 0 15,6 4 0-15,-6-4-144 0,0 0 144 0,0 0-128 0,10 1 128 0,-3-1-128 16,1-1 128-16,-8 1 0 16,8-5 0-16,-1 1-128 0,0 0 128 0,1 0 0 0,0 0 0 0,1-1 0 15,0-3 0-15,0 0 0 16,1-1 0-16,-1 0-128 0,1-4 128 0,0 0-128 0,1-1 128 0,1-2-128 16,-3-1-176-16,-1-3-16 0,-1 1-16 0,1-2 0 31,-1 0-1008-31,1 0-192 0,1 0-32 0,2 2-13248 0,4-2-2656 0</inkml:trace>
  <inkml:trace contextRef="#ctx0" brushRef="#br0" timeOffset="12796.99">5087 4097 33807 0,'3'-12'1488'0,"-1"6"320"0,1-2-1440 0,1-1-368 15,-2 0 0-15,0-1 0 0,-1 1 1824 0,-1 0 288 16,-4 0 64-16,2 1 16 0,-2 2-208 0,0 2-32 0,-2 0-16 0,0 1 0 16,-3-2-640-16,0 2-128 15,-3 1-16-15,-1 2-16 0,1 1-496 0,-2 6-80 16,-6 2-32-16,1 0 0 0,-2 4-224 0,1 3-48 0,-1 2-16 0,-1 1 0 15,0 4-112-15,4 1 0 0,0 0-128 0,2-2 192 16,2 0-192-16,3-1 0 0,3 0 0 0,3-4 0 16,3-2 0-16,3 0 0 15,4-3 0-15,2-2 0 0,-1 0-384 0,3-3 48 0,3-5 0 0,2 0 0 32,2-4-192-32,0 0-48 0,-1-5 0 0,2 1 0 15,3-5 0-15,-2 1 0 0,-1-2 0 0,0-1 0 16,0-1 48-16,-1-2 0 0,-1-2 0 0,1-2 0 0,-2 1 160 0,-1 1 48 0,-2-1 0 0,-2 1 0 15,-1 0 320-15,-5 1-176 0,1 1 176 0,-1 5-128 16,-2 1 128-16,-1 4 0 0,-1-1 128 0,-2 2-128 16,-1 0 352-16,1 1 0 0,-1 1 0 0,4 3 0 15,-6 0-80-15,6 0-16 0,0 0 0 0,-5 4 0 0,5-4-256 16,0 0 0-16,0 0 0 0,0 0 0 16,0 0-1008-16,0 0-208 0,-1 8-32 0,1-8-16 15,1 9-2576-15,2-1-512 0</inkml:trace>
  <inkml:trace contextRef="#ctx0" brushRef="#br0" timeOffset="13514.06">5113 3944 23951 0,'0'0'2128'0,"-5"0"-1696"0,-2 0-432 0,2 2 0 16,0 0 4576-16,0 2 832 15,-2 3 160-15,-1 0 48 0,-3 3-2864 0,-1 3-576 0,-1 2-128 16,-4 5 0-16,-4 3-672 0,0 3-128 0,2 4-32 0,0 0 0 15,0 0-624-15,1-4-128 0,1-1-16 0,1-1-16 16,3-1-256-16,1-2-48 0,1-4-128 0,1 0 192 16,1-7-192-16,3 1 0 0,1-2 0 0,-1-3 0 15,6-6 0-15,0 0 0 0,0 0 0 0,0 0 0 0,0 0 0 0,0 0 0 16,0 0 0-16,0 0 0 0,0 0 0 0,0-6-192 16,0-3 192-16,3-3-208 0,1-2 48 0,2-2 16 15,4-2 0-15,0-3 0 0,4-4 144 0,2-2-192 16,1-3 192-16,2 0-192 0,1 1 192 0,0 3 0 15,-1 3-144-15,-2 2 144 0,1 4 0 0,-1 0 0 16,-2 5 0-16,-4 4 0 0,1-1 0 0,-3 4 0 16,-2 1 0-16,-7 4 0 0,0 0 0 0,8-1 128 15,-8 1 0-15,0 0 0 0,0 0 0 0,7 5-128 16,0 1 192-16,-1 2-64 0,0-1-128 0,-2 2 160 16,-1 1-160-16,3 1 160 0,-2 2-160 0,1-3 0 15,1 1 0-15,2 0 0 0,0 4 0 0,0-4 0 16,1 1 0-16,0 0 0 0,1 0 0 0,0-1 0 0,-1 1 0 15,0 0 0-15,1 0 0 0,1-1 0 16,-1-2 0-16,-1-1 0 0,0 0 0 0,0 0 0 0,2 0 0 0,-2 0 0 16,-1-2 0-16,0-1 0 0,0 2 0 0,-2-3 0 15,1 2 0-15,-7-6 0 0,3 5 0 0,-3-5 0 16,0 0 0-16,0 0 0 16,0 0 0-16,0 0 0 0,-2 8 0 0,-2-1 0 0,-3-1 0 0,-2 1 0 15,0-3 0-15,-4 1 0 0,-4 0 128 0,-1 0-128 16,-3 1 0-16,-2 0 0 0,-3 1 0 0,-3-1 128 15,0-1-128-15,3-1 0 0,1 0 0 0,2 0 0 16,-2 0 0-16,4-1 0 0,3-2 0 0,5 0 0 16,1-1 0-16,4-1-224 0,3 0 48 0,5 1 16 15,0 0-1200-15,0 0-240 0,0 0-64 0,7-4 0 16,4-1-1120-16,2-3-224 16,4 0-64-16,3-4-16576 0</inkml:trace>
  <inkml:trace contextRef="#ctx0" brushRef="#br0" timeOffset="13798.89">5602 3767 11967 0,'0'0'1072'0,"-4"-5"-864"16,0 0-208-16,4 5 0 0,0 0 7552 0,0 0 1456 16,0 0 288-16,0 0 64 0,0 0-5904 0,0 0-1200 15,0 0-224-15,0 0-48 0,-4 9-896 0,0-1-192 16,1 3-16-16,0 2-16 0,0 4-592 0,1 3-112 15,0 3-32-15,1 1 0 0,0-1-128 0,-1 2 0 16,1 2 144-16,0 3-144 0,-2 2 0 0,2-1 0 16,1 0 0-16,0-1 128 0,-1-1-128 0,1-3 0 0,0-3 0 0,0 0 0 15,-2-4 0-15,4-2-208 16,-2-4 48-16,0-1 16 16,0-2-720-16,0-3-144 0,0-7-16 0,0 0-16 15,0 0-656-15,0 0-128 0,0 0-32 0,0 0 0 16,-8-5-1872-16,0-3-384 0</inkml:trace>
  <inkml:trace contextRef="#ctx0" brushRef="#br0" timeOffset="13983.25">5201 3814 23951 0,'-7'-1'2128'0,"2"1"-1696"16,5 0-432-16,0 0 0 16,0 0 5824-16,0 0 1072 0,0 0 208 0,0 0 64 0,0 0-4928 0,9 0-960 15,3-2-208-15,3 0-48 0,4-2-352 0,4-1-80 16,3-2-16-16,5-1 0 0,5-3-336 0,4-2-80 15,4-1-16-15,5-1 0 0,1-1-144 0,4-1 0 16,-1 0 0-16,3 0 0 16,-1 2-1904-16,-1-1-464 0,-4 3-80 0,-1 3-20016 0</inkml:trace>
  <inkml:trace contextRef="#ctx0" brushRef="#br0" timeOffset="14214.54">6317 3854 23951 0,'-6'4'2128'0,"6"-4"-1696"15,0 0-432-15,0 0 0 0,0 0 4624 0,0 0 848 0,0 0 160 0,0 0 48 16,0 0-3488-16,9 3-688 0,1-2-144 0,-1 1-16 16,0-1-336-16,1 0-64 0,1-1-16 0,2 0 0 15,1-2-592-15,2-1-112 0,1-1-32 0,1 0 0 16,0 0-192-16,0 0 0 0,1 0 0 0,-1 2 0 31,0-3-720-31,0 1-240 0,-1 0-64 0,-1 1 0 16,-4 0-2432-16,-2 3-512 0,-2 2-80 0</inkml:trace>
  <inkml:trace contextRef="#ctx0" brushRef="#br0" timeOffset="14365.12">6082 4064 42383 0,'-7'4'3776'0,"7"-4"-3024"0,0 0-608 0,0 0-144 0,0 0 2368 0,0 0 432 15,0 0 80-15,9 5 32 0,4-1-2176 0,4-2-432 16,4-2-96-16,4-2-16 0,4-4 0 0,5-1 0 16,2-3 0-16,5-1 0 15,3 0-1488-15,2 0-304 0,2 2-64 0</inkml:trace>
  <inkml:trace contextRef="#ctx0" brushRef="#br0" timeOffset="14748.77">7732 3896 23951 0,'-13'3'1056'0,"4"-3"224"0,-3-2-1024 0,-1 2-256 0,0 0 0 0,7 2 0 0,-1 6 5648 0,2-2 1072 15,-3 1 224-15,-1 3 32 0,-1 4-4704 0,-1 5-944 16,1 1-192-16,1 5-48 0,2 1-720 0,1 0-160 15,1 0-16-15,1-2-16 0,2-2-176 0,1-1 0 16,2-3 0-16,2-2 0 16,1-8-1088-16,1-1-256 0,0 1-64 0,3-1 0 15,-3-1-3008-15,2-4-624 0</inkml:trace>
  <inkml:trace contextRef="#ctx0" brushRef="#br0" timeOffset="14883.15">7725 3690 39039 0,'-7'-17'1728'0,"3"12"368"0,-1 0-1680 0,0 0-416 16,1 1 0-16,4 4 0 0,0 0 1104 0,0 0 144 0,-8 1 32 16,8-1 0-1,-5 13-1664-15,3-1-336 0,1 2-64 0,2 3-16 16,2 3-2144-16,2 2-448 0</inkml:trace>
  <inkml:trace contextRef="#ctx0" brushRef="#br0" timeOffset="15367.08">8131 3972 19343 0,'0'0'1728'0,"0"0"-1392"0,-5-6-336 0,0 1 0 15,0-4 4816-15,-1 3 896 0,0 0 176 0,-3 4 48 16,-3 1-2864-16,-2 2-560 0,-3 1-112 0,-1 6-32 16,-2 0-1088-16,-2 5-208 0,-3 4-48 0,0 3-16 15,-1 2-496-15,1 3-112 0,2 1-16 0,1-2 0 16,5 0-96-16,2-1-32 0,5-4 0 0,6-4-32 15,3-2-224-15,2-1 0 0,3-3 0 0,3-1-368 0,2-3 0 16,1-2 0-16,3-1 0 16,3-4-144-16,2-2-48 0,2-7 0 0,7-3 0 15,2-2-80-15,-1-1-32 0,1-2 0 0,-2-2 0 16,-1-2-96-16,-2-2 0 0,-2-1-16 0,0-2 0 16,2 0 208-16,-5-2 64 0,0-3 0 0,-2-3 0 0,-2-2 368 0,-1 3 144 15,-3 2 0-15,-1 2-144 0,-2 1 144 0,-1 2 0 16,-3 4 128-16,-2 4-128 0,0 6 640 0,-4 1 48 15,0 4 16-15,0 2 0 0,-2 2 400 0,4 5 96 16,0 0 16-16,-6 5 0 0,-2 3-656 0,2 4-128 16,-1 2-32-16,-1 4 0 0,0 2-240 0,-1 3-160 15,-1 3 192-15,1 3-192 0,0 2 160 0,-1-1-160 16,4-1 128-16,-2 1-128 0,0-3 128 0,4 3-128 16,2-2 128-16,-1 0-128 0,2-3 0 0,0 1 0 15,1-1 128-15,2-2-128 0,5-2 0 0,0-1 0 0,1-6 0 0,3-1 0 31,0-4-400-31,1-2-16 0,0-3 0 0,1-2 0 16,1-2-1136-16,1 0-240 0,-1-4-32 0,0 2-16 16,1-3-1712-16,-2 1-352 0,-2 0-64 0</inkml:trace>
  <inkml:trace contextRef="#ctx0" brushRef="#br0" timeOffset="16416.68">8391 4127 32015 0,'-12'13'1408'0,"7"-5"320"0,-3 1-1392 16,0 1-336-16,0 2 0 0,3-2 0 0,1 1 1936 0,2-5 320 16,-1 1 64-16,3-7 16 0,0 0-1264 0,0 0-256 15,0 0-48-15,10 1-16 0,2-2-160 0,1-6-16 0,2-3-16 0,0-2 0 16,2-1 32-16,0-1 16 0,0-6 0 0,0 1 0 16,0-1-352-16,0-1-64 0,0-1 0 0,-2 1-16 15,1 0-48-15,-2 1 0 16,-1-3 0-16,0 1 0 0,-2-1-128 0,-2-1 160 0,-2 1-160 0,-2 2 160 15,-1 3-160-15,-2 3 192 0,-2 5-192 0,-2 5 192 16,-2 0 64-16,-3 5 32 0,-2 2 0 0,-3 6 0 16,-3 6-32-16,-2 5 0 0,0 3 0 0,-1 4 0 15,-3 1-96-15,1 3-32 0,2 1 0 0,1 2 0 16,3 0 32-16,2-2 0 0,4 0 0 0,3-2 0 16,4-3-160-16,3-1 0 0,3-3 0 0,5-3 0 15,1-2-1024-15,5-5-128 0,2-4-16 16,3-3-16-16,4-2-1040 0,2-5-208 15,1 0-32-15,-1-5-16 0,2-3-1712 0,-2 1-352 0,-1 0-64 0,0-2 0 16,-1 0 1712-16,-2-3 336 0,-2 0 80 0,0-2 16 0,-3 1 1888 0,-1-2 368 16,-1 0 80-16,-2 1 128 0,-1-3 2160 0,-1 2 544 15,-4-1 112-15,-2 2 32 0,0 2-96 0,-4 2-32 16,-2 0 0-16,-1 2 0 0,-2 1 0 0,-3 1 0 16,-2 1 0-16,-1 3 0 0,-3 4-880 0,-1 0-176 15,-1 4-48-15,-1 1 0 0,1 1-912 0,-2 1-192 16,1 3-48-16,-4 1 0 0,3 2-272 0,0 4-48 15,2-1-16-15,1 2 0 0,-1 0-128 0,4 3 0 16,2-2 0-16,2 0 0 0,2 1 0 0,1-3 0 16,2-2 0-16,2 0 0 0,3-4-160 0,1 0 160 15,3-3-208-15,3-2 80 16,0-2-448-16,2-3-64 0,2-2-32 0,0-2 0 16,2-2-480-16,-1 0-80 0,1-3-32 0,-1 0 0 15,-2-3 208-15,0 0 32 0,-1-1 16 0,-1 1 0 0,-3-4 528 0,0 2 96 0,-1-4 32 0,-1 2 0 16,-2 0 352-16,0 0 0 0,0-1 0 0,-2 2 0 15,-3 2 0-15,-1 2 208 0,-2 2-16 0,-1 0-16 16,0 3 272-16,0 0 48 0,0-1 16 0,-1 4 0 16,5 2 240-16,-6 0 48 0,-1 0 16 0,2 2 0 15,5-2-576-15,-7 4-112 0,2 4-128 0,0 0 176 16,1 0-176-16,1 1 0 0,-1 1-192 0,3 1 192 16,1 2-160-16,1 1 160 0,2 0 0 0,2-1-144 15,0-1 144-15,3 1-128 0,3-2 128 0,0-4-128 16,2-1 128-16,2-2-192 0,0-3 192 0,4-2-192 15,0-5-224-15,1 0-48 16,-1-6-16-16,2-1 0 0,1 1 208 0,-1-3 32 0,-1-2 16 0,-2 0 0 0,0-4 224 0,-2-1-176 16,0-2 176-16,-2 0-160 0,-1-1 160 15,1-5 0-15,-1-2 0 0,2-3 0 0,0-1 0 16,0-2 128-16,-1-1-128 0,-2 0 176 0,-3-2 144 0,0 2 48 16,-1 1 0-16,0 5 0 0,-2 5 320 0,-2 5 64 15,-1 3 16-15,-2 6 0 0,-1 3 384 0,-1 4 96 16,-3 3 16-16,4 4 0 0,0 0-288 0,-7 10-48 15,-2 6-16-15,0 5 0 0,-4 5-496 0,0 2-96 16,-1 6-32-16,1 3 0 0,1 2-32 0,1 0-16 16,4-3 0-16,3 0 0 0,0-1-64 0,4-1-16 15,2-4 0-15,2-2 0 0,1-4-160 0,3-3 0 0,1-2 0 0,3 0 0 16,0-1 0-16,1-4-144 16,0 2 0-16,3-3 0 15,2-3-2720-15,3 3-528 0</inkml:trace>
  <inkml:trace contextRef="#ctx0" brushRef="#br0" timeOffset="17500.61">10173 3922 11967 0,'-9'-15'1072'0,"5"8"-864"0,0-1-208 0,1-1 0 16,1 1 7744-16,-2-2 1520 0,-1-1 288 0,-3 2 64 15,-3 3-6992-15,0-1-1392 0,-4 1-272 0,-2 2-64 16,2 1 48-16,-2 2 16 0,-2 1 0 0,-1 2 0 0,-1 4-576 0,-1 3-96 16,-2 1-32-16,2 3 0 0,1 2-80 0,2 2-32 15,-1 0 0-15,3 1 0 0,3-4-144 0,1 2 0 16,1-1 0-16,3 1 128 0,4-2-128 0,1 1 0 16,0-2 0-16,2-4 0 0,2 1-208 0,3-1-32 15,1-1 0-15,1-1 0 16,0-1-256-16,3-3-48 0,1-2-16 0,2-1 0 15,-1-1 64-15,1-2 16 0,-2-1 0 0,1 2 0 0,2-5 64 0,0-2 16 16,1 0 0-16,0 0 0 0,0 0 192 0,0-3 32 16,-1 0 16-16,-3 3 0 0,0 1 160 0,-1 2 0 15,-3 1 0-15,-5 5-128 0,0 0 128 0,0 0 176 16,0 0-48-16,0 0 0 0,0 0 320 0,0 0 48 16,0 0 16-16,8 4 0 0,-2 2-352 0,1 6-160 0,-2-2 160 0,1 5-160 15,1 3 0-15,-1 0 0 0,1 7 0 0,0 1 0 16,-1 4 0-16,2 4 0 15,-3 2 0-15,0 3 0 0,-1 2 0 0,-2 2 0 0,-4 0 0 0,-2 0 0 16,-1-4 0-16,-3-1 176 0,-1-2-176 16,-1 0 160-16,-2-3-32 0,-1 0-128 15,0-3 192-15,-1-4-64 0,-1-4 32 0,1-2 0 0,0-5 0 0,1-2 0 16,1-2 0-16,0-2 0 0,-1-2 0 0,1-4 0 16,-1-1-16-16,1-4 0 0,2-1 0 0,1-4 0 15,1-2-144-15,3-3 0 0,1-2 0 0,5-6 0 16,2-5-208-16,5-4-32 0,2-5 0 0,6-3 0 15,2-3 80-15,7-5 16 0,4-4 0 0,4-5 0 16,7-3 144-16,0 0-208 0,-1-1 80 0,-1 5 128 0,-3 3-320 16,-2 7 48-16,-6 4 16 0,-1 4 0 15,-6 2 256-15,-3 7 0 0,-4 4-128 0,-3 8 128 0,-2 1 0 16,-3 5 128-16,-5 8-128 0,0 0 192 0,0 0 384 16,0 0 64-16,-5 1 0 0,0 3 16 0,-2 5-384 0,1 2-80 15,-2 3 0-15,-1 2-16 0,-2-1-176 0,3 2 0 16,2 2 0-16,1-1 128 0,2 1-128 0,2-2 0 15,-1-1 0-15,2-3 0 0,2-3 0 0,0 1 0 16,4-5 0-16,-6-6 0 0,6 7-128 0,2-3 128 16,1-2-160-16,0-2 160 0,0-5-192 0,0 0 48 15,-1-2 16-15,3 0 0 0,0-3 128 0,0-1-192 16,-1-4 192-16,2 0-192 0,1-1 48 0,-1 2 0 0,-2-6 0 0,-2 5 0 16,0-1 144-16,-2 4-208 0,0 3 80 0,-2 3 128 15,-3 0 0-15,-1 6 0 16,0 0 0-16,0 0 0 0,-7 4 240 0,2 0 112 15,0 5 32-15,0-1 0 0,-1 1-224 0,3 4-32 0,0 0-128 0,3-1 192 16,1 0-192-16,2-2 0 0,-1 1 0 0,5-2 0 16,2-1 0-16,2-2 0 15,0-1 0-15,4-3 0 0,2-2-144 0,2-2 144 0,1-2-208 0,2-2 80 16,0-2-16-16,0-1 0 0,0 0 0 0,0-4 0 16,-1-2 144-16,-1 0-192 0,-2-3 192 0,0-1-192 15,-2 2 192-15,-3-2 0 0,-4-1-144 0,2-2 144 16,-4 0 0-16,1 1 0 0,-1 0 0 0,-3 4 0 15,-4-1 0-15,0 4 128 0,2 3-128 0,-2 2 192 16,-1 1 272-16,1 8 64 0,0 0 16 0,0 0 0 0,0 0-32 16,0 0-16-16,0 0 0 0,0 0 0 0,0 0-352 15,1 8-144-15,2 1 128 0,2 3-128 0,2 1 0 16,0 1 0-16,1 1 0 0,3 2 0 0,-3-2 0 0,1 1 0 16,0 1-144-16,0 2 144 0,-3 2 0 0,0-2 0 15,-4 0 0-15,0 2 0 0,-4 4 0 0,1-2 0 16,-4 1 0-16,-3-2 0 0,-1-1 272 0,-2-2-32 15,-2-2-16-15,0-4 0 0,-1-1 48 0,0-2 16 16,-1 1 0-16,4-5 0 0,-2 1-288 0,-2-5 160 16,1 2-160-16,-2-4 128 15,3 2-832-15,0-1-160 0,0 0-32 0,0-1-24000 0</inkml:trace>
  <inkml:trace contextRef="#ctx0" brushRef="#br0" timeOffset="18386.65">7854 5600 35247 0,'0'0'1552'0,"0"-8"336"0,0 0-1504 0,0-1-384 16,1 0 0-16,-2-1 0 0,-1-1 1904 0,0 2 304 0,-4 0 64 0,1 1 16 16,-1-4-288-16,-2 5-48 0,0 0-16 0,-1 3 0 15,-3 2-720-15,-1 4-160 0,-2 5-32 0,-10 4 0 16,-1 8-544-16,-2 3-112 0,-3 7-32 0,0 7 0 15,-2 6-160-15,14-12-48 0,-4 4 0 0,3 1 0 16,1 0 16-16,4-1 0 0,3-4 0 0,4-1 0 16,4-1-144-16,4-4 0 0,3-3 0 0,2-4 0 15,2-4 0-15,3-2 0 0,4-1-192 0,2-4 192 0,2-3-384 16,3-5 64-16,3-3 0 0,-1 0 0 0,0-6 0 16,1 0 0-16,2-2 0 0,0-2 0 0,0-4-48 0,0-1 0 15,-1 1 0-15,0-1 0 0,-3-1 96 0,-1 2 16 16,0 0 0-16,-4 4 0 0,-4 0 256 0,-3 5-128 15,-1 2 128-15,-2 4 0 0,-2-1 0 0,-5 5 144 16,0 0 16-16,4 8 0 0,-4 4 384 0,0 3 80 16,0 5 16-16,0 3 0 0,0 1-256 0,1 2-32 15,2-3-16-15,-1 1 0 0,2-5-144 0,1 0-48 16,2-4 0-16,1 1 0 0,1-7-144 0,0 0 0 16,0-2 0-16,0-2 0 0,0-1 0 0,1-2 0 15,-3 0 0-15,1-2 0 0,0 0 0 0,0-2 0 16,-2-3 0-16,1 1 0 0,-7 4 0 0,6-4 0 15,0-3 0-15,-2-1 0 0,-3 0 144 0,0-4-144 16,0 0 160-16,1 1-160 0,-1-1 128 0,0-1-128 16,1-3 0-16,-1 1 0 15,0 0-256-15,1 1-160 0,0 0-32 0,1 1 0 16,-1 1-1472-16,4-1-320 0,1-3-48 0</inkml:trace>
  <inkml:trace contextRef="#ctx0" brushRef="#br0" timeOffset="18551.25">8504 5582 20271 0,'-5'-2'1792'0,"5"2"-1424"0,0 0-368 0,0 0 0 16,0 0 7376-16,0 0 1408 0,0 0 288 0,0 0 48 15,4-6-6640-15,0 1-1328 0,0-2-272 0,2 1-48 16,2 2-496-16,2-1-80 0,2-2-32 0,3 2 0 16,0 0-464-16,1 1-80 0,-2 0-32 0,3 1 0 15,-1-2-1520-15,-1 2-304 0,-2 2-64 0,0 1-20240 16</inkml:trace>
  <inkml:trace contextRef="#ctx0" brushRef="#br0" timeOffset="18734.62">8470 5801 27647 0,'-14'6'2448'0,"9"-3"-1952"16,-1-2-496-16,6-1 0 0,0 0 4272 0,0 0 752 16,0 0 160-16,0 0 16 0,0 0-3392 0,0 0-672 15,10 3-144-15,0-2-32 0,2-1-256 0,2-1-64 16,2-2-16-16,1-1 0 0,1-1-368 0,3-1-80 15,4-1-16-15,1-1 0 0,1-1-160 0,2-1-224 0,-1-1 48 0,4-3 16 32,-1 1-1952-32,3 1-400 0,0 2-80 0,1-1-11296 0,1 2-2240 0</inkml:trace>
  <inkml:trace contextRef="#ctx0" brushRef="#br0" timeOffset="18935.91">9234 5528 41631 0,'0'0'1856'0,"0"0"368"0,-5 0-1776 0,0 2-448 0,0 0 0 0,-3 0 0 16,-3 1 1888-16,0 4 288 0,-4 1 64 0,0 2 16 16,-2 5-688-16,-2 2-144 0,0 1-16 0,-1 3-16 15,1 1-816-15,2 1-144 0,0 2-48 0,4 0 0 16,2 0-192-16,4-2-64 0,1-2 0 0,5 0 0 16,2-2-720-16,3 0-160 0,3-5-16 0,3-1-16 15,3-1-560-15,3-4-96 0,2-1-32 0,3-5 0 16,2-4-1120-16,2-4-224 0,1-1-64 0,0-3-15792 15</inkml:trace>
  <inkml:trace contextRef="#ctx0" brushRef="#br0" timeOffset="19986">9538 5601 32943 0,'-1'-13'1456'0,"1"13"304"0,-6-2-1408 0,1 0-352 16,-1 0 0-16,-3 0 0 0,-2 2 3264 0,-1 0 592 16,-1 3 112-16,-2 4 32 0,-3 2-1920 0,-3 4-384 15,1-1-80-15,2 3-16 0,0 1-656 0,1 1-144 16,-2 2-32-16,4-2 0 0,2 3-448 0,4-3-80 15,1 0-32-15,3 0 0 0,-1-2-208 0,5 0 0 16,1-4 0-16,3 0 0 0,1-2-320 0,2-3-64 16,2 0-16-16,0-2 0 15,-8-4-176-15,9 0-16 0,4-2-16 0,1 0 0 16,1-2 48-16,-1-3 16 0,0-1 0 0,1-1 0 0,0-2 128 0,1-1 32 16,0-4 0-16,0-1 0 0,3-2 144 0,0-2 48 15,2-1 0-15,1 1 0 0,-1-1 192 0,-1 1-176 0,-2 0 176 0,0 5-160 16,-3 3 160-16,-4 3 0 0,-2 5-144 15,-2 2 144-15,-7 3 144 0,0 0 112 0,0 0 0 0,1 8 16 16,-3 5 560-16,-1 4 96 0,-1-2 32 16,-1 4 0-16,-2 0-320 0,2 2-64 0,1-1-16 0,0-2 0 15,2-1-240-15,0 0-64 0,1-4 0 0,2-1 0 16,2-3-256-16,0-3 0 0,-3-6 0 0,0 0 0 16,4 5 0-16,1 1 0 0,-5-6 0 0,6 0 0 15,-6 0 0-15,8-2 0 0,0-4 0 0,1-1-144 0,0-3 144 16,0-2-160-16,2-2 160 0,-1-2-160 0,1-1 16 0,-1-1 0 15,2-2 0-15,0 0 0 0,-1-1 16 0,1 2 0 16,-2 4 0-16,2-1 0 0,-1 4 128 0,-2 2 0 16,-3 2 0-16,-1 4 0 0,-5 4 0 0,0 0 0 15,0 0 0-15,0 0 0 0,0 0 192 0,2 8 0 16,-2 4 16-16,-2 1 0 0,2 4-48 0,0-2-16 16,0 1 0-16,2 0 0 0,0-1-144 0,4 0 0 15,-1-2 0-15,1 0 0 0,-1-4 0 0,3-1 0 16,1-3 0-16,3-1 0 0,0-2 0 0,2 0 0 15,1-4-176-15,0-1 176 0,2-3-128 0,0 0 128 16,0-5-128-16,-1 2 128 0,-2-1-144 0,0-1 144 16,-1 2-160-16,0-5 160 0,-1-2-192 0,3-1 48 15,-2-1 16-15,-2 0 0 0,0 0-32 0,-2-2 0 16,0-1 0-16,1 0 0 0,0-1 160 0,-3 5-128 16,0-1 128-16,-2 4-128 0,-4 2 128 0,-1 4 0 15,0 8 0-15,0 0 0 0,0 0 384 0,0 0 48 16,0 0 16-16,0 0 0 0,0 0-64 0,0 0 0 0,-6 3 0 0,6-3 0 15,0 0-384-15,-3 7 0 0,3 1 0 0,-1 3 0 16,1-3 0-16,0 2 0 0,5 2 0 0,0-2 0 16,2-1 0-16,1 2 0 0,1-2 0 0,1 1 0 15,-1 2 0-15,-1 0 0 0,1-3 0 0,2 1 0 16,1-1-400-16,-3 1 32 0,0-3 16 0,-1 4 0 16,-3-3 160-16,-1-1 16 0,1 1 16 0,-2 0 0 15,-3-8 160-15,0 8-160 0,-2-2 160 0,0 1-160 0,-2 1 160 0,0-2-160 16,-1 2 160-16,-1 0-160 0,1-2 16 15,0 2 0-15,0 0 0 0,-2 1 0 0,1-1-48 0,1 0 0 16,1-3 0-16,4-5 0 0,0 0 0 0,0 0 0 16,0 0 0-16,0 0 0 15,4 7-224-15,2-2-48 0,2-4-16 0,1-1 0 16,3-4-32-16,1 0-16 0,2-6 0 16,5-1 0-16,-2-3 192 0,2 0 32 0,-2-2 16 0,0-2 0 0,1-2 288 0,0-2-160 15,2-4 160-15,0 0-128 0,-2-1 128 0,4-1 0 16,-1-4 0-16,-1-1 0 0,-1 0 0 0,0 2 176 15,-2 1-176-15,-2 1 192 0,-3 3 336 0,-3 3 80 16,-1 2 16-16,-2 4 0 0,-4 1 336 0,-1 5 80 16,1 3 16-16,-3 8 0 0,0 0-272 0,0 0-48 15,0 0-16-15,0 0 0 0,0 0-384 0,-4 12-80 16,-1 3 0-16,-2 6-16 0,-1-1-240 0,2 3 0 16,-1 3 0-16,1 0 0 0,1 0 0 0,1 0 0 15,0-1 0-15,1-1 0 0,2 1 0 0,1-2 0 16,1-2 0-16,-1-2 0 0,0 0-336 0,0-1 32 15,0-1 16-15,-1 0 0 16,-2-4-592-16,1-1-112 0,-1-1-32 0,0-2 0 16,1-2-592-16,2-7-128 0,-4 8-32 0,4-8 0 15,0 0-1600-15,-7 2-320 0</inkml:trace>
  <inkml:trace contextRef="#ctx0" brushRef="#br0" timeOffset="20169.21">10413 5446 31327 0,'0'0'2784'0,"0"0"-2224"0,0 0-560 0,0 0 0 0,0 0 4688 16,10 4 832-16,2-1 176 0,2-3 16 0,3 0-4032 0,4-4-800 16,4 3-176-16,2-1-16 0,1 0-240 0,2-1-32 15,1-1-16-15,3 0 0 0,0-1-400 0,1 0 128 16,-1-2-128-16,0 2 0 16,1 0-512-16,-3 2-176 0,-3-2-32 0,-1 4-16 15,-2-2-2944-15,-3 3-592 0</inkml:trace>
  <inkml:trace contextRef="#ctx0" brushRef="#br0" timeOffset="20337.77">10943 5664 50799 0,'0'0'2240'0,"0"0"480"0,0 0-2176 0,0 8-544 15,0-8 0-15,0 8 0 0,0-8 1232 0,0 0 144 16,0 0 32-16,0 0 0 0,0 0-640 0,0 0-112 0,0 0-16 15,0 0-16-15,0 0-624 0,7 7-288 0,-7-7 32 0,10 6-16816 16,5-2-3344-16</inkml:trace>
  <inkml:trace contextRef="#ctx0" brushRef="#br0" timeOffset="65902.47">14141 497 19343 0,'-7'-9'848'0,"-1"3"192"0,-4-5-832 0,0 1-208 0,-1-1 0 0,4 4 0 0,3 3 6384 0,2 0 1232 0,4 4 240 0,0 0 48 32,0 0-6736-32,0 0-1344 0,0 0-272 0,8 17-48 0,2 6 144 0,0 10 32 0,2 3 0 0,-1 7 0 15,2 5 144-15,1 9 48 0,0 6 0 0,-1 12 0 16,2 11 128-16,-1 6 0 0,-1 4 0 0,0 4 0 16,-1 0 0-16,0 9 0 0,-2-3 0 0,0 8 0 15,0 1 0-15,-3 1 0 0,2 2 0 0,1 3 128 16,-1 3-128-16,0 3 0 0,-1 3 0 0,1 8 0 15,-1 2 0-15,-1 3 128 0,0 2-128 0,1 8 0 16,1 6 128-16,1 7-128 0,-1 8 160 0,2 1-160 16,-1 2 192-16,2 5-48 0,0 7-16 0,1 7 0 15,0 2-128-15,1 9 0 0,2 6 144 0,-2 5-144 16,-3 3 0-16,-2 7 0 0,0 8 0 0,-4 6 128 16,-2 1-128-16,-2 5 0 0,-5 0 0 0,-1 2 128 15,-3-1-128-15,-1 1 0 0,0-2 0 0,-6 4 128 0,-1 1 0 16,-3 0 16-16,0 1 0 0,-1-1 0 0,-1 2 80 15,0-3 16-15,2-4 0 0,-1-1 0 0,2 1 144 0,0-3 48 16,0-1 0-16,1 1 0 0,0-1-64 0,0 0-16 16,1 1 0-16,0 0 0 0,-1 1-96 15,3 1 0-15,1-1-16 0,1-1 0 0,-1-2-80 0,0-4-16 16,2-1 0-16,-1-6 0 0,-1-7-16 0,1-3-128 16,0-6 192-16,1-4-64 0,-1-8-128 0,1-4 128 15,2-11-128-15,0-8 128 0,-1-10 16 0,3-6 0 16,1-2 0-16,-1-9 0 0,2-9-144 0,2-8 192 15,1-7-192-15,2-7 192 0,1-12-192 0,0-6 0 16,1-3 0-16,0-7 128 0,-2-8-128 0,3-3 0 16,-1-2 0-16,2-5 0 0,0 1 0 0,0-1 0 15,-1-7 0-15,1-2 0 0,1-7 0 0,1-5 0 0,2-5 0 0,-1-2 0 32,3-4-512-32,1 0-144 0,0 1-32 0,4-4-14656 0,0-4-2928 0</inkml:trace>
  <inkml:trace contextRef="#ctx0" brushRef="#br0" timeOffset="70176.38">15259 1214 20271 0,'0'0'896'0,"0"0"192"0,0 0-880 0,-6 3-208 0,0-2 0 0,6-1 0 16,-4 7 4592-16,0 2 864 0,-1 4 176 0,0 1 48 15,1 3-3584-15,-3 4-720 0,1 3-144 0,-1 2-16 16,1 2-480-16,-1 4-96 0,2 1 0 0,1-1-16 16,-1 0-352-16,1 0-64 0,1-2-16 0,2-3 0 15,1-2-192-15,0 0 128 0,1-6-128 0,1-1 0 16,-2-2 128-16,0-3-128 0,0 0 0 0,0-5 0 16,0-8 0-16,0 0 0 0,0 0 0 0,0 0 0 15,0 0 160-15,0 0-160 0,0 0 160 0,0 0-160 0,-2-8 160 0,2-4-160 16,2-5 160-16,2-3-160 0,1-3 0 0,4-7 0 15,3-5 0-15,2-4 0 0,0-4 0 0,3 0 0 16,3 0 0-16,1 1 0 0,0 1-208 0,-1 1 64 16,1 1 16-16,0 5 0 0,-1 2 128 0,-2 5 0 15,0 2 0-15,-2 8-128 0,-1 4 128 0,-3 5-128 16,-3 1 128-16,-1 7-128 0,-1 3 320 0,-2 5 64 16,0 2 0-16,-1 6 16 0,0 1 304 0,-1 4 64 15,-2 3 16-15,0 3 0 0,-1 0-208 0,0 2-32 16,-1 1-16-16,1 1 0 0,-1 1-144 0,-1 2-16 15,2 2-16-15,0-1 0 0,2-1-224 0,-1-2 128 16,-1 0-128-16,1-2 0 0,2-4 0 0,-1-2 0 16,1-1 0-16,0-3 0 0,-1 0-240 0,1-3-32 0,-2-1-16 15,2-3 0 1,-2-4-912-16,0-3-176 0,-1-6-32 0,0 0-16 16,0 0-688-16,0 0-144 0,0 0-32 0,0 0 0 15,0 0-1472-15,0 0-288 0,-24-11-64 0,4-9-16 0</inkml:trace>
  <inkml:trace contextRef="#ctx0" brushRef="#br0" timeOffset="70521.83">15123 1540 14735 0,'-25'-2'1312'0,"14"0"-1056"0,0 1-256 0,6 1 0 15,5 0 6368-15,0 0 1216 0,0 0 240 0,0 0 48 16,0 0-5824-16,8-4-1152 0,5 2-256 0,2-5-32 16,4 1-64-16,4-1-16 0,5-2 0 0,2-2 0 0,-2 1-352 0,5-2-176 15,-1 1 160-15,4-1-160 16,-2-1 144-16,-1 2-144 0,0 4 128 0,0-4-128 0,-1-1 0 0,-1 2 0 15,-2-1-224-15,-4 1 80 16,-2 0-560-16,-2 1-128 0,-2-5 0 0,4-2-16 16,-5 2-464-16,-5 1-96 0,0 0 0 15,-2 3-16-15,-3-2 432 0,-3 3 96 0,-4 1 0 0,0 0 16 0,-1 8 880 16,0 0 0-16,0 0 208 0,0 0-32 0,-2-5 976 0,2 5 208 16,0 0 48-16,0 0 0 0,0 0 144 0,0 0 48 15,-3 13 0-15,2 3 0 0,0 2-448 0,-1 3-96 16,0 1-16-16,-2 4 0 0,0 3-320 0,0 2-64 15,0 3-16-15,1-6 0 0,1-1-320 0,0 3-80 16,1 0-16-16,0 0 0 0,0 0-224 0,1-3 0 16,0-1 128-16,0-1-128 0,1-4 0 0,0 1 0 0,0-5 0 0,2-3-160 31,0-2-944-31,-1-4-192 0,-2-8-48 0,6 6 0 16,0-2-1248-16,1-2-256 0,0-4-48 0,3-3-16048 0</inkml:trace>
  <inkml:trace contextRef="#ctx0" brushRef="#br0" timeOffset="71012.84">15905 1373 35471 0,'0'0'1568'0,"0"0"336"0,0 0-1520 0,0 0-384 0,0 0 0 0,0 0 0 15,0 0 1728-15,8 11 256 0,-1-1 64 0,-2 2 16 16,-2-2-272-16,-1 3-64 0,-1 0-16 0,1 4 0 16,-1 3-640-16,2-2-128 0,-2 3-32 0,0-7 0 15,2 2-384-15,-1 1-80 0,1-3 0 0,2 2-16 16,-1-2-304-16,0-1-128 0,0-1 128 0,0 0-128 0,0-2 0 0,0-2 0 15,0 0 0-15,-4-8 0 0,0 0 0 0,6 4 0 16,-6-4 0-16,0 0 0 0,7-1 0 0,-2-5 0 16,0 0 0-16,0-3 0 0,1 0 0 0,0-11 0 15,2 0 0-15,-2 0 0 0,2-5 0 0,-1 0 0 16,-1 0 0-16,2 1 0 0,1-3-176 0,0 4 176 16,-1 3-128-16,-1 3 128 0,-2 3 0 0,0 5-128 15,-5 9 128-15,0 0 0 0,0 0 0 0,0 0-128 16,0 0 128-16,7 12 0 0,-3 3 0 0,1 6 176 15,-3 4-16-15,1-8 0 0,1 4 32 0,0 0 0 16,0 0 0-16,1-1 0 0,3 0-192 0,1-2 0 16,3-1 0-16,-2-3 128 0,2 0-128 0,0-4 0 15,1-1 0-15,-2-5 0 0,2-1 0 0,0-3 0 16,0-2 0-16,-1 0 0 0,0-1 0 0,-2-2 0 0,-1-2 0 16,1 0 0-16,-3-4 0 0,1-1 0 0,-1-1 0 0,-2-1 0 15,0-3 0-15,0-1 0 16,-2-3 0-16,1 0 128 0,0-1-128 0,-2 1 0 15,1-1 0-15,-2 1 0 0,1 1-240 0,-2 1-16 0,1 3-16 16,-1 2 0 0,0 1-960-16,1 2-192 0,-1 5-48 0,0 6 0 15,2-7-592-15,-2 7-128 0,0 0-32 0,0 0 0 16,6 7-512-16,1-1-96 0,0-2-32 0,4 2-7440 0,1 0-1504 0</inkml:trace>
  <inkml:trace contextRef="#ctx0" brushRef="#br0" timeOffset="72229.44">16690 1311 14735 0,'0'0'1312'0,"0"0"-1056"0,0 0-256 0,0 0 0 0,-8 0 4928 0,1 2 944 16,-4 5 176-16,1-1 32 0,-2 4-2624 0,-2 1-512 16,-3 5-128-16,-2 1 0 0,-1 5-1072 0,-1 3-208 15,-1 1-32-15,1 0-16 0,1-1-656 0,4 0-144 16,2-5-32-16,4 0 0 0,1-3-448 0,3-4-80 16,2 0-128-16,3-3 176 0,2-2-320 0,-1-8-64 15,8 5-16-15,3-1 0 16,0-2-352-16,4-4-80 0,2-2-16 0,-2-3 0 15,2-4 16-15,0 2 0 0,0-1 0 0,-1-3 0 16,1-3 192-16,-3-1 32 0,-1 0 16 0,-1 0 0 0,-2 0 416 0,1 2 0 16,-2-4 0-16,-1 4 0 0,-3-1 0 0,-1 2-128 15,-2-1 128-15,0 4 0 0,-1 0 208 0,0 2 128 16,-2-1 32-16,-2 2 0 0,3 8 112 0,0 0 32 16,0 0 0-16,0 0 0 0,0 0-64 0,0 0 0 15,0 0 0-15,-5 1 0 0,5-1-80 0,-6 8-32 16,-2 4 0-16,3 2 0 0,-2 2-128 0,1 2-16 15,0 4-16-15,1-4 0 0,1 1-176 0,2 0 128 0,0-1-128 16,4-1 128-16,-1-1-128 0,3 0 0 16,1-6 0-16,3 0 0 0,1 0 0 0,-1-4-144 15,1-3 144-15,1 1-160 0,2-4 16 0,0 0 0 0,0-4 0 16,-1-2 0-16,0 0 144 0,-1-2-128 0,-1-2 128 0,2-3-128 16,-1-3 128-16,-1-1 0 0,-1-2 0 15,3-4 0-15,-1 0 0 0,0-1 0 0,0 2 0 0,-1 4 0 16,-3 0 0-16,-1 3 144 0,-2 5-144 0,-2 0 160 15,2 3-160-15,-3 7 0 0,0 0 0 0,0 0 0 16,0 0 0-16,0 0 160 0,0 0 16 0,-4 12 0 0,0 1 64 16,-1 0 16-16,-2 2 0 0,1 5 0 0,1-2-64 0,1 3-16 15,0 3 0-15,3-4 0 0,1 1-176 0,0-1 0 16,1-2 0-16,1-2 0 0,2-2 0 16,3-1 0-16,-1-2 0 0,1-2 0 0,-1-3 0 15,2-1 0-15,0-1-144 0,0-1 144 0,1 0-256 0,1-3 48 16,1-3 16-16,-1 0 0 0,1-2 64 0,-2-1 128 15,1-2-208-15,1-1 80 0,-1 0 128 16,1-4 0-16,-2-1-144 0,0-1 144 0,0-3 0 0,1-2 0 16,0-1 0-16,-1 2 0 0,-2 0-128 0,1 1 128 15,-1 0 0-15,-1 1 0 0,1 3 0 0,-3 2 0 16,-2 0 0-16,1 3 0 0,-2 1 0 0,-1 2 0 16,0 6 0-16,0 0 0 0,0 0 0 0,0 0 0 15,0 0 128-15,0 0-128 0,-2-7 176 0,2 7-48 0,0 0-128 0,0 0 192 16,0 0-192-16,0 0 0 0,0 0 0 0,-6 5 0 15,3 2 0-15,-1 2 0 16,0-1 0-16,0 5 0 0,0 4 0 0,0 4 0 0,0 2 0 0,3 4 0 16,-2 2 0-16,1 2 0 0,0 2 0 0,1 1 0 15,1 5 0-15,0-2 0 16,1 0 0-16,2 5 0 0,-1-1 0 0,1 4 0 0,-2-2 0 0,1 4 0 16,0-1 0-16,0 1 0 0,-2 0 0 0,0 0 0 15,-2-1 0-15,0-1 0 0,-1-5 0 0,-1-3 0 16,-1-5 0-16,-2-2-128 0,0-4 128 0,-1-1 0 15,-1-3 0-15,0-1 0 0,-2-3 0 16,1-3 0-16,-1-4 0 0,0 0 176 0,-1-3-176 0,1-3 160 0,0-1-160 16,-1-4 0-16,0-4 144 0,0 1-144 15,1-3 0-15,-2-2 0 0,0-4 0 0,2-2 0 0,3-4-256 16,2-3 16-16,2-7 16 0,3-2 0 0,3-6 32 0,5-6 0 16,3-5 0-16,3-5 0 0,3-4 0 0,3 0 0 15,2 1 0-15,4 1 0 0,1-1 64 0,2-1 128 16,0 0-208-16,1 2 80 0,0 2 128 0,1 2 0 15,-3 4 0-15,-1 3 0 0,-3 1 0 0,0 7 0 16,-4 3 0-16,-1 4 0 0,-5 2 0 0,1 2 0 16,-4 3 0-16,-1 4 128 0,-1 3 16 0,-3 2 16 15,-2 2 0-15,-1 2 0 0,-2 1 80 0,0 0 16 16,0 7 0-16,0 0 0 0,0 0 48 0,0 0 16 0,0 0 0 0,0 0 0 16,0 0-112-16,0 0-16 0,-6-2 0 0,6 2 0 15,-7 2-64-15,7-2-128 0,-5 7 176 0,2 0-176 16,1 1 0-16,1 0 0 15,2-1 0-15,0 3 0 0,2 0 0 0,1-1 0 0,1 2 0 0,1-1 0 16,2 0 0-16,0 2 0 0,-1 0 0 0,0 0 0 16,3-2 0-16,-3-1 0 15,2 0 0-15,1 3 0 0,-3-2 0 0,1 2 0 0,-3 0 0 16,-1 0 0-16,-2 1 0 0,-2 1 0 0,-3-1 0 16,-2 0 0-16,-2 1 0 0,-2 1 0 0,-1-1 128 0,-3 0-128 15,-2 1 176-15,1-1-32 0,-2 0 0 0,1 1 0 16,-2-2 0-16,1 0 0 0,1-1 0 0,-1-3 0 15,0-1-144-15,3-2 0 0,1-5 0 0,3 5 0 16,3-5-736-16,6-1-224 16,0 0-64-16,0 0 0 0,0 0-3392 0,9-11-704 15</inkml:trace>
  <inkml:trace contextRef="#ctx0" brushRef="#br0" timeOffset="72764.86">17815 1337 32255 0,'-11'6'1424'0,"11"-6"304"16,-7-1-1392-16,7 1-336 0,0 0 0 0,0 0 0 0,-6 0 4288 0,6 0 800 15,0 0 160-15,0 0 16 0,0 0-3904 0,0 0-784 16,0 0-144-16,0 0-48 16,0 0-1216-16,0 0-240 0,0 0-48 0,3 5-16 15,3 2-2848-15,-1 2-576 0,5 7-112 0,-10-16-32 0</inkml:trace>
  <inkml:trace contextRef="#ctx0" brushRef="#br0" timeOffset="72897.34">17858 1566 30399 0,'0'0'1344'0,"-4"6"288"0,-1-3-1312 0,5-3-320 16,0 0 0-16,0 0 0 0,-5 8 4560 0,1-1 848 16,4-7 160-16,-4 6 48 0,4-6-3392 0,-4 6-688 15,4-6-128-15,0 0-16 0,0 0-992 0,0 0-192 16,0 0-32-16,0 0-16 16,0 0-2304-16,8 6-464 0</inkml:trace>
  <inkml:trace contextRef="#ctx0" brushRef="#br0" timeOffset="83660.37">19329 960 39743 0,'-8'-4'1760'0,"4"2"352"0,-2-2-1680 0,0 0-432 0,0 0 0 0,-2 1 0 16,-1-1 1056-16,-1 2 128 0,-3 0 32 0,-1 1 0 15,0-3 240-15,-4 3 48 0,0 2 16 0,-2 2 0 16,-2-1-944-16,0 2-176 0,0 3-32 0,-3 1-16 16,1 1-176-16,2 0-48 0,0 1 0 0,0-2 0 0,1 3-128 0,1 0 0 15,2 0 0-15,0-1 128 0,1-2-128 0,1 0 0 16,2 0 0-16,2-2 0 0,4 1 0 0,2-2 0 16,-1 0 0-16,4 0 0 0,3-5 0 0,0 0 0 15,0 8-176-15,0-8 176 0,3 8 0 0,4 0 0 16,2-3 0-16,1 0-128 0,2-1 128 0,3-1-160 15,-1-1 160-15,4 1-160 0,2-2 160 0,-2-1 0 16,3 3 160-16,1-3-160 0,1 3 0 0,2 0 0 16,1-1 0-16,0 3 0 0,0-2 0 0,1 2 0 15,-3 0 0-15,-2 2 0 0,-1 0 0 0,-2 2 0 16,-4 1 0-16,0 0 0 0,-4 2 0 0,0 1 128 0,-5-3-128 0,-1 2 0 16,-2 1 128-16,-3 0 0 0,-3-3-128 0,0 3 192 15,-3-2 128-15,-2 2 32 0,-3-4 0 16,-4 2 0-16,0-6 160 0,-2 3 16 15,-1-1 16-15,-3 0 0 0,-1-3-160 0,-2 1-16 0,-2-1-16 0,0 0 0 16,-1-4-160-16,-1 1-48 0,1 0 0 0,-1 1 0 16,1-4-144-16,0 0 0 0,-1-1 144 0,4-1-144 15,1 0 0-15,4 0 0 0,2-2 0 16,1-1 0 0,3 0-784-16,4-2-128 0,3-1-32 0,3 3 0 15,4-1-1296-15,6 1-256 0,3-1-48 0,6 4-11680 0,3-1-2352 0</inkml:trace>
  <inkml:trace contextRef="#ctx0" brushRef="#br0" timeOffset="83810.02">19455 1403 25791 0,'0'0'2304'0,"0"0"-1856"16,-5 7-448-16,5-7 0 0,0 0 4224 0,0 0 768 16,-5 5 128-16,5-5 48 0,0 0-4224 0,0 0-944 15,0 0 0-15,0 0 0 16,0 0-2128-16,0 0-352 0,9-5-64 0</inkml:trace>
  <inkml:trace contextRef="#ctx0" brushRef="#br0" timeOffset="84143.88">20052 950 42271 0,'0'0'1872'0,"0"0"384"0,-1-7-1808 15,0-1-448-15,1 2 0 0,0-1 0 0,0-1 1072 0,-1 2 112 0,-1-1 32 0,2 7 0 16,-1-7 128-16,1 7 16 0,-3-7 16 0,3 7 0 16,0 0-528-16,-7 0-96 0,-3 1-32 0,-1 5 0 15,-2 3-256-15,-3 4-48 0,-4 2-16 0,0 8 0 16,-4 4-208-16,1 3-64 0,-2 1 0 0,1 2 0 16,1-3-128-16,5 0 160 0,1-1-160 0,2-2 160 15,2-1 32-15,3-5 0 0,2-2 0 0,4 0 0 16,2-4-192-16,2 1 0 0,1-3 0 0,3 0 0 15,1-3 0-15,2 2-224 0,0-1 48 0,2-1 16 16,2-2-64-16,1 0-16 0,-1-1 0 0,2 0 0 16,2 0-144-1,-1-4-16-15,2 1-16 0,1 0 0 0,1-1-1120 0,1-2-240 0,1-2-32 0,4-3-16 16,-1-4-1856-16,3-1-368 0,29-14-80 0,-12 3-16 0</inkml:trace>
  <inkml:trace contextRef="#ctx0" brushRef="#br0" timeOffset="84294.55">20333 1274 31327 0,'-17'9'1392'0,"12"-5"272"0,-1 0-1328 0,6-4-336 16,-4 7 0-16,4-7 0 0,-2 8 3808 0,-1-2 688 15,3-6 144-15,0 0 32 0,0 0-3104 0,0 0-608 16,2 8-128-16,-2-8-32 16,5 3-1168-16,3 0-224 0,2-1-48 0,3-2-16 15,3-2-2560-15,3 0-512 0</inkml:trace>
  <inkml:trace contextRef="#ctx0" brushRef="#br0" timeOffset="84745.36">21050 826 48543 0,'-13'-5'2160'0,"8"3"432"0,-2 0-2080 16,1 0-512-16,0 1 0 0,0 0 0 0,-3-4 768 0,0 1 64 0,-1 1 0 0,0 2 0 15,-3 1-48-15,-1 0 0 0,-5 2 0 0,2 1 0 16,-1 0-448-16,-1-1-80 0,-4 1-32 0,1 3 0 0,0 2-224 0,0 1 128 16,-2 2-128-16,5-1 0 0,2-1 128 0,1 0-128 15,2 1 0-15,2-1 0 0,3 0 0 0,1 0 0 16,0 0 0-16,3 0 0 0,1-1 0 0,2 0 0 16,0 1 0-16,1 0 0 0,2-1-128 0,3 0 128 15,3 0 0-15,1-1 0 0,0 0-128 0,2-1 128 16,4 1 0-16,2-1 0 0,2 1 0 0,3-3-128 15,1 1 128-15,2 0 0 0,-1-1 0 0,1 1 0 16,-1 2 0-16,2-3 0 0,-3 2 0 0,-1 1 0 16,0 1 0-16,-2-2 0 0,0 2 0 0,-4 1 0 15,-3 0 0-15,-2 0 0 0,2 1 0 0,-4 0 0 16,-2-2 0-16,-2 1 0 0,-1 0 0 0,-2 1 192 16,-2-3-48-16,-2 2-16 0,-1 2 112 0,-1 0 16 0,1-3 0 0,-2-1 0 15,-2-1-96-15,-2 2-16 16,-2-2 0-16,-3 1 0 0,-1-3-144 0,-5 1 0 0,-3 0 0 0,-8 4 0 15,-2 1-336-15,0-1 0 16,1-1 0-16,3-1 0 16,4 2-160-16,4-2-16 0,1 0-16 0,4-2 0 15,3 0-1024-15,6-1-208 0,8-4-32 0,0 0-13040 0,0 0-2592 0</inkml:trace>
  <inkml:trace contextRef="#ctx0" brushRef="#br0" timeOffset="84912.81">21397 1248 22111 0,'0'0'976'0,"0"0"208"0,-4 7-944 0,4-7-240 0,0 0 0 0,0 0 0 16,0 0 7920-16,0 8 1536 0,-2-2 304 0,2-6 64 15,0 0-7536-15,0 0-1520 0,0 0-288 0,0 0-64 0,0 0-304 0,0 0-112 16,0 0 0-16,0 0 0 0,0 0 0 0,0 0 0 16,0 0 0-16,0 0 0 15,0 0-1136-15,7 5-208 0,3 2-64 0</inkml:trace>
  <inkml:trace contextRef="#ctx0" brushRef="#br0" timeOffset="124354.46">21939 1088 19343 0,'0'0'1728'0,"-5"-3"-1392"0,0 1-336 0,5 2 0 0,0 0 5632 0,0 0 1072 15,-10-4 208-15,5-1 32 0,4 2-4576 0,2-1-896 16,-1 4-192-16,12-3-48 0,1 0-416 0,1 1-96 16,2 1-16-16,0-3 0 0,1 1-224 0,1 1-48 15,4 0-16-15,4 0 0 0,3-2-64 0,1 1-16 16,0 1 0-16,0-1 0 0,1-1-128 0,4-1-16 16,4 0-16-16,0-2 0 0,0-1-176 0,-1 2 0 0,0-1 144 15,-1 1-144-15,-2-1 0 0,0 1 0 0,0-1 0 16,-1 2 0-16,-3 0-256 0,-1 0-80 0,-1-1-16 15,-4 4 0 1,-4-2-1120-16,-3 3-240 0,-1-1-32 0,-3 2-16 16,-2 0-704-16,-3 0-144 0,-9 0-16 0,7 0-9792 0,-7 0-1936 0</inkml:trace>
  <inkml:trace contextRef="#ctx0" brushRef="#br0" timeOffset="124855.19">22758 806 16575 0,'-13'-2'736'0,"13"2"160"0,-8-3-720 0,1 2-176 15,7 1 0-15,0 0 0 0,0 0 6832 0,0 0 1328 16,0 0 272-16,0 0 48 0,0 0-5472 0,0 0-1104 16,0 0-224-16,0 0-32 0,0 0-896 0,0 0-176 0,0 0-48 0,7 8 0 15,2-1-240-15,1 1-48 16,1 0-16-16,1 0 0 0,-2 0-224 0,3 1 176 0,3-3-176 0,2 1 160 15,0-1-160-15,3 1 0 0,1-1 0 0,-1 1 0 16,0-3 0-16,0 2 0 16,-2-3 0-16,1 2 0 0,-2-1 0 0,-1 0 0 0,-4 0 0 0,-1 1 0 15,-3-2-128-15,-1 1 128 0,0 1 0 0,-8-5 0 16,0 0 0-16,4 6 0 0,-4-6 0 0,0 7 0 16,-3 1 0-16,-1 1 208 0,-3 1-48 0,-2 2-16 0,-2 2 0 15,-2-1 0-15,-3-1 0 0,-1 2 0 0,-1 3-16 16,-3-1-128-16,1 0 192 0,2-1-64 0,0 1-128 0,2-2 0 15,3 1 0-15,4-2 0 16,1-2-1168-16,6-1-176 0,2-1-16 0,5 0-14768 16,5 0-2944-16</inkml:trace>
  <inkml:trace contextRef="#ctx0" brushRef="#br0" timeOffset="125973.6">24387 795 26895 0,'0'0'1184'0,"0"0"256"0,0 0-1152 0,0 0-288 0,-1-4 0 0,0 0 0 16,-1 2 2048-16,1 1 336 0,1 1 80 15,0 0 16-15,0 0-192 0,0 0-48 0,0 0 0 0,0 9 0 16,-1 2-1152-16,0 2-256 0,-1 2-32 0,1 4-16 16,1 1-96-16,-1 5-32 0,-1 3 0 0,2-1 0 15,-1 0-240-15,0-1-48 0,-1-1-16 0,2 0 0 16,0 4-208-16,0-5-144 0,-1 0 192 0,1-2-192 16,0 0 128-16,0 0-128 0,0-2 0 0,-1-4 0 15,-1-1 0-15,1-2 0 0,1-2 0 0,-1 0 0 16,0-3-384-16,-1 0-64 15,2-8-32-15,0 0 0 0,0 0-1456 16,0 0-304-16,0 0-48 0,0 0-16 0,0 0-1040 0,0 0-224 16,0-8-32-16</inkml:trace>
  <inkml:trace contextRef="#ctx0" brushRef="#br0" timeOffset="126489.67">24021 768 31791 0,'-29'-2'1408'0,"16"1"288"0,-4-3-1360 0,2 0-336 16,-1 0 0-16,3 0 0 0,0 1 992 0,4 1 128 16,2-2 32-16,2 1 0 0,5 3 768 0,0 0 176 15,0 0 16-15,4-8 16 0,3 1-1392 0,2-3-288 16,5 1-48-16,6-2-16 0,2-1-80 0,5-1-32 16,4 1 0-16,3-1 0 0,1 1 128 0,3-1 32 15,0 0 0-15,1 3 0 0,0-2-48 0,0 2 0 16,1 0 0-16,0 3 0 0,0 0-192 0,1 3-64 0,-2-1 0 0,-1 4 0 15,-2-2-128-15,-2 6 0 0,-3-2 144 0,-3 4-144 16,-5 4 128-16,-2 2-128 0,-3 1 160 0,-5 2-160 16,-3 2 256-16,-5 2-32 0,-3 3-16 15,-3 1 0-15,-5 1 112 0,-4 1 0 0,-1 2 16 0,-4-1 0 16,-3 2 0-16,-3 0 0 0,-1-3 0 0,-1-1 0 16,-2 1-80-16,-1-1-32 0,-2-1 0 0,0-1 0 15,-1-3-64-15,-1-1-16 0,-1 0 0 0,1-4 0 16,-3-2 48-16,-1-3 0 0,-1-2 0 0,1-1 0 15,-2-2-64-15,-2 1 0 0,0-4 0 0,2-3 0 16,0-1-128-16,4-2 160 0,2-2-160 0,4-1 160 0,4-3-160 0,2-1 0 16,2-1 144-16,3-1-144 15,5 1 0-15,1-2 0 0,5 1 0 0,4 0-192 0,2 1 0 0,4 0 0 16,-2-1 0-16,5 2 0 16,4 4 0-16,4-1 0 0,1 2 0 0,3 0 0 15,2 2 192-15,2 2 0 0,1-3 0 0,0 3-128 0,0 0 128 0,0 3 0 16,0 1 0-16,1-1 0 0,-1 0 0 0,-3 1 0 15,-1 1 0-15,0 0 0 16,-1 2-336-16,-1 1-96 0,-1 1-16 16,0 1 0-16,0 1-1168 0,-2-1-240 0,-1 2-64 0,-1 1 0 15,1 2-1056-15,1 2-224 0,1-3-32 0</inkml:trace>
  <inkml:trace contextRef="#ctx0" brushRef="#br0" timeOffset="127079.32">24554 1180 32255 0,'-13'2'1424'0,"8"-1"304"0,0-2-1392 0,5 1-336 0,-5-2 0 0,5 2 0 16,0 0 3712-16,0 0 688 0,0 0 128 0,0 0 16 15,0 0-2512-15,0 0-512 0,10 0-112 0,3 0 0 16,1 0-992-16,1 0-192 0,4 0-32 0,1-2-16 15,1-1-48-15,1 2 0 0,0-3 0 0,-1 1 0 0,0 3-128 0,0-2 0 16,-2 1 0-16,-1-1 0 0,-2 1 0 0,-2 1 128 16,-1 0-128-16,-1 0 0 0,-1 1 128 0,-4 1-128 15,-7-2 0-15,0 0 128 0,0 0 16 0,0 0 0 16,0 0 0-16,0 0 0 0,0 0 160 0,0 0 16 16,-2 6 16-16,-2 1 0 0,-1-1-128 0,-2 1-16 15,-1-1-16-15,0 2 0 0,-1-2-176 0,-1-2 128 16,-2 0-128-16,0 1 128 0,1 2-128 0,-1 0 0 15,0-1 0-15,2-1 0 0,1 0 0 0,0 2 0 16,-1-2 0-16,3 0 0 0,1-1 0 0,6-4 0 16,-4 6 0-16,4-6 0 0,0 0 0 0,0 0 0 15,0 0 0-15,0 0 0 0,0 0 0 0,6 6 0 16,-1-1 0-16,1 0 0 0,1 1 0 0,1-1 0 16,1-1 0-16,0 0 0 0,1-2 0 0,2 1 0 15,0 0 0-15,0 0 0 0,-2 1 0 0,1 2 0 16,0-1 0-16,0 0 0 0,-2-1 0 0,0 0 0 0,0 0 0 0,-1 1 0 15,-2 1 0-15,1 2 0 16,-2-1 0-16,-1 1 0 0,-4-8 0 0,0 9 0 16,1 3 0-16,-2-5 0 0,-2 2 0 0,0-1 0 0,-3 0 0 0,0 0 128 15,-2 0-128-15,0-2 160 0,-2-1-160 0,-2 2 160 16,-1-3-160-16,0 1 128 0,0-1-128 0,-3-3 128 16,-1 2-128-16,-2-2 0 0,-2-1 0 0,0 0 0 15,0 0-192-15,2-1 0 0,0-3-16 0,4 0 0 16,0 2-768-16,5-4-160 15,2 1-16-15,3-1-16 0,4-2-1968 16,5-3-384-16,5-2-64 0</inkml:trace>
  <inkml:trace contextRef="#ctx0" brushRef="#br0" timeOffset="127308.25">25291 989 15663 0,'0'0'1392'0,"0"0"-1120"15,-7-1-272-15,7 1 0 0,0 0 8064 0,0 0 1536 16,0 0 320-16,0 0 64 0,0 0-7232 0,0 0-1472 16,0 0-272-16,0 0-64 0,8-2-496 0,1 2-112 15,2 0-16-15,2 0 0 0,0 0-320 0,1 0 0 16,2 0 0-16,1 0-128 16,1 0-448-16,1 0-96 0,1 0-16 0,-2 0 0 15,-1-1-1120-15,0 1-240 0,0 0-32 0,1 0-16 16,1 0-2416-16,-2 1-480 0</inkml:trace>
  <inkml:trace contextRef="#ctx0" brushRef="#br0" timeOffset="127470.8">25372 1127 42207 0,'0'0'1872'0,"0"0"384"0,0 0-1808 0,0 0-448 0,0 0 0 0,0 0 0 15,0 0 480-15,0 0 0 0,0 0 0 0,7 1 0 16,3-1-128-16,1-1-32 0,4-2 0 0,2 1 0 15,1-1-576-15,0 1-128 0,3-2-32 0,4-2 0 16,2 0-1760-16,4-1-336 0,3-2-80 0</inkml:trace>
  <inkml:trace contextRef="#ctx0" brushRef="#br0" timeOffset="127814.3">26292 776 23951 0,'-10'-6'2128'0,"-1"-2"-1696"15,2-1-432-15,1-3 0 0,2 2 4736 0,-3-1 880 16,-1 1 160-16,1-2 48 0,-1-1-3776 0,0 1-768 16,-1-1-128-16,1 3-48 0,-2 1-544 0,1 1-112 15,1 1-32-15,1 2 0 0,0 1-288 0,-2-1-128 16,4 1 0-16,-1 3 128 0,0 2-128 0,1 0 160 16,2 3-160-16,-1 2 160 0,2 0 32 0,0 3 0 0,0 3 0 0,-1 2 0 15,-1 3 192-15,1 3 64 16,0-2 0-16,0 3 0 0,0 1 48 0,-1 4 16 0,3 5 0 0,-1 5 0 15,-2 3-208-15,2 1-48 0,2 2 0 0,-1 2 0 16,1-1-48-16,-1 2-16 0,-1-5 0 16,2-1 0-16,-1-2-192 0,-1-2 0 15,-1 0 0-15,0-4 0 0,-2 1 144 0,1-4-16 0,-1-2 0 16,2-1 0-16,-2 0-128 0,1-3 0 0,-1-1-160 0,2-3 160 16,0-1-208-16,1-3 48 0,-1-2 16 0,1-4 0 15,-1-2-928 1,-1 0-176-16,1-2-32 0,5-4-16 0,0 0-2256 0,0 0-448 15</inkml:trace>
  <inkml:trace contextRef="#ctx0" brushRef="#br0" timeOffset="127989.85">25764 1253 42335 0,'0'0'1872'0,"0"0"384"0,0 0-1808 0,9 0-448 0,-1 0 0 0,2-2 0 0,2 1 608 0,1-1 32 15,2 1 0-15,0-3 0 0,2-1-128 0,3 0-32 16,2-3 0-16,4 0 0 0,-3 1-288 0,5-2-48 15,0 0-16-15,4 0 0 0,3 0-128 0,3-3-192 16,2 0 32-16,2 1 16 16,1 0-1856-16,-1 0-368 0,-1-2-80 0,-3 1-15664 0</inkml:trace>
  <inkml:trace contextRef="#ctx0" brushRef="#br0" timeOffset="128240.89">26799 740 33983 0,'-9'-5'1504'0,"5"3"304"0,0-3-1440 0,0 1-368 16,-2 0 0-16,1 2 0 0,-2-1 2464 0,1 3 416 16,-2 1 96-16,-1 1 16 0,0-1-960 0,-2 3-192 0,-2 1-48 0,0 3 0 15,-1 4-784-15,-2 2-176 0,-1 2-16 0,-2 4-16 16,2 3-304-16,-3 1-64 0,-1 5-16 0,0 2 0 16,0-1-64-16,3 3-16 0,1 0 0 15,2-1 0-15,-2 9-208 0,4-5-128 0,3-2 160 0,5-4-160 16,3 0 0-16,2-5 0 0,2-1-128 0,3-3 128 15,2-2-512-15,1-4 0 16,2-3 0-16,2 1 0 0,-2-5-976 0,3 1-192 16,2 0-48-16,0-4 0 0,2 0-464 0,2-5-112 15,-4 2 0-15,4-2-10736 0,8-2-2128 0</inkml:trace>
  <inkml:trace contextRef="#ctx0" brushRef="#br0" timeOffset="128492.46">27082 753 44639 0,'0'0'1984'0,"-5"0"384"0,2-3-1888 0,3 3-480 16,-4 3 0-16,0-3 0 0,4 0 1392 0,0 0 176 15,-5 0 32-15,1 5 16 0,-2 3-336 0,-1 2-64 16,1 3 0-16,-1 0-16 0,1 4-672 0,-1 3-128 16,1 3-16-16,-1 2-16 0,-1 5-368 0,1 4 144 0,-1 1-144 0,1 0 0 15,1-1 128-15,0 0-128 0,3-3 0 16,-1-2 0-16,0-3 0 0,-1-1 0 15,3-2-128-15,1-4 128 16,-2-4-448-16,2 0 16 0,0-4 0 0,2-4 0 16,-1-1-1136-16,0-6-224 0,0 0-64 0,0 0 0 15,3 4-2704-15,-3-4-560 0</inkml:trace>
  <inkml:trace contextRef="#ctx0" brushRef="#br0" timeOffset="128965.44">26849 722 32255 0,'0'0'2864'0,"0"0"-2288"0,0-7-576 0,4 2 0 16,5 0 3296-16,1 1 544 0,1 0 128 0,2 0 0 15,2 0-2880-15,2 0-576 0,-1-1-112 0,2 2-16 0,0 2 192 0,2 1 32 16,0 0 16-16,-1 0 0 16,2 1-160-16,-3 1-16 0,2-1-16 0,-1 1 0 0,-2 1-48 0,0 1-16 15,-1 0 0-15,-3 1 0 0,0 0-96 0,-1 2-16 16,-2-1 0-16,-1 3 0 0,-2 2-64 0,-5-1 0 15,0 2-16-15,-4 4 0 0,-3 5-32 0,-1 3 0 16,-4 0 0-16,-1 2 0 0,-2 4-144 0,-3 0 160 16,-3-5-160-16,-2-1 160 0,0 0-160 0,0-2 128 15,-3-5-128-15,1 0 128 0,0-3-128 0,-2-2 0 16,-1-2 0-16,0-3 0 0,0-3 0 0,-2-2-224 16,-1-2 48-16,1-2 16 15,2-2-288-15,2-1-64 0,2-1-16 0,4 0 0 0,1-2 112 0,4 0 32 0,4-1 0 16,2-1 0-16,3-3 208 0,3-2 176 15,2 2-208-15,5-2 80 0,3 0 128 0,1 1 0 16,1 2 0-16,2 2-128 0,1-2 256 0,3 2 48 16,0 2 16-16,0 1 0 0,0 3 112 0,0 2 16 0,-4 2 16 0,1-4 0 15,0 4 16-15,-1 1 0 16,-2 2 0-16,1-1 0 0,-1 2-112 0,1 2-32 16,-2-1 0-16,-2 3 0 0,-1-1-80 0,-1 4 0 0,0-2-128 15,-3 3 192-15,1-1-192 0,-1 4 144 0,-2-1-144 0,2 0 128 16,-3 0-128-16,1-3 0 0,0 1 0 0,1 0 0 15,0-3-448 1,0 0-80-16,0 1-16 0,4-3 0 0,-1-2-2240 0,3 0-448 0,2 1-96 0</inkml:trace>
  <inkml:trace contextRef="#ctx0" brushRef="#br0" timeOffset="129158.19">27248 1210 43823 0,'0'0'1936'0,"0"0"416"0,2 7-1888 0,0 1-464 0,-1 1 0 0,0 0 0 0,1 1 2144 0,-1 0 336 16,-2 0 64-16,1 2 16 0,0-1-1216 0,-2 3-224 15,0-3-48-15,0 1-16 0,2 1-784 0,-2-1-144 16,0-1-128-16,1 0 144 16,0-1-672-16,1 1-144 0,0-2-32 0,1 0-15808 15,-1-1-3152-15</inkml:trace>
  <inkml:trace contextRef="#ctx0" brushRef="#br0" timeOffset="129676.8">27742 1247 18431 0,'0'0'1632'0,"0"0"-1312"16,0 0-320-16,0 0 0 0,6 6 5024 0,-2 1 928 0,-1 2 192 0,-1 2 48 15,-2-1-3424-15,-1 3-672 0,-1 0-144 0,-4 4-32 16,1 0-736-16,0 2-160 0,-2 0-16 0,2-1-16 16,-1-1-672-16,0-1-128 15,1-2-16-15,1-1-16 16,2-3-1216-16,-1 0-240 0,2-3-48 0,1-7-13184 0,0 0-2640 0</inkml:trace>
  <inkml:trace contextRef="#ctx0" brushRef="#br0" timeOffset="129976.3">28125 706 15663 0,'0'0'1392'0,"-5"-3"-1120"0,5 3-272 0,0 0 0 0,0 0 6304 0,0 0 1200 16,0 0 240-16,-5 4 64 0,-1 0-5056 0,3 3-1024 16,-1-1-192-16,1 3-32 0,2 2-320 0,-2 3-64 15,1 4-16-15,-1 3 0 0,-1 5-528 0,0 4-128 16,-1 3 0-16,1 5-16 0,-1 1-160 0,1-1-16 16,0-2-16-16,3 1 0 0,-3-4-240 0,1 0 144 15,-1-3-144-15,2-1 128 0,-1-5-128 0,0-5 0 16,2-1 0-16,0-4 0 15,-1 2-496-15,1-6-128 0,-1 0-16 0,2-3-16 16,-2 0-1216-16,2-7-240 0,0 0-64 0,0 0 0 16,0 0-2272-16,0 0-464 0</inkml:trace>
  <inkml:trace contextRef="#ctx0" brushRef="#br0" timeOffset="130477.55">27825 572 26719 0,'0'0'1184'0,"0"0"240"0,0 0-1136 0,0 0-288 0,0 0 0 0,0 0 0 16,9-3 4320-16,0 0 800 0,2 1 176 0,2 0 16 15,3 2-3120-15,2 0-624 0,3 0-128 0,1 0-32 16,1 0-576-16,6 2-128 0,1-1-32 0,1 0 0 16,2 1-368-16,-1-1-80 0,1 2-16 0,1-1 0 15,0 2-208-15,0 3 176 0,-3 2-176 0,-2 3 160 0,-4 1-160 0,-3 1 0 16,-4 3 0-16,-4 1 128 0,-3 2 0 0,-5 2-128 15,-4 3 192-15,-5-1-64 0,-4 2 48 0,-2 2 0 16,-6 0 0-16,-2 1 0 0,-3 0 16 0,1-2 0 16,-5-1 0-16,2-2 0 0,0-2-48 0,0-1 0 15,-2-6 0-15,2 0 0 0,-3-3-16 0,-1-3-128 16,1-4 192-16,-2 0-64 0,-2-4-128 0,-1-1 192 16,-1-2-192-16,1-1 192 0,-3-2-192 0,1-2 0 15,1-4 0-15,1-1 0 0,2 0 0 0,3-2 0 16,5-2 0-16,3-1 0 0,2 0-160 0,6 0 160 15,3 0 0-15,3 0-144 0,3 2 144 0,5 1-160 16,4-1 160-16,3 3-160 0,6 1 160 0,3 2-160 0,1 1 160 0,1 1-160 16,1 3 160-16,1 0 0 0,0 3 0 15,0 1 0-15,-1 0 0 0,1 0 0 16,-5 0 0-16,-1 1 0 0,1 3 0 0,-1 0 0 0,0 4 0 0,-2 0 128 16,-2-2-128-16,-2 2 0 0,-1 3 128 0,-2-1-128 15,0 2 0-15,-3 1 0 0,0 0 0 16,-3 4 128-16,-2-2-128 0,-2 1 0 0,-1-2 0 15,-1 1 0-15,-2-2 0 0,0 0-192 0,1-3 64 0,0 2 0 16,1-3-1472 0,-1-1-304-16,2-1-48 0,1-7-13616 0,3 6-2736 0</inkml:trace>
  <inkml:trace contextRef="#ctx0" brushRef="#br0" timeOffset="131110.19">28383 1247 23951 0,'-15'-5'2128'16,"15"5"-1696"-16,-8-2-432 0,1 1 0 0,-1 0 4960 0,8 1 912 0,0 0 176 0,0 0 32 15,0 0-2944-15,0 0-608 16,0 0-112-16,0 0-32 0,0 0-1232 0,0 0-240 0,10-3-48 0,0 2-16 15,2 0-576-15,1-1-112 0,0 1-32 0,0 0 0 16,1 1-128-16,-2 0 0 0,0 0 0 0,-2 0 0 16,0 0 128-16,0 0 0 0,-3-2 0 0,1 2 0 15,1 0-128-15,2 2 0 0,-11-2 0 0,9 0 0 16,1 2 0-16,0 0 0 0,-10-2 0 0,10 0 0 16,-10 0 0-16,0 0 0 0,9 4 160 0,0-2-160 0,-9-2 0 0,0 0 0 15,0 0 0-15,0 0-192 0,0 0 192 0,0 0 0 16,0 0 0-16,0 0 0 0,5 9 0 0,-3-1 0 15,-2 1 160-15,-3-1-160 0,-1 0 128 0,-2 1-128 16,-5 1 128-16,0 1-128 0,-1-1 0 0,-3 2 128 16,-2-3-128-16,1 2 112 0,-1 0-112 0,1 1 0 15,2-2 0-15,-1 1 0 0,2-1 0 0,3-1 0 16,2-1 0-16,1-1 0 0,4-1 0 0,3-6 0 16,-2 7 0-16,2-7 0 0,0 0 0 0,4 5 0 15,7 2 0-15,-1-5 0 0,0 1 0 16,3-1 0-16,2-2 0 0,0-1 0 0,0-2-144 0,0 0 144 15,4-3 0-15,0 1-144 0,3-1-208 0,1-2-32 16,-6 1-16-16,2-2 0 16,3-3-1424-16,3-1-288 0,-3-1-48 0</inkml:trace>
  <inkml:trace contextRef="#ctx0" brushRef="#br0" timeOffset="131425.32">28841 445 51951 0,'0'0'2304'0,"0"0"464"0,0 0-2208 16,0 7-560-16,1-1 0 0,3 3 0 0,3 2 464 0,2 2-16 0,4 1 0 0,1 3 0 16,0 3 128-16,3 2 0 0,3 3 16 0,1 1 0 15,-2 1-272-15,0-5-48 0,0 2-16 0,2 0 0 0,1 4-128 0,2 3-128 16,-4 2 144-16,3 4-144 0,-2 4 160 0,-3 1-160 15,1 1 160-15,-2 1-160 0,-4-1 0 16,-1 1 128-16,-3-3-128 0,-5-2 0 0,-1 0 0 16,-6-5 176-16,-1 0-176 0,-4 1 160 0,1-2 48 15,-4-2 16-15,-1 0 0 0,-1-2 0 0,0-2-64 16,2-2-16-16,-1-2 0 0,0 0 0 0,-1-4-144 0,0-1 0 16,3-1 0-16,-3 2 128 0,-2-4-128 0,3 0-256 15,3-4 64-15,0 0-17168 16,-1-1-3440-16</inkml:trace>
  <inkml:trace contextRef="#ctx0" brushRef="#br0" timeOffset="132365.89">26754 1725 38415 0,'0'0'1696'0,"0"0"352"0,0 0-1632 0,0 0-416 0,0 0 0 0,0 0 0 0,0 0 1472 0,0 0 192 15,0 0 64-15,-2 11 0 0,0 2-320 0,-2 3-64 16,-3 2-16-16,-1 3 0 0,1 2-544 0,-3 4-96 15,0 5-32-15,0 2 0 0,-2-2-64 0,3 2-16 16,1-4 0-16,3 0 0 0,1-3-192 0,3 0-32 16,1-4-16-16,2-1 0 0,2-4-336 0,4-1 144 0,2-2-144 15,3-2 0-15,3-3 0 0,4-2 0 16,3-3 0-16,3-2 0 0,1-2 0 0,5-3-176 0,0-4 32 0,2-1 0 16,1-3-48-16,5 1-16 15,-1-4 0-15,0 1 0 0,0-2-48 0,1 0 0 0,2 1 0 0,0 0 0 16,-2 0 256-16,1 1-176 0,-5 4 176 15,-1 0-160-15,-1 2 160 0,-4 3 0 0,-4 1 0 16,2 4 0-16,-4-2 0 0,0 3 0 0,-3 1 160 16,0 2-160-16,-2-1 272 0,-1 2-32 0,-1-1-16 0,0 2 0 15,-1 0-96-15,0 0-128 0,-2 0 176 0,-1 2-176 16,0-2 192-16,-1 2-192 0,-1 1 192 0,0-1-192 16,-1 1 192-16,-1-2-64 0,1 0 0 0,-3-1-128 15,0-2 128-15,-1 0-128 0,0-1 0 0,-6-5 0 16,0 0 144-16,0 0-144 0,4 6 0 0,-4-6 144 0,0 0-144 15,0 0 0-15,0 0 144 0,0 0-144 16,0 0 0-16,0 0 128 0,7-1-128 0,2-2 0 0,1-2 0 16,0-1 0-16,-1-2 0 0,2-1 0 0,0 0 0 15,2 1 0-15,0-4 0 0,0 3 0 0,0 0 0 0,2 2 0 16,-2 2 0-16,0 0 0 0,-1 0 0 0,1 1 0 16,2 1 0-16,0 0 0 0,-2 1 0 0,1 1 0 15,3-1 160-15,1 1-160 0,2 0 192 0,-1-1-48 16,2 2-16-16,1 2 0 0,2-1 0 0,3-1-128 15,4 1 192-15,2 1-64 0,2-2-128 0,-1 0 0 16,-1 0 144-16,-1 1-144 0,4 0 0 0,-3-1-208 16,0-1 16-16,0 1 16 0,-2-3 304 0,2 1 64 15,-2-2 16-15,-1-1 0 0,-5-1-208 0,-1 0 0 0,4-1 128 16,-2-1-128-16,1 1 0 0,-2-3 144 0,-2 3-144 0,-2-5 128 16,0 0 0-16,-3 0-128 0,-2 1 192 15,-2-1-64-15,-1 0 0 0,-1 3 0 16,-3-4 0-16,-1 0 0 0,0 0 0 0,-6 3-128 15,-2 0 192-15,0 0-64 0,-2 0-128 0,-5-1 192 0,-3 1-192 0,-2 1 192 16,12 9-192-16,-14-7 0 0,-4-2 0 16,2 0 0-1,2 1-416-15,2 0-160 0,-1 2-48 0,2 3-16416 0,4 2-3296 0</inkml:trace>
  <inkml:trace contextRef="#ctx0" brushRef="#br0" timeOffset="132820.6">26279 2977 28559 0,'-8'-3'1264'0,"6"2"272"0,-2-2-1232 0,1 3-304 0,3 0 0 0,0 0 0 16,0 0 4656-16,0 0 864 0,-6 4 176 0,0 5 48 15,1 2-3424-15,-3 3-672 0,0 5-144 0,-1 1-32 16,-4 6-1024-16,2 3-192 0,-2 0-64 0,0-2 0 16,2-1-192-16,1-1 144 0,2-4-144 0,1 1 128 31,1-5-864-31,3-1-176 0,1-5-48 0,2-3 0 0,0-8-3328 0,0 0-656 15,0 0-144-15,27 0-32 0</inkml:trace>
  <inkml:trace contextRef="#ctx0" brushRef="#br0" timeOffset="135862.64">26441 2800 36335 0,'0'0'1600'15,"0"0"352"-15,0 0-1568 0,-6 2-384 0,1 1 0 0,5-3 0 0,-4 6 768 0,4-6 64 16,-4 4 0-16,4-4 16 15,-3 7-1072-15,3-7-224 0,3 10-32 0,3-1-16 16,-1-1-2448-16,3 1-480 0,0 2-96 0,1-2-32 16,-2 4 2512-16,1 0 496 0,0 0 96 0,-1 4 32 0,-2-3 2144 0,0 3 448 0,-2 1 64 0,-3 2 32 15,-2 0 768-15,1 0 160 16,0 1 16-16,-2 1 16 0,-1 1-992 0,-1-2-192 16,0-1-32-16,0 3-16 0,-1-4-784 0,1 1-176 15,1-2-16-15,0-1-16 0,0-4-496 0,2-1-112 16,-1-2-16-16,2-2 0 0,1-8-224 0,-1 6-160 0,1-6 192 15,0 0-192-15,0 0 0 0,0 0 0 16,0 0 0-16,0 0 0 0,0 0 0 0,0 0-272 0,6-7 48 0,2-4 16 16,0-2-64-16,1 0-16 15,1-4 0-15,-1 0 0 0,2-2-32 0,1-1 0 0,-1-2 0 0,1 1 0 16,-1-1-48-16,-1 1-16 0,3 3 0 16,-1 1 0-16,1 2 96 0,-2 4 16 0,-1 2 0 0,0 3 0 15,-2 4 80-15,-8 2 0 0,9 1 16 0,-9-1 0 16,7 7 176-16,-1 2 0 0,-1 2 160 0,-1 4-160 15,-1 2 320-15,-2 1-48 0,0 2 0 0,1-1 0 0,-1 2-112 16,2-1-32-16,0-1 0 0,3-1 0 16,2 1-128-16,2-2 0 0,3-4 0 0,1-4 0 0,3 0 0 0,2-3 0 15,0 1 0-15,2-6-176 0,0-2-96 16,0-3-32-16,-2 0 0 0,3-5 0 0,-1 0 16 0,-1-2 0 16,-3 0 0-16,-2-1 0 0,2-1 128 0,-2-1 32 15,-2-6 0-15,-2 0 0 0,-1 0 128 0,-1-3 0 16,-1 3 0-16,-2-3 128 0,-1 5-128 15,-2 2 128-15,-3 3-128 0,-1 3 128 0,-1-2 48 0,-3 3 16 16,-1 3 0-16,-2 3 0 0,-3 3 128 0,1 4 48 16,-3 2 0-16,0 4 0 0,-3 1-176 0,0 4-48 15,0 2 0-15,1 2 0 0,1 2-144 0,1 0 0 16,2 1 0-16,4-2 128 0,1-1-128 0,4 1 0 0,0-3 0 16,4-2 0-16,0 0 0 0,4-2 0 0,0-3-160 15,3-2 160-15,2-2-320 0,0-2 48 0,2-2 0 16,0-2 0-16,0-3-96 0,2-2-16 15,-1-3 0-15,1-1 0 0,-1-2 144 0,1-2 32 0,1-1 0 0,0-3 0 16,-1-2 80-16,1-4 128 0,-3-1-208 0,1-5 80 16,2-1 128-16,0 0 0 0,-2 0 0 0,2 0 0 15,-2 1 0-15,-1 5 0 0,-4 1 0 16,-1 4 0-16,-3 2 0 0,-1 3 128 0,-3 2-128 0,-1 3 176 16,0 9 432-16,0 0 96 0,-6-2 0 0,-1 5 16 15,0 1-16-15,-1 4-16 0,-1 3 0 0,-2 2 0 16,0 4-496-16,-1 3-192 0,3 3 176 0,1-2-176 15,1 3 128-15,2-1-128 0,1 2 0 0,2-2 144 16,-1 0-144-16,3-1 0 0,3 0 0 0,0-5 0 16,3-1 0-16,2-3 0 0,1-2 0 0,2-2 0 15,4-2-272-15,-1 0 16 0,2-6 0 0,1 0 0 0,0-2-112 16,1-3-16-16,0-1 0 0,3-2 0 0,-3 1 112 0,0-3 16 16,2-5 0-16,-2 0 0 0,-1-1 48 0,1-5 16 15,-1 0 0-15,-1 2 0 0,0-3 0 0,-3 2 0 16,-2 0 0-16,1 4 0 0,-4 0 192 0,-3 4-176 15,-3 0 176-15,-1 6-160 0,-1 5 288 0,0 0 64 16,0 0 16-16,-7 0 0 0,-2 4 240 0,-1 4 64 16,-2 4 0-16,-1 2 0 0,1 2-320 0,-1 2-48 15,0 1-16-15,1 4 0 0,2 0-128 0,2-2 192 16,2 1-192-16,2-4 192 0,2 2-192 16,2-2 0-16,4-1 0 0,2-1 0 0,0-5 0 0,3 0-224 0,3-3 48 15,2-2 16 1,1-1-416-16,0-2-64 0,2-2-32 0,-1-2 0 15,0-3-32-15,-1 0-16 0,0-2 0 0,-1-2 0 0,-1 0 400 0,1-2 96 16,-2-2 16-16,1-1 0 0,0-3 208 0,-2 1 0 0,-2-4 144 0,-2 1-144 16,1-5 288-16,0 3-32 0,-1-2-16 15,-1 2 0-15,-2 1 96 0,0 3 32 0,-1 4 0 0,-1 3 0 16,-2 1 192-16,0 8 32 0,0 0 16 0,0 0 0 16,0 0 224-16,0 0 64 0,0 0 0 0,0 10 0 15,0 3-432-15,-1 4-80 0,0 2 0 0,-1 5-16 16,0-1-240-16,-1 2-128 0,0 1 160 0,1 3-160 15,2-3 128-15,-3 1-128 0,-1 0 0 0,2-1 144 16,-1-1-144-16,0-3 0 0,0-2 0 0,-1-3 0 0,0 0 0 16,2-3 0-16,0-2 128 0,-1-3-128 15,3-9 0-15,0 0 0 0,0 0 0 0,0 0 128 0,0 0-128 0,0 0-144 16,0 0 144-16,0 0-208 0,0 0-112 16,4-9-32-16,1-4 0 0,1-3 0 15,0 1-96-15,2-8-32 16,1 0 0-16,4-3 0 0,1-2-80 0,3 0-16 0,0-2 0 0,3-1 0 15,2-2 64-15,0 3 16 0,0 1 0 0,2 4 0 0,-1-1 128 16,-1 4 32-16,-1 3 0 0,0 2 0 0,-3 1 144 0,1 3 16 16,-5 1 16-16,-1 5 0 0,-1 1-16 0,-3 4 0 15,-1 0 0-15,-8 2 0 0,0 0 176 0,0 0 0 16,0 0 128-16,0 0-128 0,0 0 656 0,-4 11 64 16,-3 1 16-16,-2 1 0 0,-4 1-160 0,-1 0-48 15,-3-1 0-15,1 3 0 0,1-3-176 0,-1 0-32 0,2 1-16 16,1-1 0-16,3-1-144 0,3-1-32 15,1-1 0-15,4-2 0 0,0 1-128 0,2 0 0 0,2 2 0 0,2-5-176 16,2 1-128-16,2-2-16 16,2-1-16-16,0-2 0 0,0-2 16 0,2 0 16 0,-1-2 0 0,3-2 0 15,0-1 160-15,3-2 144 0,0-2-208 0,0 0 80 16,-3-2 128-16,2 0-160 0,-1-4 160 0,1 1-160 16,-3 0-80-16,1-2-16 0,-1 0 0 0,-1 2 0 15,1-4-16-15,-1 3-16 0,0 1 0 0,-2 2 0 16,-2 2 288-16,-3 1-160 0,-1 4 160 0,-4 5-128 15,0 0 128-15,0 0 0 0,0 0 0 0,0 0 128 16,0 0 304-16,0 0 64 0,-1 6 16 0,-3 2 0 16,0 2-96-16,-1 2-16 0,-1 2 0 0,0-1 0 15,1 3-128-15,1 1-16 0,1-3-16 0,2 2 0 16,0 0-240-16,1-2 0 0,0-1 128 0,1-4-128 0,0-1 0 16,-1-8 0-16,5 8 0 0,1-3 0 0,-6-5 0 0,0 0-128 15,7 3 128-15,1-2-160 0,-8-1 32 0,8-3 0 16,-3-2 0-16,3-3 0 0,0-1 128 0,1 0 0 15,2-4-144-15,0 0 144 0,1-1 0 0,0-2 0 16,-1-1 0-16,2 1 0 0,1 2 0 0,-3 2 0 16,1 2 0-16,-2 1 0 0,-2 1 0 0,-1 4 0 15,-1-1 0-15,-6 5 0 0,0 0 608 0,0 0 32 16,0 0 16-16,0 0 0 0,0 0 64 0,3 8 16 16,-1-1 0-16,0 4 0 0,-2 2-432 0,0 0-96 15,-3 0-16-15,2 0 0 0,0 0-192 0,-1-1 176 16,1-1-176-16,1 0 160 0,0-1-160 0,0-1 0 15,1-1 0-15,-1-8 0 0,3 7 0 0,-3-7 0 16,0 0 0-16,0 0 0 0,5 5 0 0,-5-5 0 0,0 0 0 0,0 0 0 16,8-3-128-16,0 1 128 0,2-2-160 0,-1 0 160 15,-1-5-160-15,3 0 160 0,0-2-160 0,1 0 160 16,-2-1-240-16,2 0 48 16,3-2 16-16,0-1 0 0,-3 1-64 0,2 1-16 0,2 1 0 0,-2 2 0 15,-2-1 48-15,-2 5 0 0,0-1 0 0,-3 1 0 16,1 3 208-16,-8 3-176 0,0 0 176 0,0 0-160 15,0 0 160-15,0 0 0 0,0 0 0 0,4 9 0 16,0 2 0-16,0 2 0 0,-3 0 0 0,1 1 128 16,-1-1-128-16,1 0 0 0,2-2 128 0,0 1-128 15,1-2 0-15,2 0 0 0,-1 1 0 0,2-2 0 16,1-1 0-16,2-2 0 0,1-1 0 0,1-1 0 0,-2-1 0 0,2-3 0 16,0 0 0-16,2-4 0 0,-1 1 0 0,3-4-128 15,-1-1 128-15,-2 0 0 0,0-1 0 16,-2 1 0-16,-1-1 0 0,-1-1-128 0,-1-2 128 0,-2 0 0 15,-2 0 0-15,-1 2-128 0,-2-1 128 16,2-2 0-16,-4 3 0 0,-2 0 0 0,-2 3 0 0,-3 2 0 16,1 1 0-16,-3 1 0 0,-4 1 0 0,1 3 144 15,-3 0-144-15,1 5 0 0,-3 0 176 0,2 4-176 16,0 1 160-16,0 2-160 0,-2 0 160 0,4 0-160 16,2-1 160-16,2-1-160 0,3 3 128 0,2-4-128 15,2 3 0-15,4-5 0 0,-1 0 0 0,4-2 0 0,3-1 0 16,1-1-160-16,0-1-128 0,2-1-32 15,2-4 0-15,1-1 0 0,2-2 320 0,2-3 0 0,1-2 0 0,2-1 0 32,-1 0-464-32,1-2 16 0,0 0 0 0,1-6 0 0,0-2 272 0,0-2 176 15,0-3-192-15,2-1 192 0,-2 0-240 0,-1-1 64 0,-2 0 16 16,0 5 0-16,-6-3 160 0,-3 5 0 0,-1 4 128 16,-1 4-128-16,-5 4 128 0,-2 0-128 0,-1 9 160 0,0 0-160 15,0 0 592-15,-8 4 32 0,-1 2 0 0,-2 6 0 16,-2 5-304-16,-1 2-48 0,-3 2-16 0,2 3 0 15,0-2 16-15,0 0 0 0,1-1 0 0,5 0 0 16,2 1-80-16,1 1-32 0,4 0 0 0,2-3 0 16,5 0-160-16,0-3 0 0,0-1 0 0,2-2 0 15,1-1-240-15,2-3 80 0,3-2 16 0,-1-3 0 16,1-2-144-16,0-3-32 0,1-3 0 0,1 1 0 16,-4-2 64-16,2 0 16 0,-1-3 0 0,-1 1 0 0,-1-6 240 15,2 2-192-15,-2-3 192 0,-1-2-192 0,-1 1 192 0,0 0 0 16,0-1-160-16,-2 2 160 0,0-1 0 0,-1 1 0 15,-4 3-144-15,-1 0 144 0,-1 4 0 0,-2 1 0 16,-1 2 176-16,4 3-176 0,-6-1 400 0,-1 2-16 16,1 2-16-16,-1 3 0 0,-1 2-224 0,2 2-144 15,-1 1 192-15,1 2-192 0,1 1 0 0,-1 1 0 16,4-1 0-16,0 0 0 0,4-3 0 0,0 0 0 16,4 0 0-16,-1-1 0 0,1-1 0 0,3-1 0 15,2 0 0-15,-1-1-144 0,1-3-144 0,0-2-32 16,2-1 0-16,-1-1 0 15,-1-3-256-15,-1-1-48 0,-1-2-16 0,2 0 0 16,-1-3 48-16,-1 0 0 0,-1 0 0 0,2-7 0 16,1-1 112-16,-2 0 32 0,0 0 0 0,0 0 0 0,-1 1 256 0,2-1 48 15,0 4 16-15,-1-1 0 0,-3 4 256 0,1 1 48 0,-2 3 16 0,-5 6 0 16,0 0 560-16,0 0 112 0,0 0 32 0,0 0 0 16,0 0 256-16,7 7 48 0,-4 2 16 0,0 1 0 15,-2 3-848-15,-1-1-176 0,-1 3-16 0,0 1-16 16,-2-1-16-16,1 2 0 0,-1-2 0 0,2 1 0 15,1-2-144-15,0-1 0 0,0-2 0 0,0-2 0 16,2 0 0-16,2-1 0 0,-1-2 0 0,2 1 0 16,-5-7 0-16,0 0 0 0,8 1 0 0,-2-1-176 15,1-2 176-15,1-1-192 0,-1-2 192 0,3-2-192 16,0-1 32-16,2-3 0 0,-1-1 0 0,4-1 0 16,0 0-224-16,2-4-32 15,2 0-16-15,-1-1 0 0,3-3-240 0,-3 3-48 0,2-1-16 16,-5 0 0-16,0 2-64 0,-2 3-16 15,0 3 0-15,-4 2 0 0,-3 1 528 0,-1 3 96 0,-1 2 32 0,-4 3 0 0,0 0 384 0,0 0 80 16,0 0 16-16,2 7 0 0,-2-7-64 0,-3 13-16 16,0-4 0-16,2 5 0 0,0-1-240 0,2 3 0 15,-1 0 0-15,1-1 0 0,5-2 0 0,-2 0 0 16,-2 1 0-16,5 0 0 0,1 1 0 0,1-4 0 16,4-1-128-16,-2-1 128 0,4 1-192 0,3-4 32 15,3-2 0-15,4-3 0 0,2-3-16 0,3-2 0 16,0-1 0-16,-6-2 0 0,-13-1 176 0,7-1-192 15,10-3 192-15,-7-1-192 0,-13-1 192 0,-1-2 0 0,2-1 128 0,2-5-128 16,-1 0 416-16,1-3 16 16,-1-2 0-16,1-2 0 0,-1-1 16 0,1 3 0 0,-1 0 0 0,0 4 0 15,-1 0-16-15,2 5 0 16,2 3 0-16,-5 5 0 0,-7-2 80 0,-2 4 0 16,-1 3 16-16,2 5 0 0,7 0-128 0,-7 0-16 15,-8 12-16-15,-2 2 0 0,-1 8-368 0,2 1 0 0,1 4 0 0,-1-2 0 16,0-1 0-16,-3 0 0 0,2 2 0 0,6 0 0 15,11 1-304-15,-1 2-80 0,-5-2 0 16,-1 0-16-16,-1-3-928 16,1 0-176-16,-3-2-32 0,-7 0-16 0,-7-1-1888 15,7-4-368-15,12-3-80 0</inkml:trace>
  <inkml:trace contextRef="#ctx0" brushRef="#br0" timeOffset="136028.34">29838 2835 11967 0,'-6'2'1072'0,"-1"0"-864"16,2-1-208-16,1 0 0 0,4-1 9008 0,0 0 1744 16,0 0 368-16,0 0 64 0,4 3-8544 0,5 1-1696 15,0 0-352-15,7-2-64 0,6-2-240 0,5 2-48 16,7-1-16-16,4 3 0 0,14-3-224 0,2 1 0 16,-11-1 0-16,-2-1-16288 15,2-4-3232-15</inkml:trace>
  <inkml:trace contextRef="#ctx0" brushRef="#br0" timeOffset="136482.45">26499 4002 39039 0,'0'0'1728'0,"0"0"368"0,0 0-1680 0,0 0-416 15,3-4 0-15,-3 4 0 0,3-7 912 0,-3 7 112 16,0 0 0-16,0 0 16 0,0 0 944 0,6 4 176 16,-1 3 32-16,-2 3 16 0,-2 6-832 0,-2 1-160 15,0 5-48-15,-3 3 0 0,-2 3-608 0,1-2-128 16,-4 3-32-16,1-3 0 0,2-2-240 0,-2-2-160 15,3-1 192-15,0-3-192 16,-1-1-544-16,4-8-224 0,0-1-32 0,2-8-16 16,0 0-2432-16,0 0-480 0,6 0-112 0</inkml:trace>
  <inkml:trace contextRef="#ctx0" brushRef="#br0" timeOffset="136603.07">26682 3826 40479 0,'0'0'1792'0,"0"0"384"0,-5-2-1744 0,-1 1-432 0,6 1 0 0,-5 0 0 15,5 0 1344-15,-5 3 176 0,0 1 32 0,0 2 16 32,1 3-2064-32,-2-1-400 0,4 3-96 0,1 0-12064 0,1 5-2432 0</inkml:trace>
  <inkml:trace contextRef="#ctx0" brushRef="#br0" timeOffset="136929.69">26737 4058 38415 0,'0'0'1696'0,"0"8"352"0,0 1-1632 0,0 2-416 0,-2 2 0 0,1 2 0 0,-3 0 2496 16,-1 2 400-16,-2 2 96 0,1 0 16 0,-1 1-1152 0,2-1-208 15,-3 1-48-15,0-2-16 0,1 0-768 16,0-1-160-16,-1-2-16 0,2-4-16 0,1-1-320 0,1-3-64 16,0 0-16-16,4-7 0 0,0 0-224 0,0 0 0 15,0 0 0-15,0 0 0 0,0 0 0 0,0 0-160 16,0 0 32-16,2-7 0 0,2-3-48 0,3-1 0 16,-1 0 0-16,3-4 0 0,2 0 0 0,1-2 0 15,2-5 0-15,2-3 0 0,1-1-16 0,1-3-16 16,1 2 0-16,0 5 0 0,-1 2 32 0,-2 4 16 15,-2 3 0-15,-2 3 0 0,-3 2 160 0,-1 3 0 16,-8 5-144-16,0 0 144 0,6 4 0 0,-3 4 160 0,-3 3-16 16,-2 4 0-16,2 0 48 0,0 2 16 15,-4 2 0-15,2 1 0 0,-1 1-208 0,2-1 0 0,1-3 0 0,0 0 0 32,1 0-592-32,2-4-224 0,-1-3-32 0,4-1-16 15,-1 0-1376-15,1-5-256 0,2 0-64 0,1-2-16 16,3-4-1648-16,0 0-320 0,1-4-64 0</inkml:trace>
  <inkml:trace contextRef="#ctx0" brushRef="#br0" timeOffset="137130.87">27155 3900 8287 0,'14'-30'368'0,"-7"18"80"0,0-1-448 0,0 0 0 0,-1 1 0 0,-1 5 0 16,-5 7 7360-16,0 0 1376 0,0 0 288 0,0 0 48 16,0 0-4496-16,-3 5-896 0,-1 3-176 0,-1 5-48 0,-1 4-1984 15,-2 2-416-15,0 3-80 0,0-1-16 16,0 0-592-16,2 1-128 0,-2 0-32 0,0 3 0 0,0 1-208 0,2 0 0 15,1 2 0-15,-1-2 0 0,1-1 0 0,1-1 0 16,2 1-176-16,-2-3 176 16,-2-1-1104-16,3 0-112 0,-1 0 0 0,2-4-16 15,-2-2-1184-15,2 0-224 0,-1-2-48 16,2-3-11360-16,-2-3-2272 0</inkml:trace>
  <inkml:trace contextRef="#ctx0" brushRef="#br0" timeOffset="137414.59">27000 4163 15663 0,'0'0'1392'0,"-1"-5"-1120"0,1 5-272 0,0 0 0 0,0 0 5536 0,0 0 1056 16,0 0 192-16,4-5 64 0,0 0-3936 0,1 1-784 15,3-1-144-15,1 1-48 0,1-2-768 0,4 3-144 16,2-3-48-16,2 0 0 0,-1-3-528 0,4 1-96 0,1-1-32 0,3 1 0 16,-1-1-192-16,2 2-128 15,-2-3 160-15,2 2-160 0,-2 3 128 0,-3-2-128 16,-3 3 0-16,-5 3 0 0,-1 1 128 0,-4 3-128 0,-8-3 0 0,2 9 144 15,-3 3 16-15,-3 2 0 0,-2 3 0 0,-2 2 0 16,-3 2 48-16,1 1 16 0,1 1 0 16,0-3 0-16,1 0-224 0,1-2 0 0,2-2 0 0,0-2 0 31,4-2-704-31,1-2-256 0,1-2-32 0,-1-8-16 16,0 0-1072-16,9 2-224 0,1-4-32 0,3-2-16 0,2-2-1248 15,3-3-256-15,3-2-48 0</inkml:trace>
  <inkml:trace contextRef="#ctx0" brushRef="#br0" timeOffset="137763.31">27562 4034 8287 0,'4'-6'736'0,"2"-5"-592"0,2 1-144 0,-3 2 0 0,-1 2 4928 0,-4 6 960 16,0 0 192-16,0 0 48 0,0 0-1760 0,0 0-336 16,0 0-80-16,0 0-16 0,0 0-1360 0,0 11-272 15,-2 1-48-15,-1 2-16 0,-1 1-1120 0,-1 4-224 16,-2 1-64-16,1 3 0 0,-1-2-320 0,0 1-80 16,1 2-16-16,0-1 0 0,-1-1-224 0,2 2-64 15,0-3 0-15,1-3 0 0,-1-2 0 0,1-3-128 16,0-3 192-16,3-2-64 0,2 0-128 0,0-2 0 15,-1-6 0-15,0 0 0 0,0 0 0 0,5 3 0 16,2-6-224-16,-1-1 80 0,1-1 16 0,0-3 0 0,0-1 0 0,2-3 0 16,2-1-16-16,1-4 0 0,2-2 0 15,2-3 0-15,2-2 16 0,1-2 0 0,1-1 0 16,0-1 0-16,2 1-64 0,1 2-16 16,-1 1 0-16,0 3 0 0,1 1 16 0,-5 6 16 0,0 1 0 0,-2 4 0 15,-3 1 176-15,-4 3-128 0,-9 5 128 0,0 0-128 16,0 0 128-16,0 0 192 15,4 9-32-15,-4 1-16 0,-1 2 80 0,-2 2 16 0,-1 3 0 16,-1 1 0-16,-2 3-240 0,1 0 0 0,-2 1-192 0,1 0 192 16,1-1-384-16,2-1 16 0,3-2 16 0,1-1 0 31,0-3-1600-31,2-1-320 0,2-2-64 0,3-3-16 16,2-4-2112-16,5-3-416 0</inkml:trace>
  <inkml:trace contextRef="#ctx0" brushRef="#br0" timeOffset="138114.47">28284 3912 25791 0,'-13'0'2304'0,"7"0"-1856"0,0-3-448 0,0 2 0 0,-2 1 5008 0,-1 0 912 16,-2 1 176-16,0 2 48 0,-4-3-3344 0,2 0-672 15,-1 0-128-15,-3 4-16 0,0 1-896 0,-1 1-192 16,2 1-16-16,1 1-16 0,-2-2-672 0,1 2-192 16,0 0 0-16,1 1 128 0,0 0-128 0,5 0 128 15,0-1-128-15,2 1 128 0,4-1-128 0,-1 1-192 16,-1 0 64-16,5-2 0 0,1-1 0 0,1 2 0 15,-1-1 0-15,4-1 0 0,0-1-208 0,4 2-48 16,0-2 0-16,2 0 0 0,1-1 384 0,0 1 0 16,4-2 0-16,-1 0 128 0,0-1-128 0,3 1 0 15,0 1 0-15,0-3 0 0,-1 2 0 0,-2-1 0 16,-1 2 0-16,0 1 0 0,-5 1-256 0,-1-2 0 0,-7-4 16 16,2 7 0-16,0 1 368 0,-5 1 80 0,-2 0 16 15,-2 1 0-15,-3 1-224 0,-2 0 0 0,-1-3 0 0,0 1 0 16,0 1 0-16,1-1 0 15,1-1 0-15,0-1 0 0,2-2 0 0,-1-1 0 16,-1-2 0-16,2 1 0 16,0-2-1152-16,2-1-208 0,7 0-48 0,0 0-16 15,-5-2-1904-15,5 2-368 0,4-7-80 0,1-1-15104 0</inkml:trace>
  <inkml:trace contextRef="#ctx0" brushRef="#br0" timeOffset="138290.44">28374 3926 6447 0,'0'0'576'0,"0"0"-576"0,0 0 0 0,0 0 0 0,0 0 7872 0,5 8 1472 15,-2 2 304-15,-3 1 48 0,0 0-5584 0,-1 3-1104 16,-2 0-240-16,-1 3-32 0,-2 1-1456 0,-1 3-304 16,1 0-48-16,-1-2-16 0,-1 2-608 0,3-1-128 15,0-3-32-15,1-2 0 0,-1 0-144 0,2-4 0 16,2 0 0-16,1-5 0 16,0-6-1504-16,0 0-176 0,0 0-48 0,0 0-13472 15,10 4-2704-15</inkml:trace>
  <inkml:trace contextRef="#ctx0" brushRef="#br0" timeOffset="138623.44">28477 3809 29487 0,'0'0'2624'0,"0"0"-2112"16,0 0-512-16,0 0 0 0,0 0 2960 0,0 0 496 0,0 0 80 16,0 0 32-16,0 0-2960 0,0 0-608 15,0 0 0-15,11 2-192 0,0 1 32 0,1 1 0 16,1 1 0-16,-1 2 0 15,-3 2-304-15,0-1-64 0,0 2-16 0,-1 3 0 0,-2 1 960 0,0 2 192 16,-5 0 32-16,-1 1 16 0,-3 5 1200 0,-1-3 256 0,1 6 32 0,-3 0 16 16,5 0-400-16,0 1-80 15,1-2-16-15,-2 0 0 0,-1 1-800 0,1-4-160 0,2-3-48 16,0-1 0-16,0-3-432 0,0-2-96 0,-1-2 0 16,0-1-128-16,1-9 0 0,0 0 0 15,2 8 0-15,2-1 0 0,1-5 0 0,-1 2 0 0,-1-4 0 0,-3 0 0 16,1-2 0-16,0-4 0 0,1 1 0 0,2-3 0 15,0-2 208-15,0-3-64 0,2-4-16 0,2-3 0 16,0-2-752 0,2-1-144-16,3-1-48 0,-1-3 0 0,2 2-1168 15,2 2-224-15,0 3-48 0,-1 2-20256 0</inkml:trace>
  <inkml:trace contextRef="#ctx0" brushRef="#br0" timeOffset="138939.99">28727 4146 37599 0,'0'0'1664'0,"0"0"352"0,6 8-1616 0,0-1-400 15,2-2 0-15,2-1 0 0,2-3 1344 0,1-1 192 16,2-1 48-16,-1-2 0 0,1-1-480 0,5-2-80 16,0-1-32-16,2-2 0 0,0-1-448 0,-1-1-96 15,2 0 0-15,-2-2-16 0,0 1-304 0,-3-1-128 16,3-3 128-16,-4 2-128 0,-1-2 144 0,-5 1-144 16,-1 0 160-16,-3 2-160 0,-1 4 208 0,-4 1-48 15,-2 8-16-15,0 0 0 0,-6-6 384 0,-2 2 80 0,-4 0 16 0,-2 5 0 16,-2 6 128-16,-1 2 16 0,-2 3 16 0,-4 1 0 15,0 2-368-15,1 2-80 16,0 1-16-16,1 3 0 0,0 0 64 0,5 3 16 16,2-2 0-16,4 0 0 0,-1-4-144 0,6 2-16 0,4-2-16 0,2-1 0 15,3-3-96-15,5 1 0 0,4-2-128 16,3-2 192-16,1 0-192 0,2-3 0 0,3-2 0 0,3-1 0 16,0-1 0-16,1-1 0 0,0-2-192 0,4-1 192 15,-3-4-240-15,2 0 64 0,2-5 16 0,-2 1 0 16,1-2-1824-16,4 1-384 15,4-4-64-15</inkml:trace>
  <inkml:trace contextRef="#ctx0" brushRef="#br0" timeOffset="172294.81">15492 5461 35935 0,'0'0'3200'0,"0"0"-2560"0,-9 0-512 0,2-2-128 0,2-2 2144 0,1 2 416 16,4 2 64-16,-6-5 32 0,-2 1-1568 0,0 0-304 16,0 0-64-16,0 0-16 0,-2-1 112 0,0 2 16 15,-3 2 0-15,0-1 0 0,-4 1-256 0,1 0-64 16,-2 1 0-16,-1 2 0 0,1 2-256 0,-3 2-48 16,-2-1-16-16,-2 3 0 0,4 1-192 0,-1 1 0 15,0 1 128-15,1-1-128 0,-1 2 0 0,2-2 0 16,3-1 0-16,2 2 0 0,0-5 0 0,5-1 0 15,3 1 0-15,7-6 0 0,0 0 0 0,0 0-192 16,0 0 192-16,4 6-160 0,3 1 0 0,2-3 0 16,3 1 0-16,2 0 0 0,2-1 160 0,1 1 0 15,0 0-144-15,2 3 144 0,3-1 0 0,-1-1 0 16,-4 1 0-16,1-2 0 0,2 5 0 0,0 1 0 16,-1-1 0-16,1 1 0 0,-2 2 0 0,-1 0 0 15,-2 0 0-15,0 0 0 0,-5 0 0 0,-1 0 0 16,-3 1 0-16,-4-1 0 0,1-1 0 0,-6 1 160 15,-2 1-16-15,-3-1 0 0,-4-1 240 0,-2 1 64 16,-4 0 0-16,-2 0 0 0,-1 2-128 0,-2-2 0 16,-4-2-16-16,-1 1 0 0,-2 0-80 0,-1 1-16 15,-4-1 0-15,1-1 0 0,-1-4-208 0,-2-2 0 16,1-1 0-16,0 0 0 16,1 0-480-16,4-4-192 0,2 0-32 0,6-4-16 15,3 1-1488-15,6-1-288 0,6-3-64 0,7-1-18864 0</inkml:trace>
  <inkml:trace contextRef="#ctx0" brushRef="#br0" timeOffset="172646.79">15607 5730 16575 0,'-15'10'736'0,"8"-5"160"0,-4 1-720 0,-1 5-176 16,1 2 0-16,-1 2 0 0,-1 2 7392 0,0 0 1440 15,0 3 304-15,1-1 48 0,2 1-6480 0,2 0-1296 16,1-4-256-16,5 1-48 0,0 0-816 0,5-2-160 15,1-2-128-15,3-2 144 0,2 0-144 0,4-2-256 16,-2-4 64-16,4-2 16 16,0-3-384-16,4-3-80 0,0-1 0 0,2-1-16 15,-1 0-160-15,-2-4-16 0,1-3-16 0,6-2 0 0,0-1 384 0,-3-3 80 16,-5 1 0-16,0-1 16 0,-1-2 208 0,-3-3 160 16,-2 3-208-16,-1-2 80 0,-3 1 128 0,-1-1 0 15,-2 3 0-15,-2 2 0 0,-2 2 0 0,-1 5 176 16,-2 2-176-16,1 3 192 0,-2 2 192 0,4 3 64 15,-7 0 0-15,1 3 0 0,0 2 32 0,3 4 16 16,0 3 0-16,0 1 0 0,2 1-496 0,0 2 0 16,-1 1 0-16,4 0 0 15,0-3-400-15,2 2-32 0,1-1 0 0,1 1 0 16,1 0-1824-16,3-2-368 0,-1 0-80 0,1 1-9952 16,2-2-1984-16</inkml:trace>
  <inkml:trace contextRef="#ctx0" brushRef="#br0" timeOffset="173096.8">16110 5393 33167 0,'-10'6'2944'0,"3"-2"-2352"0,-2 0-464 0,5 1-128 0,1 2 2768 0,2-1 544 16,-1 5 96-16,0 1 32 0,1 2-2000 15,0 2-400-15,-1 2-80 0,2-1 0 0,2 4-144 0,0 3-32 16,1 2 0-16,1 3 0 0,-2 2-496 0,2 3-96 15,1-1-32-15,1-1 0 0,-1 1-160 0,0-2 0 16,-1 1 0-16,3-4 0 0,-5-4 0 0,2-3 128 16,-1-2-128-16,-1-2 0 0,1-1 0 0,-2-4 0 15,1-3 0-15,-1-2 0 0,-1-7-160 0,0 0-16 16,0 0 0-16,0 0 0 0,0 0-96 0,0 0-32 16,0 0 0-16,0 0 0 0,0-7 112 0,1-5 32 15,0-1 0-15,2-5 0 0,0-1 160 0,1 1-208 16,2 0 80-16,4-11 128 0,1 4-192 0,-1 7 192 15,1 1-192-15,-1 4 192 0,-2 1-176 0,1 3 176 16,0-2-128-16,2 4 128 0,-11 7 0 0,15-3 0 16,1 0 0-16,-2 0 0 0,-1 0 0 0,-2 2 0 15,-1 1 0-15,-1 1 0 0,0 2 0 0,1 1 0 0,-3 0 0 16,1 2 0-16,-1 2 0 0,-2 1 0 16,-2 3 0-16,-2 2 128 0,-1 1-128 0,-3 2 192 0,-2 1-64 0,-1-1 0 15,-5 2 48-15,2 0 16 0,0-1 0 16,-2-1 0-16,-2 0-192 0,0-2 160 0,0-3-160 15,0 0 160 1,0-3-672-16,2 0-144 0,-4-1-32 0,3-2 0 16,3 0-2208-16,-1-4-448 0,1 1-96 0</inkml:trace>
  <inkml:trace contextRef="#ctx0" brushRef="#br0" timeOffset="173697.52">16662 5635 15663 0,'0'0'688'0,"0"0"144"0,0 0-656 0,0 0-176 15,0 0 0-15,0 0 0 0,-7 3 6176 0,0 1 1200 16,0-2 240-16,-2 2 64 0,-2 0-4432 0,-1 1-880 16,-3 1-192-16,0 0-16 0,0 3-1184 0,0-1-224 15,0 3-48-15,0 0-16 0,1 2-368 0,2-4-64 16,2 1 0-16,-1-1-16 0,4 0-240 0,1-1 128 16,4-2-128-16,2-6 0 0,-1 7 0 0,2 0 0 15,3 1 0-15,1-1 0 0,3-1 0 0,1-2-160 16,1 1 160-16,2-1-128 0,0 0 128 0,1 0 0 15,1 0 0-15,1 1-128 0,-2-2 128 0,0 1 0 16,-2 0 0-16,1 0 0 0,0-2 0 0,0 1 0 0,-2 1 0 16,-1 0 0-16,0 1 0 0,-2 0 0 15,-2 2 0-15,-1-1 0 0,1 1 0 0,-2-1 0 16,-3 1 0-16,-2 2 0 0,0 0 0 0,-2 0 128 16,-1 0-128-16,-3 0 0 0,-1-1 0 0,-2 0 144 0,0 0-144 15,0-2 0-15,-3 1 128 0,1-1-128 0,-2 1 0 0,2-3 0 16,0 1 0-16,3-1 0 0,1 0 0 0,1-2 0 15,1 0 0-15,7-2 0 0,0 0 0 0,0 0 0 16,0 0-144-16,0 0 16 0,0 0 0 0,0 0 0 16,12-3-64-16,1-1-16 0,2-2 0 0,3-1 0 15,1-1 208-15,3-1-176 0,2-1 176 0,-1-3-160 0,2-3 160 16,0-1 0-16,1-1-144 16,-1 0 144-16,-2-1 0 0,1 1 0 0,-3 0 0 0,-2-2 0 0,-1 1 0 0,-1-1 0 15,-2 1 0-15,-2 3 0 0,-3 4 0 16,-3 2 0-16,-3 1 0 0,-2 2 0 0,0 2 128 0,-2 5 0 15,-4-4 0-15,-2 3 0 0,-1 2 176 0,-3 4 16 16,-1 3 16-16,-1 3 0 0,-1 0-144 0,-1 4-48 16,-2 0 0-16,0 2 0 0,3 3-144 0,0-3 0 15,1 2 144-15,3-3-144 0,4 2 0 0,3-1 0 16,2 0 0-16,1-3 0 0,3-1-128 0,4-1-64 16,3-1 0-16,2-2 0 15,0-3-992-15,4-2-208 0,3-2-32 0,2-4-16 16,0-2-128-16,3-2-32 0,-2-3 0 0,4-3 0 15,-1-2-1760-15,1-3-352 0,2-3-80 0,-1 2-11728 0</inkml:trace>
  <inkml:trace contextRef="#ctx0" brushRef="#br0" timeOffset="173912.69">17283 5492 11055 0,'0'-9'976'0,"-1"-3"-784"16,0 0-192-16,-2 2 0 0,1 1 5424 0,-1 2 1040 16,-1 1 192-16,-1 2 64 0,0 0-2736 0,-1 3-528 0,1 1-128 0,0 1 0 15,-2 3-1344-15,1 1-256 16,-2 1-48-16,3 6-16 0,0 0-912 0,-1 4-192 15,1 2-48-15,1 1 0 0,0 4-288 0,1 0-64 0,-1 3-16 16,0 3 0-16,0 1-144 0,1 0 0 0,2 1 0 0,0 0 128 16,2-1-128-16,-1 0 0 0,0-4 0 0,1 0 0 15,2 2-704 1,-1-3-112-16,0-1-16 0,0-4-16 0,1-3-1008 0,0-1-208 16,-2-5-48-16,1 1 0 0,2-2-2080 15,0-2-416-15</inkml:trace>
  <inkml:trace contextRef="#ctx0" brushRef="#br0" timeOffset="174079.52">16978 5767 21183 0,'0'0'1888'0,"0"0"-1504"0,-5-1-384 0,5 1 0 0,0 0 5632 0,0 0 1072 16,0 0 208-16,0 0 32 0,0 0-4768 0,9-6-944 16,3 1-192-16,2 1-32 0,3-1-608 0,3 0-112 15,3 0-32-15,3-2 0 0,2-1-256 0,2 2 128 16,1-3-128-16,0 1 0 15,1 1-352-15,-2-2-176 0,-2 3-48 0,2-1 0 16,0-2-2000-16,-1 1-416 0,-2 2-80 0</inkml:trace>
  <inkml:trace contextRef="#ctx0" brushRef="#br0" timeOffset="174230.3">17638 5583 28559 0,'-23'4'1264'0,"16"-3"272"0,7-1-1232 0,0 0-304 0,-7-1 0 0,7 1 0 16,0 0 3616-16,0 0 672 0,0 0 128 0,0 0 16 31,0 0-5664-31,0 0-1136 0,0 0-240 0</inkml:trace>
  <inkml:trace contextRef="#ctx0" brushRef="#br0" timeOffset="174362.76">17704 5773 13823 0,'-14'12'1216'0,"9"-5"-960"0,-2 2-256 0,3-3 0 0,2-2 7008 0,-2 3 1360 0,0-1 272 0,4-6 48 0,0 0-5920 0,0 0-1168 15,0 0-256-15,0 0-32 0,0 0-672 16,0 0-128-16,0 0-16 0,0 0-16 16,9 2-2016-16,4-2-384 0,4-2-96 0,-1-4-16 0</inkml:trace>
  <inkml:trace contextRef="#ctx0" brushRef="#br0" timeOffset="174898.38">18543 5510 45903 0,'0'0'2032'0,"-5"3"416"0,-1 3-1952 0,1 2-496 16,0 2 0-16,0 4 0 0,-1 4 1120 0,0 1 128 15,-2 6 32-15,2 4 0 0,2 3-480 0,0 1-96 16,0 0 0-16,0-3-16 0,1-3-496 0,2-1-192 16,0-3 176-16,1-2-176 0,1-1 0 0,-1-6-160 15,0 2 0-15,0-7 0 16,0-9-1968-16,0 0-400 0,0 0-80 0,0 0-11424 16,0 0-2288-16</inkml:trace>
  <inkml:trace contextRef="#ctx0" brushRef="#br0" timeOffset="175030.04">18565 5315 16575 0,'0'0'736'0,"0"-6"160"0,0 0-720 0,0-1-176 0,1 2 0 0,-1 5 0 15,3-6 3984-15,-3 6 768 0,4-4 160 0,-4 4 16 16,6-6-3872-16,-6 6-784 0,0 0-144 0,11 6-10368 16,0-2-2048-16</inkml:trace>
  <inkml:trace contextRef="#ctx0" brushRef="#br0" timeOffset="176230.89">18963 5624 27647 0,'0'0'1216'0,"-4"-6"256"0,-3-4-1168 0,1 1-304 15,0-4 0-15,0 4 0 0,-1 1 3456 0,2 1 640 16,-3 2 128-16,1 1 32 0,-1 3-2320 0,0 1-464 15,-3 4-80-15,0 0-32 0,-2 5-512 0,-3 0-96 16,-1 5-32-16,0 3 0 0,0 3-400 0,-1 3-64 16,0 1-32-16,1-1 0 0,1 1-64 0,3-2-16 15,4-1 0-15,0-2 0 0,2-2-144 0,2-1 0 16,2-2 0-16,3-2 0 0,2-2-128 0,2-2-64 16,0-1-16-16,2-2 0 15,3-3-320-15,0 0-64 0,0-2-16 0,2-2 0 0,1 0 192 0,1-5 32 0,0-1 16 16,2 1 0-16,1-4 176 0,1-2 48 15,0-4 0-15,0-2 0 0,1-5-16 0,0-2 0 16,-1-1 0-16,4-3 0 0,1-1 0 0,-1-1 0 0,-4-2 0 0,1 2 0 16,1-3 160-16,-2 3-192 0,-3 0 192 0,0 4-192 15,-2 3 192-15,-2 6 0 0,-3 3 0 0,-2 5 0 16,-2 3 192-16,-2 3 80 0,-1 5 16 0,0 0 0 16,0 0 720-16,-5 6 144 0,-4 4 16 0,1 7 16 15,-3 6-608-15,1 1-112 0,-2 4-16 0,1 2-16 0,-1 0-256 16,1 4-48-16,2 1-128 0,1 0 192 0,1-2-64 0,1-1 0 15,4 1-128-15,2-6 192 0,2 1-192 0,2-4 0 16,2-5 0-16,-1-1 0 0,1-5 0 0,2-1-128 16,3-3 128-16,0-3-208 15,2-3-176-15,2-3-48 0,0-3 0 0,2-1 0 0,0-1 48 0,0-3 16 16,0-1 0-16,0-5 0 0,0-3 176 0,0-3 16 16,-1-3 16-16,-1-2 0 0,0-2 160 0,-1-1-128 15,0 0 128-15,-1 0-128 0,-1 0 128 0,-2 1-128 16,1 3 128-16,-5 0-128 0,0 1 128 0,-4 3 0 15,0 3 0-15,-2 4 0 0,-2 4 0 0,0 1 128 16,-2 3-128-16,4 5 176 0,0 0-32 0,-6-1 0 16,0 1 0-16,-1 4 0 0,2 2 48 0,-1 5 16 15,-1 0 0-15,1 5 0 0,0 1-208 0,1 3 0 16,0 0 0-16,2 4 0 0,3 1 0 0,0-1 0 16,2 1 0-16,2 1 0 0,2 0-128 0,2-1 128 15,1-3 0-15,4-2 0 0,0-3-368 0,2-3 48 16,1-2 0-16,3-2 0 15,-1-2-560-15,0-3-96 0,0-2-32 0,1-3 0 16,0-3 432-16,2-2 64 0,0-3 32 0,-1-1 0 0,-3-3 272 16,1 1 48-16,1-4 16 0,1-3 0 0,-1 0 144 0,0-4-192 0,-4 1 192 0,1 0-192 15,-3 0 192-15,-1 3 0 0,-3 2 0 0,-3 2 0 16,-2 1 160-16,-4 1 64 0,-2 2 16 0,-5 3 0 16,-2 3 848-16,-3 4 160 0,-3 2 32 0,-4 3 16 15,-3 3-272-15,0 5-64 0,0 2-16 0,0 2 0 16,0 0-464-16,2 3-96 0,3-1 0 0,3 1-16 15,2-3-192-15,4 0-48 0,3-2 0 0,2 0 0 0,3-2-128 16,2-2-192-16,0 0 32 0,3-1 16 16,5-3-304-16,0-1-64 0,0-2-16 0,1-1 0 15,2-2-128-15,-1-1-32 0,-2-1 0 0,2-2 0 0,1-1 256 0,0-2 48 16,0-1 16-16,0-2 0 0,-1 1 112 0,-1-1 0 16,0-1 16-16,-1-3 0 0,1-2 240 0,-2 0-144 15,-1-1 144-15,0 2-128 0,-1-2 128 0,0 3 0 16,-2 0-144-16,-1 3 144 0,-1 1 0 0,-1 2 0 15,0 2 0-15,-2 5 128 0,0 0 0 0,0 0 0 16,0 0 0-16,-6 4 0 0,1 2 288 0,-1 3 48 16,-1 3 16-16,2 2 0 0,0 2-160 0,1 0-48 15,1-1 0-15,3 0 0 0,3-1-272 0,1-1 0 16,1-1 0-16,3-2 0 0,1-1 0 0,1-2 0 16,2-3-176-16,1-2 176 0,0 0-320 0,1-5 32 15,1-1 16-15,0-2 0 0,1-3 144 0,0-2 128 16,1-1-192-16,0-2 192 0,1-2 0 0,-1-2 0 15,0-3 0-15,0-2 0 0,0-1 0 0,0-2 0 16,-2-2 0-16,3-5 0 0,3-4 0 0,-1 0 0 0,-3-2 0 0,0-1 0 16,-2 0 0-16,0 2-128 0,-2 6 128 0,-4 2 0 15,-4 5 0-15,-2 7 0 0,-3 2 0 0,-3 6 0 16,-2 3 352-16,0 6 80 0,-1 5 16 0,-3 5 0 16,-4 5 208-16,0 6 48 0,-1 4 16 0,-3 6 0 15,-1 6-288-15,1 0-64 0,1 2-16 0,2-2 0 16,2 0 64-16,3-2 16 0,2-2 0 0,5 1 0 15,4-6-432-15,2 2 0 0,2-4 0 0,1-1 0 16,4 0-896-16,2-5-144 0,1 0-48 0,4-5-14448 16,3-2-2896-16</inkml:trace>
  <inkml:trace contextRef="#ctx0" brushRef="#br0" timeOffset="178115.42">20931 5557 26719 0,'-1'-6'2368'0,"0"-1"-1888"15,1 7-480-15,2-8 0 0,-3 0 3808 0,2-1 672 16,2 0 128-16,-3 0 16 0,-4 0-2928 0,-3 2-592 16,0 2-112-16,-4 1-32 0,-1-1-48 0,-1 2-16 15,-4 1 0-15,-1 2 0 0,-4 2-208 0,-4 6-48 16,-3 0-16-16,-1 4 0 0,-1 1-320 0,1 4-64 15,0-2-16-15,4 4 0 0,2 1 0 0,5 0 0 16,2-2 0-16,4-1 0 0,2-1-224 0,4 0 0 16,1-2 0-16,4-1 0 15,2-3-368-15,4 1-64 0,2-5-16 0,2 2 0 16,2-3-560-16,2-1-112 0,1-2-32 0,2-4 0 16,0 0 304-16,0-4 48 0,-2-1 16 0,1-1 0 0,0-1 368 0,-1 0 80 0,0-2 16 0,0-1 0 15,-1 1 320-15,-1-2 0 0,-2-2 0 0,0 2 0 16,-3 0 0-16,0 0 0 0,-4 1 160 0,1-1-160 0,-1-1 416 15,0 1-32-15,-1 1 0 0,-1 1 0 0,-1 3 0 16,-1 1-16-16,1 1 0 0,0 2 0 0,1 4-32 0,0 0 0 16,-7-3 0-16,2 2 0 0,5 1 48 0,-6 4 16 15,-1-2 0-15,0 5 0 0,1 2-144 0,-2 3-16 16,2-3-16-16,-1 5 0 0,2 6-224 0,0-1 0 16,-1 5 0-16,3-1 0 0,0 3 0 0,2 4 0 15,-1 0 0-15,2 3 0 0,2 1 0 0,0 2-128 16,1 2 128-16,-1 0 0 0,0 1-128 0,-1 0 128 15,-1 2-192-15,-1-2 192 16,-2-2-544-16,-1 3 0 0,-2-1 0 0,-1-2 0 16,-1 0-32-16,-1-3 0 0,-5 0 0 0,-2-3 0 0,-1-2 576 0,0-3 0 15,0-3 0-15,-1-1 0 0,-1-2 384 0,-1-6 64 16,1-1 32-16,-2-2 0 0,0-5 80 0,1 1 16 16,-2-5 0-16,3-2 0 0,0-2-320 0,4-3-48 15,0-4-16-15,5-3 0 0,2-3-192 0,3-1 0 16,4-7 0-16,4-1 0 0,5-5-240 0,5-4 64 15,3-3 16-15,5-2 0 0,4-5 32 0,1 0 0 16,2-4 0-16,4-3 0 0,3-4 128 0,3-1-128 0,-1 0 128 0,5 0-128 16,1 1 128-16,1 3 0 0,0 4 0 0,-4 4 0 15,-4 4 0-15,-2 2 0 0,-2 3 0 0,-4 6 0 16,-2 0 0-16,-3 5 0 0,-4 1 0 16,-1 5 0-16,-3 0 0 0,-4 5 0 0,-1 4 0 0,-3 2 0 15,-1 0 128-15,-6 6 16 0,0 0 0 0,0 0 0 16,-6 12 480-16,-1 1 80 0,-3 4 32 0,-1 0 0 0,-2 4-368 15,0 0-80-15,-2 0-16 0,2-3 0 0,2 2-144 16,0-1-128-16,2-1 192 0,1-2-192 16,3-3 0-16,2-1 0 0,1-2 0 0,0-1 0 0,1-1 0 15,1-8 0-15,3 9 0 0,-3-9-192 0,0 0-64 0,6 3-16 16,1-3 0-16,1-1 0 0,1-3 96 16,1 0 32-16,1-5 0 0,0 0 0 0,0-3 144 15,0-4 0-15,0-1-144 0,-1 0 144 0,1 0 0 0,-2 0-176 16,0 0 176-16,0 2-128 0,-1-4 128 0,-2 4 0 15,-2 2 0-15,-1 4-128 0,-3 9 128 0,0 0 0 16,0 0 0-16,0 0 0 0,0 0 336 0,0 0 0 16,-7 9 0-16,0 3 0 0,-2 3-48 0,1 5-16 15,-1-2 0-15,1 3 0 0,0-2-144 0,3 0-128 16,1-1 192-16,2 0-192 0,2 0 0 0,2-2 0 16,-1-2 0-16,3-1 0 0,0-2 0 0,2-3 0 15,2-2 0-15,1-2 0 0,2-3-208 0,2-2 48 16,1-3 16-16,3-2 0 0,1-3 16 0,-1-3 0 15,0-1 0-15,0-4 0 0,3 0-64 0,-2-1 0 16,0-2 0-16,1-1 0 0,0-5 0 0,-1 0 0 16,-1-1 0-16,-1-1 0 0,0 0 192 0,-3 2 0 0,-2-1 0 15,-2 4-128-15,-1 2 128 0,0 2 0 0,-3 3 0 16,-1 3 0-16,-2 1 304 0,-2 2-16 0,-2 2 0 0,1 0 0 16,0 2 160-16,1 6 48 0,0 0 0 15,0 0 0-15,0 0-96 0,0 0-16 0,0 0 0 0,0 0 0 16,0 0-192-16,-6 6-64 0,1 1 0 0,1 0 0 15,2 5-128-15,0-4 0 0,1 2 0 0,2 2 0 16,2 1 0-16,1 2 0 0,-1 0 0 0,0 0 0 16,3 1 0-16,1 1 128 0,0 2-128 0,0-2 128 0,-1-2 64 0,1 0 0 15,-1-1 0-15,-1 0 0 0,-1 1-192 16,0-1 0-16,1-1 0 0,1-1 0 0,-5-2 0 0,1 1-272 16,1-1 64-16,-2 2 16 0,-1-4 32 0,0 1 16 15,-2 0 0-15,-1-1 0 0,3-8 144 0,-4 6 0 16,4-6 0-16,-6 7 128 0,-2-1-128 0,0 1 144 15,-1-5-144-15,-1 2 160 0,-1-2-160 0,1-1 160 16,-1-1-160-16,-1-1 160 16,1 1-160-16,-1 0 0 0,-2 0 144 0,2 0-144 0,0-2 0 0,2 2 0 15,1 0 0-15,1 0 0 0,1 0 0 0,2 0 0 16,5 0-176-16,0 0 176 0,0 0-336 0,0 0 16 16,0 0 16-16,0 0 0 15,0 0-144-15,0 0-16 0,7 0-16 0,2 2 0 0,0 0 224 0,1 1 64 16,1-2 0-16,-1 0 0 0,2 1 192 0,-2-2 0 15,1 0 0-15,0 0 0 0,1 0 0 0,1 0 0 16,-2 0 0-16,0-2 0 0,2 0 0 0,2-3 160 16,0-1-160-16,2 0 128 0,-1-1-128 0,1 1 160 15,3-1-160-15,-1-4 160 0,1-2-160 0,1-2 0 16,-2 1 144-16,2-1-144 0,1 4 0 0,-2-6 144 0,-1 2-144 16,-2 0 0-16,-1-2 160 0,-2 1-160 15,-1-2 128-15,-4 1-128 0,-1 3 128 0,-3 1-128 0,-1 2 0 0,-2-1 128 16,-2 5 0-16,-2-2-128 0,-2 2 192 0,0 2-64 15,-1 2 16-15,-1 3 0 0,-2 2 0 0,0 1 0 16,-2 3 48-16,-3 1 0 0,-4 5 0 0,0 1 0 16,0 4-64-16,0 3-128 0,1 1 192 0,2 1-64 15,2-4-128-15,3 2 0 0,4-2 0 0,1 1 0 0,1 2 0 16,6-1 0-16,2-1 0 0,3-2 0 0,1-2 0 16,4-2-272-16,3-3 32 0,2-2 16 0,0-4 48 0,-1-2 16 15,1-3 0-15,3-3 0 0,1 0 160 0,-1-2-208 16,-1-3 80-16,-1-2 128 0,1-3-192 15,-2-2 192-15,-1-1-160 0,0 0 160 0,4 0-160 0,-3-2 160 16,-2-5-160-16,1 0 160 0,1-2-256 0,-1-2 64 16,0 2 0-16,-4 1 0 0,-3 2 48 0,0 3 16 15,-3 1 0-15,-1 2 0 0,-4 2 128 0,-1 4 0 16,-1 0 160-16,-1 3-160 0,0 2 432 0,1 6-16 16,0 0 0-16,0 0 0 0,0 0-80 0,0 0-16 15,0 0 0-15,0 0 0 0,0 0-192 0,0 0-128 16,0 0 128-16,0 0-128 0,0 0 0 0,4 8 0 15,1 0 0-15,0 1 0 0,4 0 0 0,0 1 0 16,-2 2 0-16,2 0 0 0,2 1 0 0,-1 0 0 16,0 0 0-16,1 1 0 0,-2-1 0 0,1 2 0 15,1 0 0-15,-1-3 0 0,-1 0 0 0,-1 1 0 0,-1-4 0 16,-2 1 0-16,-2 1 0 0,-2-1 0 16,-2-1 0-16,-2-1 0 0,-1-1 208 0,-1-1-16 0,-2 1-16 15,-1 2 0-15,-1-3 80 0,0 2 32 0,-1-1 0 0,-2-1 0 16,-2-1-96-16,-1 1 0 0,2-5-16 0,-1 0 0 15,-2 2-176-15,2-1 160 0,1 0-160 0,0-1 160 16,0-1-160-16,1-1 0 0,2-1 0 0,1 1 0 16,-1 0-448-16,4 1-112 0,2 0-16 0,4 0-16448 15,0 0-3264-15</inkml:trace>
  <inkml:trace contextRef="#ctx0" brushRef="#br0" timeOffset="181811.68">22745 5450 28559 0,'-12'-2'2544'0,"0"0"-2032"16,-1 0-512-16,1-1 0 0,2 2 1808 0,2-2 272 15,0 3 48-15,2-1 16 0,-1 1-672 0,7 0-144 16,0 0-32-16,0 0 0 0,0 0-16 0,0 0-16 15,0 0 0-15,6 6 0 0,0 1-64 0,1-3-16 16,2 0 0-16,1 1 0 0,3-3-128 0,1 2-32 16,1 0 0-16,3 0 0 0,2-4-512 0,8 2-128 15,2-1 0-15,-1-1-16 0,1 0-224 0,1 0-144 16,1-1 192-16,0 1-192 0,-2 1 0 0,0-2 0 16,0-1 0-16,1-2 0 15,-1 2-400-15,2-1-192 0,-2-1-48 0,-2 0 0 16,0 2-1136-16,-1-1-224 0,0 2-48 0,-2-4-16 15,0-1-1776-15,-2 1-368 0,0 5-64 0</inkml:trace>
  <inkml:trace contextRef="#ctx0" brushRef="#br0" timeOffset="182078.73">23432 5394 28559 0,'-11'3'2544'0,"6"-3"-2032"0,-1 1-512 0,0 0 0 16,6-1 3760-16,0 0 656 0,0 0 128 0,0 0 16 15,0 0-2848-15,0 0-576 0,0 0-112 0,0 0-32 16,2 8-480-16,2-1-112 0,2-1-16 0,3 1 0 0,2-2-384 0,2 0 0 15,1 0 0-15,2 1 0 0,-1-1 0 0,1 0 0 16,1 0 0-16,-1 0 0 0,-2-2-160 0,0 0-16 16,-2-1 0-16,-2 1 0 0,-1 2 32 0,-1 0 0 15,-2-2 0-15,-6-3 0 0,0 0 144 0,1 8 0 16,0-2 0-16,-3 1 0 0,-4-3 192 0,-2 1 64 16,-2 0 0-16,-2 2 16 0,-2-1 16 0,-3-1 0 15,-1-1 0-15,0 0 0 0,-2 1-160 0,2 1-128 16,-1-1 144-16,1-1-144 15,3 0-976-15,2-1-304 0,2 1-48 0,3 2-12976 16,3-1-2592-16</inkml:trace>
  <inkml:trace contextRef="#ctx0" brushRef="#br0" timeOffset="182429.09">24321 5326 33855 0,'0'0'1504'0,"-1"-6"304"0,-1-2-1440 0,1 1-368 0,-2 2 0 0,3 5 0 16,0 0 1776-16,0 0 272 0,0 0 64 0,0 0 16 0,0 0 112 0,-4 7 32 15,1 3 0-15,-3 6 0 16,1 5-1264-16,-1 5-256 0,-4 4-48 0,3 4-16 0,-1 2-240 0,1 3-64 16,2 0 0-16,0 2 0 0,1-3-224 0,1-2-160 15,2-1 192-15,1-1-192 0,1-3 0 0,2-2-192 16,0-3 0-16,0-4 0 16,0-2-1168-16,0-3-240 0,-1-7-32 0,1 1-16 15,-1-2-336-15,-2-9-64 0,0 0 0 0,0 0-16 16,7 2-1408-16,-7-2-288 0,5-6-48 0</inkml:trace>
  <inkml:trace contextRef="#ctx0" brushRef="#br0" timeOffset="182730.25">24174 5275 23951 0,'0'0'2128'0,"0"0"-1696"15,0 0-432-15,0 0 0 0,-3-7 4496 0,3 0 816 16,0 7 176-16,6-6 16 0,1-2-3968 0,3 1-816 15,2 2-144-15,2 0-48 0,2 1-272 0,2 3-48 16,-1-2-16-16,4 4 0 0,3 1 48 0,0 0 0 0,-1 2 0 0,1 0 0 16,2 0-64-16,0 1-16 15,2-1 0-15,-3 3 0 0,1-1-160 0,-3 2 128 0,-2 0-128 0,-4 2 128 16,-3 3-128-16,-2-2 0 0,-3-1 144 0,-2 3-144 16,-3 1 224-16,-4 1-32 0,-4-1 0 0,-4 3 0 15,-3 1 144-15,-2 1 32 0,-2-2 0 0,-3-1 0 0,-2 0-96 16,0 0-16-16,0-2 0 0,0-1 0 15,0-1-128-15,1 0-128 0,-1-3 144 0,2 0-144 16,2 0-688-16,2 1-224 16,4-2-48-16,1-1-16 0,2-5-2416 0,7-2-464 15</inkml:trace>
  <inkml:trace contextRef="#ctx0" brushRef="#br0" timeOffset="183529.17">24733 5622 27807 0,'0'0'1232'0,"0"0"256"0,2-6-1184 0,-2 6-304 0,0 0 0 0,0 0 0 16,0 0 1952-16,0 0 336 0,0 0 64 0,0 0 16 0,0 0-416 0,0 0-80 16,0 0-16-16,0 0 0 0,0 0-768 0,0 0-176 15,0 0-16-15,0 0-16 0,0 0-192 0,0 0-48 16,0 0 0-16,0 0 0 0,0 0-128 0,0 0-48 16,0 0 0-16,0 0 0 0,0 0-16 0,0 0-16 15,0 0 0-15,0 0 0 0,0 0-128 0,0 0-32 16,0 0 0-16,0 0 0 0,0 0-272 0,0 0 160 15,0 0-160-15,0 0 128 0,0 0-128 0,0 0 0 16,0 0 144-16,0 0-144 0,0 0 224 0,0 0-32 16,0 0 0-16,0 0 0 0,0 0 0 0,0 0 0 15,0 0 0-15,0 0 0 0,0 0 16 0,0 0 0 16,0 0 0-16,0 0 0 0,0 0-208 0,0 0 0 0,0 0 0 0,0 0 0 16,0 0 0-16,0 0 0 15,0 0 0-15,0 0 0 0,0 0 0 0,0 0 128 0,0 0-128 0,0 0 0 16,0 0 0-16,0 0 0 0,0 0 0 0,0 0 0 15,0 0 0-15,0 0 128 0,0 0-128 0,0 0 0 16,0 0 0-16,8 2 0 16,-8-2 0-16,0 0 0 0,0 0 0 0,0 0 0 15,8 4 0-15,-8-4 0 0,0 0 0 0,0 0 0 0,8 4 0 0,-8-4 0 16,0 0 0-16,0 0 0 0,0 0 0 0,0 0 0 16,8 3 0-16,-8-3 0 0,0 0 0 0,0 0 0 15,0 0 0-15,0 0 0 0,6 2 0 0,-6-2 0 16,0 0 0-16,0 0 0 0,0 0 0 0,0 0 0 15,0 0 0-15,0 0 0 0,0 0 0 0,0 0 0 0,0 0 0 0,0 0 0 16,0 0 0-16,0 0 0 0,0 0 0 0,7 4 0 16,-7-4 0-16,0 0 0 15,0 0-384-15,0 0-32 0,0 0 0 0,0 0 0 16,0 0-1296-16,0 0-256 0,0 0-48 0,0 0-16 16,0 0-1056-16,8 0-224 0,-1-2-32 0,1-1-16 0</inkml:trace>
  <inkml:trace contextRef="#ctx0" brushRef="#br0" timeOffset="183996.07">24853 5361 10127 0,'0'0'896'0,"0"0"-704"0,0 0-192 0,0 0 0 16,-4-1 6640-16,4 1 1296 0,0 0 256 0,0 0 48 15,-5 3-4656-15,5-3-944 0,-4 5-176 0,0 3-32 16,3 1-1088-16,-1 3-192 0,1 1-64 0,0 2 0 16,1 4-512-16,0 0-128 0,0 2 0 15,0 2-16-15,0 4-80 0,1 1-16 0,-1 4 0 0,0-1 0 16,-1 0-336-16,2-1 128 0,0 0-128 0,1-3 0 15,-1 0 0-15,0-3 128 0,0-4-128 0,2-1 0 16,-2-2 256-16,1 0-32 0,-1-6 0 0,0-1 0 16,-1-1-224-16,0-9 0 0,0 0 128 0,0 0-128 0,0 0 0 15,0 0 0-15,0 0 0 0,0 0 0 0,0 0 0 0,0 0 0 16,5-6 0-16,1-1 0 0,-1-3 0 0,1-3 0 16,2-4 0-16,0-4 0 0,1-4 0 15,3-2 0-15,2-4 0 0,1-3 144 0,-2-3-144 16,4 1 0-16,0 2 0 0,3-3 128 0,3 1 64 0,-1-1 0 15,0 1 0-15,-1 2 0 0,-3 3-352 0,-1 3-64 16,-3 2-16-16,-1 5 0 16,-1 2-512-16,-2 6-96 0,-2 0-32 0,-1 6 0 15,-7 7-1392-15,0 0-288 0,0 0-48 0,0 11-18448 0</inkml:trace>
  <inkml:trace contextRef="#ctx0" brushRef="#br0" timeOffset="184231.24">24732 5646 31327 0,'-14'-3'1392'0,"14"3"272"0,-7-5-1328 0,3-2-336 0,1 1 0 0,3 6 0 16,0 0 4048-16,0 0 752 0,0 0 128 0,0 0 48 16,4-7-3184-16,3 1-624 0,0-1-128 0,3 2-16 15,0 1-832-15,3 2-192 0,3 0 0 0,1-3 0 16,2-2 0-16,2 0 0 0,1 3 0 0,3-3 0 15,-2 2 0-15,2 1 0 0,5-1-208 0,1 1 64 16,2 0-1728-16,0-1-352 0,1 0-64 0,1 1-11872 16,4 1-2384-16</inkml:trace>
  <inkml:trace contextRef="#ctx0" brushRef="#br0" timeOffset="184430.57">25415 5483 28559 0,'0'0'2544'0,"0"0"-2032"0,0 0-512 0,0 0 0 0,0 0 4176 0,0 0 752 16,0 0 128-16,0 0 48 0,0 0-3120 0,0 0-608 16,10 0-128-16,2-3-32 0,1 1-496 0,1 0-96 15,1 2-32-15,1-4 0 0,1-2-352 0,2-1-80 16,3 1-16-16,0 1 0 0,0-1-144 0,0 4 0 16,-2-2 0-16,-2 0 0 15,0 1-960-15,-2 1-160 0,-4-1-32 0,-2 2-16 16,-1 1-1840-16,0 2-352 0,2 4-80 0</inkml:trace>
  <inkml:trace contextRef="#ctx0" brushRef="#br0" timeOffset="184580.48">25400 5626 27647 0,'0'0'2448'0,"-6"1"-1952"0,-1 1-496 0,7-2 0 16,0 0 4080-16,0 0 720 0,0 0 128 0,0 0 48 16,0 0-2768-16,0 0-544 0,0 0-128 0,0 0 0 15,12-3-960-15,2 1-192 0,3-4-48 0,3 0 0 16,1-1-336-16,2-3-240 0,7 1 48 0,1 1 0 15,2 1-2256-15,5 2-448 0,2 1-96 0</inkml:trace>
  <inkml:trace contextRef="#ctx0" brushRef="#br0" timeOffset="185063.95">25888 5776 43487 0,'0'0'1920'0,"0"0"400"0,0 0-1856 0,0 0-464 16,0 0 0-16,0 0 0 0,-1 7 1280 0,1-7 144 15,0 0 48-15,0 0 0 0,0 0 16 0,0 0 16 16,0 0 0-16,0 0 0 0,0 0-880 0,0 0-176 16,0 0-48-16,6-7 0 0,-1 2-128 0,1-2-16 15,-1-4-16-15,1-2 0 0,0-2-64 0,1 0-16 16,1-4 0-16,3 0 0 0,-1-7-160 0,0 1 0 16,2-2 0-16,0-2 0 0,1-2 0 0,0 1 0 15,3-3-160-15,-2 2 160 0,4-10 0 0,-1 9 0 16,-2 3-128-16,-2 6 128 0,-3 3 0 0,-2 6 0 0,-2 2 0 15,0 4 160-15,-6 8-160 0,0 0 0 16,0 0 0-16,0 0-176 0,0 0 320 0,0 14 64 0,-2 5 16 0,1 2 0 16,-2 5-224-16,-1 4 0 0,-1 2 0 0,3-1 0 15,0-1 0-15,2 2 0 0,2-1 0 0,0 2 0 16,2-1 0-16,1-3 0 0,-1-2 0 0,3-2 0 16,1-3 0-16,-1-2 176 0,3-3-176 0,-1-3 160 15,-2-2-160-15,3-3 0 0,-3-3 0 0,4-2 0 16,-2-2 0-16,1-1 0 0,3-4 0 0,-2-1 0 15,-1-1 176-15,1-1-48 0,0-5-128 0,2-4 192 16,-3 0-192-16,0-4 0 0,3-2 0 0,-1-3 0 16,0-2 0-16,-1 0 0 0,2-4 0 0,0-2 0 15,0-4 0-15,0 0 128 0,-1-2-128 0,0 2 0 16,-2 2-208-16,1 4-144 0,-6 2-32 0,1 6 0 16,0 4-208-1,-1 4-48-15,-1 3-16 0,-2 3 0 0,1 3-1216 0,-3 5-240 16,0 0-64-16,0 0 0 0,8 4-496 0,1 0-96 0,0 1-32 0,2 0-9408 15,0 2-1872-15</inkml:trace>
  <inkml:trace contextRef="#ctx0" brushRef="#br0" timeOffset="185898.12">26720 5231 35183 0,'0'0'1552'0,"0"0"336"0,0 0-1504 0,0 0-384 16,0 0 0-16,0 0 0 0,6 8 2416 0,-1 0 400 16,-1 2 96-16,-1-1 16 0,0 3-816 0,-2 4-176 0,-1 1-16 0,-1 5-16 15,-2 3-864-15,0 1-160 0,-1 2-48 0,-1 2 0 16,-1 0-448-16,0 0-80 0,0 0-32 0,-1-2 0 15,1-2-144-15,2 0-128 16,-1-1 192-16,1-3-192 0,0-3 128 0,1-3-128 16,1-2 0-16,-1-1 0 0,2-4 0 0,0-1 0 15,1-8 0-15,0 0 0 0,0 0 0 0,0 0 0 0,0 0 0 0,0 0 0 16,0 0 0-16,0 0 0 16,-2-5 0-16,2-3 0 0,2-5 0 0,0-4-192 0,2-2 192 0,1-5-192 15,4-2-32-15,2-1 0 0,3-6 0 0,1-1 0 16,-1-5-96-16,3 0-32 0,1 1 0 0,0 2 0 15,1 2 352-15,-1 3 0 0,0 3 0 0,0 3 0 16,-1 3 0-16,3 3 0 0,1 2 0 16,0 2 0-16,-1 4-352 0,3 4 48 0,-1 1 16 0,1 0 0 15,2 1 288-15,-2 3 0 0,-2 0 0 0,-1 1 0 0,-2 2 160 16,-2 2-160-16,-3 1 160 0,-3 4-160 0,-2-2 192 16,-4 5-48-16,-4 2-16 0,-4 2 0 0,-5 3 352 0,-4 5 64 15,-4-1 16-15,-4 3 0 0,-4 1-560 16,1-2 0-16,-3 4 0 0,4-3 0 0,-2-2 0 0,2-1-192 15,2-1 16-15,1-4 16 0,1-1 160 0,2-2 0 16,2-2 0-16,1-2 0 0,-2 2 208 0,3 2 32 16,-1-2 0-16,2 0 0 0,2-2-240 0,1-1 0 15,1 0 0-15,1 1 0 0,4-1 0 0,-1 0 0 16,1-3 0-16,3-6 0 0,-1 7 0 0,1-7 0 16,0 0 0-16,2 8 0 0,1 1 0 0,1-3 0 15,2 1-128-15,1-1 128 0,2-2 0 0,1 1 0 16,0-1 0-16,0 0 0 0,0 0-240 0,2 0 64 15,3-1 16-15,-1-1 0 0,-1-4 160 0,1 0 224 16,3 0-48-16,0-3-16 0,0-2-160 0,3 1 0 0,-3 0 0 0,1-3 0 16,1-1 0-16,1-1 0 0,0 1 0 0,-2 1 0 15,-1-3 0-15,-3 3 0 16,0 0 0-16,1 2 0 0,-4 1 0 0,-1-1 192 0,-5 3-64 0,-5 4 0 16,0 0-128-16,0 0 0 0,0 0 0 0,0 0-176 15,0 0 176-15,-4 7-128 0,-1 1 128 0,-2 1-128 16,1 3 528-16,-1 1 112 0,5-2 32 0,-2 1 0 15,0 0-544-15,1 1 0 0,0-3 0 0,2-1 0 16,-1-2 0-16,2-7-224 0,2 6 64 0,3 0 16 16,-5-6 144-16,10 5 192 0,-1-5-32 0,2 0-16 15,2 0-464 1,2-4-112-16,-1-1-16 0,-1-2 0 0,3-1 448 0,-2 1 0 0,-1-3 0 0,-1 3 0 16,0-1 0-16,-3 0-128 0,-3 1 0 0,1 2 0 0,-2 1 128 15,-1-2 0-15,-4 6 0 0,0 0 0 0,0 0 0 0,0 0 128 16,0 0-128-16,0 0 176 0,0 0-48 0,0 0 0 15,0 9 0-15,0 0 0 0,0-1-128 0,1 2 0 16,2-2 0-16,1 1 0 0,1-1 0 0,1 0 0 16,2-2 0-16,1 0-176 15,2-1-608-15,2 0-128 0,1-1-32 0,1-1 0 16,0-2-784-16,-3-2-176 0,2-1-16 0,2 1-16 16,1-3-2544-16,-1 0-512 0</inkml:trace>
  <inkml:trace contextRef="#ctx0" brushRef="#br0" timeOffset="186148.38">27910 5204 23039 0,'-8'-9'2048'0,"4"5"-1648"15,-4-2-400-15,2 0 0 0,3-1 5712 0,3 7 1072 0,-4-1 192 0,4 1 64 16,0-6-4672-16,-1 6-944 0,1 0-176 0,0 0-32 16,0 0-272-16,0 0-48 0,0 0-16 0,3 7 0 15,-3 6-608-15,0 3-112 16,0 4-32-16,-2 1 0 0,1 3 32 0,-2 4 0 0,-2 2 0 0,1 0 0 15,2-4-160-15,-2 0 0 0,0-1 0 0,-3 1 0 16,2 0 0-16,0-3 0 0,-2 1 0 0,2-2 0 16,1-1-128-16,-1-2-64 0,0-3-16 0,0-2 0 15,-2 1-736-15,2-2-144 16,1-4-16-16,0-1-16 0,0-3-784 0,4-5-144 0,0 0-48 16,0 0 0-16,0 0-2144 0,0 0-432 0</inkml:trace>
  <inkml:trace contextRef="#ctx0" brushRef="#br0" timeOffset="186414.34">27615 5197 21183 0,'-11'-10'944'0,"4"6"192"0,-1-1-912 0,2-1-224 0,1 0 0 0,1-1 0 0,1 2 6368 0,2 1 1232 16,3-1 240-16,2 1 48 0,3-1-5520 0,4-2-1120 15,6 1-224-15,6-2-32 0,1 3-384 0,8 0-80 16,8 1-16-16,4-1 0 0,3-3-64 0,2 1-32 15,-4 1 0-15,3 0 0 0,-8 3-208 0,-1-1-32 16,0 0-16-16,0 1 0 0,1-1-32 0,-1 2 0 16,1-1 0-16,-3 2 0 0,5-2-128 0,-4 2 0 15,-6-2 144-15,-3 3-144 0,-4-1 0 0,-4 0 0 16,-6 1 0-16,-3 0 0 16,-1-3-752-16,-4 3-64 0,-7 0-16 0,0 0 0 15,4 6-2960-15,-2 5-608 0</inkml:trace>
  <inkml:trace contextRef="#ctx0" brushRef="#br0" timeOffset="190796.85">20042 7056 37439 0,'-14'0'1664'0,"5"0"320"0,-1 0-1584 0,10 0-400 0,0 0 0 16,-9 0 0-16,9 0 1024 0,0 0 128 0,0 0 32 0,0 0 0 15,0 0 432-15,0 0 96 0,0 0 16 0,0 0 0 16,0 0-1024-16,0 0-208 0,12-1-48 0,2 0 0 16,1-2-48-16,0 0-16 0,2 2 0 0,-5-1 0 15,4-1-160-15,1 2-32 0,1-1-16 0,3 1 0 16,1-2-176-16,1 1 0 0,1-2 0 0,-2 3 0 16,2-1-1232-16,-1 2-176 0,0 0-48 0,0-1 0 15,-3 0-2448-15,0 1-512 0</inkml:trace>
  <inkml:trace contextRef="#ctx0" brushRef="#br0" timeOffset="191782.07">21127 6663 16575 0,'0'0'1472'0,"1"-10"-1168"0,-1 3-304 0,0 0 0 16,-1 1 4544-16,1-1 832 0,2 1 192 0,-2 6 16 15,0 0-2848-15,0 0-576 0,8-4-112 0,-8 4-32 0,8 4-1040 0,0 5-208 16,-2 6-32-16,1 10-16 0,-1 5 48 0,1 7 16 15,-3 6 0-15,0 6 0 0,0 2-320 0,1 1-64 16,0-2-16-16,0-3 0 0,0-6-16 0,1-2-16 16,0-2 0-16,1-3 0 0,-2 0-144 0,1-7-16 15,1-3-16-15,1-2 0 0,-2-7-176 0,1-2 192 16,-1-3-192-16,1-3 192 0,-1-1-48 0,1-4 0 16,-1 0 0-16,2-4 0 0,1-2-144 0,-1-2 160 15,-1-3-160-15,1-3 160 0,-2-4-16 0,2 1 0 16,2-5 0-16,-1-2 0 0,2-3-16 0,-1-1-128 15,1-3 192-15,0-3-64 0,1-6-128 0,0-4 0 0,1-2 0 16,3-7 128-16,-1-2-128 0,1-2 0 16,-2 3 0-16,2 4 0 0,-2 1-128 0,-1 6-128 15,-2 5 0-15,-2 7-16 16,-3 5-976-16,-2 8-192 0,0 3-32 0,-3 3-16 16,-1 4-592-16,0 6-112 0,0 0-32 0,-1 10 0 15,1 3-1440-15,-2 3-304 0</inkml:trace>
  <inkml:trace contextRef="#ctx0" brushRef="#br0" timeOffset="192035.69">21039 6957 13823 0,'-32'3'1216'0,"19"-2"-960"0,-2-2-256 0,2 0 0 0,3-1 7104 0,0 1 1360 16,3 1 288-16,7 0 48 0,0 0-5792 0,0 0-1168 15,0 0-240-15,9-4-32 0,4-1-688 0,5 0-144 16,5-3-32-16,7-1 0 0,5-2-368 0,3-1-80 16,3 1 0-16,2-2-16 0,6 0-96 0,-1-4-16 15,0 0 0-15,0 1 0 0,1-1-128 0,-1 0 0 16,0 3 0-16,-4 2 0 16,-1 3-1088-16,-2 3-240 0,-5 2-48 0,-2 0-16 15,-4 1-1712-15,-5 6-352 0,-3 2-64 0</inkml:trace>
  <inkml:trace contextRef="#ctx0" brushRef="#br0" timeOffset="192632.89">21519 7208 27647 0,'0'0'2448'0,"0"0"-1952"15,0 0-496-15,0 0 0 0,0 0 2944 0,0 0 480 0,0 0 96 0,0 0 32 16,0 0-848-16,0 0-160 0,0 0-48 0,0 0 0 16,3 13-1104-16,-2 2-240 0,-1 5-32 0,0-2-16 15,0 3-592-15,1 0-112 0,-1-2-16 0,0 0-16 16,0-1-208-16,2-5-32 0,-1 1-128 0,0-2 192 16,1-3-192-16,-2-2 0 0,0-7 0 0,0 0 0 15,0 0 0-15,0 0 0 0,0 0 0 0,0 0 0 0,0 0-192 0,0 0 0 16,0 0 16-16,6-2 0 15,1-2 48-15,-1-2 0 0,1-1 0 0,-1-6 0 0,2 0 128 0,0-4-160 16,-2-2 160-16,2-2-160 0,0 1 160 0,1 1 0 16,-1 1-144-16,-2 2 144 0,4 3 0 0,-3 4 0 15,-1 2 0-15,-2 3 0 0,-4 4 0 0,0 0 0 16,0 0 0-16,0 0 0 0,0 0 160 0,7 5 48 16,0 5 16-16,-2 0 0 0,-1 2-32 0,-1 1 0 15,1 0 0-15,-1 1 0 0,0 1-192 0,1 0 0 16,0 0 128-16,0-1-128 0,0-1 0 0,-2-3 0 15,-2-2 0-15,0-8 0 0,0 0 0 0,4 7 0 16,-4-7 0-16,0 0 0 0,0 0 0 0,7 5-192 16,-7-5 192-16,0 0-160 0,0 0 32 0,9-3 0 15,0-2 0-15,0-3 0 0,0-1 128 0,2-3-128 16,-2-1 128-16,3-2-128 0,1-4 128 0,0 1-128 16,0 1 128-16,-2-1-128 0,1 4 128 0,-1 2 0 15,-4 4 0-15,0 2 0 0,-2 0 0 0,-5 6 0 16,0 0 0-16,0 0 0 0,0 0 144 0,3 7 112 15,-2 2 32-15,-1 3 0 0,0 1-112 0,0-1-32 16,0 1 0-16,1 0 0 0,1 1-144 0,0-2 0 0,1-2 0 0,1-1 0 31,1-2-1056-31,1-2-96 0,2-2 0 0,1-1-16 16,2 1-1232-16,1-3-240 0,-1 0-48 0,2 0-10784 0,3-4-2144 0</inkml:trace>
  <inkml:trace contextRef="#ctx0" brushRef="#br0" timeOffset="192916.01">22140 7192 6447 0,'0'0'576'0,"-5"2"-576"0,-3 4 0 0,0-2 0 0,-1 1 8576 0,0 1 1600 16,-3 2 320-16,0 1 64 0,0 2-6864 0,-1 2-1376 15,2 0-272-15,0 1-48 0,1 2-1104 0,2-3-208 16,3 0-48-16,1 0-16 0,1-1-432 0,2-2-192 16,1-1 160-16,3-2-160 0,-3-7 0 0,6 5-128 15,3-1-16-15,2-3 0 16,0-3-496-16,4-2-112 0,2-2-16 0,0 0 0 15,-3-2-208-15,0 0-48 0,-1-2-16 0,-1 1 0 16,-3 0 208-16,-1 1 64 0,-2 0 0 0,-3 1 0 0,1 1 512 0,-3-1 96 16,-1 1 32-16,-1-1 0 0,-2 2 128 0,-2 1 224 0,-3 2-48 0,2-1-16 15,-1-1-160-15,0 3 128 16,-1-3-128-16,1 3 128 16,-1 1-448-16,2 1-112 0,6-1-16 0,0 0 0 15,-7 0-2496-15,7 0-496 0,0 0-96 0</inkml:trace>
  <inkml:trace contextRef="#ctx0" brushRef="#br0" timeOffset="193149.79">22314 6983 27647 0,'0'0'2448'0,"0"0"-1952"0,0 0-496 0,0 0 0 15,0 0 3136-15,0 0 544 0,0 0 96 0,0 0 32 16,0 0-1856-16,0 0-368 0,8 2-80 0,0 2-16 15,-1 1-624-15,-1 3-128 0,-1 3-32 0,-1 1 0 16,-1 2 64-16,-1 1 0 0,0 0 0 0,-2 4 0 0,-2 1-384 0,1 3-80 16,-1-1-16-16,-1-1 0 0,0-2-288 0,1 1 0 15,0-2 0-15,1 0 0 16,0 1-1280-16,1-1-176 0,1-5-16 0,2-1-16 16,-1-3-2368-16,-2-9-480 0,7 5-80 0</inkml:trace>
  <inkml:trace contextRef="#ctx0" brushRef="#br0" timeOffset="193883.22">23104 6753 2751 0,'0'0'128'0,"0"0"16"0,0 0-144 0,0 0 0 16,0 0 0-16,0 0 0 0,0 0 6976 0,0 0 1376 16,0 0 272-16,0 0 48 0,0 0-4960 0,0 0-976 15,0 0-208-15,0 0-32 0,0 0-640 0,0 0-112 16,0 0-16-16,0 0-16 0,0 0-528 0,0 0-96 15,0 0-32-15,0 0 0 0,0 0-480 0,0 0-112 16,-5 2-16-16,0 1 0 0,0 1-80 0,-2 1-32 0,-1 0 0 0,-2 2 0 16,1-1-32-16,-1 2-16 0,-4 0 0 0,1 0 0 15,-1 1-64-15,0 1-16 0,-1-2 0 0,0 1 0 16,0 0-208-16,4 2 0 0,-2-5 128 16,4 2-128-16,1-1 0 0,0-1 0 0,4-1 0 0,4-5 0 15,0 0 0-15,0 0 128 0,0 0-128 0,0 0 0 16,6 5 0-16,-6-5 0 0,10 6-192 0,1-2 192 15,1 0-192-15,1-2 192 0,-1-1-192 0,1 1 192 16,0-2-160-16,0 0 160 0,0 0-128 0,1-2 128 16,1 1-608-16,-1 1-32 0,0 1-16 0,2-2 0 15,1-1-1152-15,1-1-240 0,0-1-32 0,1 0-12800 16,2 0-2560-16</inkml:trace>
  <inkml:trace contextRef="#ctx0" brushRef="#br0" timeOffset="194141.47">23511 6710 5519 0,'0'0'496'0,"-8"0"-496"15,-1 1 0-15,0 0 0 0,3 0 8416 0,-1 2 1584 16,-1 0 320-16,-1 1 64 0,-1-1-6720 0,-2 4-1344 16,0 2-272-16,-1-1-48 0,-1 1-896 0,1 1-176 15,1 2-32-15,0 1-16 0,-1-1-432 0,2 0-96 16,3-1-16-16,0 1 0 0,0-1-112 0,0-1-32 15,2-1 0-15,1-1 0 0,2 1-192 0,2-2 0 16,-1-1 128-16,2-6-128 0,0 0 0 0,6 7 0 16,0-1 0-16,2-1 0 0,1-1 0 0,2-1 0 0,-1-2-144 0,3-1 144 15,4-1-320-15,2-2 48 0,4-1 0 0,3-1 0 32,2-1-1296-32,2-1-256 0,2-3-48 0</inkml:trace>
  <inkml:trace contextRef="#ctx0" brushRef="#br0" timeOffset="194816.08">24116 6550 45087 0,'0'0'2000'0,"-5"4"416"0,-3-2-1936 0,8-2-480 0,-6 1 0 0,0 3 0 15,2 1 1024-15,3 6 128 0,4 4 0 0,-1 6 16 0,2 3-224 16,-1 8-48-16,-2 10-16 0,1 5 0 0,4 4-240 0,1 1-64 16,0-1 0-16,0-3 0 0,1-3-272 0,-2-3-64 15,2-4-16-15,0-3 0 0,-3-6-96 0,0-4-128 16,1-3 176-16,0-5-176 0,-2-3 160 0,2-1-160 16,-2-2 128-16,0-5-128 0,0-1 128 0,-4-5-128 15,7-2 128-15,-2-1-128 0,0 2 192 0,2-6-64 16,-2-3 0-16,0-3 0 0,2 0 0 0,-1-7 0 15,1-1 0-15,2 0 0 0,-1 1 160 0,1-6 32 16,1-7 0-16,2-5 0 0,1-5-320 0,1-3-256 16,2-2 64-16,0-5 0 0,1-3 192 0,-1 4 0 15,3 2-160-15,-1 4 160 0,0 3 0 0,-1 4 0 16,-1 4 0-16,-3 5 0 0,-3 5 0 0,-1 6-320 16,-2 3 48-16,-3 7 16 15,-2 0-592-15,-2 9-112 0,0 0-32 0,0 0 0 16,-2 10-576-16,-1 6-112 0,1 4-32 0,-1 2-12976 15,-1 5-2592-15</inkml:trace>
  <inkml:trace contextRef="#ctx0" brushRef="#br0" timeOffset="195038.63">23951 6951 23039 0,'-7'-2'2048'0,"1"1"-1648"0,-1 0-400 0,7 1 0 15,0 0 5744-15,0 0 1056 0,0 0 224 0,8-2 32 16,2 1-4624-16,6 1-912 0,3-2-192 0,5-1-48 16,3-1-704-16,2 0-128 0,2 0-48 0,1-1 0 15,0 0-112-15,5-2-32 0,0 1 0 0,1-1 0 16,0 1-256-16,1-2 0 0,3-3 0 0,0 4 0 16,-1-5-1024-16,0 3-304 0,-1 1-64 0,-2 0-14208 15,-1 2-2832-15</inkml:trace>
  <inkml:trace contextRef="#ctx0" brushRef="#br0" timeOffset="195603.8">24647 7034 16575 0,'-5'-16'1472'0,"3"11"-1168"0,0 0-304 0,2 5 0 15,0 0 4336-15,0 0 800 0,0 0 176 0,0 0 16 16,0 0-1712-16,0 0-352 0,0 0-64 0,0 0 0 15,-3 9-1344-15,0 3-272 0,1 2-48 0,-2 3-16 16,0 3-944-16,0 1-176 0,-1 1-32 0,2 1-16 16,1 1-176-16,-1-2-48 0,0-1 0 0,2 0 0 15,0-2-128-15,1-2 0 0,-1-1 0 0,1-3 128 0,0-4-128 0,1 0 0 16,-1-9 144-16,0 0-144 0,0 0 0 0,0 0 0 16,0 0 0-16,0 0 0 0,0 0 0 0,0 0 0 15,0 0-176-15,0 0 176 0,8-5-176 0,-1-3 176 16,0-1-192-16,0 0 192 0,-1-4-176 0,2 2 176 15,1-2-160-15,1 0 160 0,1 0 0 0,-1 3-144 16,1-3 144-16,0 2 0 0,1 2 0 0,1 1-160 16,-1 1 160-16,0 3 0 0,-2 0-160 15,1 1 160-15,-1 2-128 0,-1 1 128 0,-1 0 0 0,0 1-128 16,-8-1 128-16,0 0 0 0,6 4 0 0,-6-4 0 16,3 8 0-16,-1 0 0 0,0-2 0 0,-2 2 0 15,-2 0 0-15,-3 2 0 0,-1-1 0 0,-3 2 128 16,-2 1-128-16,1-1 0 0,-2 0 0 0,-1-1 0 15,-1-1 0-15,-2 0-128 16,-1 2-288-16,-1-3-48 0,1-1-16 0,-1 1 0 16,2-4-1632-16,2-1-320 0,2-2-64 0,4 0-11248 0,8-1-2256 15</inkml:trace>
  <inkml:trace contextRef="#ctx0" brushRef="#br0" timeOffset="195832.53">24977 6932 23039 0,'0'0'1024'0,"0"0"192"0,0 0-960 0,0 0-256 0,0 0 0 0,0 0 0 16,-6 7 5312-16,1 2 1024 0,0 2 208 0,0 2 48 0,0 2-4192 0,-1 2-832 15,2 3-160-15,1-2-48 16,-1 2-976-16,0-1-192 0,0 3-32 0,1-1-16 16,1 0-144-16,0 0 0 0,1-2 0 0,0 0 0 0,2-2-144 0,-1 0-64 15,-1 1-16-15,1-6 0 16,0-1-1328-16,0-3-272 0,0 0-48 0,1-2-16 15,-1-6-2176-15,0 0-432 0</inkml:trace>
  <inkml:trace contextRef="#ctx0" brushRef="#br0" timeOffset="196276.44">25121 7026 23951 0,'0'0'2128'0,"0"0"-1696"16,0 0-432-16,-1 7 0 0,-2 2 4576 0,1 3 832 15,1-3 160-15,-2 3 48 0,0 1-3184 0,1-2-624 16,-2 1-128-16,2 4-16 0,1-2-832 0,0 2-176 16,0-1-16-16,1 1-16 0,-2-4-432 0,2-2-64 15,0-1-128-15,2-1 176 0,-2-8-176 0,2 8 0 16,-2-8 144-16,0 0-144 0,0 0 0 0,0 0 0 16,0 0 0-16,8 1 0 0,-1-1 0 0,0-1-208 0,1-2 80 15,1-2 128-15,0-3-192 0,1 2 192 0,1-7-192 0,0 1 192 16,0 2-208-16,1-1 80 0,-1-2 128 0,0 3-208 15,-2 1 208-15,-2 2 0 0,-2 3-160 0,-5 4 160 16,0 0 0-16,0 0 0 0,0 0 0 0,0 0 0 16,0 0 352-16,0 9 96 0,-1 0 0 0,0 2 16 0,-1 1-96 15,2 2-32-15,0-1 0 0,0-1 0 16,2-1-336-16,0 0 0 0,2-1 0 0,0-1 128 0,1-2-128 16,0-1 0-16,2-2 0 0,-1-1 0 0,4-2-176 15,-3 1 176-15,1-4-208 0,0 1 80 0,-1-3 128 16,-1 0 0-16,1-1 0 0,0-2 0 0,0 1 0 15,-2-2 0-15,0-1 0 0,-2 0 0 0,0-2 0 16,1 1 0-16,-1-2 0 0,1 2 0 0,0-3 0 0,0 0 0 16,0-2 0-16,1 2-192 15,1 3-640-15,-1 1-144 0,0 2-32 0,0-2 0 16,-1 1-768-16,0 3-144 0,-4 5-48 0,6-5 0 16,1 2-1696-16,1 1-352 0</inkml:trace>
  <inkml:trace contextRef="#ctx0" brushRef="#br0" timeOffset="196787.97">25642 7011 39567 0,'0'0'1744'0,"0"0"368"0,0 0-1680 0,2 7-432 0,-2 1 0 0,-1 1 0 15,-2-1 2112-15,1 3 320 16,-1 2 80-16,-1 0 16 0,0 1-896 0,0 0-176 16,-1 1-48-16,1-1 0 0,2-1-832 0,-1 0-192 0,2 0-16 15,-1-2-16-15,1 2-224 0,1-5-128 0,0-2 160 0,0-6-160 16,0 0 0-16,0 0 0 15,0 0 0-15,0 0 0 0,0 0 0 0,0 0 0 0,7 5 0 0,0-5 0 16,1-5-160-16,0 0 32 0,1-3 0 0,0 0 0 16,2-1-64-16,-1 1 0 15,2-1 0-15,0-3 0 0,-1-2 0 0,2 0-16 0,2-1 0 0,-1 2 0 16,0 2 208-16,-2 3-192 0,-1 0 192 0,-4 1-192 0,0 2 192 16,-1 1 0-16,-6 4 0 0,0 0 0 0,0 0 0 0,0 0 256 15,3 7-16-15,-2 1-16 0,-1-8 128 0,0 7 32 16,0 3 0-16,0 0 0 0,-1 0-240 0,0 1-144 15,1-2 192-15,2-1-192 0,-2-8 192 0,2 6-192 16,-2-6 192-16,2 7-192 0,-2-7 256 0,4 5-48 16,-4-5-16-16,0 0 0 0,0 0-416 0,0 0-96 15,7-1 0-15,-1-1-16 0,-6 2 336 0,8-2-176 16,0-1 176-16,1-1-128 0,0-3 128 0,1-4-208 16,0-2 80-16,1 1 128 0,1 1-256 0,0-1 64 15,-2 3 0-15,-1 0 16 0,0-1-16 0,-1 3-16 16,-1 0 0-16,-2 3 0 0,-5 4 208 0,0 0 0 15,0 0-160-15,0 0 160 0,0 0 0 0,0 0 256 16,1 7-32-16,-1 1-16 0,-1 2 0 0,0 2 0 16,-1-1 0-16,1 1 0 0,1-1-208 0,0-1 0 15,1-1 0-15,2 4 0 16,1-4-608-16,1 2-160 0,0-1-48 0,3-3 0 16,1-3-1760-16,2-2-368 0,-1-2-64 0,2 2-16880 0</inkml:trace>
  <inkml:trace contextRef="#ctx0" brushRef="#br0" timeOffset="197034.97">26224 7064 9215 0,'0'0'816'0,"-8"0"-656"0,2 0-160 0,-1 0 0 16,2-1 6592-16,-1 1 1296 0,-3-1 256 0,2 2 48 15,1 0-4416-15,-2 2-880 0,0 1-176 0,0-2-32 16,-2 2-1344-16,2 0-256 0,0 0-48 0,1 1-16 16,1 2-672-16,-1-1-144 0,2 1-16 0,0-1-16 0,1 1-176 0,4-7 0 15,0 0 0-15,0 10 0 0,0-10 0 0,4 8-192 16,1-1 32-16,3-1 16 15,0-1-528 1,2-1-96-16,3-1-32 0,0-3 0 0,0-1-112 0,2-1-32 0,-2-3 0 0,0 2 0 16,0 1 192-16,-1-1 48 0,-2-1 0 15,-1-1 0-15,-1-1 368 0,-3-1 80 0,-1-2 0 0,-1 1 16 0,-1 0 112 0,0 2 128 16,-2-3-208-16,-2-1 80 16,2 1-1376-16,-1 0-272 0,0 3-48 0,-1-1-15056 0</inkml:trace>
  <inkml:trace contextRef="#ctx0" brushRef="#br0" timeOffset="197262.82">26454 6809 43071 0,'0'0'1920'0,"0"0"384"0,0 0-1856 0,0 0-448 15,0 0 0-15,0 0 0 0,-2 6 1664 0,2 3 224 0,-1 2 48 16,1 2 16-16,-1 4-512 0,1 0-96 15,0 2-32-15,0 3 0 0,-1 2-736 0,-1-2-128 16,1 3-48-16,0-2 0 0,-1-2-400 0,1-1-144 0,0-2 0 0,1-1 0 16,0 0 144-16,1 0 0 0,-1-2 0 0,1 0 0 31,2-2-1024-31,1-4-128 0,-2 0-32 0,2 0-14608 0,0 2-2912 0</inkml:trace>
  <inkml:trace contextRef="#ctx0" brushRef="#br0" timeOffset="197970.42">19957 8477 25791 0,'-5'3'2304'0,"2"1"-1856"0,3-4-448 0,0 0 0 0,-1 1 4416 0,1-1 800 15,0 0 160-15,0 0 16 0,0 0-3344 0,8 4-656 16,2-1-144-16,2-2-32 0,5-1-576 0,4-1-128 15,-1 1-32-15,0-2 0 0,4 0-480 0,1-1 128 16,3-2-128-16,2 1 0 16,4 0-1600-16,4-2-384 0,0-1-64 0</inkml:trace>
  <inkml:trace contextRef="#ctx0" brushRef="#br0" timeOffset="199471.09">20981 8376 34847 0,'0'0'1536'0,"0"0"320"0,1-6-1472 0,-1 6-384 15,1-5 0-15,-1 5 0 0,0 0 1792 0,0 0 272 16,0 0 64-16,0 0 16 0,0 0-96 0,0 12 0 15,-4 4-16-15,2 3 0 0,-1-2-1056 0,-1 0-208 16,0 3-32-16,-1 0-16 0,1 3-320 0,0-2-64 16,-1 1-16-16,1-3 0 0,2 1-128 0,-1-2-48 0,2-1 0 0,-1-3 0 15,0-2-144-15,0-2 0 0,2-3 144 0,0-7-144 16,0 0 0-16,0 0 128 0,0 0-128 0,0 0 0 16,0 0 0-16,0 0 0 0,0 0 0 0,0 0-192 15,3-5 192-15,1-2-192 0,3-2 192 0,0-3-192 16,1 1 192-16,1-6-192 0,2-2 192 0,2 0-192 15,1-2 192-15,2 0-208 0,1-2 80 0,0 1 128 16,-2 1-176-16,1 4 176 0,0 2-128 0,-2 4 128 0,8-5 0 16,-11 11 0-16,-4 4 0 0,-7 1-128 0,7 9 128 0,-1 4 192 15,-2 4-32-15,-1 0-16 0,-1 2 112 16,0 2 32-16,-1 1 0 0,0-1 0 0,1-1-288 0,-1-1 160 16,0-1-160-16,2-2 128 0,0 0-128 0,-3-6 0 15,1-1 0-15,-1-9 0 0,0 0 0 0,0 0 0 16,0 0 0-16,0 0 0 0,0 0-240 0,0 0 32 15,0 0 0-15,0 0 0 0,8-4 16 0,-1-2 16 16,1-3 0-16,1-3 0 0,2-4 176 0,-1-2-192 16,2-3 192-16,1-2-192 0,3-1 192 0,-1 2-160 15,0-1 160-15,-1-1-160 0,0 5 32 16,1 3 0-16,-4 4 0 0,1 4 0 0,-4 3 128 0,0 4-128 16,-8 1 128-16,6 8-128 0,0 2 128 0,-4 4 0 15,-1 5 128-15,1 2-128 0,0 1 128 0,-2 1-128 16,-1 2 160-16,1-2-160 0,1 1 0 0,2-3 0 15,0-3 0-15,1-1 0 16,1-3-1360-16,1-2-368 0,2-3-80 0,2-2-16 16,4-7-2624-16,1 0-528 0</inkml:trace>
  <inkml:trace contextRef="#ctx0" brushRef="#br0" timeOffset="199736.87">21680 8433 13823 0,'0'0'608'0,"-6"3"128"16,0-1-592-16,-2 3-144 0,-1 2 0 0,0 2 0 0,0 4 6928 0,-3 1 1360 0,-1 6 272 0,0 4 48 15,-2 0-5536-15,2 0-1088 0,2-2-240 0,0-1-32 16,3-3-864-16,2-1-160 0,2-3-48 0,3-1 0 0,1-4-464 16,2-1-176-16,-2-8 0 0,9 4 144 0,2-1-352 0,2-3-80 15,3-3-16-15,0-2 0 16,1-2-416-16,3-2-96 0,-2-2-16 0,0 0 0 16,-1-4-64-16,-1 0 0 0,0 0-16 0,-5-1 0 15,1 0 240-15,-1 1 48 0,-4-1 16 16,-1 2 0-16,-5-1 352 0,-1 2 64 0,-3-1 0 0,1 1 16 0,-2 1 176 15,-1 2 0-15,-3 1 128 0,1 1-128 0,2 1-176 0,-1 2-96 16,-2 1-32-16,0 2 0 16,-1-2-1168-16,0 1-224 0,2 0-48 0,7 3-9760 15,0 0-1936-15</inkml:trace>
  <inkml:trace contextRef="#ctx0" brushRef="#br0" timeOffset="199957.1">21998 8085 40143 0,'0'0'1776'0,"0"0"368"0,0 0-1712 0,0 0-432 16,0 0 0-16,0 0 0 0,-4 9 1856 0,0 3 304 15,1 2 48-15,-1 2 16 0,-1 2-896 0,0 3-176 16,-2 2-48-16,0 6 0 0,-1 0-640 0,1 3-128 16,-1 4-16-16,3-3-16 0,0 0-304 0,2 0 160 0,2-5-160 0,0 1 128 15,1 0-128-15,0-5-176 0,1 1 48 16,2-4 0-1,1-4-1504-15,-1-1-288 0,3-7-64 0,1 1-16 16,4-2-2400-16,1 0-464 0</inkml:trace>
  <inkml:trace contextRef="#ctx0" brushRef="#br0" timeOffset="200088.55">22171 8557 44351 0,'-9'10'1968'0,"9"-10"400"0,0 0-1904 0,-5 6-464 0,1-1 0 0,4-5 0 0,0 0 1040 0,-3 6 112 16,3-6 32-16,0 0 0 0,0 0-768 0,0 0-160 15,7 5-16-15,2-2-16 16,3-3-2832-16,1-1-560 0</inkml:trace>
  <inkml:trace contextRef="#ctx0" brushRef="#br0" timeOffset="200332.91">22855 8265 42271 0,'-13'-1'1872'0,"13"1"384"0,-5 0-1808 0,-3 0-448 0,1 0 0 0,-3 1 0 16,1 1 1760-16,-1 4 256 15,-2 0 48-15,-1 3 16 0,-1 3-928 0,-1 1-192 16,-3 4-48-16,0 3 0 0,1-1-528 0,0 2-96 16,0 0-32-16,3 0 0 0,1 1-256 0,4-1 0 0,1 0 0 0,4-4 0 15,3 0-416-15,1-2-192 0,2-1-32 0,3-2-16 31,4-1-1136-31,2-5-240 0,1-2-32 0,2-3-16 16,3-2-1504-16,3-2-288 0,2-3-64 0</inkml:trace>
  <inkml:trace contextRef="#ctx0" brushRef="#br0" timeOffset="200613.96">23095 8314 13823 0,'0'0'608'0,"0"0"128"0,-6-4-592 0,-1 1-144 0,-1 3 0 0,1 0 0 0,-4 1 6976 15,0 4 1344-15,-5 2 288 0,-1 3 48 0,-1 3-5456 0,-2 0-1104 16,1 3-224-16,-1 2-32 0,-1 0-912 15,3 1-176-15,2-1-48 0,3-1 0 0,1-3-416 0,5 0-96 16,1-1 0-16,5 0-16 0,1-2-336 0,4 1-64 16,3-6-16-16,3 1 0 15,3-5-1504-15,4-2-304 0,1-1-64 0,2 0-16 16,1-5-48-16,0 1-16 0,-2 3 0 0,1-5 0 16,-2-2 832-16,-2 1 160 0,-3 2 48 0,-2-3 0 15,0 2 464-15,-5 0 112 0,-2 0 0 16,0 0 16-16,0 1 784 0,-4 6 160 0,1-7 16 0,-1 1 16 0,-1-2 160 0,-2 1 16 15,-1-1 16-15,1 1 0 0,-1 0-608 0,1 1 0 16,-2 0 0-16,0 1 0 16,-2 0-400-16,1 1-160 0,-1 1-16 0,7 3-16 15,0 0-656-15,0 0-128 0,-6 0-32 0</inkml:trace>
  <inkml:trace contextRef="#ctx0" brushRef="#br0" timeOffset="200854.92">23287 8161 39215 0,'0'0'1728'0,"0"0"384"0,0 0-1696 0,0 0-416 0,0 0 0 0,0 0 0 16,0 0 2048-16,-5 2 320 0,0 5 64 0,-1 1 0 0,1 2-896 0,0 4-192 16,-2 5-48-16,1 3 0 0,1 1-944 0,-2 3-192 15,1 3-32-15,-1 1-128 0,3-1 0 0,0-5 0 16,2 1 0-16,0-3 0 15,2-1-784-15,0-3-224 0,2-2-32 0,0-3-16 16,0 0-1248-16,2-5-240 0,-1-3-48 0,-3-5-10432 16,8 1-2080-16</inkml:trace>
  <inkml:trace contextRef="#ctx0" brushRef="#br0" timeOffset="201043.12">23484 8078 34031 0,'0'0'1504'0,"0"0"320"0,0 0-1456 0,0 0-368 15,0 0 0-15,0 0 0 0,0 0 2688 0,-1 11 480 16,-2 1 96-16,0 1 0 0,1 2-1600 0,-2 4-320 16,-1-3-64-16,-1 5 0 0,1 0-880 0,-1 3-160 15,-1-1-48-15,1 2 0 0,2 0-192 0,0-1 0 16,0 0 0-16,1-2 0 16,2 0-1024-16,1-1-288 0,1-5-64 0,4-2-16 15,2-1-2480-15,1-2-496 0</inkml:trace>
  <inkml:trace contextRef="#ctx0" brushRef="#br0" timeOffset="201314.95">23756 8243 23039 0,'-14'1'2048'0,"9"0"-1648"0,-2 2-400 0,-2 1 0 16,-1 2 4736-16,-3 3 848 0,-2 2 176 0,1 1 48 16,0 1-3216-16,-1 1-640 0,0 3-128 0,2 0-32 0,1-1-928 0,1 0-192 15,4 0-32-15,1-2-16 0,4 0-496 0,1-3-128 16,2 0 0-16,3-1 0 15,1-3-896-15,4-3-208 0,1-1-48 0,2 0 0 16,0-3 256-16,1-1 32 0,1-2 16 0,1-1 0 16,-2-1-240-16,0 1-64 0,0-4 0 0,-1 2 0 15,-3-2 192-15,-2 0 48 0,0 2 0 0,-2-4 0 0,-1 1 640 0,-1 0 128 16,-1 0 144-16,0 3-208 0,-1-4 208 0,-1 5 0 16,0 5 0-16,0 0 0 0,0-6 0 0,0 6 0 15,-4-3 0-15,4 3-144 16,0 0-464-16,0 0-96 0,0 0 0 0,0 0-9984 15,0 0-1984-15</inkml:trace>
  <inkml:trace contextRef="#ctx0" brushRef="#br0" timeOffset="201683.89">23678 8118 43247 0,'-14'-3'1920'0,"14"3"384"0,0 0-1840 0,0 0-464 16,-4-3 0-16,4 3 0 0,0 0 1600 0,0 0 240 16,-5 2 32-16,5-2 16 0,0 0-1232 0,0 0-240 15,0 0-48-15,9-2-16 16,4-2-2720-16,4 0-528 0,1 1-112 0</inkml:trace>
  <inkml:trace contextRef="#ctx0" brushRef="#br0" timeOffset="202116.31">24095 8154 43599 0,'0'0'1920'0,"0"0"416"0,-5-4-1872 0,0 3-464 0,5 1 0 0,-8 0 0 16,-1 0 1904-16,-2 2 272 0,1 1 64 0,-2 1 16 16,-1-1-1024-16,-2 0-208 0,-2 3-32 0,0 0-16 15,0 2-592-15,0 1-128 0,0 2-32 0,1-1 0 16,2-1-224-16,1 2 144 0,0-4-144 0,4 3 128 16,1-3-128-16,1 1 0 0,2-1 0 0,1-1 0 15,4-6 0-15,0 0 0 0,0 0 0 0,0 0-176 16,5 8-64-16,2-1-16 0,0-4 0 0,-7-3 0 0,7 4 32 0,2-1 0 15,2 0 0-15,-1-3 0 0,-1 0 224 0,3 0-176 16,1 0 176-16,2 0-160 0,-1-3 160 0,2 3 0 16,-1 0 0-16,1 0 0 15,-2 0 0-15,1 3 0 0,-4-3 0 0,0 2-128 16,-2 2 128-16,-1 1 0 0,-3 1 0 0,0 0 0 0,-1 2 0 0,-3 0 0 16,-2 2 0-16,-2-1 0 0,-3 2 160 0,-3 2 16 15,-2-2 0-15,-2 1 0 0,0-1-32 0,-1-2 0 16,-2 0 0-16,1 0 0 0,-1 0-144 15,2-2 0-15,1-1 0 0,1-2 0 16,0 0-576-16,0 0-160 0,1-2-32 0,-1 1 0 16,0 0-1312-16,2-2-272 0,2 2-48 0,8-3-16 15,-5-3-1696-15,5 3-352 0,0 0-64 0</inkml:trace>
  <inkml:trace contextRef="#ctx0" brushRef="#br0" timeOffset="202289.56">24239 8210 14735 0,'0'0'1312'0,"0"0"-1056"0,-3 4-256 0,3-4 0 0,0 0 6688 0,0 0 1280 0,-3 8 256 0,2 4 48 16,-1-2-4912-16,-2 3-992 0,-3 0-192 0,2 3-32 16,0-2-1376-16,0 3-288 0,2 0-48 0,0-1-16 15,1-3-416-15,0-2 0 0,2 1 128 0,2-3-128 16,2-2-1760-16,-4-7-384 0,7 5-80 0,5-5-12368 16,4-3-2464-16</inkml:trace>
  <inkml:trace contextRef="#ctx0" brushRef="#br0" timeOffset="202396.5">24325 8148 5519 0,'-2'-28'496'0,"2"16"-496"0,0 1 0 0,2 0 0 16,-1 2 4160-16,0 3 720 0,1-1 160 0,-2 4 16 0,0 3-2944 0,0 0-576 15,0 0-128-15,0 0-32 16,0 0-2016-16,6 4-384 0</inkml:trace>
  <inkml:trace contextRef="#ctx0" brushRef="#br0" timeOffset="202891.12">24576 8202 43775 0,'0'0'1936'0,"-5"5"400"0,-3-2-1872 0,1 2-464 16,-3 2 0-16,0 1 0 0,-2 2 1984 0,-1 3 288 15,1 1 64-15,-2-1 16 0,-2-1-880 0,2 3-160 16,2-2-32-16,2 0-16 0,0-2-816 0,2 1-144 16,1-3-48-16,2 0 0 0,4-1-256 0,1-8-176 15,0 0 32-15,4 7 0 16,-4-7-720-16,5 4-144 0,-5-4-16 0,8 1-16 15,1-2 464-15,1-3 112 0,2-2 16 0,1-1 0 16,1-4-64-16,3 2-16 0,3-3 0 0,-1-1 0 16,0-1 80-16,1-2 32 0,3-2 0 0,-3 1 0 0,1 3 288 0,-1 2 128 0,-2-1-128 15,-2 0 128-15,-3 3 0 0,0 3 0 0,-1 1 0 16,-3 3 0-16,-3 3 368 0,-1 3 96 0,-5-3 32 0,0 0 0 16,3 3 400-16,0 4 96 0,-5 1 16 0,1 4 0 15,-2 1-368-15,1 1-80 0,-2 2-16 0,1-2 0 16,3 0-336-16,0 1-64 0,2-1-16 0,-1 2 0 15,-1-3-128-15,3-4 0 0,-2 0 0 0,1-1 0 0,-2-8 0 16,0 0 0-16,3 6 128 0,-3-6-128 0,0 0 0 0,0 0 0 16,0 0 0-16,0 0 0 0,0 0 0 0,7-1 0 15,2-3 0-15,-1 0 0 0,-2-2 0 0,2-2 0 16,1-1 0-16,1-2 0 0,2-2-272 0,1 0 64 16,0-4 16-16,3 1 0 0,1 2-64 15,0 1-16-15,-2 1 0 0,0 2 0 0,-3 3 80 0,-2 4 0 16,-2 0 16-16,-8 3 0 0,0 0 176 0,0 0 0 15,6 6 0-15,-2 4 0 0,0 1 288 0,-1 1-16 16,-1 1 0-16,1 0 0 0,0 0-144 16,0 1-128-16,3 1 192 0,0-1-192 0,2 1 0 15,2-4-144-15,1 0-16 0,3-1 0 16,2-6-2016-16,2 0-416 0,0-3-80 0,2-1-11888 16,5-2-2384-16</inkml:trace>
  <inkml:trace contextRef="#ctx0" brushRef="#br0" timeOffset="203201.53">25445 8075 44751 0,'0'0'976'0,"0"0"208"0,-7 0 32 0,-1 0 64 0,-1 0-1024 0,0 2-256 15,-3-1 0-15,1 3 0 0,-1 0 1792 0,-1 1 304 0,0 1 64 0,0 1 16 16,0-3-1152-16,0 3-240 0,-2-1-32 0,2 1-16 16,2-1-480-16,0 2-80 0,2 0-32 0,0 0 0 15,2 0-144-15,2-2 0 0,1 1 0 0,4-7 0 0,3 9 0 0,1 0-192 16,1-1 32-16,4 1 16 0,0 1-80 0,3 0-16 15,4-3 0-15,1 1 0 0,-2-3 240 0,2 1-192 16,1-2 192-16,-1 2-192 16,-1-2 192-16,0 1 0 0,-2 0 0 15,-2 2 0-15,-2-1 0 0,-1 1 0 0,-2-1 0 0,-2 1 160 0,-1-2 176 0,-3 3 48 16,1-1 0-16,-4 0 0 0,-2 1 128 0,-1 1 48 16,-3 0 0-16,-2 1 0 0,-3-3-288 0,-2 3-48 15,1-3-16-15,0 0 0 0,-3-1-208 0,0 0 0 16,1 0 0-16,-1-3-160 15,0 2-2160-15,-1-2-432 0</inkml:trace>
  <inkml:trace contextRef="#ctx0" brushRef="#br0" timeOffset="203796.48">26051 8174 12895 0,'0'0'1152'0,"4"-6"-928"15,1 1-224-15,0 0 0 0,-5 5 5200 0,17-4 1008 16,8 4 192-16,-6 0 32 0,-9 0-2944 0,-6 3-592 16,-4-3-112-16,-2 6-32 0,0 2-880 0,-2 2-176 0,-3 3-32 0,1 3-16 15,-6 8-1008-15,3-1-208 0,0 0-48 0,1 0 0 16,1-2-384-16,2-2 128 0,0-2-128 0,1-1 0 16,1-3-640-16,2-3-192 0,0-2-64 0,1-8 0 15,0 0-1728-15,0 0-368 0,0 0-64 0</inkml:trace>
  <inkml:trace contextRef="#ctx0" brushRef="#br0" timeOffset="204526.54">26213 8209 13823 0,'0'0'1216'0,"5"-7"-960"0,3-1-256 0,1 2 0 16,-3 2 2544-16,1-4 464 0,-1 2 80 0,-1 0 32 16,-5 6-1344-16,6-3-272 0,-1-3-48 15,-5 6-16-15,0 0-480 0,0 0-112 0,0 0-16 0,0 0 0 16,0 0 64-16,0 0 0 0,0 0 0 0,0 0 0 16,0 0-384-16,0 0-64 0,0 0 0 0,0 0-16 15,0 0-80-15,0 0-16 0,0 0 0 0,0 0 0 16,0 0-64-16,0 0-16 0,0 0 0 0,0 0 0 15,0 0-48-15,0 0-16 0,0 0 0 0,0 0 0 0,0 0-192 0,0 0 0 16,0 0 0-16,0 0 0 0,0 0 0 0,0 0-192 16,0 0 192-16,0 0-208 0,0 0 0 0,0 0 0 15,0 0 0-15,0 0 0 0,0 0 208 0,0 0 0 16,0 0 0-16,0 0 0 0,0 0 0 0,0 0 0 16,0 0 0-16,0 0 160 0,0 0 96 0,0 0 0 15,0 0 16-15,0 0 0 0,0 0 192 0,0 0 48 16,0 0 0-16,0 0 0 0,0 0-208 0,0 0-48 15,0 0 0-15,0 0 0 0,0 0 112 0,0 0 16 16,0 0 0-16,0 0 0 0,0 0 112 0,0 0 16 16,-3-6 16-16,3 6 0 0,-2-7-80 0,-2 3 0 15,-1 0-16-15,5 4 0 0,0 0-176 0,0 0-16 16,-3-5-16-16,3 5 0 0,0 0-224 0,-1-5 0 0,1 5 0 0,0 0 0 16,0 0 0-16,0-5 0 0,-2 0 0 0,2 5 0 15,0 0 0-15,0 0 0 0,0 0 0 0,0 0 0 16,0 0 0-16,0 0 0 15,0 0 0-15,0 0 0 0,0 0 0 0,0 0 144 0,0 0-144 0,0 0 128 16,0 0-128-16,0 0 160 16,0 0-160-16,0 0 160 0,0 0-160 0,0 0 0 0,0 0 0 0,0 0 0 31,-5-2-768-31,5 2-224 0,0 0-48 0,0 0-16 16,0 0-2512-16,0 0-496 0,0 0-96 0</inkml:trace>
  <inkml:trace contextRef="#ctx0" brushRef="#br0" timeOffset="204976.21">26275 8197 5519 0,'0'0'496'0,"0"-5"-496"0,-1-2 0 0,2 0 0 0,3-3 4832 0,-1 3 864 16,-2-4 192-16,0 3 16 0,1 2-2672 0,-2-1-544 16,-2 1-96-16,-3 1-32 0,0 1-128 0,-2 1-48 15,-2 0 0-15,-1 3 0 0,-2 3-496 0,-4 4-96 16,-1 0-32-16,-2 4 0 0,-5 1-864 0,1 3-192 15,-1 3-16-15,2 2-16 0,0 2-320 0,3 0-64 16,0-1-16-16,5-1 0 0,2 1-80 0,3-6 0 16,3 1-16-16,2-2 0 0,2-1-176 0,2-2 0 15,6-1 0-15,3-3 0 0,2-3-432 0,4-2 48 16,0-2 0-16,5-1 0 16,3-3-192-16,4-1-48 0,-3-3 0 15,2-1 0-15,2-2-16 0,-3 1-16 0,-1-1 0 0,-2 0 0 0,-2-2 208 16,-3-2 32-16,-1 0 16 0,-3 0 0 0,-2 0 400 0,0 2 0 15,-3-2 0-15,-1 0-128 0,0-1 128 0,-2-1 0 16,-2 3 0-16,-2 2 0 0,-1-1 304 0,-1 5-16 16,0 0 0-16,-1 2 0 0,2 6 288 0,-2-5 48 0,2 5 16 15,0 0 0-15,0 0-80 0,-7 4-16 16,7-4 0-16,-5 6 0 0,0 3-288 0,1 3-64 16,0 1-16-16,1 3 0 0,1 1-176 0,0 1 0 0,1 0 0 15,1 2 0-15,1-1 0 0,2 1 0 0,0-2 0 0,0-1 0 16,1-1-384-16,2-1 32 0,0-2 16 0,-1-1 0 15,1-3-1392-15,0-2-256 16,1-3-64-16,-1-1-16 0,-1 0-1264 0,2-2-240 16,2 1-48-16</inkml:trace>
  <inkml:trace contextRef="#ctx0" brushRef="#br0" timeOffset="205246.86">26467 8061 31327 0,'0'0'2784'0,"0"0"-2224"0,0 0-560 0,-3 7 0 0,3 1 2944 0,0 1 464 16,0 0 112-16,1 3 0 0,2 2-1936 0,0 3-400 16,-1 1-80-16,0 2-16 0,1-2-304 0,1 2-64 15,0 1-16-15,-1-3 0 0,0 0-240 0,0-1-48 16,1 0-16-16,0-3 0 0,-1-3-48 0,-2-2-16 16,-1-9 0-16,0 0 0 0,1 6-48 0,-1-6-16 15,0 0 0-15,0 0 0 0,0 0 48 0,0 0 16 16,0 0 0-16,0 0 0 0,0 0-176 0,2-6-32 15,-1-2-128-15,2-1 192 0,2-2-192 0,-1 1 0 16,-2-4 0-16,2-2 0 0,3-1-288 0,2-1 0 16,3-2 0-16,-1 2 0 15,1-4-1376-15,-1 1-288 0,2 1-48 0,0 1-16 16,1 2-2384-16,-1 5-464 0</inkml:trace>
  <inkml:trace contextRef="#ctx0" brushRef="#br0" timeOffset="205507.43">26716 8309 24879 0,'0'0'1088'0,"0"0"256"0,0 0-1088 0,0 0-256 0,0 0 0 0,6 4 0 16,-6-4 3456-16,9 0 640 0,2-3 128 0,-1 0 32 16,2-3-2112-16,0 0-416 0,-1-2-96 0,3-2-16 15,0-3-864-15,0-2-176 0,3 0-48 0,-1-2 0 16,-1-2-352-16,1 1-176 0,-2 0 160 0,-1-2-160 0,-1 1 160 0,-1 0-160 16,-4 0 160-16,0 3-160 0,-3 5 208 15,-3 1-48-15,-1 3-16 0,0 7 0 0,-8-3 592 0,-1 3 112 16,-3 3 32-16,1 4 0 0,-4 4-224 0,2 2-32 15,-2 4-16-15,0 1 0 0,1 2-480 0,2 1-128 16,3-1 0-16,4 3 0 16,4-4-352-16,2 2-96 0,3-1 0 0,2-4-16 15,4 4-1376-15,1-4-272 0,5-3-48 0,3-3-16 16,4-3-2080-16,0-3-416 0</inkml:trace>
  <inkml:trace contextRef="#ctx0" brushRef="#br0" timeOffset="206675.39">28477 8052 15663 0,'-13'-9'688'0,"10"7"144"0,3 2-656 0,0 0-176 0,0 0 0 0,0 0 0 16,-1-3 4624-16,-3-1 896 0,-1 1 176 0,-3 1 48 15,-2 2-2752-15,-2 2-560 0,-2-2-96 0,-3 7-32 16,-3 2-656-16,-1 3-144 0,-3 1-32 0,1 0 0 16,3-1-496-16,1 2-96 0,2-2-32 0,2 1 0 15,-1-1-528-15,3 1-128 0,4-4 0 0,0 0-16 16,2-1-176-16,2-2 0 0,2 1 0 0,3-1 0 0,2 2-256 0,0 0-16 16,4-2-16-16,0 0 0 15,3-4-272-15,-2 2-48 0,-7-4-16 0,0 0 0 0,9 0 224 0,0 3 32 16,-1-1 16-16,0-2 0 0,-1-1 192 0,1-2 160 15,-8 3-208-15,7-1 80 0,1-3 128 0,-1 2 0 16,1-2 0-16,1-2 0 0,0 0 0 0,2-1 0 16,-1 1 0-16,2-1 0 0,-3 1 0 0,2 1 0 15,-1 2 0-15,-2-2 0 0,-2-2 240 0,1 2 80 16,-1 0 0-16,-6 5 16 0,0 0-512 0,0 0-96 16,0 0-32-16,0 0 0 0,0 0 304 0,0 0 0 15,0 0 0-15,0 0-21744 0</inkml:trace>
  <inkml:trace contextRef="#ctx0" brushRef="#br0" timeOffset="209029.03">27594 8240 8287 0,'0'0'736'0,"0"0"-592"15,0 0-144-15,2-6 0 0,0-4 4880 0,0 3 944 16,2-3 192-16,0 1 48 0,-3 2-2624 0,3-4-528 15,0 1-96-15,1 1-32 0,0-4-608 0,0-2-128 16,2 1-32-16,-1-1 0 0,-2-1-928 0,0-1-192 16,1-2-48-16,1 5 0 0,-3 1-336 0,-1 0-64 0,-1 4 0 15,-1 2-16-15,0 7-48 0,-5-4-16 0,-3 3 0 0,-4 5 0 16,-2 4-128-16,-3 5-32 0,-3 4 0 0,0 4 0 0,-4 2-208 0,-1 1 0 16,1-1 0-1,0 1 0-15,3-1 0 0,3 0 0 0,2-2 0 0,5-2 0 16,2-4 0-16,3 0 0 0,5-5 0 0,2 0 0 15,5 0-256-15,3-3 16 0,4-1 0 0,2-4 0 16,2-2-208 0,2-2-32-16,0-4-16 0,2 0 0 0,-3-2 128 15,3-1 32-15,0 1 0 0,-2-4 0 0,-2 1 160 0,-2-2 48 0,-1 0 0 16,-2-1 0-16,1 4 128 0,-1-3 0 0,-2 0 0 0,-2 0 0 0,0 0 336 0,0 1 0 16,-3 2 0-16,-1 1 0 0,-2 2 48 15,-2 7 0-15,0 0 0 0,0 0 0 0,0 0 176 0,0 0 32 16,0 0 16-16,-5 4 0 0,5-4-112 0,-6 7-32 15,2-1 0-15,1 3 0 0,2 2-640 0,-1 0-128 16,2 0-16-16,2 1-16 0,0-2 0 0,1 0 0 16,0 1 0-16,0-2 0 15,3 0-880-15,-2 0-160 0,2 0-32 0,1-1-16 16,0-4-416-16,-7-4-80 0,0 0 0 0,11 3-16 16,-1-2-1184-16,-1 2-224 0,-1-6-48 15,0-1-11744-15</inkml:trace>
  <inkml:trace contextRef="#ctx0" brushRef="#br0" timeOffset="209230.95">28078 7720 31839 0,'7'-14'1408'0,"-2"11"304"0,-2-1-1376 0,-3 0-336 0,0 4 0 0,0 0 0 15,0 0 3440-15,0 0 608 0,0 0 128 0,0 0 32 16,-3 7-1856-16,0 2-368 0,-1 1-80 0,0 3-16 16,-1 5-928-16,-3 5-192 0,1 1-48 0,-4 2 0 15,2 3-352-15,-1 2-80 0,-1 2-16 0,1 1 0 16,1 0-272-16,1 0 128 0,1-2-128 0,-1-2 0 15,2 0 0-15,1-1 0 0,2-4 0 0,1 0-144 32,-1-6-1088-32,2 1-224 0,5-3-32 0,3-3-16 0,1-2-2336 15,4-3-448-15</inkml:trace>
  <inkml:trace contextRef="#ctx0" brushRef="#br0" timeOffset="209928.06">27605 8237 43999 0,'0'0'1952'0,"0"0"400"0,-9 3-1888 16,1-2-464-16,8-1 0 0,0 0 0 0,0 0 1600 0,0 0 240 15,0 0 32-15,0 0 16 0,0 0-832 0,4-6-160 16,2-1-48-16,4 0 0 0,0-4-608 0,2-1-240 16,-3 1 176-16,3-4-176 0,2 4 128 0,0-5-128 15,2-1 0-15,-2 0 0 0,1-3 128 0,-1 1-128 16,0-2 0-16,-1 1 0 0,-4 0 128 0,-1 1-128 16,-1 4 0-16,-3 3 0 0,-3-1 128 0,-2 1-128 15,-2 4 0-15,-2 3 0 0,-3 1 208 0,-4 4-48 16,-2 3-16-16,-3 2 0 0,-1 2 48 0,-1 2 16 15,-3 2 0-15,0 5 0 0,0 5-16 0,0 0-16 16,0 2 0-16,3 2 0 0,2 0 16 0,3-2 0 16,0-1 0-16,2 1 0 0,3-2-192 0,4-1 0 0,2 0 0 15,3-2 128-15,3-2-128 0,3-1 0 0,1 0 0 16,2-1 0-16,1-2 0 0,3 1-144 0,3-3 144 0,2-1-160 16,-1-2-416-1,1-2-96-15,1-1-16 0,0-1 0 0,3-3-976 16,1-3-208-16,0 1-48 0,2-1-13056 0,0 2-2624 0</inkml:trace>
  <inkml:trace contextRef="#ctx0" brushRef="#br0" timeOffset="210790.2">28810 7960 17503 0,'0'0'1552'0,"0"0"-1232"16,0 0-320-16,0 0 0 0,0 0 4384 0,0 0 816 16,0 0 176-16,0 0 16 0,0 0-3472 0,0 0-688 15,0 0-144-15,0 0-16 0,-7 1-160 0,7-1-16 16,0 0-16-16,0 0 0 0,-9 0 16 0,1 0 16 16,0 0 0-16,0 1 0 0,-1 2 304 0,-1-3 48 15,-2 1 16-15,0 2 0 0,-1 0-416 0,0-1-80 16,-1 1-16-16,0 1 0 0,1 1-448 0,-2 1-80 15,1 1-32-15,0-1 0 0,1 2 32 0,2-1 0 16,-1-1 0-16,3 1 0 0,3-1-240 0,1 1 144 16,1-2-144-16,4-5 128 0,0 0-128 0,0 0 0 15,4 7 0-15,-2-1 0 0,-2-6-128 0,8 7 128 16,1-1 0-16,2-1 0 0,0-2 0 0,1 0 0 0,1-1 0 0,0-1 0 16,0 1 0-16,3-1-176 0,2-1 176 15,-1 1-128-15,-1 2 128 0,-2 0 0 0,2 0 128 16,-2-1-128-16,-1 3 0 0,-1-1 0 0,-3 2 0 0,-1 1 0 15,-8-7 0-15,5 8 0 0,-5-8 0 0,-1 12 0 16,-1 1 0-16,-3-2 128 0,-3 1-128 0,-2-2 128 16,1 2 0-16,-2-3 0 0,1 0 0 0,-2 1 0 15,-2-3-128-15,1 1 128 0,1 0-128 0,2-1 128 16,-2-4-736-16,1 0-144 16,2-2-16-16,3-1-16 15,-2 2-1856-15,8-2-368 0,0 0-80 0,0 0-17920 0</inkml:trace>
  <inkml:trace contextRef="#ctx0" brushRef="#br0" timeOffset="210980.94">29162 7754 19343 0,'0'0'1728'0,"1"-4"-1392"15,-1-3-336-15,0 7 0 0,0 0 6080 0,0 0 1136 16,0 0 224-16,0 0 48 0,0 0-4528 0,0 0-912 0,0 0-176 16,-1 9-32-16,-2 2-896 0,-1 3-176 15,1 3-48-15,1 3 0 0,-2 2-528 0,0-3-192 16,-1 5 144-16,0-2-144 0,-2 3 0 0,2 1 0 15,-2 0 0-15,2 0 0 16,1-2-784-16,0-2-96 0,-2-1-16 0,2-2 0 16,0 2-1232-16,1-5-256 0,1 2-48 0,0-5-11616 0,0-4-2320 15</inkml:trace>
  <inkml:trace contextRef="#ctx0" brushRef="#br0" timeOffset="211214.48">28953 8031 41007 0,'0'0'1808'0,"0"0"384"0,0 0-1744 0,0 0-448 0,8-2 0 0,1-1 0 16,1 2 1648-16,1 1 240 0,0 0 48 0,3-4 16 0,1 0-448 16,1 2-96-16,1-1 0 0,0 0-16 0,0 2-752 15,-2 1-160-15,1 3-32 0,-2-1 0 0,-2 1-176 0,0 1-32 16,-2 1-16-16,1 1 0 0,-2 4-48 0,-3 0-16 16,-1 3 0-16,-1 0 0 0,-1 0-160 0,-2 1 192 15,-1 0-192-15,0 1 192 0,-2 1-192 0,0-2-224 16,1-3 48-16,1-4 16 15,-1 0-1232-15,1-7-240 0,0 0-48 0,0 0-16 16,2 5-2736-16,2-1-560 0</inkml:trace>
  <inkml:trace contextRef="#ctx0" brushRef="#br0" timeOffset="211357.94">29366 7842 41007 0,'0'0'1808'0,"0"0"384"0,0 0-1744 0,0-6-448 16,0 6 0-16,0 0 0 0,0 0 800 0,0 0 80 0,0 0 16 15,0 0 0-15,0 0-560 0,5 8-96 16,1 1-32-16,0 1 0 16,2 1-3520-16,2 0-704 0,2-3-144 0</inkml:trace>
  <inkml:trace contextRef="#ctx0" brushRef="#br0" timeOffset="211575.75">29610 7991 15663 0,'0'0'688'0,"0"0"144"0,0 0-656 0,0 0-176 0,0 0 0 0,0 0 0 15,7 0 6192-15,-7 0 1200 0,0 0 240 0,0 0 48 16,0 0-4480-16,0 0-896 0,0 0-176 0,-7 7-32 15,-2 2-624-15,-4 1-128 0,-3 2-32 0,-2 1 0 16,-4 3-368-16,0 1-80 0,-1-2-16 0,3 1 0 16,0-1-592-16,3 1-128 0,3-2-128 0,2-2 176 0,4-1-304 15,4-1-64-15,3-2-16 0,4 1 0 16,2-1 336-16,5 0 64 0,5-3 0 0,4 1 16 0,5 1-208 16,0-2 0-16,4 0-192 0,2-2 192 15,0-3-192-15,1-1 64 0,0-2 128 0,-1 2-208 16,2-2-304-16,-4 0-48 0,2 1-16 15,0 1 0-15,0-6-1168 0,-1 2-240 0,-4 1-64 0,-2 1-20864 16</inkml:trace>
  <inkml:trace contextRef="#ctx0" brushRef="#br0" timeOffset="-210488.71">24456 6288 23039 0,'-13'-10'2048'0,"-2"0"-1648"0,-2 0-400 0,1 0 0 0,2 0 3488 0,1 0 608 15,0 0 128-15,2 0 32 16,3 0-2336-16,3-1-448 0,3 0-112 0,3 2-16 0,3 1-112 0,6 1-16 15,6-3-16-15,9 1 0 0,9-1-496 0,11-1-112 16,13 5-16-16,6-5 0 0,3 2 192 0,6-1 48 16,6-1 0-16,8 2 0 0,12 2-368 0,4-1-64 15,0-3 0-15,10 2-16 0,10 3-208 16,-2 0-32-16,-4 1-128 0,11-1 192 0,13 4-192 0,-9 0 0 16,-16 2 128-16,-4 2-128 0,-1-2 0 0,-4 2 0 15,-4 3 0-15,-8 1 0 0,-7-3 0 0,-7 0-208 16,-9-1 32-16,-8 1 16 15,-8 1-240-15,-9-2-48 0,-8 0-16 0,-8-2 0 0,-6 1 144 16,-5 0 16-16,-7-1 16 0,-6-1 0 0,-7 1 0 16,0 0 0-16,-9-3 0 0,-9 1 0 15,-8 4-2256-15,-5 1-448 0,-6 3-80 0,-7 1-16064 0</inkml:trace>
  <inkml:trace contextRef="#ctx0" brushRef="#br0" timeOffset="-209690.54">24455 6230 36335 0,'-51'-7'1600'0,"30"6"352"0,-1 1-1568 0,0 1-384 0,1 1 0 0,3-1 0 15,4 1 1232-15,3-2 176 0,5 0 16 0,6 0 16 16,0 0 544-16,13 4 128 0,5 2 0 0,8-1 16 16,8-1-960-16,10-2-192 0,11 0-32 0,9-4-16 15,9-2-288-15,8-1-64 0,6 1-16 0,12-2 0 0,11-2-176 0,7-4-16 16,4 0-16-16,10 2 0 15,9 1-96-15,5 1-32 0,-27 2 0 0,7 0 0 0,5 2-64 16,2 1-16-16,-2 0 0 0,-1-1 0 0,-4 1-144 0,-1 1 160 16,0 0-160-16,-5 4 160 0,-9-2-160 0,-5 2 0 15,-10-2 144-15,-4 2-144 0,-5-2 0 0,-8 1 0 16,-8 0 0-16,-9 2 128 0,-8-2-128 0,-8-1 0 16,-8 3 128-16,-4-3-128 0,-2 0 0 0,-6 0 144 15,-8 0-144-15,-4 0 0 0,-4 0 192 0,-1 0-64 16,-8 0 0-16,0 0-128 0,0 0 192 0,0 0-192 15,4-3 192-15,-1 2-192 0,-2-3 0 0,-1 4 0 16,1-3 0-16,0 1 0 0,-1-2 0 0,2 1 0 16,-2 3 0-16,0 0 0 0,0 0 0 0,0 0 0 15,0 0 0-15,0 0 0 0,0 0 0 0,0 0 0 16,0 0 0-16,0 0 0 0,0 0 0 0,0 0 0 0,0 0 0 0,0 0 0 16,0 0 0-16,0 0 0 15,0 0 0-15,0 0 0 0,1 0 0 0,-1 0 0 16,0 0 0-16,0 0 0 0,0 0 0 0,0 0 0 0,0 0 0 0,0 0 0 15,1-2 0-15,-1 2 0 0,0 0 0 0,0 0 0 16,0 0 0-16,0 0 0 0,0 0 0 0,0 0 0 16,0 0 0-16,0 0 0 0,2-3 0 0,-1 2 0 15,0-1 0-15,-1 2 0 0,2-1 0 0,-2 1 0 16,1-4 0-16,-1 4 0 0,0 0 0 0,0 0 0 16,0 0 0-16,0 0 0 0,0 0 0 0,0 0 0 0,0 0 0 0,0 0 0 15,0 0 0-15,0 0 0 0,0 0 0 0,0 0 0 16,0 0 0-16,0 0 0 0,0-1 0 0,0 1 0 15,0 0 0-15,0 0 0 0,0 0 0 0,0 0 0 16,0 0 0-16,0 0 0 0,0 0 0 0,2-3 0 16,-2 3 0-16,0 0 0 0,0 0 0 0,0 0 0 15,0 0 0-15,0 0 0 0,0 0 0 0,0 0 0 16,2-1 0-16,-1 0 0 0,-1 1 0 0,0 0 0 16,0 0 0-16,0 0 0 0,0 0 0 0,0 0 0 15,0 0-128-15,0 0 128 0,0 0 0 0,0-2 0 16,0 2 0-16,3-2 0 0,-2 2 0 0,-1 0 0 15,0 0-128-15,0 0 128 0,1 2 0 0,1 0 0 16,-1 3 0-16,-1-5-144 0,0 0 144 0,0 0 0 16,0 0 0-16,0 0-128 0,0 0 128 0,0 0 0 15,0 0 0-15,0 0 0 0,0 0-176 0,0 0 176 16,0 0-208-16,0 0 80 0,0 0-48 0,0 0 0 16,0 0 0-16,0 0 0 15,0 0-400-15,0 0-96 0,0 0-16 0,0 0 0 16,0 0-1152-16,0 0-224 0,-12 9-48 0,2 3-20016 0</inkml:trace>
  <inkml:trace contextRef="#ctx0" brushRef="#br0" timeOffset="-181157.62">17442 9772 47391 0,'-13'-1'2112'0,"13"1"416"0,-6 2-2016 0,6-2-512 0,0 0 0 16,0 0 0-16,-7 3 1232 0,2-1 160 0,-1 1 16 0,6-3 16 15,0 0-624-15,0 0-128 0,0 0-32 0,0 0 0 0,0 0-640 0,-4 7 0 16,0-2-176-16,4-5 48 15,-1 8-1856-15,1-1-384 0,1 1-64 0,1 1-19280 16</inkml:trace>
  <inkml:trace contextRef="#ctx0" brushRef="#br0" timeOffset="-178949.49">17423 10197 35935 0,'0'0'3200'0,"-5"4"-2560"0,-1-2-512 0,6-2-128 0,-5 4 2928 0,5-4 560 16,0 0 112-16,0 0 32 0,0 0-1792 0,0 0-368 15,0 0-64-15,-4 6 0 0,4-6-592 0,-5 6-112 16,5-6-32-16,0 0 0 0,0 0-480 0,0 0-192 16,0 0 128-16,0 0-128 15,0 0-320-15,0 0-128 0,-6 1-48 0,6-1 0 16,0 0-2752-16,0 0-544 0</inkml:trace>
  <inkml:trace contextRef="#ctx0" brushRef="#br0" timeOffset="-178577.34">18298 9875 42095 0,'-12'-4'1856'0,"5"0"400"0,0 2-1808 0,1-4-448 16,6 6 0-16,-2-4 0 0,2 4 1648 0,0 0 224 16,-5-4 48-16,5 4 16 0,0 0-336 0,0 0-80 0,0 0-16 0,-4 11 0 15,0 5-752-15,-1 4-160 0,1 8-16 0,2-6-16 16,1 4-224-16,0 5-32 0,-2 7-16 0,2-1 0 15,-1 2-160-15,2-1-128 16,0-5 192-16,2-1-192 0,-2-4 0 0,1-2 0 0,-1-1 0 0,3-1 0 16,-1-3-128-16,1-3 128 0,-2-1 0 0,2-3-144 15,-2 0-96-15,2-2-16 0,-2-4 0 0,0 0 0 32,-1-8-928-32,0 0-192 0,0 0-32 0,0 0-16 15,0 0-960-15,0 0-192 0,0 0-48 0,-2-8-17600 0</inkml:trace>
  <inkml:trace contextRef="#ctx0" brushRef="#br0" timeOffset="-178323.93">17715 9844 46943 0,'-12'-3'2080'0,"12"3"416"0,0 0-1984 0,0 0-512 0,0 0 0 0,0 0 0 0,9-6 1008 0,4-1 96 15,2-3 32-15,6 2 0 0,5 3 16 0,6-2 0 16,7 1 0-16,3-4 0 0,1 3-480 0,4-4-96 15,4-1 0-15,2 1-16 0,1-1-272 0,1 1-48 16,1-4-16-16,1 2 0 0,3 1-224 0,-20 3 144 16,3-3-144-16,0 3 128 0,2 1-128 0,-2 2 0 15,-2-1 0-15,-3 2 0 0,-3 0 0 0,-3 0 0 16,-1 2 0-16,-2-1 0 16,-3 3-448-16,-3-1-80 0,-3 2-16 0,-3 2 0 15,-4-1-928-15,-1 3-176 0,-3-3-32 0,-2 3-13952 16,0 1-2800-16</inkml:trace>
  <inkml:trace contextRef="#ctx0" brushRef="#br0" timeOffset="-177825.54">19279 9885 42095 0,'-26'-1'1856'0,"16"1"400"0,-2 0-1808 0,0 0-448 0,2 0 0 0,1 0 0 0,0 0 2336 0,2 0 368 15,2 0 80-15,5 0 16 0,0 0-1232 0,0 0-240 16,0 0-48-16,0 0-16 0,0 0-816 0,7 5-176 16,-1 0-16-16,3 1-16 0,2 2-240 0,-1-2 0 15,4 1 128-15,-1 2-128 0,2-3 0 0,-1 2 128 16,2 0-128-16,-1 0 0 0,1-2 0 0,0 1 0 16,1-2 0-16,-2 0 0 0,1 0 0 0,0 1 0 15,-1 0 0-15,-2-2 0 0,-4 0 0 0,0 1 0 16,-1-1 0-16,-8-4 0 0,0 0 0 0,0 0 0 15,3 8 0-15,-2 0 0 0,-3 0 0 0,-1-1 0 16,-2 1 128-16,0 0-128 0,-1 1 0 0,-1-1 176 16,-3 0-176-16,1 1 160 0,-1 3-160 0,1-2 192 15,0 0-192-15,-1 0 192 0,1-1-192 0,0 1 0 0,-3-1 0 16,5 0 128-16,0 1-128 0,2-1 0 0,-2-2 0 16,2 1 0-1,1 0-576-15,2-1-112 0,-1-1-16 0,2 2 0 16,2 0-2112-16,4 1-448 0,6 0-64 0</inkml:trace>
  <inkml:trace contextRef="#ctx0" brushRef="#br0" timeOffset="-176535.68">20411 9712 46703 0,'0'0'2064'0,"-5"-5"432"0,-2 1-1984 0,2 1-512 0,5 3 0 16,0 0 0-16,-5 0 1328 0,5 0 160 15,0 0 48-15,-7 5 0 0,-2 3-400 0,1 4-80 0,3 0-16 0,0 6 0 16,2 4-720-16,3 3-128 0,2 5-48 0,-1 3 0 16,0 0-144-16,1 1 160 0,-1 0-160 0,1 0 160 15,1-4-160-15,0 0 0 0,-1-1 144 16,1-2-144-16,-1-2 0 0,2-3 0 0,0-2 0 0,-2-1 128 16,-2-4-128-16,0-2 0 0,0-3 0 0,-2-1-128 15,1-1-208-15,0-2-48 0,1-6 0 0,0 0 0 16,0 0-896-16,0 0-176 0,0 0-32 0,-6 6-16 15,6-6-576-15,-6 0-112 0,6 0-32 0,-8-4-11280 16,0-4-2240-16</inkml:trace>
  <inkml:trace contextRef="#ctx0" brushRef="#br0" timeOffset="-176266.9">19896 9696 15663 0,'-21'-1'1392'16,"13"0"-1120"-16,-1-3-272 0,3 0 0 0,0 1 7392 0,6 3 1424 15,0 0 272-15,0 0 64 0,0 0-6352 0,0 0-1280 16,10-1-256-16,3-4-48 0,2 1-192 0,5 0-48 16,5-4 0-16,3 3 0 0,5-2-464 0,6 1-112 15,3-1-16-15,5 1 0 0,2-2-144 0,5 0-48 16,-1-1 0-16,1 1 0 0,0 0-192 0,2 2 128 16,0-1-128-16,0 3 0 0,-1-1 144 0,-3 4-144 15,-2-3 128-15,-4 3-16 0,-6 1-112 0,-6 1-160 16,-4 3 160-16,-4-3-192 15,-4 2-224-15,-4 1-48 0,-2-2-16 0,-3 2 0 16,-3 0-832-16,0 0-160 0,-4 0-48 0,1 4 0 16,-2 4-2432-16,-4 2-480 0</inkml:trace>
  <inkml:trace contextRef="#ctx0" brushRef="#br0" timeOffset="-175927.8">20905 10183 35423 0,'0'0'1568'0,"0"0"320"0,1-8-1504 16,-1 8-384-16,2-7 0 0,-2 7 0 0,-4-5 3008 0,-1 1 512 15,-2 2 128-15,-1 2 0 0,-2 2-1248 16,-2 1-256-16,-1 2-48 0,-1 1-16 0,-5 4-1168 0,3 0-224 15,-1 2-48-15,-2 2-16 0,1-1-368 0,1 0-64 16,0 0 0-16,4 0-16 0,1 0-128 0,3-1-48 0,3-2 0 0,2 2 0 16,1 0 0-16,5 0 0 15,0-2 0-15,3 1 0 0,3-2 0 0,1 0 0 0,4-1 0 0,3-2 0 16,4-1 0-16,0-1 0 16,1-1 0-16,1-2 0 0,-1-1 0 0,3 0 0 15,-3-1 0-15,1 0 0 16,-1-2-400-16,-1-1-32 0,1 0 0 0,0 0 0 15,0-1-1344-15,0 0-272 0,-2-2-48 0</inkml:trace>
  <inkml:trace contextRef="#ctx0" brushRef="#br0" timeOffset="-173738.42">22741 9704 26719 0,'0'0'2368'0,"-5"-8"-1888"0,-2-3-480 0,3 4 0 16,4 7 3904-16,-3-5 704 0,3 5 128 0,0 0 16 0,-2-4-2368 0,2 4-464 15,0 0-112-15,0 0-16 0,0 0-800 0,0 0-160 16,1 10-48-16,2 13 0 0,1 1-432 0,0 6-96 16,-2 6 0-16,2 1-16 0,0 5 16 0,0 1 16 15,0 0 0-15,1-3 0 0,-4 0-144 0,3-4-128 16,2-3 144-16,-3-2-144 0,0-2 0 0,0-5 128 15,1-4-128-15,-2-3 0 0,-2-3 0 0,0-2 0 16,0-12 0-16,0 10-160 16,0-10-288-16,0 0-48 0,0 0-16 0,0 0 0 15,0 0-1024-15,0 0-224 0,-10 3-32 0,2-4-16 16,8 1-1808-16,-7-11-352 0</inkml:trace>
  <inkml:trace contextRef="#ctx0" brushRef="#br0" timeOffset="-173398.6">22479 9636 46655 0,'-7'-10'2064'0,"7"10"432"0,0 0-2000 0,0 0-496 15,0 0 0-15,7-4 0 0,-1 0 944 0,2 2 80 0,2-2 32 16,2 1 0-16,1-2 0 0,3 0 0 0,1-1 0 0,4 0 0 16,3-2-480-16,4 1-112 0,2 1-16 0,2-1 0 15,4 2-240-15,4 1-48 16,3 2-16-16,1 0 0 0,2 2-144 0,-2 2 0 0,-2 4 0 0,-2 1 0 15,-2 1 0-15,-1 1 0 0,-3 1 0 0,-3 2 0 16,-2 0 0-16,-3 1 0 0,-4-2 0 0,-3 4 0 16,-3-1 0-16,-4 0 0 0,-4-2-176 0,-4 1 176 0,-4 1 0 0,-4 1-128 15,-4 0 128-15,-3-1 0 0,0-5 0 16,-4 2 0-16,-2 5 144 0,-3-3-144 0,-4 1 240 16,-2-2-64-16,-4-1-16 0,-4-1 0 0,-2 0-16 15,-4 1 0-15,-1-1 0 0,2 1 0 0,1-2-144 0,3-1-192 16,1-2 32-16,4-1 16 15,4 1-816-15,5-2-176 0,4-1-16 0,4 0-16 16,4-2-1344-16,9-1-272 16,0 0-48-16,8-1-11072 0,6-4-2224 0</inkml:trace>
  <inkml:trace contextRef="#ctx0" brushRef="#br0" timeOffset="-173036.39">23765 9777 47055 0,'0'0'2080'0,"0"0"432"0,0 0-2000 0,0 0-512 16,0 0 0-16,0 0 0 0,0 0 1456 0,0 0 192 15,0 0 32-15,0 0 16 0,0 0-560 0,0 0-112 0,0 0-32 0,0 0 0 16,0 0-560-16,-3 5-112 0,-3 1-32 0,1 0 0 16,-3-1-64-16,2 3-16 0,-3 0 0 0,0 1 0 15,-2 2-80-15,1-2 0 0,-1 0-128 0,0 3 192 16,-3-3-192-16,1 1 0 0,0 0 0 0,2 1 0 15,-1-1 0-15,1-1 0 0,0 1 0 0,2 0 128 16,2-3-128-16,2-1 0 16,-2 1 0-16,7-7 0 0,-2 5 0 0,2-5 0 0,-2 8 0 0,2-8 0 15,3 7 0-15,2 3 0 0,2-4 0 16,1-1 0-16,-1 1 0 0,3-1 0 0,-1-1 0 0,2 0 0 0,2-1 0 16,1 1 0-16,-1-1 0 0,1 0 0 15,2-2 0-15,0 0 0 0,1-1 0 0,2 0 0 16,-4-1-640-16,4 0-112 0,-1-2-16 15,-1 0-16-15,-2-1-1760 0,2 2-336 16,-2 1-80-16</inkml:trace>
  <inkml:trace contextRef="#ctx0" brushRef="#br0" timeOffset="-172768.36">24211 9777 29487 0,'0'0'2624'0,"0"0"-2112"15,0 0-512-15,0 0 0 0,0 0 4624 0,0 0 816 16,0 0 176-16,-4 1 16 0,4-1-3568 0,-5 4-720 16,5-4-128-16,-5 4-48 0,-2 3-544 0,-2 1-112 15,2-1-32-15,-4 3 0 0,-1 0-208 0,-1 0-32 16,-2 2-16-16,0 0 0 0,1 4-48 0,1-3-16 16,0 1 0-16,1 2 0 0,3-5-160 0,0 2 0 15,4-1 144-15,1-1-144 0,3 0 0 0,1-2 0 16,1-1 0-16,4 0 0 0,0 0-192 0,4-2 64 0,2 0 0 0,2-3 0 31,2 0-816-31,5-2-144 0,1-1-48 0,2-1 0 16,5-4-1424-16,2 0-272 0,0 1-64 0,1-4-17568 0</inkml:trace>
  <inkml:trace contextRef="#ctx0" brushRef="#br0" timeOffset="-171500.03">24622 9609 42383 0,'0'0'1872'0,"0"0"400"0,0 0-1824 0,0 0-448 0,0 0 0 0,0 0 0 16,8 7 2080-16,-2 2 320 0,0 5 64 0,-1-1 16 15,-1 4-1568-15,0 4-304 0,0 2-64 0,-1 5-16 16,0 3 160-16,1 2 16 0,1-2 16 0,0 4 0 16,-1-2-384-16,1 1-80 0,2-1 0 0,-2 0-16 15,0 0-112-15,2-1 0 0,-2-2-128 0,-1-4 192 16,-1-2-192-16,-1-2 0 0,1-1 128 0,0-2-128 15,-3-4 0-15,0-2 0 0,0-4-192 0,0 0 192 16,0-9-1088 0,0 6-128-16,0-6 0 0,0 0-16 0,0 0-1152 15,0 0-240-15,0 0-32 0,0 0-11264 0,5-7-2256 0</inkml:trace>
  <inkml:trace contextRef="#ctx0" brushRef="#br0" timeOffset="-171155.2">24490 9502 35935 0,'0'0'3200'0,"0"0"-2560"16,0 0-512-16,0 0-128 0,6-5 2688 0,0-2 512 15,3 1 96-15,3 2 32 0,1-3-2336 0,3 2-464 16,1 0-80-16,3 1-32 0,4 0 192 0,2 2 32 16,0-1 16-16,0 3 0 0,1 0-272 0,1 0-48 15,1 0-16-15,1 1 0 0,-3 1 0 0,2 0-16 16,2 2 0-16,-1 1 0 0,-1 2-304 0,-1-1 160 15,1 3-160-15,-3-1 128 0,-1 3-128 0,-4 0 0 0,-4 0 0 0,-3 2 0 16,-4 1 192-16,-2 1-32 0,-5 0-16 0,-3 3 0 16,-4-1 128-16,-3 3 32 0,-2-4 0 0,-3 1 0 15,-2 1-48-15,-2-1 0 0,-2-2 0 0,-1 1 0 16,-2-2-80-16,-1-1-32 0,-3 0 0 16,0 1 0-16,0-5-144 0,2 1 128 0,-3-1-128 0,0 0 128 15,-2-2-128-15,2-2 0 0,2-2-192 16,-1-2 192-1,3-1-896-15,1 0-64 0,2 0-16 0,4 0 0 0,0-1-1392 16,5-1-288-16,2 1-48 0,8 1-11584 0,0 0-2320 0</inkml:trace>
  <inkml:trace contextRef="#ctx0" brushRef="#br0" timeOffset="-170862.5">25125 10203 28559 0,'0'0'1264'0,"0"0"272"0,0 0-1232 0,0 0-304 15,0 0 0-15,0 0 0 0,0 0 4144 0,0 0 768 16,0 0 144-16,0 0 48 0,0 0-2352 0,-8 2-448 16,-2-1-112-16,0 3-16 0,-3 0-1120 0,-2 1-224 15,0 3-64-15,-1 1 0 0,2 0-352 0,-3 3-80 16,-2 0-16-16,1-1 0 0,4 2-192 0,1-1-128 16,1-1 160-16,4 0-32 0,0-2-128 0,4 1 0 15,1 0 0-15,0-2 0 0,3-2 0 0,1 2 0 16,3-1 0-16,3-1 0 0,2-1 0 0,3 1 0 0,-1-1 0 0,2-1 0 15,4 0 0-15,3-2 0 0,1 2 0 0,1-2 0 16,1-2 0-16,2 1 0 16,-1 3 0-16,-1-4 0 0,0 0-272 0,0 0-48 0,-4 0-16 0,2 0 0 31,-4 0-816-31,-1-3-144 0,-2 2-48 0,0 2-14960 0,2 2-2992 0</inkml:trace>
  <inkml:trace contextRef="#ctx0" brushRef="#br0" timeOffset="-162809.27">17909 11631 32255 0,'-10'0'2864'0,"-1"-3"-2288"0,0 2-576 0,1 0 0 16,10 1 3440-16,0 0 576 0,0 0 112 0,0 0 32 15,0 0-2432-15,0 0-496 0,0 0-80 0,0 0-32 16,0 0-224-16,15-1-64 0,0-3 0 0,0 1 0 16,4 0-592-16,5 1-240 0,2-2 176 0,3 0-176 15,2 0 128-15,0 0-128 0,2-1 0 0,1 0 0 16,1 0 0-16,1 1 0 0,2 1 0 0,-1 0 0 31,-3-1-784-31,-1 1-160 0,1 0-16 0,-1 2-16 16,-3-1-1120-16,-1 1-208 0,-3 1-64 0,-3 0-11328 0,-3 0-2256 15</inkml:trace>
  <inkml:trace contextRef="#ctx0" brushRef="#br0" timeOffset="-162571.92">18028 11833 16575 0,'-16'0'736'0,"6"0"160"0,-2 0-720 0,2 1-176 16,-1 2 0-16,11-3 0 0,0 0 7376 0,0 0 1456 15,0 0 272-15,0 0 64 0,0 0-7120 0,0 0-1408 16,9-1-304-16,3-1-48 0,1 1 32 0,5 1 0 16,3-2 0-16,3 0 0 0,-1 1-320 0,6 0 0 15,2-2 0-15,15 0 0 0,-3-1 0 0,0 2 0 16,0 1 0-16,0-3 0 0,0-3 0 0,-11 2-224 16,2-3 64-16,5-1 16 15,2 0-1200-15,2 0-224 0,1-3-48 0,2 0-12576 16,-1 1-2512-16</inkml:trace>
  <inkml:trace contextRef="#ctx0" brushRef="#br0" timeOffset="-162242.5">18970 11553 42847 0,'0'0'1904'0,"-6"0"384"0,-3-1-1840 0,0-3-448 15,2 1 0-15,2 2 0 0,5 1 1184 0,0 0 144 0,0 0 16 16,0 0 16-16,0 0-224 0,0 0-48 0,0 0-16 0,0 0 0 15,0 0-688-15,0 0-144 0,8 4-32 0,1 1 0 16,0 0-208-16,3-1 0 0,1 0 0 0,0 1 0 16,0-1 0-16,1 1-128 0,0 0 128 0,2 1 0 15,1-1-272-15,0 0 48 0,-1-2 16 0,-2 1 0 16,0-3-176-16,1 1-48 0,-4 1 0 16,-1-2 0-16,-1 1 32 0,-9-2 0 0,0 0 0 0,0 0 0 0,0 0 208 15,0 0 32-15,0 0 16 0,0 0 0 0,-3 9 336 0,-3 0 80 16,-4 0 16-16,-1 0 0 0,-4 0 128 0,0 3 32 15,-4-3 0-15,1 2 0 0,0-1-128 16,0 3 0-16,-2-2-16 0,2 0 0 0,1 0-304 16,1-1 160-16,3 1-160 0,2-1 128 15,0-1-1296-15,2-2-272 0,0 2-48 0,2 0-20016 0</inkml:trace>
  <inkml:trace contextRef="#ctx0" brushRef="#br0" timeOffset="-160212.02">19760 11662 28095 0,'0'0'1248'0,"0"0"256"0,0 0-1200 0,0 0-304 16,7-6 0-16,-1 1 0 0,1-5 1472 0,0 4 224 15,-2 2 48-15,0-5 16 0,-1-2-400 0,0 2-80 16,0 2 0-16,-2-4-16 0,1 1-528 0,-2 1-96 16,1 2-32-16,-1 1 0 0,-2-1-96 0,1 7 0 15,-6-3-16-15,-2 3 0 0,-1 2 32 0,-2 3 16 16,-4 4 0-16,-2 5 0 0,-2 5-208 0,-3 3-32 16,-2 4-16-16,1 3 0 0,-2-1-16 0,1 1 0 15,6 0 0-15,1-6 0 0,3-1-128 0,2-2-16 16,2-3-128-16,2-2 192 0,5-3-192 0,3-1 0 0,3-2 0 15,-3-9-160-15,8 4-128 0,2-2-32 16,2-2 0-16,4-2 0 16,2-2-128-16,0-5-48 0,0-2 0 0,2-1 0 15,-1-2-112-15,1-2-32 0,0-2 0 0,-2-3 0 0,0 0 256 0,-1-1 64 0,-3 0 0 0,-1 0 0 16,-1 2 320-16,-3 1 0 0,-1 1-144 0,-1 1 144 16,-1 4 0-16,-2 1 192 0,-3 1-16 0,1 4-16 15,-2 0 384-15,0 7 80 0,0 0 16 0,0 0 0 0,0 0 0 16,0 0 0-16,-4 11 0 0,1 2 0 0,-1 0-400 15,2 1-80-15,-1 3-16 0,2 0 0 0,-1 1-144 0,2-2 0 16,0 1 0-16,2 0 0 0,0-4 0 0,2 0 0 16,0-3 0-16,1-1 0 0,0 0 0 0,3-1 0 15,0-3-224-15,0 1 80 0,1-5-176 0,0 0-16 16,0 1-16-16,0-5 0 0,1-4 112 0,-1 0 32 16,0-3 0-16,1-1 0 0,2-4 48 0,0-2 16 15,-2 0 0-15,2-1 0 0,-2 0 144 0,2 0-160 16,0 2 160-16,-2 0-160 0,-2 3 160 0,0 3 0 15,0 2 0-15,-3 6 0 0,-5 2 0 0,0 0 224 16,0 0-48-16,4 7-16 0,-4 5 480 0,1 5 112 16,-1 4 16-16,-1 2 0 0,-3 2-240 0,1 0-32 15,3-2-16-15,0 0 0 0,-1-3-304 0,1 0-176 16,0-3 192-16,3-1-192 16,2-5-880-16,0 0-272 0,-1-3-64 0,-4-8-16 15,6 5-2704-15,-6-5-544 0</inkml:trace>
  <inkml:trace contextRef="#ctx0" brushRef="#br0" timeOffset="-160061.41">20159 11406 21183 0,'0'0'1888'0,"0"0"-1504"0,-7 0-384 0,0 0 0 0,7 0 3264 0,0 0 592 0,-5 2 112 0,5-2 32 15,-3 7-3408-15,2 0-592 0,1 3-288 0,3 0-15280 16</inkml:trace>
  <inkml:trace contextRef="#ctx0" brushRef="#br0" timeOffset="-159744.71">20315 11582 20271 0,'0'0'896'0,"-4"9"192"0,0-2-880 0,1 4-208 16,2 2 0-16,-1 4 0 0,1 2 4912 0,0 5 928 15,0 2 192-15,-1 0 48 0,1 0-3520 0,1-4-704 16,0 0-144-16,1-2-32 0,1-3-944 0,-1-3-192 16,0-2-32-16,2-3-16 0,1-1-224 0,-4-8-32 15,0 0-16-15,0 0 0 0,0 0 32 0,0 0 0 16,0 0 0-16,0 0 0 0,0 0 112 0,6-1 16 16,-6 1 16-16,7-9 0 0,-1-1-96 0,-1-1-32 15,-1-2 0-15,3-4 0 0,-3-3-144 0,1-2-128 0,0-3 192 16,2-1-192-16,1-1 0 0,1-1 0 15,1 1 0-15,1 1 0 0,-1 1 0 0,2 4-256 16,1 0 32-16,0 4 0 16,-1 3-928-16,-1 2-176 0,0 3-32 0,-2 3-16 15,1 2-832-15,1 3-160 0,-2 1-48 0,1 2-10576 16,1 3-2112-16</inkml:trace>
  <inkml:trace contextRef="#ctx0" brushRef="#br0" timeOffset="-159576.29">20742 11738 4607 0,'0'0'400'0,"-1"12"-400"0,-2 1 0 0,1 0 0 0,-1 1 8128 0,2 0 1536 16,-1 1 304-16,1-1 64 16,-2 2-6304-16,0 1-1248 0,-3 0-256 0,0-3-48 0,1 2-784 0,1-1-160 15,0 1-16-15,0-2-16 0,-1-1-832 0,1 2-176 16,0-2-16-16,1-3-16 16,1 1-560-16,-1-2-112 0,2 0-32 0,-1-1-14960 15,2-8-2992-15</inkml:trace>
  <inkml:trace contextRef="#ctx0" brushRef="#br0" timeOffset="-158927.77">21304 11790 46015 0,'-14'3'2048'0,"7"1"400"0,1-4-1952 0,0 1-496 0,1-1 0 0,1-1 0 0,0-2 1152 0,2 0 128 15,1-2 16-15,1-3 16 0,1 1-416 0,0-3-64 16,3 0-32-16,1-2 0 0,3-1-480 0,0 0-112 16,1-1-16-16,1-4 0 0,1-6-48 0,-1 1-16 15,1-1 0-15,0-2 0 0,1 0-128 0,0-4 128 16,0 1-128-16,-2 2 128 0,1-3-128 0,-1 3 0 15,-1-1 144-15,0 3-144 0,-1-2 0 0,-1 4 128 16,-1 0-128-16,1 5 0 0,-2 4 0 0,0 3 0 16,-2 2 0-16,-1 4 0 0,-2 5 0 0,0 0 0 15,0 0 0-15,0 0 0 0,5 8 0 0,-1 5 0 16,0 5 0-16,0 3 128 0,-1 4-128 0,1 2 0 16,-2 2 128-16,2 4-128 0,1 3 128 0,3-2-128 15,0 0 128-15,0-2-128 0,1-3 0 0,1-3 0 16,2-2 0-16,0-4 128 0,-2-1-128 0,-1-5 0 15,3-1 0-15,0-5 0 0,-2-3 0 0,2-2 0 0,0-3 0 16,0-3 0-16,-3-2 0 0,1-2 0 0,-2 0 0 0,0-4 0 16,0-1 0-16,-1-2 128 15,1-5-128-15,-1-2 128 0,-1-3-128 0,2-2 176 16,0-3-176-16,1-1 192 0,1-2-192 0,1-2 0 0,-2-3 0 16,1-2 128-16,0-2-128 0,0-1-272 0,0 2 64 0,1 2 16 15,-3 4-576-15,-2 6-128 0,1 2 0 16,-3 7-16-16,-2 3-1184 0,1 6-224 0,-2 3-48 0,-1 7-11776 15,0 0-2336-15</inkml:trace>
  <inkml:trace contextRef="#ctx0" brushRef="#br0" timeOffset="-158611.02">21901 11611 38703 0,'0'0'1712'0,"0"0"352"0,0 0-1648 0,8-2-416 0,0 1 0 0,1-5 0 0,-1 2 1280 0,1 1 160 15,1-3 32-15,1 0 16 0,0-2-48 0,1 0-16 16,3 0 0-16,-2 1 0 0,-2-1-816 0,1 1-160 16,1 1-48-16,-1 0 0 0,-3 3-128 0,-1 0-16 15,-2 0-16-15,-6 3 0 0,0 0 0 0,0 0 0 16,0 0 0-16,0 0 0 0,2 9 288 0,-6 3 64 16,-3 3 16-16,-1-2 0 0,-1 2-112 0,0 3-32 15,-3 2 0-15,-1 1 0 0,0 0 80 0,2 0 16 16,-1-3 0-16,1 0 0 0,1-1-560 0,2-1 0 15,3-2 0-15,2-2 0 0,2-2 0 0,2 1 0 16,3-5 0-16,3 1 0 0,1-2 0 0,1-1 0 0,0-2 0 0,3 0 0 31,1 2-272-31,1-4-176 0,3-3-16 0,0 2-16 16,1-2-608-16,0-1-128 0,1 0-32 0,0-2 0 0,-1-2-1840 0,5 0-368 0,-1-1-80 16</inkml:trace>
  <inkml:trace contextRef="#ctx0" brushRef="#br0" timeOffset="-158443.98">22535 11640 21183 0,'-11'8'944'0,"6"-4"192"0,-3 1-912 0,2 2-224 0,-1-1 0 0,1 5 0 0,1-2 6784 0,-1 4 1328 15,-2 1 256-15,2 0 48 0,-1 2-5920 0,4-2-1200 16,-3 3-224-16,5 2-48 0,1-5-384 0,1 2-64 16,1-6 0-16,3 3-16 15,1-2-2432-15,3-1-496 0,1-2-80 0,3-2-13008 16,4 1-2592-16</inkml:trace>
  <inkml:trace contextRef="#ctx0" brushRef="#br0" timeOffset="-158059.68">23129 11082 23039 0,'0'0'2048'0,"-4"-1"-1648"0,-2-4-400 0,1 1 0 16,1 1 4784-16,4 3 864 0,-6-2 176 0,6 2 48 15,0 0-3488-15,0 0-688 0,-5 1-144 0,0 4-16 16,-1 3-400-16,-4 2-80 0,0 6-16 0,-3 7 0 16,-4 2-464-16,-1 8-112 0,-3 2-16 0,-3 3 0 15,1 0-144-15,-2 2-48 0,2 2 0 0,3-2 0 16,5-2-112-16,3-2-16 0,4-2-128 0,1-2 192 16,4-5-192-16,3-1 0 0,3-2 0 0,5-5 0 15,1-2-192-15,6-6-16 0,2-2-16 0,2-4 0 16,2-4-80-16,4-3-16 0,2-5 0 0,2-2 0 15,-2-3 80-15,-1-2 16 0,-2-2 0 0,-2-2 0 0,-2-3 224 0,-2-1-192 16,-1-5 192-16,-2-1-192 0,-2 1 192 0,-3-1 0 16,-3 1 0-16,-1 0 0 0,-4-1 0 0,0 1 0 15,-4 1 160-15,-2 0-160 0,-2 1 192 0,-5-2-64 16,-3 1 0-16,0 1 0 0,-1 1-128 16,0 3 128-16,-2 2-128 0,0 2 128 15,-1-1-912-15,-1 2-192 0,4 2-48 0,2 2 0 16,1 2-1984-16,4 0-416 0,3 4-80 0</inkml:trace>
  <inkml:trace contextRef="#ctx0" brushRef="#br0" timeOffset="-157643.58">23274 11596 17503 0,'0'0'1552'0,"0"0"-1232"15,-5-1-320-15,5 1 0 0,0 0 7360 0,0 0 1424 0,0 0 288 0,0 0 48 16,8-7-6720-16,1 1-1344 0,1-2-272 0,2 0-48 16,2 0-336-16,2-1-64 0,2 1-16 0,2-1 0 15,-1 2-192-15,2 1-128 0,0 2 128 0,-3-1-128 16,-1 3 0-16,-5 2 0 0,-2 0 0 0,-2 3 0 15,-1 1 176-15,-7-4-48 0,0 7 0 0,-3 2 0 16,-2 2 240-16,-3 2 32 0,-2 3 16 0,-2 0 0 16,-4 1-96-16,-1 1-32 0,0-1 0 0,0 1 0 15,0 2-80-15,0-1-16 0,0-1 0 0,3-1 0 0,2-1-192 0,3-2 176 16,0-3-176-16,3 1 160 0,2-2-160 0,4-1 0 16,0-9 0-16,0 0 0 0,4 9 0 0,3-1 0 15,3-1 0-15,0-5 0 0,-10-2 0 0,13 2-176 16,3-2 176-16,1-2-128 0,0 0-64 0,0-2 0 15,2-2 0-15,2 0 0 16,0-2-848-16,1-2-176 0,-2 1-48 0,2-1 0 16,1 3-1856-16,1-2-368 0,-1 2-80 0</inkml:trace>
  <inkml:trace contextRef="#ctx0" brushRef="#br0" timeOffset="-157494.02">23816 11735 19343 0,'0'0'848'0,"-2"9"192"0,-2 2-832 0,1 1-208 0,-1-2 0 0,2 3 0 0,-1 1 7040 0,0 1 1376 15,0-1 272-15,0 2 48 0,0-1-5776 0,1 4-1152 16,-2-5-224-16,3 2-48 0,-1 1-960 0,1 0-176 16,1-2-32-16,1 1-16 0,-2-1-352 0,1-1 0 15,1 1 0-15,1-2 0 16,0-2-1728-16,-1-2-272 0,-1 1-48 0</inkml:trace>
  <inkml:trace contextRef="#ctx0" brushRef="#br0" timeOffset="-155439.93">24323 11454 23951 0,'0'0'2128'0,"-1"-11"-1696"0,0 3-432 0,1 8 0 16,0 0 4560-16,0 0 832 0,0 0 176 0,0 0 16 15,0 0-3328-15,0 0-656 0,0 0-144 0,-5 16-32 16,-2 5-240-16,-1 4-48 0,-1 7-16 0,4-8 0 16,-3 2-560-16,2 3-112 0,0-3-32 0,0 0 0 15,1-1-208-15,-1-5-32 0,3-1-16 0,1-6 0 16,0-2-160-16,0-1 0 0,2-10 144 0,0 0-144 0,0 0 0 0,0 0 128 16,0 0-128-16,0 0 0 0,6-8 0 0,-1-1 0 15,1-4 0-15,1-2 0 0,1-3 0 0,1-2 0 16,1 0-144-16,2-4 144 0,0-2 0 15,2 0-176-15,3 0 176 0,0 2-128 0,-4 2 128 0,3 3 0 16,1 3-144-16,-3 2 144 0,1 5 0 0,0 2-144 16,-2 2 144-16,-3 5 0 0,1 5-144 0,-2 2 144 15,-1 3 0-15,-1 6-144 0,-1 3 144 0,-1 3 0 16,-1 2 160-16,0 1-160 0,-2-3 128 0,1 1-128 16,0 1 0-16,0-2 0 0,3-1 0 0,-2-2-240 15,-2-2 32-15,2-2 0 16,0-2-1376-16,0 0-272 0,0-7-48 0,0 1-16 15,-4-7-496-15,6 0-96 0,-6 0-32 0,8-4 0 16,3-3-608-16,-1-2-128 0,2-3-32 0,1-2 0 16,0-4 1664-16,-1 0 336 0,1-2 64 0,-2-1 16 15,0-1 608-15,-1 1 128 0,-1 2 32 0,-1 2 0 0,-1 4 1616 0,-1 1 336 0,-3 5 64 0,-3 7 16 16,0 0 1968-16,0 0 400 0,-5 5 80 0,-2 5 16 16,0 3-1024-16,0 1-192 0,-2 3-32 15,-1 1-16-15,1 3-1328 0,0-1-272 0,0-2-48 0,1 0-16 16,3-1-576-16,0-1-112 0,1-3-32 0,3-3 0 15,2 1-384-15,1-5 128 0,4-2-128 0,0-1 0 16,2-3 0-16,2 0-176 0,2-4 16 0,1-3 0 16,3-2-160-16,0-1-16 0,-1-2-16 0,0-1 0 15,-1 0-96-15,-1 1 0 0,-3-4-16 16,1 3 0-16,-2-1-64 0,-1 1-16 0,-3-1 0 16,-1-1 0-16,-3 1-208 0,-1 0-32 0,-1 1-16 0,0 0 0 15,-1 0-1632-15,0 1-336 0,-2 1-64 0,0 1-15392 16</inkml:trace>
  <inkml:trace contextRef="#ctx0" brushRef="#br0" timeOffset="-155021.65">25009 11155 21183 0,'0'0'1888'16,"0"0"-1504"-16,0 0-384 0,-5 5 0 0,2 2 5584 0,-1-1 1056 15,1 2 208-15,-1 3 32 0,-2 0-4400 0,1 5-880 16,-1 2-192-16,0 4-16 0,3 3-336 0,-1 4-64 15,2 1-16-15,0 3 0 0,-1-2-576 0,1 4-112 16,-1-2-32-16,0 0 0 0,1 0-128 0,0-3-128 16,1-3 192-16,1 0-192 0,1-1 128 0,-1-3-128 15,0-5 0-15,0 1 0 0,0-6 0 0,0-2 0 16,0-2 0-16,0-9 0 0,0 0-176 0,0 0 16 16,0 0 0-16,0 0 0 0,0 0-32 0,0 0-16 0,0 0 0 0,4-9 0 15,0-2 208-15,0-5-192 16,-1 0 192-16,2 1-192 0,3-5 192 0,1 1 0 0,3-2-160 0,1 0 160 15,2-1 0-15,2 1 0 0,2 0 0 16,0 1 0-16,1 3-192 0,1 3 192 0,-3 2-160 16,0 3 160-16,0 1-128 0,-1 5 128 0,-2 0 0 0,-2 3-144 15,-2 3 144-15,-2 2 0 0,1 3 0 0,-4 3 0 16,-1 1 0-16,-2 2 0 0,-2 3 0 0,-1 3 0 16,-4 2 176-16,-2-2 16 0,-3 0 0 0,-3 3 0 15,-4 0-32-15,-1-3 0 0,-1 1 0 0,-1-2 0 0,-2 1-160 0,0-2 0 16,-1-2 0-16,-1-2 0 0,3-2-272 0,0-2-48 15,1-1 0-15,3-6 0 16,4-2-2032-16,2-2-400 0,3-2-96 0,3-3-11264 16,3-7-2256-16</inkml:trace>
  <inkml:trace contextRef="#ctx0" brushRef="#br0" timeOffset="-154672.29">25490 11181 18431 0,'0'0'1632'0,"0"0"-1312"0,0 0-320 0,0 0 0 0,0 0 5648 0,2 8 1072 15,-2 1 192-15,0 3 64 0,-2 2-3840 0,2 3-768 16,-2 3-160-16,-4 2-32 0,0-1-1120 0,-1 4-224 16,1 2-64-16,-1 0 0 0,1-1-352 0,2 2-80 15,1-1-16-15,2-2 0 0,2-2-320 0,2-2 128 16,1-2-128-16,2-3 0 0,2-1 0 0,0-3 0 0,0-3-192 0,1-2 64 16,1-1-224-16,2-4-32 15,1-2-16-15,-1-1 0 0,2-3 0 0,1-1 0 16,0-3 0-16,1-1 0 0,1-3 192 0,0-2 32 0,0-3 16 0,0-1 0 15,0-3 160-15,0-1-128 0,-2-1 128 16,0 3-128-16,-4-1 128 0,0 4 0 0,-2 4 0 0,-3 1 0 16,-2 3 0-16,-2 2 0 0,-2 7 128 0,0 0-128 15,0 0 368-15,0 0 0 0,-10 6 0 0,1 3 0 16,-1 2-176-16,1 5-48 0,0 1 0 0,2 1 0 16,1 2-144-16,2-1 0 0,2 1 0 0,5 0 0 0,2-2-320 15,3 0 64-15,2-4 16 0,4-1 0 16,2-1-1568-16,5-1-320 15,0-4-64-15,1 0-16 0,2-3-2192 0,2-2-432 0</inkml:trace>
  <inkml:trace contextRef="#ctx0" brushRef="#br0" timeOffset="-153551.95">26482 11323 27007 0,'2'-11'1200'0,"-2"7"240"0,0-1-1152 0,-2 1-288 15,-2 1 0-15,1 0 0 0,-3 3 3824 0,-3 3 704 16,-1-3 144-16,-3 4 16 0,-4 2-1920 0,1 4-384 0,-2 0-80 0,0 3 0 15,-3 0-1408-15,-3 1-256 16,1 1-64-16,-1 3-16 0,2-4-320 0,3 2-64 16,0 0-16-16,5-1 0 0,0 1-160 0,3-3 0 15,4 1 0-15,0-1 0 0,4-1-256 0,3-3-64 16,4-1-32-16,-4-8 0 16,11 7-368-16,0-1-80 0,1-3-16 0,4-2 0 15,1-1-48-15,1-1-16 0,2-2 0 0,-1-2 0 16,-1-2 224-16,1-1 32 0,-2-1 16 0,0-1 0 0,0-1 320 0,-2 0 64 15,-1-1 16-15,0-4 0 0,-3 1 208 0,0 0-144 0,-2 1 144 16,-1 1-128-16,-3 1 128 0,0 1 176 0,-1 0-48 0,-1 3 0 16,-3 2 512-16,0 6 112 0,0 0 16 15,0 0 0-15,0 0 96 0,0 0 32 0,0 0 0 0,0 0 0 16,-7 5-272-16,1-1-48 0,-1 4-16 0,2 2 0 16,2 5-352-16,-1-1-64 0,2 3-16 0,0 5 0 15,0 1-128-15,2 3 0 0,0 2 0 0,1 3 0 0,2 3-176 16,2 3 176-16,-1-1-128 0,0 4 128 0,0 0-288 15,-2-4 32-15,1-2 0 0,1 1 0 16,-4-1-384-16,0 0-64 16,-2-1 0-16,-1-1-16 0,-3-2-176 0,-1-2-48 0,-4-4 0 0,-2 0 0 0,-4 1 640 0,-4-3 128 15,-4-4 32-15,-2 0 0 0,-3-5 544 0,-2-1 112 16,-2 0 32-16,-3-6 0 0,2-2 160 0,1-1 16 16,5-3 16-16,5-4 0 0,1-1-320 0,8-3-64 15,3-3-16-15,4-3 0 0,7-4-336 0,4-4 0 16,4-4 0-16,5-4 0 0,5-6-192 0,5 1 0 15,7-5 0-15,5 1 0 0,5-2 192 0,0-3-128 16,1-2 128-16,-1 1-128 0,-1-1 128 0,-1 2 0 16,-3-1 0-16,-2 5-128 0,0 1 128 0,-5 4 0 0,-1 2 0 15,-1 2 0-15,0 3 0 0,-5 8 0 16,1-1 0-16,-1 5 0 0,-3-1 0 0,-3 5 0 16,-5 4 0-16,0 2 128 0,-2 1 0 0,-7 5 0 15,0 0 0-15,0 0 0 0,0 0 240 0,-4 6 48 0,-1 2 16 16,-3 3 0-16,-1 2-128 0,-3 1-32 0,0 3 0 15,1 0 0-15,-1 0-80 0,1 1-32 0,4 0 0 0,-1 1 0 16,0-5-160-16,1 1 160 0,2-1-160 0,1-3 160 16,0 0-160-16,2-2 0 0,-1-1 0 0,3-8 0 15,0 0 0-15,0 0 0 0,0 0 0 0,0 0 0 16,4 6 0-16,-4-6 0 0,0 0-128 0,8 1 128 16,1-3 0-16,3-3-144 0,0-3 144 0,2-3 0 0,0-2 0 15,2-1-128-15,1-2 128 0,0-1 0 16,1 0 0-16,-1 2-192 0,-1 0 192 0,-2 4-160 15,0 0 160-15,-2 4 0 0,-3 1-144 0,-2 2 144 16,-7 4 0-16,0 0 0 0,6 0 0 0,-6 0 0 0,0 0 384 0,5 10 0 16,-1-3 0-16,0 4 0 0,0 0-32 15,1 0-16-15,2 1 0 0,2-2 0 0,0 1-336 0,0-5 0 16,-1 1 0-16,3-2 0 0,0-3 0 0,4-2 0 16,-2-1 0-16,1-3-192 0,2-1 16 0,-1-3 0 15,1-1 0-15,0-3 0 0,-2 1 16 0,0-5 0 16,1 2 0-16,-1-3 0 0,0-2 160 0,1 0 0 15,-2-1 0-15,-2-2 0 0,0-3-288 0,-2 1-32 16,1-3 0-16,-2 4 0 0,0 1 320 0,0 4 0 16,-3 3 0-16,-1 3 0 0,-1 2 0 0,-3 2 0 0,1 2 0 0,-1 6 144 15,0 0 208-15,0 0 32 16,0 0 16-16,0 0 0 0,0 0-128 0,0 0-16 16,0 0-16-16,0 0 0 0,0 9-240 0,0 0 0 0,1 1 128 0,2 3-128 15,-1-1 0-15,2 1 0 0,2-1 0 16,0 1 0-16,1 1 0 0,2 2 0 0,1-3 0 0,1 1 0 15,-2 2 0-15,1-4 0 16,1 3 0-16,-2 1 0 0,-2-2-144 0,0 2 144 0,1-3 0 16,-3 1-144-16,-1 2 144 0,-1-4 0 15,-2 1 0-15,-1-1 0 0,-1-2 0 0,-2 0 0 0,-1 0 0 16,-2-1 0-16,-4-2 0 0,0 1 192 0,-3-1-64 16,-1 1 0-16,-2-3 32 0,-1 0 16 0,1-2 0 15,-1-1 0-15,-1-2-176 0,2 2 0 0,0-4 0 0,3 0 0 16,1-1-1568-16,4-1-400 0,0 2-80 15</inkml:trace>
  <inkml:trace contextRef="#ctx0" brushRef="#br0" timeOffset="-107700.72">18865 2759 42383 0,'0'0'1872'0,"-7"2"400"0,1-1-1824 0,1 0-448 16,5-1 0-16,0 0 0 0,-3 8 0 0,2 2-192 16,1 1 16-16,1 3 0 0,0 2 544 0,2 1 96 15,-2 1 32-15,3 3 0 0,0 2 0 0,0 3 0 16,0-1 0-16,1 4 0 0,0 3 0 0,-1-2 0 15,0 0 0-15,0-1 0 0,1-4-48 0,0-2 0 16,-1 0 0-16,0-7 0 0,0 1-192 0,-1-4-32 16,-1-2-16-16,1-2 0 0,-2-2-32 0,-1-7-16 0,0 0 0 0,0 0 0 15,0 0 32-15,0 0 16 0,0 0 0 0,0 0 0 16,4-10 96-16,0-1 16 0,-1-4 0 0,2-2 0 16,0-3-192-16,0-5-128 0,2-4 144 0,-1-2-144 15,1-1 0-15,1 3 0 0,0 0 0 0,1 3 0 16,-3 1 0-16,1 5 0 0,1 1 0 0,-2 6 0 15,1 2 0-15,-4 5 0 0,-3 6 0 0,0 0 0 16,0 0 160-16,0 0-160 0,12 13 160 0,-5-3-160 16,-2 7 208-16,0 5-48 0,-1 3-16 0,1 4 0 15,-1 4-144-15,1-4 0 0,2 3 0 0,1-4 128 16,0-1-128-16,-1-3 0 0,2-3 0 0,1 0 0 16,-1-7 0-16,0-1 0 0,-1-2 0 0,0-2 0 0,-1-4 0 0,1-1 0 15,-8-4 0-15,7 0 0 0,-7 0 128 0,8-5-128 16,-2-2 128-16,1 0-128 0,-1-4 192 0,1-2-64 15,-2-3 0-15,0-3 0 0,-1-2-128 0,1-5 128 16,2-3-128-16,-1-1 128 0,-1-1-128 0,1 1 0 16,-1 0 0-16,0 0 0 0,-1 1-240 0,0 3-16 15,0 4-16-15,-2 4 0 16,1 2-1008-16,0 4-192 0,-2 3-32 16,-1 9-16-16,0 0-1088 0,0 0-208 0,0 0-64 0,5 9 0 15,-1 5-448-15,4 2-112 0,2 4-16 0</inkml:trace>
  <inkml:trace contextRef="#ctx0" brushRef="#br0" timeOffset="-107126.81">19536 2920 11055 0,'12'-16'480'0,"-6"7"112"0,2-2-464 0,0 0-128 0,-3-4 0 0,1 2 0 15,-3 3 4560-15,-1 2 896 16,-2 8 176-16,-3-6 48 0,3 6-2176 0,-6-3-432 16,-4 4-96-16,0 6-16 0,-3 4-832 0,-4 6-160 15,-4 3-48-15,-1 3 0 0,0 0-1200 0,-2 4-240 16,6 3-48-16,5-8-16 0,0 2-224 0,3-1-32 0,1-1-16 0,1-1 0 15,4-1-144-15,1-2 0 0,2-1 0 0,1-3 0 0,1-2 0 0,3-3-192 16,3-1 64-16,2-3 128 16,0-2-640-16,1-3 0 0,2-3 0 0,2-2 0 15,2-2-16-15,0 0-16 0,-2-5 0 0,0-3 0 0,1-1 368 0,-2-3 80 16,0-2 16-16,5-9 0 0,-1 2 80 0,-3 3 128 16,-1-2-208-16,0 2 80 0,-1 4 128 0,-3 0 0 15,-2 5 0-15,-2 3 0 0,-1 2 0 0,-4 11 0 16,0 0 0-16,0 0 0 0,0 0 208 0,0 0 80 15,0 0 16-15,0 0 0 0,-5 9 144 0,2 3 48 16,-1 1 0-16,3 2 0 0,0 3-496 0,2 2 0 16,3 0 0-16,2-2 0 0,2-3 0 0,3 1 0 15,0-2 0-15,4-1 0 0,0-1-176 0,2-1 176 16,-4-4-160-16,2-4 160 0,0-2-416 0,2-2 16 16,0-2 0-16,-1-3 0 0,-2-2 0 0,2-1 0 15,-2-4 0-15,0-1 0 0,1-2 400 0,-2-4 0 16,0 1 0-16,-1-1 0 0,-2 1 0 0,0-5 144 15,0-2-144-15,-3-1 160 0,0-4-16 0,-2-3 0 16,0-4 0-16,2 0 0 0,-1 2 0 0,0 2 0 16,-4 2 0-16,1 4 0 0,-2 3 96 0,-1 5 16 15,-1 7 0-15,-2 3 0 0,3 10 384 0,0 0 96 16,-8-5 16-16,8 5 0 0,-9 7 64 0,0 8 16 0,1 0 0 16,0 9 0-16,1 5-576 0,1 3-128 0,3 2 0 15,0 3-128-15,0 0 0 0,3 0 0 16,0-6 0-16,3-1 0 0,1-2 0 0,0-1 0 0,1-4-128 15,-1 2 128 1,-2-3-592-16,1-2-32 0,1-1 0 0,0 0 0 0,1-1-960 16,-1-5-192-16,-1-3-32 0,-3-10-16 15,5 13-544-15,-5-13-128 0,0 0 0 0,0 0-16 0,9 7-1648 0,-9-7-320 16</inkml:trace>
  <inkml:trace contextRef="#ctx0" brushRef="#br0" timeOffset="-106216.68">19712 2931 36863 0,'-14'3'3264'0,"14"-3"-2608"0,0 0-528 0,0 0-128 16,0 0 1936-16,0 0 368 0,0 0 64 0,0 0 0 16,0 0-1520-16,10-3-304 0,1 1-64 0,2 0-16 15,1 2 16-15,2-2 0 0,-1 1 0 0,4-1 0 0,0 1-96 0,2 0 0 16,0-2-16-16,1 0 0 0,0 2-128 0,2 0-32 16,0-2 0-16,3-1 0 0,-1-2-208 0,0-1 0 15,1 1 128-15,-2-2-128 0,1 0 0 0,-1 0 0 16,-2 0 0-16,-1 1 0 15,-1-3 0-15,-3 1 0 0,-2-1 0 0,-3 1 0 0,-2 0 0 0,-2 1 0 16,-1 0 0-16,-2 0 0 0,-2 3 0 0,-4 5 176 16,0 0-176-16,0 0 160 0,0 0 48 0,-5-4 16 15,-3 1 0-15,-3 5 0 0,-2 3 176 0,-2 5 48 16,-5 3 0-16,-1 4 0 0,1 0-304 0,-10 11-144 16,5-4 160-16,3 1-160 0,1 0 128 0,6-1-128 15,6-1 0-15,3-5 144 0,1 0-144 0,3-1 0 0,6-1 0 16,3-2 0-16,2-1 0 0,-1-5 0 15,2 0 0-15,3-1-176 0,1-2-112 0,5-4-32 16,2-2 0-16,2 0 0 16,2-6-336-16,0 0-80 0,1-2-16 0,-2-1 0 15,1-1-1152-15,0-3-224 0,-2 0-48 0,0-1-16 16,0-1-304-16,-2-1-64 0,-3-2-16 0,-1 0 0 16,-3-2 816-16,1 0 160 0,-5 0 48 0,-2 3 0 15,-3 4 32-15,-2 2 16 0,-2 3 0 0,-1 9 0 0,0 0 2944 0,0 0 592 0,-6-2 112 0,-1 2 32 16,1 0 1040-16,-1 4 224 0,2 2 32 15,1 1 16-15,0 4-1584 0,1 1-320 0,2 1-64 0,1 1-16 16,0 0-528-16,1 5-96 0,-1 1-32 16,2 4 0-16,0 2-288 0,2 0-64 0,0 0-16 15,0 0 0-15,1-1-176 0,-1-3-48 0,0-1 0 0,-3-3 0 16,1-3 0-16,-1-4 0 0,0 0 0 0,-1-3 0 0,0-8 192 16,0 0 48-16,0 0 0 0,0 0 0 0,0 0-32 15,0 0 0-15,0 0 0 0,-1-10 0 0,-2 0-160 16,2-3-48-16,1-3 0 0,1-2 0 0,2-8-256 15,1 0 160-15,1-2-160 0,3 0 128 0,0-1-80 0,2 2-48 16,2-1 0-16,2 1 0 0,3 1 0 0,0 0 0 16,0 2 0-16,0 4 0 0,0 3 0 0,0 2 0 15,-1 2 0-15,2 1 0 0,1 5 0 0,1 1 0 16,1 0 0-16,0 2 0 16,-2 1-816-16,3-1-144 0,2-1-48 0,3 0-15856 15,5 0-3168-15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6:01:45.854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17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3-06-21T16:01:54.149"/>
    </inkml:context>
  </inkml:definitions>
  <inkml:trace contextRef="#ctx0" brushRef="#br0">1138 980 10127 0,'-4'-7'896'0,"0"1"-704"0,2-1-192 0,2 7 0 0,-3-8 5168 0,2 2 992 16,1 6 208-16,-1-9 32 0,-1 1-2560 0,0-1-512 0,0 1-96 0,2 8-32 15,0-7-1088-15,0 7-208 16,-1-11-48-16,1 11-16 0,0 0-640 0,0 0-128 15,-5-7-32-15,5 7 0 0,0 0-352 0,-9 0-80 0,0 1-16 0,-2 3 0 16,-1 3-272-16,-1 6-48 0,-4 4-16 0,-1 5 0 16,-1 5-256-16,3-4 160 0,-2 4-160 15,-2 3 128-15,-1 2-128 0,-1 0 0 0,1 0 0 0,3 0 0 16,1-4 0-16,1 0 0 0,3-4 0 0,4 0 0 16,4-4 0-16,1-2 0 0,4-3 0 0,4 1 0 15,3-2 0-15,2-1 0 0,1-2 0 0,3-2 0 16,1-1-128-16,5-3 128 0,-1-1-160 0,4-3 160 15,2-1-304-15,2-2 48 0,2-5 0 0,2-1 0 16,0 0-1104 0,0-3-224-16,0-1-32 0,12-5-16 0,-7 1-2144 15,-4 6-416-15,-4 3-96 0</inkml:trace>
  <inkml:trace contextRef="#ctx0" brushRef="#br0" timeOffset="314.63">778 1431 13823 0,'-6'0'1216'0,"-1"0"-960"0,7 0-256 16,0 0 0-16,0 0 7952 0,0 0 1552 15,0 0 304-15,0 0 64 0,7-7-6768 0,3 2-1360 16,5-5-272-16,2-2-48 0,1-2-912 0,4 0-192 16,1 3-48-16,2-2 0 0,0-3-128 0,1 2-16 15,0-1-128-15,0 2 192 0,-1 2-192 0,-2 0 128 16,1 1-128-16,-2 2 0 0,-2 1 0 0,-2 4 0 15,0 0 0-15,-1 6 0 0,-4 2 144 0,-1 4-144 16,-3 3 128-16,-1 2-128 0,-4 2 272 0,0 3-16 0,-3 5-16 0,0 3 0 16,0-1-48-16,-1 4 0 0,-1-3 0 15,-1 2 0-15,-1-2-192 0,0 0 128 0,2-3-128 0,0-2 0 16,-1-2 0-16,2-3 0 0,0-1 0 0,0-3 0 16,0-2-752-16,2-1-240 0,-1-3-48 0,-1-7-16 15,0 0-1344-15,0 0-272 0,0 0-48 0,8-6-11696 16,1-5-2352-16</inkml:trace>
  <inkml:trace contextRef="#ctx0" brushRef="#br0" timeOffset="510.88">1424 1255 3679 0,'-6'-4'160'0,"6"4"32"0,-2-3-192 0,2 3 0 0,0 0 0 0,0 0 0 0,0 0 10688 0,0 0 2080 16,0 0 416-16,0 0 96 0,0 0-9568 0,0 0-1920 15,4 12-384-15,-2 0-80 0,2 1-928 0,0 1-176 16,-1-1-32-16,-2 3-16 0,2 1-176 0,-1 1 160 15,1 0-160-15,0 0 160 0,-1-1-160 0,2 0 0 16,0-1 0-16,0-2 0 16,-2 2-1152-16,1-3-128 0,0-4 0 0,-1 0-16 15,-2-9-2480-15,7 7-480 0,2-2-96 0</inkml:trace>
  <inkml:trace contextRef="#ctx0" brushRef="#br0" timeOffset="648.48">1568 1096 46079 0,'0'0'2048'0,"-5"-2"400"0,0-2-1952 0,5 4-496 16,-7-2 0-16,7 2 0 0,0 0 1536 0,0 0 192 0,0 0 64 0,0 0 0 16,0 0-1360-16,0 0-272 0,0 0-160 0,0 0 192 31,11 4-2880-31,1 0-576 0,3 1-128 0</inkml:trace>
  <inkml:trace contextRef="#ctx0" brushRef="#br0" timeOffset="1177.86">1695 1162 19343 0,'0'0'1728'0,"0"7"-1392"15,-1-1-336-15,-1 2 0 0,2 2 6368 0,0 1 1200 0,2-3 240 0,-2 3 64 16,0-1-4432-16,0 4-880 0,0-1-192 0,0 3-16 16,2-2-1360-16,-1 3-272 0,-1 4-48 0,0 0-16 0,2-1-400 0,0 3-96 15,1 0-16-15,0-1 0 0,-2-1-96 0,1 0-48 16,4-4 0-16,-2-1 0 0,-2-2 0 0,2-2 0 16,0-3 0-16,0-3 0 0,-4-6 0 0,0 0 0 15,0 0 0-15,0 0 0 0,0 0 0 0,0 0 0 16,6-4 0-16,1-1 0 0,-1-4 0 0,0-4 0 15,-1-4 0-15,0-1 0 0,0-2 0 0,1-2 0 16,-1-3 0-16,1 1 0 0,0 0 0 0,1 2 0 16,1 1 0-16,1 2 0 15,-1 0-736-15,1 4-144 0,-1 0-16 0,1 4-16 16,-1 1-1312-16,-1 4-256 0,-1 2-48 0,1 3-16 16,-7 1-2016-16,9 4-416 0,-1 2-80 0,-2 5 0 15,-2 2 2176-15,0 2 448 0,-3 3 96 0,2 3 16 0,-1-2 1872 0,1-4 448 16,-2 0 0-16,1-5 0 0,0 0 2688 0,1 1 528 15,1-5 112-15,0 0 32 0,1-1-64 0,0 0-16 16,-5-5 0-16,7 0 0 0,-7 0-1008 0,7 0-208 16,1 0-32-16,0-4-16 0,1 2-784 0,0-5-144 0,0-3-48 15,4-5 0-15,-3 0-512 0,-1 0-96 0,1 0-32 16,-1-1 0-16,-1-2-208 0,3-1-32 0,-1 0-16 0,-4 6 0 16,0-3-144-16,-1 1 0 0,-1 2 0 0,-2 2 128 15,0 3-128-15,-2 8 0 0,0 0 0 0,0 0 128 16,0 0-128-16,-8 7 192 0,-1 5-192 0,-2 6 192 0,0 4-192 15,0 4 192-15,-2 0-192 0,1 1 192 0,2 0-192 0,1-1 0 16,1 1 0-16,2-2 0 0,2 1 0 0,1-1 0 16,3-1 0-16,3-1 0 15,1-7-576-15,2-1-160 0,2-2-32 16,1-4 0-16,0-2-528 0,4-5-112 0,3-3-32 0,3-4 0 16,1-6-752-16,-1-3-160 0,1-4-16 0,10-12-16 15,-4 0-1776-15,-2-3-336 0</inkml:trace>
  <inkml:trace contextRef="#ctx0" brushRef="#br0" timeOffset="1516.19">2356 1119 8287 0,'0'0'736'0,"0"0"-592"16,0 0-144-16,0 0 0 0,0 0 7984 0,-5 5 1552 16,-1-1 320-16,2 3 64 0,1 2-5952 0,-1 3-1184 15,0 2-240-15,0 3-48 0,1 3-1200 0,3 0-224 16,-1 1-48-16,0 0-16 0,1 0-544 0,1-1-96 0,2 3-32 0,-1-3 0 16,1-1-192-16,-1-1-144 15,2 1 192-15,0-2-192 0,-1-1 128 0,1-2-128 16,0-4 0-16,-2 0 0 0,1 0 0 0,-3-10 0 0,0 0 0 15,0 0 0-15,0 0 0 0,0 0 0 0,0 0 0 0,8-4 0 16,-1-4 0-16,3-1 0 0,-1-3 0 0,1-2 0 16,1-5 0-16,2-2 0 0,0 1 0 0,0-5 0 15,0-3 0-15,1-2 0 0,2-2 0 16,-1 3 0-16,2 4 0 0,-2 1 0 0,-2 3 0 0,-3 5 0 16,-1 4 0-16,-1 2 0 0,-1 3 0 0,-1 5 0 15,-6 2 192-15,7 4-192 0,-2 5 192 16,0 1-192-16,-2 5 192 0,-2 3-192 0,0 1 192 0,1 2-48 15,-1 2-144-15,0 0 0 0,0-2 0 0,1 2 0 16,0 1 0-16,1-1 0 0,0 2 0 0,-2-2 0 16,0 0-944-16,1-1-80 0,-2 0 0 15,-2 0-16-15,1 0-1984 0,-3 3-400 0,-1-1-80 0,-3 3-17472 16</inkml:trace>
  <inkml:trace contextRef="#ctx0" brushRef="#br0" timeOffset="1800.22">1352 1981 5519 0,'-20'-7'496'0,"9"5"-496"0,0 2 0 0,3 0 0 0,8 0 10288 0,0 0 1952 16,0 0 400-16,0 0 80 0,0 0-8896 0,17-3-1776 15,3-1-368-15,3 2-64 0,6-4-1024 0,4 3-208 16,2-1-32-16,5 0-16 0,3-3-128 0,7-1-16 15,7-1-16-15,-14 4 0 0,11 1-128 0,4-1-48 16,4 1 0-16,0 0 0 0,2 0 0 0,3-1 0 16,-1 0 0-16,-1 2 0 0,-2-1 0 0,-5 2 0 0,-4 2 0 15,-7 0 0-15,-7 0 0 0,-5 0 0 0,-6 1 0 0,-4 2 0 32,-4-1-448-32,-3 2-48 0,-2-1 0 0,-3 1 0 0,-4-1-1344 15,-1 0-272-15,-8-3-48 0,0 0-21056 0</inkml:trace>
  <inkml:trace contextRef="#ctx0" brushRef="#br0" timeOffset="2047.53">3035 1161 21183 0,'0'0'1888'0,"0"0"-1504"0,0 0-384 0,0 0 0 0,0 0 7104 0,0 0 1360 16,0 0 272-16,0 0 48 0,0 0-5872 0,-1 8-1184 16,1-8-224-16,0 0-48 0,0 0-1008 0,0 0-208 15,-2 8-48-15,2-1 0 0,0 1-192 0,0 0 0 16,0 0 0-16,2 1-160 16,-2-9-976-16,2 8-192 0,1 0-32 0,0 1-15152 0,-1 2-3040 15</inkml:trace>
  <inkml:trace contextRef="#ctx0" brushRef="#br0" timeOffset="2217.79">3053 1480 41471 0,'0'0'3680'0,"0"0"-2944"0,0 0-592 0,0 9-144 15,-1-2 3072-15,-2 1 592 0,1 1 112 0,-1 0 32 16,3-9-2208-16,-1 8-432 0,0 1-80 0,1 0-32 16,0-2-848-16,0 0-144 0,1 0-64 0,-1-7 0 15,0 0 0-15,4 8 0 0,0-2 0 0,1 1 0 16,-1-1 0-16,-4-6 0 0,0 0 0 15,4 8 0-15,-4-8-896 16,0 0-192-16,5 8-16 0,1 1-23984 0</inkml:trace>
  <inkml:trace contextRef="#ctx0" brushRef="#br0" timeOffset="5110.85">3842 1031 46239 0,'-4'-19'2048'0,"2"11"432"0,-1-1-1984 0,2-1-496 0,1-2 0 0,0 0 0 16,0 1 928-16,-2-1 96 0,1 3 0 0,1-2 16 15,1 4 208-15,-1 7 32 0,0-6 16 0,0 6 0 16,0 0-656-16,0 0-144 0,0 0-32 0,0 0 0 16,7 7-208-16,-1 6-64 0,1 5 0 0,-1 8 0 15,1 8 0-15,1 8 0 0,0 5 0 0,-1 1 0 16,0-1-192-16,1 1 176 0,0 0-176 0,-2 2 160 16,-1-2-160-16,0-2 0 0,-1-2 0 0,0-3 128 0,0-6-128 15,1-3 0-15,1-2 0 0,-1-5 0 0,0-5 0 16,0-3 0-16,1-4 0 0,-1-3 0 0,-1-2 0 15,-4-8 0-15,0 0 0 0,0 0 0 0,0 0 144 0,0 0-144 16,0 0 160-16,5-5-160 0,0-4 192 0,0-2-64 16,-1-3-128-16,1-4 192 0,1-5-192 0,-1-1 0 15,3-5 128-15,-2-4-64 16,3-3-64-16,2-2 0 0,0 0 0 0,1 2 0 0,0-1 0 0,0-2 0 16,1-3 0-16,0 1 0 0,0-2 0 0,-1 1 0 15,1 2 0-15,-2 3 0 0,0 4 0 0,-1 7-128 16,-1 3 128-16,-2 2 0 15,-2 5-544-15,0 6 0 0,-1 2 0 0,0 3 0 16,-4 5-992-16,0 0-192 0,0 0-32 0,8 1-16 16,0 6-2912-16,-4 2-592 0</inkml:trace>
  <inkml:trace contextRef="#ctx0" brushRef="#br0" timeOffset="5335">3752 1359 23039 0,'-18'-8'1024'0,"11"4"192"0,2 0-960 0,1 1-256 16,4 3 0-16,0 0 0 0,0 0 6432 0,0 0 1248 15,0 0 240-15,0 0 48 0,4-6-5392 0,4 1-1072 0,2 0-224 16,2 1-32-16,1 1-816 0,1-1-176 0,2 2-16 0,4-1-16 16,1-1-224-16,1 2 144 0,1-1-144 0,-1 0 128 0,3 0-128 0,1 0 0 15,0 0 0-15,3 1 0 16,0 2-1600-16,2 0-192 0,1 0-32 0,4 0-13984 15,3 1-2784-15</inkml:trace>
  <inkml:trace contextRef="#ctx0" brushRef="#br0" timeOffset="5520.13">4510 1257 42383 0,'0'0'3776'0,"0"0"-3024"15,0 0-608-15,0 0-144 0,0 0 2560 0,0 0 464 16,0 0 112-16,0 0 0 0,0 0-1728 0,9-1-368 15,2 0-64-15,2-1-16 0,2 2-736 0,2 0-224 0,2 0 0 0,-2-2 128 16,-1 1-272-16,0 1-48 16,-1 0-16-16,1 0 0 15,-1 1-1184-15,0 1-224 0,-2 1-48 0,-1 1-16 16,-2 1-1968-16,2 3-384 0,-2 2-64 0</inkml:trace>
  <inkml:trace contextRef="#ctx0" brushRef="#br0" timeOffset="5678.94">4528 1475 45039 0,'0'0'1984'0,"0"0"432"0,0 0-1936 0,0 0-480 0,0 0 0 0,0 0 0 16,0 0 1424-16,0 0 192 0,9-1 48 0,3-3 0 15,3-1-800-15,2-1-160 0,2 3-16 0,1-4-16 16,4 2-672-16,1 0 0 0,2 1 0 0,2-2 0 16,-1-1-1744-16,2-2-336 0,0-1-64 0,3 3-19376 15</inkml:trace>
  <inkml:trace contextRef="#ctx0" brushRef="#br0" timeOffset="5893.69">5305 1010 23951 0,'0'0'1056'0,"0"0"224"0,0 0-1024 0,0 0-256 0,0 0 0 0,-3 7 0 0,1 0 6400 0,-1 2 1232 15,0 3 240-15,1 4 64 0,-1 4-5568 0,-1 3-1120 16,0 1-224-16,2 2-32 0,-1 2-640 0,1 0-128 15,-2-3-32-15,0 0 0 0,0 0-192 0,1 0 0 16,1 1 0-16,-1-2 0 16,2-3-320-16,-1 0-176 0,2-1-16 0,0-2-16 15,2-2-1536-15,2-3-304 0,-1-2-64 0,3-3-19520 0</inkml:trace>
  <inkml:trace contextRef="#ctx0" brushRef="#br0" timeOffset="6235.97">5704 1006 23951 0,'0'0'1056'0,"0"0"224"0,-7-3-1024 0,7 3-256 0,0 0 0 0,0 0 0 16,-6 5 7184-16,-2 2 1392 0,-1 2 256 0,-2 4 64 15,-2 3-6464-15,0 5-1280 0,-1 1-272 0,1 4-48 16,0 2-672-16,0 2-112 0,1 0-48 0,0 0 0 16,1-1 0-16,1-2 0 0,4 1 0 0,3-1 0 15,3-1 0-15,4-1 0 0,0 0 0 0,3-3 0 0,-1-6 0 0,2-2 0 16,2-1 0-16,4-5 0 0,0-2 0 0,3-2 0 15,1-4 0-15,2-4 0 0,0-2 0 16,1-2-240-16,0-5 80 0,-1 0 16 0,-2-1 144 0,2-1 0 16,-5-2 0-16,0-1 0 0,-2-1 0 0,-3-1 0 15,-1-1 0-15,-2 0 0 0,-5 0 0 0,0-1 176 16,-4-1-48-16,-2 1 0 0,-2-1-128 0,-3 1 0 16,-3 1 0-16,-1-2 112 0,-1 1-112 0,-1 1 0 15,0 1 0-15,0 3 0 16,1 2-528-16,1 3-48 0,1 3-16 15,3 2 0-15,3 2-880 0,6 5-192 0,-6 5-16 0,6-5-16 16,-1 8-2848-16,4 4-560 0,3 2-112 16,8 5-32-16</inkml:trace>
  <inkml:trace contextRef="#ctx0" brushRef="#br0" timeOffset="6845">6197 1148 32255 0,'0'0'2864'0,"0"0"-2288"0,0 0-576 0,5 6 0 16,-5-6 4288-16,2 8 736 0,1-1 160 15,0 1 16-15,-2 1-2800 0,0 2-560 0,1 2-112 0,-1 2-32 16,-1 2-1024-16,-1-2-208 0,1 1-32 0,-2 1-16 16,1 1-256-16,0 0-160 0,-1 2 192 0,1-3-48 15,1 0-144-15,0-3 0 0,0-1 0 0,3-1 0 16,-2-2 0-16,0 0 0 0,1-3 0 0,-2-7 0 0,0 0 0 0,0 0 0 15,0 0 0-15,0 0 0 0,0 0 0 0,0 0 0 16,0 0 0-16,6-7 0 0,-1-1 0 0,0-3 0 16,2 0 0-16,0-2 0 0,-1-2 0 0,1 1 0 15,0 1 0-15,1-1 0 0,0 0 0 0,0-1 0 16,1 0 0-16,0 2 0 0,-1 0 0 16,1 3 0-16,-1-2 0 0,1 2 0 0,-1-1 0 0,0 4 0 15,-2 0 0-15,1 4 0 0,-1 1 0 0,-6 2 0 16,8 2 0-16,0 1 0 0,-2 1 0 0,1 2 0 15,-3 4 0-15,1 0 0 0,2 2 0 0,-2 1 0 16,-1 0 0-16,0 0 0 0,-2-1 0 0,1-2 0 16,-1 2 0-16,2 0 0 0,-1-5 0 0,-1 2 0 15,0-1 0-15,-1-1 0 0,-1-7 0 0,0 0 0 16,0 0 0-16,0 0 0 0,3 6 0 0,-3-6 0 16,0 0 0-16,0 0 0 0,0 0 0 0,6-1 0 15,1-6 0-15,1-2 0 0,-1 2 0 0,3-3 0 16,0 0-128-16,2-6 128 0,-1-1 0 0,4 0-192 15,-1-3 192-15,0 1-160 0,1 2 160 0,-2 3 0 0,0 2 0 0,-3 2-128 16,-3 2 128-16,-2 3 0 16,-5 5 128-16,0 0-128 0,0 0 0 0,0 0 0 15,8 6 0-15,-3 3 0 0,-1 3 0 0,0 1 0 16,-2 0 128-16,0 3-128 0,-1 0 0 0,0-1 0 0,2 0 0 0,0-1 128 16,-2 0-128-16,0-1 0 0,2 0-128 0,-1-1 128 31,1 0-752-31,1-2-64 0,1-2-16 0,0-1 0 0,-5-7-656 15,8 1-144-15,-1-2-32 0,1-3 0 0,1-3-1952 16,2 1-400-16,1-2-80 0</inkml:trace>
  <inkml:trace contextRef="#ctx0" brushRef="#br0" timeOffset="7345.13">7011 724 49471 0,'0'0'2192'0,"0"0"448"0,0 0-2112 0,0 0-528 0,-6-2 0 0,1 0 0 0,5 2 1408 0,0 0 192 15,0 0 16-15,0 0 16 0,0 0-704 0,0 0-144 16,0 0-16-16,6-2-16 0,3-1-544 0,3 2-208 16,1 1 176-16,4-2-176 0,-1 1 128 0,1 0-128 15,1 1 0-15,1-3 0 0,0 3 0 0,0-1 0 16,1 0 0-16,-2 1 0 0,-1 1 0 0,0 0 0 16,-1 2 0-16,-2-3 0 0,-2 1 0 0,-2 2 0 15,-1-1 0-15,-2 2 0 0,-7-4 0 0,0 0 128 16,0 0-128-16,0 0 0 0,0 0 0 0,0 7 144 15,0-7-144-15,-7 8 128 0,-2-1-128 0,1 4 128 16,-2-3-128-16,-2-1 128 0,-1-1-80 0,1 0-48 0,1 3 0 0,0 0 0 16,-1-1 0-16,2 1 0 0,1 2 0 0,1-3 0 15,0-2 0-15,2 1 0 16,0-2 0-16,3 1 0 0,-1 1 0 0,2 1 0 0,4-2 0 0,-2-6 0 16,0 0 0-16,5 8 0 0,1 0 0 15,2 0 0-15,0-2 0 0,1 1 0 0,-1-1 0 16,2 1 0-16,2-5 0 0,1 4 0 0,0-1 0 0,-1 1 0 15,4-2 0-15,-2 3 0 0,-1 1 0 0,-1-1 0 16,-1-3 0-16,0 3 0 0,-2-1 0 0,-1 2 0 0,-2 1 0 16,0 0 0-16,-3 2 0 0,0-5 0 0,-3 4 0 15,-1-1 0-15,-2 0 0 0,-1 1 0 16,-1-2 0-16,-3 0 0 0,-1 1 0 0,-3-1 0 0,-1 0 0 0,-1 1 0 16,-2-3 0-16,1 1 0 0,-1-2 0 0,-1 0 0 15,0-1 0-15,-6 1 0 0,-1-1 0 0,2-1 0 16,0-4 0-16,2 1 0 0,3-2 0 0,3 1 0 15,2 1 0-15,2-1 0 16,-1-2-2960-16,1 4-496 0</inkml:trace>
  <inkml:trace contextRef="#ctx1" brushRef="#br0">9336 15262 0,'0'0'0,"0"0"31,0 0-15,0 0 0,0 0-1,-46-11 1,38 8 0</inkml:trace>
  <inkml:trace contextRef="#ctx1" brushRef="#br0" timeOffset="146">9276 15251 0,'0'0'16,"0"0"-16,0 0 0,0 0 0,0 0 16,0 0-16,0 0 15,0 0 17,0 0-17,0 0 1</inkml:trace>
  <inkml:trace contextRef="#ctx0" brushRef="#br0" timeOffset="9856.71">3472 3342 29423 0,'-5'13'1296'0,"1"-6"288"0,1 2-1264 0,0-3-320 16,1 1 0-16,1-1 0 0,-2 2 2368 0,2-4 400 0,-1 1 96 0,2-5 16 16,0 0 128-16,0 0 48 0,0 0 0 0,0 0 0 15,0 0-1392-15,0 0-256 0,0 0-64 0,0 0-16 16,0 0-528-16,0 0-96 0,-4-6-32 0,3-2 0 15,-1-3-384-15,0-2-80 0,0-2-16 0,2-4 0 16,-2-1-192-16,1-5 0 0,1-3 128 0,1-3-128 16,-1-4 0-16,3-3 0 0,1-4 0 0,0 1 0 15,0-2 0-15,1-2 0 0,0 1 0 0,2 0 0 0,-2 2 0 0,1 3 0 16,1 4 0 0,2-12 0-16,-1 9 0 0,-2 12 0 0,0 4 0 0,-3 7 0 0,0 6 0 15,-3 9 0-15,0 0 0 0,0 0 0 0,0 0 0 0,5 12 0 16,0 5 0-16,-1 5 0 0,2 4 0 0,0 3 0 15,1-7 0-15,0 3 0 16,1 1 0-16,3 0 0 0,0-1 0 0,2-2 0 0,1-1 0 16,0-2 0-16,0-1 0 0,4-2 0 0,-1-2 0 0,-1-4 0 15,0-8 0-15,1 0-160 0,-2-3 160 0,1-3-208 16,-2-3 80-16,1-4 128 0,-1-5-160 0,0 0 160 16,2-4 0-16,-2-1-144 0,-2-1 144 0,0-3 0 15,1-5 0-15,0-2 0 0,0-2 0 0,0 2 0 16,0-3 0-16,0 1 0 0,-1 2 0 0,-1 4 0 15,-1 3 0-15,-1 5 0 0,-3 4 0 0,-2 5 0 16,0 3 0-16,-4 7 0 0,0 0 128 0,3 12-128 16,-3 8 160-16,-3 8-160 0,-2 5 192 0,-2 7-64 15,-1 5-128-15,1 0 192 0,-1 1-192 0,1 1 128 0,2 2-128 16,1 1 128-16,3 0-128 0,0-2 0 16,1-4 0-16,0-1 0 0,0-2 0 0,1-5 0 0,0-3 0 15,2-5 0-15,-1-3 0 0,2-4-192 0,-1-4 192 16,1-4-208-1,0-3-688-15,0-2-128 0,-4-8-16 0,6 4-16 16,2-4-1568-16,1-4-304 0,3-5-64 0,5-3-18336 0</inkml:trace>
  <inkml:trace contextRef="#ctx0" brushRef="#br0" timeOffset="10048.83">4345 2804 35007 0,'0'0'3120'0,"0"0"-2496"0,0 0-496 0,0 0-128 0,0 0 4416 0,0 0 848 16,0 0 176-16,0 0 48 0,0 0-3504 0,0 0-704 15,0 0-144-15,9 0-32 0,3 0-832 0,0 0-272 16,1-2 160-16,3 1-48 0,1-2-112 0,-1 1 0 16,0-1 0-16,1 1 0 0,0 0 0 0,1 1 0 15,-1 1 0-15,1 1 0 16,-1 2-704-16,0-1-128 0,0 1-16 0,-1 1-16 16,0 1-2112-16,-1 2-416 0,0 4-96 0</inkml:trace>
  <inkml:trace contextRef="#ctx0" brushRef="#br0" timeOffset="10196.52">4504 2993 23951 0,'0'0'2128'16,"0"0"-1696"-16,0 0-432 0,0 0 0 0,0 0 6032 0,0 0 1136 0,0 0 208 0,0 0 48 15,0 0-4992-15,0 0-992 0,8-3-208 16,3-1-32-16,2-1-816 0,2 1-144 0,4-3-48 0,0 2 0 31,2 0-1056-31,2 0-224 0,5 0-32 0,0-1-16 16,2 0-3008-16,-2-2-592 0</inkml:trace>
  <inkml:trace contextRef="#ctx0" brushRef="#br0" timeOffset="10623.25">5603 2684 51087 0,'0'0'2256'0,"-2"-4"480"0,0-3-2192 0,1 1-544 0,1-1 0 0,-1 1 0 0,-2-2 1248 0,1 0 144 15,-2 0 16-15,0 2 16 0,4 6-736 0,-5-6-160 16,5 6-16-16,-8-2-16 0,-3-2-304 0,-2 5-48 16,-2 2-16-16,-4 1 0 0,-1 2-128 0,-3 5 0 15,0 0 0-15,-2 4 0 0,-1 2 0 0,1 0 0 16,4 1 0-16,2-1 0 0,2-1-160 0,4-2 160 16,2 0 0-16,4-1-144 15,0-1-560-15,5-2-96 0,2-2-32 0,2 0 0 16,5-3 240-16,3-1 32 0,1-1 16 0,2-2 0 15,1-1 48-15,2-1 16 0,0-2 0 0,1-2 0 0,2 0 480 0,-1-2 0 16,-1-1 0-16,2-2 0 0,1 0 320 0,0-2 0 0,-3 1 0 16,-2 2 0-16,-1 1 112 0,0 2 16 15,-4 1 16-15,0 3 0 0,0-2 112 0,-10 4 0 0,0 0 16 0,7 6 0 16,-7-6-48-16,7 11-16 16,-3 1 0-16,-2 4 0 0,0 2-304 0,-4 3-64 0,0 1-16 15,-2 2 0-15,-1 0-96 0,-1 4-48 0,0 3 0 0,1-1 0 16,1 3 0-16,1-2 0 0,-2 0 0 15,0-2 0-15,0 0 0 0,-1-5 0 0,1 1 0 0,1-1 0 32,2-4-384-32,-1-1-64 0,-1-2 0 0,3-6-16 0,2 1-2112 15,3-3-432-15,1-1-64 0</inkml:trace>
  <inkml:trace contextRef="#ctx0" brushRef="#br0" timeOffset="10786.84">5907 3075 26719 0,'-14'8'1184'0,"7"-3"240"0,-1 3-1136 0,1 2-288 0,0 3 0 0,2 0 0 0,0-1 6192 16,-1 0 1168-16,1 1 256 0,0 0 32 0,1-2-5600 0,2 0-1104 16,0 1-240-16,2-5-32 0,0-7-672 0,0 0-304 15,5 7 32-15,2-2 0 16,3-2-1712-16,3-3-320 0,3-4-80 0,0-3-19968 0</inkml:trace>
  <inkml:trace contextRef="#ctx0" brushRef="#br0" timeOffset="11126.26">6387 2708 16575 0,'0'-15'736'0,"-1"8"160"0,-1-3-720 0,2-1-176 16,2 1 0-16,0 1 0 0,1 0 8560 0,-1-2 1680 15,0 3 320-15,-2 2 80 0,-2-1-7744 0,1 2-1552 16,1 5-304-16,0 0-64 0,0 0-656 0,0 0-128 16,0 0-16-16,-6 5-16 0,-2 2-112 0,-3 6-48 15,0 4 0-15,-2 2 0 0,-2 4 0 0,1 1 0 16,0 1 0-16,-1 1 0 0,1-1 0 0,2 0 0 15,2-3 0-15,3-1 0 0,2-2 0 0,2 1 0 16,2-4 0-16,2-1 0 0,3-3 0 0,3-3 0 0,2-1 0 0,3-2 0 16,1 1-176-16,2-3 176 0,2-2-160 15,0-2 160-15,0-2-144 0,0-2 144 0,1-1-128 16,-1-2 128-16,2-1 0 0,-4 1 0 0,1-3 0 0,-3 0 0 16,-1-2 0-16,-2 2 0 0,-2-3 0 0,-2 1 0 15,0 0 0-15,-4 1 0 0,0-1 128 0,-1 1-128 16,-2-2 0-16,-1-1 128 0,0 1-128 0,-2 1 0 0,-1 2 0 15,-1 1 0-15,-3 1 0 0,-1-3-192 16,-5 2-656-16,2 2-144 16,-1 1-32-16,0 4 0 0,-2 2-1552 0,0 2-320 0,-1 4-64 15,-1 4-11488-15,0 4-2288 0</inkml:trace>
  <inkml:trace contextRef="#ctx0" brushRef="#br0" timeOffset="11512.09">6590 3079 34095 0,'0'-7'3024'0,"0"-2"-2416"15,0-1-480-15,-1-2-128 0,0-1 3776 0,-2 0 752 16,-2 0 144-16,-2 1 16 0,1 3-2608 0,-2 1-528 16,-1 3-96-16,-2 1-32 0,0 1-768 0,-2 5-144 15,-3 2-48-15,-1 3 0 0,-2 4-304 0,-2 2-160 16,0 2 160-16,0 4-160 0,0 2 128 0,2 2-128 15,0 2 0-15,4 0 0 0,0-2 144 0,2 1-144 0,4-1 128 0,4-1-128 16,2-2 0-16,3-3 0 16,3-2 0-16,1 0 0 0,4-2 0 0,2-4 0 0,3-3-224 15,3 0 80-15,2-4-80 0,3-2-16 0,4-2 0 0,-1-4 0 16,1-3 80-16,1 0 16 0,0-4 0 16,-1 0 0-16,-1-1-16 0,-2-1 0 0,-3 0 0 0,-2-1 0 15,-2-1 160-15,-4-1 0 0,0 0 0 0,-3 2 0 16,-3-1 0-16,-1 1 0 0,-3 2 0 0,0-3 0 15,-2 0-160-15,-2 1 0 0,1 1 0 0,-3 0 0 16,-2 0-880-16,-1 2-176 0,0 1-48 16,1 2 0-16,0-1-1104 0,2 3-208 15,5 8-48-15,0 0-10880 0,0 0-2176 0</inkml:trace>
  <inkml:trace contextRef="#ctx0" brushRef="#br0" timeOffset="11967.15">7245 2779 48543 0,'0'0'2160'0,"0"0"432"0,1-7-2080 15,-1 1-512-15,0-1 0 0,0 7 0 0,-4-8 1504 0,0 2 192 16,-1-1 32-16,-1 1 16 0,-2-1-688 0,-1 2-144 0,-4 1-16 0,-2 2-16 16,1 0-592-16,-3 4-112 0,-1 2-32 0,-3 1 0 15,0 0-144-15,0 3 0 0,-1 2 0 16,1 3 0-16,0 3 0 0,2 0 0 15,2 0 0-15,2 1 0 0,4-2-192 0,0 0 192 0,3-2-192 0,3-1 192 16,4 1-336-16,2-1 48 0,3-2 16 0,3-2 0 16,2-1-64-16,2-2-16 0,1 1 0 0,2-4 0 15,3-2 96-15,0-2 0 0,0 2 16 0,2-5 0 16,-2-1 240-16,-1-1 0 16,0-1 0-16,0 1 0 0,-2-3 0 0,0-3 0 0,1 0 0 0,-2 0 0 15,-3 0 288-15,-1-1 0 0,-1 1 0 0,0-3 0 16,-1 2 32-16,-1 2 0 0,-1 2 0 0,1 1 0 15,-3 1-64-15,1 4 0 0,-4 4 0 0,0 0 0 16,0 0-112-16,0 0-16 0,0 0-128 0,0 0 192 0,7 6-192 16,-2 4 0-16,-1 5 128 0,-1 1-128 0,-2 3 0 0,-1 1 128 15,-1 3-128-15,-2 0 0 0,0 1 0 0,1 2 128 16,-2 1-128-16,0 0 0 0,1 3 0 0,-1-1 0 16,1-1 0-16,-1 0 0 0,0-4 0 0,0-1-128 15,1-4 128-15,2-1-208 16,0-2-480-16,1-2-80 0,1-2-32 0,1-3 0 15,-2-9-1248-15,7 5-240 0,1-2-48 0,2-4-12720 16,3-4-2544-16</inkml:trace>
  <inkml:trace contextRef="#ctx0" brushRef="#br0" timeOffset="12197">7697 2641 48959 0,'0'0'2176'0,"0"0"432"0,4-7-2096 0,-1 2-512 16,-3 5 0-16,4-5 0 0,-4 5 1504 0,0 0 192 15,0 0 32-15,0 0 16 0,0 0-752 0,0 0-160 16,6 9-16-16,-1 1-16 0,-1 6-544 0,0 0-128 16,-1 4 0-16,-2 5-128 0,-2 4 160 0,-2 0-160 0,2 0 128 15,-2 0-128-15,1-1 0 0,-1 0 0 0,0 1 128 16,2 1-128-16,0-3 0 0,-1 2 0 0,1-4 0 0,1-1 0 16,0-4 0-16,3-2-144 0,-1-2 144 0,2-3-208 15,-1 0-992 1,1-5-192-16,0-2-32 0,2-3-15024 0,2-3-2992 15</inkml:trace>
  <inkml:trace contextRef="#ctx0" brushRef="#br0" timeOffset="12962.56">8174 2793 22111 0,'-8'-5'1968'0,"5"0"-1584"16,0 1-384-16,-1 0 0 0,1 1 6608 0,0-1 1248 16,0 2 240-16,-1-1 48 0,0 3-5392 0,-2-1-1072 15,-2 1-208-15,0-1-64 0,-2 2-784 0,0-1-176 16,1 1-16-16,-2 2-16 0,-3 2-416 0,0 3 128 15,-1 1-128-15,-5 5 0 0,0 2 0 0,0-2 0 16,3-1 0-16,0 3 0 0,-2 1 0 0,1 2 0 16,0 0 0-16,1 0 0 0,1-2 0 0,1 1 0 15,2 1 0-15,2-1 0 0,2-1 0 0,1 0 0 16,2-2-160-16,0 4 160 0,5-4-320 0,2 0 48 16,2-5 0-16,2-1 0 15,2-3-176-15,2 0-16 0,4-5-16 0,4-1 0 16,4-1 48-16,2-3 16 0,5-2 0 0,2-1 0 0,5-2 160 0,0-1 48 0,0-4 0 15,2 1 0-15,1-2 64 0,-3-2 16 16,-3-3 0-16,1 2 0 0,-3 1 128 0,-1 1 0 0,-5 2 160 16,-1 0-160-16,-5 1 400 0,-3 0-16 0,-3 1 0 15,-1 0 0-15,-5 3 160 0,-1 0 32 0,-2 2 0 16,-2 1 0-16,-2-3-128 0,-3 2-32 0,-1 1 0 16,-2 2 0-16,1 1-240 0,-1 2-48 0,-2 1-128 0,0 0 192 15,-1 0-192-15,-2 4 0 0,-1 1 0 0,0 2 0 16,-3 0 0-16,0 3 0 0,1 0-160 0,0 2 160 15,2 1 0-15,2 0-128 0,0 0 128 16,2 0 0-16,0 0 0 0,3 0-128 0,0 0 128 16,4-3 0-16,2 1-240 0,2-1 48 0,4-1 0 0,1 1 0 15,1-5-256-15,3 0-64 0,2-1 0 0,2-3 0 16,4-1 0-16,0-1 0 16,1-3 0-16,-1-1 0 0,1 0 112 0,-1-5 16 0,0 1 0 0,-2 0 0 0,-3-1 384 0,-1-1-128 15,-1 0 128-15,-2-1 0 0,-1-3 208 0,-1 2 128 16,-1-1 32-16,-2 2 0 0,-1 2 208 0,1 1 64 15,5 2 0-15,-4 2 0 0,-8 0-208 0,2 5-48 16,-2-4 0-16,2 4 0 0,0 0-112 0,0 0-16 16,0 0-16-16,0 0 0 0,0 0-112 15,0 0-128-15,0 0 176 0,0 6-176 0,0 1 128 0,0 2-128 16,-2 3 0-16,0 0 0 0,-1 2 128 0,0 2-128 16,1 1 0-16,1 1 0 0,-1 3 0 0,2 2 160 15,0 3-160-15,0 2 128 0,-1-1-128 0,-2 2 0 16,3-1 0-16,0 1 0 0,-1 1 0 0,0 0 0 15,-2-1 128-15,-1-2-128 0,-1 0 0 0,0 1 0 16,-2-2 0-16,-1-1 0 0,-2-2 0 0,-2-2 0 16,-1-2 144-16,-1 0-144 0,-3-2 128 0,0 0-128 0,-3-3 160 15,0-1-160-15,-3-3 128 0,0-3-128 0,-3-2 0 16,1-1 128-16,-1-1-128 0,0-1 0 0,-3-3 0 0,2 0 0 16,-2-3 0-16,3 1 0 0,0-2 0 0,0 1-160 15,-9-4-112-15,5 2-32 0,0-3 0 0,2-2 0 16,4 2-768-1,5 4-144-15,2-3-48 0,2 1-23120 0</inkml:trace>
  <inkml:trace contextRef="#ctx0" brushRef="#br0" timeOffset="15603.47">3433 4450 19343 0,'0'0'1728'0,"0"0"-1392"0,0 0-336 15,0 0 0-15,0 0 6832 0,0 0 1296 16,0 0 256-16,0 0 48 0,0 0-5984 0,-2 12-1184 0,2-2-240 0,0 5-64 16,2 3-304-16,-1 5-64 15,0 5-16-15,1 7 0 0,0 5-304 0,0-10-64 16,-2 4-16-16,0 3 0 0,2 1-64 0,-2-2 0 0,0 1-128 0,0-2 192 16,1-4-192-16,-1-4 0 15,0-4 128-15,0-3-128 0,2-1 0 0,-1-2 0 0,-1-3-192 0,0-4 192 31,0-10-960-31,0 0-96 0,0 0-16 0,0 0 0 16,0 0-1232-16,0 0-256 0,0 0-64 0,3-10-11296 0,1-3-2272 0</inkml:trace>
  <inkml:trace contextRef="#ctx0" brushRef="#br0" timeOffset="15889.16">3349 4530 45503 0,'-11'-8'2016'0,"11"8"416"0,-10-4-1952 0,3 0-480 0,7 4 0 0,0 0 0 0,-7-5 1600 16,7 5 240-16,0 0 32 0,0 0 16 15,0 0-624-15,0 0-128 0,5-7-32 0,2 3 0 0,1 0-720 0,2 2-128 16,2-2-48-16,2 0 0 0,3 1-208 0,3 1 0 16,-1-2 128-16,3 4-128 0,2 0 0 0,-2 0 176 15,-1-3-176-15,9 6 160 0,-4 2-160 0,-3 2 0 16,-2 0 0-16,-5 4-176 0,-3-2 176 0,-1 3 0 16,-2 3 0-16,-2 0 0 0,-4 0 0 0,-2 2 0 15,-2 0 0-15,-1 2 0 0,-2 0 128 0,-2 5-128 16,-1-2 160-16,1-7-160 0,-3 2 144 0,0 2-144 0,-1-1 128 15,-2 0-128-15,-2 0 128 0,0-1-128 16,-1-1 0-16,0 0 128 0,-2 1-128 0,0-6 0 16,1 2 0-16,0 0 0 15,2-1-960-15,3-1-80 0,1-2-16 0,2 1 0 16,3-3-2800-16,7 2-560 0</inkml:trace>
  <inkml:trace contextRef="#ctx0" brushRef="#br0" timeOffset="16089.49">3822 4946 28559 0,'0'0'1264'0,"0"0"272"0,0 0-1232 0,0 0-304 0,-2 6 0 0,-1 2 0 16,1 1 5760-16,-1 1 1104 0,-1 1 224 0,0-1 32 15,0 2-4928-15,2 1-976 0,-2 4-208 0,-1 3-48 16,-1-5-656-16,1 4-144 0,1-1-32 0,0 0 0 16,2 0-128-16,-1-1 0 0,2-1 0 0,2 0 0 31,2-1-560-31,1-4-144 0,0-1-16 0,2-1-16 0,-6-9-1808 0,9 3-352 0,2-6-80 0,-2-5-18720 15</inkml:trace>
  <inkml:trace contextRef="#ctx0" brushRef="#br0" timeOffset="16273.19">4246 4677 28559 0,'0'0'1264'15,"0"0"272"-15,0 0-1232 0,0 0-304 0,0 0 0 0,0 0 0 0,0 0 5984 0,0 0 1136 16,0 0 240-16,0 0 32 0,0 0-5248 0,11-1-1056 15,-1-1-192-15,2 1-64 0,1 0-592 0,0 1-240 16,1 0 176-16,2-1-176 0,1 1 0 0,0-3 0 0,-2 2 0 0,2 2 0 31,0 2-416-31,0-3-128 0,-1 1-32 0,0 1 0 16,-2 1-1472-16,-1 0-288 0,-4-1-64 0,4-2-20256 0</inkml:trace>
  <inkml:trace contextRef="#ctx0" brushRef="#br0" timeOffset="16422.43">4378 4810 35935 0,'0'0'3200'0,"0"0"-2560"0,0 0-512 0,0 0-128 16,0 0 3248-16,9 0 624 0,-1-4 128 0,2 1 32 15,2 0-2528-15,2-1-496 0,2-3-112 0,2 1 0 16,3-1-768-16,3-1-128 0,0 0 0 0,4-1 0 16,0 2-3600-16,5-5-640 0</inkml:trace>
  <inkml:trace contextRef="#ctx0" brushRef="#br0" timeOffset="16789.12">5228 4475 37775 0,'0'0'3360'0,"0"0"-2688"0,0 0-544 0,0 0-128 0,0 0 3216 0,0 0 624 16,0 0 112-16,0 0 16 0,-7 1-2112 0,1 3-448 15,-1 1-64-15,-2 4-32 0,-3 6-688 0,-1 3-144 16,-3 4-32-16,-3 4 0 0,1 3-448 0,0 1 0 15,1 1 0-15,2 2 0 0,4-1 192 0,0-2-48 16,3 0-16-16,3-1 0 0,1-1-128 0,2-5 0 16,0-2 0-16,4-3-176 0,2-4 176 0,2-2-128 15,3-1 128-15,2-4-128 0,2-1 128 0,1-2-128 16,2-3 128-16,2-2-128 0,2-3 128 0,-1-2-128 0,-1 0 128 16,1-2-128-16,-1-5 128 0,-1-3 0 15,-2 2 0-15,0-4 0 0,-3 1 0 0,-3-1 0 0,-3-2 0 0,1 0 0 16,-2 4 0-16,-1-5 0 0,-3 1 0 0,0 2 128 15,-1 0-128-15,-2 2 144 0,-2-4-144 0,-3 6 160 16,0 0-32-16,-3-1 0 0,0 1 0 0,0 2 0 16,-1 3-128-16,2 1-176 0,-1 4 48 0,3-2 0 15,2 1-544 1,0 2-96-16,5 3-32 0,0 0 0 0,0 0-1328 16,-4 5-272-16,1 4-48 0,2-1-16 0,2 3-1840 0,4-2-368 15</inkml:trace>
  <inkml:trace contextRef="#ctx0" brushRef="#br0" timeOffset="16957.16">5556 4764 23951 0,'0'0'2128'0,"-1"9"-1696"0,1 2-432 0,0-2 0 0,-1 0 6400 0,0 2 1216 16,2-1 224-16,-1 0 48 0,0 1-5552 0,0-2-1120 16,2-1-208-16,1 0-48 0,-2-1-688 0,-1-7-128 15,0 0-16-15,6 7-128 16,-6-7-1232-16,7 1-368 0,3-2-64 0,1-2-13968 15,2 1-2800-15</inkml:trace>
  <inkml:trace contextRef="#ctx0" brushRef="#br0" timeOffset="17171.77">5966 4392 37775 0,'0'0'1664'0,"0"0"368"0,0 0-1632 0,0 0-400 15,0 0 0-15,-3 6 0 0,-1 2 4096 0,2 0 720 16,-1-1 160-16,2 4 16 0,-1 1-3328 0,1 2-688 0,-1 3-128 0,0 0-16 15,-2 2-624-15,0 2-208 16,1 3 144-16,1 2-32 0,0 1-112 0,-1 1 0 16,0-1 0-16,-1 0 0 0,2 1 0 0,-1-2 0 15,1-3 0-15,0-2 0 0,1-3 0 0,1-1 0 0,3-2 0 0,-1-4 0 16,1-1-304-16,1-3-48 16,-4-7-16-16,8 4 0 15,1-2-2240-15,-1 0-448 0</inkml:trace>
  <inkml:trace contextRef="#ctx0" brushRef="#br0" timeOffset="17679.61">6287 4869 55055 0,'0'0'1216'0,"0"0"240"0,-2 7 48 0,2 1 48 0,3 0-1232 0,-1-1-320 0,-2-7 0 0,0 0 0 0,0 0 896 0,0 0 112 15,0 0 16-15,0 0 16 0,0 0-784 0,0 0-256 16,8-3 128-16,-1-3-48 0,-2-5-80 0,0 1 0 15,-1-2 0-15,0-1 0 0,0-1 0 0,0-5 0 16,-2 0 0-16,1-3 0 0,0-3 0 0,1-4 0 16,-1 2 0-16,4-3 0 0,1-2 0 0,0-1 0 15,-1 4 0-15,1 2 0 0,-1 0 0 0,-2 7 0 16,0 1 0-16,0 5 0 0,-1 2 0 0,-1 3 0 16,0 4 0-16,-3 5 0 0,0 0 0 0,0 0 0 15,0 0 0-15,0 0 0 0,1 9 0 0,0 5 0 16,1 1 0-16,0 2 0 0,-1 4 0 0,2-1 0 0,1 0 0 15,0 0 0-15,0-1 0 0,2-1 0 16,2-1 0-16,1-1 0 0,2-2 0 0,0-2 0 0,4-2 0 16,-1-2 0-16,2-4 0 0,-1-3-160 0,2-2 160 0,0-1-128 15,0-4 128-15,-1-1-160 0,-4-3 160 0,1-1-160 16,-2-2 160-16,2-2 0 0,-1-2 0 0,1-1 0 16,0-3 0-16,0 3 0 0,-1-3 0 0,1 3 0 15,0 0 0-15,-1 2 0 0,-2 3 0 0,-1 0 0 16,-2 2 0-16,-2 2 0 0,2 5 0 0,-7 4 128 15,0 0-128-15,0 0 176 0,0 0-176 0,0 0 192 16,0 0-192-16,3 8 0 0,0 3 0 16,-2 2 112-16,1 5-112 0,-2-1 0 0,-2 2 0 0,1 1 0 15,1 1 0-15,-1 1 0 0,-1 0 0 0,1 0 0 0,0-1 0 16,0 1 0-16,-1 1 0 0,2-3-160 16,0-1-656-16,2-2-128 15,-1-3-16-15,1-2-16 0,-2-5-2032 0,0-7-416 0,7 7-80 16</inkml:trace>
  <inkml:trace contextRef="#ctx0" brushRef="#br0" timeOffset="17922.09">7112 4355 34095 0,'0'0'3024'0,"0"0"-2416"16,0 0-480-16,0 0-128 0,0 0 4400 0,-3 8 848 16,-3-2 192-16,-1 2 16 0,2 1-3408 0,-2 3-704 15,3 1-128-15,-1 1-16 0,0-1-752 0,-1 4-160 16,-1 3-32-16,1 3 0 0,-1 1-176 0,0 2-80 0,2 4 0 0,-1 6 0 15,2 1 0-15,1-3 0 0,2-2 0 0,0 1 0 16,-2-6 0-16,2-1 0 0,1-3 0 16,1-2 0-16,0-2 0 0,2-6 0 15,0-1 0-15,-1-3 0 16,-2-9-416-16,0 0-80 0,0 0-16 0,0 0 0 16,0 0-1232-16,8-8-256 0,1-4-48 0,0-2-16 0,-1-5-1408 0,-4-4-288 0</inkml:trace>
  <inkml:trace contextRef="#ctx0" brushRef="#br0" timeOffset="18222.97">7062 4309 17503 0,'-14'-4'768'0,"14"4"176"0,0 0-752 0,-7-1-192 0,0 1 0 0,7 0 0 0,0 0 7088 0,0 0 1376 15,0 0 288-15,0 0 48 0,0 0-5792 0,0 0-1168 16,0 0-240-16,0 0-32 0,0 0-864 0,6 1-160 16,3 1-32-16,2 0-16 0,3-2-192 0,2-2-48 15,1 2 0-15,1 2 0 0,1-2-256 0,1 2 0 16,1-2 0-16,0 1 0 0,0 0 0 0,1 2 0 15,0-3 128-15,-1 0-128 0,-2 2 0 0,1 2 0 16,-2 0 0-16,-1-1 0 0,-1 0 0 0,-2 0 0 16,-1 1 0-16,-1 3 0 0,-2-3 0 0,-1 5 0 15,-1-3 0-15,-3 2 0 0,-5-8 0 0,4 9 0 16,0-2 0-16,-1 1 0 0,-3 1 144 0,-2-1-144 16,0 1 0-16,-2 0 144 0,-1-4-144 0,-3 2 128 15,-1-1-128-15,-2 2 128 0,1 0-128 0,-2 1 0 16,-1-3 0-16,-2 4 128 15,-2-3-512-15,-2 0-96 0,1 1-32 0,0 1 0 16,0 1-1632-16,3 3-336 0,0-2-64 0,2-1-19952 0</inkml:trace>
  <inkml:trace contextRef="#ctx0" brushRef="#br0" timeOffset="18689.58">7745 4686 49247 0,'0'0'2176'0,"0"0"448"0,0 0-2096 0,2-5-528 0,-2 5 0 0,0-8 0 16,0 8 1376-16,-6-6 160 0,3-1 48 0,-4 1 0 0,-2 2-624 0,-3 0-128 15,-1 2-32-15,-2 2 0 0,-2 3-576 0,-3 2-224 16,-1 4 176-16,-4 3-176 0,-1 1 0 0,2 3 0 16,-3 1 0-16,4 2 0 0,0 0 0 0,4 0 0 15,2-1 0-15,2 1 0 0,2 0 0 0,2-1 0 16,3-1 0-16,3-1 0 0,3-2 0 0,2-3-192 15,1-3 192-15,4-2-208 0,-5-6-64 0,9 7-16 16,7-2 0-16,2-4 0 0,-2-2 0 0,3 0 0 16,3-2 0-16,-1-1 0 0,-2-6 288 0,-1-1-160 15,0-1 160-15,0 1-128 0,-2-2 128 0,1 0 0 16,-1-2 0-16,-1 1 0 0,1 0 192 0,-2 3 0 16,-5 1 16-16,0-1 0 0,-1 5 48 0,-3 1 16 15,-5 5 0-15,0 0 0 0,0 0 32 0,0 0 0 0,0 0 0 0,0 0 0 16,0 0-144-16,6 6-32 0,-2 1 0 0,-2 3 0 15,1 2-128-15,-1 1 0 0,1 1 144 0,0 1-144 16,-1 0 0-16,2 1 144 0,1-1-144 16,2 2 144-16,-1-4-144 0,2 3 0 0,1-3 0 15,0-2 0-15,1-2 0 0,-1-2 0 0,0 0 0 0,0 0 0 16,-1-2 0-16,1 0 0 0,-1-1 0 0,0-2 0 31,-8-2-400-31,6 3-80 0,1-3-16 0,-7 0 0 0,0 0-1088 0,0 0-208 0,0 0-64 0,0 0-13968 16,0 0-2800-16</inkml:trace>
  <inkml:trace contextRef="#ctx0" brushRef="#br0" timeOffset="20228.48">3334 6106 17503 0,'-8'-13'1552'0,"3"6"-1232"0,-1 1-320 0,0-2 0 0,-1 0 5504 0,2 2 1024 15,5 6 224-15,0 0 32 0,-5-8-3520 0,5 8-704 16,0 0-128-16,0 0-48 0,0 0-752 0,0 0-160 16,-9 2-16-16,9-2-16 0,-7 11-816 0,3 3-176 15,2 6-16-15,0 6-16 0,0 4-224 0,1 9-64 16,-2 4 0-16,0-9 0 0,-1 5-128 0,2 1 192 16,0 6-192-16,0-3 192 0,-1-1-192 0,2-2 0 0,1-3 0 0,-1-2 0 15,-1-3 0-15,2-2 0 0,0-2 0 0,2-3 0 31,-1-6-352-31,0-2-96 0,1-3-32 0,-1-1 0 16,0-3-912-16,-1-10-176 0,0 0-32 0,0 0-14128 0,0 0-2816 0</inkml:trace>
  <inkml:trace contextRef="#ctx0" brushRef="#br0" timeOffset="20543.02">3151 6072 40543 0,'0'0'1792'0,"-8"-1"384"0,8 1-1744 0,0 0-432 0,0 0 0 0,0 0 0 0,0 0 3216 0,0 0 560 16,0 0 128-16,8-6 0 0,1 0-2464 0,2-1-496 16,2 1-112-16,2 2 0 0,5 1-576 0,2 1-128 15,4-1 0-15,1 2-128 0,1-6 128 0,-9 3-128 16,4 3 0-16,3 0 0 0,1 1 0 0,0 1 0 16,2 2 0-16,-2 1 0 0,-3 1 0 0,-2 1 0 15,-1 1 0-15,-3 1 0 0,-3 1 0 0,-4 4 0 16,-3-1 0-16,-3 2 0 0,-1 3 128 0,-4-1-128 15,-4 2 0-15,-3 3 0 0,-4 1 176 0,-2 1-176 16,-3 2 160-16,-3-1-160 0,-3-1 128 0,-2 0-128 0,1-3 0 0,-2 1 144 16,0-2-144-16,-1 1 160 15,0 0-160-15,-1-2 160 0,1-1-416 0,2-2-64 16,2 0-32-16,4-2 0 16,2-1-1040-16,4-2-208 0,5-1-32 0,4 2-14480 15,7-5-2896-15</inkml:trace>
  <inkml:trace contextRef="#ctx0" brushRef="#br0" timeOffset="20896.39">3559 6536 32255 0,'0'0'2864'0,"0"0"-2288"0,0 0-576 0,0 0 0 0,0 0 4352 15,8 5 768-15,-2 1 160 0,-6-6 32 0,0 0-3136 0,10 0-640 16,-1 0-112-16,0 0-16 0,0 0-896 0,1 0-160 16,1 0-32-16,-1 0-16 0,1 0-304 0,-2 0 128 15,0 0-128-15,0 0 0 0,0 0 144 0,0 2-144 16,-1 2 0-16,-1 0 144 0,-7-4-144 0,0 0 0 15,4 6 0-15,-2 2 128 0,0 1 0 0,-2 2-128 16,-3 1 192-16,-1 1-64 0,-3 1 0 0,-2 2-128 16,0 1 192-16,-1 1-64 0,-2 0-128 0,-1 4 128 15,0 2-128-15,0-2 128 0,-1-1-80 16,1 0-48-16,-2-2 0 0,2-1 0 0,3-2 0 0,1-2 0 16,1-1 0-16,1-1 0 0,3-1 0 0,3-2 0 15,1-1 0-15,3 1 0 0,2-3 0 0,1-1 0 16,2 1 0-16,3-4 0 0,2 0 0 0,1-2 0 15,2-2 0-15,-1 0 0 0,0-2 0 0,0-2 0 16,1 0 0-16,2-2 0 0,2-1 0 0,1-1 0 0,1-1 0 0,0-1 0 31,-1-1-768-31,1 2-160 0,1-2-32 0,0-3 0 16,-3 2-2496-16,7-7-496 0</inkml:trace>
  <inkml:trace contextRef="#ctx0" brushRef="#br0" timeOffset="21098.28">4351 6251 35935 0,'0'0'3200'0,"0"0"-2560"0,0 0-512 15,0 0-128-15,0 0 4384 0,0 0 864 0,0 0 160 0,0 0 32 16,3-6-3696-16,4 2-736 0,2-1-160 0,1 1-16 16,1 0-576-16,2 2-96 0,1-2-32 0,2 1 0 15,0 1-80-15,1-1-48 0,-1-1 0 0,3 2 0 0,-1 0 0 0,0 1 0 16,-2-2 0-16,2 3 0 15,-1 2-896-15,0-2-192 0,-1 2-16 0,-1 2-15696 16,1 0-3136-16</inkml:trace>
  <inkml:trace contextRef="#ctx0" brushRef="#br0" timeOffset="21245.87">4474 6363 29487 0,'0'0'1296'0,"0"0"288"15,0 0-1264-15,0 0-320 0,0 0 0 0,0 0 0 0,0 0 5088 0,0 0 960 16,0 0 192-16,0 0 32 0,0 0-4240 0,12 1-864 0,0-1-160 0,3-3-48 15,5 0-784-15,3-1-176 16,1-2 0-16,2-1 0 16,1 0-1504-16,3 1-256 0,2-4-48 0,-2 1-21024 0</inkml:trace>
  <inkml:trace contextRef="#ctx0" brushRef="#br0" timeOffset="21576.92">5113 6153 3679 0,'0'0'160'0,"-4"-4"32"0,-1-3-192 0,1 3 0 0,4 4 0 0,0 0 0 15,-5 0 11136-15,0 2 2176 0,-1 0 432 0,0 2 80 16,-1 0-9968-16,0 5-2000 0,-2 4-384 0,-2 4-96 16,-3 4-992-16,-1 4-192 0,1-2-32 0,1 4-16 15,0-3-96-15,3 5-48 0,2-2 0 0,1 2 0 16,1-4 0-16,3 0 0 0,3-2 0 0,3-5 0 0,1 1 0 0,2-8 0 16,3 0 0-16,2-2 0 0,2-1 0 0,1-3 0 15,3-3 0-15,0-2 0 0,1-2 0 0,3-2 0 16,1-4 0-16,0-1 0 0,-1-3 0 0,-1 1 0 15,-2-6 0-15,-1-2 0 16,-1 2 0-16,-2-1 0 0,-2-1 0 0,-2-1 0 0,-2-3 0 0,-3 0 0 16,-2 3 0-16,-2 0 0 0,-1-3 0 0,-3 3 0 15,0-1 0-15,-3 3 0 0,-1 0 0 0,-1 2 0 16,0 2 0-16,0 3 0 0,0 2 0 16,0 1 0-16,-1 2 0 0,1 2 0 15,2 1-432-15,6 3-80 0,-7 0 0 0,7 0-16 16,-6 5-1568-16,-1 2-304 0,4 3-64 0,0 2-12960 15,2 2-2576-15</inkml:trace>
  <inkml:trace contextRef="#ctx0" brushRef="#br0" timeOffset="21726.26">5455 6354 32255 0,'0'0'2864'0,"1"7"-2288"16,-2 1-576-16,1 4 0 0,0-3 4704 0,1 3 832 15,-2 0 160-15,-1-2 48 0,1 0-3760 0,1 1-736 16,-1-1-160-16,1 2-16 0,0-5-688 0,1 0-128 15,-1-7-16-15,0 0-16 16,3 7-992-16,-1-2-208 0,-2-5-48 0,0 0-15408 0,8 1-3088 0</inkml:trace>
  <inkml:trace contextRef="#ctx0" brushRef="#br0" timeOffset="22217.34">5838 6067 24879 0,'0'0'2208'0,"0"0"-1760"0,0 0-448 0,3-4 0 0,1-4 7024 0,-1 3 1312 15,1 0 272-15,2-1 48 0,0 2-6288 0,2 2-1248 16,1-1-256-16,3-1-48 0,2-1-656 0,2 1-112 16,1-1-48-16,1 1 0 0,2 0 0 0,-1 3 0 15,2-3 0-15,-1 3 0 0,-1-1 0 0,-1 2 0 16,-2-2 0-16,-3 0 0 0,-1 6 0 0,-2-2 0 16,-2 0 0-16,-1 1 0 0,-7-3 0 0,0 0 0 15,0 0 0-15,0 0 0 0,1 6 0 0,-4 2 0 16,-2 1 0-16,-2-1 0 0,-2 0 0 0,-1 0 0 15,-4 0 0-15,-2 3 0 0,-1 0 0 0,0 2 0 16,-1 1 0-16,2 1 0 0,0-2 0 0,2-2 0 16,1 1 0-16,1 0 0 0,3-2 0 0,1 2 0 15,2-4 0-15,1 1 0 0,1-3 0 0,1 1 0 16,3-7 0-16,0 8 0 0,0-8 0 0,3 9 0 16,1-1 0-16,2 0 0 0,2-1 0 0,1 0 0 0,2-1 0 15,3 1 0-15,3-1 0 0,1 1 0 16,2-1 0-16,-1 1 0 0,1-1 0 0,-1 0 0 15,0-1 0-15,-1 3 0 0,-1 1 0 0,-2 0-128 0,0 0 128 16,-3 0-160-16,-3 0 160 0,-2 2 0 0,-1-1 0 0,-4 2 0 16,-3 1 0-16,-3 0 0 0,-2-1 160 0,-4 1-32 15,-1-1-128-15,-2-1 0 0,-3 1 0 0,-1-3 0 16,-4 2 0-16,-1 0 0 0,0-2 0 0,0 1 0 16,-2-4 0-16,-1-2 0 0,1 0 0 0,0 0 0 0,2 0 0 15,1 0 0-15,3 0 0 0,2-2 0 0,2-1 0 16,2-1-192-16,2-1 192 0,3 0-208 15,7 1-1968-15,0 0-384 0,0 0-64 16,8-1-20752-16</inkml:trace>
  <inkml:trace contextRef="#ctx0" brushRef="#br0" timeOffset="22749.87">6477 6453 51775 0,'0'0'2304'0,"1"8"448"0,0-5-2192 0,3 4-560 15,-1-2 0-15,0 2 0 0,-1-1 1328 0,-2-6 144 16,0 0 48-16,0 0 0 0,0 0-896 0,0 0-176 16,0 0-48-16,0 0 0 0,0 0-272 0,0 0-128 15,5-6 128-15,-1-3-128 0,0-2 0 0,0-1 0 16,0-2 0-16,1-2 0 0,-2-1 0 0,1 0 0 16,0-3 0-16,1-3 0 0,-1-5 0 0,0-1 0 15,1-3 0-15,0-1 0 0,2-2 0 0,1 0 0 16,1 2 0-16,0-1 0 0,1 3 0 0,1 3 0 0,-2 2 0 0,-1 5 0 15,-3 4 0-15,-1 4 0 16,0 3 0-16,-2 3 0 0,-2 7 0 0,0 0 0 0,0 0 0 0,0 0 0 16,0 0 0-16,2 12 0 0,-2 4 0 15,0 0 0-15,0 2 0 0,1-3 0 0,3 0 0 0,0 0 0 16,2 2 0-16,1 0 0 0,2 0 0 0,1-1 0 16,1-3 0-16,2-4 0 0,0-1 0 0,2-2 0 15,0-2 0-15,0-1 0 0,0 0 0 0,0-5 0 0,1-3 0 16,0-2 0-16,-2-2 0 0,0-1 0 0,1 0 0 15,-1-2 0-15,-1-1 0 0,0-2 0 0,1-5 0 0,-1-1 0 16,-1-1 0-16,-1 2 0 0,-1 2 0 0,-1 3 0 16,-1 1 0-16,-3 4 0 0,-1 2 0 0,0 1 0 15,-4 7 128-15,0 0-80 0,0 0-48 0,0 0 0 16,0 0 0-16,-3 9 0 0,2 0 0 0,-1 6 0 16,-2 2 0-16,0 2 0 0,-2 2 0 0,1 1 0 15,0 1 0-15,1 0 0 0,-1 3 0 0,0-1 0 16,1-2 0-16,1 1 0 0,2-2 0 0,1 1 0 15,0 1 0-15,0-3 0 0,1-2-352 0,3-2-16 16,1-1 0-16,2-3 0 16,1-3-1744-16,1-1-368 0,0-5-64 0</inkml:trace>
  <inkml:trace contextRef="#ctx0" brushRef="#br0" timeOffset="22985.85">7284 5925 21183 0,'0'0'944'0,"0"0"192"15,-1-7-912-15,1 7-224 0,1-5 0 0,-1 5 0 0,0 0 7600 0,0 0 1472 16,0 0 288-16,0 0 64 0,0 0-6752 0,0 0-1360 0,0 0-272 16,-1 12-48-16,1 3-736 0,-3 2-256 0,-1 2 144 0,0 1-144 15,-1 0 0-15,-2 3 0 0,2 2 0 0,-1 3 0 16,-2 2 0-16,1 1 0 0,1 1 128 0,-1-3-80 16,1 0-48-16,1-1 0 0,1-3 0 0,1-1 0 15,0-3 0-15,2-3 0 0,0-1 0 0,1-4 0 16,1-1-400-1,0-6-32-15,-1-6 0 0,0 0 0 0,0 0-832 0,0 0-160 0,0 0-48 16,6-5 0-16,-1-6-1264 0,0-2-256 0,2-2-48 16</inkml:trace>
  <inkml:trace contextRef="#ctx0" brushRef="#br0" timeOffset="23284.6">7262 5844 31327 0,'0'0'2784'15,"0"0"-2224"-15,0 0-560 0,0 0 0 0,-2-7 3936 0,2 3 672 16,0 4 144-16,0 0 32 0,4-2-2464 0,-4 2-480 15,0 0-112-15,8-5 0 0,0 3-864 0,4 2-160 16,-1 0-48-16,2 0 0 0,0 2-336 0,2-1-80 16,0 0-16-16,5 2 0 0,1-1-64 0,0 2-16 15,-3-4 0-15,4 2 0 0,2 0-16 0,-1 1 0 16,-1-1 0-16,0 1 0 0,1 1-128 0,-3 1 0 16,-1 0 0-16,-1 2 0 0,-1 1 0 0,-1 1 0 15,-2-1 0-15,-2 1 0 0,-3-1 0 0,-3 1 0 0,-2 1 0 0,-1 1 0 16,-3 0 0-16,-4 0 0 0,-1 1 0 0,-3-1 0 15,0-2 0-15,-4 2 0 16,-2-1 0-16,-2 1 0 0,-1 0 0 0,-1 4 0 0,0-2 0 16,-4 0 0-16,-7 4 0 0,0-2-176 15,1-3 48-15,0 1 0 16,2 2-1152-16,4-2-208 0,1 0-48 0,3 1-16 16,1-4-2432-16,7-1-496 0</inkml:trace>
  <inkml:trace contextRef="#ctx0" brushRef="#br0" timeOffset="23730.15">7889 6266 50159 0,'0'0'2224'0,"0"0"464"0,0 0-2160 0,0 0-528 0,0 0 0 0,0 0 0 0,0 0 1344 0,0 0 176 16,-7-1 16-16,-1 1 16 0,-1 0-576 0,-2 0-112 15,-2 3-32-15,-2 0 0 0,0 4-640 0,-2 1-192 16,-3 2 0-16,1 2 128 0,-2 0-128 0,1 1 0 15,1-2 0-15,0 4 128 0,2-1-128 0,2 2 0 16,0-1 0-16,4 0 0 0,1-1 0 0,4 0-128 16,1 1 128-16,1-2 0 0,4-3-176 0,1-2 176 15,-1-8-208-15,0 0 80 0,8 8-48 0,1-2 0 16,2 0 0-16,3-2 0 0,2-3 176 0,0-4-208 16,1-2 80-16,2 0 128 0,0-2-144 0,1-2 144 15,2-1 0-15,0-2 0 0,-2-2 0 0,-1-1 0 0,-1 1 0 16,1 2 0-16,0-1 0 0,-3 1 0 0,-3 2 0 0,0 2 0 15,1 4 0-15,-6 2 128 16,-8 2 0-16,0 0 16 0,0 0 144 0,0 0 32 0,0 0 0 0,0 6 0 16,1 2-320-16,-1 2 0 0,2 1 128 15,-2 1-48-15,0 2-80 0,0-1 0 0,2 3 0 0,1 1 0 16,-2 0 0-16,2 0 0 0,-1-1 0 0,4 1 0 16,-2-4 0-16,0-1 0 0,-1-1 0 0,3-1 0 15,0 0 0-15,-2 0 0 0,0 0 0 0,0-3 0 16,1-1 0-16,0-2 0 0,-5-4 0 0,6 4 0 31,0 0-528-31,-1 0-112 0,-5-4 0 0,4 5-16448 0,1-2-3264 0</inkml:trace>
  <inkml:trace contextRef="#ctx0" brushRef="#br0" timeOffset="30248.74">10822 765 3679 0,'-5'-19'160'0,"4"13"32"0,-3-1-192 0,1-2 0 16,2 3 0-16,0 0 0 0,1 1 9920 0,0 5 1952 15,0 0 384-15,0 0 80 0,0 0-8544 0,0 0-1696 0,0 0-352 0,-6 8-64 16,1 2-1008-16,0 5-208 0,1 3-32 0,-3 8-16 16,0 7-160-16,-1 6-48 0,-3 5 0 0,2 2 0 15,0 1-48-15,3 0-16 0,-2 1 0 0,1-8 0 16,2-3-144-16,2-3 0 0,1-6 0 0,1-2 0 15,-1-2-288-15,1-5-96 0,2-2 0 0,-1-2-16 16,0-3-928-16,2-3-176 16,0-3-32-16,-2-6-16 0,0 0-1856 15,7-4-368-15,6-4-80 0</inkml:trace>
  <inkml:trace contextRef="#ctx0" brushRef="#br0" timeOffset="30450.93">10765 705 44511 0,'-12'-8'1984'0,"12"8"384"0,-5-4-1888 0,5 4-480 15,0 0 0-15,0 0 0 0,0 0 1648 0,0 0 224 16,0 0 48-16,0 0 16 0,4-7-720 0,4 1-160 16,3-1-32-16,6 1 0 0,4-1-640 0,4-2-144 15,4-1-32-15,1-1 0 0,1 1-208 0,1-1 144 16,2 2-144-16,0 3 128 16,0-1-448-16,-1 2-80 0,-2 1-32 0,-1 3 0 15,-1 2-1536-15,-5 3-304 0,-1 1-64 0,-4 6-12432 16,-2 3-2480-16</inkml:trace>
  <inkml:trace contextRef="#ctx0" brushRef="#br0" timeOffset="30710">10773 1077 46879 0,'0'0'2080'0,"0"0"416"0,0 0-1984 0,0 0-512 0,0 0 0 0,0 0 0 16,0 0 1344-16,0 0 160 15,7-2 32-15,4-2 16 0,2-1-592 0,1-3-112 0,3-3-16 0,1 2-16 16,3-1-304-16,0-2-48 0,-1 2-16 0,-1 1 0 15,0 0-144-15,-1 2-48 0,-1 4 0 16,-2-1 0-16,0 4-112 0,-2 2-16 0,-3 2-128 0,1 2 192 16,-2 2-64-16,-3 6 0 0,-1 1-128 0,-1 3 192 0,-1 2-192 0,-3 3 144 15,-1 0-144-15,-2 2 128 16,0-1-80-16,0 0-48 0,-1-3 0 16,0-1 0-16,0-3 0 0,0-2 0 0,-1-2 0 0,1-1 0 0,-1 0-320 15,1-4-64-15,0-2-16 0,4-6 0 16,-4 6-1168-16,4-6-224 0,0 0-64 0,0 0-14080 15,0 0-2816-15</inkml:trace>
  <inkml:trace contextRef="#ctx0" brushRef="#br0" timeOffset="30829.36">11161 908 3679 0,'1'-12'320'0,"-1"12"-320"0,0 0 0 0,-1-4 0 0,1-2 9424 0,0 6 1824 16,-1-5 352-16,1 5 80 0,0 0-8032 0,0 0-1616 15,0 0-320-15,0 0-64 0,0 0-1200 0,0 0-256 16,0 0-32-16,5 7-16 15,2 1-2896-15,0 3-592 0,4 0-112 0</inkml:trace>
  <inkml:trace contextRef="#ctx0" brushRef="#br0" timeOffset="31592.1">11272 1088 44799 0,'0'0'1984'0,"0"0"416"0,0 0-1920 0,0 0-480 0,0 0 0 0,1 8 0 0,1-2 1888 0,-2 2 288 0,-2 0 48 0,2 2 16 15,0 2-832-15,2 4-176 0,-4 2-16 0,1-2-16 16,0 4-656-16,-1 1-128 0,-2-1-32 15,2-2 0-15,-1-1-224 0,2-1-160 0,0-3 192 0,-1 0-192 16,1-1 0-16,0-2 0 0,-1-1 0 0,2-9 0 16,0 0 128-16,0 0-128 0,0 0 0 0,0 0 80 15,0 0-80-15,0 0 0 0,0 0 0 0,0 0 0 16,6-5 0-16,-1-3 0 0,0-1 0 0,3-2 0 0,0-2 0 16,2-2 0-16,1-3 0 0,2-2-160 15,1-5 0-15,2 0 0 0,2-2 0 0,1 1 0 0,1 1-96 16,-2 3 0-16,0 1-16 0,-1 3 0 0,-1 1-32 0,-2 5 0 15,-2 3 0-15,-1 4 0 0,-2-2 112 0,-2 5 0 16,-7 2 16-16,0 0 0 0,7 6 176 0,-2 3 0 16,-2 3 0-16,-1 1 0 0,0 3 0 0,-1-1 176 15,-1 2-176-15,0 2 192 0,1 0-192 0,2 3 128 16,0-3-128-16,0 0 128 0,3-1-128 0,0-4 0 16,2-1 0-16,1-2 0 0,2 2 0 0,0-2 0 15,1-3 0-15,1-2 0 0,1-2 0 0,2-1 0 16,1-1 0-16,0-2 0 0,0-1-144 0,0-2 144 0,0-1 0 15,0 0 0-15,1-2 0 0,-1-1 0 16,-1 0 0-16,-2-4 0 0,0-1 0 0,-1-1 0 16,0-2 0-16,-1 0 0 0,0-2 128 0,-2 2-128 0,1-1 0 15,-2 1 144-15,-1 0-144 0,-2 2 0 16,-2 1 0-16,-1 3 0 0,-2 0 0 0,0 3 0 16,-1 6 128-16,-5-6-128 0,-3 3 0 0,-1 3 128 0,-1 3-128 0,-3 4 128 15,-3 3-128-15,-1 3 0 16,-3 4 0-16,2-1-176 0,0 2 176 0,1 2 0 15,1-1 0-15,3 1 0 0,3-4 0 0,2-2 0 0,2 0 0 16,2-1-128-16,2-2-80 0,4-2-16 0,2-1 0 0,1-3 0 16,1-1-96-16,3-3-32 0,2-2 0 0,1-2 0 15,1-1 144-15,1-1 16 0,0-4 16 0,2-1 0 0,-2-4 176 16,1-1-128-16,-2-3 128 0,0-2-128 0,1-1 128 0,0-2 0 16,-1-2 0-16,2-6 0 0,0-2 128 15,1-3-128-15,0-2 128 0,-1 0-128 0,1-1 0 16,0 2 128-16,-2 1-128 0,-1 6 0 0,-3 1 176 0,0 6-48 15,-4 4 0-15,-2 5 0 0,-1 4 256 16,-3 2 64-16,-2 3 0 0,2 5 0 0,0 0 0 0,-6 5 16 16,-2 3 0-16,-1 2 0 0,-2 3-288 15,1 4-176-15,1 4 192 0,0 6-192 0,-2 1 128 0,1 4-128 16,1 3 0-16,1 3 0 0,0 0 0 0,3 0 0 16,0 0 0-16,1-2 0 0,2-1 0 0,1-1 0 15,0-1 0-15,0-2 0 16,-1-1-816-16,4-1-64 0,-4 0-16 0,1-2 0 15,0-1-1168-15,-2-3-240 0,0 1-64 0,-3-5-19504 0</inkml:trace>
  <inkml:trace contextRef="#ctx0" brushRef="#br0" timeOffset="31892.24">10823 1612 11967 0,'-9'0'1072'0,"0"0"-864"0,1 3-208 0,2-3 0 16,6 0 8656-16,0 0 1696 0,0 0 336 0,0 0 64 15,0 0-7536-15,8 2-1488 0,2 1-320 0,6-1-48 16,2 0-848-16,4-1-160 0,4-1-32 0,4 0-16 16,4-3 48-16,4 2 16 0,4-3 0 0,1 2 0 0,0-5-192 0,0 2-48 15,0-2 0-15,2 2 0 0,2 0-128 16,2 0 0-16,-1-1 144 0,-1 3-144 0,1-4 128 0,-1 2-128 15,-1 0 160-15,-5 1-160 0,-2 1 0 0,-2 0 0 16,-5 1 0-16,-2 2 0 16,-3-1-576-16,-3-1-224 0,-2 1-32 0,-2 0-16 15,-3-1-800-15,-1 1-144 0,-2 1-48 0,2-3-13600 16,-2 2-2736-16</inkml:trace>
  <inkml:trace contextRef="#ctx0" brushRef="#br0" timeOffset="32108.65">12586 1021 39615 0,'0'0'3520'0,"0"0"-2816"0,0 0-560 0,0 0-144 0,0 0 3200 0,0 0 624 15,0 0 112-15,0 0 32 0,0 0-2368 0,0 0-480 0,0 0-96 16,0 0 0-16,-4 7-1024 0,2-1 0 0,0 2-192 0,1 1 32 31,-2 1-1184-31,2 1-224 0,0 1-48 0,-2 0-14288 0,-1 1-2848 0</inkml:trace>
  <inkml:trace contextRef="#ctx0" brushRef="#br0" timeOffset="32266.78">12526 1343 30399 0,'0'0'2704'0,"-2"7"-2160"0,-4-2-544 0,2 0 0 15,0 4 5056-15,1-2 912 0,-3-2 176 0,2 0 48 16,4-5-3760-16,-5 7-768 0,1-1-128 0,4-6-48 15,0 0-976-15,-4 7-208 0,4-7-48 0,0 0 0 0,0 0-176 0,0 0-80 16,0 0 0-16,0 7 0 0,0-7-128 16,0 0-32-16,0 0 0 0,4 7 0 15,0 0-1552 1,0-1-304-16,1 1-64 0</inkml:trace>
  <inkml:trace contextRef="#ctx0" brushRef="#br0" timeOffset="33040.69">13793 892 45039 0,'0'-13'1984'0,"2"5"432"0,-1-1-1936 0,15-4-480 0,15 3 0 0,-10-1 0 16,-15 5 2016-16,-2 1 304 0,-1 1 64 0,-3 4 16 0,0 0-992 0,0 0-192 16,0 0-32-16,-4-3-16 0,0 3-720 0,-1 4-128 15,-3 5-48-15,-1 7 0 0,-2 3-272 0,0 8 0 16,-2 4 0-16,-2 4 0 0,1 2 128 0,0 0-128 15,1 0 0-15,-1 2 80 0,3-3-80 0,2-3 0 16,1-4 0-16,1-3 0 0,1-3 0 16,1-1 0-16,-1-2 0 0,2-6 0 0,1-1 0 15,-1-2-192-15,0-3 192 0,1-2-208 16,3-6-816-16,0 0-144 0,0 0-48 0,0 0 0 16,0 0-1728-16,0 0-368 0,-8-2-64 0</inkml:trace>
  <inkml:trace contextRef="#ctx0" brushRef="#br0" timeOffset="33261.74">13351 822 35935 0,'0'0'1600'0,"0"0"320"0,-1-7-1536 0,4 1-384 16,2 1 0-16,3 1 0 0,1 0 4432 0,4 0 816 0,3 1 176 16,4-3 16-16,6-1-3728 0,6 1-752 15,4-1-160-15,5 1-32 0,2-1-464 0,2 3-112 0,4-2 0 0,0 1-16 16,-1-1-128-16,-1 1-48 0,-2 0 0 0,-4 1 0 15,-2 1 0-15,-2 2 0 16,-3 0 0-16,-3 1 0 0,-4 0-288 0,-3 1-48 0,-3 2-16 0,-4 1 0 31,-6 1-1072-31,-1 3-224 0,-4 2-32 0,-3 3-16 0,-5 3-2912 16,-5-1-592-16</inkml:trace>
  <inkml:trace contextRef="#ctx0" brushRef="#br0" timeOffset="33462.75">14113 1238 11967 0,'0'0'1072'0,"0"0"-864"0,-4 6-208 0,0 3 0 0,0-1 9024 0,0 1 1744 16,-1 4 368-16,-2-3 64 0,1-1-7744 0,-1 1-1552 15,1 2-304-15,2 4-64 0,-1-1-976 0,-1 2-192 16,1-1-48-16,0-1 0 0,1 1-320 0,-1 1 0 16,0-1 0-16,1-1 0 0,0 0 0 0,1-1 0 15,1-1 0-15,0 0 96 0,0 0-416 0,-1-1-64 16,1-3-16-16,2 0 0 15,1 1-2688-15,-2 2-544 0</inkml:trace>
  <inkml:trace contextRef="#ctx0" brushRef="#br0" timeOffset="33977.78">13559 2180 35935 0,'0'0'3200'0,"0"0"-2560"0,0 0-512 0,0 0-128 0,0 0 3520 0,0 0 672 15,0 0 144-15,0 0 16 0,0 0-2176 0,0 0-432 16,-6 8-80-16,1 5-32 0,0 4-992 0,-2 4-192 16,2 3-32-16,-1 2-16 0,-1 2-400 0,1 2 0 15,-2 2 0-15,0 1 0 0,0 1 0 0,2 0 0 0,1-1 0 0,-1-2 112 16,2 0-112-16,-3 25 0 16,4-31 0-16,0-4 0 0,2-3-240 15,1-2 80-15,1-3 16 0,-1-4 144 0,0-1 192 16,0 0-32-16,0-8-16 15,0 0-944-15,0 0-192 0,0 0-32 0,0 0-16 16,0 0-1216-16,0 0-240 0,4-11-64 0,-6 1-19424 0</inkml:trace>
  <inkml:trace contextRef="#ctx0" brushRef="#br0" timeOffset="34186.66">13115 2205 52703 0,'0'0'2336'0,"0"0"480"0,0 0-2256 0,0 0-560 0,0 0 0 0,0 0 0 0,0 0 1088 15,8-4 96-15,4-1 32 0,4 0 0 0,3 0-560 0,6 1-96 16,2-2-32-16,5 3 0 0,0-3-384 0,2 1-144 16,1 1 0-16,3-2 0 0,3 1 0 0,3-1 0 15,-1 1 0-15,-1 1 0 0,-1 0 0 0,1 2 0 16,0-1 0-16,-2 3 0 16,-2 0-528-16,-3 3-112 0,0-1 0 0,-2 2-16 15,-3 3-3152-15,-8 3-624 0</inkml:trace>
  <inkml:trace contextRef="#ctx0" brushRef="#br0" timeOffset="34578.94">13795 2508 51087 0,'0'0'2256'0,"0"0"480"0,0 0-2192 0,0 0-544 0,0 0 0 0,9 2 0 16,0-2 1280-16,1 0 128 15,1-1 48-15,2 1 0 0,1 0-672 0,3 0-128 16,-1-1-16-16,-1 1-16 0,0-2-464 0,0 2-160 15,0 2 0-15,-1-1 144 0,-2 3-144 0,-2-2 0 16,-1 5 0-16,-2-1 0 0,-3 2 0 0,-2 0 0 16,0 0 128-16,-4 2-128 0,0 3 0 0,-3 2 0 15,-5 0 0-15,0 2 128 0,0-1-80 0,-2 2-48 0,-3 1 0 0,2-1 0 16,0 0 0-16,0-1 0 0,-1 0 0 0,2-3 0 16,2 2 0-16,2-3 0 0,3-3 0 0,1 1 0 15,1-2 0-15,2-3 0 0,1-6 0 0,0 0 0 16,0 0 0-16,5 7 0 0,3-4 0 0,1-1 0 0,0-1 0 15,3-1 0-15,2-1 0 0,1-1 0 0,0-1 0 16,1-2 0-16,1 0 0 0,0-1 0 0,0 2 0 16,1-2 0-16,-1 1 0 0,1 1 0 0,-1 0 0 15,-1 0 0-15,0-1 0 0,-2 1 0 0,-2 1 0 16,-2 2 0-16,-2 1 0 0,0 0 0 0,-2-4 0 0,-6 4 0 16,0 0 0-16,0 0 0 15,0 0-704-15,0 0-144 0,0 0-32 0,0 0-16064 16,0 0-3216-16</inkml:trace>
  <inkml:trace contextRef="#ctx0" brushRef="#br0" timeOffset="35410.58">12689 3925 13823 0,'0'0'1216'0,"3"-7"-960"0,-1-2-256 0,2 3 0 0,1 0 8064 0,-5 6 1552 16,0 0 320-16,0 0 64 0,0 0-6608 0,0 0-1312 15,0 0-272-15,4 8-48 0,-4 7-992 0,-2 2-192 16,-3 3-32-16,-3 4-16 0,-1 2-272 0,-1 1-64 15,0 1-16-15,0 0 0 0,0 2-176 0,3-5 160 16,0-1-160-16,1-2 160 0,-1-3-112 0,3-3-48 16,3-4 0-16,1-2 0 15,1-2-960-15,-1-8-176 0,8 4-32 0,2-3-16 16,2-2-2672-16,8-6-544 0,34-10-96 0,-13-3-32 0</inkml:trace>
  <inkml:trace contextRef="#ctx0" brushRef="#br0" timeOffset="35795.66">13229 3681 22111 0,'0'0'1968'0,"0"0"-1584"15,2-5-384-15,-2 5 0 0,0 0 6528 0,0 0 1232 16,0 0 240-16,0 0 64 0,0 0-5184 0,0 0-1024 0,0 0-192 16,0 0-64-16,0 0-880 0,-5 6-176 0,-1 2-32 0,-2 3-16 15,-3 4-336-15,-2 6-160 0,-2 3 160 0,-1 4-32 16,-1 3-128-16,-1 2 0 0,0-2 0 0,-2 3 0 15,-1 0 0-15,2 0 0 0,2-1 0 0,1-2 0 16,4 0 0-16,3-2 0 0,3-2 0 0,3-1 0 16,2-5 0-16,1-1 0 0,1-5 0 0,4-2 0 15,3-2 0-15,4-3 0 0,2-2 0 0,2-2 0 0,1-1 0 16,1-1 0-16,2-2 0 0,0-4 0 0,1-1 0 0,2-1 0 16,0-2 0-16,2-3 0 0,-2-2 0 15,1-1 0-15,-3-2 0 0,-1-1 0 0,0-1 0 0,-3-1 0 16,-3-1 0-16,-1-1 0 15,-1 0 0-15,-3 1 0 0,0 1 0 0,-2-3 0 0,-3 1 0 0,-2-1 0 16,1 1 0-16,-3-2 0 0,-1-1 0 16,-2 0 0-16,-2 0 0 0,0 1 0 0,-1 2 0 0,0-3 0 15,-3 5 0-15,-2-1 0 0,0 3 0 0,-1 0 0 16,-1 3 0-16,0 2 0 16,0 3-944-16,0 5-176 0,0 0-32 0,2 4-15616 15,2 2-3136-15</inkml:trace>
  <inkml:trace contextRef="#ctx0" brushRef="#br0" timeOffset="36077.19">13203 4053 47567 0,'0'0'2112'0,"0"0"432"0,1-7-2032 0,-1 2-512 0,0 5 0 0,0 0 0 16,0 0 2016-16,0 0 304 0,0 0 64 0,0 0 16 0,0 0-1360 0,-3 9-272 16,0 5-48-16,-1 3-16 15,-2 5-512-15,1 3-192 0,0 1 144 0,1 0-32 16,0-1-112-16,2 0 0 0,-1-4 0 0,2 1 0 16,1-4 0-16,1 0-240 0,2-1 80 0,0-2 16 15,3-4-1200-15,0-1-256 0,2-5-32 0,1 0-14688 16,3-1-2944-16</inkml:trace>
  <inkml:trace contextRef="#ctx0" brushRef="#br0" timeOffset="36429.69">13598 4131 54943 0,'0'0'2432'0,"0"0"512"0,0 0-2368 0,0 0-448 15,0 0-128-15,6-5 0 0,1 1 816 0,1 0 144 16,1 0 16-16,1-1 16 0,2 3-704 0,2 0-144 0,2 0-16 0,1 2-128 15,1-1 0-15,0 1 0 16,1 0 0-16,0 0 0 0,-1 1 0 0,-1 3 0 0,-2-1 0 0,-4 2 0 16,-1 2 0-16,-4-1 0 15,-6-6 0-15,4 8 0 0,-3 6 0 0,-2-3 0 16,-3 2 0-16,-4 1 0 0,-2 0 128 0,-3 1-128 0,-2 0 0 0,0 1 80 16,-2-2-80-16,0 3 0 0,-3-2 0 15,3 0 0-15,2 0 0 0,2 0 0 0,1-2 0 0,2-1 0 16,-1 0 0-16,3 1 0 0,3-4 0 0,1 0 0 15,2-2 0-15,2-7 0 0,0 0 0 0,2 6 0 16,5-1 0-16,1-1 0 0,-1-1 0 0,5-2 0 0,2-1 0 16,5-1 0-16,3-3 0 0,1 3 0 0,2-1 0 0,1 2 0 15,-1-4 0-15,-2 2 0 0,1-1 0 16,-3-1 0-16,-2 0 0 0,1 1 0 0,-1-1 0 16,1 0 0-16,-3 0 0 0,0 0 0 15,-2 0-1408-15,1 1-256 0,0 1-64 16</inkml:trace>
  <inkml:trace contextRef="#ctx0" brushRef="#br0" timeOffset="37800.94">17036 719 20271 0,'0'0'1792'0,"-3"-5"-1424"16,-2-2-368-16,1 1 0 0,0-3 6880 0,0 1 1312 15,3 1 256-15,1 7 48 0,-1-4-6144 0,1 4-1232 16,0 0-240-16,0 0-48 0,0 0 48 0,0 0 16 16,0 0 0-16,-2 9 0 0,0 3-576 0,-4 5-96 15,1 5-32-15,-3 4 0 0,-1 4-192 0,-1 7 176 0,-1-1-176 0,1 5 160 16,1 0-32-16,1 0-128 0,-1-5 192 0,1-2-64 16,0 0-128-16,3-5 0 0,1-3 0 0,1-3 0 15,2-6 0-15,-1-1 0 0,-1-4 0 0,2-3 0 16,1-9 0-16,0 0 0 0,0 0 0 0,0 0-176 0,0 0 176 15,2-7-208-15,2-2 80 0,1-4 128 0,2-5 0 0,2-3 0 16,0-1 0-16,3-7 0 0,4-2-144 16,0-4 144-16,4 0-192 0,1-3 192 0,0-3 0 0,1 2-128 15,1 0 128-15,1 1 0 0,-1 3 0 16,-1 4 0-16,-2 3 0 0,-3 5 0 0,-3 3 0 0,-2 6 0 16,-3 5 0-16,-2 4 144 0,-7 5-16 0,0 0 0 15,5 4 0-15,-1 5 0 0,-4 5 32 0,-1 6 0 16,-3 3 0-16,-2 6 0 0,0 2-160 0,-2 6 128 15,-1 4-128-15,1 4 128 0,2 0-80 0,-1 1-48 16,2-2 0-16,1 1 0 0,1-5 0 0,1-4 0 16,0-4 0-16,1-4 0 0,1-3-384 0,0-3 48 15,3-2 0-15,-3-4 0 16,0-5-720-16,0-2-144 0,0-9-16 0,0 0-16 16,0 0-1792-16,0 0-368 0,0 0-64 0,0 0-16720 0</inkml:trace>
  <inkml:trace contextRef="#ctx0" brushRef="#br0" timeOffset="38602.03">16901 985 26719 0,'0'0'1184'0,"0"0"240"0,0 0-1136 0,0 0-288 0,3-7 0 0,1 1 0 15,1-1 5728-15,3 1 1088 0,1-1 224 0,3 1 32 16,5-1-4800-16,2 3-960 0,2-2-192 0,4 1-32 16,2-1-688-16,2 1-128 0,1-1-16 0,3-1-16 15,-2 1-112-15,1 0-128 0,2 3 176 0,2-1-176 16,-3-2 128-16,-1 2-128 0,-5 2 0 0,-1 2 0 15,-2 0 0-15,-3-3 0 0,-3 3 0 0,-4 0 0 16,-3 3 0-16,-4-3 0 0,-7 0 0 0,0 0 0 16,0 0 160-16,0 0-160 0,-2 9 128 0,-3 1-128 0,-5 1 240 0,0-2-48 15,0 3 0-15,-5-1 0 0,-2 1-64 0,-1 0 0 16,0 0-128-16,1-1 192 0,-1 1-192 0,1 0 0 16,1-2 128-16,0 2-128 0,2-2 0 0,2 0 0 15,1-3 0-15,1 1 0 0,4 1 0 0,1-2 0 16,-1-1 0-16,6-6 0 0,0 0 0 0,0 0 0 15,0 0 0-15,6 8 0 0,1-3 0 0,5-1 0 16,1 0 0-16,4-1 0 0,4-2 0 0,1-1 0 16,2 0 0-16,2 0 0 0,1-1 0 0,3 0 0 15,0 1 0-15,0 0 144 0,-3 1-96 0,-2 3-48 0,-4 1 0 16,-3 1 0-16,-2 1 0 0,-4 1-128 0,-3 1 128 16,-3 1-160-16,-2 3 160 0,-4 2 0 15,-4 0 128-15,-3 1-128 0,-4-2 0 0,-3 1 0 0,-4-1 0 16,-3 0 128-16,0 1-96 0,-3-1-32 15,1-2 0-15,-2-2 0 0,-1-1 0 0,3 1-128 0,0-5 128 16,4 0-160 0,1-1-736-16,3-2-128 0,5 0-48 0,3-1 0 15,7-1-1792-15,-1-6-352 0,5-5-80 0,5-2-16 16,4-3-1552-16,5-1-320 0,5-6-64 0,3-3-16 0,4-4 1424 16,3-1 272-16,4-1 64 0,1 2 16 0,1 0 2736 0,-1-2 560 0,-1 3 192 0,-1 4-144 15,-5-1 4368-15,-2 4 864 0,-5 1 176 0,-1 3 48 16,-4 2-640-16,-2 3-128 0,-4 2-32 0,-4 1 0 0,-1 4-1840 0,-3 3-368 15,-5 3-80-15,0 0-16 0,0 0-992 0,0 0-192 16,0 0-32-16,-6-2-16 0,-2 2-560 0,-1 2-112 16,-3 2-32-16,-1 1 0 0,-1 1-192 0,-1 2-80 15,1 1 0-15,-2 2 0 0,-1 0 0 0,2 3 0 16,0 0 0-16,2 1 0 0,0-2 0 0,2 0 0 16,2 0 0-16,1 0 0 0,2 0 0 15,4-1 0-15,1-3 0 0,2 1 0 0,3 1 0 0,1-3 0 16,3-1 0-16,1 0 0 0,1-1 0 0,2-2 0 15,1 2-160-15,3-3 160 0,1-1 0 0,0-1-160 0,1 0 160 16,0 1 0-16,-1 0 0 0,0 1 0 16,-1-1 128-16,-2 2-128 0,-1 0 0 0,0 2 0 15,-4 0-208-15,-2 2 64 0,-3 0 144 0,-2 0 0 16,-2 2 0-16,-2-2 0 0,-5 1 0 0,-1 1 192 16,-2 1-64-16,-2 0 0 0,-1-1-128 0,0 0 0 15,-1 0 0-15,-1 0 96 0,0-3-96 0,-2 0 0 16,0-1 0-16,0 1-160 15,1-3-336-15,2 0-64 0,1 0-16 0,1-2 0 16,2-2-1216-16,3-1-240 0,7 1-48 0,0 0-13472 0,3-7-2688 0</inkml:trace>
  <inkml:trace contextRef="#ctx0" brushRef="#br0" timeOffset="38954.1">18124 924 6447 0,'12'-11'576'0,"-12"11"-576"0,4-4 0 0,-4 4 0 15,0 0 9728-15,6-2 1824 0,-6 2 368 0,0 0 80 16,0 0-8192-16,0 0-1632 0,0 0-336 0,0 0-64 0,4 11-912 15,-2 6-176-15,-4 0-48 0,-2 5 0 0,1 2-384 0,-3-1-96 16,0 1-16-16,1 2 0 16,-1-1-144-16,2-3 0 0,1 0 0 0,0-1 128 0,3-2-128 15,1-4 0-15,1-2 0 0,1-4 0 0,1 0-288 0,2-1 64 16,-6-8 16-16,7 4 0 0,3-3-160 0,0-2-16 16,0-4-16-16,1-3 0 0,-1 1 16 0,1-1 16 15,0-3 0-15,0-2 0 0,-1-3 240 0,1-2 128 16,-1-3-160-16,2-1 160 0,2-2 0 0,1 0 0 15,-4 0 0-15,4 2 0 0,-4-3 0 0,1 4 0 16,-3 3 0-16,0 2 0 0,-1 3 176 0,-1 4-32 16,-3 4 0-16,-4 5 0 15,0 0 128-15,0 0 32 0,0 0 0 0,0 0 0 0,0 0-80 0,-2 9-16 16,0 3 0-16,-1 3 0 0,-1 4-64 0,2 3-16 0,-1-1 0 16,-1 2 0-16,0 1-128 0,2 0-176 0,-1 0 48 0,2-5 0 31,1 1-704-31,0-3-128 0,0 0-16 0,1-1-16 15,2-2-2352-15,0-1-480 0,1-3-80 0</inkml:trace>
  <inkml:trace contextRef="#ctx0" brushRef="#br0" timeOffset="39730.87">18570 844 20271 0,'0'0'896'0,"0"0"192"0,1-6-880 0,-1 6-208 0,0 0 0 0,0 0 0 0,0 0 7600 15,0 0 1472-15,0 0 288 0,2 11 64 0,-2 2-6608 0,-2 2-1312 16,1 4-272-16,0 3-48 0,-2 4-832 0,-1 2-160 15,0 2-48-15,2-1 0 0,-1-2-144 0,2 3 0 16,0-5 0-16,-1-1 0 0,1 0 0 0,1-2 0 16,0-1 0-16,0-5 48 0,1-3-48 0,1-3 0 15,-2-10 0-15,0 0 0 0,1 8 0 0,-1-8 0 16,0 0 0-16,0 0 0 0,0 0 0 0,0 0 0 16,0 0 0-16,6-8 0 0,0-2 0 0,0-2 0 15,2-2 0-15,1-5 0 0,0 0 0 0,2-3 0 16,0-1 0-16,4-4 0 0,0 0 0 0,1-3 0 15,0 0 0-15,1 1 0 0,0 2 0 0,0 2 0 16,-1 1 0-16,0 5 0 0,-3 2-128 0,0 1 128 16,-1 4 0-16,-3 5 0 0,-4 3 0 0,-5 4-128 15,0 0 128-15,0 0 0 0,2 9 0 0,-2 4 0 16,-2 5 0-16,0 4 0 0,-2 3 0 0,0 2 0 16,1 2 0-16,-1-1 0 0,0-4 128 0,2 2-128 15,-1-3 0-15,3-3 128 0,1-5-128 0,1-2 0 0,-1-1 0 0,0-2 0 16,3-5 0-16,-4-5 0 15,0 0 0-15,0 0 0 0,9 1 0 0,-1-2 0 0,0-3 0 0,0-2 0 16,0-2 0-16,1-4 0 16,1-1 0-16,1-3 0 0,0 0-128 0,2-7 128 0,3 1 0 15,1-1 0-15,-1-2-192 0,1 0 64 0,0 2 128 0,-2 2-208 16,-2 3-16-16,0 2 0 0,-1 4 0 16,-3 4 0-16,-2 1 80 0,-2 1 16 0,-5 6 0 0,0 0 0 0,0 0 128 15,0 0 0-15,0 0 0 0,3 8 0 16,-2 3 0-16,-1 2 144 0,-1 0-144 0,-1 4 0 0,2 1 128 15,2 3-128-15,-1 0 0 0,0-2 0 16,0 1 0-16,2-2 0 0,2 0 0 0,2-1 0 0,2-2 0 0,0-4 0 16,1-2 0-16,2 1 0 0,1-4-128 0,2-1 128 15,0-1 0-15,2-1-144 0,0-3 144 0,1-3 0 16,1-3 0-16,-1-1 0 0,1-1 0 0,1-2 0 16,0-2 0-16,0-5 0 0,-3 3 0 0,3-3 0 15,-1-3 0-15,1-3 128 0,0-4-128 0,-1-1 0 16,-1 1 0-16,-1 1 0 0,0-4 0 0,-4 5 0 15,-2 4 0-15,-5 5 0 0,-3 5 0 0,-4 3 0 16,-5 4 0-16,-3 4 0 0,-1 3 0 0,-3 3 256 16,-4 3-48-16,-3 3 0 0,-1 4-32 0,1 2-16 15,-1 1 0-15,1 5 0 0,-9 2-32 0,7 3-128 16,4-2 192-16,4 0-64 0,2-3-128 0,4-1 0 0,3-2 0 16,2 0 128-16,3-3-80 0,4-2-48 15,4-3 0-15,1-1 0 0,2-1 0 0,2 0 0 0,2 1 0 16,5-2-160-16,2 0 160 0,0-6-208 0,3 2 80 15,1-3 128 1,0 1-512-16,1-1 0 0,3 1 16 0,0-1 0 16,2 0-2192-16,-4-1-432 0,0 3-80 0</inkml:trace>
  <inkml:trace contextRef="#ctx0" brushRef="#br0" timeOffset="40117.17">17401 1672 56383 0,'-22'0'2496'0,"14"0"512"0,0 0-2400 0,1 0-480 0,7 0-128 0,0 0 0 0,0 0 384 0,0 0 48 16,0 0 16-16,0 0 0 0,11-3-144 0,3 2-32 15,3-2 0-15,7 1 0 0,4-3-192 0,7 1-80 16,6-2 0-16,3 3 0 0,2-1 0 0,2 1 0 15,4-3 0-15,6 0 0 0,3 0 0 0,7 1 0 16,6-2 0-16,2 1 0 0,-2-1 0 0,4 2 0 16,-11-2 0-16,2 2 0 0,5 0 0 0,0 1 0 15,1 0 0-15,0 0 0 0,2 2 0 0,0-4 0 16,-3 2 0-16,14 2 0 0,-13-3 0 0,-11 1 0 16,-9 2 0-16,-9 1 0 0,-9-2 0 0,-7 2 0 15,-7 1 0-15,-5-1 0 0,-4 2 0 0,-3-1 0 16,-11 0 0-16,0 0 0 0,0 0 0 0,0 0 0 15,0 0 0-15,0 0 0 0,0 0 0 0,0 0 0 16,0 0 0-16,-7 0 0 16,1-1-976-16,-1 0-192 0,1 1-48 0,6 0-15520 15,0 0-3104-15</inkml:trace>
  <inkml:trace contextRef="#ctx0" brushRef="#br0" timeOffset="40338.96">19899 952 21183 0,'-6'-4'1888'0,"1"0"-1504"0,5 4-384 0,0 0 0 0,-4-2 8272 0,4 2 1584 16,-5-5 320-16,5 5 64 0,0 0-8000 0,0 0-1600 16,0 0-320-16,0 0-64 0,0 0-176 0,0 0-80 15,0 0 0-15,0 0 0 0,0 0-128 0,0 0-32 16,0 0 0-16,4 7 0 15,0 1-2320-15,1 3-464 0,2 2-80 0</inkml:trace>
  <inkml:trace contextRef="#ctx0" brushRef="#br0" timeOffset="40482.68">19843 1291 19343 0,'0'0'1728'0,"0"0"-1392"16,0 0-336-16,0 0 0 0,3 8 8304 0,-3-8 1584 15,0 0 320-15,0 0 64 0,0 0-7648 0,0 0-1520 16,0 0-304-16,0 0-64 0,0 0-592 0,0 0-96 15,0 0-48-15,0 0 0 0,0 0 0 0,7 5 0 16,1 1 0-16,2 0-17472 16,3 1-3504-16</inkml:trace>
  <inkml:trace contextRef="#ctx0" brushRef="#br0" timeOffset="41382.31">21252 792 41183 0,'0'0'1824'0,"8"-5"368"16,0-6-1744-16,1 2-448 0,1 0 0 0,-1 1 0 0,-1 0 1536 0,-3 1 240 15,-1-1 32-15,-1-1 16 0,-2 2-32 0,-1 1-16 16,-3-1 0-16,0 2 0 0,-3 0-880 0,-1 1-160 15,-3 1-32-15,0 2-16 0,0 0-336 0,-5 1-64 16,0-2-16-16,-4 5 0 0,-2 1-272 0,1 1 160 16,-4 0-160-16,1 2 128 0,3-1-128 0,1 2 0 15,-2 0 0-15,0 0 0 0,0-2 0 0,1 3 0 16,1-1 0-16,1 0 0 0,-2 1 0 0,4 0 0 16,5 0 0-16,3-1 0 0,1-1 0 0,5 2 0 15,2-9-144-15,2 9 144 0,4 3 0 0,3-1 0 16,1 2-128-16,3-2 128 0,3-3 0 0,2 0 0 15,3-1 0-15,2 1 0 0,1 0 0 0,2 0 0 16,3 2 0-16,-2 1 0 0,-1 0 0 0,0 2 0 0,0 0 0 16,-1 3 0-16,-2 2 0 0,-2 2 0 15,-2-2 0-15,-4 3 0 0,-3-3 0 0,-3 1 0 0,-4-3 0 0,-2 1 0 16,-4 0 0-16,-3-1 0 0,-2-3 0 0,-3-1 144 16,-2-3 32-16,-4 0 0 0,-2 1 0 0,-2 0 0 15,-5-3-32-15,-2 0 0 0,-1-1 0 0,-3 1 0 16,-1-6-144-16,-2 2 0 0,-1-4 0 0,0-1 0 0,-1 1 0 15,1-3 0-15,1 1 128 0,-4-3-80 16,3-3-48-16,6 0-128 0,6 0 128 0,5-1-160 16,6 1-1344-16,4 0-272 15,6-3-48-15,7 1-22432 0</inkml:trace>
  <inkml:trace contextRef="#ctx0" brushRef="#br0" timeOffset="41516.23">21424 1117 24879 0,'0'0'2208'0,"0"0"-1760"0,3 7-448 0,-3 0 0 0,0-7 6064 0,0 8 1120 16,0-8 240-16,0 0 32 0,1 9-5584 0,0-1-1104 16,-1-8-240-16,3 6-32 0,-3-6-672 0,0 0-128 15,5 5-16-15,4-1-16 16,0 0-2608-16,4-1-512 0</inkml:trace>
  <inkml:trace contextRef="#ctx0" brushRef="#br0" timeOffset="41840.08">22077 813 51087 0,'0'0'2256'0,"0"0"480"0,-4-8-2192 0,2 1-544 0,0 2 0 0,2 5 0 16,-2-4 976-16,-2-1 96 16,-3 1 16-16,2 2 0 0,5 2-304 0,0 0-48 15,-8-2-16-15,0 4 0 0,-1 3-448 0,-1 1-80 0,-3 1-32 0,-2 2 0 16,0 1-160-16,-3 5 192 15,-2 2-192-15,-1 5 192 0,-1 4-192 0,0 4 128 0,-2 0-128 0,4 0 128 16,1 0-128-16,2-1 0 0,3-2 0 0,2-2 128 16,2-1-128-16,3 0 0 0,3-3 0 0,3-2 0 15,2 1 0-15,3-6 0 0,3 1 0 0,3-4 0 16,5-2 0-16,3-1 0 0,3-3 0 0,2 1 0 16,5-1-192-16,2-4 192 0,-3-3-192 0,3-4 192 15,-1 2-576-15,1-1 16 0,-2 1 0 16,2-3 0-16,-2-4-1200 0,-2 1-240 0,-2-2-48 15,0 0-13408-15,-3 0-2672 0</inkml:trace>
  <inkml:trace contextRef="#ctx0" brushRef="#br0" timeOffset="41984.51">22369 1124 46943 0,'0'0'2080'0,"0"0"416"0,0 0-1984 0,0 0-512 0,0 0 0 0,-2 7 0 0,-1 1 1584 0,0 0 208 16,3-8 64-16,-2 7 0 0,2-7-832 0,0 0-144 15,0 8-48-15,0-8 0 16,0 0-1280-16,6 7-272 0,3-2-48 0,3-2-16 16,1-2-3392-16,5 1-688 0</inkml:trace>
  <inkml:trace contextRef="#ctx0" brushRef="#br0" timeOffset="42403.75">22985 776 34095 0,'0'0'3024'0,"0"0"-2416"0,0-5-480 0,0 0-128 16,0 0 4048-16,0 1 800 0,-2 0 144 0,0 0 48 16,-2 1-3008-16,-1-1-608 0,-2 2-112 0,0-1-32 0,-2 1-768 0,-1 0-144 15,-2 2-48-15,0 0 0 0,-1 2-320 0,-1 3 144 16,-3-4-144-16,0 4 0 0,-1 2 0 0,1 1 0 16,0-1 0-16,1 1 0 15,2 0 0-15,1 0 0 0,1 0 0 0,2 1 0 0,1 1 0 0,2-1 0 16,1 3 0-16,0-3 0 0,3 0 0 0,0 2 0 15,2-3 0-15,1 1 0 0,1-1 0 0,2 1 0 16,2 0 0-16,1 0 0 0,2 1 0 16,3 1 0-16,0-1 0 0,4 1 0 0,2 0 0 15,2 1 0-15,1 0 0 0,1 0 0 0,1-1 128 0,0 2-128 16,-1 0 0-16,0 1 0 0,-3-1 128 0,0 1-128 16,-1-1 0-16,-1-3 0 0,-2 3 128 0,-2 0-128 15,-2 0 0-15,-2 1 0 0,-1-3 128 0,-4 1-128 0,0-2 0 16,-3 3 0-16,-4-3 160 0,-2-1-160 15,-2 0 128-15,-4-3-128 0,0-3 0 0,-2 0 128 16,-3-2-128-16,-1 1 112 0,-2-2-112 0,-3 2 0 16,-5-2 0-16,0-2 0 0,-1 0 0 0,0-1 0 0,2-1 0 15,2 2 0 1,4 0-1168-16,-1 0-128 0,4-2-32 0,6 1-15312 0,12 3-3072 16</inkml:trace>
  <inkml:trace contextRef="#ctx0" brushRef="#br0" timeOffset="42557.51">23325 1190 56559 0,'0'0'2496'0,"0"0"528"0,2 6-2416 0,-2-6-480 0,0 0-128 0,3 5 0 0,-2 2 480 15,1-1 80-15,-1 0 16 0,-1-6 0 0,0 0-384 0,0 0-192 16,0 0 192-16,0 0-48 0,0 0-144 0,0 0-160 16,0 0 160-16,0 0-17504 15,3 6-3392-15</inkml:trace>
  <inkml:trace contextRef="#ctx0" brushRef="#br0" timeOffset="50236.42">20840 2203 4607 0,'0'0'400'0,"-1"-7"-400"0,1-1 0 0,0-1 0 0,0 1 8256 0,1 0 1552 15,0 1 320-15,1-1 64 0,-1 1-6256 0,-1 7-1248 16,0 0-256-16,0 0-64 0,0 0-880 0,0 0-176 0,0 0-32 0,6 4-16 16,0 0-576-16,-1 5-112 15,-3 6-32-15,1 4 0 0,0 6-192 0,-2 4-32 16,2 3-16-16,-3 2 0 0,-2 1-96 0,1 3-16 0,0 4 0 16,1-2 0-16,1 2-192 0,0-2 144 0,2-1-144 0,-2-2 128 15,0-3-128-15,1-5 0 0,-1-3 0 16,2-4 0-16,1-1 0 0,-2-3 0 0,1-5 128 0,-1-4-128 15,2-2 0-15,0-4 0 0,-4-3 0 0,0 0 0 16,8-1 0-16,-1-3 0 0,-1-2 0 16,1-5 0-16,0-2 128 0,1-4-128 0,1-2 0 15,2-5 128-15,-1-4-128 0,3-4 0 0,3-2 0 0,1-1 0 16,0-3 0-16,1 1 0 0,2-1 128 0,0-1-128 16,0 5 0-16,-2-1 0 0,-2 2 0 0,1 2 0 15,-3 2 0-15,-1 3 0 0,-4 5 0 0,-1 4 128 16,-1 4-896-1,-3 3-192-15,-2 2-48 0,-2 8 0 0,0 0-1248 0,0 0-256 0,0 0-48 0,-4 12-12288 16,0 6-2464-16</inkml:trace>
  <inkml:trace contextRef="#ctx0" brushRef="#br0" timeOffset="50535.19">20689 2437 36863 0,'0'0'3264'0,"-8"0"-2608"0,1-2-528 0,0 0-128 0,0-2 3760 0,7 4 720 16,0 0 128-16,0 0 48 0,0 0-2688 0,0 0-544 16,0 0-96-16,0 0-32 0,7-2-880 0,2-3-176 15,6 1-48-15,6 0 0 0,4-3-128 0,4 3-64 16,2 2 0-16,0-2 0 0,3-1 0 0,-1-1 0 15,-1 1 0-15,1 1 0 0,1 0 0 0,1-1 0 0,-1 0 0 0,0 2 0 16,-4-1 0-16,-2 2 0 16,0 2 0-16,-2-3 0 15,-3 2-704-15,-2 0-128 0,-3-1-16 0,-1 2-16 16,-2 0-1488-16,-4 0-288 0,-1 0-64 0,-3 0-19408 0</inkml:trace>
  <inkml:trace contextRef="#ctx0" brushRef="#br0" timeOffset="51003.05">21577 2431 19343 0,'-12'-4'1728'0,"7"4"-1392"0,-1-3-336 0,2 2 0 15,4 1 7008-15,0 0 1328 0,-3-3 272 0,3 3 48 16,0 0-5568-16,0 0-1104 0,2-6-240 0,-2 6-32 16,8-4-1024-16,1 1-208 0,2 1-32 0,2-2-16 15,1 0-240-15,4 0-64 0,0 1 0 0,3-1 0 16,1-1-128-16,-1 1 0 0,-2 2 0 0,0-1-176 15,1 0 176-15,-1 3-160 0,-2 0 160 0,0 0-160 16,-3 0-720-16,-1 2-144 0,-2-1-16 0,-2 2-16 16,-9-3-2128-16,5 6-416 0,-1 3-96 0</inkml:trace>
  <inkml:trace contextRef="#ctx0" brushRef="#br0" timeOffset="51168.64">21612 2564 31327 0,'0'0'2784'0,"0"0"-2224"0,0 0-560 0,0 0 0 0,0 0 4544 0,0 0 784 15,0 0 176-15,0 0 16 0,0 0-3280 0,0 0-640 16,0 0-144-16,0 0-32 0,10-3-880 0,3-1-176 16,3 0-48-16,2 0 0 0,2 0-192 0,-1 2-128 15,1-5 128-15,1 2-128 0,1-1 0 0,1 2 0 16,1 0-160-16,-2 1 160 16,0 2-1696-16,0-3-224 0,0 3-64 0,1 1-13824 15,0 0-2784-15</inkml:trace>
  <inkml:trace contextRef="#ctx0" brushRef="#br0" timeOffset="51469.82">22562 2402 50159 0,'-10'-10'2224'0,"7"6"464"0,3 4-2160 0,-4-4-528 0,-2-3 0 0,-1 2 0 15,1 0 1248-15,-2 2 144 0,0-1 16 0,0 0 16 0,0 4-496 0,-1 0-96 16,-4 2-32-16,-2 0 0 0,-2 2-496 0,-3 3-112 16,-2 1 0-16,-2 3-16 0,-3 0-176 0,2 3 0 15,0 4 144-15,1-2-48 16,-1 6-96-16,3-1 0 0,4 0 0 0,2 0 0 0,3-2 0 0,4 0 0 16,1-3 0-16,4 0 0 15,4-2-752-15,3-1-32 0,2-1-16 0,5-3 0 16,5-2-1216-16,3-1-240 0,4-4-48 0,1-4-16 15,2 0-2384-15,3-2-480 0</inkml:trace>
  <inkml:trace contextRef="#ctx0" brushRef="#br0" timeOffset="52641.64">22752 2482 15663 0,'3'-15'1392'0,"0"9"-1120"16,-1-2-272-16,1 1 0 0,-2 0 6624 0,1 1 1264 16,-4 0 256-16,2 6 48 0,-1-3-4416 0,1 3-896 15,0 0-192-15,-5 0-16 0,-2-1-1392 0,-1 5-288 16,-2 0-48-16,-3 1-16 0,-4 3-560 0,-1 2-112 15,-2 1-32-15,2 2 0 0,1 1-224 0,-1 0 0 16,2 3 0-16,2 0 128 0,2-1-128 0,2-2 0 16,-1 3 0-16,2-1 0 0,4-3 0 0,2 0 0 15,2-1 0-15,2-1 0 0,2-3-208 0,2 0-48 0,1-1 0 0,2-2 0 32,1-1-176-32,-1-2-32 0,3 0-16 0,0-2 0 15,2-3 16-15,0-1 0 0,2-1 0 0,0 1 0 0,1-5 160 0,0 0 48 0,-1-2 0 16,1-1 0-16,1-1 256 0,-3-1-128 0,1-2 128 0,0 1 0 15,2-1 0-15,-1 2 0 0,-3-1 0 0,0 1 0 16,0 0 0-16,-1 1 128 0,-3 2-128 0,0 0 192 0,-1 0 144 16,0 5 32-16,-3 2 0 0,-5 4 0 0,5-4 64 15,-5 4 16-15,5-4 0 0,-5 4 0 0,0 0-192 0,0 0-48 16,0 0 0-16,7 5 0 0,-7-5-208 0,5 9 176 16,-1 2-176-16,-1 0 160 0,-2 4-160 0,0 0 0 15,-1 2 144-15,0 0-144 0,0-1 0 16,-1 0 144-16,0-1-144 0,1 0 0 0,0-2 128 0,0 0-128 15,0-3 0-15,1-1 0 0,-1-9 0 0,0 0 0 16,0 0 0-16,0 0 0 0,0 0 128 0,0 0-128 16,0 0 0-16,8 3 0 0,-8-3 0 15,9-3 0-15,0-1 0 0,0-2 0 0,-1-5 0 0,2 0 0 16,1-2 0-16,0-2 0 0,1 0 0 0,1-1 0 16,2 0 0-16,-1-2 0 0,2 0 0 0,-1 0 0 0,0 1 0 15,-1 1 0-15,2 0 0 0,-3 5 0 16,-3 0 0-16,-1 3-144 0,-1 2 144 0,-2 2 0 15,-6 4 0-15,0 0-128 0,0 0 128 0,0 0 0 16,0 0 0-16,4 9 0 0,-2 1 0 0,-2 5 0 16,0-2 128-16,-2 4-128 0,0 0 0 0,-1 1 128 0,1-1-128 15,0 0 0-15,1 0 0 0,2-2 0 0,2 1 0 16,-1-2 0-16,2-2 0 0,2-3 0 0,-1-2 0 0,0-1 0 16,0-2 0-16,2-1 0 0,1-1-128 0,1-3 128 15,4-3 0-15,-2 0-128 0,-1-2 128 0,1-2 0 16,1-1 0-16,1-2-160 0,3 0 160 0,-1-2 0 15,1-2-192-15,0 0 64 0,1-4 128 0,4-3-208 16,-1 0 64-16,0 1 16 0,-3 2 0 0,-1 2 0 0,-3 1 128 0,-3 4 0 16,-1 2-144-16,-1 2 144 15,-3 2 0-15,-1 0 0 0,0 0 128 0,-4 6-128 0,0 0 224 0,0 0-32 16,0 0-16-16,0 0 0 0,0 0-176 16,0 0 0-16,0 0 144 0,0 0-144 0,0 0 0 15,4 6 0-15,1 1 0 0,0-1 0 0,1 1 0 0,-3 1 0 16,-3-8 0-16,4 8 0 0,2 1 0 15,-1 0 0-15,0 1 0 0,2-2 0 0,-1 0 0 0,1 0 0 16,-1 1 0-16,-1 1 0 0,0-3 0 0,1 1 0 16,-2-1 0-16,0 0 0 0,-4-7 0 0,0 0-160 15,2 8 160-15,-2-8 0 0,3 8-144 0,-3-8 144 16,0 6 0-16,0-6-144 0,0 0 144 0,-3 8 0 16,-1-2 0-16,0 2 0 0,4-8 0 0,-5 7 0 15,-1-3 0-15,0 0 0 0,6-4 0 0,-6 5 0 16,-2 0 0-16,3-1-128 0,5-4 128 0,-7 4 0 0,1-1-144 0,6-3 144 15,0 0-176-15,0 0 48 16,0 0 0-16,0 0 0 0,0 0-112 0,0 0-16 16,0 0 0-16,0 0 0 0,6 2 64 0,5-1 0 0,0-3 0 15,4-1 0-15,0-1 192 0,2-2 0 16,2-2-160-16,0-1 160 0,2-3-128 0,0-1 128 16,0 1-160-16,1-5 160 0,0-5-128 0,-1 0 128 0,2-1 0 15,1-2-144-15,1-1 144 0,-4 4 0 0,2-4 0 0,2-2 0 16,1-2 0-16,0 3 0 0,0-3 0 15,-3 0 0-15,1 0 0 0,-3 1 144 0,-3 3-144 0,0-1 160 0,-3 3 160 0,-4 5 48 16,-2 3 0-16,-2 3 0 16,-2 3 16-16,-1 0 16 0,-1 4 0 0,-3 6 0 0,0 0-144 0,0 0-48 15,0 0 0-15,0 0 0 0,0 0-208 0,-4 5 0 16,-1 3 128-16,-2 6-128 0,-1 5 0 16,-2 3 0-16,-1 1 0 0,0 3 0 0,-1 4 0 15,0-4 0-15,0 3 0 0,2 2 0 0,1-3 0 0,0 0 0 16,0-2 0-16,1 2 0 0,1-5 0 0,0 3 0 15,0-2 0-15,0-2 0 0,1-1-272 0,1-4 48 16,0 0 16-16,2-2 0 16,-2-2-672-16,1-1-128 0,1-4-16 15,1-2-16-15,2-6-1184 0,0 0-224 0,0 0-48 0,0 0-16 16,0 0-1936-16,0 0-384 0</inkml:trace>
  <inkml:trace contextRef="#ctx0" brushRef="#br0" timeOffset="52841.84">23875 2343 14735 0,'-7'-17'640'0,"6"12"160"0,1 5-640 0,0 0-160 15,-2-4 0-15,0-1 0 0,2 5 7200 0,0 0 1408 0,0 0 288 0,0 0 48 16,0 0-5264-16,0 0-1056 16,7-1-192-16,1-2-64 0,-1 2-1296 0,4 0-272 0,1-3-48 0,3 2-16 15,6 2-464-15,3-1-80 0,3 1-32 0,2 0 0 16,1-1-160-16,1-1 128 0,-1 0-128 0,5-1 128 16,-8 2-80-16,2 0-48 0,-3-3 0 0,0 1 0 15,0-1 0-15,0 0 0 0,-3-1 0 0,-1 4 0 16,-3-3 0-16,0 1 0 0,-2 1-128 0,-3-1 128 15,-2 0-1600 1,-1-1-256-16,-2 3-48 0</inkml:trace>
  <inkml:trace contextRef="#ctx0" brushRef="#br0" timeOffset="54708.78">25655 1924 35007 0,'-7'-2'3120'0,"-1"0"-2496"15,0-1-496-15,-1 0-128 0,0 2 2816 0,-1-1 560 16,-3 2 96-16,-2 2 32 0,0 2-2096 0,-2 5-400 0,0-2-96 0,-3 6-16 16,-3 6-384-16,-2 5-64 0,-2 3-32 0,-1 4 0 15,1 3-128-15,-1 3-32 0,1-1 0 0,1 1 0 16,3-1 16-16,0 0 0 0,4-3 0 16,2-1 0-16,5-2-112 0,3-2-32 0,1 0 0 0,4-3 0 31,3-3-960-31,2-1-208 0,3-2-48 0,4-2 0 15,4-4-2016-15,3-1-416 0,4-3-64 0,-1-4-15376 0</inkml:trace>
  <inkml:trace contextRef="#ctx0" brushRef="#br0" timeOffset="55100.13">25613 2201 23951 0,'0'0'2128'0,"0"0"-1696"0,0 0-432 0,0 0 0 0,-5 0 5328 0,5 0 992 15,-7 0 192-15,7 0 32 0,-5 4-4064 0,0 3-816 16,-1 1-176-16,3 3-16 0,-1 1-672 0,0 4-128 15,0 1-32-15,0 0 0 0,0 1-336 0,0-3-80 16,0 2-16-16,2 0 0 0,-1-1-80 0,2 0 0 16,-2-1-128-16,0-2 192 0,2-2-192 0,0-2 128 15,1-9-128-15,-1 8 0 0,1-8 128 0,0 0-128 16,0 0 0-16,0 0 144 0,0 0-144 0,0 0 0 16,0 0 0-16,0 0 0 0,9-8 0 0,1-1 0 15,2-2 0-15,1-3 0 0,1 0 0 0,3-2 0 16,1-2 0-16,3 1 0 0,1-3 0 0,1 3 0 15,-1-2 0-15,-1 2 0 0,-1 1-160 0,-1 3 160 16,-1 3 0-16,-2 2-144 0,-3 1 144 0,-3 6 0 16,-2 0-144-16,-8 1 144 0,6 2 0 0,1 2 0 15,-7-4 0-15,3 11 128 0,-2 2 96 0,-1 2 16 16,-1 2 0-16,-1-2 0 0,2 2-48 0,-2 2-16 0,-1-1 0 0,0-1 0 16,3-1-176-16,-1-2 0 0,0 1 144 15,0-2-144-15,-2-2 0 0,2 0 0 0,-1 1 0 0,4-3 0 31,-2-3-352-31,0-6-144 0,0 7-16 0,0-7-16 16,0 0-976-16,0 0-192 0,0 0-32 0,0 0-13856 0,5 2-2768 0</inkml:trace>
  <inkml:trace contextRef="#ctx0" brushRef="#br0" timeOffset="55250.2">26069 2093 15663 0,'0'0'1392'0,"0"0"-1120"0,0 0-272 0,0 0 0 0,0-6 6960 0,0 6 1328 16,0 0 272-16,0 0 48 0,0 0-6112 0,0 0-1216 15,0 0-240-15,0 0-48 16,0 0-2224-16,3 9-448 0,-1 1-96 0,1 6-16 16,-2-2-2240-16,2 3-464 0</inkml:trace>
  <inkml:trace contextRef="#ctx0" brushRef="#br0" timeOffset="55723.51">26210 2311 6447 0,'0'0'576'0,"8"-4"-576"0,-2 1 0 0,2-3 0 0,1-1 6592 0,0 1 1200 16,-1-2 240-16,-1 0 48 0,-1 0-4192 0,-1 0-848 15,-1 2-160-15,-4 6-48 0,0 0-848 0,0 0-160 16,0 0-32-16,-4-5-16 0,4 5-640 0,-9-2-128 0,-2 1-32 16,-2 5 0-16,-3 2-528 0,-1 4-128 15,-1-1 0-15,-1 1-16 0,2 1-304 0,2-1 0 0,0-1 128 0,4 2-128 16,0-1 0-16,2-1 0 16,3 0 0-16,0-1 0 0,6-8 0 0,0 0-192 15,0 0 48-15,0 0 16 0,3 8-224 0,-3-8-32 16,8 5-16-16,1 0 0 15,0-1-16-15,2-1 0 0,-1-2 0 0,2-2 0 0,-1-2 128 0,3 1 32 0,-3-2 0 16,1 0 0-16,0-1 112 0,-1-2 144 0,0-1-208 0,-1-1 80 16,1 0 128-16,-1 0 0 0,1 0 0 15,-2-2 0-15,-3 2 0 0,1 1 144 0,-3 2-16 16,-4 6-128-16,2-8 432 0,0 2-32 0,-2 6 0 0,0 0 0 0,0 0 32 16,0 0 0-16,0 0 0 0,0 0 0 0,0 0-240 0,-2 6-32 15,1 6-16-15,0-3 0 0,-2 5-144 16,0-1 0-16,2 3 0 0,0 1 0 0,-2 1 0 0,2 4 0 15,-2 0 0-15,1 6 0 0,0 2 0 0,0 4 0 16,-1 0 0-16,2 1 0 0,0 1-176 0,-1 1 176 16,0-2-128-16,-2-1 128 15,0-1-448-15,-1-3 0 0,-2-2 0 0,-1-2 0 16,-1-4 112-16,0-2 16 0,-1-2 0 0,1-3 0 0,-3-2 320 0,0-2-144 16,-1-2 144-16,0-2 0 0,-1-3 0 0,-1-1 0 15,1-3 0-15,-2 0 0 0,-1-2-176 0,-1 0 176 16,1-1-160-16,2-4 160 15,-2 1-432-15,1-3 16 0,2-4 0 0,1 0 0 16,2 0-2544-16,3-2-512 0,4-2-112 0</inkml:trace>
  <inkml:trace contextRef="#ctx0" brushRef="#br0" timeOffset="55950.34">26631 2197 36863 0,'0'0'3264'0,"0"0"-2608"0,0 0-528 0,0 0-128 16,0 0 3184-16,0 0 592 0,0 0 128 0,0 0 32 15,-5 8-2160-15,-2 3-432 0,2 2-96 0,-3 5-16 16,-1 3-896-16,0-2-176 0,1 2-32 0,0 0-128 16,1-3 0-16,0 1 0 0,3-5 0 0,0 0 0 15,0 2-496-15,2-3-208 0,0-1-32 0,1-2-16 16,0 2-2192-16,-1-6-432 15,2-2-80-15</inkml:trace>
  <inkml:trace contextRef="#ctx0" brushRef="#br0" timeOffset="56106.43">26692 2079 29487 0,'-2'-7'2624'0,"0"1"-2112"16,2 0-512-16,2 1 0 0,-1 0 3616 0,-1 5 608 15,0 0 128-15,0 0 32 0,4-5-3088 0,-4 5-608 16,0 0-128-16,8 0-32 15,0 1-2304-15,-8-1-464 0,7 8-80 0,1 4-10240 16,-1 2-2048-16</inkml:trace>
  <inkml:trace contextRef="#ctx0" brushRef="#br0" timeOffset="56552.88">26939 2376 15663 0,'0'0'1392'0,"4"-5"-1120"16,2-3-272-16,2-1 0 0,0 0 5376 0,-2 0 1008 15,1-1 208-15,-3 1 32 0,1 0-3856 0,-1-1-768 0,0 1-144 0,-2 1-48 16,0-1-704-16,-1 1-144 0,-2 0-16 0,-2 3-16 16,-2 2-144-16,-3 3-16 0,-2 0-16 0,-3 3 0 15,-4-1-336-15,-2 4-64 0,-1 3-16 0,-4-1 0 16,-2 5-208-16,1 2-128 0,2 0 128 0,1 0-128 16,1 0 128-16,2-1-128 0,4 2 128 0,2-1-128 15,2 1 0-15,4-2 0 0,1 1 0 0,5-4 0 16,2 0-144-16,3-2-48 0,3-3-16 0,2 0 0 15,4-1-352-15,3-3-64 0,2 0-16 0,3-4 0 16,2-2-32-16,1-1-16 0,-1-4 0 0,2-1 0 0,0-2 432 16,-2-2 64-16,-1-1 32 0,-1-4 0 0,-1-1 160 15,-1-1 0-15,-1-5 0 0,-1 0 0 0,-2-1 176 0,0-2-48 16,2-2 0-16,-1 0 0 0,0-1 128 16,-2 0 32-16,-1 2 0 0,-1 1 0 0,-3 4-32 0,0-1-16 15,-2 4 0-15,-1 4 0 0,-1 2 176 0,-1 6 32 16,-1-1 16-16,-1 5 0 0,-2 6-96 0,0 0-32 15,0 0 0-15,0 0 0 0,0 0-144 0,0 0-48 16,-4 6 0-16,-1 6 0 0,-1 4-144 0,-1 4 0 16,1 5 0-16,-3 5 0 0,-2 0 0 0,-2 0 0 15,1 3 0-15,2-1 0 0,2 2-192 0,2 0 0 16,0 0-16-16,1-5 0 16,0-3-1664-16,1-1-336 0,1-2-64 0,2-2-18864 0</inkml:trace>
  <inkml:trace contextRef="#ctx0" brushRef="#br0" timeOffset="56868.96">27405 1689 5519 0,'-11'-1'496'0,"11"1"-496"0,0 0 0 0,0 0 0 0,0 0 10160 15,0 0 1936-15,0 0 384 0,0 0 64 0,0 0-9232 0,6 6-1856 16,2-1-368-16,1 4-80 15,2 3-192-15,-2-1-48 0,1 0 0 0,1 2 0 0,0 2-768 0,1-1 0 16,0 0-192-16,0 3 48 0,-1 4 144 0,1 1 128 16,0 1-128-16,-1 1 176 0,1 5-176 0,1 4 128 15,0 2-128-15,0 1 128 0,0 2-128 0,0 1 0 16,-1-1 0-16,-3 1 0 0,-1 0 0 0,-3-2 0 16,-3 2 0-16,-4 1 0 0,-2-1 0 0,-3-1 0 15,-4-1 0-15,-2-2 0 0,-3-1 0 0,1-3 0 16,-2 0 0-16,-1-3 0 0,-1-3 304 0,0-5-32 15,-1-1 0-15,-1-1 0 0,-1-4-464 0,1-2-80 16,0-2-32-16,-2 0 0 16,1-4-1056-16,2-2-224 0,2-1-32 0,5-1-22144 0</inkml:trace>
  <inkml:trace contextRef="#ctx0" brushRef="#br0" timeOffset="62107.59">20653 4175 23951 0,'0'0'2128'0,"0"0"-1696"0,0 0-432 0,-2 5 0 16,-3-1 4448-16,5-4 800 0,0 0 176 0,0 0 16 15,0 0-2528-15,0 0-512 0,0 0-96 0,0 0-32 0,0 0-912 0,0 0-176 16,-4-4-32-16,1-1-16 0,2-1-544 0,0-4-96 16,1-1-32-16,1-1 0 0,1-1-240 0,2-1-48 15,2-3-16-15,-1-2 0 0,-1-1-160 0,2-3 0 16,1-1 0-16,2-2 128 0,0-4-128 0,3 0 0 16,-1 0 0-16,2-2 0 0,-1 4 0 15,0 0 0-15,-2 3 0 0,1 5 0 0,-2 1 0 16,-1 5 0-16,-2 4 0 0,0 2 0 0,-3 3 0 0,-3 5 0 15,0 0 0-15,0 0 0 0,0 0 0 0,6 10 0 16,-2 3 0-16,-1 3 0 0,-1 1 0 0,-1 1 0 16,2 3 0-16,1-3 0 0,-1 2-128 0,1-4 128 15,2 0 0-15,0 0 0 0,1-3 0 0,0-1 0 16,3-3 0-16,-1-3 0 0,1-3-192 0,-1-2 192 16,0-1-160-16,1-1 160 0,-1-4-128 0,1-2 128 15,1-3 0-15,0-3-144 0,1-4 144 0,0-2 0 16,1-3 0-16,1-1 0 0,0-6 0 0,2 2 0 15,0-3 0-15,1-3 0 0,-2 2 0 0,0 1 0 0,-1 2 0 16,0 5 0-16,1 2 0 0,-2 4 0 0,-5 4 0 0,-1 4 128 16,0 2-128-16,-7 7 0 0,0 0 0 0,0 0 0 15,2 10 0-15,-2 5 128 0,-1 6-128 0,-3 5 128 16,-2 4-128-16,-2 1 0 0,-1 5 128 0,0-2-128 16,2 2 0-16,1 1 0 0,-1-4 0 0,2 0 0 15,0-4 0-15,1-2 0 0,2-2 0 16,2-3-128-16,-1 0-640 15,1-2-128-15,1-3-32 0,2-3 0 0,0-2-832 0,1-4-160 16,1-3-48-16,1-1 0 0,2-3-2592 16,1-2-528-16</inkml:trace>
  <inkml:trace contextRef="#ctx0" brushRef="#br0" timeOffset="62272.59">21447 3687 25791 0,'0'0'2304'0,"0"0"-1856"0,0 0-448 0,6-5 0 0,-6 5 5488 0,4-5 992 16,1 1 208-16,0 0 32 0,-5 4-4400 0,9-4-880 15,2 0-176-15,-1 2-48 0,0-2-768 0,2 3-144 16,1-1-48-16,0 1 0 0,2 0-256 0,-1 1 0 16,0 0 0-16,2 0 0 15,-2 0-608-15,-1 1-176 0,-1 0-48 0,-2 2 0 16,1 2-2048-16,-2 2-432 0,-1-1-80 0</inkml:trace>
  <inkml:trace contextRef="#ctx0" brushRef="#br0" timeOffset="62430.96">21527 3877 19343 0,'0'0'1728'0,"0"0"-1392"0,0 0-336 0,0 0 0 16,0 0 7120-16,0 0 1360 16,0 0 272-16,0 0 48 0,0 0-6288 0,0 0-1248 0,9-4-256 15,3 0-48-15,1-3-720 0,3 2-240 0,-1-2 144 0,3 2-144 32,2-1-944-32,1-1-272 0,1-1-48 0,-1 2-16 15,0-1-2256-15,2 2-464 0,2 1-96 0</inkml:trace>
  <inkml:trace contextRef="#ctx0" brushRef="#br0" timeOffset="62611.12">22264 3652 20271 0,'0'0'896'0,"0"0"192"0,0 0-880 0,-7-1-208 0,1 1 0 0,-1 0 0 0,1 1 7632 0,-2 3 1488 16,-1 1 288-16,-2 2 64 0,-1 1-6912 0,1 2-1376 15,-2 3-288-15,-2 4-48 0,1 3-528 0,1-2-128 16,1 0 0-16,2 2-16 15,1 1-640-15,2 0-128 0,1-1-32 0,3-1 0 16,3 0-1168-16,4-3-224 0,4-3-48 0,2 0-13232 16,3 1-2624-16</inkml:trace>
  <inkml:trace contextRef="#ctx0" brushRef="#br0" timeOffset="63687.48">22595 3710 23039 0,'14'-12'2048'0,"-9"7"-1648"0,-1-2-400 0,-3 1 0 16,-2-5 4384-16,1 3 800 15,0 2 144-15,0 6 48 0,-5-5-1984 0,-2 2-400 16,1 2-80-16,-3 2-16 0,-2 2-1456 0,-2 3-288 16,-2 2-64-16,-2 2-16 0,-1 2-608 0,-3 3-112 15,-2 0-32-15,3 2 0 0,0-1-192 0,2 1-128 0,1 0 128 0,1 2-128 16,4-2 0-16,3 0 0 0,3-3 0 0,2 0 0 16,1-3-240-16,3 2-16 0,2-6 0 0,2 1 0 31,2-2-192-31,2 1-64 0,0-2 0 0,1-1 0 15,1-4-32-15,2-3-16 0,1 2 0 0,1-2 0 0,2-3 176 0,0-2 48 0,1-1 0 0,0-3 0 16,-2 0 336-16,1 1-144 0,-1-4 144 0,1 2 0 16,0-4 0-16,-2 2 0 0,0-2 0 0,2 1 0 0,-3 2 144 15,-1-2 48-15,-3 4 0 0,-1 4 0 16,0 3 192-16,-3 1 32 0,-5 4 16 0,0 0 0 0,0 0 64 0,0 0 16 16,0 0 0-16,0 0 0 15,2 9-176-15,1 3-16 0,-2 0-16 0,-1 2 0 0,-1-1-176 0,0 2-128 16,1 0 192-16,0 1-192 0,0 2 160 15,0-2-160-15,0-2 128 0,0-1-128 0,1 0 0 0,0-2 0 16,1-3 128-16,-1-1-128 0,-1-7 0 0,1 8 0 16,-1-8 0-16,0 0 0 0,0 0 0 0,0 0 0 15,7 0 0-15,-1-1 0 0,2-2-128 0,1-2 128 16,0 0-160-16,1-2 160 0,-1-3 0 0,1-3-144 16,1-1 144-16,0-3 0 0,4-2 0 0,-2 0-128 15,0-1 128-15,4-6 0 0,1 0-128 16,-1 3 128-16,-2 2-128 0,0 2 128 0,-2 5-128 0,-3 1 128 15,-1 3-128-15,1-1 128 0,-4 6 0 0,1 1 0 16,-7 4 0-16,0 0 0 0,0 0 0 0,0 0 0 0,3 11 0 16,1 0 128-16,-2 2-128 0,-1 4 144 15,-2 0-144-15,1 0 160 0,0-1-160 0,1-1 0 0,0 1 0 16,2-3 0-16,1 0 0 0,1 0 0 0,-1-4 0 16,2 2 0-16,1-6 0 0,2 0-176 0,2-2 48 15,0-2 0-15,1-1 128 0,1-1-208 0,1-2 80 0,2-1 128 16,-3-2-128-16,1-1 128 0,2-3 0 0,0-1 0 15,-1 0 0-15,1 0 0 0,0-4 0 0,-1 0 0 0,0-3 0 16,-1 0-144-16,3-1 144 0,-3 1 0 0,1-1-192 16,-2 0 192-16,-3 2-192 0,0 2 192 15,1 2-160-15,-3 4 160 0,-3 0-128 0,0 2 128 16,-2 0 0-16,-3 7 0 0,1-6 0 0,-1 6 0 0,0 0 144 0,0 0 16 16,0 0 0-16,0 0 0 0,0 0-160 0,0 0 192 15,0 0-192-15,0 0 192 0,0 6-192 0,0 2 0 16,1 0 0-16,1 1 0 0,-1 0 0 0,2 1 0 15,-1-1 0-15,3 1 0 0,1 0 0 0,-2 1 0 16,-1 1 0-16,1-5 0 0,2 3 0 0,-1-3 0 16,0 0 0-16,2-1 0 0,-1 1-192 0,2-1 192 15,-3 1-160-15,-1 0 160 0,0-1-192 0,-2 1 48 16,-2-7 16-16,2 9 0 0,-2-9 0 0,0 8 0 16,-2-1 0-16,1 1 0 0,1-8 128 0,-2 8-192 15,2-8 192-15,-4 7-192 0,4-7 192 0,0 0-128 16,0 0 128-16,0 0-128 0,0 0-16 0,0 0 0 15,0 0 0-15,7-6 0 0,4-2-176 0,1 1-48 16,2-2 0-16,2-5 0 0,1 0 112 0,0 0 32 0,-2-2 0 0,2-1 0 16,1-1 224-16,2-3 0 0,1-1 0 15,0 0 160-15,0-2 176 0,-1 2 48 0,0 0 0 0,-2 1 0 16,-1-2 64-16,-3 0 32 0,0 5 0 0,-4 3 0 16,-2 3 32-16,-2 3 16 0,0 2 0 0,-3 1 0 15,-3 6-160-15,0 0-48 0,0 0 0 0,0 0 0 16,0 0-128-16,0 0-48 0,0 0 0 0,-2 9 0 15,-2 1-144-15,0 2 0 0,-1 1 0 0,-2 3 0 0,-1 1 0 16,1 2 0-16,-1 5 0 0,0-2 0 16,0 3 0-16,0 1 0 0,2 1 0 0,1 0 0 0,-2 1 0 15,2-1 0-15,0-1 0 0,1-2 0 16,0-3-304-16,0-3 16 0,-1-3 0 0,1 0 0 16,1-2-800-16,1-3-176 0,-1-2-16 0,3-8-16 15,0 0-1392-15,0 0-256 0,0 0-64 0,0 0-10880 16,0 0-2176-16</inkml:trace>
  <inkml:trace contextRef="#ctx0" brushRef="#br0" timeOffset="63874.6">23471 3570 49871 0,'0'0'2208'0,"0"0"464"0,0 0-2144 0,0 0-528 16,8 1 0-16,1-1 0 0,1-1 1360 0,3 1 176 15,4 0 16-15,1 0 16 0,3-2-672 0,0-1-144 16,1 2-32-16,2-3 0 0,-1 1-448 0,5-1-80 15,2 0-32-15,1-2 0 0,3 1-160 0,2-2 0 16,2-1 0-16,1 2 128 16,0-2-656-16,-1 3-144 0,-3 1-32 0,-1 2 0 15,-2 1-3520-15,-4 2-704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6:11:25.41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833 1040 11967 0,'0'0'1072'0,"-1"-6"-864"0,-3 0-208 0,1-1 0 0,1 1 5312 0,2 6 1008 15,0 0 208-15,0 0 32 0,0 0-3744 0,0 0-736 16,0 0-160-16,0 0-16 0,0 0-496 0,4 6-112 16,-1 6-16-16,3 4 0 0,0 5-704 0,-1 3-160 15,-1 8-32-15,2 2 0 0,0 2 0 0,-1 2-16 16,0-2 0-16,1 1 0 0,-1-1-176 0,0 1-16 16,2-3-16-16,-3-2 0 0,-1-3-160 0,0-2 160 15,0 0-160-15,2-8 160 0,-1-2-160 0,0-5 0 16,-2-2 144-16,1-1-144 0,1-2 0 0,-4-7 128 15,0 0-128-15,0 0 0 0,0 0 0 0,0 0 0 16,0 0-160-16,4-8 160 0,-2-9-208 0,1-1 64 16,0-3 16-16,-1-2 0 0,1-5 128 0,-1-2-160 0,1-4 160 15,2-1-160-15,-1-1 160 0,1-4-160 16,2-1 160-16,1 0-160 0,0 2 160 0,1 1-192 16,2 3 192-16,1 5-192 0,0 0 192 0,0 5-128 15,-2 3 128-15,0 3-128 0,2 2 128 0,0 4 0 0,-2 0 0 0,1 5-128 16,-1 4 128-16,-1 3 256 15,0 1-64-15,1 5-16 0,-1 1 112 0,0 7 32 16,0 4 0-16,-1 4 0 0,-2 4-64 0,1 4 0 0,-1 6 0 0,1-1 0 16,-5 4-64-16,1-1 0 0,0-1-16 0,-2-1 0 15,0-3-176-15,2 2 128 0,-1-1-128 0,2-1 128 16,0-4-128-16,0 1-176 0,0-6 48 0,0-1 0 16,0-1-1312-1,1-5-256-15,-1-2-48 0,0-1-16 0,-1-5-1904 16,-1-2-384-16,-2-6-80 0</inkml:trace>
  <inkml:trace contextRef="#ctx0" brushRef="#br0" timeOffset="532.16">880 1394 18431 0,'0'0'1632'0,"0"0"-1312"0,0 0-320 0,0 0 0 0,0 0 5824 0,0 0 1104 16,10-1 224-16,3-2 32 0,3 2-5552 0,2-2-1120 15,5 0-208-15,0-3-48 0,3-2-64 0,0 2-16 16,2-3 0-16,2 0 0 0,2-2-176 0,1 1 0 16,3-2 0-16,2 0 0 15,1 2-352-15,0 0-96 0,0-2-32 0,0 0 0 16,-1 0-608-16,0 2-128 0,-5 1-32 0,-3 1 0 16,-4 3 352-16,-4 0 64 0,-5 2 0 0,-4-1 16 0,-1 3 816 0,-6 1 0 15,-6 0 0-15,0 0 0 0,0 0 1328 0,0 0 208 16,0 0 64-16,-9 5 0 0,-1-2-272 0,-2 0-48 15,-1 4-16-15,-3 1 0 0,-1 1-560 0,-1 1-128 0,-2 1 0 16,1-2-16-16,-1-1-240 0,3 1-32 16,0 0-16-16,2 0 0 0,0 0-128 0,1 0-16 0,2 0-128 0,3-2 192 15,1 0-192-15,3-2 144 0,0 0-144 16,5-5 128-16,-1 8-128 0,1-8 0 0,4 8 0 0,1-2 0 16,3 1 0-16,2-1 0 15,2 1 0-15,2 0 0 0,2-3 0 0,2 2 0 0,0-1 0 16,3 0 0-16,3-5 0 0,0 1 0 0,2 1 0 0,-2-1 0 15,-3 0 0-15,0 2 0 0,-2-1 0 0,-1 1 0 16,-2 0 0-16,0 2 0 0,-2 1 0 0,-1 1-176 16,-4-1 176-16,-1 2-128 0,-1 1 128 0,-4 1-128 15,-1-1 128-15,-2 0 0 0,-2 0 0 0,-1 1 0 16,-5-1 0-16,-1 2 0 0,-1 1 0 0,-1 1 128 0,-2-3-128 16,-2 1 128-16,-4-1-128 0,-2 0 128 0,-1 1-128 0,1-1-128 15,-3-1 128-15,1-1-192 16,0-3-1152-16,2-1-256 0,2-1-32 0,5-2-16 15,4 1-2208-15,3-5-448 0</inkml:trace>
  <inkml:trace contextRef="#ctx0" brushRef="#br0" timeOffset="916.94">2038 1266 38751 0,'0'0'1728'0,"0"0"336"0,-6 2-1648 0,0-2-416 0,-1-3 0 0,-2 3 0 16,-1 1 1920-16,-2 1 288 0,-1-1 64 0,0 2 16 15,0-1-976-15,-1 4-192 16,-1-1-32-16,1 0-16 0,-2-1-656 0,2 1-128 16,0 0-32-16,1 2 0 0,-2-1-256 0,4 1 0 0,-1 2 0 0,1-2 0 15,2-4 0-15,1 3 0 0,8-6 0 0,-3 5 0 16,-1 0 0-16,4-5 0 0,0 0 0 0,1 8-144 16,-1-8 144-16,6 9 0 0,1-5 0 0,3 1-128 15,2-1 128-15,3-1 0 0,1-1 0 0,1 1-128 16,2-1 128-16,0 0 0 0,1 0 0 0,2 1 0 15,-1-2 0-15,0 2 0 0,-2 0 0 0,-1-1 0 0,-2-1 0 16,0 3 0-16,-1 2 0 0,-2-1 0 0,-2 0 0 16,-2 1 0-16,0 1 0 0,-4 1 0 0,-1 1 160 15,-2 0-32-15,-2 2-128 0,-2-2 192 0,-2 2 0 16,-2 2 0-16,-3 0 0 0,0 0 0 0,-2 1-64 0,-2-1-128 16,-1 0 176-16,-3 0-176 15,-1 0 0-15,-1-2 0 0,1 1-192 0,0-1 48 16,0-4-1168-16,-1 0-224 0,5-2-64 0,1-1 0 15,2-1-640-15,4-3-144 0,7 0-32 0,0 0 0 16,1-7-1520-16,4-3-304 0,3-3-64 0</inkml:trace>
  <inkml:trace contextRef="#ctx0" brushRef="#br0" timeOffset="1273.92">2266 1278 27359 0,'0'0'1216'0,"0"0"240"0,0 0-1168 0,0 0-288 15,0 0 0-15,0 0 0 0,0 0 3664 0,5 8 688 16,-2 2 128-16,-2 0 16 0,-2 4-2144 0,-2-1-432 15,0 1-96-15,1 2-16 0,-1 1-912 0,2 2-176 0,0 1-32 0,-2-3-16 16,2 0-320-16,2 0-64 0,3 0-16 0,1-2 0 16,0 0-272-16,2-3 0 0,2-3 0 0,0-2 0 15,-1 0 0-15,0 0-176 16,2-7 0-16,2 1 0 16,1-1-208-16,1-1-32 0,-1-3-16 0,2-2 0 0,-2-3 48 0,1-1 0 15,0-4 0-15,1-1 0 0,-2 0 176 0,0-1 32 0,0 2 16 0,-1-6 0 16,-3-1 160-16,-1 0-160 0,-2-1 160 0,1 1-160 15,-1 4 160-15,-2 3-128 0,-1 2 128 0,-2 3-128 16,-2 1 128-16,1 8 128 0,0 0-128 0,0 0 176 16,0 0 336-16,0 0 64 0,0 0 0 0,0 0 16 0,-4 9-336 0,0 2-80 15,1 1-16-15,2 1 0 0,1 1-160 16,1 2 0-16,2-1 0 0,2 3 0 0,0-2-176 0,3 0 176 16,3-1-128-16,-2 0 128 15,-2-2-1120-15,3-1-144 0,-1-3-16 0,2 0-16 16,4-1-1520-16,-2-2-288 0,0-2-64 0,1 0-8800 15,-2-1-1776-15</inkml:trace>
  <inkml:trace contextRef="#ctx0" brushRef="#br0" timeOffset="2057.71">2763 1253 17503 0,'0'0'768'0,"0"0"176"0,0 0-752 15,0 0-192-15,0 0 0 0,0 0 0 0,0 0 6288 0,-4 7 1232 16,1-1 240-16,2 2 48 0,1 1-5168 0,1 2-1040 15,0 2-192-15,2 0-64 0,-2 0-576 0,2-1-128 16,-1 1-32-16,1 2 0 0,0 2-288 0,-1 0-48 16,1-1-16-16,0 0 0 0,-2 1-64 0,1-4-32 15,0 0 0-15,0-2 0 0,1-2-160 0,-2-1 160 16,-1-8-160-16,2 8 160 0,-2-8-160 0,0 0 0 16,0 0 0-16,0 0 0 0,0 0 0 0,0 0 0 0,0 0 0 0,6-2 0 15,1-6 0-15,-2 0 0 0,0 0-192 0,0-5 192 16,0 0-192-16,-1-1 192 0,3-3-192 0,-1 1 192 15,-2 0-192-15,0 1 192 0,3-1-160 0,-1 3 160 16,1 0-144-16,-1 3 144 0,-2 0-128 16,1 5 128-16,-5 5 0 0,0 0 0 0,0 0 0 0,0 0-128 15,0 0 128-15,10 5 128 0,-3-1-128 0,-1 6 176 0,0-3-48 16,1 4-128-16,-2 0 192 0,1 1-64 16,0 0-128-16,-3-2 0 0,3 1 144 15,-1-1-144-15,0-1 0 0,0 0 0 0,1-1 0 0,-1-1 128 16,-5-7-128-16,6 5 0 0,-6-5 0 0,7 4 0 0,-7-4 0 0,8 4 0 15,-8-4 0-15,9 1 0 0,-9-1 0 16,8-2 0-16,-3-2 0 0,3 0-128 0,-1-1 128 0,1-2 0 16,0-2 160-16,0-2-160 0,1-2 0 0,0-1-208 15,0-2 16-15,0-1 0 0,2-3-16 0,1 0 0 16,1 2 0-16,-2 0 0 0,-2 1-48 0,-1 2 0 16,0 2 0-16,-1 3 0 0,-2 2 128 0,-1 4 128 15,-4 4-208-15,0 0 80 0,0 0 128 0,0 0 192 16,2 7-32-16,1 2-16 0,-2 0 64 0,2 3 16 15,0 1 0-15,-2 1 0 0,-1 2-96 0,1-1-128 16,2 0 176-16,1-1-176 0,0 0 0 0,2-1 0 0,3 0 0 16,-1-1 0-16,0-1 0 0,1-1-144 15,0-1 144-15,2-1 0 0,0-3-240 0,1-1 48 16,0-4 0-16,2 1 0 0,-1 1 0 0,1-2 0 16,-2-2 0-16,1 1 0 0,0-4 192 0,0 0 0 0,2-2 0 0,-1 1-144 15,-1-1 144-15,1-2 0 0,1-2 0 0,-1 0 128 16,2-4-128-16,-1 0 128 0,1-3-128 0,-2-1 128 15,-1 1-128-15,0-2 0 0,2-2 0 0,-4 1 0 16,0 2 0-16,-2 2 0 0,-2-1 0 0,-2 6 0 0,-4 0-160 16,-2 4 160-16,1 8-192 0,-5-4 192 0,-1 1 0 15,0 3 0-15,-3 2 192 0,0 5-48 0,-2 2 48 0,1 6 16 16,-3 1 0-16,0 2 0 0,0 3-16 0,0 0-16 16,1 1 0-16,1-1 0 0,1 0 80 15,3-1 0-15,2-1 16 0,3-1 0 0,0-1-144 0,4 2-128 16,1-5 192-16,4 1-192 0,1-4 0 0,2 1 0 15,3-1 0-15,2-1 0 0,0-3-336 0,5 0-32 16,1-2 0-16,2-1 0 16,3-3-1536-16,0-2-304 0,4-2-64 0,-4-2-18992 0</inkml:trace>
  <inkml:trace contextRef="#ctx0" brushRef="#br0" timeOffset="2242.63">4008 1153 20271 0,'-15'9'896'0,"10"-4"192"0,-1-3-880 0,-1 0-208 16,3 1 0-16,4-3 0 0,0 0 7040 0,-5 6 1344 15,5-6 288-15,0 0 48 0,-3 6-6800 0,3-6-1344 0,0 0-288 0,2 7-48 32,0 5-1136-32,2 0-208 0,3-4-48 0,0 1-13712 0,3 4-2736 0</inkml:trace>
  <inkml:trace contextRef="#ctx0" brushRef="#br0" timeOffset="2391.8">4181 1560 51311 0,'-9'13'2272'0,"9"-13"480"0,-3 8-2208 0,2-2-544 0,1-6 0 0,-1 9 0 16,-2-1 1072-16,0-1 96 0,1-2 32 0,2-5 0 0,0 0-544 16,0 0-96-16,0 0-32 0,1 8 0 15,-1-8-848-15,1 8-720 0,5-2 496 16,-6-6-2400-16,8 8-496 0</inkml:trace>
  <inkml:trace contextRef="#ctx0" brushRef="#br0" timeOffset="3010.04">847 2118 26719 0,'0'0'2368'0,"0"0"-1888"0,0 0-480 0,0 0 0 16,10-7 5760-16,4 2 1040 0,4 0 224 0,4 0 32 16,3-1-5168-16,4 1-1040 0,3-1-208 0,6 0-32 0,4 3 32 0,7-1 16 15,4-2 0-15,7 3 0 0,6-1-304 16,4 0-64-16,3 0-16 0,6 1 0 0,4 1-80 16,6 0-32-16,3 2 0 0,3-1 0 15,1 0-160-15,3-2 0 0,4 2 144 0,0-1-144 0,-2 1 0 16,-2 1 128-16,-1-2-128 0,-1 0 0 0,-22 2 0 0,2 2 0 15,-2-4 0-15,-1 2 0 0,2 0 0 0,-5-1 0 16,-3 0 0-16,-3-1 128 0,15 4-128 0,-7-1 0 16,-8 0 0-16,-8 1 0 0,-7 0 0 15,-7-2 0-15,-5 0 0 0,-4 0 0 0,-4 0 0 0,-4 1 0 16,-3 1 0-16,-1-1 128 0,-2-1-128 0,-5-1 0 16,-4-1 0-16,1 2 128 0,1-1-128 0,-3 2 0 15,1 1 0-15,-11-2 0 0,7 0 0 0,-7 0 128 16,0 0-128-16,0 0 96 0,0 0-96 0,0 0 0 15,0 0 0-15,0 0 0 0,0 0 0 0,0 0 0 0,0 0 0 0,4 6 0 16,-4-6 0-16,0 0 0 16,3 8 0-16,-2-1 0 0,-1-7 0 0,0 6 0 0,0-6 0 0,-2 7 0 15,2-7 0-15,-2 6 0 16,2-6 0-16,0 0 0 0,-1 7 0 0,1-7 0 0,-4 8 0 0,0-3 0 16,4-5 0-16,0 0-192 0,0 0 192 0,-2 5-208 31,2-5-816-31,0 0-176 0,-6 4-16 0,6-4-15408 0,0 0-3072 15</inkml:trace>
  <inkml:trace contextRef="#ctx0" brushRef="#br0" timeOffset="10061.19">5348 1358 38927 0,'0'0'1728'0,"-1"-5"352"0,1 5-1664 0,0-7-416 0,0 7 0 0,0-6 0 16,0-6 976-16,0 4 112 0,0-2 32 0,-2 2 0 16,1 0 160-16,0 1 16 0,-2 1 16 0,0 1 0 15,-2 1-384-15,0 1-80 0,-3 2-16 0,-2 1 0 16,-3 2-96-16,-3 4-32 0,-2 1 0 0,-3 3 0 16,-3 3-384-16,-6 7-64 0,-2 0-32 0,3 3 0 0,1 2-96 15,3 1-128-15,3 3 176 0,3-4-176 0,2-2 144 16,6-1-144-16,3-2 0 0,1 0 144 0,6-6-144 0,4-1 0 15,2-3 0-15,3-2-176 0,1-3-32 16,4 1-16-16,4-6 0 0,1 0 0 0,3-4 32 0,0-3 0 16,0-2 0-16,-1-1 0 0,3-1 64 0,-3-1 128 15,0-2-208-15,-2 2 80 0,1-2 128 0,-3 0 0 16,0-1-144-16,-2 1 144 0,0-4 0 0,-4 2 0 16,-1 0 0-16,-1 2 0 15,-2 1 0-15,0 1 0 0,-2 2 0 0,-1 2 0 0,0 2 0 0,-3 6 128 16,1-6-128-16,-1 6 128 0,0 0 112 0,0 0 16 15,0 0 0-15,0 0 0 0,0 0-64 0,0 0 0 16,0 0 0-16,0 9 0 0,2 2-192 0,-2 2 0 16,1 1 0-16,0 1 0 0,2-1 0 0,1 2 0 15,1-1 0-15,0 1 0 0,2 0 0 0,-1-2 0 0,2-1 0 0,0-1 0 16,1-1 0-16,-1 0-128 16,0-3 128-16,1-2 0 0,0-1-304 0,-3-1 48 15,-6-4 16-15,11 2 0 0,-1-4-16 0,1 0-16 0,-3-4 0 16,-1 0 0-16,4-2 48 0,-2-1 16 0,-1-1 0 15,-2-3 0-15,-2-4-16 0,3-2 0 0,-1 0 0 16,1 1 0-16,-2-2 224 0,0 4 0 0,-1 2-160 0,0 1 160 16,0 3 0-16,-3 3 0 0,-1 0 0 0,0 7 0 15,0 0 576-15,0 0 16 0,0 0 16 0,0 0 0 16,0 0-96-16,0 0 0 0,0 0-16 0,-1 8 0 16,1 1-352-16,0 4-144 0,0 1 128 15,0-1-128-15,1 3 0 0,2 0 0 0,-1 1 0 0,1 0 0 16,-2 0 0-16,2 0 0 0,0 0 0 0,0-1 0 15,1-3-400 1,0-4-176-16,0 0-16 0,1-1-16 16,1-3-1248-16,-6-5-240 0,0 0-48 0,7 1-12128 0,1-1-2416 0</inkml:trace>
  <inkml:trace contextRef="#ctx0" brushRef="#br0" timeOffset="10210.34">5708 1218 21183 0,'0'0'1888'0,"-7"0"-1504"16,-1-1-384-16,1 1 0 0,-1 1 5600 0,0 1 1056 15,3-1 192-15,-1 1 64 0,6-2-5024 0,-3 3-992 16,3-3-208-16,0 0-48 0,-2 7-640 0,2-7 0 16,0 7 0-16,4 1 0 15,1 0-2240-15,1 0-384 0,0 0-80 0,2 1-16 16,0 1-1312-16,0 1-272 0</inkml:trace>
  <inkml:trace contextRef="#ctx0" brushRef="#br0" timeOffset="10540.64">5885 1299 16575 0,'0'0'1472'0,"0"0"-1168"0,-4 4-304 16,4-4 0-16,-4 5 4480 0,0 2 832 0,3 1 160 0,0-1 32 16,-1 3-2240-16,1 0-464 0,1 3-96 15,0 0-16-15,-1 3-880 0,1 2-176 0,1 1-32 16,0 1-16-16,1-2-720 0,2 1-144 0,-2-3-16 0,1 0-16 16,-1-3-288-16,1 0-48 0,-2-2-16 0,2-1 0 15,-1-1-144-15,-2-9-16 0,0 0-16 0,0 0 0 0,0 0 0 16,0 0 0-16,0 0 0 0,0 0 0 0,0 0 96 0,0 0 0 15,0 0 16-15,0 0 0 16,0 0-16-16,-2-5-16 0,-1-2 0 0,1 0 0 0,-2-4-240 0,-1-1 176 16,2-1-176-16,0 0 160 0,1-1-160 15,0 1 0-15,0 0 0 0,1 0 0 0,1 0 0 16,1 1 0-16,1 3 0 0,2-3 0 0,0 4 0 16,3-2 0-16,1 1 0 0,2 1 0 0,3 0-208 0,1 0 16 15,2 1 16-15,4-2 0 16,0-1-768-16,4 0-144 0,1 2-48 0,-1 2 0 15,4 0-1488-15,2 2-288 0,2 4-64 16,2-2-16-16</inkml:trace>
  <inkml:trace contextRef="#ctx0" brushRef="#br0" timeOffset="10880.22">6648 1329 47567 0,'0'0'2112'0,"0"0"432"0,0 0-2032 0,0 0-512 16,0 0 0-16,0 0 0 0,0 0 1632 0,0 0 224 0,0 0 64 0,0 0 0 16,0 0-752-16,0 0-144 0,0 0-16 0,10 4-16 15,2-1-784-15,1-2-208 0,2-1 0 0,2 0 0 16,3-1 176-16,2 1-48 0,2 0-128 0,2-2 192 16,-2 1-64-16,3-2 0 0,1 1-128 0,1 0 192 15,2-3-192-15,2 1-128 0,1 0 128 0,0 1-208 16,-2-1 208-16,2 1 0 0,3 0 144 15,-1-1-144-15,1 1 0 0,-2 0 0 0,-1-2 0 16,-2 3 0-16,-2-3 0 0,-1 1 0 0,-3 0 0 0,-3 2 0 16,-3 0 0-16,-2 1 0 0,1-1 0 0,-2-1 0 0,-6 0 0 15,0 2 0-15,-2 0 0 0,-3-1 0 0,-6 2-144 0,0 0-32 16,0 0 0-16,7-5 0 16,-7 5-1088-16,4-6-208 0,-2-2-64 0,1 1-14736 15,2 1-2960-15</inkml:trace>
  <inkml:trace contextRef="#ctx0" brushRef="#br0" timeOffset="11213.73">7507 1144 27647 0,'0'0'2448'0,"-7"4"-1952"0,7-4-496 0,-6 4 0 0,6-4 5344 0,0 0 976 15,-5 4 192-15,5-4 32 0,-7 5-4096 0,2 1-816 16,5-6-160-16,0 0-48 0,0 0-656 0,1 7-128 16,-1-7-16-16,3 9-16 0,1-1-480 0,2 0-128 15,-2 0 0-15,3-2 0 0,2-1 0 0,1 0 0 16,1-1 0-16,0 2 0 0,1-2 0 0,0 1 0 15,2 0 0-15,-1 1 0 0,0-3 0 0,0 1 0 16,0-3 0-16,-1 2 0 0,0 1 0 0,-2 0 0 16,-1-2 0-16,-9-2 0 0,0 0 0 0,0 0 0 15,8 2 0-15,-8-2 0 0,0 0 0 0,0 0 0 0,0 0 0 0,0 0 0 16,0 0 0-16,0 0 0 0,0 0 0 0,0 0 128 16,1 7-128-16,-2 0 0 0,-3-1 0 0,-1 0 0 15,0-1 0-15,-4 0 0 0,1 3 0 0,-3-2 0 16,-2 1 128-16,-1 2-128 0,2-1 128 0,-1 1-32 15,0 1-96-15,0-3 0 0,0 1 0 0,3 0 0 16,-2 1 0-16,3-1 0 0,1-1 0 0,2 1 0 16,-1-1 0-16,3-1 0 0,4-6 0 0,-1 8 0 15,1-8-976-15,0 8-192 16,0-8-48-16,6 8-15520 0,9 0-3104 0</inkml:trace>
  <inkml:trace contextRef="#ctx0" brushRef="#br0" timeOffset="17402.63">8365 1321 37775 0,'0'0'1664'0,"0"0"368"0,-6-1-1632 0,6 1-400 0,-1-5 0 0,-3 5 0 15,4 0 1888-15,0 0 288 0,0 0 64 0,0 0 16 0,-4 6-1072 0,-1 3-224 16,-3 2-32-16,2 2-16 0,1 2-384 0,-1 0-80 16,1 2 0-16,3 1-16 0,-2 3-96 0,0-2-16 15,-2 1 0-15,3-3 0 0,-1 0-192 0,0-1-128 16,1-3 160-16,1 0-160 15,-1-3-1712-15,3-3-432 0,0-7-96 0</inkml:trace>
  <inkml:trace contextRef="#ctx0" brushRef="#br0" timeOffset="17568.48">8435 1084 41471 0,'-13'4'1840'0,"13"-4"368"0,-7 0-1760 0,1 2-448 15,-2 2 0-15,2-1 0 0,0 1 0 0,3 2-224 16,0 2 32-16,3 1 0 16,1 1-1168-16,3 3-240 0,3 1-32 0,2 5-14848 0</inkml:trace>
  <inkml:trace contextRef="#ctx0" brushRef="#br0" timeOffset="18837.34">8791 1469 34031 0,'0'0'1504'0,"1"-7"320"0,-1 1-1456 0,0-5-368 0,0 2 0 0,-1 0 0 16,-2-2 2368-16,-1 2 384 0,-1-1 96 0,0 2 16 0,0 2-944 0,-2 0-176 15,-2 5-32-15,0-3-16 0,-1 3-672 0,-2 1-128 16,0 2-16-16,0 4-16 16,-3 0-448-16,-2 5-96 0,-1 3 0 0,1 3-16 0,-2 1-176 0,1 2-128 15,1 1 144-15,3-1-144 0,-1 3 0 0,4-3 0 16,2-1 0-16,5 0 0 0,1-3 0 0,4-2 0 15,2-1 0-15,2-1-160 0,3-2-160 0,1-2-16 16,4-3-16-16,2-2 0 16,0-3-64-16,2-1-16 0,1-4 0 15,1-2 0-15,-2-1 80 0,1-1 16 0,1-3 0 0,1 1 0 0,-2-5 96 16,-1-1 32-16,0-3 0 0,-3-2 0 0,2-2 208 0,0-3 0 16,-2 1-160-16,0 0 160 0,1 2 0 15,-4-4 0-15,0 2 0 0,-1 3 0 0,1 0 0 0,-3 4 0 16,-3 1 128-16,-1 2-128 0,-3 4 320 0,0 3-32 15,-1 1 0-15,0 8 0 0,0 0 336 0,0 0 64 16,0 0 16-16,0 0 0 0,0 0-352 0,-5 6-64 16,0 0-16-16,0 4 0 0,-2 2-272 0,1 4 0 0,0 2 0 15,1 0 0-15,0 2 0 0,1 1 0 16,0 0 0-16,3-1 0 0,0 1 0 0,2-1 0 16,-1-1 0-16,4 1 0 0,0 0 0 0,1-3 0 0,1-3 0 15,1-2 0-15,-1-2-176 0,2-2 176 0,1-2-192 0,1 0 192 16,-1-4-304-16,1-2 48 0,3-1 16 15,1-3 0-15,2 0-16 0,1-5 0 0,1-2 0 0,-1 1 0 0,2-6 48 16,-1 1 0-16,1-2 0 0,2 0 0 0,-3-3 64 16,-1-1 16-16,-2 1 0 0,-1 1 0 0,-1 2 128 0,-2 2 0 15,-4 2 0-15,-1 1 0 0,-3 2 0 0,0 2 0 16,-2 1 128-16,-1 7-128 0,0 0 384 0,0 0 16 16,-4-5 0-16,4 5 0 0,-6-1-64 0,6 1-16 15,-8 1 0-15,2 2 0 0,-1 1-320 0,3 2 144 16,-2 2-144-16,0 1 0 0,1 1 0 15,0 2 0-15,0 0 0 0,0 2 0 0,1 2 0 0,1 2 0 16,3 0 0-16,0 1 0 0,0-2 0 16,3 0 0-16,1-2-160 0,2 1 160 0,2-3-144 15,1-1 144-15,3-2-192 0,1-2 192 0,0-2-256 0,4 0 64 16,2-4 16-16,0-2 0 0,0-2-80 16,2-2-32-16,3-2 0 0,-1-1 0 0,2-3 16 0,0 0 0 15,-1-6 0-15,1 2 0 0,-1 1 80 0,-1-4 32 16,-2 1 0-16,-2 1 0 0,1-2 160 0,-3 0 0 15,-1 0-144-15,-2 1 144 0,-2 3 0 0,-3 2 0 0,-3 1 0 16,-2 1 0-16,-1 1 160 0,-3 2 0 0,0 6 0 0,0 0 0 16,-5-4 384-16,5 4 80 15,-8-1 16-15,-1 2 0 0,-2 3-320 0,-1 2-48 0,-1 2-16 0,-1 1 0 16,0 2-96-16,-1 2-32 16,0 1 0-16,0 2 0 0,1 1-128 0,0-2 0 0,2 1 0 0,2 0 0 15,0-1-144-15,3-2 144 0,0 0 0 0,1 1 0 16,3-5-144-16,2-2 144 0,1-7 0 0,0 0-144 15,2 8-80-15,-2-8-16 0,0 0 0 0,9 3 0 16,1-2-112-16,0-2-32 0,2-2 0 0,1-2 0 16,0-1 64-16,1-4 0 0,0 0 0 0,2-2 0 15,-2-2 96-15,1 0 32 0,-2-3 0 0,0 2 0 16,-1 1 64-16,-2 1 128 0,0 2-208 0,-2 0 80 0,-1 0 128 16,-3 3 0-16,-2-1 0 0,-2 9 0 0,0 0 144 0,0 0 64 15,0 0 16-15,0 0 0 0,0 0 128 0,0 0 32 16,0 0 0-16,0 0 0 0,0 0-256 0,0 0-128 15,2 9 160-15,-1-1-160 0,0 1 0 0,2 2 128 16,-1 1-128-16,2-2 0 0,2-1 0 0,1 0 0 16,1-1 0-16,1-1 0 0,0-2 0 0,2-1 0 15,1-2 0-15,1 0 0 0,0-2 0 0,2-4-128 16,1 0 128-16,0-3 0 0,-1-1 0 0,0 1-128 16,0-1 128-16,2-3 0 0,0-2 0 0,-1-2 0 15,1-1 0-15,0-2 0 0,0 1 0 16,0 0 0-16,-2-7 0 0,1 0 0 0,0-1 0 0,0-4 0 15,-1 1 0-15,-1 0 0 0,-1 3 0 0,-2-1 0 16,-4 3 0-16,1 2 0 0,-4 1 0 0,-1 6 144 16,-3 2-144-16,-1 3 128 0,-3 1 256 0,0 3 32 15,4 5 16-15,-7 0 0 0,-2 3-16 0,0 3 0 0,-2 3 0 16,0 6 0-16,-4 2-224 0,1 5-64 16,-2 3 0-16,2 1 0 0,0 1 16 0,1 1 0 0,0 2 0 0,1-2 0 15,3-2-144-15,2-1 128 0,3-3-128 16,2-1 128-16,0-1-128 0,4-2 0 0,2-2 0 0,1 0 0 15,-1-2 0-15,4 0 0 0,-1-4-160 0,3 2 160 16,0-5-304-16,3-1 48 0,-1-2 0 0,0 0 0 31,1-2-176-31,0 0-16 0,1 0-16 0,2-2 0 0,-1-2-960 0,1-2-192 16,0 0-48-16,0 0 0 0,0 0-1808 0,1 2-368 0</inkml:trace>
  <inkml:trace contextRef="#ctx0" brushRef="#br0" timeOffset="20405.75">10790 1298 29199 0,'2'-13'1280'0,"-1"6"288"0,1-1-1248 0,0-1-320 0,1-1 0 0,0-1 0 0,-2 1 3232 0,-2 0 592 15,-1 0 112-15,0 4 32 0,-1-3-1856 0,-2 4-352 16,-2 1-80-16,0 1-16 0,-3 2-448 0,0 2-80 16,-3 3-32-16,0 4 0 0,-4 4-656 0,-1 2-128 15,-3 2-16-15,0 0-16 0,0 3-128 0,0-1-32 16,2-4 0-16,2 2 0 0,1 0 64 0,4-1 16 0,3-2 0 0,3-1 0 16,1-2-208-16,2 0-128 0,3-3 128 0,0-7-208 15,5 10-96-15,3-4-16 0,-2-3 0 0,5-1 0 31,1 0-112-31,2-2-16 0,2-2-16 0,1 0 0 16,1-1 0-16,0-3 0 0,0-4 0 0,-1 3 0 0,-1-3 128 0,-2 1 16 16,1-1 16-16,-2 1 0 0,0-3 304 0,-4 0-160 15,-1 1 160-15,-1 0-128 0,0 2 128 0,-2 0 0 16,-1 1 0-16,0 2 0 0,-4 6 304 0,1-7 32 0,-1 7 16 0,0 0 0 16,0 0 144-16,0 0 16 15,0 0 16-15,0 0 0 0,0 0-48 0,0 0-16 0,0 0 0 0,-4 8 0 16,2 2-336-16,-1 2-128 0,2 1 0 0,1 4 144 15,0 3-304-15,2 3-64 0,0 0-16 0,0 5 0 16,1 2 240-16,0 2 0 0,-1 1 0 0,2 4-144 16,-1-1 320-16,-1 2 64 0,0 1 16 0,-2 0 0 15,0-1-512-15,-2-3-80 0,0-1-32 0,-5-1 0 0,-2-1 112 16,-1-1 0-16,-2-1 16 0,-1-2 0 0,-1-5 240 16,1-2 0-16,-3-1 0 0,0-5 0 0,-1 0 0 15,0-2 0-15,2-7 160 0,0-1-160 0,2-2 128 0,-1-3-128 16,2-1 128-16,2-3-128 0,-2-1 0 0,2-2 0 15,2-2-192-15,0-4 192 0,4-3-224 16,3-2 80-16,1-3 16 0,5-4 0 0,3 1 128 16,4-6-192-16,4 0 192 0,7-8-192 0,4-4 48 0,3-1 0 15,4 0 0-15,0-3 0 0,0 0 144 0,1-1 0 16,-1 0-144-16,0 4 144 0,-2 4 0 0,2 3 0 16,-3 4 0-16,-1 0 0 0,-2 2 0 0,-2 3 0 15,-4 1 0-15,-1 3 0 0,-2 2 0 0,-3 4 0 16,-3 1 192-16,-2 4-64 0,-4 3 144 0,1 3 32 15,-4 2 0-15,-4 4 0 0,0 0 144 0,-5-3 48 16,-2 3 0-16,-2 3 0 0,-1 3-160 0,-3 3-16 16,-2 3-16-16,-1 1 0 0,-1 2-80 15,1 0-16-15,0 0 0 0,1 0 0 0,0 1-208 0,2-1 0 16,4 1 0-16,1-2 0 0,2-3 0 0,1-1 0 0,1-1 0 0,1 1 0 16,2-3 0-16,-1 1 0 0,2-8 0 0,0 0 0 15,0 8 0-15,0-8 0 0,0 0 0 16,0 0 0-16,8 4-144 0,0-1 144 0,1-5 0 15,0 0-144-15,2-2 144 0,1-1 0 0,-1-2-144 16,1-3 144-16,1-1 0 0,1-1-144 0,1-1 144 16,-1 0 0-16,0-1 0 0,2-2-128 0,1-2 128 15,-3 2 0-15,-2 0 0 0,-3 4 0 0,0-1 0 0,-3 2 0 16,-3 3 0-16,-3 8 0 0,0 0 0 0,0 0 144 16,0 0 48-16,0 0 16 0,0 0 0 0,-2 11 0 0,-1-2 64 15,-2 3 16-15,-1 1 0 0,0 2 0 0,2 0-288 16,3 0 160-16,0 0-160 0,2-2 128 0,0-3-128 15,2 2 0-15,1-4 0 0,1 1 0 0,4 0 0 0,0-1 0 16,3-2 0-16,-1-2 0 0,-1-1 0 0,0-2-176 16,3-1 176-16,2 0-128 0,-1-1 128 15,2-2-160-15,-3-1 160 0,2 0-160 0,1-1 160 0,0-1-128 16,-1-3 128-16,1 0-128 0,0-5 128 0,-2 1 0 16,-2-2-144-16,1-3 144 0,1-2 0 0,0-1 0 15,1-4-144-15,-1 2 144 0,0-1 0 0,0 2 0 16,-3 1-128-16,1 1 128 0,-3 1 0 0,-1 4 0 15,-2-1 0-15,1 0 0 0,-2 3 0 0,-1 3 0 16,-3 3 0-16,1 1 144 0,-2 6 16 0,0 0 0 16,0 0 0-16,0 0 0 0,0 0-32 0,0 0 0 15,0 0 0-15,0 0 0 0,0 0-128 0,0 0 0 16,5 6 0-16,0 1 0 0,-1 2 0 0,1 0 0 16,0 2 0-16,1 0 0 0,-1 2 0 0,0 0 0 15,2 2 0-15,-1 0 0 0,5 6 0 0,-4 0 0 0,0 1 0 16,1-1 0-16,0-3 0 0,-1-1 0 0,-1 0 0 15,-1-1 0-15,1 0 0 0,-2-2 0 0,0-1 0 0,-3-4 0 16,-2 1 0-16,0-3 0 0,0 1 0 0,-2-2 0 16,0 1 0-16,1-2 0 0,0 0 0 0,-1 2 128 15,-4-2-128-15,-1-2 128 0,-1-1-128 16,0 1 128-16,-3 1-128 0,0 0 160 0,-2-2-160 0,2 0 160 0,-2-1-160 16,0-1 0-16,-1-1 0 0,0-1 128 0,0 0-128 15,1 0-224-15,-2 0 48 0,2-1 16 16,-4-3-928-1,2 3-176-15,2-4-32 0,5 4-16 0,1 0-1952 0,1-1-384 16,2 1-64-16</inkml:trace>
  <inkml:trace contextRef="#ctx0" brushRef="#br0" timeOffset="23680.12">8230 2618 35183 0,'0'0'1552'0,"0"0"336"0,3-7-1504 0,1-2-384 16,0-1 0-16,0-1 0 0,0 0 1504 0,-2 2 224 16,0 0 64-16,-1 1 0 0,-1 2 0 0,0 0 16 15,0 6 0-15,-3-5 0 0,3 5-640 0,0 0-128 16,0 0-16-16,-8-1-16 0,-2 1-448 0,-2 4-96 15,-2 4-16-15,-2 3 0 0,-2 4-160 0,-2 3-32 16,1 3-16-16,-3 1 0 0,-2 5-80 0,2-2-16 16,-1 2 0-16,0 1 0 0,3-1-144 0,1-1 160 0,1-4-160 15,4-1 160-15,2-1-160 0,4-1 0 0,3-3 0 16,4-2 0-16,2-3 0 0,3-1 0 16,5 1-176-16,0-2 176 0,3 0-224 0,2-5 32 15,2 0 16-15,1-2 0 0,0 0 176 0,1-2-192 0,2-3 192 0,-1 1-192 16,1-1 192-16,-1-1-160 0,-1-1 160 15,3 0-160-15,-1-3 160 0,-2 0-208 0,-2 0 80 16,-2 0 128-16,-1 0-176 0,-2-2 176 0,-1 1-128 16,-2 0 128-16,-2 2 0 0,-2 2 0 0,0 0 0 0,-4 5 0 15,0 0 0-15,0 0 0 0,0 0 0 0,0 0 176 16,0 0 48-16,0 0 16 0,0 0 0 0,5 9 0 16,-1 0-96-16,0 3-16 0,0 1 0 0,0 1 0 15,-3 2 0-15,3 2 0 0,0 0 0 0,1 2 0 0,1 1-128 0,0 0 0 16,1-1 144-16,-1 1-144 0,-1-2 0 0,1-2 0 15,-1-4 0-15,0-2 128 0,0 1-128 0,2-3 0 16,-2-2 0-16,0-2 0 0,-5-5 0 0,0 0 0 16,0 0 0-16,0 0 128 0,0 0-128 0,7-3 128 15,-1-1-128-15,-1-1 128 0,-1-3 16 0,0 1 16 16,0-5 0-16,0-1 0 0,0-2-160 0,0 1 160 16,1-2-160-16,0-1 160 0,-1 1-160 0,1 0 0 15,2 3 0-15,-2 0 0 0,-1 1 0 0,0 2 0 16,1 1 0-16,0 3 0 0,1 0-400 0,-1 1 32 15,0-1 16-15,2 2 0 16,-1-2-1408-16,3 1-288 0,2-1-48 0,3 1-16 16,3-1-2240-16,0-1-464 0</inkml:trace>
  <inkml:trace contextRef="#ctx0" brushRef="#br0" timeOffset="23895.53">8852 2710 23039 0,'0'0'1024'0,"0"0"192"0,0 0-960 0,0 0-256 15,0 0 0-15,0 0 0 16,0 0 6224-16,0 0 1200 0,0 0 256 0,9 1 32 0,-1-1-5440 0,1 0-1088 16,2-1-224-16,-1-1-32 0,2 0-544 15,2-1-128-15,-1 2 0 0,2-3-16 0,0 1-240 0,1-2 0 16,0 3 0-16,1-1 0 0,-3 0 0 0,-1 2 0 16,0 0 0-16,1-1-160 15,-2 2-1152-15,1 0-224 0,1 0-64 0,-1 2 0 16,-2 0-1984-16,-1 2-416 0,2 0-80 15</inkml:trace>
  <inkml:trace contextRef="#ctx0" brushRef="#br0" timeOffset="24081.99">8923 2861 11967 0,'-7'4'1072'0,"-1"0"-864"16,0-2-208-16,3 1 0 0,5-3 7600 0,0 0 1472 16,0 0 288-16,0 0 64 0,0 0-6112 0,0 0-1232 15,0 0-240-15,9 4-48 0,2-2-1120 0,1 0-224 16,1-2-32-16,2 0-16 0,3-2-192 0,3 1-32 15,-1 0-16-15,1-2 0 0,0 1-32 0,1-1-128 16,0 0 192-16,-1 0-64 0,-3 0-128 0,0 0-256 16,3 1 64-16,-3 0 16 15,1-1-1680-15,-2 1-352 0,-2 1-64 0,0 1-12384 16,-2 1-2496-16</inkml:trace>
  <inkml:trace contextRef="#ctx0" brushRef="#br0" timeOffset="28613.95">9998 2613 23951 0,'0'0'2128'0,"-4"-6"-1696"0,0-2-432 0,0-1 0 0,1 0 3792 0,0 1 688 16,-1 1 128-16,0 1 16 0,-1-1-2400 0,-2 3-496 16,0-1-80-16,-1 4-32 0,-1 2-304 0,0 4-64 15,-2 3-16-15,-1 3 0 0,-2 3-416 0,-2 4-96 16,-2 6-16-16,0 4 0 0,-2 1-208 0,2 2-48 16,1 2-16-16,3-3 0 0,3-3-176 0,2-1-16 15,4-2-16-15,2-3 0 0,5-3-224 0,3-1 0 16,1-1 0-16,5-5 0 15,2-2-400-15,4-2-32 0,1-2 0 0,2-2 0 16,0-3-1136-16,5-4-224 0,4-3-64 0,0 1 0 16,3-2-832-16,1-1-192 0,1-2-16 0,-2-2-16 15,0-2-432-15,-2-1-96 0,0 2-16 0,-6-3 0 16,-3-3 2288-16,-1 1 448 0,-2 0 80 0,-4 0 32 16,-3 2 1056-16,-2 1 224 0,-3 2 32 0,0 1 16 0,-5 2 1792 0,-1 1 368 15,-3 1 64-15,-1 4 0 0,4 5 160 0,-6-4 32 16,-2 0 0-16,-1 1 0 0,-1 3-1200 0,-1 3-224 15,-1-2-48-15,-1 4-16 0,0 2-816 0,2 2-176 16,-1 1-16-16,0 2-16 0,0 1-368 0,2 0-64 0,-2 3 0 16,4-3-16-16,1 4-176 0,0-3 0 15,2 1 0-15,1-1 0 0,3-1 0 0,1-1 0 0,0-1 0 16,2 0 0-16,1-3-160 0,1-1 160 0,0 0-208 0,0 0 80 16,-1-1-80-16,-3-6-16 0,7 5 0 0,-2-1 0 15,-5-4-48-15,0 0-16 0,8 3 0 0,0-2 0 16,0-1 0-16,-1-1 0 0,1-3 0 15,0 0 0-15,1-5 16 0,0 0 0 0,2-3 0 16,-1-1 0-16,1-1 128 0,-2-1 144 0,-1-2-208 0,-1 0 80 0,0 0 128 16,-1 0 0-16,2 1 0 0,-1 0 0 0,-1 0 208 15,1 2-16-15,-1 1-16 0,1 1 0 0,-2 2 80 16,2 2 0-16,-1-1 16 0,1 2 0 0,-1 1-64 0,1 2-16 16,1 0 0-16,-2 0 0 0,2 3-64 0,0 1 0 15,-8 0-128-15,8 2 192 0,-8-2-64 0,9 5-128 16,-2 2 176-16,1 2-176 15,-1 3 192-15,-1-2-64 0,-2 2 0 0,1 2-128 0,1 2 208 0,-2 0-64 16,-3-2-16-16,1 2 0 0,1-1 0 0,0 1-128 16,-1-3 192-16,1-1-64 0,-2-3-128 0,-1-9 0 15,4 9 144-15,-4-9-144 0,0 0 0 0,0 0 128 16,0 0-128-16,0 0 0 0,0 0 0 0,0 0 0 16,0 0 0-16,0 0 0 0,0 0 0 0,8-4 0 15,-2 1 0-15,1-3 128 0,-1-3-128 0,2 0 0 0,0-3 0 0,0-1 0 16,0-3 0-16,1 2 0 15,0-4 0-15,1 1 0 0,1 2 0 0,-1 0-160 16,-1 0 160-16,1 2-208 0,-1 0 208 0,-1 4 0 16,-1 3 0-16,0 0 0 0,-7 6 0 0,6-2 0 0,-6 2 0 0,0 0 0 15,0 0 0-15,6 6 0 0,-2 3 0 0,-2 2 0 16,1 2 0-16,1 4 0 0,-2-3 0 0,1 2 0 16,-1 0 0-16,1-1 0 0,0 0 0 0,2-1 0 15,-1 0 0-15,1-2 0 0,0-2 0 16,2-1 0-16,2-2 0 0,0-2 0 0,0 0 0 0,3-5 0 15,-2 0 0-15,2 0 0 0,1-5-160 0,0 1 160 16,0-2-176-16,1-2 48 0,1-1 0 0,-2-2 0 16,0-3 128-16,-1 1-208 0,-1-3 80 0,0-1 128 0,-2-1-192 15,1 0 192-15,1-2-192 0,-1 0 192 16,-2-3-160-16,0 3 160 0,-3-1 0 0,0 2-144 16,-1 4 144-16,-1 0 0 0,-1 4 0 0,0 3 0 0,-1-3 0 15,-1 6 0-15,0 5 0 0,0 0 128 0,0-5 16 0,0 5 16 16,0 0 0-16,0 0 0 0,0 0-160 0,0 0 192 15,0 0-192-15,0 0 192 0,0 0-192 0,0 0 0 16,1 8 0-16,2-2 0 0,-3-6 0 0,5 9 0 16,2 2-128-16,-1-1 128 0,1 1 0 0,-1-2 0 15,2 0-144-15,-1 0 144 0,2 0 0 0,-1 2 0 16,-1-1-128-16,1-1 128 0,-1 0-176 0,-1 0 32 16,-1 2 0-16,2-1 0 0,-3-1-32 0,-2 2 0 15,0-5 0-15,-2 2 0 0,-2 1 176 0,1-1-192 16,0 0 192-16,-2 0-192 0,1-2 192 0,-1 1 0 15,3-7 0-15,-4 6 0 0,0 1-144 0,-1-1 144 16,0-2-160-16,0 2 160 0,-1-3-144 0,1 3 144 16,0-1-128-16,0 1 128 0,1-2 0 0,4-4-128 15,-4 7 128-15,4-7 0 0,0 0-128 0,0 0 128 0,0 0-128 16,0 8 128-16,0-8-176 0,0 0 176 16,6 5-208-16,2-1 80 0,3-2 128 0,0-6-208 0,2 1 80 15,3-3 128-15,1-1-256 0,1-3 80 0,0-1 16 16,3-2 0-16,-1-3 32 0,-2-1 0 0,0-1 0 0,-1-2 0 15,2-1 128-15,-2-1-128 0,1-1 128 0,-3-3-128 16,1-2 128-16,0 1 0 0,-3-2 0 0,0 1 0 16,-1 3 0-16,-1-1 0 0,-2 2 0 0,1 2 0 0,-4 1 192 15,1 4-48-15,-2 2 0 0,-1 2 0 0,-2 1 368 0,2 3 80 16,-2 2 16-16,-2 7 0 0,0 0-112 0,0 0-32 16,0 0 0-16,0 0 0 0,2 8-240 0,-1 4-48 15,-2 0-16-15,0 2 0 0,0 3-160 0,1 1 128 16,0 2-128-16,0 2 128 0,0 3-128 15,0 1 0-15,0 1 0 0,0-1 128 16,0-1-128-16,-2-3 0 0,1 1 0 0,0 0 0 0,1-4 0 0,0-1 0 16,0-1 0-16,-2-4 0 0,1 2-384 0,0-4 32 15,-2 0 16-15,2-2 0 16,1-9-624-16,0 0-128 0,0 0-32 0,0 0 0 16,0 0-544-16,0 0-128 0,0 0 0 0,0 0-16 15,0 0-1792-15,0 0-368 0,-7-8-64 0</inkml:trace>
  <inkml:trace contextRef="#ctx0" brushRef="#br0" timeOffset="28794.14">11199 2483 23951 0,'0'0'1056'0,"0"0"224"0,0 0-1024 0,0 0-256 15,0 0 0-15,0 0 0 0,0 0 5248 0,0 0 1008 0,0 0 192 0,0 0 32 16,10 2-4208-16,1-2-848 0,-1 0-160 16,3 0-48-16,-1 0-576 0,2 0-128 0,2 0-32 0,1-1 0 15,2-1-336-15,1 0-144 0,1 2 128 0,0 0-128 16,6-1 0-16,-2 0 0 0,-2 1 0 0,-2 1 0 31,-1-1-784-31,-1 3-240 0,1 0-64 0,-2 1 0 0,0 0-2736 0,1 0-544 0</inkml:trace>
  <inkml:trace contextRef="#ctx0" brushRef="#br0" timeOffset="28964.07">11752 2652 24879 0,'0'0'2208'0,"0"0"-1760"0,-3 8-448 0,3-8 0 0,0 0 5312 0,1 7 960 16,-1-7 208-16,0 0 48 0,0 0-4224 0,0 8-832 15,0-8-160-15,0 0-32 0,0 0-240 0,0 0-32 16,0 0-16-16,0 7 0 0,0-7-672 0,0 0-128 16,0 0-16-16,0 0-16 15,0 0-608-15,0 0-128 0,3 8-32 0,-3-8-15936 16,9 5-3184-16</inkml:trace>
  <inkml:trace contextRef="#ctx0" brushRef="#br0" timeOffset="38534.56">4807 4616 13823 0,'0'0'1216'0,"0"0"-960"16,0 0-256-16,0 0 0 0,0 0 5440 0,0 0 1056 16,0 0 208-16,0 0 32 0,0 0-4384 0,0 0-880 15,0 0-192-15,0 0-16 0,1-7-144 0,0-2-32 16,2 0 0-16,0-1 0 0,1-2-384 0,-2 0-96 15,1 0-16-15,-1-1 0 0,1-2-64 0,1-1-16 16,2 0 0-16,0-3 0 0,-1-3-272 0,1-3-64 16,2-5-16-16,0-3 0 0,0 1-160 0,1-3 0 15,0-2 0-15,1 1 0 0,0 0 0 0,-1 4 0 16,2 2 0-16,1 4 0 0,-1 2 0 0,-2 5 0 16,-5 4 0-16,1 2 0 0,0 5 0 0,-1 2 0 0,-4 6 0 0,0 0 0 15,0 0 0-15,0 0 0 16,0 0-144-16,3 14 144 0,-1 3 0 0,1 7 0 15,-2 4 0-15,0 4 0 0,1-1 128 0,0 0-128 16,1 1 176-16,1-1-176 0,1-1 160 0,2-3-160 0,0-2 128 0,3-2-128 16,-1-4 0-16,1-4 0 0,1 0 128 15,-1-5-128-15,0-2 0 0,3-2 160 0,-1-4-160 16,0-1 160-16,0-2-160 0,-2-1 0 0,1-4 0 0,0-1-176 16,2 0 176-16,-2-3 0 0,-2-3 0 0,3-2-128 15,-2-2 128-15,-1-3 0 0,0-1 0 0,2-5 0 16,-2-1 0-16,1-2 0 0,1-2 0 0,-1 0 0 15,2 2 0-15,0 0 0 0,-2 3 0 0,-1 4 0 16,0 4 0-16,-1 2 0 0,-3 4 0 0,-1 5 0 16,-4 7 0-16,0 0 0 0,0 0 0 0,0 0 0 0,0 0 192 0,3 10 64 15,-2 4 0-15,0 5 16 0,2 3-80 0,-3 4-32 16,0 4 0-16,0 1 0 16,0 0-160-16,-1 3 128 0,-1-1-128 0,4 0 128 0,-2-5-128 15,1 1 0-15,-1-4 0 0,1-1 128 0,-1-3-128 0,0-1 0 16,0-3 0-16,2-2 0 15,-1-3-1104-15,0-1-112 0,2-2 0 0,2-3-16 16,-5-6-2032-16,7 5-384 0,2-5-96 0</inkml:trace>
  <inkml:trace contextRef="#ctx0" brushRef="#br0" timeOffset="38766.05">5551 4247 20271 0,'0'0'1792'0,"0"0"-1424"0,0 0-368 0,0 0 0 15,0 0 5040-15,0 0 928 16,0 0 192-16,0 0 48 0,9 0-4288 0,0-2-832 16,2 0-192-16,-1-1-16 0,2 1-48 0,1-2-16 15,1 0 0-15,2 0 0 0,1-1-528 0,0 1-96 16,0 0-32-16,1 0 0 0,3 0-160 0,-1-1 0 16,-1 0 0-16,2-1 0 15,-1 0-624-15,-1 1-208 0,-2 1-32 0,0 1-16 16,0 2-2000-16,0 0-384 0,-3 1-96 0,-2 1-13776 0</inkml:trace>
  <inkml:trace contextRef="#ctx0" brushRef="#br0" timeOffset="38955.26">5695 4339 36511 0,'0'0'1616'0,"0"0"336"0,0 0-1568 0,-3 7-384 0,3-7 0 0,0 0 0 0,0 0 1632 0,1 8 240 15,-1-8 48-15,4 6 16 0,-4-6-784 0,7 5-144 16,1-1-48-16,1-1 0 0,1-2-672 0,2-1-144 15,2 0-16-15,4 0-128 0,-1-1 0 0,3-2 0 16,1-1 0-16,2 1 0 16,-1-3-704-16,1 0-256 0,0-1-64 0,1 1 0 15,-2-1-2144-15,1 1-432 0,1-1-96 0</inkml:trace>
  <inkml:trace contextRef="#ctx0" brushRef="#br0" timeOffset="39185.51">6477 4131 15663 0,'0'0'1392'0,"0"0"-1120"0,0 0-272 0,0 0 0 15,-5-4 5072-15,1 0 960 0,-1 1 192 0,-1 3 48 16,-2 0-3200-16,-1 3-640 0,-2 2-128 0,-2 3-32 16,-2 2-928-16,0 5-176 0,-1 3-32 0,-1 3-16 15,0-3-512-15,0 4-96 0,1 2-32 0,2-1 0 16,0 1-208-16,3-1-32 0,2 2-16 0,3-6 0 15,1 0-224-15,3-2 0 0,4-4 0 0,1-2-160 16,3 1-1280-16,1-3-256 0,5-2-48 0,3-2-16 16,0-1-1728-16,5-3-352 0,6-1-64 0</inkml:trace>
  <inkml:trace contextRef="#ctx0" brushRef="#br0" timeOffset="40442.66">6676 4216 11967 0,'0'0'1072'0,"-2"-4"-864"0,-2 0-208 0,-3 1 0 0,1 0 5152 0,-1 2 992 15,-1 0 192-15,-1 2 32 0,-2 2-2880 0,-1 1-576 16,1 2-112-16,0 3-32 0,-2-2-1424 0,1-1-304 16,0 3-48-16,2 2-16 0,1 1-592 0,1 1-128 15,0 0-32-15,1 2 0 0,2-3-224 0,1 2 0 16,2-2 0-16,0 1 0 0,2 0-176 0,2-1 32 16,0-2 0-16,0 1 0 15,-1-2-304-15,3 1-48 0,0-3-16 0,1-1 0 16,-5-6-112-16,8 6-16 0,-8-6-16 0,10 2 0 15,-2 0-144-15,2-4-32 0,2 0 0 0,-1-4 0 16,-1 0-128-16,2-3-48 0,-2-3 0 0,3 0 0 16,0-2 432-16,-1 0 64 0,-2-2 32 0,4 0 0 0,-1-3 256 0,0 2 48 15,0-3 16-15,-2 3 0 0,1-2 160 0,0 2 0 0,-2 1 128 0,-1 3-128 16,1 3 416-16,-3 2 16 0,0 1 0 16,-7 7 0-16,0 0 752 0,0 0 160 0,0 0 16 0,0 0 16 15,6 6 32-15,-2 1 16 0,-2 4 0 0,-1 1 0 16,0-1-720-16,-1 4-128 0,-1 0-48 0,1 2 0 15,0 2-208-15,0 1-32 0,-1-1-16 0,1 0 0 16,0-1-16-16,0 1-16 0,-2-4 0 0,2 0 0 16,0-4 32-16,0 1 16 0,-1-1 0 0,1-4 0 15,0-7-128-15,0 0-32 0,0 0 0 0,0 0 0 0,0 0-128 0,0 0 0 16,0 0 0-16,0 0 128 16,0 0-128-16,8-4 0 0,1-2 0 0,0-3 0 0,0-2 0 0,2-3 0 15,-1 1-192-15,0-3 192 0,2-2-256 0,0 0 64 16,0-4 0-16,-1 1 16 0,4 1 32 0,-4 3 0 15,1-2 0-15,-1 2 0 0,-2 1 144 0,0 3 0 16,0 3-144-16,-1 1 144 0,-3-1 0 0,-1 4 0 16,-4 6 0-16,0 0 0 0,0 0 0 0,0 0 0 15,0 0 0-15,0 0 0 0,3 8 0 0,-2 2 0 16,0 3 144-16,-1 2-144 0,-1 0 0 0,-2 2 0 16,1 1 0-16,-1 1 128 0,2-1-128 0,-1-1 0 15,4 0 128-15,-1-2-128 0,2 0 0 0,1-2 0 16,-1 0 0-16,1-5 0 0,2 0 0 0,-1-3 0 15,1-1 0-15,2-3 0 0,-8-1-160 0,11 0 160 0,-1-1-192 16,0-3 192-16,-2-1-256 0,3-2 64 16,0-2 16-16,1-2 0 0,-3 0-16 0,2-2 0 0,-2-2 0 15,0 0 0-15,-1-2-16 0,2-1-16 0,1-3 0 16,-2-2 0-16,1 3-32 0,2-1 0 0,-3 1 0 16,0 2 0-16,-1 2 64 0,-3 1 0 0,0 3 0 15,-2 3 0-15,-2 2 192 0,1-1 0 0,-4 2 0 0,2 6 0 16,0 0 416-16,0 0 80 0,0 0 16 0,0 0 0 15,0 0 32-15,0 0 16 0,0 0 0 0,0 0 0 16,0 0-320-16,0 0-64 0,0 0-16 0,0 0 0 16,-1 10-160-16,1 1 0 0,1-1 0 0,1 2 0 15,0-2 0-15,1 1 0 0,1-2 0 0,0 1 0 0,0 1-128 16,1-1 128-16,1-1 0 0,2 1 0 16,-1-3 0-16,-1 1 0 0,-1-1 0 0,2-1 0 15,-1 1-160-15,1-1 160 0,-2-1 0 0,0 1-144 0,-1-1 144 16,2 1-192-16,-6-6 192 0,3 6-192 0,1 0 48 15,-4-6 0-15,3 8 0 0,-3-8 0 0,0 0-112 0,0 0-32 16,0 0 0-16,0 0 0 0,1 6-64 0,-1-6-16 16,0 0 0-16,0 0 0 0,0 0 48 15,-4 8 0-15,0-1 0 0,1-1 0 16,-3 0-80-16,0 1-16 0,-3 0 0 0,1-1 0 0,0-2 32 0,0 2 16 16,0-1 0-16,2 1 0 0,-1-1 368 0,2 1 0 15,1-4-144-15,4-2 144 0,0 0 0 0,0 0 0 16,0 0 0-16,3 7 0 0,-3-7 0 0,6 5-288 15,1-1 32-15,3-1 16 0,2-1 240 0,2-1 256 16,3-2-48-16,0 0-16 0,0-3-192 0,1-1 0 0,1-3 0 0,-1 1 0 16,0-2 0-16,2 0 0 15,1-3 144-15,-2-1-144 0,-1-1 0 0,1 0 0 16,-2-2 0-16,0 0 0 0,0-3 400 0,-1-2 208 16,0-1 32-16,-2-2 16 0,1 0-256 0,-1-1-48 0,-1-3-16 0,2 2 0 15,-1 0-336-15,-1-1 0 0,-1 0 0 16,-3 3 0-16,1 2 0 0,-2 1 0 0,-1 3 0 0,-4 0 128 15,1 3-128-15,-1 2 0 0,-2 4 0 0,-1 3 0 16,0 6 560-16,0 0 32 0,0 0 16 0,0 0 0 16,0 0-176-16,0 0-48 0,-6 7 0 0,-1 4 0 0,2 4-384 0,0 2 0 15,-2 3 0-15,2 1 0 0,0-3 128 0,1 4-128 16,0 2 128-16,1 3-128 0,1 2 160 0,1 1-160 16,-1 0 192-16,2 0-192 0,0-2 160 0,0-3-160 15,0 0 128-15,0-2-128 0,2 0 128 16,-1-3-128-16,-1-1 0 0,1-4 128 0,2 1-128 0,-2-6-192 15,0 1 32-15,-1-2 16 16,0-9-992-16,0 0-192 0,0 0-32 0,0 0-16 16,0 0-1120-16,0 0-240 0,0 0-32 0,0 0-9392 15,0 0-1888-15</inkml:trace>
  <inkml:trace contextRef="#ctx0" brushRef="#br0" timeOffset="40701.01">7556 4150 23039 0,'-18'-2'2048'0,"13"2"-1648"0,1 0-400 16,4 0 0-16,0 0 4480 0,0 0 832 15,0 0 144-15,0 0 48 0,0 0-3520 0,10 2-688 0,2-2-144 0,0 0-16 16,4-2-32-16,-1-1 0 0,2 2 0 0,1-3 0 16,2 1-416-16,3 1-96 0,1-2-16 0,1 0 0 15,2-1-192-15,0 1-32 0,2 0-16 0,-2 0 0 16,-2 1-192-16,1-3-144 0,-1 3 192 0,-1 1-192 15,-5-1 128-15,1 0-128 0,-3-1 0 0,-3 2 0 16,2 2 0-16,-2-3 0 0,0 3 0 0,-1-1 0 16,-1 0-768-16,-2-1-176 15,-2 2-16-15,-8 0-16 0,0 0-2048 0,0 0-416 16</inkml:trace>
  <inkml:trace contextRef="#ctx0" brushRef="#br0" timeOffset="47138.06">5018 5608 15663 0,'-3'-1'1392'0,"2"-1"-1120"16,0 2-272-16,1 0 0 0,0 0 3328 0,0 0 624 0,0 0 112 15,0 0 32-15,1-9-1984 0,-1 3-384 0,1-4-64 0,-1 1-32 16,2 2-112-16,-1-1-32 0,-2 0 0 0,1 0 0 15,-2 0-608-15,1-1-128 0,-2 0-32 0,1 1 0 16,-3 3-16-16,-1 0-16 0,0-2 0 0,-2 2 0 16,-1 4-112-16,0 1-32 0,-4 1 0 0,0 4 0 15,-2 4-272-15,1 4-48 0,-2 4-16 0,0 2 0 0,-7 3-208 0,1 1 0 16,3 2 128-16,2 1-128 0,1-1 0 16,3-2 176-16,3 1-176 0,2-2 160 0,4-1-160 0,3-6 0 15,2-2 0-15,1-2 0 0,4-1-144 16,1-3-16-16,3-2 0 0,1-2 0 15,2-2-32-15,3-2 0 0,-2-5 0 0,3 0 0 0,-1-2 0 0,1-2 0 16,0-3 0-16,-2-2 0 0,1 0 0 0,0-2 0 16,-1 0 0-16,0-1 0 0,-3-1 192 0,-1-2-208 15,-2 2 80-15,2 1 128 0,-2 3 0 0,-3 0 0 16,1 0 0-16,-2 2 0 0,-2 0 0 0,-1 3 0 16,1-1 0-16,-2 4 0 0,-1 0 224 0,0 7 16 15,0 0 0-15,0 0 0 0,0 0 144 0,0 0 48 16,0 0 0-16,0 0 0 0,-2 8-176 0,-1 2-16 15,-1 3-16-15,0 4 0 0,-2-1-80 0,1 5-16 16,-1 5 0-16,1 3 0 0,0 3 0 0,0 3 0 0,1 2 0 0,-1-1 0 16,-3 5-128-16,1-1 0 0,1 2 0 0,-1-3 128 15,2-1-128-15,1-3 0 0,-1-1 0 16,0-3 0-16,-1-1 0 0,2-1 0 16,3 0 0-16,-1-3 0 0,-2-4 0 0,0-3-320 0,1 0 48 0,2-5 16 31,0-2-1008-31,-1-3-192 0,1-1-32 0,1-8-16 15,0 0-1856-15,0 0-368 0,0 0-80 0</inkml:trace>
  <inkml:trace contextRef="#ctx0" brushRef="#br0" timeOffset="48589.81">4785 6019 17503 0,'0'0'1552'15,"0"0"-1232"-15,0 0-320 0,0 0 0 0,7 2 4320 0,0-1 800 16,1-1 176-16,1 0 16 0,1 0-4016 0,2 0-800 15,-1 0-176-15,0-1-16 0,2-1 480 0,2-4 112 16,-1 0 0-16,2-1 16 0,-1-3-352 0,2-1-80 16,0 0-16-16,1-2 0 0,2-2-192 0,-2 0-32 15,2-2-16-15,-1 0 0 0,-2 0-224 0,0-1 176 16,0-1-176-16,0-3 160 0,-1 1-160 0,-1-3 0 16,0 0 0-16,-1 1 0 0,-1-1 0 0,-1 1 0 15,0-1 0-15,-2 3 0 0,-1 2 0 0,-1 1 0 16,-2 1 0-16,0 2 0 0,-2 1 0 0,-2 2 0 15,0 3 0-15,-1 3 128 0,-1 6 192 0,0 0 16 0,0 0 16 0,0 0 0 16,0 0 336-16,0 0 64 16,0 0 16-16,-5 6 0 0,1 3-464 0,0 3-96 15,1 2-16-15,1-1 0 0,-2 4-64 0,1 3-128 16,0-2 176-16,2 2-176 0,1-2 176 0,1-1-176 0,1-3 160 16,0 2-160-16,2-3 128 0,1-3-128 15,1 1 0-15,2-2 0 0,-3-3 0 0,1 0 0 0,-6-6 0 0,9 2 0 16,1-1-128-16,-1-1-32 0,0-2 0 0,0-2 0 15,1 1-64-15,1-3-16 0,-2-5 0 0,0 1 0 16,-1-2 48-16,0 2 0 0,1-3 0 16,-3 2 0-16,0-6 32 0,0 0 16 0,1-2 0 0,-1-1 0 15,-1 1 0-15,2-1 0 0,-1 3 0 0,1 2 0 16,-2 0 144-16,0 2-128 0,-1 1 128 0,0 5-128 16,-3 0 128-16,-1 7 0 0,0 0 0 0,0 0 0 15,0 0 0-15,0 0 144 0,0 0-16 0,0 11-128 0,0 4 208 16,0 0-64-16,0 2-16 0,0 1 0 15,0-1-128-15,0 2 160 0,0 0-160 0,2-1 160 16,-1-1-160-16,3 0 0 0,1-2 0 0,2 0 0 0,-1-2 0 0,2-2 0 16,2-1 0-16,0-4 0 0,-1-3 0 0,1-1 0 15,2 1 0-15,0-3 0 0,2-3-144 0,0-3 144 16,2-1-192-16,-2-1 192 0,-1 1-160 0,2-1 160 16,-1-1-128-16,0-2 128 0,1-2 0 15,-1-1-128-15,0-2 128 0,1-1 0 0,-2 0-144 0,0 0 144 16,0 0-160-16,-3-1 160 0,1-3-176 0,-2 2 176 15,-1-2-192-15,-3 5 192 0,-1 1-144 0,-2 4 144 16,1 3 0-16,-3 8-144 0,-3-5 144 0,3 5 224 16,0 0-48-16,-8 0-16 0,-1 3 192 0,0 3 32 15,-2 3 16-15,-1 3 0 0,0 1-144 0,-1 3-16 0,-1 2-16 16,1 0 0-16,0-1 0 0,2 0 0 16,2 0 0-16,1 0 0 0,0-1-224 0,2-2 128 15,1-1-128-15,1 0 0 0,1-2 0 0,2-2 0 0,1-9 0 16,1 8 0-16,-1-8-176 0,4 7-80 15,-4-7 0-15,0 0-16 16,10 2-144-16,1-4-32 0,-2 0 0 0,0-1 0 16,0 1-16-16,0-2-16 0,-1-2 0 0,1 0 0 0,0-3 160 0,1-2 48 0,-1 1 0 0,0-2 0 15,-1 0 80-15,1 1 32 0,-1 0 0 0,-1-2 0 16,1-1 160-16,0 2-208 0,-1 2 80 0,0 2 128 16,-1 0-160-16,-6 8 160 0,0 0 0 0,0 0-144 0,0 0 288 0,0 0 64 15,0 0 16-15,0 0 0 0,0 9 192 16,0 4 32-16,-2-1 16 0,2 2 0 0,0 1-176 15,0-1-32-15,0-1-16 0,2 0 0 0,2-1-112 0,-1-2 0 16,1-1-128-16,2-2 192 0,0-3-192 16,3-2 0-16,0 0 0 0,0-2 0 0,1 0 0 0,-1 0 0 15,1-3-192-15,2-1 192 0,-2 0-240 0,1-5 64 16,-1-3 16-16,1 1 0 0,-1 0 160 0,0-2-192 16,0 0 192-16,0-2-192 0,2-4 32 0,-3 0 0 15,0-1 0-15,0 1 0 0,0-1 160 0,-2 1-192 16,-3-1 192-16,0 2-192 0,0 1 192 0,-3 4 0 15,0 2 0-15,0 3 128 0,-1 2 64 0,0 6 32 0,0 0 0 16,0 0 0-16,0 0 352 0,0 0 80 16,0 0 16-16,0 0 0 0,0 0-320 0,-1 9-64 0,1 0-16 0,0 2 0 15,0-2-144-15,-1 2-128 16,1 3 192-16,1-1-192 0,0-2 0 0,2 1 0 16,1 0 0-16,0-2 0 0,1 3 0 0,0 0 0 0,1-2 0 15,-1 2 0-15,0 0 0 0,-1-3 0 0,1 3 0 0,0 0 0 16,-1-2 0-16,0-1 0 0,-1 1 0 15,-1 0 0-15,0-2 0 0,-2 2-144 0,0-1 144 0,0-3 0 16,0-1-160-16,0-6 160 0,-2 7-192 0,1-1 192 16,0 2-208-16,-1-1 64 0,2-7 16 0,-3 6 0 15,3-6 128-15,-4 5-128 0,0 1 128 0,4-6-128 16,-6 5 128-16,6-5-192 0,-3 5 192 0,3-5-192 16,0 0 48-16,0 0 0 0,0 0 0 0,0 0 0 15,0 0 16-15,0 0 0 0,0 0 0 16,0 0 0-16,5-5 128 0,4-2 0 0,0-2 0 0,1-1-128 15,2-2 128-15,1 0 0 0,2-1 0 0,0-2 0 0,1-2 0 0,1 0 0 16,0 0 0-16,0-1 0 0,0 1 128 16,-2 0-128-16,0 0 128 0,-1 1-128 0,-2 2 176 0,-2 2-48 15,1 0 0-15,-2 3 0 0,0 3 128 0,-3 0 0 16,0 1 16-16,-6 5 0 0,0 0 208 0,0 0 32 16,0 0 16-16,5 3 0 0,0 2-96 0,0 2-32 15,-2 0 0-15,-1 4 0 0,0 0-144 0,-1 4-48 16,-1 2 0-16,0 0 0 0,-1 0-32 0,-1 2-16 15,0 1 0-15,-2-3 0 0,-1 2-160 0,1-2 192 16,0 0-192-16,0-1 192 0,1-3-192 0,-1-1 128 16,2-3-128-16,1-1 128 15,1-8-864-15,0 0-176 0,0 0-48 0,0 0 0 16,0 0-2608-16,0 0-528 0,18-7-96 0,-8-11-32 0</inkml:trace>
  <inkml:trace contextRef="#ctx0" brushRef="#br0" timeOffset="48744.44">6539 5300 24879 0,'-11'3'2208'0,"11"-3"-1760"0,-6-1-448 0,6 1 0 16,0 0 5056-16,0 0 944 0,0 0 176 0,0 0 32 15,0 0-4912-15,0 0-976 0,0 0-320 0,0 0 160 16,0 0-160-16,0 0 0 0,0 0-160 0,8-2 160 16,1 2-2656-16,1 0-432 15,-3 0-96-15</inkml:trace>
  <inkml:trace contextRef="#ctx0" brushRef="#br0" timeOffset="48909.28">6610 5564 38175 0,'0'0'1696'0,"0"0"352"0,0 0-1648 0,0 0-400 0,0 0 0 0,0 0 0 0,0 0 1360 16,0 0 192-16,0 0 48 0,0 0 0 0,8 1 16 15,1-1 16-15,1-3 0 0,2 3 0 0,0-2-1104 0,3 0-208 16,2 1-64-16,0-3 0 0,-1-1-256 15,1 0 0-15,0-1 0 0,1 3 0 16,0-1-992-16,2 0-208 0,1-3-32 0</inkml:trace>
  <inkml:trace contextRef="#ctx0" brushRef="#br0" timeOffset="49689.37">7126 5695 34095 0,'0'0'3024'0,"0"0"-2416"0,0 0-480 0,0 0-128 0,0 0 3088 0,0 0 608 0,0 0 112 0,0 0 32 0,1-4-2976 0,1-5-592 16,3-1-112-16,1-2-32 0,0 3 192 0,0-3 48 15,2 0 0-15,1-1 0 0,2-1-368 0,0 0 144 0,0-1-144 0,2 1 0 16,0-2 0-16,0 1 0 16,-1-5 0-16,-1 3 0 0,4-4 0 0,-2 2 0 0,-2 1 0 0,0 3 0 15,-3 0 0-15,-1 3 0 16,-4 3 0-16,0 2 0 0,-3 7 0 0,0 0 0 0,0 0 0 0,0 0 0 16,0 0 0-16,-7 8 0 15,-1 2 0-15,1 6 0 0,-1 2 0 0,-1 3 0 0,-1-1 0 0,1 1 0 16,0-2 0-16,3 1 0 15,-1-5 0-15,5 2 0 0,-1 0 0 0,3 0 0 0,1-2 0 16,3-2 0-16,3-3-288 0,2-1-16 0,1 0 0 16,5-5 0-1,2 0-384-15,2-1-80 0,5-2 0 0,-1-1-16 16,1-1 208-16,3-4 32 0,-1-1 16 0,0-3 0 0,-1 3 272 16,0-2 64-16,-2-3 16 0,1-2 0 0,0-1 48 0,0-2 0 0,-3 1 0 0,-1-4 0 15,3 1-32-15,-4-1 0 0,1-2 0 16,-2 0 0-16,-1-1 160 0,-1 2 0 0,-3 1 0 0,-3 3 0 0,-2 3 304 15,-3 3 80-15,-2 0 32 0,-1 4 0 0,-2 6 512 16,0 0 96-16,0 0 32 0,0 0 0 0,0 0-192 0,-6 1-32 16,-2 2-16-16,1 3 0 0,1 5-576 15,-1 2-112-15,1 1-128 0,-2 6 176 16,0 1-32-16,-1 2 0 0,0 2 0 0,0 1 0 16,0 1 64-16,1 3 16 0,0 0 0 0,2 4 0 0,-1 3-64 0,2-1-16 15,-3-1 0-15,2 1 0 0,0-3-144 0,2 1 0 16,-1 0 0-16,0-4 128 0,0-4-128 0,1-2 0 15,1-3 0-15,1-3 128 0,-1-2-272 0,3-2-64 16,-1-1-16-16,-1-4 0 16,2-9-1312-16,0 0-272 0,0 0-48 0,0 0-16 15,0 0-3248-15,0 0-656 0</inkml:trace>
  <inkml:trace contextRef="#ctx0" brushRef="#br0" timeOffset="49876.42">7547 5764 44399 0,'0'0'1968'0,"0"0"400"0,0 0-1888 0,0 0-480 16,0 0 0-16,0 0 0 0,0 0 896 0,0 0 96 16,0 0 16-16,9 0 0 0,2-2 0 0,1-1 0 15,1 2 0-15,2-4 0 0,2-2-576 0,0 1-112 0,1-1-32 0,2 2 0 16,2-4-288-16,0 2 128 0,2 2-128 0,-2-2 0 31,3 1-464-31,-1-2-208 0,4 0-32 0,0-2-14528 0,4 2-2912 0</inkml:trace>
  <inkml:trace contextRef="#ctx0" brushRef="#br0" timeOffset="69590.08">5004 6934 35935 0,'0'0'1600'0,"0"0"320"0,-9-2-1536 0,9 2-384 0,0 0 0 0,0 0 0 0,-7 0 1440 0,7 0 224 16,0 0 32-16,0 0 16 0,-8 10-736 0,0 4-144 15,2 4-16-15,-2 2-16 0,0 3-48 0,-1 1-16 16,0 0 0-16,-1 3 0 0,-2 0-32 0,1 0-16 16,1-2 0-16,0-3 0 0,-1 0-144 0,1-2-32 15,1-2 0-15,1-3 0 0,1-4-336 0,7-11-176 16,-8 8 160-16,8-8-160 0,0 0 0 0,0 0 0 15,0 0-176-15,0 0 176 0,0 0-432 0,0 0 48 16,0 0 0-16,4-12 0 16,-1-2-64-16,5-2-16 0,1-1 0 0,0-2 0 0,-1-5 224 0,2 2 48 15,1-1 16-15,0-2 0 0,0 3 176 0,1 1-208 16,-2 0 80-16,-1 4 128 0,-1 3-192 0,0 5 192 16,-2 2-160-16,-6 7 160 0,0 0 0 0,0 0 0 15,0 0 0-15,0 0 0 0,0 0 256 0,12 7 160 0,-12-7 32 16,9 9 0-16,-9-9-80 0,7 10-16 0,-1 1 0 0,1-1 0 15,-1-1-352-15,2-1 0 0,1 1 0 16,3 2 128-16,0-1-128 0,-1 0 0 0,4 0 0 0,-1-1 0 16,0 0 0-16,2-1 0 0,0-2 0 0,-1 1-128 15,1-1 128-15,-2-2-192 0,-1 1 192 0,0 1-192 16,-1 0 16-16,-1-1 0 0,-2-1 0 0,-3 0 0 0,-1 1 176 16,-5-5 0-16,0 0 0 0,2 7-128 0,-2-7 128 0,-4 6 0 15,-3 1 0-15,-1-2 0 0,-2-1 176 0,-2 0-48 16,-1-1 0-16,-1 2 0 0,-3-3 48 0,-1 2 0 15,-2 0 0-15,-2 0 0 0,-2-1-176 0,-8 2 0 16,2 0 0-16,4 0 0 0,0-1-176 16,2-2-64-16,3 3-16 0,4-3 0 15,2 2-256-15,2 3-64 0,13-7-16 0,-11 1 0 16,11-1-2000-16,0 0-400 0,0 0-80 0,0 0-14848 0</inkml:trace>
  <inkml:trace contextRef="#ctx0" brushRef="#br0" timeOffset="69890.42">5486 6852 19343 0,'0'0'1728'0,"0"0"-1392"16,0 0-336-16,0 0 0 0,0 0 5680 0,0 0 1056 0,0 0 224 0,0 0 32 15,0 0-5120-15,0 0-1024 0,0 0-208 0,1 9-32 16,-2 1 288-16,2 5 64 0,1 0 16 0,-1 5 0 16,0 3-544-16,1 1-112 0,0 0-32 0,1 2 0 15,-1-1-112-15,0 0-32 0,-1-1 0 0,2-2 0 16,1 0-144-16,-2-1 0 0,-1-2 0 0,2-1 128 16,1 1-288-16,-1-5-64 0,-2 2-16 0,0-6 0 15,0-1-1232-15,-1-9-240 0,0 0-48 0,3 8-16 16,-3-8-1808-16,0 0-352 0,0 0-80 0</inkml:trace>
  <inkml:trace contextRef="#ctx0" brushRef="#br0" timeOffset="70415.14">5686 6953 20271 0,'0'0'1792'0,"-4"3"-1424"0,-2 0-368 0,0 0 0 0,-1 3 4480 0,1-5 832 15,1 2 176-15,-2 0 16 0,2 3-3440 0,-2-2-688 16,0 1-144-16,0 1-16 0,1 2-192 0,-4-1-16 15,3 2-16-15,-1 1 0 0,0 3-544 0,0 2-96 16,2-1-32-16,-1 2 0 0,-1 1-128 0,2-1-16 16,0 3-16-16,3-5 0 0,0 2-160 0,2-3 160 15,1 1-160-15,1 2 160 0,3-3-160 0,1-1 0 16,2-3-192-16,0 0 192 16,4-4-640-16,1 0 0 0,2-2 0 0,2-3 0 15,1-1-320-15,1-5-80 0,0 0-16 0,2-5 0 16,-1 1 80-16,2-1 16 0,-1 0 0 0,0-2 0 15,0-7-128-15,1 1 0 0,-3-1-16 0,-1-2 0 16,1 0 240-16,-2-3 48 0,-2 0 16 0,1-2 0 0,-5 2 480 0,-1 2 80 16,-2 2 32-16,1 2 0 0,-5 3 576 0,1 1 112 0,-1 2 32 15,-2 3 0-15,1 1 768 0,-2 2 176 0,0 7 16 0,0 0 16 16,0 0-128-16,0 0-16 0,0 0-16 0,0 0 0 16,0 0-464-16,0 0-96 0,0 0 0 0,0 0-16 15,-6 8-368-15,2 1-80 0,1 3-16 0,0 2 0 0,0 3-160 16,1 1-128-16,2 3 192 0,-2 0-192 0,0 1 208 0,0-2-64 15,2 1-16-15,0-1 0 0,-1 1-128 0,1 1 0 16,1 1 144-16,2-3-144 0,0-1 0 16,-1-2 0-16,2-2 0 0,1 2 128 0,1-5-128 0,0 0 0 15,1-2 0-15,1-2 0 16,1 0-208-16,0-3-16 0,1 0 0 0,2-3 0 16,1-1-224-16,0-2-64 0,3-3 0 0,-1-2 0 15,0 0-64-15,-1-2-32 0,3-2 0 16,0-2 0-16,-1-1-1168 0,0-1-224 15,0-2-48-15,1 0-16 0,-1 1-704 0,1 2-144 0,2 0-32 16</inkml:trace>
  <inkml:trace contextRef="#ctx0" brushRef="#br0" timeOffset="70638.95">6001 6896 36863 0,'0'0'3264'0,"0"0"-2608"16,0 0-528-16,0 0-128 0,0 0 2368 0,0 0 448 0,0 0 96 0,0 0 16 15,0 0-2256-15,9-4-448 0,2 0-96 0,2-1 0 16,1 0 240-16,2-1 48 0,-2 1 16 16,0 0 0-16,5 1-432 0,0-1 0 0,-1 1 0 0,2 1 0 0,-1-1 0 0,0 1-272 15,0-1 32-15,-2 1 16 16,-1 2-2736-16,-1 1-560 15,2 0-96-15</inkml:trace>
  <inkml:trace contextRef="#ctx0" brushRef="#br0" timeOffset="70806.58">6004 7065 12895 0,'-6'4'1152'0,"0"-1"-928"16,-1 0-224-16,7-3 0 0,0 0 7232 0,0 0 1392 15,0 0 272-15,0 0 64 0,0 0-7040 0,0 0-1408 16,0 0-272-16,0 0-64 0,11 1-176 0,3-1 0 15,3-3 0-15,0-1 0 0,4 0-192 0,1-1-112 0,4-1-16 0,3-1-16 32,-1-3-2512-32,5 1-496 0</inkml:trace>
  <inkml:trace contextRef="#ctx0" brushRef="#br0" timeOffset="70979.17">6568 6959 11967 0,'0'0'1072'0,"0"0"-864"16,0 0-208-16,0 0 0 0,0 0 6560 0,0 0 1264 0,0 0 256 15,0 0 48-15,0 0-6112 0,0 0-1232 16,0 0-240-16,0 0-48 0,0 0 112 0,12 2 32 16,1-1 0-16,0-1 0 0,-3-1-496 0,2 0-144 0,1-2 0 0,0 1 0 31,2-1-880-31,-2 0-272 0,2-1-64 0,2 1-11520 0,0-1-2288 0</inkml:trace>
  <inkml:trace contextRef="#ctx0" brushRef="#br0" timeOffset="71140.56">6550 7103 24879 0,'0'0'2208'0,"0"0"-1760"0,0 0-448 0,0 0 0 0,0 0 2992 0,0 0 512 16,0 0 96-16,0 0 32 16,9 3-3024-16,3-2-608 0,2 0 0 0,2-1-224 0,-2 0 224 15,4-1-144-15,2-3 144 0,3 0-128 16,1-2-2048-16,2-1-416 0,33-6-80 0,-13 3-11168 15</inkml:trace>
  <inkml:trace contextRef="#ctx0" brushRef="#br0" timeOffset="71659.94">7200 6906 23951 0,'0'0'2128'0,"-5"6"-1696"15,-1-2-432-15,-1 1 0 0,2 3 4384 0,0 2 800 16,-3 2 144-16,-1 2 48 0,-3 2-3392 0,0 1-656 15,2 2-144-15,-1-2-32 0,0 3-208 0,2-3-48 0,1 2-16 0,1-2 0 16,1-1-560-16,1-3-96 0,1-1-32 0,1-2 0 16,0 2-192-16,3-4 0 0,-1-1 0 0,1-7-160 31,0 0-224-31,0 0-32 0,0 0-16 0,0 0 0 16,0 0-336-16,0 0-64 0,0 0 0 0,8-4-16 15,1-1 160-15,0-6 48 0,2-3 0 0,0-1 0 0,4-3-960 16,-1-3-176-16,-1-4-32 0,4-2-16 15,0-1 768-15,1-2 160 0,0 2 16 0,-2 0 16 0,0 2 416 0,-2 3 64 0,-2 6 32 0,-4 1 0 0,-3 7 784 16,-1 2 144-16,-4 7 48 0,0 0 0 0,0 0 1616 16,0 0 320-16,0 0 64 0,0 0 0 0,-3 9-944 0,2 2-192 15,0 1-32-15,-1-3-16 0,2 1-912 0,2 1-176 16,-1-1-32-16,3 2-16 0,0 2-304 0,1-1 160 16,1-1-160-16,2 1 128 0,1-1-128 15,2 1 0-15,1 0 0 0,-2 1 128 0,0 0-128 0,1 1 0 16,-1 0 0-16,1-2 0 0,-2-1 0 0,0-1 0 15,0-1 0-15,0 0 0 0,-4 0 0 0,-1-1 0 16,-1 0 0-16,0-3 0 0,-3-6 0 0,0 0 0 16,-2 8 0-16,0-1 0 0,-4-1 0 0,-1-1 0 15,-3 1 0-15,-1-2 0 0,-4-2 0 0,-2-1-144 0,0-1 144 16,-2 0 0-16,-3 2-400 0,0-1 16 16,-1-1 16-16,1-1 0 15,0-1-272-15,3 1-48 0,2 0-16 0,2 0 0 16,1-1-1376-16,2 0-288 0,3-1-48 0,3 0-16 15,0-2-608-15,6 5-128 0,3-6-32 0,1-5-6336 16,2 2-1280-16</inkml:trace>
  <inkml:trace contextRef="#ctx0" brushRef="#br0" timeOffset="71910.12">7608 6687 25791 0,'0'0'2304'0,"0"0"-1856"0,0 0-448 0,0 0 0 0,0 0 3808 0,0 0 672 16,0 0 128-16,0 0 16 0,4 8-3168 0,0 3-640 15,0-1-128-15,0 3-32 0,1 1 560 0,1 3 96 16,-3 2 32-16,3 1 0 0,-1 4-768 0,0 1-128 16,-1-1-48-16,1 5 0 0,0-4-208 0,-1 1-64 15,-1-1 0-15,0 0 0 0,1-2-128 0,-2-1 0 16,1-5 144-16,-2 0-144 0,-1-1 0 0,0-3-128 16,1-4 0-16,-1-1 0 15,-2-2-496-15,2-6-80 0,0 0-32 0,0 0 0 16,0 0-1360-16,0 0-272 0,0 0-48 0,0 0-16 15,-8-2-1328-15,-4-2-272 0,-17-13-48 0,11-3-16 0</inkml:trace>
  <inkml:trace contextRef="#ctx0" brushRef="#br0" timeOffset="72165.45">7599 6676 39567 0,'0'0'1744'0,"0"0"368"0,0 0-1680 0,0 0-432 15,0 0 0-15,0 0 0 0,0 0 1104 0,0 0 144 16,9 1 32-16,2 0 0 0,-1 1-448 0,3-1-96 0,4 0-16 0,2-1 0 15,-2 0-208-15,1 1-64 16,3-1 0-16,1 2 0 0,0-1-256 0,0 2-48 16,-2 1-16-16,-1-1 0 0,0 3-128 0,-3 2 128 0,0-2-128 0,-3 2 128 15,-1 0-128-15,-4 2 128 0,-2-2-128 0,-2 1 128 16,-1 0 64-16,-3 2 0 0,-4-1 0 0,-1 2 0 16,-3 0 16-16,-4-1 16 0,-1 2 0 0,-1 2 0 15,-2-6-224-15,-1 1 0 0,0 1 0 16,0-2 0-16,0 1-1392 15,2-3-208-15,-1-1-64 0,3-1 0 0,1 1-1488 0,4-2-304 16,2-2-64-16,6-2-12816 0</inkml:trace>
  <inkml:trace contextRef="#ctx0" brushRef="#br0" timeOffset="72425.24">8017 6711 8287 0,'9'-4'736'0,"-3"0"-592"16,-1 0-144-16,-5 4 0 0,6 0 5424 0,-6 0 1040 15,0 0 224-15,6 0 32 0,1 4-2688 0,-5 3-528 16,-2-7-112-16,2 9-32 0,-2 1-1376 0,0 3-256 15,-2-1-64-15,0 3-16 0,-1 2-816 0,2 2-176 16,-1-1-16-16,2 1-16 0,-2 0-352 0,1 0-64 16,1 0-16-16,0-1 0 0,0 0-192 0,2-1 176 15,3-1-176-15,-1-1 160 0,0 1-160 0,3-3 0 16,1-1 0-16,-1-1 128 0,2 1-128 0,1-1 0 16,0-2 0-16,3-3 0 0,0-2 0 15,1-1-192-15,1 1 64 0,0-4 128 16,1 0-448-16,-2 0 16 0,-1 0 16 0,2-4 0 15,-2-1-384-15,-1-2-80 0,-2 2-16 0,0-3 0 16,0-2-1584-16,-4-2-320 0,1-3-64 0,-5 1-9840 16,0-1-1968-16</inkml:trace>
  <inkml:trace contextRef="#ctx0" brushRef="#br0" timeOffset="72619.09">8040 6696 5519 0,'-9'-1'240'0,"9"1"64"0,0 0-304 0,0 0 0 0,0 0 0 0,0 0 0 16,13-2 8224-16,0 2 1584 0,1-4 320 0,1 1 64 16,0 0-8240-16,2 1-1648 0,-1-1-304 0,2 1 0 0,3-2 0 0,-1 1 0 15,-3-2 0-15,1 4 0 16,1-3-912-16,-2 2-176 0,-1 1-16 0,-2 1-10672 16,-1 1-2112-16</inkml:trace>
  <inkml:trace contextRef="#ctx0" brushRef="#br0" timeOffset="72784.38">8039 6833 7359 0,'-8'8'320'0,"8"-8"80"0,0 0-400 0,0 0 0 16,0 0 0-16,0 0 0 0,5 5 7712 0,3 1 1456 16,1-2 304-16,1-1 48 0,1 3-7280 0,1-5-1440 15,-2-1-288-15,4 0-64 0,3 0-288 0,3-1-160 16,1-2 192-16,0 0-192 15,1 0-1088-15,3-1-336 0,1-2-64 0</inkml:trace>
  <inkml:trace contextRef="#ctx0" brushRef="#br0" timeOffset="72966.11">8627 6815 18431 0,'-8'0'1632'0,"8"0"-1312"0,-5 0-320 0,5 0 0 15,0 0 5952-15,0 0 1136 16,0 0 208-16,0 0 64 0,10-2-5824 0,2-1-1168 0,-3 2-240 0,3-3-128 15,-1 1 320-15,2 0-16 0,3 0-16 0,0-1 0 16,-2 1-288-16,2 0 128 0,-1 2-128 0,1-1 0 16,-2 0 0-16,2 1 0 0,-2 0 0 0,1 2-192 15,-4 0-1392-15,1 1-272 0,0 0-48 0,-2-1-10592 16,-2 2-2128-16</inkml:trace>
  <inkml:trace contextRef="#ctx0" brushRef="#br0" timeOffset="73140.06">8633 6948 11967 0,'-13'5'528'0,"13"-5"112"0,0 0-512 0,0 0-128 0,0 0 0 0,0 0 0 0,0 0 6224 0,0 0 1216 16,5 0 240-16,3 2 64 0,1-2-6208 0,3-2-1248 16,1 0-288-16,1-2 0 15,3-1-608-15,3-2-160 0,1 1-16 0,1-1-16 16,4 1-2240-16,5 2-448 0</inkml:trace>
  <inkml:trace contextRef="#ctx0" brushRef="#br0" timeOffset="73537.56">9302 6730 39903 0,'0'0'1776'0,"0"0"352"0,-8 2-1696 0,-1 2-432 0,3-2 0 16,0 2 0-16,6-4 544 0,0 0 32 15,-7 8 0-15,-1-2 0 0,-3 4 432 0,0 0 80 0,1 2 32 0,0 2 0 16,-2-1-96-16,1 3-32 0,-4-2 0 0,2 6 0 0,0-3-224 0,3 3-64 16,4 0 0-16,1 0 0 0,-4-1-192 0,3 2-64 15,3-1 0-15,4-2 0 0,1-1-240 0,0-6-48 16,1 1-16-16,5 0 0 0,5 0-144 0,2-3 0 16,1-1 0-16,2-1 0 0,6-1 0 0,0-1 0 15,5-1 0-15,8-3 0 0,2-1 0 16,-3-3-176-16,-1 1 176 0,1-2-128 0,-10 0 0 0,1-1 0 15,-1-2 0-15,-2 1 0 0,-2-2 128 0,0-2-208 16,-2-2 80-16,-1-1 128 0,5-5-240 0,-4-2 80 16,-3 0 16-16,-5 2 0 0,-1 0-16 0,-6 0 0 15,-1-1 0-15,-6 4 0 0,-2-1 160 0,-1-2 0 16,-4 0 0-16,-1-1-128 0,-1 1 128 0,-8 2 0 16,-3 5 0-16,-6 2-128 0,-1-1 128 0,-1 5 176 15,2 0-48-15,-1 2 0 0,3 0 256 0,3 1 32 16,2 2 16-16,-3 2 0 0,5-2-432 0,3 2 0 15,3-1 128-15,3 2-128 16,2 0-1120-16,8-3-256 0,0 0-48 0,0 0-21040 0</inkml:trace>
  <inkml:trace contextRef="#ctx0" brushRef="#br0" timeOffset="85135.61">8642 5303 44799 0,'0'0'1984'16,"0"0"416"-16,0 8-1920 0,-1 1-480 0,1 2 0 0,0 4 0 0,-1 2 448 0,-1 2-16 15,1 2 0-15,-1 3 0 0,-1-1 352 0,0 3 80 16,-2 3 16-16,1 1 0 0,2 4-448 0,-1-9-96 16,-1 2-16-16,0 0 0 0,0-1-144 0,2 0-48 15,0-1 0-15,0-1 0 0,-1-3-128 0,0 3 0 0,2-3 0 16,0-4 0 0,0-4-448-16,1-2-32 0,0-5 0 0,0-6 0 15,0 0-1760-15,0 0-368 0,0 0-64 0,0 0-10320 16,6-8-2048-16</inkml:trace>
  <inkml:trace contextRef="#ctx0" brushRef="#br0" timeOffset="85414.43">8591 5388 14735 0,'-14'6'1312'0,"14"-6"-1056"0,-6 3-256 0,6-3 0 0,0 0 6928 0,0 0 1328 16,0 0 272-16,0 0 48 15,0 0-6336-15,0 0-1280 0,0 0-256 0,6-7-64 0,3 2-32 0,4-2-16 16,2 2 0-16,0-1 0 0,1 0-464 0,2 3-128 15,0-1 0-15,3 1 0 0,1 0 0 0,-1 2 0 16,-4 1 0-16,2 1 0 0,-1 2 0 0,-3 1 0 16,0 1 0-16,-2 2 0 0,-3 2 0 0,-3 1 0 15,-2 2 0-15,-2 4 0 0,-3 1 0 0,-3 1 0 16,-4 3 0-16,0-2 0 0,-5 1 0 0,0-1 144 16,-1 0 0-16,-1-1 0 0,-3-1-16 0,0 0 0 15,0-3 0-15,1 0 0 0,2-2-128 0,0-3-256 16,-1-2 64-16,2-1 16 15,3 1-1264-15,-1-2-256 0,1-2-48 0,10-3-16 16,0 0-2512-16,0 0-496 0</inkml:trace>
  <inkml:trace contextRef="#ctx0" brushRef="#br0" timeOffset="85992.04">8994 5307 12895 0,'0'0'576'0,"0"0"112"0,0 0-560 0,0 0-128 16,0 0 0-16,0 0 0 0,0 0 7216 0,0 0 1408 15,0 0 272-15,3 8 64 0,-2 1-5872 0,1-3-1168 0,-1 3-256 0,0 2-32 16,2 0-832-16,-1 4-160 0,1 0-48 0,-2 4 0 16,-2-2-224-16,1 2-48 0,0 1-16 0,0-1 0 15,-1-2-32-15,-1 2 0 0,1-3 0 0,-2 0 0 16,0-3-80-16,0-2-32 0,0-4 0 0,2 1 0 0,0-1-32 0,1-7 0 16,0 0 0-16,0 0 0 0,0 0-128 0,0 0 0 15,0 0 0-15,0 0 0 0,0 0 0 0,0 0 0 16,0 0 0-16,0 0 0 0,1-7 0 0,3-5-176 15,0 1 176-15,2-1-128 0,4 0 128 0,0-1-128 16,2-5 128-16,1 1-128 0,0 0 128 0,1-1-128 16,-1-2 128-16,3 2-128 0,1 1 128 0,0 3 0 15,-3 1 0-15,-1 2-128 0,0 2-32 0,0 0 0 16,-1 3 0-16,0 2 0 0,-3 0 160 0,0 4-208 16,0-3 80-16,-1 3 128 0,-8 0 0 0,6 3 0 15,-6-3 0-15,7 5 0 0,-3 1 0 0,0 6 0 16,0-1 144-16,-3 3-16 0,-2 2 32 0,-2 2 16 15,0 3 0-15,1-2 0 0,0 2-48 0,-1 0-128 0,-1 0 192 16,1-3-64-16,0-2-128 0,1-2 128 0,-1-4-128 0,3 2 128 16,0-4-128-16,1 0 0 15,-1-8 0-15,4 6 0 0,-4-6 0 0,8 3 0 16,1-3 0-16,2 0 0 0,1-1-192 0,-1-2 192 0,-2-2-192 16,2-2 192-16,1-2-224 0,-2-3 80 15,2 1 16-15,-1-2 0 0,0 0 128 0,-2-2 0 0,-3 1-144 0,1 0 144 16,-3 1 0-16,-3-2 0 0,-1 1 0 15,-1 2 0-15,-3 2 0 0,-1-1 0 0,-3 2 128 0,-1 0-128 16,-2 1 176-16,0 2-48 0,-2-1-128 16,0 2 192-16,-2 0-192 0,2 2-160 0,-2-1 32 0,0 2 0 15,2 2-272 1,3-3-48-16,2 2-16 0,1 1 0 0,7 0-1584 16,0 0-320-16,0 0-64 0,0 0-16 0,0 0-1648 15,8 1-336-15,3 2-64 0,0-3-6016 0,4 2-1200 0</inkml:trace>
  <inkml:trace contextRef="#ctx0" brushRef="#br0" timeOffset="87766.67">9644 5313 11055 0,'0'0'976'0,"0"0"-784"0,0 0-192 0,0 0 0 0,0 0 4816 0,0 0 928 16,0 0 176-16,0 0 32 0,0 0-2160 0,0 0-432 16,0 0-96-16,0 0 0 0,-3 11-1056 0,-2 2-208 15,0 0-32-15,-2 5-16 0,-2 4-896 0,0 2-176 16,-2 2-48-16,1-3 0 0,1 3-288 0,1-5-64 15,1 1-16-15,1-3 0 0,1-1-320 0,1-3-144 16,3 1 128-16,2-3-128 0,1-1 0 0,4-2 0 16,0-3 0-16,2-1 0 0,2-2-384 0,2-1 32 15,1-3 16-15,3-3 0 16,2-3-176-16,0-1-48 0,1-1 0 0,-1-1 0 16,-1-1 80-16,-3-2 16 0,-1-2 0 0,0-1 0 0,0 0 192 15,-1-2 32-15,0-3 16 0,-3 2 0 0,-1 1 224 0,-2 1 0 0,-1 1 0 16,-1-1 0-16,-1 0 352 0,0 5-32 0,0-2-16 15,-1 2 0-15,-2 5 128 0,0-1 16 0,0 7 16 0,0 0 0 16,-3-6-80-16,3 6 0 0,0 0-16 0,0 0 0 16,0 0-176-16,0 0-48 0,0 0 0 0,0 0 0 15,0 0-144-15,-4 8 0 0,2 2 0 0,0 4 128 16,-2 3-128-16,0 3 0 0,1-1 0 0,-1 2 0 0,0-1 0 16,1-3 0-16,2-2 0 0,1 1 0 0,0 0 0 15,1-2 0-15,2-1 0 0,1-1 0 16,1-6-192-16,1 1 192 0,4-5-192 0,0 2 192 15,2-1-304-15,-2 0 64 0,1-5 16 0,0 0 0 0,4-4-32 16,0 0 0-16,1-3 0 0,2-2 0 0,-2 0 64 16,1-1 0-16,0-1 0 0,-2-3 0 0,0-1 0 0,0-4 16 15,0-1 0-15,-1 1 0 16,-2 0 176-16,-2 1 0 0,1-1 0 0,-2 1 0 0,-3 3 0 16,-1 2 0-16,-1 2 0 0,0 2 0 0,-2 2 176 0,-2 1-48 15,-2 2 0-15,2 6 0 0,-2-6 224 0,2 6 32 16,0 0 16-16,0 0 0 0,-7-1-80 0,1 1-32 15,-1 0 0-15,7 0 0 0,-5 3-160 0,5-3-128 16,-5 5 192-16,-1 0-192 0,6-5 144 0,0 0-144 16,0 0 0-16,-2 8 144 0,2-8-144 0,-1 8 0 15,1-8 0-15,0 9 0 0,1-1 0 0,0 0 0 16,-1-8 0-16,3 7 0 0,-3-7 0 0,4 8 0 16,-4-8 0-16,4 8 0 0,0 1 0 0,-2-1 0 0,1 0 0 0,1 0 0 15,1-1 0-15,-1 1 0 16,0 1 0-16,0 2 0 0,-1-1 0 0,0 1 0 0,0-1 0 0,-1 1 0 15,2-2 0-15,0 0 0 0,0 0 0 0,-1 0 0 16,-2 2 0-16,0 0 0 0,-1-2 0 0,0 1 0 16,0-3 0-16,0 1 0 15,0-8 0-15,-1 9 0 0,-3 2 0 0,0-2 0 0,0 1 0 16,0-3 0-16,-1-1 0 0,1 1 0 0,0-2 0 16,-1 0 0-16,0-1 0 0,5-4 0 0,0 0 0 0,0 0 0 15,0 0 0-15,0 0 0 0,0 0 0 0,0 0 0 16,-7 3-208-16,7-3-32 0,-5 1 0 0,5-1 0 15,0 0 32-15,0 0 0 0,0 0 0 0,0 0 0 16,0 0 64-16,0 0 16 0,0 0 0 0,0 0 0 16,0 0 128-16,0 0 0 0,8-5-144 0,0 2 144 0,-8 3 0 0,9-2-144 15,0-1 144-15,1-1 0 0,2-1 0 0,1 0 0 16,2-2 0-16,0 3 0 0,0-2 0 0,-1 1-128 16,0-2 128-16,1-1 0 0,-1-1 0 0,2 1 0 15,0-3 0-15,0-1 0 0,-2 0 0 0,2-1 0 16,0-1 0-16,-1-3 0 0,-2-3 128 0,0 1-128 15,1-2 0-15,-1 1 0 0,0-3 0 0,-2 1 0 16,0 1 0-16,-3 0 0 16,-1 3 0-16,0 2 0 0,-2 2 0 0,-2 1 0 0,-2 2 144 15,-1 1-144-15,-1 2 128 0,-1 3-128 0,0-2 256 0,2 7-16 16,0 0-16-16,0 0 0 0,0 0 64 0,0 0 16 16,0 0 0-16,0 0 0 0,-5 4-176 0,1 1-128 15,1 0 144-15,2 3-144 0,-1 0 0 0,2 3 128 16,0-1-128-16,2 2 0 0,0-1 0 0,1 1 0 15,-2-1 0-15,2 2 0 0,1-3 0 0,0 2 0 16,0 0 0-16,0 1 0 0,-1 0 0 0,1 0 0 16,-1 0 144-16,1 0-144 0,-3 0 0 0,1 0 0 0,-1 0 0 15,0-1 0-15,-1-1-128 0,0 1 128 0,0-2 0 16,0 0 0-16,-2-1-192 0,2-9 16 0,0 0 16 0,-2 6 0 16,-2 1-64-16,2-1-16 0,-1 1 0 0,3-7 0 15,-5 5 32-15,0 0 0 0,-1-2 0 0,1 1 0 16,5-4 208-16,-6 4-176 0,-1-2 176 0,7-2-160 15,-6 2 160-15,-1-1 0 0,7-1 0 0,0 0 0 16,-8 1 0-16,8-1-128 0,0 0 128 0,0 0 0 16,0 0 0-16,0 0 0 0,0 0 0 0,0 0 0 0,0 0 0 15,0 0 0-15,0 0 0 0,0 0-128 0,0 0 128 16,8-2 0-16,1-2 0 0,2 0 0 0,-2 1 0 16,3-1 0-16,1-2 128 0,0-1-128 0,0 1 0 15,2-2 144-15,2-1-144 0,0-3 0 0,0 2 128 0,0-2-128 16,0-1 0-16,1-2 0 0,1 0 0 0,-2-2 0 15,-3 1 0-15,2-2 0 0,-2 1 128 0,-1 3-128 16,-1-2 0-16,-1 2 0 0,0-2 176 0,-1 2-176 16,-3 2 160-16,-2 2-160 0,-1 0 160 0,0 3-160 15,-4 7 160-15,1-7-160 0,-1 7 256 0,0 0-64 16,0 0 0-16,0 0 0 0,0 0 64 0,0 0 0 16,0 0 0-16,-9 3 0 0,0 2-80 0,-3 4-16 15,0 3 0-15,-1 2 0 0,0 3-32 0,2 3-128 16,-1 2 192-16,1 0-64 0,2 3 0 0,1-4 0 15,5 1 0-15,0-3 0 0,3 1-128 0,0-3 160 16,3 0-160-16,2-4 160 0,3-1-160 0,-1-3 0 16,3 0 0-16,1-5 0 0,2 0 0 0,0-2 0 15,0-2 0-15,2 0 0 0,0-1 0 0,1-3-192 0,0-1 64 16,1-2 128-16,0-2-176 0,-2 0 176 0,0-3-128 16,0-1 128-16,-2-2-176 0,3-4 176 0,-1-2-208 0,0-1 80 15,0-1 128-15,1-2-192 0,-2-1 192 16,-1 1-192-16,1 2 192 0,-4 3-208 0,-1 1 80 0,-1-1 128 15,-3 4-144-15,-2 3 144 0,-2 3 0 0,0 2 0 16,1 2 0-16,-2 6 144 0,0 0 16 0,0 0 0 16,0 0 96-16,0 0 32 0,0 0 0 0,0 0 0 0,0 0-128 0,0 0-32 15,0 0 0-15,0 0 0 0,0 0-128 16,1 6 0-16,0 3 0 0,2 0 0 0,1 3 0 16,0-1 0-16,0 0 0 0,1 1 0 0,1 0 144 0,0-2-144 15,-1 2 160-15,3 1-160 0,-3 0 0 0,1 0 0 16,1-1 0-16,-1 0 0 0,1-1 0 0,-1 1 0 15,0 0 0-15,-2-2 0 0,-1 1 0 0,0 0 0 16,0 1 0-16,-3-2 0 0,-2 0 192 0,0-1-48 0,-2-1-16 0,-3-1 0 16,-2 1-128-16,0 0 0 15,0 0 0-15,0 0 0 0,-3-2 128 0,-2-1 0 16,1-2 0-16,0 1 0 0,-2 4-128 0,4-2 0 16,-2-2 0-16,-1 0 0 0,3-1-192 0,-1-2 192 15,2 0-160-15,-1 1 160 16,3-1-1280-16,2-1-176 0,1 0-16 0,5 0-14832 15,0 0-2960-15</inkml:trace>
  <inkml:trace contextRef="#ctx0" brushRef="#br0" timeOffset="98457.82">17414 1003 8287 0,'0'0'736'0,"0"0"-592"0,0-6-144 0,1 0 0 0,-1 6 5936 0,0 0 1152 16,0 0 224-16,0 0 48 0,0 0-4176 0,0 0-848 15,0 0-160-15,-1 8-48 0,-1 3-608 0,-1 4-128 16,-4 6-32-16,-2 7 0 0,-2 3-608 0,0 4-128 16,-2 3-32-16,1 1 0 0,-1-5-48 0,1 1-16 15,0-1 0-15,1-3 0 0,0-1-272 0,3-4-48 16,1-2-16-16,0-3 0 0,1-3-192 0,0-2 144 0,4-6-144 0,-1-1 128 16,3-1-128-16,0-8 0 15,0 0-192-15,0 0 192 0,0 0-304 0,0 0 64 16,4-8 16-16,1-2 0 0,1-2-128 0,1-4-32 15,0-2 0-15,-1-4 0 16,4-2-32-16,0 0-16 0,2-4 0 0,1-3 0 0,1-3 32 0,0 1 0 0,2-2 0 16,-3 5 0-16,-1 2 16 0,-2 5 16 0,-1 4 0 15,0 5 0-15,-2 4 368 0,-2 1-144 0,-1 4 144 0,-4 5 0 16,0 0 240-16,0 0 144 0,0 0 48 0,0 0 0 16,1 9 160-16,2 0 48 0,0 2 0 0,-1 2 0 0,1-1-336 15,1 2-64-15,0 0-16 0,4 1 0 0,-1-2-224 16,4 1 0-16,0-1 0 0,3-1 0 0,-1 1 0 15,1 0 0-15,0 0 0 0,1 0 0 0,-1 2 0 16,0 0 0-16,-1 2-160 0,0-2 160 0,-1 1-352 16,-1 1 16-16,-1-3 0 0,-1 2 0 15,-4-3-128-15,0-3-32 0,-1 1 0 0,-1-2 0 16,-2 0 176-16,-1-1 48 0,2 1 0 0,-2-9 0 0,0 0 272 0,-7 5 0 16,1 1 0-16,-4-3 0 0,0 0 288 0,-2-2-32 15,1-1-16-15,-4 2 0 0,-2-2 192 0,-1 1 32 16,-3 0 16-16,-1-1 0 0,-1 0-128 0,-1 0-32 15,1 2 0-15,-1-2 0 0,-1 0-320 0,3 0 0 16,0 0 0-16,2 0 0 16,2 0-320-16,1 0-144 0,4 0-32 0,2 1 0 15,0-2-2000-15,11 1-416 0,0 0-80 0,0 0-15264 0</inkml:trace>
  <inkml:trace contextRef="#ctx0" brushRef="#br0" timeOffset="98811.78">18046 973 48671 0,'0'0'2160'0,"0"0"432"0,-5-1-2080 0,5 1-512 0,0 0 0 0,0 0 0 16,0 0 800-16,0 0 48 0,0 0 16 0,0 0 0 0,-4 8-224 15,0 2-64-15,1 1 0 0,1 3 0 0,-1 3-384 0,1 2-64 16,-1 4-128-16,-1 0 176 0,0 4-32 0,0 1 0 15,-1 2 0-15,1-2 0 0,-1-1-144 0,1-3 160 16,0 1-160-16,1 0 160 0,1-2-160 0,1-1 0 16,1-2 0-16,1-2 128 0,0 1-128 0,2-3 0 15,1 0 0-15,2 0 0 0,2-3 0 16,2-1-144-16,2-2 144 0,1 0-160 16,2 0-80-16,2-4-16 0,-1-2 0 0,4 0 0 15,1-2-48-15,2 1-16 0,0-2 0 0,0-2 0 16,0-3-144-16,2 2-48 0,-3-5 0 0,1 2 0 15,-3-3-368-15,1 0-80 0,-2-1 0 0,-3-1-16 16,0-2-1408-16,0-1-288 16,-2 0-48-16,-1-2-15584 0</inkml:trace>
  <inkml:trace contextRef="#ctx0" brushRef="#br0" timeOffset="99041.53">17953 986 38415 0,'-13'-4'1696'0,"8"2"352"0,-3-2-1632 0,2 0-416 0,2-3 0 0,4 7 0 16,0 0 1792-16,0 0 288 0,4-5 48 0,4 0 16 15,2 0-656-15,2 1-128 0,1 0-16 0,3 1-16 16,3 1-816-16,5-2-144 0,0 1-48 0,6 2 0 16,2-3-176-16,2 1-144 0,-1 1 192 0,3-1-192 15,-1 0 128-15,-1 1-128 0,-2-1 0 0,1-1 0 16,-2 0-976-16,0-1-256 0,-2 3-48 0,-3 0-16 15,-2-2-2160-15,-1 6-448 16,-2 2-64-16</inkml:trace>
  <inkml:trace contextRef="#ctx0" brushRef="#br0" timeOffset="99222.55">18050 1183 27647 0,'-14'5'1216'0,"7"-2"256"0,-1-1-1168 0,0 2-304 0,1 3 0 0,1-4 0 0,6-3 4288 0,0 0 784 15,0 0 176-15,0 0 16 0,0 0-3216 0,6 6-640 16,1-1-128-16,4 0-16 0,2-5-1008 0,4 0-256 16,4 0 0-16,4-2 0 0,2-1-128 0,4-1-80 15,0 0-16-15,3-1 0 16,3 0-2528-16,-2-2-496 0,-1 1-96 0</inkml:trace>
  <inkml:trace contextRef="#ctx0" brushRef="#br0" timeOffset="99409.13">18742 1154 26719 0,'0'0'2368'0,"0"0"-1888"16,0 0-480-16,0 0 0 0,8 0 3936 0,0 0 688 0,0 0 144 0,0-1 32 15,-1 0-2688-15,4-1-512 0,1 2-128 0,1-1 0 16,1-1-880-16,2-1-160 0,-1 0-48 0,2 1 0 16,1 0-384-16,1 0 128 0,-1 1-128 0,1-1 0 15,2 2-160-15,-2 0-112 0,-4 2-32 0,0 1 0 16,-2-3-1680-16,-2 4-320 0,0 0-80 0,-2 1-16 15,-3 1-2144-15,2 3-416 0</inkml:trace>
  <inkml:trace contextRef="#ctx0" brushRef="#br0" timeOffset="99565.15">18797 1356 10127 0,'-20'-3'448'0,"14"4"96"0,-1 1-544 0,1 1 0 0,1-2 0 0,5-1 0 0,0 0 7392 0,0 0 1376 16,0 0 256-16,0 0 64 0,0 0-6496 0,7 3-1312 15,1-3-256-15,3 0-48 0,2 0-576 0,2-4-112 16,4 0-32-16,-1 0 0 0,0 0-256 0,2 0 0 16,1 1 0-16,2-1-14064 15,3-3-2704-15</inkml:trace>
  <inkml:trace contextRef="#ctx0" brushRef="#br0" timeOffset="100308.59">20084 955 37263 0,'0'0'1648'0,"0"-7"336"0,-2-4-1584 0,2 0-400 15,0 1 0-15,0-1 0 0,-1 0 1152 0,0 0 160 16,-2 2 32-16,1 1 0 0,-2 0 112 0,-1 1 16 0,-2 1 16 0,-1 4 0 16,-1 3-448-16,-3 4-80 15,2 2-32-15,-6 2 0 0,-3 5-128 0,-3 6-32 16,-5 3 0-16,-1 5 0 0,-4 2-224 0,1 2-48 0,0 2-16 0,2 1 0 16,4-5 64-16,5 0 16 15,4-1 0-15,4-3 0 0,7-2-560 0,5-5 0 0,4 2-160 16,5-7 160-16,3-1-224 0,6-2 80 0,5-2 16 0,4-4 0 15,1-2-48-15,4-5 0 0,1-1 0 0,1-3 0 16,0-2 0-16,0-3 0 0,0-4 0 0,0 1 0 16,-3-3 32-16,-1-2 0 0,-2-2 0 0,-4 0 0 15,-2 0 144-15,-2-1 0 0,-4 0 0 0,-5-3 0 16,0-2 0-16,-6-1 192 0,-2-1-32 0,-3 1-16 0,-3-2 48 16,-3 2 0-16,-5 2 0 0,-2 3 0 0,-3-1-192 0,-2 5 160 15,0 2-160-15,-3 3 160 0,-2 2-160 0,-1 3-144 16,3 2 144-16,0 3-208 15,1 3-400-15,1 1-80 16,4 1-16-16,0 4 0 0,2 5-1312 0,2 3-272 0,0 1-48 0,2 3-16 16,2 4-2288-16,4 2-464 0</inkml:trace>
  <inkml:trace contextRef="#ctx0" brushRef="#br0" timeOffset="100511.51">19957 1255 13823 0,'0'0'1216'0,"0"0"-960"15,0 0-256-15,0 0 0 0,0 0 6400 0,0 0 1248 16,0 0 240-16,0 0 48 0,0 0-4672 0,0 0-960 16,0 8-176-16,2 1-32 0,-2 2-1024 0,0-1-208 0,0 0-32 0,-2 3-16 15,2-1-272-15,0 2-48 0,-1 0-16 0,1 2 0 16,-1 0-256-16,1-1-48 0,1 1-16 0,0-3 0 31,2 0-672-31,1-1-144 0,1 0-32 0,2-2 0 0,-1-3-1872 16,2-4-384-16,1 1-80 0,-1-4-17360 0</inkml:trace>
  <inkml:trace contextRef="#ctx0" brushRef="#br0" timeOffset="100695.19">20423 1226 31327 0,'0'0'2784'0,"0"0"-2224"0,0 0-560 0,0 0 0 0,8 0 3648 0,-1-1 608 15,3-1 128-15,0-1 32 0,0 0-2512 0,2 0-496 16,1-1-112-16,1 1-16 0,2-3-816 0,1 1-160 15,1-1-48-15,3 0 0 0,1 2-256 0,1-2 0 16,-1-1-208-16,2 2 80 16,0 0-1920-16,-1 1-384 0,1-1-80 0,-1 1-18224 0</inkml:trace>
  <inkml:trace contextRef="#ctx0" brushRef="#br0" timeOffset="101213.25">21047 899 21183 0,'0'0'944'0,"0"0"192"0,0 0-912 0,0 0-224 0,-4-5 0 0,4 5 0 16,0 0 6064-16,0 0 1168 0,0 0 224 0,-2 6 48 15,0 3-4848-15,1 4-976 0,0 4-192 0,-1 4-32 16,0 4-720-16,-1 5-144 0,2-7-16 0,1 6-16 16,1 1-304-16,1 1-48 0,-1-1-16 0,0-1 0 15,0-3-192-15,2-2 144 0,0-4-144 0,-1-1 128 16,2-2-128-16,-1-3 0 0,-1-1 0 0,2 0 0 15,0-5 0-15,0-2 0 0,-4-6 0 0,0 0 0 0,0 0 0 0,0 0 0 16,0 0 160-16,8-2-160 0,-1-3 0 0,0-2 0 16,1-3 0-16,1-3 0 0,-2 1 0 0,2-3 0 15,0-5-192-15,3-3 48 0,0 0 16 0,1-1 0 16,0-2 0-16,0 3 0 0,5-11 128 16,-1 5 0-16,-2 2-144 0,-1 6 144 0,-1 4 0 0,-3 5 0 15,-2 3 0-15,0 4 0 0,-8 5 0 16,0 0 160-16,0 0-16 0,6 11 0 0,-2 3 80 0,-1 3 16 15,-2 2 0-15,0 5 0 0,-1 2-64 16,0-1-16-16,2-1 0 0,0 3 0 0,2-4-160 0,1 0 0 16,1-3 0-16,1-3 128 0,4-3-128 15,-1-1 0-15,-1-1 0 0,0-3 0 0,3-4 0 0,-1-1 0 16,-2-1 0-16,1-2 0 0,2 1 0 16,0-2 128-16,-2-3-128 0,0-2 0 0,1-2 176 0,-2-1-48 15,-1-1-128-15,-2-2 192 0,1-3 16 0,-1-1 0 16,2-2 0-16,0-3 0 0,-1-3-208 0,-1-1 0 15,2 1 0-15,-2-3 0 0,0 0-144 0,0 2 144 16,-1 2 0-16,1 4-144 16,-4 2-304-16,1 3-48 0,-1 2-16 0,1 1 0 15,0 4-640-15,-3 6-144 0,0 0-32 0,0 0 0 16,0 0-2496-16,0 0-496 0,0 0-96 0</inkml:trace>
  <inkml:trace contextRef="#ctx0" brushRef="#br0" timeOffset="101410.38">20784 822 40543 0,'-5'0'3600'0,"-2"-3"-2880"0,1 1-576 0,6 2-144 0,0 0 2528 0,0 0 480 16,0 0 80-16,0 0 32 0,0 0-2000 0,7-2-400 15,4 1-80-15,5 0 0 0,4-2-640 0,5 2 0 16,4 0-144-16,2-1 144 15,4 0-1792-15,3-1-224 0,-1-1-48 0,-1 2-19696 0</inkml:trace>
  <inkml:trace contextRef="#ctx0" brushRef="#br0" timeOffset="101598.88">21656 826 51263 0,'0'0'1136'0,"10"-7"224"15,1 7 48-15,-1-4 16 0,1 2-1136 0,2 2-288 0,1-4 0 0,0 1 0 0,1-2 992 0,2 1 144 16,1 0 16-16,3 0 16 0,1 0-768 0,2 2-144 16,-1-3-48-16,0 3 0 0,2-2-208 0,-1 3 0 15,-2 1 0-15,0 0 0 16,-1-1-560-16,-2 1-96 0,0 1-32 0,-2 2 0 16,-2-1-1712-16,0 5-352 0,-2 2-64 0</inkml:trace>
  <inkml:trace contextRef="#ctx0" brushRef="#br0" timeOffset="105235.57">10235 6797 14735 0,'-19'1'1312'0,"7"2"-1056"0,-2-2-256 0,2 2 0 16,2 1 4544-16,2 2 832 0,1-2 192 0,7-4 16 31,0 0-5040-31,7 10-1008 0,1 1-208 0,2-2-32 0,6 0 704 0,2 2 208 0,3-1 16 0,0 2 0 16,0-2-224-16,3 1 0 0,2-2 0 0,6 1 0 16,0 3 128-16,4-4 48 0,5 0 0 0,2-1 0 15,6-1 144-15,1-2 48 0,4-2 0 0,-1-3 0 16,-2-3-160-16,4-4-16 0,0 0-16 0,5-4 0 0,3-2-32 15,5-2 0-15,1-4 0 16,2 4 0-16,-1-5-16 0,2 1-128 0,-3-4 192 0,4 0-64 0,3-2 48 0,3-1 0 16,2-3 0-16,-2-2 0 0,-3-3-32 15,1 2 0-15,1-2 0 0,6-3 0 0,2-3-144 0,-3-3 160 16,-3-2-160-16,-1 1 160 0,3 0-160 16,0 1 0-16,3 0 144 0,-1 0-144 0,-4-3 0 15,0 2 0-15,-2-1 0 0,2 0 0 0,2-5 0 0,3 1 0 16,-2-1 0-16,-3-1 0 0,-5-1 0 0,2 0 0 15,4-1 0-15,1 2 0 0,2 0 0 0,-5-1 0 16,-3-8 0-16,-2 1 0 0,0 0 0 0,1-1 0 16,2 0 0-16,-1 1 128 0,1-1-128 0,-2 2 0 15,-5-2 0-15,-3 2 128 0,-4-5-128 0,3-1 0 16,0 3 0-16,2 0 0 0,-4-1 384 0,-4 1 16 16,-3 1 0-16,0-1 0 0,1-3 96 0,-1 0 16 15,3-3 0-15,0 5 0 0,0 2-320 0,-1 1-48 0,-2 1-16 16,-3 0 0-16,-5-2-128 0,-1 0 128 15,-1 2-128-15,-1 2 128 0,-2 0-128 0,-2 5 0 16,0 4 0-16,-1 1 0 0,0 2 128 0,-2-1-128 16,0 1 128-16,-2 1-128 0,-2-5 304 0,1 4-32 0,1-3 0 15,-1 1 0-15,1 2-96 0,-1 2-32 0,3 2 0 0,3 2 0 16,0 3-144-16,0 2 0 0,-1 3 144 0,0 0-144 16,-1 1 0-16,-3 2 144 0,-3 3-144 0,-2 1 0 15,-2 1 192-15,-1 4-64 0,-2 3 0 0,-1 2-128 16,-4 1 320-16,-1 6-64 0,-1-1 0 0,-3 7 0 15,-4 0 64-15,-1 2 0 0,-12-2 0 0,11 5 0 0,0 1-64 16,-3 4 0-16,-8-10 0 0,5 9 0 0,0 0-32 0,0 0-16 16,-1 1 0-16,0-2 0 0,-1 1-80 0,-1 0 0 15,-2-9-128-15,0 0 192 0,0 0-192 16,0 0-160-16,-2 6 32 0,2-6 0 16,0 0-2448-16,-6 4-496 0,1-3-80 15</inkml:trace>
  <inkml:trace contextRef="#ctx0" brushRef="#br0" timeOffset="105581.91">17030 2549 47807 0,'0'0'2112'0,"0"0"448"0,0 0-2048 0,0 0-512 16,0 0 0-16,0 0 0 0,0 0 0 0,8 4 0 15,-1-1 0-15,1-2-160 0,-2 2 480 0,2-1 80 16,0 1 32-16,1 1 0 0,0 1-112 0,1 0-32 0,0 2 0 0,0 1 0 16,2 0-288-16,1-1 0 0,0 1 128 0,4 1-128 15,0-2 0-15,0-1 0 0,0 1 0 0,-2-1 0 16,1 1 0-16,-2-1 0 0,-1 1 0 0,0-2 0 16,-4 0 0-16,-2 1 0 0,-7-6 0 0,0 0 0 15,3 9 0-15,-3 0 128 0,-3-1-128 0,-1 1 160 16,-2 1 272-16,-2 2 48 0,-3 0 16 0,-2-1 0 15,-4 0-32-15,-1 1 0 0,-3-1 0 0,-1 1 0 16,-1-2-208-16,-1 0-32 0,1-3-16 0,0 3 0 16,0 0-208-16,2-4 0 0,2 2-192 0,2-1 192 15,4-2-2688-15,2 3-448 0</inkml:trace>
  <inkml:trace contextRef="#ctx0" brushRef="#br0" timeOffset="106286.99">17960 2864 36575 0,'1'-12'1616'0,"-1"12"336"0,-1-8-1568 0,1-1-384 0,-1 0 0 0,1 1 0 15,-3 4 2432-15,2 1 384 0,1 3 96 0,0 0 16 16,0 0-1024-16,0 0-208 0,-4 8-32 0,0 4-16 15,-4 4-832-15,0 4-176 0,-1 4-16 0,-1 1-16 0,1 1-176 0,-3 2-48 16,0 0 0-16,2 1 0 0,1-2-192 0,-1-1-64 16,3-3 0-16,-1-2 0 0,1-1-128 0,3-6 0 15,1-2 0-15,0-3 128 0,2-1-128 0,1-8 0 16,0 0 0-16,0 0 0 0,0 0-144 0,0 0-16 16,0 0 0-16,4-7 0 0,1 0-96 0,1-8 0 15,3 0-16-15,2-5 0 0,2-3-64 0,0-1-16 16,0-2 0-16,1-4 0 0,1-1 32 0,-1 1 0 15,-1 0 0-15,0 1 0 0,0 3 192 0,0 4 128 16,-1 4-160-16,-4 3 160 0,-1 3 0 0,0 5 0 16,-3 1 0-16,-4 6 0 0,0 0 0 0,0 0 256 15,0 0-16-15,6 8-16 0,1 1 48 0,-1 2 16 16,0-1 0-16,1 2 0 0,3-2-288 0,0 3 160 16,2-3-160-16,1 1 128 0,-1 1-128 0,1 1 0 15,2 1 144-15,1-1-144 0,0-2 0 0,-1 1 128 16,2-1-128-16,0 0 0 0,-1-1 0 0,1 2-128 0,-3-2 0 0,-1 0 0 15,-1-1-112-15,-1 0-16 16,-3-1 0-16,-1-1 0 0,-3 0 112 0,-2 1 16 0,-2-8 0 16,-1 6 0-16,-4-1 128 0,-3-2 144 15,-1 1-16-15,-3 0-128 0,-5 0 208 0,-4 0-64 0,-3 0-16 16,-4 0 0-16,-2-1 0 0,-1 1-128 0,-4 0 192 0,-2 2-64 16,-3 0-128-16,1 1 0 0,1-2 0 15,0 0 128-15,2 0-128 0,2-1-272 0,4-3 64 0,4 2 16 31,5-2-784-31,5 1-160 0,4-1-16 0,12-1-16 0,0 0-2176 16,8-3-432-16,7-2-96 0,4 0-14416 0</inkml:trace>
  <inkml:trace contextRef="#ctx0" brushRef="#br0" timeOffset="106746.29">18701 2686 41471 0,'0'0'1840'16,"0"0"368"-16,-2-8-1760 0,1 2-448 0,0-1 0 0,1 7 0 0,0 0 1792 0,0 0 256 16,0 0 64-16,0 0 16 0,0 0-560 0,0 0-112 15,-3 7-32-15,-1 3 0 0,-1 7-1104 0,0 5-320 16,-2 5 144-16,-1 1-144 0,1 3 400 0,-1 1 16 16,1-1 0-16,2 0 0 0,2-1-272 0,2-1-144 15,1-2 160-15,4-1-160 0,2-1 0 0,2-3 0 16,1-2 0-16,3-3 0 0,1-3-256 0,4-1-32 15,-1-5-16-15,2-3 0 0,0-2-80 0,2-4 0 16,-1-2-16-16,2-3 0 0,0-4 48 0,-1 0 16 16,-2-3 0-16,-1-1 0 0,0-3 144 0,-2-3 16 15,-2-2 16-15,1 0 0 0,-1-2 160 0,-2 1 0 16,2-2 0-16,-2-1 0 0,-3-5 0 0,-1-1 144 0,1 2-16 16,0 0-128-16,-1 3 288 0,-1 2-48 0,-2 4-16 15,0 1 0-15,0 4 112 0,0 4 32 0,-2 4 0 0,1 1 0 16,-3 7-32-16,0 0 0 0,0 0 0 0,0 0 0 15,0 0-208-15,0 0-128 0,6 9 160 0,0 4-160 16,-2 1 0-16,0 4 128 0,-1 2-128 0,0 3 0 16,1 3 336-16,0 3 32 0,-2 1 0 0,1 0 0 31,-2-3-704-31,1 1-144 0,-1 0-32 0,-1 0 0 0,0-1 16 16,0-1 0-16,0-2 0 0,0-3 0 0,-1-4-1072 15,-1-3-224-15,2-1-32 0,-1-4-16 0,1-9-912 0,0 0-192 0,0 0-48 0,0 0-14880 16</inkml:trace>
  <inkml:trace contextRef="#ctx0" brushRef="#br0" timeOffset="106953.89">18510 2564 48255 0,'0'0'2144'0,"0"0"432"0,-2-6-2064 0,2 6-512 16,0 0 0-16,0 0 0 0,2-5 176 0,3 1-176 0,3-2 160 0,3-1-160 15,3 3 400-15,4 0-16 16,4 2 0-16,2 1 0 0,3-1-384 0,2 2-304 0,2 2 48 0,1-1 16 31,-1-1-912-31,0 0-176 0,0-1-32 0,-1 2-12352 16,-1-1-2480-16</inkml:trace>
  <inkml:trace contextRef="#ctx0" brushRef="#br0" timeOffset="107097.7">19080 2556 44639 0,'0'0'1984'0,"0"0"384"0,0 0-1888 0,8 2-480 0,0 0 0 0,2-1 0 0,0-2 928 16,3-1 96-16,2 0 0 0,2 2 16 16,1-4 112-16,3 3 32 0,0-1 0 0,0 2 0 15,-1-4-720-15,4 3-144 0,-2 0-16 0,2-2-16 16,0 2-944-16,-2 1-192 0,2 1-48 0,-3 2-22064 16</inkml:trace>
  <inkml:trace contextRef="#ctx0" brushRef="#br0" timeOffset="107467.88">19909 2792 51423 0,'0'0'1136'0,"0"0"224"0,3-11 48 0,3 9 48 0,-6 2-1168 0,0 0-288 0,0 0 0 0,0 0 0 16,0 0 640-16,8-3 64 0,0-2 0 0,1 1 16 15,3 0-544-15,-1 0-176 0,2-1 0 0,2 2 0 16,-1-2 176-16,3 1-176 0,0 0 160 0,0 2-160 16,0-2-704-1,0 1-224-15,0 1-48 0,1 0-16 0,0 1-1072 0,-1 0-224 0,-1-1-32 0,0 1-11344 16,-2 1-2272-16</inkml:trace>
  <inkml:trace contextRef="#ctx0" brushRef="#br0" timeOffset="107635.84">20024 2858 40431 0,'-16'6'1792'0,"10"-3"368"0,-2-1-1728 0,3 2-432 0,5-4 0 0,-4 5 0 0,4-5 1536 0,0 0 240 16,0 0 32-16,0 0 16 0,0 0-624 0,5 8-128 15,1-2-32-15,4-1 0 0,0-2-736 0,3 1-160 16,1-4-16-16,2 1-128 0,4 1 128 0,0-2-128 16,3-2 0-16,0 1 0 15,3-2-1376-15,3-1-384 0,1-1-80 0,2 1-12240 16,6-1-2432-16</inkml:trace>
  <inkml:trace contextRef="#ctx0" brushRef="#br0" timeOffset="108047.63">20995 2573 27647 0,'0'0'1216'0,"-4"-4"256"0,0-3-1168 0,2 2-304 0,-1-1 0 0,3 6 0 16,0 0 4448-16,-5-6 832 0,-3 4 160 0,0-1 48 15,0 3-2960-15,-2 3-592 16,-3 3-112-16,-1 2-32 0,-2 4-864 0,-2 5-176 0,-6 5-48 0,-1 4 0 16,-1 3-272-16,0 3-64 0,1-2-16 0,3 2 0 15,3-1-112-15,4-1-32 0,5-5 0 0,3-1 0 16,5 0-208-16,3-3 0 0,4 1 0 0,5-5 0 16,4 0 0-16,3-2-192 0,6-5 48 0,5-3 0 0,3-3-112 15,2-1 0-15,-2-2-16 0,4-2 0 0,2-3-48 0,-2-2 0 16,-3-4 0-16,1 0 0 0,-3-4 32 0,0 2 0 15,-3-2 0-15,-2-2 0 0,-3-1 128 0,-2-3 32 16,-3 0 0-16,-3-4 0 0,-2-3 128 16,-3 2 0-16,-1-2 0 0,-6 2 0 0,0 0 176 0,-4 2-48 15,-2 0 0-15,-2 3 0 0,-2-3 48 16,-5 1 0-16,-4 1 0 0,-2 0 0 0,-2 3-176 0,-1 3 128 16,-1 0-128-16,1 2 128 0,-1 0-128 0,1 3-144 15,-1 2 144-15,4 3-208 16,1 2-784-16,1 3-160 0,-2 3-16 0,4-1-16 15,2 5-928-15,0-1-192 0,-3 5-48 0,3 3 0 16,1 3-1040-16,2 4-224 0,1 2-32 0,0 2-11616 0</inkml:trace>
  <inkml:trace contextRef="#ctx0" brushRef="#br0" timeOffset="108248.31">21028 2878 19343 0,'0'0'1728'0,"0"0"-1392"0,0 0-336 0,0 6 0 15,0 1 6848-15,0-1 1280 0,-2 1 272 0,0 1 48 16,-2 1-5600-16,0 4-1120 0,0 0-240 0,0 0-32 16,0-1-624-16,0-1-112 0,4 1-16 0,-1 4-16 0,1 0-528 0,3-5-160 15,-1 1 0-15,2-3 0 16,1-1-400-16,2 0-192 0,1-2-48 0,1-1 0 31,0 2-1040-31,1-4-224 0,2 1-32 0,0-3-16 0,3-2-2624 0,-3-5-528 0</inkml:trace>
  <inkml:trace contextRef="#ctx0" brushRef="#br0" timeOffset="108426.52">21386 2740 35007 0,'0'0'1552'0,"0"0"320"0,0 0-1488 0,0 0-384 16,0 0 0-16,0 0 0 0,0 0 3648 0,8 0 672 16,0-2 128-16,1 2 32 0,3-4-2992 0,-1 2-592 15,2-1-112-15,3 1-16 0,5 0-464 0,0 0-96 16,0-2-16-16,1 0 0 0,1 0-192 0,2 1 0 15,0-3-192-15,2 1 192 16,-1-1-2240-16,0 4-320 0,-1-3-80 0,4 1-18800 0</inkml:trace>
  <inkml:trace contextRef="#ctx0" brushRef="#br0" timeOffset="108931.68">22004 2453 45327 0,'0'0'2000'0,"0"0"432"0,0 0-1952 0,0 0-480 0,0 0 0 16,0 0 0-16,0 0 1104 0,0 0 128 0,0 0 32 0,0 10 0 16,-1 3 16-16,0 3 16 0,-1 5 0 0,2 4 0 15,-1 2-768-15,0 3-144 0,-2 1-48 0,2 2 0 0,-1-1-80 16,2 1 0-16,2-2-16 0,0-2 0 0,1-6-240 16,0-2 0-16,-1-4 0 0,2-1 0 15,1-3 0-15,0-3 0 0,-2-2 0 0,2-1 0 0,2-2 0 0,-1-5 0 16,-6 0 0-16,9-3 0 0,1 1 0 0,-3-2 0 15,1-3 0-15,0 1 0 0,0-5 0 0,0-2 0 16,0-4 0-16,-1 0 0 0,1-5 0 0,-1 5-256 16,1-2 48-16,-1-2 16 0,1-1 192 15,1-2-192-15,2 1 192 0,0-1-192 0,2 2 192 0,-1 3 0 16,0 2 0-16,-2 2 0 0,-2 4 0 0,-1 1 0 16,-2 3 128-16,0 3-128 0,-5 4 320 0,0 0-32 15,0 0-16-15,5 6 0 0,-2 5-96 0,0 4-32 16,-1 1 0-16,1 7 0 0,-2 1-144 0,2 1 160 15,1-2-160-15,1 1 160 0,0-2-160 0,3-1 0 16,0-3 0-16,1-1 0 0,1-3 0 0,2-1 0 16,1-1 128-16,-4-7-128 0,3 0 0 0,0-1 0 15,1-2 144-15,0-1-144 0,0-1 0 0,0 0 0 0,-2-1 0 0,5-3 128 16,-2-3 48-16,1-2 16 16,-3 0 0-16,1-5 0 0,0-1-192 0,0 1 0 0,-3-6 0 0,2-1 0 15,2-2 0-15,-1-2 0 0,-4 7 0 16,0-3 0-16,1-2 0 0,0 1 0 0,0 2 0 0,0 2 0 15,-3 3-272-15,0 2 64 0,-2 2 16 0,-1 1 0 16,0 4-1104 0,-1 1-224-16,-3 5-32 0,0 0-14640 0,0 0-2944 0</inkml:trace>
  <inkml:trace contextRef="#ctx0" brushRef="#br0" timeOffset="109150.9">21829 2459 27647 0,'-20'-5'1216'0,"12"3"256"0,0-2-1168 0,0 0-304 0,3 1 0 0,5 3 0 0,-4-4 5552 0,4 4 1040 16,-1-6 224-16,1 6 32 0,5-4-5184 0,1-1-1056 16,5-1-208-16,3 2-32 0,4-1-368 0,5 1-256 15,0 0 32-15,4 2 16 16,3-1-2032-16,4 1-416 0,4 0-80 0,0 2-11280 15,0 0-2240-15</inkml:trace>
  <inkml:trace contextRef="#ctx0" brushRef="#br0" timeOffset="109315.17">22595 2364 20271 0,'0'0'1792'0,"0"0"-1424"16,9-2-368-16,-1 0 0 0,-1-2 5808 0,3 2 1088 16,-3-1 208-16,4-1 64 0,1 0-4592 0,-1 2-912 0,2-1-176 0,2 1-32 15,0-1-480-15,1 0-80 0,0 1-32 16,2-2 0-16,1 1-480 0,2 2-112 0,1 0-16 15,1-1 0-15,-2 2-256 0,-1-2 0 16,0 0 128-16,-2 1-128 0,0 0 0 0,-1 1 0 0,-1-3-208 0,0 2 80 31,-2 0-2464-31,0 1-480 0,2 1-112 0</inkml:trace>
  <inkml:trace contextRef="#ctx0" brushRef="#br0" timeOffset="119058.16">12049 1300 27935 0,'0'0'1232'0,"-3"-6"256"15,2-2-1184-15,2 0-304 0,2 0 0 0,3-1 0 0,5-1 0 0,2-1 0 16,1 0-208-16,5-1 80 0,1-1 128 0,3 0-128 15,1 0 128-15,5 2-128 0,4-2 128 0,0 3 256 16,3-3-64-16,3-3-16 0,1 2 112 0,6-3 32 16,1 3 0-16,4 2 0 0,2 0 0 0,2 6 0 15,1 3 0-15,-1 4 0 0,-1 5-320 0,2 4 160 16,2 4-160-16,-3 3 128 0,-6 4-128 0,-1 4 0 0,1 4 0 0,-5 4 0 16,-1 5 0-16,-7 5 0 0,-3 4 0 15,-4 5 128-15,-4 3 64 0,-5 9 0 0,-3 4 0 0,0 4 0 16,0-2 112-16,-4 3 16 0,-2 0 16 0,0 8 0 15,1 6-32-15,1 2-16 16,2-2 0-16,0-1 0 0,-2 0-32 0,2 4-16 0,0 8 0 0,2-2 0 16,1-2 96-16,1 3 32 0,0 4 0 15,3-3 0-15,1 0 272 0,1-5 48 0,4-6 16 0,0 3 0 16,2 2-192-16,3-2-48 0,1-1 0 0,2-7 0 16,2-9 16-16,3 0 0 0,0-1 0 0,6 0 0 15,1-1 0-15,2-3 0 0,0-4 0 16,3-5 0-16,3-6-272 0,1-2-48 0,1-7-16 0,2-2 0 15,2-2-144-15,2-3 0 0,1 1 0 0,4-2 128 0,3-3-128 16,0-2 0-16,0-1 0 0,2-1 0 0,3-6 0 0,0-1 0 16,0-2 0-16,-2-3 0 0,0 0 0 15,-2-1 0-15,-2-2 0 0,-2 0 0 0,-2 1 0 16,-5-1 0-16,-3 0 0 0,-4 2 0 16,-3-4 0-16,-4 1 0 0,-3 1 0 0,-4-1 0 15,1-1 0-15,-3-1 0 0,-1 3 128 0,-2-4-128 0,0-1 0 0,-4-1 0 16,-2-2 0-16,-1 1 0 0,-3 1 0 0,-1 0 0 15,-3-2 0-15,-4 1 0 16,-2-7-256-16,-4 1-128 0,-12-1-16 0,0 0-16 16,0 0-2288-16,0 0-464 0,0 0-96 0,0 0-12416 0</inkml:trace>
  <inkml:trace contextRef="#ctx0" brushRef="#br0" timeOffset="119376.4">16380 4955 40543 0,'-14'-4'3600'0,"6"2"-2880"0,8 2-576 0,0 0-144 16,-8 0 1168-16,8 0 208 0,0 0 32 0,0 0 16 15,0 0-1296-15,6 11-128 0,-6-11-272 0,16 10 64 16,1 2 32-16,1 0 16 0,2-3 0 0,1 0 0 16,0-2 160-16,1-1 0 0,-1-1 0 0,-1 2 0 15,1 1 0-15,0-2-128 0,0 1 128 0,-3-1 0 16,-1-1 0-16,-1-1 0 0,-3-1 0 0,-1 0 0 15,-3 0 0-15,-9-3 128 0,6 3-128 0,-6-3 0 0,0 0 128 0,0 0-128 16,0 0 128-16,0 0-128 16,-9 8 528-16,0 0 48 0,-1 0 0 0,-2 1 0 0,-2 2 160 0,-2 4 32 15,-1 0 16-15,0 4 0 0,-3-4-336 16,1 4-80-16,-2 0-16 0,1 1 0 0,-3-3-352 16,1 0 0-16,0-2 0 0,1-3-128 15,1 1-1472 1,2 0-272-16,1 0-64 0,4 3-18640 0</inkml:trace>
  <inkml:trace contextRef="#ctx0" brushRef="#br0" timeOffset="120726.89">17513 4998 35007 0,'0'0'3120'0,"-7"-2"-2496"16,1-1-496-16,6 3-128 0,0 0 2160 0,0 0 400 16,0 0 96-16,0 0 16 0,-5 2-928 0,-1 5-176 15,2 0-32-15,2 5-16 0,-1 1-768 0,1 8-160 16,-1 3-16-16,0 6-16 0,1 2-224 0,-1 5-32 15,-1 2-16-15,2 1 0 0,-1-2-112 0,0-2-32 16,1 0 0-16,1-5 0 0,1-1-144 0,0-4 0 16,0-4 0-16,0-5 0 15,1-4-1008-15,0-2-176 0,0-2-32 0,-1-9-16 16,0 0-944-16,0 0-192 0,0 0-48 0,0 0-10704 16,6-9-2160-16</inkml:trace>
  <inkml:trace contextRef="#ctx0" brushRef="#br0" timeOffset="121040.41">17356 4939 26719 0,'0'0'2368'0,"0"0"-1888"0,0 0-480 0,0 0 0 15,0 0 4480-15,0 0 784 0,0 0 176 0,0 0 16 16,0 0-3472-16,0 0-688 0,6-6-144 0,1-1-16 16,5-1-576-16,3 0-112 0,3 1-32 0,1 0 0 15,5-3-240-15,3 0-48 0,3 0-128 0,3 1 192 16,2-1-192-16,1-1 128 0,2 2-128 0,-1 1 0 15,-2 2 128-15,0 3-128 0,-2-1 0 0,-2 4 0 16,-1 4 0-16,-4 0 0 0,-5 5 0 0,-5 0 0 0,-3 3 0 16,-4 4 0-16,-4 2 0 0,-2 1-160 15,-5 1 160-15,-3-1 192 0,-5 2-32 0,-3 1-16 16,-3-1 240-16,-1 0 64 0,-3 0 0 16,1 0 0-16,-5 1-176 0,0-1-16 0,-2 1-16 0,-2-4 0 0,2 1-240 0,1-4 144 15,-2-2-144-15,1 2 128 0,0-5-320 0,1 2-64 16,3-2 0-16,2 1-16 15,3-5-1328-15,3 1-272 0,2-1-48 0,4-1-16 16,3 1-2976-16,5-6-592 0</inkml:trace>
  <inkml:trace contextRef="#ctx0" brushRef="#br0" timeOffset="121328.89">17942 5262 23039 0,'0'0'1024'0,"0"0"192"16,0 0-960-16,2 8-256 0,0 0 0 0,0 2 0 0,1 2 5888 0,-1 1 1152 16,1 2 208-16,-2 4 48 0,-1 5-4576 0,-1 2-928 0,4-2-176 0,-2 3-32 15,0-4-960-15,1-2-192 0,0-3-48 0,1-2 0 16,1-2-208-16,0-1-48 0,0-2-128 0,-2-2 192 16,1-2-192-16,-3-7 0 0,0 0 128 0,0 0-128 15,0 0 0-15,0 0 0 0,0 0 0 0,8 0 0 16,-8 0 0-16,7-2 0 0,0-3 0 0,-2-3 0 15,-2-1 128-15,2-2-128 0,0-2 0 0,2-4 0 0,-1 0 0 0,2-1 0 16,1-4-208-16,2-2 64 31,2 0-624-31,0-4-128 0,1 2-32 0,2 0 0 0,1 0-992 16,0 3-192-16,0 3-32 0,1 3-12336 0,4 1-2480 0</inkml:trace>
  <inkml:trace contextRef="#ctx0" brushRef="#br0" timeOffset="121482.49">18385 5264 21183 0,'0'0'944'0,"0"0"192"0,0 0-912 0,0 0-224 0,0 0 0 0,0 0 0 0,0 0 5856 0,9 4 1120 16,-1-3 240-16,2-1 32 0,2-4-5136 0,0 0-1040 15,2 0-208-15,2-2-32 0,-2 0-608 0,3 0-224 16,1-2 176-16,-1 0-176 16,2 0-1472-16,-2 3-400 0,-2 3-80 0,1-2-18560 0</inkml:trace>
  <inkml:trace contextRef="#ctx0" brushRef="#br0" timeOffset="121624.78">18405 5381 22111 0,'-10'12'1968'0,"10"-12"-1584"0,-2 5-384 0,2-5 0 15,0 0 5760-15,0 0 1088 0,0 0 192 0,2 6 64 16,-2-6-5424-16,10 7-1072 0,0-2-224 0,4-3-32 16,3-2-352-16,0-2 0 0,3-4 0 0,-1 0 0 15,5-1-2576 1,1-1-544-16,2-1-96 0</inkml:trace>
  <inkml:trace contextRef="#ctx0" brushRef="#br0" timeOffset="122181.49">18977 5062 28559 0,'0'0'1264'0,"0"0"272"0,-7 5-1232 0,2 0-304 0,1 3 0 0,0 1 0 0,0 1 5248 0,1 3 1008 16,-1 3 192-16,0 0 32 0,0 5-4176 0,0 1-832 15,1 3-160-15,-1 1-32 0,0 0-704 0,2 0-128 16,1 0-16-16,-1 0-16 0,1-1-416 0,0-2 0 16,1 1 0-16,0-6 0 0,0-4 0 0,0-2 0 15,0-2 0-15,0-2 0 0,0-8-144 0,0 0 144 16,0 0 0-16,0 0 0 0,0 0-128 0,0 0 128 16,0 0 0-16,0 0 0 0,0 0-320 0,0 0 64 15,-4-9 0-15,1-3 0 0,2-2 16 0,1-2 16 16,1-5 0-16,3-1 0 0,1-2 16 0,4-4 0 15,3-2 0-15,2-2 0 0,1-1 64 0,2 2 16 16,-2-1 0-16,5 4 0 0,-1 2 128 0,4 2-192 0,0 5 192 0,1 0-192 16,-4 2 192-16,3 3 0 0,-1 1 0 15,-1 1-128-15,-3 5 128 0,-2 0 0 0,-3 3 0 0,-3 1 0 16,0 1 0-16,-3 2 0 0,-7 0 128 0,0 0-128 16,0 0 208-16,0 0-16 0,0 9-16 0,-1 0 0 15,-3 3-16-15,-3 1 0 0,-3 0 0 0,-2 0 0 16,-1 0-160-16,-1 1 128 0,-1 2-128 0,1-2 128 15,0 1-128-15,1-1 0 0,-2 0 0 0,2-1 128 16,-1-1-128-16,2 0 0 0,0-2 0 0,2 1 128 0,1-1-128 0,1-3 0 16,2 0 0-1,0 0 0-15,2-2 0 0,2 0 0 0,2-5 0 0,-4 8 0 0,3 0 0 0,1 0 0 16,0 1 0 0,1 0 0-16,-1-9 0 0,6 8 0 0,0 0 0 0,3 0 0 15,1-1 0-15,2 0 0 0,1-1 0 0,1 0 0 0,1-1 224 0,0 0 112 16,1 0 32-16,1 3 0 15,-1-1-624-15,2-1-128 0,-1 2-32 0,0-1 0 16,0-1 112-16,1 1 32 0,-1-2 0 0,0-1 0 16,0-3-1968-16,1 0-384 0,2-2-64 0</inkml:trace>
  <inkml:trace contextRef="#ctx0" brushRef="#br0" timeOffset="122450.45">19646 5028 54479 0,'0'0'1200'0,"0"0"240"0,0 0 48 0,0 0 48 0,0 0-1216 0,0 0-320 15,0 0 0-15,0 0 0 0,0 0 960 0,0 0 144 0,-12 1 32 0,12 8 0 16,-1 2-848-16,-1 2-160 0,0 2-128 0,0 2 144 16,1 0-144-16,0 3 0 0,0 3 0 0,-1 3 128 15,1-1-80-15,2 0-48 0,-1 2 0 0,0-3 0 16,-1-1 0-16,1-1 0 0,0 0 0 0,0-1-160 15,0-2-32-15,0-3-16 0,1-2 0 0,1-3 0 16,-1 0-880-16,0-5-192 0,-1-6-16 0,0 0-16 16,0 0-928-16,0 0-176 0,0 0-32 0,0 0-11888 15,0 0-2368-15</inkml:trace>
  <inkml:trace contextRef="#ctx0" brushRef="#br0" timeOffset="122661.96">19450 5041 52239 0,'0'0'2304'0,"0"0"496"0,0 0-2240 0,0 0-560 0,0 0 0 0,0 0 0 0,8 0 576 0,1 0 0 15,2 0 0-15,3 0 0 0,4 0 96 0,0-2 32 16,5 1 0-16,1-1 0 0,4-2-416 0,4 0-80 16,2 1-16-16,1-2 0 0,1 4-48 0,-3-3-16 15,0 1 0-15,0-1 0 0,-5-1-128 0,1 0 0 16,-2 0 0-16,-1 1 0 15,-1 0-544-15,0 1-144 0,1-2-16 0,-1 1-16064 16,0 0-3200-16</inkml:trace>
  <inkml:trace contextRef="#ctx0" brushRef="#br0" timeOffset="125460.04">11924 2641 14735 0,'0'0'1312'0,"-2"-6"-1056"16,2 6-256-16,0-6 0 0,3-6 2896 0,1 3 528 15,1 0 96-15,2 0 32 0,-1 0-2304 0,2-3-464 0,4 1-80 0,1 2-32 16,0 3-192-16,1-3-32 0,3 1-16 0,4 0 0 15,1-1-48-15,4 1-16 0,3 2 0 0,2 2 0 16,3 0-32-16,1 2 0 0,1 1 0 0,-3 2 0 16,0 2-336-16,-2 4 0 0,-5-1 0 0,-1 6 128 15,-1 0-128-15,-2 6 0 0,-1 1 0 0,-3 5 128 16,-2 2-128-16,-3 3 0 0,-2 2 128 0,-2 5-128 16,-2 4 160-16,-2 5-32 0,-1 3-128 0,-1 6 192 15,-3 3 288-15,1 4 48 0,-1 3 16 0,0 4 0 0,0 3-224 16,0-4-32-16,0 1-16 0,1 29 0 0,2-7-80 0,0-4 0 15,-2-6-16-15,0-3 0 0,0-6-32 16,2 3 0-16,1 2 0 0,0-19 0 0,0 8 112 0,1 2 0 16,2-1 16-16,2 2 0 0,1 0-48 0,3 1-16 15,3 1 0-15,1-1 0 0,2-2-32 0,3 2-16 16,3-6 0-16,13 24 0 0,-3-10 0 0,2-8 0 16,1-3 0-16,1 1 0 0,-2-3-16 0,5-3 0 15,0-4 0-15,5-1 0 0,4-2 0 0,2 1 0 16,3 1 0-16,3-3 0 0,1-1-144 0,0 2 0 15,1-7 144-15,4 1-144 0,4-1 0 0,4 0 144 16,3-7-144-16,1-1 0 0,0-2 160 0,0-3-160 16,0 5 128-16,2-8-128 0,2-1 128 0,6 1-128 15,3-1 0-15,-1-5 128 0,-2 0-128 0,3-2 0 16,4-4 0-16,1 0 128 0,2-3-128 0,-3-3 0 16,-4-4 0-16,2-1 0 0,2 1-176 0,-1-4 48 15,-5-1 0-15,-4-1 0 0,-7-2 128 0,-2-2-160 16,0-2 160-16,-4 1-160 0,-4 0-48 0,-5 0-16 15,-4-1 0-15,-7 0 0 0,-8-1 80 0,-4 2 16 0,-4-1 0 16,-6 2 0-16,-7 1 128 0,-3-3 0 0,-3 3 0 0,-4 0 0 0,-12 0 0 16,0 0 0-16,0 0 0 0,0 0 128 0,0 0-384 0,0 0-80 15,0 0-16-15,0 0-11792 16,0 0-2352-16</inkml:trace>
  <inkml:trace contextRef="#ctx0" brushRef="#br0" timeOffset="125879.06">16448 6394 25791 0,'0'0'2304'0,"0"0"-1856"0,0 0-448 0,0 0 0 16,0 0 4400-16,0 0 784 0,0 0 144 0,0 0 48 16,0 0-4384-16,5 12-864 0,1-1-128 0,4-1-128 15,0 0 128-15,3-1 192 0,0 2-32 0,3-1-16 16,-1-3-144-16,4 0 160 0,0 2-160 0,2-1 160 16,1 0-160-16,-1-1 128 0,0-3-128 0,0-1 128 15,0 0-128-15,-1 0 160 16,0-1-160-16,-3 1 160 0,-3 0-160 0,-2-3 0 0,-12 0 0 0,0 0 0 15,0 0 0-15,0 0 0 0,0 0 0 0,0 0 0 16,0 0 192-16,-6 6 96 0,-5 1 32 0,1 0 0 16,-3 4 176-16,-4 1 32 0,-3 1 16 0,-1 0 0 15,-2-2-176-15,-2 1-48 0,0 0 0 0,2-2 0 16,-3-1-128-16,2 3-48 0,1-4 0 0,2 1 0 16,3-1-144-16,2 0-176 0,2 0 48 0,5-2 0 15,9-6-2768-15,0 0-560 0,2 13-96 0</inkml:trace>
  <inkml:trace contextRef="#ctx0" brushRef="#br0" timeOffset="128413.75">17592 6669 3679 0,'0'0'320'0,"2"-5"-320"15,-1-2 0-15,0 1 0 0,-2-1 8096 0,2 2 1552 16,-1 5 304-16,0 0 64 0,0 0-7200 0,0 0-1456 15,0 0-272-15,0 0-64 0,0 0 528 0,-4 13 112 16,0 4 32-16,-1 3 0 0,-3 4-992 0,1 3-208 16,-1-1-48-16,0 0 0 0,0-2-160 0,2-1-32 15,0-4-16-15,2-1 0 0,-1-2-80 0,1-2-16 0,2-3 0 0,-1-2 0 16,2-3-144-16,1-6 0 0,0 0 0 0,0 0 0 16,0 0-160-16,0 0-64 0,6-5-16 0,1-3 0 15,1-2-80-15,0-3 0 0,-1-3-16 0,2-2 0 16,1-2-144-16,-1 0-32 15,0-5 0-15,0 1 0 0,-1 1 144 0,-2-1 32 0,2 0 0 0,-1 0 0 16,-2 2 336-16,0 3 0 0,0 2 0 0,-1 4 0 0,-2 3 0 16,-1 4 0-16,-1 6 0 0,0 0 0 15,0 0 384-15,0 0 112 0,0 0 16 0,0 0 0 0,0 0 64 0,5 6 32 16,0 2 0-16,2 0 0 0,-1 1-240 0,2 2-48 16,1-4-16-16,0 3 0 0,0-1-304 0,3 1 0 15,0-1 0-15,1 2 0 16,1-1 0-16,1 2 0 0,-1 0 0 0,0 1 0 0,2-3 0 0,-3 2 0 15,-1-1 0-15,-1 1-144 0,0 1 16 0,-1-1 0 16,-2-3 0-16,-1 2 0 0,-2 0 128 0,-1 0 0 16,-2-1 0-16,-2-2-128 0,0 0 128 0,-1 0 0 15,-3-1 0-15,0 3 0 0,-4-4 128 0,1 1-128 16,-2-1 160-16,1-1-160 0,-3 1 176 0,-2-1-176 16,-1 0 192-16,-2 0-192 0,-2 0 176 0,1 1-176 15,-4-4 160-15,-1 1-160 0,-1-2 0 0,-1 0-160 16,1-1 0-16,0 0 0 15,4 0-1488-15,-1 0-288 0,5 0-64 0,2-1-12272 16,4-1-2432-16</inkml:trace>
  <inkml:trace contextRef="#ctx0" brushRef="#br0" timeOffset="128828.76">18132 6643 8287 0,'-5'-5'368'0,"5"5"80"0,-4 0-448 0,0 1 0 0,-1-1 0 0,0 3 0 16,-2-1 8992-16,2 4 1712 0,-2 1 352 0,1 2 64 15,-1 3-7632-15,0 4-1520 0,-1 3-304 0,1 4-64 16,1 0-992-16,-1 3-192 0,2-2-32 0,2 0-16 16,2-3-208-16,2 0-32 0,2-1-128 0,1-2 192 15,1 0-192-15,2-5 0 0,2 0 0 0,1-2 0 16,2-4-368-16,0-1-16 0,1-4 0 0,1-2 0 15,3-2-160-15,-1-4-32 0,-1 0-16 0,0-2 0 0,-2 0 192 0,0-3 32 16,0-2 16-16,0 0 0 0,-3-1 176 0,-1 0 48 16,0-2 0-16,-1 0 0 0,-3-3 128 0,1 0 0 15,-1-1 0-15,-1 1 0 0,-2-1 0 0,1 3 0 16,0-1 128-16,-2 4-128 0,0-2 192 0,-1 4-16 16,-1 3-16-16,0 2 0 0,1 7 240 0,0 0 48 15,0 0 16-15,0 0 0 0,0 0-80 0,-4 6 0 16,-2 3-16-16,3 3 0 0,0 2-368 0,0 5 0 15,-1 1 0-15,2 1 0 0,1 1 0 0,1-1 0 16,1 0 0-16,1 0-128 0,2-4-64 0,3 2 0 16,-1-3 0-16,3-2 0 15,2-1-2160-15,1-5-432 0,1-2-96 0,-4 1-17920 0</inkml:trace>
  <inkml:trace contextRef="#ctx0" brushRef="#br0" timeOffset="129050.29">18678 6681 46079 0,'0'0'4096'0,"0"0"-3280"0,0 0-656 0,0 0-160 0,0 0 1328 0,0 0 224 16,0 0 48-16,8-4 16 0,0 0-704 0,1 1-144 16,3 2-16-16,1-3-16 0,1 2-448 0,2-1-96 15,1 2 0-15,0-1-16 0,1 1-176 0,0-3 0 16,-1 2 0-16,0 0 0 15,-1 2-512-15,-1 0-96 0,0 0-16 0,-2 0 0 16,-1 0-1328-16,-1 2-272 0,-2-1-48 0,-1 1-12016 16,0 1-2416-16</inkml:trace>
  <inkml:trace contextRef="#ctx0" brushRef="#br0" timeOffset="129214.26">18798 6829 15663 0,'-19'10'1392'0,"11"-7"-1120"16,-1 1-272-16,2 2 0 0,2-5 6704 0,5-1 1280 15,0 0 256-15,0 0 48 0,0 0-6048 0,0 0-1216 16,0 0-256-16,8 5-32 0,0-2-144 0,1 1-16 16,3-4-16-16,1 1 0 0,2-1-560 0,2-1 0 15,1-2 0-15,2 0-192 16,-2 0-976-16,2-1-192 0,1-2-48 0,2 0-12496 0,2-1-2512 0</inkml:trace>
  <inkml:trace contextRef="#ctx0" brushRef="#br0" timeOffset="129929.53">19667 6753 49759 0,'0'0'1088'0,"0"0"240"0,0-7 32 16,0-2 48-16,-2-2-1136 0,4-2-272 0,-1 0 0 0,0 3 0 0,-1 2 944 0,1 0 128 15,-3 0 16-15,-1-1 16 0,1 0-448 0,-2-1-80 16,-1 2-32-16,-1 1 0 0,-1 4-80 0,-4 0-16 16,2 2 0-16,-3 1 0 0,-1 0-192 0,-1 4-32 15,-2-1-16-15,-2 7 0 0,-2 0-208 0,0 4-128 0,-3 3 128 16,1 3-208-16,0 1 208 0,1 0 0 0,2 1 0 0,2 0 160 16,2-1-160-16,5 0 0 0,1-3 0 0,5 1 128 15,3 0-128-15,3-1 0 0,3-1 0 0,3-1 0 16,3-1-240-16,2 0-80 0,2-6 0 0,1-2-16 15,1-1-128-15,0-2-32 0,1-3 0 0,0-1 0 16,-1-1 112-16,2-2 32 0,-1-1 0 0,-1 0 0 16,-2-5 112-16,1 1 32 0,0 0 0 0,-1 3 0 15,0-4 208-15,-2 1-176 0,0 2 176 0,-3-1-160 0,-1 1 160 0,-1 2 0 16,-1 1 0-16,-7 3 0 0,0 0 256 0,0 0 48 16,0 0 0-16,0 0 0 0,7 5 176 0,0 3 32 15,-2 0 16-15,0 1 0 0,-1 4-208 0,2-2-32 16,-1 2-16-16,0-3 0 0,0 2-80 0,2 0-32 15,-1-1 0-15,2 0 0 0,0-5-160 0,0 1 0 16,1-2 0-16,-1 0 0 0,-2 2 0 0,1-5 0 16,-7-2 0-16,8 4 0 0,-8-4 0 0,7 2 0 15,1-1 0-15,-1-2-176 0,-7 1 176 0,6-4 0 16,1 0 0-16,-1-3 0 0,-2 1 0 0,0-1 0 16,0-1 0-16,0 0 128 0,0-2-128 0,0-2 0 15,-2-2 0-15,2 0 0 0,0-1 0 0,1 1 0 16,1 0 0-16,-1-1-128 0,0 1-144 0,1 1-32 15,1 1 0-15,0 2 0 16,-1 1-1328-16,1-1-272 0,-1 5-48 0,-1 0-16 16,-5 5-2288-16,0 0-464 0</inkml:trace>
  <inkml:trace contextRef="#ctx0" brushRef="#br0" timeOffset="130514.51">20251 6648 34095 0,'0'0'3024'0,"-6"4"-2416"0,6-4-480 0,-3 5-128 0,0 1 3072 0,-1 0 608 16,-3 3 112-16,0 3 32 0,-2 4-2096 16,-1 2-400-16,-1 3-96 0,0 0-16 0,1-1-608 0,2 3-128 15,-1-4-32-15,1 1 0 0,0-2-208 0,4-1-48 16,-1-3-16-16,1 2 0 0,2-3-176 0,2-1 0 15,0-5 0-15,1 0 0 0,-1-7 0 0,0 0 0 16,0 0-192-16,0 0 192 0,0 0-288 0,9-4 64 16,0-2 16-16,2-2 0 0,-2-1-80 0,2-2-16 15,1-2 0-15,1-2 0 0,0-4-16 0,0-2 0 16,2-2 0-16,-1 1 0 0,0 1 128 0,2 0 0 16,-2 0 16-16,-1 0 0 0,0 3 176 0,0 0 0 15,-5 2 0-15,1 3 0 0,2 3 336 0,-5 2 48 16,-3 1 16-16,-3 7 0 0,0 0 272 0,0 0 48 15,0 0 16-15,0 0 0 0,0 0-160 0,0 0-48 16,0 0 0-16,8 6 0 0,-2-1-288 0,-1 1-64 16,3 2-16-16,0 0 0 0,0 1-160 0,1 0 0 15,1 2 0-15,4-1 0 0,-3 3 0 0,1-1 0 16,0 0 128-16,-1-3-128 0,1 1 0 0,1 1 0 16,-1-2 0-16,1 1 0 0,-3 2 0 0,0 0 0 0,-3-5 0 15,2 1 0-15,-2 0 0 0,-2-1 0 0,0-2 0 0,-2 0 0 16,-2 2 0-16,-1-7 0 0,0 0 128 0,0 6-128 15,0-6 0-15,0 0 0 0,-5 5 0 0,0-1 0 16,-3 0 0-16,-1 0 0 0,-1-1 128 0,-2-1-128 16,-3 0 0-16,-1-2 0 0,-5 0-160 0,-2 0 160 15,0-2-368-15,-2 2 32 0,-1 2 0 0,-1 0 0 16,2-2-144 0,2 3-32-16,0 1 0 0,4-2 0 0,-1 3 176 0,3 1 16 0,4-2 16 0,2 0 0 15,0-1-1024-15,6 1-208 16,5-4-32-16,0 0-16 0,0 0-2672 0,8 9-544 0</inkml:trace>
  <inkml:trace contextRef="#ctx0" brushRef="#br0" timeOffset="130793.08">21085 6461 20271 0,'-14'-3'896'0,"14"3"192"0,-4-3-880 0,0 2-208 15,4 1 0-15,0 0 0 0,0 0 7248 0,0 0 1408 16,0 0 288-16,0 0 48 0,0 0-6224 0,-3 13-1232 16,2 3-256-16,1-1-64 0,0 2-768 0,1 2-176 15,-2-3-16-15,1 4-16 0,0 0-240 0,0 3 128 16,-1-3-128-16,1 3 0 0,0-1 0 0,1 2 128 0,-2 0-128 0,2 0 0 16,0-2 0-16,2-4 0 0,-3 1 0 0,-1-2 0 31,2-2-656-31,-1 0-32 0,0-5 0 0,0 0 0 15,-1 0-384-15,-1-1-80 0,-2-5 0 0,4-4-16 16,0 0-784-16,0 0-160 0,0 0-16 0,0 0-11792 0,-5-2-2352 16</inkml:trace>
  <inkml:trace contextRef="#ctx0" brushRef="#br0" timeOffset="131022.98">20609 6494 35935 0,'0'0'1600'0,"0"0"320"0,0 0-1536 0,0 0-384 0,0 0 0 0,0 0 0 0,0 0 3328 0,11-2 576 16,3 2 128-16,2-2 32 0,-1 0-2384 0,2-1-464 16,5 1-112-16,3 0-16 0,4 1-416 0,1 1-96 15,2-1 0-15,2-1-16 0,0 1-320 0,-6 0-64 16,2 0-16-16,1-3 0 0,1 1 96 0,5 0 32 16,1 0 0-16,0-1 0 0,1 0-288 0,0 0 0 15,-4 1 0-15,-1 1 0 16,-2-1-672-16,-3 2-192 0,0-1-32 0,-2 1-16 15,6 1-1360-15,-3 0-272 0,-2 0-48 0</inkml:trace>
  <inkml:trace contextRef="#ctx0" brushRef="#br0" timeOffset="165547.72">1708 10228 11055 0,'0'0'976'0,"-12"-2"-784"0,7-5-192 0,-2 2 0 0,1-2 5296 0,6 7 1008 15,-5-6 208-15,5 6 32 0,-6-8-3648 0,6 8-720 16,0 0-160-16,0 0-32 0,0 0 112 0,0 0 16 15,0 0 0-15,0 0 0 0,0 0-832 0,0 0-176 16,0 0-16-16,2 8-16 0,0 0-368 0,1 3-64 16,0 2 0-16,-1 2-16 0,1 2-272 0,-1 1-48 15,0 2-16-15,2 15 0 0,-2-4-144 0,1-2-16 16,-2-3-128-16,-1-3 192 0,0 1-192 0,3-7 128 16,-2-3-128-16,-1 0 0 0,-1 1 0 0,1-2 0 15,0-5 0-15,0-8 0 0,0 0-128 0,-2 11-128 16,2-11-32-16,0 11 0 15,0-11-1120-15,0 0-240 0,2 9-32 0,-2-9-16 16,0 0-1600-16,0 0-320 0,10 4-64 0,5-7-8912 16,3-1-1776-16</inkml:trace>
  <inkml:trace contextRef="#ctx0" brushRef="#br0" timeOffset="165890.89">2053 10309 5519 0,'7'-14'240'0,"-3"9"64"0,0-2-304 0,0-1 0 15,0 2 0-15,-1-3 0 0,1 2 7536 0,0 2 1440 16,-4 5 304-16,0 0 48 0,0 0-5648 0,0 0-1120 15,0 0-240-15,0 0-32 0,0 0-544 0,0 0-96 0,0 0-32 0,0 0 0 16,0 0-576-16,-1 10-112 0,-3 2-32 0,1 1 0 16,-2 3-432-16,0-3-80 0,0 2-32 15,0 1 0-15,-2 0-208 0,3-1-144 0,3 0 192 0,1-4-192 16,1 1 0-16,2-1 0 0,2 0 0 0,1-3 0 0,1-1 0 0,2-2 0 16,4-1-192-16,2 0 48 15,-1-2-64-15,1-2-16 0,2-4 0 0,0 2 0 0,-1-5 64 0,1 1 16 16,-1-1 0-16,1-1 0 0,-2-1 144 15,1-1-160-15,-2-1 160 0,-3 2-160 0,-2-3 160 0,-1 3 0 16,-2 0 0-16,-3 0 0 0,-1 0 0 0,0 1 0 16,-4 0 0-16,-3-1 0 0,-5 0 128 0,-3 3 0 15,-3-1 0-15,4 3 0 0,-3 0-128 0,-1 0 176 16,-2 0-176-16,-3 2 192 0,-4-1-192 0,2-2 0 16,-1 4-160-16,1-2 160 15,-1 2-784-15,3-1-64 0,3 1-16 0,2-1 0 16,3 2-1200-16,2 0-240 0,3 0-64 0,8 0-12032 15,0 0-2400-15</inkml:trace>
  <inkml:trace contextRef="#ctx0" brushRef="#br0" timeOffset="166308.13">2716 10250 43599 0,'0'0'1920'0,"0"0"416"0,-9 0-1872 0,-1 0-464 16,1-1 0-16,0 1 0 0,-1 0 1632 0,-2 0 224 0,0 0 64 15,1 0 0-15,-1 0-384 0,1 1-80 0,2 2-16 0,0 0 0 16,-1-1-800-16,1 2-144 0,-1 3-48 0,0-1 0 16,-3 1-176-16,3 2-32 0,0 1-16 0,1 1 0 15,-2-1-224-15,1 3 176 0,3 1-176 0,-1 1 160 16,1 0-160-16,2 2 0 0,0 2 0 0,4-2 0 16,2 1 0-16,3-1 0 0,1 0 0 0,3 0 0 15,2-3 0-15,3 0 0 0,3-2 0 0,1-1 0 16,1-2 0-16,3-1 0 0,2-2-128 0,1-1 128 0,-1-5-192 15,1 0 16-15,-1-4 16 0,1-1 0 16,-1-1-32-16,1-4 0 0,-2 0 0 0,-1-2 0 16,-3-2 0-16,-4-2-16 0,1-1 0 0,-4 2 0 0,-2-4 208 0,-3 3-176 15,-4 1 176-15,-2-2-160 0,-2 4 160 0,-4 0 0 16,-1 1 0-16,-4 2 0 0,-4 2 0 0,-2-2 144 16,0 3-144-16,0-1 160 0,-4 1-160 0,0-1 0 15,-1 1 0-15,1 1 0 0,3 1-240 0,-1 1-16 16,4-2-16-16,2 4 0 15,2-1-768-15,4 1-160 0,7 2-16 0,0 0-16 16,0 0-1088-16,0 0-224 0,0 0-32 0,6 2-16 16,6 2-528-16,2 1-96 0,2 1-32 0,2 0-7072 15,4 1-1424-15</inkml:trace>
  <inkml:trace contextRef="#ctx0" brushRef="#br0" timeOffset="166627.09">3188 10273 23951 0,'0'0'2128'0,"0"0"-1696"15,0 0-432-15,0 0 0 0,0 0 4352 0,0 0 768 0,0 0 176 0,-3-4 16 16,-1-3-2240-16,-1 5-448 16,-2-1-80-16,1 2-32 0,-2 1-1024 0,0 2-208 0,-1 2-32 0,-1 3-16 15,-2-1-592-15,0 2-128 0,0 2-32 0,1 0 0 16,-1 1-288-16,-1 2-48 0,2 2-16 0,2-2 0 16,2 0-128-16,0 0 0 0,3 0 144 0,3 0-48 0,1 1-96 15,1-1 0-15,4-1 0 0,3 0-160 0,3-3 160 0,2 0-160 16,1 0 160-16,4 0-160 0,3-6-32 0,3 1 0 15,0-2 0-15,2 2 0 0,0-4-80 16,-2-2-32-16,-1-2 0 0,1-1 0 0,-1-3-16 0,-2 0 0 16,-4-1 0-16,-1-2 0 0,-2 1 128 15,-3-2 32-15,-2 2 0 0,-3-3 0 0,-3 1 160 0,-5 0 0 16,0 0-144-16,-3 1 144 0,-3-1 0 0,-3 2 0 16,-2-1 0-16,-4 2 0 15,-2-1-368-15,-2-1-96 0,0-1-32 0,-2 2 0 16,1 0-2384-16,-5 0-464 0</inkml:trace>
  <inkml:trace contextRef="#ctx0" brushRef="#br0" timeOffset="167378.6">4367 9609 22111 0,'0'0'976'0,"0"0"208"0,0 0-944 0,0 0-240 0,0 0 0 0,0 0 0 0,0-3 6144 0,-2 1 1168 16,1 0 240-16,1 4 64 0,0-2-4864 0,0 0-960 16,0 0-192-16,0 0-32 0,2 13-768 0,3 2-160 15,-1 2-16-15,3 6-16 0,1 3-256 0,1 1-48 16,-1-4-16-16,-1 2 0 0,1 1-144 0,1 0-16 15,0 0-128-15,-1-2 192 0,-1-3-192 0,1-3 0 16,-1-2 0-16,3-2 0 0,-4-4 0 0,2 0 0 0,0-3 0 0,0-1 0 16,-1-2 0-16,-7-4 0 0,10 0 0 0,-1-2 0 15,0 0 0-15,-1-2 0 16,1 0 0-16,-1-1 0 0,-1-6 0 0,1-1 0 16,-1-1 0-16,1-1 0 0,-1-3 0 0,0 0 0 0,-1 2 0 0,1-6 0 15,-1 1 0-15,1 2 0 16,-2 0 0-16,0 1 0 0,1 2 0 0,-3 5 0 15,1 1 0-15,0 2 0 0,-4 7 0 0,0 0 0 16,0 0 0-16,7 3 0 0,-2 2 0 0,0 5 0 0,0-2 0 0,2 4 0 16,1 2 0-16,1 3 0 0,0 2 0 15,1-1 0-15,1-1 0 0,2 1 0 0,-1-4 0 16,1 1 0-16,0 0 0 0,1-2 0 0,0-2 0 16,3-3 0-16,-4-2 0 0,0-2 0 0,-1-1 0 0,0-2 0 15,-2-2 0-15,1-1 0 0,-2-2 0 0,0 1 0 16,-1-4 0-16,-2-2 0 0,1 0 0 0,-2 0 0 15,0 0 0-15,1-6 0 0,-4 0 0 0,2-2 144 0,1-2-144 0,-1 0 0 16,-2-2 0-16,0-3 128 0,2-2-80 16,0-1-48-16,-1-2 0 0,0 2 0 0,0-3 0 0,0 4 0 15,-1 2 0-15,0 2 0 0,-2 1 0 16,0 6 0-16,0 0 0 0,0 2-160 16,-3 4-544-16,2 3-96 0,1 6-32 15,0 0 0-15,0 0-1216 0,0 0-256 0,-4 10-64 0,1 8-12736 16,-1 5-2560-16</inkml:trace>
  <inkml:trace contextRef="#ctx0" brushRef="#br0" timeOffset="167704">4284 10196 33167 0,'-8'1'2944'0,"-1"-1"-2352"0,1 0-464 0,2 0-128 16,6 0 4416-16,0 0 880 0,0 0 160 0,0 0 48 15,0 0-3520-15,0 0-704 0,10 0-144 0,2 0-32 16,2-1-656-16,4-2-144 0,3 0-32 0,4 0 0 16,4-1-32-16,3-2-16 0,4 1 0 0,5-1 0 15,5 0-224-15,0 1 144 0,1-1-144 0,1-1 128 16,0 1-80-16,0 0-48 0,2 0 0 0,1 1 0 15,-3 2 0-15,0-1 0 0,-1 2 0 0,-3 2 0 16,-3 0 0-16,-5 1 0 0,-4 2 0 0,-4 0 0 16,-2 1-816-1,-4 2-48-15,-3-1-16 0,-5 0 0 0,-4 2-1552 0,-2-1-304 16,-2 1-64-16,-4-1-19136 0</inkml:trace>
  <inkml:trace contextRef="#ctx0" brushRef="#br0" timeOffset="168657.32">4330 10814 21311 0,'0'0'944'0,"0"0"192"0,-2-6-912 0,2 6-224 0,0-6 0 0,0 6 0 0,2-7 3584 0,-2 7 688 16,0 0 128-16,0 0 16 0,0 0-1152 0,0 0-224 15,0 0-48-15,0 0-16 0,0 0-992 0,0 0-208 16,6 7-48-16,-2 1 0 0,1 1-752 0,-1 0-144 16,0 0-48-16,-1 3 0 0,1-2-368 0,0 2-80 15,-2 0-16-15,-1 1 0 0,1 0-176 0,-1-1-144 0,2-1 192 0,-3 0-192 16,1-2 128-16,0 0-128 0,1 1 0 16,-1-2 0-16,-1-8 0 0,1 8 0 15,-1-8 0-15,0 0 0 0,0 0 0 0,0 0 0 0,0 0 0 0,0 0 0 16,0 0 0-16,0 0 0 15,0 0 0-15,0 0-144 0,0 0 144 0,3-8 0 16,-3-2 0-16,2-2 0 0,2-1 0 0,0 0-128 16,0-1 128-16,0-2 0 0,0 0 0 0,2-1-128 0,2 2 128 15,1 0 0-15,-1 2 0 0,1 2 0 16,0-1 0-16,1 3-128 0,-3 0 128 0,1 2 0 0,0 3 0 16,0 2 0-16,-8 2 0 0,10 1 0 0,-1 0 0 15,1 3 0-15,-3 1 0 0,3 2 0 0,-3 1 160 0,1 2-160 16,-3 2 160-16,2 0-160 0,-1-1 160 0,1 2-160 15,-2-1 128-15,0 1-128 0,1-1 0 0,-2 1 144 16,-2-4-144-16,1 1 0 0,-1 1 0 0,1-5 0 16,-3-6 0-16,4 7 0 0,-4-7 0 0,0 0 0 15,0 0 0-15,0 0 0 0,0 0 0 0,0 0 0 0,0 0 0 16,0 0 0-16,6-3 0 0,0-1 0 0,-2-2 0 0,-1-3 0 16,1 1 0-16,0-1 0 0,1-2 0 0,2-2 0 15,2 0 0-15,0 0 0 0,0-1 0 0,-1 0 0 16,1-1 0-16,0 2 0 0,2 0 0 15,-2 3 0-15,1 1 0 0,-2 1 0 0,0 3 0 16,-1 1 0-16,-7 4 0 0,6-2 0 0,2 4 0 0,-2 2 0 16,1 1 0-16,-1 1 0 0,0 2 0 0,-1 3 0 15,1-1 0-15,0 2 0 0,-1 1 0 0,0 0 0 16,0 0 0-16,0 1 0 0,1-1 0 0,-2 0 0 16,1 0 0-16,-3-1 0 0,1-2 0 0,0 1 0 15,-2-3-192-15,-1-8 192 16,3 8-768-16,-3-8-16 0,0 0-16 0,0 0 0 15,0 0-928-15,0 0-176 0,0 0-32 0,5-3-16 16,3-2-1872-16,-1-3-368 0,1-5-80 0</inkml:trace>
  <inkml:trace contextRef="#ctx0" brushRef="#br0" timeOffset="169079.41">5017 10442 33167 0,'0'0'2944'0,"0"0"-2352"0,0 0-464 0,0 0-128 16,0 0 3936-16,2-5 768 0,1 0 160 0,1 1 16 15,1-3-3040-15,-5 7-624 0,8-4-112 0,2 2-16 16,1-4-384-16,-1 4-80 0,2-1-16 0,0 1 0 16,1-1-336-16,1 0-64 0,0 1-16 0,1-1 0 15,-2 1-192-15,0 0 0 0,0 1 0 0,-1 1 0 16,-1 0 0-16,0 0 0 0,-1 0 0 0,-1 1 0 0,-2 3 192 0,-7-4-64 16,0 0-128-16,0 0 192 0,0 0-192 15,2 7 0-15,0-1 0 0,-2 1 0 16,-3 1 160-16,-1 1-16 0,-1-1 0 0,-2 2 0 0,0 2-16 0,-1-3 0 15,-1 3 0-15,0-1 0 0,-2 1-80 0,1 0-48 16,-2-2 0-16,0 1 0 0,0-1 0 16,2 0 0-16,0 0 0 0,0-1 0 0,3-3 0 0,0 1 0 15,2-2 0-15,1 0 0 0,4-5 0 0,0 0 0 16,-4 5 0-16,4-5 0 0,0 0 0 0,0 0 0 16,0 0 0-16,0 0 0 0,0 0 0 0,7 6 0 15,-1-2 0-15,3-2 0 0,2 1 0 0,0-2 0 16,2-1 0-16,1 0 0 0,-1 0 0 0,1-1 0 15,0 1 0-15,1 0 0 0,2-3 0 0,-3 1 0 16,0 0 0-16,-1-2 0 0,0 2 0 16,0-1 0-16,2 1 0 0,-2-1 0 0,0 2-224 0,0-2 16 0,0 0 0 0,-1 1 0 31,-2-1-1632-31,2 1-320 0,-2 0-64 0</inkml:trace>
  <inkml:trace contextRef="#ctx0" brushRef="#br0" timeOffset="171707.58">6596 10149 11967 0,'0'0'1072'0,"-6"0"-864"16,1 0-208-16,5 0 0 0,-5 0 5344 0,5 0 1024 0,-5 0 208 0,5 0 32 15,0 0-3024-15,0 0-592 0,-6-2-128 0,6 2-32 16,0 0-624-16,0 0-128 0,0 0-32 0,0 0 0 0,0 0-992 0,0 0-208 15,0 0-32-15,0 0-16 0,0 0-336 0,11-1-64 16,-2-3-16-16,4 3 0 16,3 0-160-16,2 1-32 0,1 0-16 0,2 0 0 0,3 1-176 0,2 0 128 15,3 1-128-15,-1 0 128 0,5-1-128 0,-1 1 0 16,2-1 0-16,2 2 0 0,-1-3 0 0,0 1 0 16,0 0 0-16,2 1 0 0,-2 0 0 0,1-2 0 15,1 0 0-15,-1 0 0 0,1 0 0 0,-3 0 128 16,0 0-128-16,-2 1 0 0,-2-1 0 0,0 2-176 15,-1-2 16-15,-3 0 0 16,-3 0-400-16,0 0-80 0,-3 0 0 0,0-2-16 16,-3 1-464-16,-1 1-96 0,-1-4 0 0,0 2-16 15,-2-4-1584-15,0 1-304 0,-2-1-64 0,1 3-16416 0</inkml:trace>
  <inkml:trace contextRef="#ctx0" brushRef="#br0" timeOffset="171992.19">7704 10018 19343 0,'-6'2'1728'0,"0"-2"-1392"15,-2 0-336-15,2 0 0 0,-1 1 6288 0,7-1 1200 0,0 0 224 0,0 0 48 16,-5 3-5184-16,5-3-1040 0,0 0-192 0,0 0-64 16,0 0-320-16,0 0-80 0,0 0-16 0,0 0 0 15,2 6-560-15,-2-6-112 0,6 9-32 0,0-1 0 16,2 0-160-16,0 0 160 0,2-1-160 0,1 0 160 16,-1-2-160-16,1 2 0 0,0-1 0 0,2 2 0 15,0-1-144-15,2-3-16 0,-4 1 0 0,2 0 0 16,-1 0-16-16,-3 0 0 0,-1 1 0 0,-8-6 0 15,7 6 176-15,-7-6 0 0,2 8 128 0,-2 0-128 16,-4 1 352-16,-1 0 0 0,-4 1 0 0,-3 1 0 0,-2 1 32 16,-3-2 0-16,-1 0 0 15,0 1 0-15,-5-1-96 0,2-1-16 0,1-1 0 0,0 1 0 0,2-1-272 16,1 0 128-16,0-1-128 0,0-1 0 0,0-1 0 16,0 2 0-16,0-2-192 0,3 0 48 15,2-1-1552-15,3 3-304 0,1-3-64 0</inkml:trace>
  <inkml:trace contextRef="#ctx0" brushRef="#br0" timeOffset="174135.78">8730 9729 18431 0,'-2'-4'1632'0,"0"-5"-1312"0,-2 0-320 16,0-2 0-16,0 0 6144 0,1 1 1168 0,2 0 240 0,0 2 32 15,-2 2-5088-15,1 0-1008 0,-2 3-208 0,1 1-32 16,3 2 80-16,0 0 16 0,0 0 0 0,0 0 0 15,0 0-832-15,1 12-144 0,2 1-48 0,1 4 0 16,1 5-160-16,0 2-32 0,-1 0-128 0,1 2 192 16,-2 2-64-16,0 1-128 0,-1-3 176 0,2 0-176 0,-2-3 176 0,-2-1-176 15,1 0 160-15,-1-3-160 16,0-2 144-16,1-3-144 0,-1 0 128 0,-1-2-128 0,-2-4 176 16,3-2-48-16,0-6-128 0,0 0 192 0,0 0-192 0,0 0 0 15,0 0 0-15,0 0 0 0,0 0 0 0,0 0 0 16,0 0 0-16,-5-5 0 0,1-4-144 0,3-5 144 15,-1-2 0-15,4-5-144 0,-1-4 144 0,3-3-160 16,1-4 160-16,2-1-160 0,2 0 160 0,1-3-128 16,2-1 128-16,1 0-128 0,-1 2 128 0,2 3 0 15,0 3 0-15,1 3-128 0,-1 2 128 0,-1 5 0 16,0 2 0-16,-1 1 0 16,0 6 0-16,-1 2 0 0,0 3 0 0,-1 2 128 0,1 2-128 0,-2 2 176 0,0 3-176 15,0 1 192-15,0 3-192 0,2 4 192 16,-1 2-192-16,1 5 192 0,-2 1-192 0,0 6 160 0,-1-1-160 15,-1 3 160-15,1 0-160 0,0 1 0 16,-1-4 144-16,-2 1-144 0,-1 3 0 0,-2-5 144 16,0 1-144-16,0-1 0 0,1-2 128 0,-2-1-128 0,-2-5 0 0,1 1 0 15,0-1 0-15,2-4 0 16,0 0 0-16,-1-3 0 0,0-2 0 0,-1-7-304 0,0 0 64 0,0 0 16 31,0 0-960-31,0 0-192 0,0 0-32 0,0 0-16 16,0 0-1344-16,0 0-272 0,0 0-48 0,4-6-17152 0</inkml:trace>
  <inkml:trace contextRef="#ctx0" brushRef="#br0" timeOffset="174327.38">8824 9777 5519 0,'0'0'496'0,"0"0"-496"0,-3-4 0 0,3 4 0 0,0 0 10432 0,0 0 1984 16,0 0 384-16,0 0 96 0,0 0-9952 0,5-4-1984 15,3 0-384-15,2 2-96 0,3 1 160 0,3-2 48 16,1 0 0-16,0 2 0 0,3 1-464 0,0-4-96 15,3 1 0-15,0-2-128 0,1 4 128 0,0-2-128 16,1-1 0-16,1 2 0 16,0 1-640-16,0-2-192 0,-1-1-48 0,1-1 0 15,0 1-1872-15,0 0-368 0,-1-1-80 0,2 2-17344 16</inkml:trace>
  <inkml:trace contextRef="#ctx0" brushRef="#br0" timeOffset="174510.19">9455 9692 28559 0,'0'0'2544'16,"0"0"-2032"-16,0 0-512 0,0 0 0 0,0 0 4880 0,0 0 880 16,7 2 192-16,1-2 16 0,0 0-4352 0,1 0-864 15,2 0-176-15,0 0-48 0,4-3-80 0,0 2 0 16,2 0-16-16,0 1 0 0,-1 0-432 0,1 1 0 0,0-1 128 0,1 0-128 31,0 0-592-31,2 0-160 0,-5-1-16 0,1 2-16 16,-2 0-1776-16,-1 2-368 0,1-2-64 0</inkml:trace>
  <inkml:trace contextRef="#ctx0" brushRef="#br0" timeOffset="174663.03">9503 9786 28559 0,'-16'6'2544'0,"10"-5"-2032"0,-3 0-512 0,1 0 0 16,1-1 5328-16,7 0 976 0,0 0 192 0,0 0 32 16,0 0-4752-16,0 0-960 0,0 0-192 0,0 0-48 0,8 3-176 0,4-3-32 15,2 1-16-15,4-1 0 0,3 0-352 0,3 0-160 16,0 0 16-16,4-1 0 15,2-2-576-15,1 0-112 0,2-3-32 0,-1 1 0 16,3 0-1840-16,2-2-368 0,-2 1-80 0</inkml:trace>
  <inkml:trace contextRef="#ctx0" brushRef="#br0" timeOffset="174903.69">10332 9484 19343 0,'0'0'1728'0,"0"0"-1392"15,-5-3-336-15,5 3 0 0,-7-1 6512 0,7 1 1232 16,0 0 240-16,0 0 48 0,0 0-5344 0,0 0-1088 16,-5 3-192-16,0 2-64 0,1 1-256 0,0 3-64 15,0 4-16-15,1 2 0 0,1 2-640 0,-1 2-128 16,1 2-32-16,-1 1 0 0,2 3-208 0,-1-1 0 16,1-1 0-16,0-3 0 0,1 0 0 0,0-1 0 15,1-4 0-15,-1 1-160 16,0 0-768-16,0-2-160 0,3-2-16 0,-1-2-16 15,1 1-1136-15,2-5-240 0,2 1-32 0,0-2-11728 0,5-1-2336 16</inkml:trace>
  <inkml:trace contextRef="#ctx0" brushRef="#br0" timeOffset="175251.9">10722 9497 47103 0,'-7'0'2096'0,"3"-1"416"0,4 1-2000 0,0 0-512 0,-6 2 0 0,-1 2 0 0,1 0 1680 0,-1 0 240 16,-2 4 64-16,0 5 0 0,-3-2-784 0,1 6-160 15,-1-1-16-15,0 5-16 0,0-1-592 0,2 3-112 16,-1-3-32-16,4-1 0 0,0 1-272 0,2-3 0 16,2-2 128-16,3 0-48 0,0-2-80 0,6 0 0 15,1-3 0-15,4 1 0 0,2-4 0 0,2 0 0 16,2-2-160-16,3 0 160 0,0-1-240 0,0-1 48 16,1-3 0-16,-1 0 0 0,2-3 0 0,-1-1 16 15,-3 0 0-15,2-2 0 0,-3-1 16 0,1 0 0 16,-1-4 0-16,-2-1 0 0,-2-1 160 0,2-1-192 0,-3-3 192 0,-2 0-192 15,-2 0 192-15,-2 1 0 16,-2 1 0-16,-4 0 0 0,-4 2 0 0,-2-2 0 16,-3 0 0-16,-2 2 128 0,0 0 0 0,-4 0 0 0,-2 0 0 0,-2 0 0 15,0 2-128-15,0 1 0 16,-3-3 0-16,1 3 0 0,0 1-240 0,1 0-16 0,3 1 0 0,2 1 0 31,-1 2-1088-31,4 1-240 0,5 3-32 0,7 1-16 16,0 0-2016-16,0 0-416 0,0 0-80 0</inkml:trace>
  <inkml:trace contextRef="#ctx0" brushRef="#br0" timeOffset="176434.22">11497 9591 17503 0,'2'2'1552'16,"-1"1"-1232"-16,-1-3-320 0,0 0 0 0,0 0 5984 0,0 0 1136 16,0 0 240-16,0 0 32 0,5 9-4256 0,1-1-832 15,-6-8-192-15,3 12-16 0,1 2-736 0,0 0-144 16,-1 2-16-16,-4-2-16 0,1 2-592 0,0 3-112 0,0-3-32 16,0 1 0-16,-2-4-176 0,-2 1-32 15,0 1-16-15,3-1 0 0,1-5-224 0,0-9 176 0,-2 9-176 16,0-2 160-16,0 2-160 0,2-5 0 15,0-4 0-15,0 0 128 0,0 0-128 0,0 0 0 0,0 0 0 0,0 0 0 16,0 0 0-16,0 0 0 0,0 0 0 0,2-3 0 16,-2-2 0-16,0 0 0 15,3-2 0-15,1 1 0 0,0-5 0 0,0 1 0 0,1-4 0 0,3 1 0 16,-1-3 0-16,3 2 0 0,-1-2 0 0,1 3 0 16,2-1-144-16,1-1 144 0,-3 1 0 0,2 2 0 15,0 3 0-15,-2 1 0 0,-1 4 0 0,0 3 0 16,-9 1-128-16,0 0 128 0,12 1 0 0,-3 2 0 0,-9-3 0 15,6 9 0-15,3 2 0 0,-3 3 0 0,-5 2 0 0,1-3 0 16,6 3 0-16,-4 0 144 0,-6-2-144 16,1 0 0-16,1-1 0 0,0-3 128 0,-1 0-128 0,1-10 0 15,2 11 0-15,0-3 0 0,-2-8 0 0,0 9 0 16,0-9 0-16,0 0 0 0,0 0 0 0,0 0 0 16,5 9 0-16,-5-9 0 0,0 0 0 0,0 0 0 15,0 0 0-15,0 0 0 16,13 3 0-16,-3-7-144 0,-2 1 144 0,-1-5 0 0,-1 0-208 0,1-3 64 15,2-1 16-15,0-2 0 0,4 1-48 0,0-3 0 16,3-1 0-16,-1 0 0 0,-2 0-80 0,-1 1 0 16,0 3-16-16,-1 2 0 0,0 1 272 0,-3 1 0 15,-1 3 0-15,0 1 0 0,-7 5 0 0,0 0 0 16,0 0 0-16,7 7 0 0,-4 0 0 0,1 1 128 0,-1 4 0 16,0 2 16-16,-3 2-144 0,1 0 192 15,0 0-192-15,-2 1 192 0,1 0-192 0,1-1 0 16,-2 1 0-16,2 0 128 0,-1-3-128 0,1-1 0 0,1-1 0 0,-1-2 0 31,0 1-640-31,2-2-96 0,-3-9-32 0,0 0 0 16,0 0-1280-16,8 5-256 0,0-3-48 0,2-3-12368 0,2-1-2464 0</inkml:trace>
  <inkml:trace contextRef="#ctx0" brushRef="#br0" timeOffset="176861.73">12341 9190 20271 0,'0'0'896'0,"-4"0"192"0,-2-1-880 0,0 0-208 16,6 1 0-16,0 0 0 0,0 0 7136 0,0 0 1376 16,0 0 288-16,0 0 48 0,7-3-6704 0,1 1-1344 15,-2-1-272-15,5 0-48 0,2 2 208 0,1 0 32 16,2 1 16-16,1 0 0 0,0-3-736 0,2 3 0 16,1-1 0-16,1 0 0 0,-1-1 0 0,0 2 0 15,-3 0 0-15,-1 0 0 0,-3 2 0 0,-4-1 0 16,0-1 0-16,-9 0 0 0,0 0 0 0,8 5 128 15,-8-5-128-15,0 0 144 0,0 0 80 0,2 9 16 16,-3 0 0-16,-4 2 0 0,0-1 0 0,-2 2 0 16,0 0 0-16,-2 1 0 0,-2 1-112 0,-1 0-128 15,-1-1 176-15,1 1-176 0,0 0 144 16,1-4-144-16,-1 1 0 0,1-1 144 0,1 2-144 0,2-3 0 0,0 1 0 0,2-2 128 16,-1-1-80-16,3-2-48 15,4-5 0-15,0 0 0 0,0 0 0 0,0 0 0 16,0 7 0-16,0-7 0 0,0 0 0 0,7 5 0 15,1-1 0-15,1-2 0 0,1 1 0 0,5-2 0 16,0-1 0-16,2 1 0 0,-2-1 0 0,2-1 0 0,2 0 0 16,2 0 0-16,-1-1 0 0,0 2 0 0,1 0 0 15,0 0 0-15,-3 0 0 0,1 2 0 0,-2-1 0 0,-2 0 0 16,5 2 0-16,-3-1-160 0,-3 1 160 0,-1-2-192 16,-1 2-1200-1,0-3-240-15,-2 1-48 0</inkml:trace>
  <inkml:trace contextRef="#ctx0" brushRef="#br0" timeOffset="177649.17">8841 10802 21183 0,'0'0'1888'0,"0"0"-1504"16,-2-5-384-16,2 5 0 0,0 0 4096 0,-2-6 736 16,0 1 160-16,2 5 16 0,0 0-2400 0,0 0-496 15,0 0-80-15,0 0-32 0,0 0-96 0,0 0-32 16,0 0 0-16,0 0 0 0,0 0-816 0,0 0-160 16,0 0-48-16,6 7 0 0,-3 1-288 0,0 3-64 0,-2 0-16 0,-1 3 0 15,-1 4-224-15,0 1-64 16,-3 5 0-16,0 1 0 0,0 3-192 0,1 0 176 15,-1 1-176-15,1 0 160 0,0-1-112 0,0 1-48 16,2-3 0-16,1 0 0 0,0-2 0 0,1-2 0 0,3-1 0 16,1-3 0-16,2-1 0 0,1-2 0 0,1-2 0 15,1-2 0-15,3-1 0 0,2-2 0 0,-1-1 0 0,2-2 0 16,1-1 0-16,1-3 0 0,3-1 0 0,0-1 0 16,0-1-240-16,1-1 64 0,-3-3 16 0,2 0 0 15,1-2-704-15,0-1-144 16,-2-2-16-16,-3 1-16 0,-1-2-1072 15,-3 1-224-15,-3-2-32 0,-3 2-19504 0</inkml:trace>
  <inkml:trace contextRef="#ctx0" brushRef="#br0" timeOffset="177904.83">8552 11016 28559 0,'0'0'2544'0,"0"0"-2032"15,0 0-512-15,0 0 0 0,0 0 5344 0,0 0 976 16,12-7 192-16,0 3 32 0,0 2-4896 0,2 0-992 16,2-2-192-16,1 2-32 0,1 1 16 0,-1-1 16 15,-3 2 0-15,2 0 0 0,-1 0-256 0,2 2-48 0,0-1-16 0,-5 0 0 16,0 2-144-16,-1-1 160 16,2 0-160-16,2-1 160 0,-1-1-160 0,3 1 0 15,0 2 0-15,1-3-176 16,-1 1-1152-16,3 0-224 0,-1 1-48 0,2-2-16 15,1 0-1888-15,2 0-368 0,2 2-80 0</inkml:trace>
  <inkml:trace contextRef="#ctx0" brushRef="#br0" timeOffset="178131.26">9405 10931 25791 0,'0'0'1152'0,"0"0"224"0,0 0-1104 0,0 0-272 0,0 0 0 0,7-1 0 16,0-1 6048-16,1 2 1152 0,1-2 224 0,0 0 64 15,1 2-5040-15,0-1-992 0,0 1-208 0,2-1-32 0,0 0-752 0,1 1-144 16,0-2-16-16,1 2-16 16,1 0-288-16,-1 0 128 0,-1 0-128 0,1 0 0 0,1 0 0 0,2 2 0 15,-3-2 0-15,0 0 0 16,1 0 0-16,0 1 0 0,0 0 0 0,-1 0 0 16,-2-1-432-16,-1 2-80 0,1 0-32 0,-1-2 0 15,-1 2-848-15,-1-1-160 0,-1 3-48 0,0-3 0 16,-8-1-2224-16,0 0-448 0</inkml:trace>
  <inkml:trace contextRef="#ctx0" brushRef="#br0" timeOffset="178360.96">9511 11027 14735 0,'0'0'1312'16,"0"0"-1056"-16,-6 2-256 0,6-2 0 0,0 0 7856 0,0 0 1504 15,0 0 304-15,0 0 64 0,0 0-6704 0,0 0-1344 16,0 0-272-16,7 5-48 0,2-1-704 0,3-2-144 15,1 2-16-15,0-4-16 0,0 2-144 0,0-2-16 16,0-2-16-16,1 2 0 0,3 0-176 0,-1-2-128 0,0 0 192 16,-1 1-192-16,0 0 128 0,-2 0-128 15,1-2 0-15,-1 0 0 0,-1 1 0 0,-1 2-224 16,1-2 32-16,0 1 16 16,-3-3-864-16,1 3-176 0,1-3-48 0,1 1 0 15,-1-1-1584-15,1 2-320 0,-3 2-64 0</inkml:trace>
  <inkml:trace contextRef="#ctx0" brushRef="#br0" timeOffset="178997.85">10797 10761 17503 0,'0'0'768'0,"0"0"176"0,-6 2-752 0,-1-2-192 15,1 0 0-15,1 0 0 0,-1 1 7488 0,0 0 1472 16,-1-1 304-16,0 2 48 0,-1 0-6320 0,1 2-1264 16,-1 0-256-16,1 1-64 0,-4 2-800 0,1-1-160 15,-2 1-48-15,2-1 0 0,-1 2-208 0,1 1-64 16,-1-3 0-16,0 0 0 0,1-1-128 0,3 2 128 0,-1 1-128 0,1-2 128 16,2-1-128-16,0 1 0 0,5-6 144 0,-3 6-144 15,3-6 0-15,0 7 144 0,0-7-144 0,0 0 0 16,3 7 128-16,1 0-128 15,1-1 0-15,1 1 0 0,2 0 0 0,3-2 0 0,0 0 0 0,1-1 0 16,1 0 0-16,2 0 0 0,0 0 0 0,1 0 0 16,-1 1 0-16,2-1 0 0,2-2 0 0,-1 1 0 0,0 1 0 15,0 0 0-15,1 1 0 0,-1-1 0 16,-1 1 0-16,0 0 0 0,0 0 0 0,-3 1 0 0,-2-1 0 0,-3 1 0 16,0 1 0-16,0-2 0 0,-1 2 128 0,-3-1-128 15,-2 1 0-15,-2-1 0 0,-1 2 0 0,-1 0 128 16,-2 0-128-16,1-1 144 0,-1 1-144 0,-1 1 0 15,-4-2 0-15,-2 1 0 0,-1 1 0 0,-2-1 0 16,-1 0 0-16,0-1 0 0,-1 1 0 0,-2 0 0 16,-1-3 0-16,1 0 0 0,2-1 0 0,-2 0 0 15,0-1 0-15,1-2 0 0,2-1 0 0,-1 1 0 16,1-2 0-16,1-1 0 16,1-1-800-16,1-1-96 0,0-2-32 0,1-1 0 15,2-1-1088-15,1-2-224 0,2-2-32 0,3-1-12832 16,2-1-2560-16</inkml:trace>
  <inkml:trace contextRef="#ctx0" brushRef="#br0" timeOffset="179265.36">10611 10777 10127 0,'-8'-4'896'0,"4"3"-704"0,-2 0-192 16,2-1 0-16,-1 0 8512 0,5 2 1664 0,0 0 320 15,0 0 80-15,0 0-7392 0,0 0-1488 0,0 0-288 0,0 0-64 16,11-3-288-16,2 3-48 0,2-1-16 0,-1 1 0 15,4 0-592-15,3 0-112 0,1 0-32 0,2-2 0 16,-1 1 0-16,5 0 0 0,-1-2 0 0,4 1 0 0,1-2-256 0,1 2 0 16,0 1 0-16,2 0 0 0,0-2 0 0,-2 2 0 15,1 0 0-15,-3-1 0 16,-2 2 0-16,-4 0 0 0,-4 0 0 0,-3 0 0 0,-1 0-144 16,-4 0 16-16,-4 0 0 0,-1 0 0 15,-2 0-576-15,-6 0-96 0,7-2-32 16,-1 0 0-16,-6 2-1616 0,6-2-336 0</inkml:trace>
  <inkml:trace contextRef="#ctx0" brushRef="#br0" timeOffset="180498.6">11508 10868 48783 0,'0'0'2160'0,"0"0"448"0,0 0-2096 0,0 0-512 0,0 0 0 0,0 0 0 16,0 0 416-16,0 0-32 0,6 6 0 0,1 1 0 15,-1 5 560-15,2 1 96 0,0 2 32 0,1 3 0 16,-1 4-560-16,0 0-96 0,0 0-32 0,0-1 0 16,-3-1-96-16,0-2-32 0,0 0 0 0,0-2 0 15,-1-2-64-15,0-1-32 0,0-1 0 0,0-4 0 0,-1-2-160 0,-3-6 0 16,0 0 144-16,0 0-144 16,0 0 0-16,0 0 0 0,0 0 0 0,0 0 0 15,6-5 0-15,1-1-128 0,-2-4 128 0,0 1-128 0,0-2 128 0,1-2-160 16,-3-1 160-16,3-1-160 0,0-2 160 0,1-1-208 15,-2-1 80-15,1 2 128 0,1 2-176 0,-1 0 176 16,1 1-128-16,-2 2 128 0,0 1 0 0,1 3 176 16,-2 1-16-16,-4 7 0 0,0 0-160 0,0 0 0 15,0 0 0-15,0 0 0 0,7 4 0 0,0 3 0 16,-1 2 0-16,1-1 0 0,-2 2 192 0,2 2 16 16,-1 1 0-16,2-1 0 0,0-1-208 0,0 0 0 15,-1-2 0-15,3 0 0 0,-1-1 0 0,1 1 0 16,-2-4 0-16,0 0 0 0,0-3-192 0,-1-1 0 15,1-1 16-15,-8 0 0 0,8-3 176 0,-1 1-128 16,-1-2 128-16,-1 0-128 0,1-1 128 0,0-3-208 16,-1-1 80-16,0-2 128 0,1 1-160 0,-1-2 160 0,0-1 0 15,2 0-144-15,-1 0 144 0,1 1-128 0,-2 1 128 16,0-1-128-16,-1 1 128 0,0 2 0 0,-1 3 0 16,0-1 0-16,1 2 0 0,-4 5 0 15,0 0 0-15,8 0 0 0,-8 0 0 0,0 0 176 16,8 3-48-16,0 2 0 0,0 1 32 0,-2 1 0 0,-6-7 0 15,8 8 0-15,0 1-160 0,1 1 0 0,1-2 0 16,0 1 128-16,0-2-128 0,2-1 0 0,-1 1 0 16,1-3 0-16,0 1 0 0,0-1-144 0,-2-3 144 0,0 0-160 15,0-1-64-15,-1 0-16 0,0 0 0 0,0-1 0 16,-1 0 64-16,0-3 16 0,-1 1 0 0,0-2 0 16,-2 0 160-16,0-2-128 0,1 1 128 0,-1-1-128 0,0 1 128 0,0-5 0 15,0 1 0-15,-1 1-128 0,0 2 128 16,0 1 0-16,-1-3 0 0,-3 9-128 0,0 0 128 15,0 0 0-15,0 0 128 0,0 0-128 0,0 0 304 0,0 0-16 16,0 0 0-16,0 0 0 0,6 5-64 0,0 1-16 16,-1 2 0-16,1 1 0 0,-1 2-208 15,2-1 0-15,0-1 128 0,-1 2-128 0,2-1 0 0,0 1 0 16,0-2 0-16,-1 0 0 16,1-1-816-16,1-2-96 0,3 1-32 0,-3-2 0 15,-1-1-1248-15,0-1-256 0,1-2-48 0,-3 0-11664 16,1-1-2336-16</inkml:trace>
  <inkml:trace contextRef="#ctx0" brushRef="#br0" timeOffset="180652.41">12361 10703 42047 0,'0'0'1856'0,"-6"0"384"0,-1-4-1792 0,1 1-448 16,6 3 0-16,0 0 0 0,-5-5 560 0,5 5 16 15,0 0 0-15,0 0 0 0,0 0-576 0,0 0 0 0,0 0 0 0,0 0 0 31,0 0-2864-31,4 8-576 0,0 0-112 0</inkml:trace>
  <inkml:trace contextRef="#ctx0" brushRef="#br0" timeOffset="181078.48">12484 10829 27647 0,'0'0'1216'0,"0"0"256"0,0 0-1168 0,0 0-304 0,0 0 0 0,0 0 0 0,3 9 4560 15,0 2 864-15,-2-3 160 0,2 3 48 0,-1 2-3136 16,2 2-608-16,-1-2-128 0,1 1-32 0,-1-1-944 0,1 0-192 16,0 3-32-16,0-6-16 0,-1 1-320 0,-1-2-64 15,1-1-16-15,0-1 0 0,-3-7-16 0,0 0-128 16,0 0 192-16,0 0-64 0,0 0-128 0,0 0 0 16,0 0 144-16,0 0-144 0,0 0 0 0,0 0 0 15,0 0 0-15,0 0 0 0,0 0 0 0,0 0 128 16,1-7-128-16,3 0 0 0,1-2 0 0,0 0 0 15,-1-4 0-15,1 0 0 0,2-2 0 0,1 1 0 16,-2 0 0-16,2 1 0 0,0 0 0 0,1 1 0 16,0 3 0-16,2-2 0 0,-2 4 0 0,0 0 0 15,0 3 0-15,-1 2 0 0,1-1 0 0,0 3 0 16,0 0 0-16,0 1 0 0,0 2 0 0,1 1 0 16,0 0 0-16,0 1 128 0,1 3-128 0,-3 1 128 0,2 1-128 15,-2 3 128-15,-2 3-128 0,1 0 128 16,-2 2-128-16,0-4 128 0,-1 3-128 0,0-1 128 0,0-2-128 15,0 0 128-15,0 0-128 0,-1-1 0 0,-2-2 0 16,1-2 0-16,1 1 0 0,-2-4-160 0,-1-6 160 0,0 0-208 31,0 0-864-31,0 0-160 0,0 0-48 0,0 0 0 0,0 0-2304 0,8 3-480 16</inkml:trace>
  <inkml:trace contextRef="#ctx0" brushRef="#br0" timeOffset="185050.28">8649 12336 33631 0,'0'0'1488'0,"0"0"304"0,-7-7-1424 0,2 0-368 0,5 7 0 15,0 0 0-15,-2-8 1728 0,2 8 256 16,0 0 64-16,0 0 16 0,0 0 256 0,0 0 48 0,0 0 16 16,0 0 0-16,0 0-1008 0,0 0-208 0,0 0-32 0,0 0-16 15,7 8-320-15,-1 2-64 0,-4 2-16 0,1 3 0 16,-2-2-304-16,-1 2-64 0,0 2-16 0,0 0 0 15,-1 0-160-15,1 3-48 0,0-1 0 0,0 1 0 16,0-1-128-16,1 2 128 0,0 0-128 0,3 0 128 16,2-6-128-16,1 2 0 0,1 0 144 0,3-2-144 15,0-4 0-15,2 1 128 0,0-1-128 0,3-2 0 16,2 0 128-16,-7-5-128 0,0 0 160 0,2 1-160 0,2-4 0 0,0 2 0 16,1-1 0-16,2 0 0 15,1-2 0-15,-1 0 0 0,-1-2 0 0,1 1-160 0,0 0 160 16,2-2-160-16,-1 2 160 0,0-4-160 15,-2-1-384-15,0 1-80 0,0 1-16 0,-2-1 0 16,1 0-768-16,-2 0-144 0,-2-2-48 0,0-1 0 16,-1 2-2688-16,1-3-560 0</inkml:trace>
  <inkml:trace contextRef="#ctx0" brushRef="#br0" timeOffset="185326.93">8658 12306 51023 0,'0'0'2256'0,"0"0"480"0,0 0-2192 0,0 0-544 0,0 0 0 0,4-5 0 16,1 1 320-16,2-2-64 0,-2-1 0 0,4 2 0 16,3 1 384-16,3 0 64 0,4 0 0 0,-1-2 16 15,1 2-416-15,0 0-96 0,2 0-16 0,-1 1 0 16,1 1-192-16,1-1 144 0,1 1-144 0,-4 0 128 15,1 2 112-15,-1-2 16 0,1 0 0 0,-2 1 0 16,-1 1-1040-16,-1 0-208 0,-2 0-32 0,0 1-16 16,2 1-880-16,-3 0-160 0,-1-2-32 0,-2 2-16 15,-1 0-1984-15,0 1-400 0</inkml:trace>
  <inkml:trace contextRef="#ctx0" brushRef="#br0" timeOffset="185552.6">8681 12493 35935 0,'0'0'3200'0,"0"0"-2560"0,0 0-512 0,0 0-128 0,0 0 3264 0,0 0 640 15,0 0 128-15,0 0 32 0,0 0-2976 0,10 0-608 16,0-4-112-16,4 1-32 0,3 1 224 0,0-1 32 16,3-1 16-16,3-1 0 0,1 2-368 0,3-2-80 15,3 1-16-15,0 0 0 0,-3 0-144 0,2 0 0 16,0 1 0-16,0 0 0 15,-2 0-528-15,-1 2-192 0,-1 0-48 0,-2-1 0 16,-2 1-1840-16,-3 0-368 0,-2 1-80 0,-2 0-16880 0</inkml:trace>
  <inkml:trace contextRef="#ctx0" brushRef="#br0" timeOffset="186282.82">9655 12355 10127 0,'-10'0'896'0,"10"0"-704"0,-4 0-192 0,4 0 0 0,-5 0 4560 0,5 0 880 16,0 0 192-16,0 0 16 0,0 0-1968 0,0 0-400 16,0 0-80-16,0 0 0 0,0 0-960 0,9 4-176 15,0-2-32-15,3 1-16 0,-1-2-960 0,3 2-192 16,-1-2-32-16,1-1-16 0,0 0-416 0,2 0-80 16,1-1 0-16,1-1-16 0,-1 0-304 0,3-1 160 15,-3 1-160-15,2-1 128 0,1 0-288 0,-2-1-64 16,1 2-16-16,0-1 0 15,-5 1-1904-15,0 0-384 0,-2-2-80 0,-3 3-18160 0</inkml:trace>
  <inkml:trace contextRef="#ctx0" brushRef="#br0" timeOffset="186485.72">9715 12469 48431 0,'0'0'2144'0,"-6"2"448"0,-2-2-2080 0,1 1-512 0,7-1 0 0,0 0 0 16,0 0 640-16,0 0 0 0,0 0 16 15,0 0 0-15,0 0 0 0,10 1 0 0,1-2 0 0,2 1 0 16,2 0-464-16,0 0-192 0,2 0 128 0,4 0-128 16,1 0 128-16,4-1-128 0,3-1 0 0,1 2 128 15,1-2-128-15,-1 2-176 0,2-2 48 0,0 1 0 32,1 0-1424-32,-1 1-288 0,-2-3-48 0,0 2-12704 0,-1 0-2528 15</inkml:trace>
  <inkml:trace contextRef="#ctx0" brushRef="#br0" timeOffset="187378.24">11936 12090 46527 0,'0'0'2064'0,"-7"-4"432"0,0 0-2000 0,0 0-496 15,-5-1 0-15,2 4 0 0,3-5 1264 0,2 5 144 0,2-1 48 0,3 0 0 16,0 2-208-16,0 0-32 0,0 0-16 15,0 0 0-15,4 7-752 0,0-1-128 16,-1 2-48-16,1 1 0 0,1 2-112 0,0 2-32 0,0-2 0 0,2 2 0 16,4 6-128-16,1 0 0 0,0 1 0 15,0 2 0-15,1-1 0 0,-2 0 0 0,1 0 0 0,0-2 0 16,1 1 0-16,-1-1 0 0,-2 0 0 16,0-1 0-16,0-4 0 0,-3-1 0 0,0 0 0 15,-2-1 0-15,-1-2 0 0,-4-1 0 0,-1-1 0 0,-2 1 0 0,-1-2 0 16,-1-1 0-16,-3 0 160 0,0-2-160 0,1 1 256 0,-5-5-64 15,-1 1-16-15,-2-1 0 0,-3 1-16 0,-1-2 0 16,0 0 0-16,-1 1 0 0,-1-4-112 0,-1 0-48 16,-1 1 0-16,0-2 0 0,-1 0 0 15,1-2 0-15,1 1 0 0,1-1 0 0,0 1 0 0,3 1 0 16,1-1 0-16,4 1 0 16,1 1-576-16,4-2-48 0,2 2-16 0,6 4 0 15,0 0-1216-15,0 0-240 0,6-7-48 0,7 2-13344 16,8 1-2656-16</inkml:trace>
  <inkml:trace contextRef="#ctx0" brushRef="#br0" timeOffset="187827.66">12456 11932 49471 0,'0'0'2192'0,"-7"-1"448"0,1-2-2112 0,0 1-528 0,6 2 0 0,0 0 0 16,0 0 960-16,0 0 64 0,0 0 32 0,0 0 0 0,0 0-208 16,7-4-32-16,0 1-16 0,2-1 0 0,2 2-544 0,2-1-96 15,2 2-32-15,0-1 0 0,2 2-128 0,0-1 0 16,4 1 0-16,1 0 128 0,2 1-128 0,-2 1 192 15,1 2-192-15,1-3 192 0,-2 4-192 0,-1-2 0 16,0 2 0-16,-3 0 0 0,-2 0 0 0,-2 1 0 16,-2 0 0-16,-4 1 0 0,-3-1 0 15,-1 1 0-15,0 1 0 0,-3 1 0 0,-2-3 128 0,-1 2-128 16,-3 0 192-16,-3 1-64 0,-2 3 96 0,-2-2 16 16,-2 1 0-16,-1-1 0 0,0 2-80 0,-2-3-16 15,-1 1 0-15,1 1 0 0,0 2-144 0,0-4 0 16,2 0 0-16,1 0 128 0,1 0-80 0,1-2-48 15,3-2 0-15,1 1 0 0,2 0 0 0,1 0 0 16,5-6 0-16,0 0 0 0,-6 4-320 0,6-4-64 16,-1 7-16-16,2-1 0 15,-1-6-1104-15,3 9-224 0,2 2-32 0,2-5-14224 0,2 7-2832 16</inkml:trace>
  <inkml:trace contextRef="#ctx0" brushRef="#br0" timeOffset="188038.8">12720 12558 54015 0,'0'0'2400'0,"0"0"480"0,0 0-2304 0,0 0-448 0,0 8-128 16,-1-2 0-16,1-6 880 0,-1 7 144 0,1-7 48 0,0 0 0 15,0 8-624-15,0-8-112 0,0 6-16 0,0-6-16 16,0 0-224-16,0 0-80 0,0 0 0 0,0 0 0 16,0 0 0-16,0 0 0 0,0 0 0 0,0 0 0 15,0 0 0-15,0 0 0 0,0 0 0 0,0 0 0 16,0 0 0-16,0 0 0 0,0 0 0 0,0 0 0 15,0 0-896-15,0 0-192 0,0 0-16 0,10 1-23984 16</inkml:trace>
  <inkml:trace contextRef="#ctx0" brushRef="#br0" timeOffset="188775.43">10804 12048 22111 0,'0'0'1968'0,"0"0"-1584"0,0 0-384 0,0 0 0 16,0 0 4944-16,-4-2 912 0,4 2 176 0,-5-3 48 0,0 2-3728 0,-1-3-752 16,0 1-128-16,-1-2-48 0,-1 1-80 0,1 1-32 15,-2 2 0-15,-1-3 0 0,0 2-864 0,0-2-192 16,-3 2-16-16,-1 1-16 0,0 1-224 0,-2 0 176 16,1 1-176-16,-1 1 160 0,-1-1-160 0,4 2 160 15,0-2-160-15,1 4 160 0,3-1-160 0,2 3 160 16,-1-1-160-16,2 2 160 0,1 0-160 0,1 2 0 15,0-1 0-15,2 4 0 0,-1 2 0 0,3 0 0 16,-1 1 0-16,1 2 0 0,0 3 160 0,1 1 0 16,-1 2 0-16,2-1 0 0,-2 3-16 0,1-1 0 15,-1 0 0-15,0-2 0 0,0 1-144 0,-1-2 0 16,-2 0 0-16,0 0 0 0,1-1 128 0,-2-1 0 16,1-2 0-16,-1 0 0 0,0 2 0 0,0-2 0 15,1-2 0-15,-1-2 0 0,1-2 0 0,2-2-128 16,-1-1 192-16,1 0-64 0,0-2-128 0,1-7 0 0,0 0 0 0,0 6 0 15,0-6 0-15,0 0 0 16,0 0 0-16,2 7 0 0,-2-7 0 0,8 6 0 0,0-3 0 0,1 0 0 16,0-2 0-16,2-1 0 0,0 0 0 15,3 0 0-15,-3-1 0 0,2-1 0 0,-1 1 0 16,0 0 0-16,1-1 0 0,1 1 0 0,2 0 0 0,-1-2 0 16,0 1 0-16,2-1-256 0,-2 0 48 0,2-1 0 15,0-1-656 1,0 1-128-16,1-2-32 0,-2-1 0 0,0 1-1552 15,-1-2-320-15,1 0-64 0,-2-4-17872 0</inkml:trace>
  <inkml:trace contextRef="#ctx0" brushRef="#br0" timeOffset="189269.64">11065 11973 19343 0,'0'0'848'0,"-7"-2"192"0,-1 0-832 15,0-1-208-15,1 0 0 0,7 3 0 0,-6-3 7248 0,6 3 1408 16,0 0 288-16,0 0 48 0,0 0-6432 0,0 0-1296 16,0 0-256-16,0 0-48 0,0 0-560 0,10-2-96 15,0 1-32-15,2 0 0 0,-1 1-272 0,4 1 0 16,-1 0 0-16,2 3 0 0,-1-1 0 0,1 1 0 16,1 0 0-16,-3 0 0 0,1 1 0 0,-2 0 160 15,-2 0-160-15,0 2 128 0,-1-1-128 0,-1 2 0 16,1 1 0-16,-1 2 0 0,-3 0 0 0,1 4 0 15,-3-2 0-15,1 2 0 0,-1 1 192 0,0 1 0 16,-2 1 0-16,1 3 0 0,1 1-192 0,-2 2 160 0,0-1-160 16,0 2 160-16,1 0-160 0,-2-2 0 0,1 1 144 15,0-2-144-15,2 0 0 0,-1-1 0 0,-1-4 0 0,1 2 0 16,-2-3 0-16,2 1 0 0,-1 0 0 16,1-3 128-16,-2-1-128 0,2 0 0 0,0 0 0 15,-2 0 0-15,0-1 0 0,0-1 0 0,-1-1 0 0,0 0 0 16,0-3 0-16,0 2 0 0,0-1 0 0,0-8 0 15,2 6 0-15,-2-6 0 0,0 0 0 0,0 0 0 16,0 0 0-16,-2 7 0 0,2-7 0 0,0 0 128 0,-3 4-128 16,3-4 0-16,-7 4 0 0,7-4 0 15,-6 2 128-15,-1 0-128 0,-1-1 128 0,-1 2-128 0,0-2 0 0,0-1 144 16,-2 0-144-16,1 1 0 0,0-1 144 0,-2 1-144 16,-3-1 0-16,2 0 144 0,0 0-144 0,-1 0 0 15,0 2 0-15,1-2 0 0,0 0 0 0,1 0 0 16,1 0 0-16,2 0 0 15,3 0-896-15,6 0-224 0,0 0-32 0</inkml:trace>
  <inkml:trace contextRef="#ctx0" brushRef="#br0" timeOffset="201203.66">16419 9475 33455 0,'0'0'1472'0,"0"0"320"0,0 0-1424 0,0 0-368 16,0 0 0-16,0 0 0 0,0 0 1728 0,0 0 288 16,0 0 48-16,0 0 16 0,0 0-352 0,0 0-80 15,0 0-16-15,0 0 0 0,7 11-592 0,-2-1-112 16,3 1-32-16,-2 5 0 0,2 2-144 0,1 4-48 15,-1 3 0-15,1 1 0 0,0 2-288 0,2-1-64 16,-2-1-16-16,0 0 0 0,1-2-176 0,1-1-32 16,-2-3-128-16,1-1 192 0,-2-1-192 0,0-1 128 15,-2-1-128-15,1-2 0 0,-1-2 128 0,-2-2-128 16,0 1 0-16,0-2 0 0,1-5 160 0,-5-4-160 16,0 0 160-16,0 0-160 0,0 0 0 0,0 0 0 15,0 0 0-15,0 0 0 0,0 0 128 0,0 0-128 16,4-7 0-16,0-2 0 0,-1-4 128 0,1-1-128 15,0-2 0-15,1-2 0 0,0-5 0 0,0-1 0 0,2-1 0 0,-1-2 0 16,1-3 0-16,2 0 0 0,-3 3 0 16,1 1 0-16,-1 2 0 0,2-5 0 0,-2 9 0 0,-1 5 0 15,-3 6 0-15,-2 9 0 16,0 0 0-16,0 0 0 0,0 0 192 0,0 0-48 16,0 0-16-16,2 7 0 0,-2 3 96 0,1 7 16 0,2 3 0 15,0 4 0-15,1 5-112 0,0 1-128 0,2-4 176 16,-1 0-176-16,1 1 128 0,2-3-128 0,0 2 0 0,2-4 0 15,2 2 128-15,0-3-128 0,0-2 0 0,1-5 0 16,-2 2 0-16,1-7 0 0,-2 0 0 16,1-1 0-16,-2-3 0 0,1 1 0 0,0-5 0 15,-1-1 0-15,0-1 0 0,0-2 0 0,0-1 0 0,-2-1 0 16,-1-2 128-16,1-1-128 0,-2-1 0 0,0-1 0 16,0-2 192-16,0 0-192 0,-1-1 192 0,2-2-192 15,-2-2 176-15,1-1-176 0,-1-2 160 0,-2-3-160 0,2-1 128 0,-1-1-128 16,1-1 0-16,-2-1 0 0,1-1 0 0,-2 1 0 15,-1 2 0-15,-1 2 0 0,0 1 0 16,-1 3 0-16,1 0-128 0,0 3 128 16,-1 2-768-16,1-2-32 0,1 3-16 0,1 2 0 15,2 0-1680-15,2 3-352 0,2 0-64 0</inkml:trace>
  <inkml:trace contextRef="#ctx0" brushRef="#br0" timeOffset="201543.72">17459 9556 26719 0,'0'0'2368'0,"0"0"-1888"0,0 0-480 0,0 0 0 16,0 0 5008-16,0 0 912 0,0 0 176 0,0 0 48 16,0 0-3808-16,0 0-752 0,10-2-160 0,-1 1-16 15,0-3-752-15,1 1-144 0,2-1-16 0,1 1-16 0,0 0-256 0,1-1-48 16,2-1-16-16,0 2 0 0,1 2-160 0,0-3 0 16,1 1 0-16,-1 3 0 0,-2-5 0 0,4 3 0 15,-2-1 0-15,0 2 0 16,-1-1-768-16,1 1-144 0,-2 1-32 0,-2 0 0 15,0 0-1088-15,-1 1-208 16,-3 1-64-16,0 0-11920 0,0 2-2400 0</inkml:trace>
  <inkml:trace contextRef="#ctx0" brushRef="#br0" timeOffset="201746.58">17588 9696 16575 0,'-15'4'736'0,"8"-1"160"0,1-1-720 0,1 1-176 16,5-3 0-16,0 0 0 0,-6 4 7152 0,6-4 1392 15,0 0 288-15,0 0 48 0,0 0-5792 0,0 0-1152 16,0 0-224-16,0 0-48 0,8 3-1040 0,0 0-208 0,1-3-32 0,2 2-16 16,-1-2-176-16,2 1-48 15,1-1 0-15,0 0 0 0,0-1-144 0,1-1 128 16,2-1-128-16,-1 1 128 0,2 1-128 0,0-2 0 0,2-1 0 0,-1 2 0 31,-1-1-928-31,1-1-160 0,0-1-48 0,2 3-14928 0,2 2-3008 16</inkml:trace>
  <inkml:trace contextRef="#ctx0" brushRef="#br0" timeOffset="202646.98">19002 9295 8287 0,'0'0'368'0,"0"0"80"16,0 0-448-16,-4-4 0 0,1-3 0 0,3 7 0 0,-4-6 6400 0,0-1 1216 15,0 3 224-15,2 2 48 0,2-2-4672 0,-1 1-928 16,1 3-192-16,0 0-48 0,0 0-512 0,0 0-96 15,0 0-32-15,0 0 0 0,0 0-448 0,0 0-112 16,0 0-16-16,2 11 0 0,-2 0-336 0,1 2-80 0,2 2-16 0,0-1 0 16,-1 2-224-16,1 1-48 15,1 2-128-15,0 2 192 0,0 1-64 0,1 1-128 16,0 0 176-16,0 0-176 0,0 1 128 16,2 1-128-16,-1-3 0 0,0 1 0 0,-2 1 0 15,0-2 0-15,-1-3 0 0,1 0 0 0,-1-1 144 0,-2-5-144 0,1 0 0 16,-2-1 144-16,-2-2-16 0,0-2-128 15,-1-1 192-15,-2-2-64 0,-3 0 64 0,-2-1 16 16,-2-1 0-16,-2 3 0 0,-2-3 64 0,-1 1 16 0,0-3 0 16,-1-1 0-16,-3 0-80 0,0-3-16 15,0-1 0-15,0-1 0 0,0 0-64 0,2-2 0 0,-1 0-128 0,2 0 192 0,1 2-192 16,1-2 0-16,2-1 0 0,2 2 0 0,2-2 0 16,1 2-240-16,2-2 80 0,2 1 16 15,2 2-688-15,3 5-128 0,0-5-16 0,4 1-16 16,3-5-1552-16,3 2-304 0,2 1-64 0,6 1-18080 15</inkml:trace>
  <inkml:trace contextRef="#ctx0" brushRef="#br0" timeOffset="203044.4">18618 10047 42335 0,'0'0'1872'0,"-7"1"384"0,-3-1-1808 0,1-1-448 0,1 0 0 0,8 1 0 15,-7 0 1792-15,7 0 256 0,0 0 48 0,0 0 16 16,0 0-272-16,0 0-48 0,0 0-16 0,0 0 0 15,0 0-944-15,0 0-192 0,0 0-48 0,0 0 0 16,0 0-352-16,11 0-80 0,4-2-16 0,3 2 0 16,2-1-96-16,3 1-48 0,4-4 0 0,5 2 0 15,-1-5 0-15,3 2 0 0,2 0 0 0,3-1 0 16,3 0 0-16,1 1 0 0,2-1 0 0,-1 3 0 16,2-1 0-16,-2 1 0 0,-4 3 0 0,-2-3 0 15,-4 2 0-15,-3 1 0 0,-2 4 0 0,-2-3 0 16,-1 2-384-16,-3 0-32 15,-4-2 0-15,-3 0 0 0,-3 0-816 0,-3 2-176 16,-2-3-16-16,-8 0-16 0,7 1-2272 0,-7-1-464 16,5 4-96-16</inkml:trace>
  <inkml:trace contextRef="#ctx0" brushRef="#br0" timeOffset="203619.37">19068 10342 20271 0,'0'0'896'0,"7"-3"192"0,-1-1-880 0,1 0-208 16,-2 0 0-16,0 0 0 0,-5 4 5216 0,0 0 992 15,4-5 208-15,-4 5 48 0,0 0-3264 0,0 0-640 16,-4-4-128-16,-2 2-16 0,-1-4-912 0,-2 5-176 0,-1-3-48 15,-3 3 0-15,-3 1-688 0,2 1-144 0,-1 3-16 0,0-3-16 16,-2 2-256-16,0 1-160 0,0 1 192 0,0 0-192 16,-1 2 144-16,-1-1-144 0,2 0 0 0,0 0 144 15,2 1-144-15,0-1 0 0,1 1 0 0,2 1 0 16,1 1 0-16,0-3 128 0,5 1-128 0,0-1 112 16,1 1-112-16,5-7 0 0,-1 8 0 0,1-2 0 15,0-6 0-15,2 9 0 0,4-2 0 0,0 1 0 0,1 1 0 0,2-3 0 16,3 1 0-16,1 1 0 0,1-1 0 0,2 1 0 15,-1 0 0-15,4 0 0 0,0-3 0 0,2 2 0 16,1-2 0-16,0 1 0 16,-1 1 0-16,1-1 0 0,2 1 0 0,-1-1 0 0,1 1 0 15,-3 1 0-15,-1-2 0 0,-1 1 0 0,-2 1 0 0,-2 1 0 16,-2 1 0-16,-2 1 0 0,-2-1 0 0,-3 0 0 16,0 2 0-16,-4 0 0 0,-1-2 0 0,-1 2 0 15,-2 0 0-15,-3-3 0 0,-3 3 0 16,-1-2 0-16,0-1 0 0,-4-1 0 0,-2 0 0 0,-2-2 0 15,-2 0 0-15,-2-1 0 0,1 1 0 0,-2-2 0 16,-3 0 0-16,2-1 0 0,-2-1 0 0,-1-2 0 16,1 0 0-16,-1-1 0 0,0-2 0 0,1 1 0 15,1-1 0-15,1-1 0 0,3-1 0 0,1-1 0 16,2-1 0-16,3-2 0 16,0 0-352-16,3-2-64 0,3 1-16 0,3-3 0 15,3-3-1952-15,3 1-400 0</inkml:trace>
  <inkml:trace contextRef="#ctx0" brushRef="#br0" timeOffset="204373.4">20437 9902 3679 0,'0'0'160'0,"0"0"32"0,0 0-192 0,-6-4 0 0,-2 2 0 0,-1-1 0 0,-2 1 9216 0,3-1 1808 16,8 3 368-16,0 0 64 0,0 0-7424 0,0 0-1472 15,-4-4-288-15,1 0-64 0,-4 3-784 0,2 1-144 16,5 0-48-16,0 0 0 0,0 0-656 0,6-1-128 16,1-2-16-16,5 2-16 0,6-2-288 0,3 3-128 15,2-4 0-15,5 2 128 0,0-1-80 0,5 0-48 16,1-1 0-16,2 2 0 0,2-2 0 0,2 3 0 15,2-1 0-15,2 1 0 0,1 0 0 0,0-1 0 16,2 2 0-16,0 0 0 0,0 0 0 0,-2 0 0 16,-2-1 0-16,-2 1 0 0,-8 1 0 0,1-1 0 15,0-1 0-15,-2 2 0 0,1 1-128 0,-2-1-32 16,0-1 0-16,-2 1 0 16,-3-1-864-16,-1 2-160 0,-2-4-32 0,0 4-16 15,1-4-1392-15,-3 1-256 0,-5-2-64 0,-4 2-11264 16,-1-2-2256-16</inkml:trace>
  <inkml:trace contextRef="#ctx0" brushRef="#br0" timeOffset="204665.68">21536 9726 21183 0,'-10'-5'944'0,"4"4"192"0,0-1-912 0,-2-1-224 0,-1 0 0 0,1 3 0 15,2 0 5504-15,6 0 1072 0,-6-3 208 0,6 3 32 16,0 0-3872-16,0 0-784 0,0 0-160 16,0 0-16-16,0 0-912 0,0 0-176 0,2 9-48 0,-2-9 0 15,4 8-368-15,2 0-80 0,2 0-16 0,0-2 0 16,1 1-192-16,0-4-64 0,2 2 0 0,-1 0 0 0,2 2-128 15,-1-1 0-15,2-1 0 0,-1 1 0 0,-1 0 0 0,-1 1 0 16,0-4 0-16,0 4-176 0,-3-1 176 0,1 1 0 16,-1 0 0-16,-1 0-128 0,-1 1 128 15,-1 0 0-15,-4-8 0 0,3 9-128 0,-2-1 128 0,1 1 0 16,-4 0 0-16,0 0-128 0,-2-1 128 0,-3 0 0 16,-1 1 0-16,1 0 0 0,-4 0 0 0,-1-1 128 15,-2-1-128-15,-2 1 176 0,0-1-176 0,-1 1 0 16,0 0 0-16,-2 1 0 15,1-4-528-15,-1 2-144 0,-1-2-32 16,2 2 0-16,0-1-2352 0,3 2-464 0</inkml:trace>
  <inkml:trace contextRef="#ctx0" brushRef="#br0" timeOffset="206922.5">22539 9271 20271 0,'0'0'1792'0,"0"0"-1424"16,1-5-368-16,0-1 0 0,1 0 5632 0,-2 6 1040 0,0 0 224 0,0 0 32 16,2-6-4064-16,-2 6-816 0,0 0-176 0,0 0-16 15,0 0-528-15,0 0-112 0,0 0 0 0,0 0-16 16,3 8-672-16,-1 2-128 0,1 4-16 0,1 3-16 15,0 3-176-15,0 3-16 0,0 7-16 0,1-2 0 16,1-1-160-16,2 1 0 0,0-1 144 0,1 0-144 16,-2 1 0-16,-1-6 144 0,1-1-144 0,-2-2 0 15,1-2 160-15,-2-2-160 0,0-2 128 0,-1-3-128 0,-1-3 144 0,-2-7-144 16,0 0 160-16,0 0-32 16,0 0-128-16,0 0 0 0,0 0 0 0,0 0 0 0,0 0 0 15,0 0 0-15,0 0 0 0,0 0 0 0,0 0 0 0,6-6 0 16,-1 0 0-16,-1-2 0 0,0-6 0 0,1-2 0 15,0-2 0-15,2-1 0 0,-1-4 0 0,2-2 0 16,0-1 0-16,0-3 0 0,-1 0 0 0,1 0 0 16,0 1 0-16,-1 4 0 0,0 2 0 0,1 2 0 15,0 4 0-15,-1 3 0 0,-2 3 0 0,-3 2 0 16,1 3 0-16,-3 5 0 0,0 0 0 0,0 0 0 16,0 0 0-16,0 0 0 0,0 0 0 0,9 4 0 15,0 2 0-15,-2 3 0 0,-1 4 0 0,1 3 0 16,1 5 0-16,1 0 0 0,0 1 0 15,1 4 0-15,2 0 0 0,0 0 0 0,0 0 0 0,-1 0 0 16,1 2 0-16,0-6 0 0,0 1 0 0,-1-3 0 0,0-2 0 16,-1-2 0-16,1-2 0 0,-2-2 0 15,0-2 0-15,0-2 0 0,0-1 0 0,-1-2 0 0,-2-1 0 16,1 1 0-16,-7-5 0 0,9 3 0 16,-9-3 0-16,7 0 0 0,-7 0 0 0,0 0 0 15,0 0 0-15,6-3 0 0,1 0 0 0,-7 3 0 16,5-5 0-16,0 0 0 0,-5 5 0 0,5-8 0 0,0 2 0 15,-1-4 0-15,2-1 0 0,-1-1 0 0,0-4 0 0,0 2 0 16,0-3 0-16,1 0 0 0,-1-1 0 0,0-2 0 0,0 1 0 16,1-2 0-16,-1-1 0 0,0 0 0 0,0-2 0 15,0 2 0-15,1-2 0 0,-1 5 0 0,0-2 0 0,0 1 0 16,-1 2 0-16,-1 1 0 0,1 2 0 0,0 0 0 16,-2 2 0-16,1 3 0 0,-1-1 0 15,0 2 0-15,-1 1 0 0,0 2 0 0,-1-1 0 0,0 7 0 16,0 0 0-16,0 0 0 15,-1-6-624-15,1 6-112 0,0 0-32 0,0 0 0 16,0 0-2640-16,-3 10-544 0</inkml:trace>
  <inkml:trace contextRef="#ctx0" brushRef="#br0" timeOffset="208200.88">22578 9953 13823 0,'-7'-2'1216'0,"-1"-1"-960"0,1-1-256 0,-1 0 0 0,1-1 7664 0,2 1 1488 16,0 0 288-16,5 4 64 0,0 0-6336 0,0 0-1264 15,0 0-256-15,0 0-48 0,0 0-416 0,0 0-80 16,0 0-16-16,0 0 0 0,0 0-592 0,8-4-128 16,-1 2-32-16,3-1 0 0,0 0-336 0,4 2 0 15,3-3 0-15,3 2 0 0,2-2 0 0,3 0 0 16,2-2 0-16,3 1 128 0,1 0-96 0,5-1-32 15,3-1 0-15,1 1 0 0,2 0 0 16,0 1 0-16,-1-3 0 0,-2 4-160 0,-3 0-176 0,-4 2-48 16,-2 1 0-16,-2-2 0 15,-4 2-736-15,-1-1-160 0,-4 1-16 0,-2 1-14928 16,0 0-2976-16</inkml:trace>
  <inkml:trace contextRef="#ctx0" brushRef="#br0" timeOffset="208916.81">22267 10631 24879 0,'0'0'1088'0,"-3"-1"256"0,-1-6-1088 0,1 2-256 0,2-3 0 0,1 8 0 0,1-10 3584 0,4 2 640 15,0-1 144-15,-1 1 32 0,2 2-1584 0,-6 6-304 16,0 0-64-16,7-7-16 0,-7 7-1008 0,11-3-208 16,-11 3-32-16,9 4-16 0,0 2-272 0,-2 3-64 15,0 1-16-15,0 3 0 0,-4 3-352 0,0 2-64 16,0 3-16-16,-2 1 0 0,-1 3-192 0,0-3-64 16,0-1 0-16,0-2 0 0,0 0 0 0,0-2-128 15,-1 1 192-15,-2-5-64 0,2 0-128 0,0-3 0 16,0-1 0-16,-1-1 0 0,2-8 0 0,0 0 0 15,0 0 0-15,0 0 128 0,0 0-80 0,0 0-48 16,0 0 0-16,0 0 0 0,0 0 0 0,0 0-240 16,0-6 80-16,0-2 16 0,0-1 144 0,3-4 0 15,-1-2 0-15,4 0 0 0,-1-7 0 0,3-1 0 16,1-1 0-16,0-1 0 0,3 3 0 0,1-2 0 0,-1 1 0 0,2 3 0 16,0-2-128-16,1 5 0 15,-4 2 0-15,2 3 0 0,-1 1 128 0,-2 4 176 0,0 1-48 16,-1 4 0-16,-9 2-128 0,9 1 0 0,-1 2 0 0,-1 2 0 15,1 1 0-15,-1 3 128 0,-1 2-128 0,1 3 128 16,-2 1-128-16,0 3 160 16,-1 3-160-16,0 0 160 0,-1-1-112 0,-1 1-48 0,1 0 0 0,-2-3 0 15,1-1 0-15,-1 0 0 0,-1-4 0 0,1-4 0 16,0 1 0-16,-1-3 0 0,0 0 0 0,0-7 0 16,0 0 0-16,0 0 0 0,0 0 0 0,0 0 0 15,0 0 0-15,0 0 0 0,0 0 0 0,0 0 0 0,4-8-160 0,0-2 32 16,3-3 0-16,-1-2 0 0,1-2 128 0,1-2 0 15,1-2 0-15,1-1 0 0,1-4 0 16,0 2 0-16,1 1 0 0,0 1 0 0,0 2-128 0,-1 4 0 16,-2 3 0-16,1 4 0 0,-1 0 128 0,-3 5 0 15,-6 4 0-15,0 0 0 0,7 4 0 0,-3 5 0 16,-3 2 0-16,2 4 0 0,-3 2 0 0,0 3 144 16,-2 1-144-16,1 0 160 0,0-2-160 15,1 1 0-15,0-3 0 0,0-2 0 0,0 0-272 0,1-2-96 16,2-2-16-16,-1-2 0 15,-2-9-1056-15,0 0-224 0,7 8-32 0,0-6-16 16,-7-2-2176-16,11-4-432 0,1-3-96 16</inkml:trace>
  <inkml:trace contextRef="#ctx0" brushRef="#br0" timeOffset="209303.84">23078 10236 24879 0,'0'0'1088'0,"-6"3"256"15,-3-3-1088-15,2 0-256 0,2-3 0 0,5 3 0 0,0 0 6288 0,0 0 1200 0,0 0 256 0,0 0 32 16,0 0-5584-16,0 0-1104 0,0 0-240 0,9-4-32 16,3 0-560-16,1 2-96 0,-1-2-32 0,1 1 0 15,1-2-128-15,2 2 0 0,-2 1 0 0,0 0 0 16,1 1 0-16,-4 1 0 0,0-1 0 0,-2 2 0 0,-1 0 0 0,-2 2 0 16,-6-3 0-16,0 0 0 0,0 0 0 0,3 9 0 15,-2-1 0-15,-1 1 128 0,-2 2 0 0,-4 0 0 16,0 1 0-16,-3 1 0 0,-2 3 48 0,-2-2 0 15,-1 0 0-15,0 2 0 0,-2-2 16 16,0 2 0-16,-1-2 0 0,2-2 0 16,-1 0-16-16,2-2 0 0,-1-1 0 0,4 0 0 0,3-1-176 0,0-1 0 15,4-2 144-15,4-5-48 0,0 0-96 0,0 0 0 16,0 0 0-16,0 0 0 0,8 1 0 0,2 1 0 16,1-2 0-16,1 0 0 0,1-2 0 0,0 0 0 15,1 2 0-15,0-3 0 0,1 0 0 0,0 1 0 16,1-1 0-16,0 1 0 0,-2-1 0 0,0 0 0 15,1 1-160-15,-2-1 160 16,-2 1-1024-16,1-1-128 0,0 2-32 0,2-3-15520 16,-1 1-3088-16</inkml:trace>
  <inkml:trace contextRef="#ctx0" brushRef="#br0" timeOffset="209847.02">23812 9828 26719 0,'0'0'1184'0,"0"0"240"0,-5 0-1136 0,5 0-288 16,0 0 0-16,0 0 0 0,0 0 5296 0,0 0 992 15,0 0 208-15,0 0 32 0,0 0-4080 0,0 0-816 16,0 0-160-16,8-7-48 0,1 4-944 0,2-1-192 15,3 0-32-15,2 0-16 0,-1 3 0 0,5-2 0 16,2 0 0-16,1 2 0 0,0 1-240 0,1-3 0 16,0 3 0-16,1 0 0 0,-1 0 0 0,-2 3 0 15,-2-3 0-15,-2 1 0 16,-1 1-896-16,-2-1-160 0,-4 2-32 0,-2-1-16 16,-2-1-1808-16,-1 5-352 0,-3 0-80 0</inkml:trace>
  <inkml:trace contextRef="#ctx0" brushRef="#br0" timeOffset="210039.05">23831 9947 46239 0,'0'0'2048'0,"0"0"432"0,0 0-1984 0,0 0-496 0,0 0 0 0,0 0 0 15,0 0 1216-15,0 0 128 0,0 0 48 0,0 0 0 0,7 4-272 16,3-3-48-16,1 0-16 0,1 0 0 0,2-2-672 0,3 1-128 16,3 0-16-16,-1-1-16 0,5 0-224 0,1 1 144 15,-2-4-144-15,3 1 128 0,0 0-128 0,0 1 0 16,-1-1-192-16,0 1 192 15,-4 0-1952-15,1 1-272 0,3-2-48 0,-8-1-20224 0</inkml:trace>
  <inkml:trace contextRef="#ctx0" brushRef="#br0" timeOffset="210938.48">25411 9089 15663 0,'0'0'1392'0,"0"0"-1120"0,-3 0-272 0,1 0 0 0,-2 0 6848 16,4 0 1328-16,0 0 256 0,0 0 48 15,-3 0-5776-15,0 0-1152 0,3 0-224 0,0 0-48 0,10 6-64 0,-3 1-16 16,1 2 0-16,-3 3 0 0,2-1-816 0,-2 4-144 16,-1-1-48-16,0 2 0 0,5 3-48 0,2 2-16 15,0 1 0-15,1 0 0 0,0 2-128 0,-2-1 128 16,-1 1-128-16,2-1 128 0,-2 1-128 0,0 2 0 15,1-4 0-15,-2 2 0 0,-1-2 0 0,-2 0 0 16,-2-1 128-16,-1-2-128 0,-2 1 0 0,-1-3 0 16,-2-2 144-16,-2 0-144 0,-1-1 176 0,0-2-48 15,-2-2 0-15,-1-2 0 0,-4 0 96 0,0-2 16 16,-1-3 0-16,-2 1 0 0,-1-4-64 0,2 0-16 0,-4-3 0 16,0-1 0-16,-2 1-160 0,-1-1 0 0,0-2 144 15,0 0-144-15,-1-2 0 0,1 2 128 16,1-4-128-16,2 3 96 0,2-1-96 0,3 3 0 15,0-3 0-15,4 1 0 0,2 1-320 0,2 0-64 0,6 6-16 16,0 0 0 0,0 0-688-16,0 0-144 0,0 0-32 0,0 0 0 15,11-3-2176-15,5 3-432 0,5 3-96 0</inkml:trace>
  <inkml:trace contextRef="#ctx0" brushRef="#br0" timeOffset="211677.92">24957 9948 11055 0,'-9'-1'976'0,"-1"-1"-784"0,-1 1-192 16,1 1 0-16,-2-3 6144 0,1 2 1168 0,0 0 240 0,0 0 64 15,2-1-4560-15,3 1-912 0,0 0-176 0,1-1-48 0,5 2 192 0,0 0 48 16,0 0 0-16,0 0 0 0,0 0-1120 0,0 0-208 16,0 0-64-16,12-1 0 0,1 1-144 0,4 1-48 15,3 1 0-15,3-1 0 0,3 0-336 0,5-1-80 16,5-1-16-16,4 1 0 0,3-1-16 0,4-2 0 15,0 0 0-15,1 1 0 0,0-2-80 0,2 0-48 16,1 0 0-16,1 0 0 0,1 2 0 0,3-4 0 16,2 2 0-16,-2 0 0 0,-3 3 0 0,-3 0 0 15,-6 0 0-15,-3-1 0 0,-5 2 0 0,-3 0 0 16,-3-1 0-16,-3 2 0 0,-2 1 0 0,-4-4 0 16,-4 4 0-16,-3-2-160 0,-1 1 160 0,-3 0-160 15,0-1 160-15,-3 0-160 0,-7 0 160 0,0 0 0 16,0 0-144-16,0 0 144 0,0 0-192 0,0 0 48 15,0 0 0-15,0 0 0 16,0 0-656-16,0 0-128 0,0 0-32 0,0 0 0 16,0 0-1728-16,0 0-336 0,0 0-80 0</inkml:trace>
  <inkml:trace contextRef="#ctx0" brushRef="#br0" timeOffset="212919.9">24426 10561 23039 0,'0'0'1024'0,"0"0"192"0,0 0-960 0,0 0-256 16,0 0 0-16,0 0 0 0,0 0 5728 0,0 0 1104 15,0 0 208-15,0 0 64 0,10 8-4272 0,-3-1-848 16,0 4-160-16,-1-1-32 0,-2 3-944 0,2 4-176 16,-1 0-32-16,1 3-16 0,0 2-336 0,0-1-64 0,-1-2-16 0,-1 1 0 15,1-3-64-15,1-2-16 16,-3 0 0-16,1-2 0 0,0-3-128 0,-1 1 0 16,0-4 0-16,-1 0 0 0,-2-7 0 0,0 0 192 15,0 0-192-15,0 0 192 0,0 0-192 0,0 0 0 16,0 0 144-16,0 0-48 0,0 0-96 0,0 0-128 15,0 0 128-15,0 0-160 0,0 0 160 0,1-9 0 0,-1 0 160 0,2 0-32 16,-1-2-128-16,2-2-240 0,-1-4 80 0,2-1 16 16,0 0 144-16,3-2 0 0,0-1 0 0,1-1 0 15,3 1 0-15,2 0 0 0,1 2 0 16,0 1 0-16,2 3-128 0,0 0 0 0,-2 2 0 0,0 2 0 16,-1 3 128-16,0 3 0 0,-1 1 0 15,-1 4 0-15,-2 0 0 0,-3 3 176 0,2 1-48 0,0 2 0 16,-2 3-128-16,1 3 128 0,-2 0-128 0,0 2 128 0,2 3-128 15,-2 1 128-15,-1 2-128 0,0 1 128 0,0 1-128 16,-2-1 0-16,1-4-160 0,0 0 160 0,-1-2 0 0,2-2 0 16,-1-2 0-16,-2-5 160 0,0 1-160 0,-1-7 0 15,0 0 0-15,0 0 112 0,0 0-112 0,0 0 0 16,0 0 0-16,0 0 0 0,0 0 0 0,0 0 0 16,0 0 0-16,0 0 0 0,6-5 0 0,-1-2 0 15,0 1 0-15,2-4 0 0,-2-1 0 0,1-2 0 16,1-2 0-16,-1 0 0 0,2-2 0 0,1 1 0 15,-1 2 0-15,1-3 0 0,2 1 0 0,-2 3 0 16,-1 1 0-16,1 2 0 0,0 2 0 0,-1 2-160 0,-2 2 160 0,-6 4-128 16,0 0 128-16,0 0 0 0,8 1 0 15,-8-1-128-15,0 0 128 0,7 8 0 0,-1 2 0 0,-1 2 128 16,0 1-128-16,-1 1 128 0,0 3-128 16,-1 0 128-16,2 2-128 0,-2-1 0 0,-1-3 0 0,2 1-128 15,0-2 128-15,0-2-160 0,-1-1 160 16,1-2-160-16,-1-1-624 0,-3-8-128 15,4 6-32-15,-4-6 0 0,0 0-1104 16,8 1-240-16,-8-1-32 0,9-2-16 0,0-3-2544 0,1-3-512 16</inkml:trace>
  <inkml:trace contextRef="#ctx0" brushRef="#br0" timeOffset="213313.11">25253 10262 11055 0,'0'0'976'0,"0"0"-784"15,0 0-192-15,0 0 0 0,0 0 8656 0,0 0 1696 16,0 0 336-16,0 0 64 0,0 0-7616 0,5-6-1536 16,-5 6-288-16,7-4-64 0,1 2-400 0,-2 1-80 15,1-1 0-15,0 0-16 0,1 1-560 0,0 1-192 16,1 0 144-16,0 0-144 0,-1 0 128 0,0 1-128 16,0 1 0-16,-2 0 128 0,-6-2-128 0,7 4 0 15,-7-4 0-15,0 0 0 0,5 7 144 0,-1-1-144 16,-1 1 160-16,-3-7-160 0,0 7 224 0,-2 1-48 15,0 0-16-15,-2 1 0 0,-1-2-32 0,-3 2 0 0,-3 0 0 16,1 0 0-16,-1 0-128 0,0 0 128 16,-4 0-128-16,2 1 128 0,2 0-80 0,-1-1-48 15,-1-1 0-15,0 0 0 0,1-2 0 0,2 1 0 16,0-2 0-16,4 0 0 0,6-5 0 0,0 0 0 0,0 0 0 0,0 0 0 16,0 0 0-16,0 0 0 0,8 5 0 0,1-2 0 15,1-2 0-15,2 1 0 0,1-2 0 0,1-2 0 16,3 1 0-16,0 0 0 0,0-2 0 0,0 1 0 15,0-2 0-15,-1 1 0 0,-1 2 0 0,0-3 0 16,-2 1-784 0,0 3-160-16,0-2-16 0,-1 2-16 0,-1 0-1904 15,1 2-384-15,1 0-80 0</inkml:trace>
  <inkml:trace contextRef="#ctx0" brushRef="#br0" timeOffset="213538.87">25494 10610 48959 0,'0'0'2176'0,"0"0"432"0,0 0-2096 0,0 0-512 0,0 0 0 0,0 0 0 0,0 0 1088 0,0 0 128 15,0 0 0-15,9 0 16 0,-1-4-176 0,1 2-32 16,-1-1-16-16,3 1 0 0,0-1-752 0,4 2-256 16,-2-2 144-16,1 0-144 0,0 1 0 0,3-1 0 15,0 2 0-15,0 0 0 16,1-1-1360-16,2-2-256 0,-2 2-48 0,2-1-14272 15,1 1-2832-15</inkml:trace>
  <inkml:trace contextRef="#ctx0" brushRef="#br0" timeOffset="213993.62">26299 10381 21183 0,'0'0'1888'0,"0"0"-1504"0,-10-5-384 0,1-1 0 16,3 4 6768-16,-3-1 1280 0,-2 1 256 0,1 0 48 16,-1 1-5616-16,1 0-1136 0,0 1-208 0,-1 0-48 15,-1 1-768-15,1 0-128 0,-2 3-48 0,0 0 0 16,0 1-208-16,-2 0-64 0,2 2 0 0,0 0 0 0,0-1-128 0,0 1 192 16,0 2-192-16,3-3 192 0,2 1-192 0,0-1 0 15,1 1 0-15,2 1 128 0,0-2-128 0,1 1 0 16,0-2 0-16,4-5 0 0,1 8 0 0,-1-1 128 15,2 1-128-15,0 0 0 0,1-1 0 0,4 2 0 16,-1-4 0-16,2 1 0 0,1 1 128 0,1 0-128 16,0-1 128-16,1 1-128 0,4-2 0 0,0 1 0 15,2 1 0-15,1-2 0 0,2 0 0 16,1-1 0-16,1 1 0 0,0 1 0 0,0 0 0 0,-1-1 0 16,-3 1 0-16,-1-1 0 0,-4 3 0 15,-2-3 0-15,-2 0 0 0,0 2 0 0,-4 0 0 0,-1 0 0 16,-4-7 0-16,-2 8 0 0,-2 1 0 0,-1 0 0 15,-1-1 0-15,-3 0 0 0,-1 1 0 0,-3-1 128 16,0-1-128-16,-2 0 112 0,-2-2-112 0,-1 2 0 16,-1-2 0-16,0-1 0 0,-2 0 0 0,-1-2 0 15,1 0 0-15,1-1 0 0,-3-2 0 0,1 1 0 16,4-2 0-16,0 1 0 0,1-4 0 0,1 2 0 0,3-1 0 16,1 0 0-1,3-1-992-15,1 0-192 0,5-2-32 0,1 0-23776 0</inkml:trace>
  <inkml:trace contextRef="#ctx0" brushRef="#br0" timeOffset="-210047.74">26645 9777 49247 0,'0'0'2176'0,"-1"-6"448"0,1-1-2096 0,0 1-528 16,0 6 0-16,4-6 0 0,1 2 816 0,3 2 48 0,2 1 16 0,2 1 0 16,3 1 352-16,1 1 80 0,4 5 16 0,3 0 0 15,4 2-736-15,-1 1-144 0,1 4-16 0,-2 1-16 16,-2 0-416-16,1 2-304 0,-2 0 48 0,-1 2 16 15,-2 0 240-15,0 1 0 0,0-1 0 0,-2-2 0 16,0-2 0-16,0-2-192 0,3 0 48 0,-5-4 16 16,0 0-1216-16,-2-3-256 0,-2 1-32 0,0-2-16 15,-3-5-2640-15,2 0-512 0</inkml:trace>
  <inkml:trace contextRef="#ctx0" brushRef="#br0" timeOffset="-209852.45">27069 9777 4607 0,'0'0'192'0,"0"0"64"0,-5 1-256 0,-2 1 0 16,1-1 0-16,-1 2 0 0,1 2 10736 0,-2 1 2096 15,0 4 416-15,-1 0 96 0,-1 3-10192 0,-3 0-2032 16,-4 3-416-16,-2 2-64 0,0 1-304 0,-2 1-48 16,-3 1-16-16,1 1 0 0,-2-4-272 0,2 2 0 15,-1-2 0-15,3-1 0 16,1-1-784-16,1-2-272 0,2-1-48 0,7 1-22640 0</inkml:trace>
  <inkml:trace contextRef="#ctx0" brushRef="#br0" timeOffset="-207854.31">27733 9386 6447 0,'0'0'576'0,"0"0"-576"0,0-5 0 0,-2 1 0 0,2-3 7792 0,0 7 1440 16,7-2 304-16,-1 2 48 0,-3-2-6096 0,-2 2-1216 16,-1 0-240-16,0 2-48 0,-1 2-256 0,0 1-32 15,-1 3-16-15,1 2 0 0,-2 2-656 0,2 2-144 16,0 2-32-16,-2-3 0 0,1 8-480 0,0-3-112 15,1-1 0-15,1 0-16 0,-1-4-80 0,1-3-16 16,0 1 0-16,1-2 0 0,0-3-144 0,-1-6 0 0,0 0 0 0,0 0 0 16,0 0 0-16,0 0 0 15,0 0 0-15,0 0 0 0,0 0 0 0,0 0 160 0,0 0-32 0,0 0-128 16,0 0 128-16,-2-6-128 0,0-1 0 0,1-3 80 16,1 0-80-16,1-2 0 0,1-1 0 0,0-2 0 15,2 0 0-15,1-3 0 0,3-2 0 0,0-1 0 16,1 0 0-16,2 2 0 0,0-1 0 15,2 3 0-15,-1 3 0 0,0 1 0 0,-2 1-128 16,2 3 128-16,-1 2 0 0,0 5 0 16,1-2 0-16,0 4 0 0,-3 0 0 0,1 4 0 0,1 0 0 0,-2 4 0 15,0 2 0-15,0 4 0 0,-1 1 0 16,0 3 0-16,0 2 0 0,2 3 0 0,-1 0 0 16,-1 1 0-16,-2-1 0 0,2-2 0 0,-1 1 0 0,-1 1 128 15,0-5-128-15,-1-1 0 0,-1-2 0 0,1 0 0 16,-3-5 0-16,1-2 0 0,-2-1 0 0,-1-7 0 0,0 0 0 0,0 0 0 15,0 0 0-15,0 0 0 0,0 0 0 0,0 0 0 16,0 0 0-16,0 0 0 0,0 0 0 0,3-6 0 16,0-1 0-16,2-3 0 0,-1 0 0 0,0-4 0 15,1 1 0-15,1 0 0 0,1-3 0 0,1 0 0 16,0-1 0-16,1 0 0 0,0 0 0 0,0 0 0 16,0 1-160-16,1 0 160 0,1 2 0 0,-1 0 0 15,1 4 0-15,-2 1-128 0,0-2 128 0,0 4 0 16,0 0 0-16,2 2 0 0,-1 1 0 0,1 1 0 15,-2 1 0-15,-1 1 0 0,1 1 0 0,0 1 0 16,-1 3 0-16,-1 0 0 0,1 1 0 0,-1 4 0 16,-2 1 0-16,0 1 0 0,-1 2 0 0,-1 3 0 15,-1 0 0-15,0 1 0 0,-1 2 0 0,-1-1 0 16,0 0 0-16,0 0 0 0,0-1 0 0,0-1 0 16,-1 1 0-16,1-4 128 0,-2-1-128 0,1-1 0 15,0-3 0-15,-1 0 0 16,2-8-384-16,0 0-64 0,0 0 0 0,0 0 0 15,0 0-2896-15,0 0-592 0,0 0-112 0</inkml:trace>
  <inkml:trace contextRef="#ctx0" brushRef="#br0" timeOffset="-207363.94">28602 9046 49935 0,'0'0'2208'0,"0"0"464"0,-1-7-2144 0,1 7-528 0,0 0 0 0,0 0 0 0,0 0 768 16,0 0 32-16,0 0 16 0,8-4 0 16,0 0 224-16,-1 1 48 0,3-1 16 0,0 2 0 0,2-2-752 15,-1 3-160-15,0 0-16 0,2-2-16 0,0 2-160 0,1 1 160 16,-1 0-160-16,0 1 160 0,-1-1-160 0,-1 3 0 15,-1-3 0-15,-1 2 128 0,0 2-128 0,-1-1 0 16,-8-3 0-16,7 6 0 0,-7-6 128 0,5 10-128 16,-3-1 128-16,0 1-128 0,-4 1 192 0,-2 0-64 15,2 2 0-15,-3-1 0 0,-2 2-128 0,-2 3 160 16,0-2-160-16,-2 2 160 0,0-2-160 0,-2 1 0 16,0 1 0-16,1-4 0 0,0-1 0 15,0-1 0-15,1 1 128 0,0 0-80 0,2 1-48 0,1-5 0 0,2-2 0 16,2 1 0-16,3 2 0 0,1-9 0 0,0 0 0 15,0 0 0-15,0 0 0 0,0 0 0 16,0 0 0-16,3 6 0 0,-3-6 0 0,7 2 0 16,2-1 0-16,2-1 0 0,-1 0 0 0,3 0 0 0,1-1 0 0,2 1 0 15,-2-4 0-15,2 1 0 0,0-1 0 0,1 3 0 16,0-2 0-16,-2-1 0 0,0 3 0 0,-1-1 0 16,0-1-160-16,1 2 32 0,-1 1 0 0,-1-2 0 15,3 2-1088 1,-2 2-192-16,-1-1-64 0,3 3-14960 0,1 2-2992 0</inkml:trace>
  <inkml:trace contextRef="#ctx0" brushRef="#br0" timeOffset="-206897.99">29373 9605 40079 0,'0'0'1776'0,"0"0"368"0,2-3-1712 0,0-2-432 0,-2 5 0 0,0 0 0 16,0 0 2576-16,0 0 432 0,0 0 96 0,7 0 16 16,1 2-1168-16,1 1-224 0,1 0-64 0,0 2 0 15,3 2-1008-15,1 2-208 0,-1-1-32 0,3 1-16 0,2 0-272 16,2 3-128-16,-1-1 128 0,2 3-16 15,0-4-112-15,1 3 0 0,-1 0 0 0,0-3 0 0,-1 3 0 0,-2-3 0 16,0 0 0-16,0-1 0 16,-2-2-384-16,0 1-80 0,-1-6-16 15,1 2 0-15,-2 0-992 16,-2-1-208-16,-2-2-48 0,0 0 0 0,-10-1-2208 0,7-2-448 0,-7 2-96 0</inkml:trace>
  <inkml:trace contextRef="#ctx0" brushRef="#br0" timeOffset="-206718.09">29731 9541 49695 0,'0'0'2208'0,"0"0"448"0,0 0-2128 15,-5 8-528-15,-1-1 0 0,-1 0 0 0,1 2 912 0,-4 3 80 16,-1 3 16-16,-1 0 0 0,-1 1 16 0,-1 1 16 0,-3 2 0 0,0 1 0 16,2-1-640-16,-3 1-128 0,-4-6-16 0,2 2-16 15,5 0-240-15,-2 1 128 0,1-4-128 0,2 0 0 31,3-2-368-31,1 0-160 0,2-5-48 0,2 2-16288 0,3 1-3264 0</inkml:trace>
  <inkml:trace contextRef="#ctx0" brushRef="#br0" timeOffset="-205919.75">30537 9304 36911 0,'16'-4'1632'0,"-9"3"352"0,5-1-1600 0,-1 0-384 16,2-2 0-16,-2 0 0 0,2 1 1696 0,-3-1 256 16,-4-1 48-16,-1 1 16 0,0-1 288 0,-5 5 64 0,0 0 16 0,2-8 0 15,-2 2-1296-15,-2-2-256 0,0-1-48 0,-2 2-16 16,-4 2-400-16,-1 0-96 0,0-2-16 15,-3 3 0-15,-1 2-64 0,-1-2-32 0,-2 3 0 0,0 2 0 16,-2-1-160-16,0 1 192 0,0 2-192 0,1-1 192 0,-1 2-192 0,1 0 192 16,2 1-192-16,1 1 192 15,0-1-192-15,1 0 192 0,2 0-192 0,2 2 192 0,2-5-192 16,2 4 160-16,5-6-160 0,-2 6 160 0,2-6-160 0,1 8 0 16,-1-8 0-16,6 10 128 0,5 1-128 0,-1-3 0 15,1 1 0-15,3-1 0 0,3-2 0 0,3 2 0 16,0 0 0-16,4 0 0 0,1-2 0 0,1 2 0 15,1-2 0-15,1 2 0 0,-2 0 0 0,1 0 0 16,0 0 0-16,-2 1 0 0,-3 0 0 0,-2 0 0 16,-2 3 0-16,-1-2 0 0,-3-1 0 0,-2 1 0 15,-4-1 0-15,0 2 0 0,-3-3 0 0,-1 1 0 16,-2 1 128-16,-2-3-128 0,-1 2 0 0,-1 1 0 16,-2-1 144-16,-3-1-144 0,-1-2 128 0,-1 1-128 15,-1-1 128-15,-3 1-32 0,-3-2-96 0,-1-1 0 0,-1 1 0 16,-3-2 0-16,-4-2 0 0,2 1 0 0,-2-4 0 0,0 1 0 15,-1-2 0-15,1 0 0 16,3 1 0-16,0-2 0 0,1-1 0 0,3-1 0 16,1 2 0-16,4-1 0 0,3-1-192 0,0-2-48 15,4 3 0-15,2-2 0 16,1 1-2064-16,6-5-432 0</inkml:trace>
  <inkml:trace contextRef="#ctx0" brushRef="#br0" timeOffset="-201464.4">24239 9675 43359 0,'-7'0'1920'0,"7"0"400"15,0 0-1856-15,0 0-464 0,0 0 0 0,0 0 0 0,0 0 1520 0,0 0 208 0,0 0 32 0,0 0 16 16,0 0-304-16,0 0-48 0,0 0-16 0,0 0 0 16,0 0-864-16,0 0-176 0,0 0-48 15,7 7 0-15,-1 0 384 0,3-1 64 0,2 2 0 0,-1 1 16 32,1-1-960-32,0 1-192 0,1-1-32 0,4 1-16 0,-2 0 160 0,-1-2 48 0,-1 0 0 0,0 1 0 15,-1-1 208-15,-3-2 0 0,0-1 0 0,-8-4 0 16,8 6 0-16,-8-6 256 0,0 0-48 0,0 0-16 0,0 0-192 0,2 8-192 15,0 1 48-15,-4-1 0 0,2-8 144 0,-3 8 176 16,-1 1-48-16,0-2 0 0,-2-1 80 16,1 2 16-16,0-2 0 0,0 4 0 0,-2-4-64 15,1 2-16-15,-1 0 0 0,1 1 0 0,-1 3-144 0,1-5 128 16,-1 3-128-16,1-1 128 16,-1 1-128-16,2-2 0 0,0 0 0 0,0 0 0 0,-1-1 0 15,0 1 0-15,-2 0 0 0,3 0 0 0,0 0 0 0,-1-2 0 16,0-2 0-16,-1 3 0 15,1-5-608-15,1 3-208 0,-2-1-32 0,4 3-16048 16,2 1-3216-16</inkml:trace>
  <inkml:trace contextRef="#ctx0" brushRef="#br0" timeOffset="-200503.01">31407 9748 50847 0,'0'0'1120'0,"0"0"224"0,-4-3 64 0,4 3 16 0,-4-4-1136 0,4 4-288 0,0 0 0 0,0 0 0 0,0 0 1344 0,0 0 224 0,0 0 32 0,0 0 16 15,0 0-944-15,8-3-192 16,2 0-32-16,2 1-16 0,1-1-432 0,0 2 128 0,2 0-128 0,2-1 0 16,3 1 0-16,-1 1 0 15,4 0 0-15,-2 0 0 0,-1 0-240 0,6 0-80 0,-2 0 0 16,-1-3-16 0,-2 3-1056-16,-1 3-208 0,-3-2-32 0,-2 2-16 15,-2 0-2752-15,-1-1-544 0</inkml:trace>
  <inkml:trace contextRef="#ctx0" brushRef="#br0" timeOffset="-200358.58">31377 9879 4607 0,'0'0'400'0,"-6"1"-400"0,6-1 0 0,0 0 0 15,-5 1 9920-15,5-1 1888 0,0 0 384 0,0 0 80 0,0 0-9328 16,0 0-1872-16,0 0-368 0,12 3-80 0,1 0-192 0,3-2-48 16,3-1 0-16,-1 0 0 15,6 0-1056-15,5 0-224 0,0 0-32 0,3-1-16 16,2-1-1600-16,3 2-320 0,4 0-64 0</inkml:trace>
  <inkml:trace contextRef="#ctx0" brushRef="#br0" timeOffset="-199932.17">32499 9360 45903 0,'-13'-9'2032'0,"8"5"416"0,-2-1-1952 16,1 0-496-16,-1-1 0 0,1 2 0 0,-1-1 1344 0,-1 1 192 15,2 0 16-15,1 2 16 0,5 2-160 0,0 0-48 0,-7 1 0 0,7-1 0 16,-6 3-736-16,6-3-160 0,-6 6-16 0,3 1-16 16,3-7-272-16,-2 9-160 0,2 3 192 0,2-1-192 15,-1 5 128-15,3 1-128 0,1 2 0 0,0 2 0 16,2 1 160-16,0 2-32 0,4-1 0 0,1 5 0 15,2-2-128-15,0 3-256 0,-1-2 64 0,0 3 16 16,3-1 176-16,1-7 192 0,4 0-32 0,1 1-16 0,0 2-144 16,0 0 0-16,-3-3 0 0,-4-1-176 0,-2-2 176 0,0 4 0 15,0-3 0-15,-6-4 0 0,-7-3 0 16,-1-1 0-16,-1-2 0 0,-3-2 0 0,-4-3 0 0,-4 1 0 16,-1-4 128-16,-6 0-128 0,-3-2 128 0,-2 0-128 15,-1-2 128-15,0 0-32 0,1-4-96 0,5 2 0 16,1 1 0-16,-2-3 0 0,1 0 0 0,-1-1 0 15,1 1 0-15,0-2 0 0,3-1 0 0,-5-2 0 16,1 2 0-16,2 4 0 16,2-1-960-16,2-1-128 0,5 1-16 0,1-1-23968 0</inkml:trace>
  <inkml:trace contextRef="#ctx0" brushRef="#br0" timeOffset="-194819.5">16246 12798 15663 0,'0'0'688'0,"0"-7"144"0,-2 0-656 0,1 0-176 0,0-1 0 0,-1 2 0 16,2-1 5968-16,0 1 1168 0,-1 0 224 0,1 1 64 15,0 5-4000-15,0 0-800 0,1-5-144 0,-1 5-48 0,0 0-896 0,0 0-176 16,0 0-32-16,0 0-16 0,0 0-720 0,0 0-144 16,0 0-16-16,0 0-16 0,0 0-96 0,4 10-32 15,-1 2 0-15,-3 6 0 0,-1 2-96 0,-2 5-32 16,-1 1 0-16,0 2 0 0,-2 2-112 0,-1 0-48 15,1 0 0-15,-1 2 0 0,1-2 0 0,-1-2 0 16,2 2 0-16,2-2 0 0,2-3 0 0,2-2 0 16,2-1 0-16,1-1 0 0,1-4 0 0,2-1 0 15,0-2 0-15,2-1 0 0,2-3 0 0,2 0 0 16,1-4 0-16,5 1 0 0,1-5 0 0,3 0 0 16,-1-2 0-16,2-3 0 0,3-1 0 0,-1 0 0 15,1-5 0-15,2 1 0 0,1-1 0 0,0 0 0 0,-2-2 0 0,1 1 0 31,-3-3-400-31,0-1-80 0,-1-1-16 0,-3 1 0 16,-1-2-1008-16,-3 1-208 0,-2-1-32 0,-3 2-16 16,0-2-2976-16,-4 0-608 0</inkml:trace>
  <inkml:trace contextRef="#ctx0" brushRef="#br0" timeOffset="-194550.3">16212 12726 30399 0,'0'0'2704'0,"0"0"-2160"0,0 0-544 0,0 0 0 0,0 0 4800 0,0 0 864 16,0 0 160-16,0 0 48 0,0 0-3600 15,0 0-720-15,10-1-144 0,3 0-16 0,2-2-752 0,0 2-128 16,3-1-48-16,2 0 0 0,0-1-272 0,3 1-64 16,3-1-128-16,1-1 192 0,1-1-192 0,-1 1 144 15,1 0-144-15,-1 1 128 0,2-1-128 0,-2 1 0 16,-1-1 0-16,-1 0 0 0,-2 0-192 0,1 1-80 15,-2 2-16-15,-1-3 0 32,-2 1-864-32,-2 3-192 0,-1 0-16 0,-2 0-16 15,-1 4-3360-15,0 0-688 0</inkml:trace>
  <inkml:trace contextRef="#ctx0" brushRef="#br0" timeOffset="-194393.86">16386 12907 40543 0,'0'0'3600'0,"0"0"-2880"15,0 0-576-15,0 0-144 0,0 0 2720 0,0 0 512 16,0 0 96-16,0 0 32 0,0 0-2208 0,12 2-448 16,2-2-96-16,3 0-16 0,2 0-272 0,2 0-48 15,-1-2-16-15,5 0 0 16,1 2-576-16,3 0-112 0,1-2-16 0,1 0-16 16,2-1-1904-16,-1 2-384 0,2-3-80 0,-1 3-18336 0</inkml:trace>
  <inkml:trace contextRef="#ctx0" brushRef="#br0" timeOffset="-194154.74">17317 12808 51775 0,'0'0'2304'0,"0"0"448"0,0 0-2192 0,0 0-560 0,0 0 0 0,0 0 0 0,0 0 1184 0,9 4 128 16,1 1 32-16,-1-2 0 15,-2 1-688-15,4-3-128 0,1 1-16 0,1 0-16 0,0 1-368 16,2-1-128-16,4 0 0 0,0-1 0 0,2 0 144 0,-1 1-144 15,0-2 128-15,1 1-128 0,-1-1 0 0,-2 0 0 16,0 0 0-16,1 0 0 16,-4 0-752-16,1-1-176 0,-3 1-32 0,-1 1-16 15,-2 0-960-15,-2 1-192 0,1-1-48 0,-9-1-12864 16,0 0-2560-16</inkml:trace>
  <inkml:trace contextRef="#ctx0" brushRef="#br0" timeOffset="-193965.61">17283 12992 50911 0,'-7'3'1120'0,"-3"-1"224"16,1 0 64-16,3-1 16 0,6-1-1136 0,0 0-288 0,0 0 0 0,0 0 0 0,0 0 880 0,0 0 112 15,9 4 32-15,1-2 0 0,3 1-432 0,0-2-80 16,3-1 0-16,2 0-16 0,2-1-144 0,2 1-32 0,2 0 0 16,-1 0 0-16,3-3-96 0,1 3-32 0,1-2 0 0,-2-1 0 15,0 2-368-15,-1 0-80 16,-2-1 0-16,1 1-16 15,-2 0-1136-15,-1-1-208 0,-2 1-48 0,1 1-14288 0,1 0-2864 16</inkml:trace>
  <inkml:trace contextRef="#ctx0" brushRef="#br0" timeOffset="-192350.58">18407 12784 43487 0,'0'0'1920'0,"0"0"400"0,-2-7-1856 0,0 2-464 15,2 5 0-15,0 0 0 0,-2-7 2000 0,0 3 304 0,1 2 64 0,-2 0 16 16,2 4-896-16,1-2-176 0,0 0-32 0,3 9-16 16,-3 4-800-16,1 4-144 0,-1 4-48 0,-1 0 0 15,1 3-144-15,0 2-128 0,-2-3 192 0,2 0-192 16,0 1 128-16,0-1-128 0,0-2 0 0,2 0 0 16,-1-2 0-16,3 0 0 0,-1-3-128 0,-1-2 128 15,2-1-1376-15,3-4-176 0,-2-1-48 0,1-2 0 16,1-5-2240-16,3 2-464 15,1-3-96-15</inkml:trace>
  <inkml:trace contextRef="#ctx0" brushRef="#br0" timeOffset="-192015">18814 12807 41631 0,'0'0'1856'0,"0"0"368"0,0 0-1776 0,0 0-448 0,0 0 0 0,0 0 0 0,0 0 2352 0,-5 8 384 15,0 1 80-15,-2 1 0 0,0 1-1200 0,0 2-240 16,-2 2-48-16,-2 2-16 0,-1 0-624 0,2 0-128 15,-2-1-32-15,3 2 0 0,1 0-304 0,3 1-64 16,0-4-16-16,2 1 0 0,2-2-96 0,2-1-48 16,2-1 0-16,2 0 0 0,3-2 0 0,2-1 0 15,2-2 0-15,1-2 0 0,1-2 0 0,3-2-240 16,3-1 80-16,-1-1 16 0,2-2-96 0,-1-1-16 16,-1-1 0-16,0-1 0 0,-2-4 48 0,-2 3 0 15,0-1 0-15,-4-1 0 0,-2-1 80 0,-1 1 128 16,-2 0-208-16,-3 0 80 0,0 0 128 0,-3-3 0 15,-1 2 0-15,-3-1-128 0,-3 1 128 0,-1-3 0 0,-2 1 0 16,-2 2 0-16,-1-1 0 0,-2 1-208 0,-2-1 16 16,-2 1 16-1,0 1-608-15,1 0-128 0,1 2-32 0,0 2 0 16,0 2-464-16,2-2-112 0,4 4-16 0,0-3 0 0,3 3-1808 16,8 1-368-16,0 0-80 0,0 0-16 0</inkml:trace>
  <inkml:trace contextRef="#ctx0" brushRef="#br0" timeOffset="-191675.67">19325 12854 30399 0,'0'0'2704'0,"0"0"-2160"0,-5-4-544 0,-2 4 0 0,1 0 4720 0,-2 1 832 16,-3 2 160-16,2 0 48 0,0 2-3392 0,-1 1-688 16,-2 3-128-16,-1 2-16 0,-1 1-896 0,-1 1-160 15,1 1-32-15,1-1-16 16,1-3-224-16,2 3-32 0,1-2-16 0,3 2 0 0,1-1-160 0,3-2 0 15,2 1 0-15,2-4 0 0,1 2 0 0,5-1 0 16,2-3 0-16,3 2 0 0,3-2-208 0,2 0 16 16,4-2 16-16,2-2 0 0,-1 1-16 0,2-4 0 15,0 0 0-15,-1-1 0 0,1-1-16 0,-3 0-16 16,-2-1 0-16,-2 2 0 0,-2-3 48 0,-3-2 16 0,-3 0 0 16,-2 2 0-16,-1-2 160 0,-3 1 0 0,-2 0 0 15,-2-1 0-15,-1 0 0 0,-2 1 128 0,1-2-128 16,-4 0 176-16,0 1-176 0,-2-1 0 15,-1 1 0-15,-1-2 0 0,-2 1-144 0,-1 0-64 0,-3 1-16 16,2-1 0 0,-1 2-304-16,1 2-64 0,0 1-16 0,1 0 0 15,1 0-1248-15,2 3-256 0,0 1-64 0,4 1-12288 0,6-1-2480 0</inkml:trace>
  <inkml:trace contextRef="#ctx0" brushRef="#br0" timeOffset="-191336.39">19792 12854 19343 0,'0'0'1728'0,"0"0"-1392"0,0 0-336 0,-5-4 0 0,-2 1 6528 0,0 3 1216 15,2 0 256-15,-1 2 64 0,-3 3-4992 0,-3 1-1008 16,0 1-192-16,-1 3-32 0,-1 3-912 0,-2 0-176 16,-1 3-48-16,0 1 0 0,2 0-336 0,-2 0-80 15,1 0-16-15,3 0 0 0,1-1-128 0,4-1-16 16,2-1-128-16,2-2 192 0,4 1-192 0,3 2 0 15,2-5 0-15,4 0 0 0,3-2-256 0,5-1 48 16,3-2 16-16,5-2 0 16,1-3-256-16,4-3-32 0,3-1-16 0,1 2 0 15,-2-6-192-15,1 1-32 0,-2-1-16 16,-1 1 0-16,-4-3-80 0,-5 0-16 0,-1-2 0 0,-5 2 0 0,-2-2 496 0,-3 2 80 16,-4-2 32-16,-2 1 0 0,-3 1 384 0,-1 1 80 15,-2 0 16-15,-2-2 0 0,-3 0 160 0,-1 1 32 0,-2 1 16 16,-2 0 0-16,-1 0-336 0,-2-1-128 15,-2-2 0-15,0 3 144 16,1 2-1808-16,0-1-384 0,-1-1-64 0</inkml:trace>
  <inkml:trace contextRef="#ctx0" brushRef="#br0" timeOffset="-190541.48">20811 12308 6447 0,'0'0'576'0,"3"-4"-576"15,-2-3 0-15,2-2 0 0,1 1 9312 0,2 3 1760 16,2 1 336-16,0 2 80 0,-6 0-8080 0,2 0-1616 0,-4 2-320 0,0 0-64 16,16 9-208-16,0 1-48 0,-6 5-16 0,0 3 0 15,1 0-688-15,-2 6-128 0,-1 0-16 0,-2 1-16 16,0 0-16-16,-1 0 0 0,0-2 0 0,2 2 0 16,-2-3-192-16,0-1-80 0,0-3 0 0,0-2 0 15,2-2 0-15,-1-2 0 0,0 1 0 0,-1-7 0 16,0 1 0-16,-1-2 0 0,-4-5 0 0,0 0 0 0,0 0 0 0,7-1 0 15,-7 1 0-15,5-4 0 0,0-1 0 0,1-3 0 16,0-3 0-16,0 0 0 0,1-4 0 0,1-3 0 16,-2 0 0-16,1-3 0 0,-1-1 0 15,2 1 0-15,1-1 0 0,-1-3 0 0,-2 2 0 0,2 0 0 16,-1 3 0-16,-1 1 0 0,-1 2 0 0,1 6 0 16,-2 3 0-16,-4 8 0 0,0 0 0 0,0 0 0 15,0 0 0-15,0 0 0 0,4 6 0 0,-2 5 0 16,-1 2 0-16,3 1 0 0,0 2 0 0,0 1 0 15,1-2 0-15,2 2 0 0,2 0 0 0,-1-1 0 16,0-2 0-16,1 1 0 0,1-2 0 0,1-2 0 16,0-2 0-16,1-1 0 0,0-1 0 0,1-1 0 15,-3-3 0-15,2 1 0 0,0-4 0 0,-2 0 0 16,-1-3 0-16,0 1 0 0,-1-2 0 0,0 0 0 16,-1 0 0-16,-1-1 0 0,-1-3 0 0,1-1 0 15,-1-2 0-15,1 1 0 0,1-2 0 0,-2-1-128 16,0-1 128-16,2-2-160 0,-1-1 160 0,2-1 0 15,-1-2 0-15,0 0 0 0,0-3-128 0,-1 4 0 16,1-3 0-16,1 2 0 0,-3 3 128 0,-1 1 0 16,-1 2 0-16,-1 4 0 15,-1-1-480-15,2 5-64 0,-3 6-16 0,0 0 0 16,0 0-3008-16,0 0-592 0</inkml:trace>
  <inkml:trace contextRef="#ctx0" brushRef="#br0" timeOffset="-190199.12">20695 12919 53151 0,'0'0'2368'0,"-5"1"464"0,-3-1-2256 15,8 0-576-15,0 0 0 0,0 0 0 0,0 0 1120 0,0 0 112 16,0 0 32-16,0 0 0 0,9-2-736 0,6-1-144 16,3-1-16-16,5 0-16 0,6 0-256 0,4 1-96 15,3-4 0-15,2 1 0 0,1-1 0 0,3-1 0 16,2-1 0-16,3 0 0 0,1 2 0 0,4 0 0 0,4 0 0 0,1 2 0 16,-1 1 0-16,-3 1 0 15,-2 1 0-15,-4 0 0 0,-4 2 0 0,-4 0 0 16,-5 0 0-16,-2 2 0 15,-2 0-688-15,-5 1-128 0,-4 0-16 0,-3 0-16 16,-5 1-2352-16,-2 0-480 0,-3 0-96 0</inkml:trace>
  <inkml:trace contextRef="#ctx0" brushRef="#br0" timeOffset="-189466.85">20698 13412 16575 0,'0'0'736'0,"0"0"160"16,0 0-720-16,0-5-176 0,0-2 0 0,0 7 0 0,0 0 7056 0,0 0 1392 15,0 0 256-15,0 0 64 0,0 0-5312 0,0 0-1056 16,1 8-224-16,-1 2-32 0,0 1-1184 0,-1 2-224 16,1 3-48-16,1 3-16 0,-2-1-384 0,1 3-80 15,0 0-16-15,1 1 0 0,-1-1-128 0,1 0-64 16,1 0 0-16,-1 0 0 0,-1-6 0 0,0 1 0 16,0-3 0-16,1-1 0 0,1-2 0 0,-1-2 0 15,-1-8 0-15,0 0 0 0,0 0 0 0,0 0 0 16,0 0 0-16,0 0 0 0,0 0 0 0,0 0 0 15,0 0 0-15,0 0 0 0,0 0 0 0,3-8 0 16,-2-4 0-16,1 1 0 0,1-8 0 0,2 3 0 16,0-3 0-16,2 0 0 0,0-3 0 0,2 1 0 15,0 1 0-15,0 1 0 0,-1-1 0 0,1 3 0 16,1 3 0-16,1 2 0 0,-2 2 0 0,0 0 0 0,-3 3 0 16,2 1 0-16,0 5 0 0,-8 1 0 0,0 0 0 0,9 0 0 15,-1 0 0-15,0 3 0 0,-8-3 0 0,6 6 0 16,2 5 0-16,-1-2 0 0,-2 1 0 0,1 2 0 15,0 0 0-15,-1-1 0 0,-1 2 0 0,0 0 0 16,0-1 0-16,-2 0 0 0,1 0 0 0,-2-3 0 16,0 0 0-16,1-1 0 0,-2-8 0 0,2 6 0 0,-2-6 0 0,0 0 0 15,0 0 0-15,0 0 0 16,0 0 0-16,0 0 0 0,0 0 0 0,0 0 0 0,0 0 0 16,7-2 0-16,1-5 0 0,1-3 0 15,0-1 0-15,0-2 0 0,2-2 0 0,-1-2 0 0,3-2 0 16,-1 1-240-16,-1-1 80 0,3-2 16 0,-1 1 144 0,0 2 0 15,-2 4 0-15,1-1 0 0,-2 4 0 0,0 3 0 16,-3 1 0-16,0 5-128 0,-7 2 128 0,0 0 0 16,9 3 0-16,-2 3 0 0,-3 0 0 0,-2 5 192 15,1 2-64-15,-1 1 0 0,0 0-128 0,0 2 0 16,1 1 128-16,-1 0-32 0,0 1-96 0,-1-2 0 16,0 1 0-16,2-2 0 0,0 0 0 0,-1-2 0 15,-1-2 0-15,2-1 0 16,0-3-736-16,-3-7-32 0,0 0-16 0,0 0 0 15,5 7-1360-15,-5-7-272 0,0 0-48 0,0 0-12640 16,8-1-2544-16</inkml:trace>
  <inkml:trace contextRef="#ctx0" brushRef="#br0" timeOffset="-189091.33">21356 13119 11967 0,'0'0'1072'0,"0"0"-864"0,0 0-208 0,0 0 0 16,0 0 8512-16,0 0 1664 0,1-7 336 0,-1 7 64 15,6-6-7472-15,-1 0-1504 0,1 2-288 0,2 1-64 0,3-3-544 0,-1 2-96 16,2 0-32-16,0 2 0 0,-1-1-352 0,1 2-80 16,-2 1-16-16,0 1 0 0,-1 1-128 0,-1-1 0 15,-1 1 144-15,-7-2-144 0,0 0 128 0,7 4-128 16,-1 2 128-16,-2-1-128 0,-4-5 128 0,2 8-128 16,-2-1 160-16,0 1-160 0,0 0 192 0,-3 0-48 15,-1 1-16-15,-1 0 0 0,0 2 64 0,-2-1 0 16,-1 0 0-16,-1 1 0 0,0-1-192 0,-1 3 0 15,-2-1 0-15,0 0 112 0,0 0-112 0,2-3 0 16,-3 1 0-16,3 1 0 0,-1-4 0 0,3 1 0 16,2-1 0-16,1-1 0 0,5-6 0 0,0 0 0 15,0 0 0-15,0 0 0 0,0 0 0 0,0 0 0 16,0 0 0-16,6 5 0 0,3-2 0 0,0 0 0 16,0-2 0-16,2-1 0 0,1-1 0 0,1-1 0 15,1 1 0-15,2-3 0 0,1 2 0 0,0-1 0 16,1 0 0-16,0-1 0 15,3 1-1088-15,-2-1-192 0,0 0-64 0,0-2-15312 16,2 3-3072-16</inkml:trace>
  <inkml:trace contextRef="#ctx0" brushRef="#br0" timeOffset="-188508.39">22317 12721 39855 0,'0'0'1760'0,"0"0"368"0,0 0-1696 0,0 0-432 0,0 0 0 0,0 0 0 15,0 0 2352-15,0 0 384 0,0 0 80 0,9 1 0 16,0 1-960-16,2 0-208 0,-2 3-48 0,4-1 0 15,0 5-784-15,3-1-176 0,2 3-16 0,3 0-16 16,0 2-384-16,1 2-80 0,0-2-16 0,0 1 0 16,0-1-128-16,0-1 0 0,1 0 0 0,-1-1 0 0,-1 0 0 0,-3-1-176 15,-1-1 48-15,-3-1 0 16,2 0-864-16,-2-3-160 0,-2 2-48 0,-2-2 0 16,-10-5-1264-16,0 0-256 0,8 1-48 0,-1 1-18304 15</inkml:trace>
  <inkml:trace contextRef="#ctx0" brushRef="#br0" timeOffset="-188320.2">22704 12714 31327 0,'-6'4'2784'0,"-3"2"-2224"16,-4-1-560-16,1 1 0 0,1 3 4672 0,-3 2 816 0,0 2 160 0,-3 0 48 15,-3 3-3872-15,-1-1-768 16,-2 0-160-16,-3 0-16 0,1 1-496 0,0-1-112 0,0 0-16 0,2 0 0 31,-2-3-800-31,3 0-160 0,1-2-48 0,4 1-15344 0,2-1-3072 0</inkml:trace>
  <inkml:trace contextRef="#ctx0" brushRef="#br0" timeOffset="-187541.8">23382 12609 38239 0,'0'0'1696'0,"-1"-7"352"15,1-1-1648-15,1 1-400 0,0-1 0 0,1 1 0 0,-4 0 2160 0,5 3 336 16,0 1 80-16,-3 3 16 0,0 0-352 0,0 0-80 16,0 0-16-16,0 0 0 0,1 8-1312 0,2 2-256 15,-1 6-48-15,0 2-16 0,-1 4-224 0,0 4-48 0,-1 2-16 0,0 2 0 16,0 1-32-16,0 0 0 0,0 2 0 0,0-6 0 15,0 1-64-15,0-4-128 0,3-4 176 0,-2 0-32 16,-1-2-144-16,1-3 0 16,-1-2 0-16,0-2 0 0,2-3 0 15,-2 0 0-15,0-8 0 0,0 0 0 0,0 0 0 0,0 0 0 0,0 0 0 0,0 0 0 0,0 0 0 0,0 0 0 16,0 0 0-16,0 0 0 0,-3-10 0 0,2 0 0 16,1-2 0-16,1-2-160 0,2-3 160 0,2-3-128 15,1-3 128-15,5-2-128 0,1-5 128 0,2-1 0 16,2-2 0-16,0 1-128 0,3-1 128 0,0 3-160 15,2 3 160-15,-3 2-160 0,1 4 160 0,-1 3 0 16,-4 2 0-16,2 5 0 0,0 1 0 0,-3 4 0 16,-2 1 0-16,2 3 0 0,0 0 0 0,0 2 192 15,-1 2-64-15,0 1 0 0,0 1-128 0,1 2 128 16,-2 4-128-16,1 4 128 0,1 1-128 0,-1 4 0 16,0 0 0-16,-2 3 128 0,-1 3-96 0,0 4-32 15,-3 1 0-15,-3 1 0 0,0 2 0 0,-2-2 0 16,2-2 0-16,-3-1 0 0,0-5 0 0,0-1 0 15,-1-1 0-15,-1-1 0 0,1-4 0 0,1-2 0 16,-1 0 0-16,2-3 0 16,-1-2-624-16,0 0-112 0,0-9-32 0,0 0 0 15,0 0-1472-15,0 0-320 0,0 0-48 0,0 0-12464 0,0 0-2496 0</inkml:trace>
  <inkml:trace contextRef="#ctx0" brushRef="#br0" timeOffset="-187323.11">23425 12799 33167 0,'-12'5'2944'0,"9"-5"-2352"0,-3-2-464 16,1 2-128-16,5 0 3952 0,0 0 768 0,0 0 144 15,0 0 48-15,0 0-2880 0,0 0-576 0,0 0-112 0,11 9-32 16,0-6-512-16,4 2-96 0,3-3-32 0,3 1 0 16,4 0-320-16,1-3-64 0,0 0-16 0,2 0 0 0,1-2-272 0,0 1 0 15,1-2 0-15,-2-1 0 0,0 1 0 0,-3-3 0 16,1 4 0-16,-2 0 0 15,0-3-704-15,-2 1-80 0,0 0-32 0,0 2 0 16,0-2-1552-16,-1 1-320 0,0-1-64 0,-3 2-19344 16</inkml:trace>
  <inkml:trace contextRef="#ctx0" brushRef="#br0" timeOffset="-186521.61">24544 12804 2751 0,'0'0'128'0,"-3"-6"16"0,-2-1-144 0,1 1 0 0,4 6 0 0,-4-9 0 15,-1 1 7520-15,0-1 1472 0,1 1 288 0,0 1 64 16,3 1-4832-16,1 6-976 0,-3-7-192 0,3 3-32 0,0 4-1200 16,0 0-256-16,0 0-32 0,0 0-16 0,0 0-736 0,0 0-160 15,0 0-16-15,3 11-16 0,-1-1-496 0,-1 5-80 16,2 0-32-16,0 4 0 0,-2 1-192 0,2-1-80 15,-3 0 0-15,2 1 0 0,1-1 0 0,-1-2 0 16,1-1 0-16,0-3 0 0,-1-4 0 16,0 0 0-16,-1-1 0 0,-1-8 0 0,0 0 0 0,0 0 0 15,2 7 0-15,-2-7 0 0,0 0 0 0,0 0 0 16,0 0 0-16,0 0 0 0,0 0 0 0,0 0 0 16,0 0 0-16,3-8 0 0,0-1 0 0,1-2 0 15,0 1 0-15,-2-3 0 0,2-2 0 0,1-2 0 16,2-1 0-16,2-3 0 0,0-1 0 0,3 0 0 15,1 0 0-15,0 2 0 0,1 1-160 0,1 2 32 16,-2 2 0-16,1 4 0 0,-2 3 128 0,-2 1 0 16,0 1 0-16,0 3 0 0,-3 5 0 0,0-1 0 15,1 1 0-15,-2 5 0 0,2 3 0 0,-1 1 128 16,-1 3-128-16,1 4 128 0,-1-1-128 0,1 3 128 16,-1 1-128-16,-1-2 128 0,-1 0-96 0,2-2-32 0,-3-3 0 15,0-1 0-15,1 0 0 0,0-4 0 0,0-1 0 16,-2-2 0-16,-2-6 0 0,0 0 0 15,0 0 0-15,0 0 0 0,0 0 0 0,0 0 0 0,0 0 0 0,0 0 0 16,0 0 0-16,0 0 0 0,6-2 0 0,-1-3 0 16,0-2 0-16,2-1 0 0,-1-2 0 15,2-3-160-15,2-2 160 0,1-4-128 0,1-1 128 16,2-1-128-16,3 2 128 0,0-5 0 0,-2 5 0 0,2 1-128 16,0-1-16-16,0 4 0 0,-2 3 0 0,-1 3 0 15,-2 2 144-15,-2 2 0 0,-2 0-144 0,-8 5 144 16,0 0 0-16,9 4 0 0,-9-4 0 0,7 6 0 15,-2 4 176-15,-1 1-48 0,-3 5-128 0,2 0 192 0,-2 2-192 0,0 3 0 16,1-1 128-16,-1 3-128 0,0-1 0 0,0-1 0 16,1-3-144-16,0-1 144 15,1-3-816-15,0 1-64 0,-3-4-16 0,2 0 0 16,-2-11-1600-16,5 8-336 0,2-3-64 0,-1 0-11632 16,2-5-2336-16</inkml:trace>
  <inkml:trace contextRef="#ctx0" brushRef="#br0" timeOffset="-186106.3">25356 12355 50223 0,'-13'-4'2224'0,"8"1"464"0,2 2-2160 0,3 1-528 16,0 0 0-16,0 0 0 0,0 0 832 0,0 0 64 15,0 0 16-15,0 0 0 0,9 0 112 0,-1 0 0 16,3 0 16-16,-1 0 0 0,-1-3-656 0,2 3-128 0,-1-1-16 0,0 1-16 15,3-1-224-15,0 2 144 0,-1-1-144 0,1 0 128 16,2-1-128-16,-2 2 0 0,0 3 0 0,-2-3 0 16,-2 0 0-16,1 3 0 0,-10-4 0 0,9 3 0 15,-9-3 0-15,0 0 128 0,0 0-128 0,5 9 128 0,-2 3-128 16,-3-3 128-16,-3 1-128 0,-1 2 128 0,-2 0-128 0,-2 1 0 16,-1 0 0-16,-2 1 0 15,-2 1 0-15,1-1 0 0,2 0 144 0,0 2-144 0,-2-3 0 0,0 0 0 16,0-1 0-16,3-1 128 0,0 0-128 0,3-3 0 15,0-1 0-15,2 0 0 0,4-7 0 0,0 0 0 16,0 0 0-16,0 0 0 0,0 0 0 0,0 0 0 16,0 0 0-16,0 0 0 0,7 5 0 0,1-1 0 15,1-3 0-15,1-1 32 0,2 0-32 0,1-2 0 16,1-2 0-16,1 0 0 0,2-1 0 0,1 0 0 16,2-1 0-16,0 2 0 0,1-1 0 0,-1 1 0 15,-1 0 0-15,0 2 0 0,-2-1 0 0,-1 1 0 16,3 0-128-16,-1 1 128 15,-1 0-1920-15,1 2-320 0,2-1-64 0</inkml:trace>
  <inkml:trace contextRef="#ctx0" brushRef="#br0" timeOffset="-185416.57">26469 12654 28559 0,'0'0'2544'0,"0"0"-2032"0,0-6-512 16,2-1 0-16,0 2 4160 0,-2 5 720 0,0 0 160 0,7-4 16 15,-7 4-2624-15,0 0-544 0,9 0-96 0,0 2-32 16,0 0-496-16,3 5-112 0,-2 2 0 0,5 4-16 16,0-3-752-16,1 5-160 0,0 0-32 0,1 4 0 15,1-1-64-15,-1 1 0 0,1 1-128 0,0-2 192 0,-1 0-192 0,-1-3 0 16,0-2 128-16,-3 0-128 15,0-1-288-15,0-3-96 0,-2-3-32 0,0-1 0 16,-3-1-752-16,-1-1-160 0,-7-3-16 0,0 0-16 16,0 0-1504-16,0 0-288 0,7-3-64 0,-7 3-16688 15</inkml:trace>
  <inkml:trace contextRef="#ctx0" brushRef="#br0" timeOffset="-185220.04">26858 12567 6447 0,'0'0'576'0,"0"0"-576"16,0 0 0-16,-5 3 0 0,-4-1 9968 0,1-2 1872 16,1 7 384-16,-2-1 80 0,-3 1-9120 0,-1 2-1840 15,-1 1-352-15,-2 2-80 0,-1 3-112 0,-1 1-32 16,-3 3 0-16,-1 0 0 0,-1 2-480 0,-1 4-96 16,1-4-32-16,-1 2 0 0,3 2-160 0,1-3 192 15,-1-1-192-15,1-1 192 0,2-3-192 0,1-1-176 16,1-4 48-16,3 0 0 15,1-2-1328-15,5-1-256 0,1 1-48 0,4-3-14128 0,1 0-2832 16</inkml:trace>
  <inkml:trace contextRef="#ctx0" brushRef="#br0" timeOffset="-184286.39">27691 12447 23039 0,'0'0'1024'0,"1"-5"192"0,-1 5-960 0,0 0-256 15,0-7 0-15,0 7 0 0,2-5 6288 0,-1 1 1216 16,-1 4 240-16,0 0 64 0,0 0-4896 0,0 0-976 0,0 0-192 16,0 0-32-16,-1 9-1088 0,-1 2-224 0,0 1-32 0,-1 3-16 15,-1 5-192-15,0-1-32 0,2 5-128 0,0 1 192 16,-2 1-192-16,2-2 0 0,-1 1 0 0,2 0 128 16,2-2-128-16,-1 1 0 0,0-1 0 0,1-2 0 15,3-1 0-15,0-1 0 0,0 1 0 16,0-6 0-16,0 1 0 0,3-4 0 0,0 0 0 0,4-2 0 0,2 0 0 15,2-1 0-15,2-3 0 0,4-1 0 16,1-1 0-16,3-2 0 0,1-1 0 0,0-1 0 0,2-2-176 16,-2-2-16-16,0 0-16 0,0-1 0 15,-3-2-1008 1,0-2-192-16,-4-2-32 0,-1-1-16 0,-3 0-2896 0,-3 2-592 0</inkml:trace>
  <inkml:trace contextRef="#ctx0" brushRef="#br0" timeOffset="-184033.99">27548 12622 25791 0,'-21'0'1152'0,"12"0"224"15,-2-3-1104-15,-2 1-272 0,0 0 0 0,3 2 0 0,2-2 5776 0,8 2 1104 16,0 0 224-16,0 0 32 0,0 0-4528 0,0 0-912 16,0 0-176-16,9-2-48 0,3 2-928 0,2 0-192 15,3 0-32-15,3-1-16 0,2 0-128 0,2 1-32 0,4-3 0 0,2 1 0 16,1-4-144-16,2 4 128 15,2-1-128-15,1 1 128 0,1-1-128 0,-2 0 0 16,0 1 0-16,-2 0 0 16,-4 0-768-16,-2 2-144 0,0-3-32 0,-3 2 0 15,-3 0-2064-15,-2 1-432 0,1 0-80 0</inkml:trace>
  <inkml:trace contextRef="#ctx0" brushRef="#br0" timeOffset="-182941.57">29291 12497 41759 0,'0'0'1856'0,"0"0"368"0,0 0-1776 0,0 0-448 16,0-4 0-16,0-3 0 0,0 7 1744 0,-6-6 272 0,6 6 48 0,-6-4 16 16,-3 3-368-16,0-2-80 0,0 2-16 0,-2-1 0 15,-1 2-976-15,-1 2-208 0,0 0-48 0,-5 2 0 16,1 1-96-16,-1-1-32 0,-3 3 0 0,4-3 0 15,1 2-32-15,-1-1-16 0,2 1 0 0,-1-1 0 16,3 0-80-16,-1 2 0 0,3-2-128 0,2-3 192 16,0 2-192-16,4 0 176 0,5-4-176 0,0 0 160 15,0 0-160-15,-3 7 0 0,3-7 144 0,2 8-48 16,1-1-96-16,3 0 0 0,0-1 0 0,1 1 0 0,1-2 0 0,1 2 0 16,4-1 0-16,0 1 0 0,0-2 0 0,1 1 0 15,2 0 0-15,-1 0 0 0,1 1 0 0,0-1 0 16,-1 1 0-16,4 2 0 0,-2-3 0 0,-1 2 0 15,1 1 0-15,-1 0 0 16,-2-1-384-16,-2 0-64 0,-1 1 0 0,-4 0-16 0,0 1 736 16,-2-1 160-16,-2 0 16 0,-2 0 16 0,-2 1-464 0,-1-1-240 15,-3 2 32-15,0-3 0 0,-4 0-48 0,-2-1 0 16,1 1 0-16,-2-1 0 0,1-3 416 16,-4 0 80-16,-2-1 16 0,2 4 0 0,-4-6-416 0,0 2-80 15,-1-3-16-15,-1 0 0 0,1-1 576 0,-3-1 128 16,3 1 0-16,-4-3 16 0,2 1-464 0,1-3 0 15,3 1 0-15,1-2 0 0,2 2 0 0,4-4-192 16,0 1 48-16,4 0 0 16,0 0-1392-16,3-1-288 0,1-1-48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6:16:28.38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846 1251 35935 0,'0'0'3200'0,"-8"0"-2560"0,-1-1-512 0,3-1-128 0,6 2 2736 0,0 0 528 16,0 0 96-16,0 0 32 0,0 0-2368 0,0 8-448 16,0 2-112-16,1 4-16 0,0 2 112 0,1 1 16 15,-1 6 0-15,0 1 0 0,-1 4-144 0,0 3-32 16,0 0 0-16,0 2 0 0,0 0-144 0,0-1-48 15,0-1 0-15,0-1 0 0,0-1-208 0,-1-3 144 16,-2-2-144-16,2-2 128 0,0-1-128 0,-1-6 0 16,0 0 0-16,0-6 0 15,2-1-912-15,0-8-112 0,0 0-32 0,0 0 0 16,0 0-1232-16,0 0-240 0,0 0-48 0</inkml:trace>
  <inkml:trace contextRef="#ctx0" brushRef="#br0" timeOffset="283.39">608 1261 45551 0,'0'0'2016'0,"0"0"416"0,-6-1-1936 15,6 1-496-15,0 0 0 0,0 0 0 0,0 0 704 0,0 0 64 0,4-7 0 0,3 2 0 16,3 0-64-16,3 0-16 0,3-3 0 0,3-1 0 16,5 0-400-16,1 1-80 0,2-3-16 0,2 2 0 0,1 0-192 0,6 1 176 15,-3-1-176-15,-2 4 160 0,2 1-160 0,-5 2 0 16,0 0 0-16,-3 2 0 0,-2 3 0 0,-3 3 128 15,-2 1-128-15,-3 1 0 0,-3 0 0 0,-3 1 0 16,-1 2 128-16,-3 4-128 0,-2-1 0 0,-3 2 0 16,-3-2 144-16,-1 2-144 0,-3 2 192 0,-3 0-48 15,1 0 0-15,-4-1 0 0,-2 3 0 0,-2-3 0 16,-2 0 0-16,-3 1 0 0,-2 0-144 0,-3 1 0 16,3-2-192-16,-2 0 192 15,0-1-2128-15,2-1-304 0,5-3-64 0</inkml:trace>
  <inkml:trace contextRef="#ctx0" brushRef="#br0" timeOffset="831.12">1171 1552 44463 0,'-11'16'1968'0,"9"-7"400"0,-1 3-1888 15,0 2-480-15,1 3 0 0,-1 2 0 0,1 4 1472 0,-2 0 192 16,1 2 32-16,1-2 16 0,-1-2-480 0,3-1-80 0,0-3-32 0,1-2 0 15,-1 0-800-15,2-2-144 0,0-3-48 0,1-1 0 16,-1-1-128-16,-2-8 0 0,2 9 0 0,-2-9 0 16,0 0 144-16,0 0-144 0,0 0 160 0,0 0-160 15,0 0 224-15,0 0-48 0,0 0-16 0,-2-8 0 16,2 2-160-16,-1-2 160 0,0 0-160 0,1-5 160 16,1-1-160-16,0-2 0 0,-1-3 0 0,4 2 0 15,3-4 0-15,2 0 0 0,0 0 0 16,1 4 0-16,1-4-144 0,-1 3 144 0,2 1 0 0,1 1 0 0,0 2 0 15,1 2 0-15,0 2 0 0,0 2 0 0,0-1-128 16,-1 2 128-16,0 2-192 0,-1 3 192 0,0 0-144 0,-1 2 144 16,-1 2 0-16,-1 1-144 0,-1 1 144 0,-1 2 0 15,2-1 0-15,-2 3-128 0,0 1 128 0,-1-1 0 16,-1-1 0-16,0 3-128 0,1-1 128 0,-2 1 0 16,-2 1 0-16,0 2 0 0,-2-4 0 0,0 2 0 15,-2 0 0-15,2 1 0 0,-2-3 0 0,-1 0 0 16,0 0 128-16,-1 0-128 0,1 0 128 0,-1-1-128 15,0-1 128-15,0-1-128 0,0 2 0 16,4-8 128-16,0 0-128 0,-4 5 0 0,4-5 0 0,0 0 0 16,0 0 0-16,0 0 0 0,0 0 0 0,0 0 0 15,0 0 0-15,0 0 0 0,0 0 0 0,0 0-128 16,7-4 128-16,0 2-192 0,1-4 32 0,-1 2 0 16,-1 1 0-16,-6 3 0 0,7-4 0 0,-7 4 0 15,0 0 0-15,6-3 0 0,1 0 160 0,-7 3-192 16,0 0 192-16,0 0-192 15,0 0-496-15,0 0-96 0,6-2-32 0,-6 2 0 16,0 0-1168-16,0 0-256 0,0 0-32 0,8-1-11488 0,1-1-2304 16</inkml:trace>
  <inkml:trace contextRef="#ctx0" brushRef="#br0" timeOffset="1297">1524 1675 35247 0,'0'0'1552'0,"0"0"336"0,0 0-1504 0,-5-4-384 16,0 1 0-16,5 3 0 0,-6-1 2400 0,1 1 416 15,5 0 64-15,-8 2 32 0,1 4-768 0,-1 0-160 16,-1 2-16-16,-1 4-16 0,-1 2-912 0,0 2-176 16,1 1-32-16,-1 2-16 0,1 2-304 0,-2-1-64 15,3-1-16-15,1 1 0 0,2-5-240 0,1 1-64 16,2-3 0-16,3-1 0 0,3-2-128 0,-1-1 0 16,3-2 0-16,3-2 0 0,1-1-160 0,3-1-16 15,2-3 0-15,2-3 0 0,1-4-96 0,1 0-32 16,1-4 0-16,-1 1 0 0,-3-1 48 0,1 2 16 0,-2 0 0 15,1-1 0-15,-5-2 240 0,-2 0-176 0,-1 0 176 16,-2 1-160-16,-3-1 160 0,0 2 0 0,-2-1 0 16,-2-1 128-16,0 1-128 0,-1-1 128 0,-2 0-128 0,0 0 128 15,-1 1-128-15,0-1 0 0,-1 2 0 16,0-1 128-16,-1 2-128 0,0 1-240 0,0 2 64 0,2-1 16 16,0 2-864-1,3 0-160-15,3 5-32 0,0 0-16 0,0 0-1120 0,0 0-208 16,0 0-64-16,0 0 0 0,6 0-1712 0,2 0-336 15</inkml:trace>
  <inkml:trace contextRef="#ctx0" brushRef="#br0" timeOffset="2158.12">1774 1549 20271 0,'0'0'1792'0,"0"0"-1424"0,0 0-368 0,0 0 0 0,0 0 4992 0,-2 7 912 0,-1 2 192 0,-2 3 48 0,-3 2-3040 0,-1 4-608 16,-1 5-112-16,-2 3-16 0,-1 5-1008 0,1 0-192 15,2 0-32-15,0-1-16 0,1-1-528 0,3-3-96 16,1 0-32-16,2-2 0 0,2-3-336 0,3-2-128 16,2-2 0-16,1-1 0 0,2-3 0 0,1-3-192 15,1-2 16-15,3-3 0 16,2-1-336-16,3-6-64 0,0-2 0 0,2-3-16 16,1-2-176-16,0-1-16 0,-1-1-16 0,1-3 0 15,-2-1 96-15,-1 1 32 0,-1-4 0 0,-1 1 0 0,-3 0 384 0,-2 0 80 16,-2 0 16-16,-1 0 0 0,-3-1 192 0,1 0 0 0,-3-1 144 15,-2 4-144-15,-1 0 464 0,0 2 0 0,-1 0 0 0,1 4 0 16,0 0 48-16,1 3 16 0,-3-2 0 0,3 8 0 16,0 0 0-16,0 0 0 0,0 0 0 0,0 0 0 15,0 0-208-15,-5 8-64 0,1 1 0 0,0 5 0 16,0 3-256-16,0 4 0 0,2 1 0 0,-1 0 0 16,2-1 0-16,1 0 0 0,1-2 0 0,2 1 0 0,1-2 0 15,1-1 0-15,1 0 0 0,4-4-144 0,0-5-48 0,2 0 0 16,1-3 0-16,1-2 0 15,0-3-224 1,2-3-48-16,1-2-16 0,0-3 0 0,0-2 48 0,0-1 16 0,0-5 0 16,0 2 0-16,-4-1 160 0,0-2 48 0,-1-3 0 0,-1-1 0 0,1-4 208 0,-2 1 0 15,-2-2 0-15,1-1-144 0,1 3 144 16,-4 0 0-16,1 2 0 0,-1 4 0 0,-1 3 0 16,-1 5 176-16,-2 0-176 0,-1 3 192 15,-1 7 336-15,0 0 80 0,0 0 16 0,0 0 0 0,0 0-80 0,0 0-16 16,0 0 0-16,0 0 0 0,1 8-528 0,4 1 0 15,2 0 0-15,-2 2 0 0,-1 0 0 0,0 2 0 16,0 2 0-16,1 0 0 0,0 1 0 0,0 1 0 16,2 0 0-16,0 1 0 0,-2 2 0 0,0-1 0 15,0 0 0-15,-1-3 0 0,1-1 0 0,2-1 0 0,-1-3 0 16,1 0 0-16,-2 0 0 0,2-1 0 16,0-3 0-16,1-2 0 0,0-1 0 0,0-2-144 15,0 0 144-15,0-2 0 0,1-2-160 0,-2 1 160 16,1 0-192-16,-1-2 192 0,-2-2-144 0,0-2 144 0,0 0 0 15,1-4-144-15,0 1 144 0,-1-2 0 16,2-1 0-16,1-3 0 0,0-2 0 0,-1-4 0 0,1-2 0 16,0 1-128-16,1 0 128 0,0-1-160 0,0 1 160 0,-1 3-160 15,0-2 160-15,0 4 0 0,-2 1-144 16,1 2 144-16,-2 4 0 0,-1 1 0 0,-1 4 0 0,-3 6 0 16,0 0 352-16,0 0-16 0,0 0 0 15,0 0 0-15,0 0 48 0,0 0 16 0,0 0 0 0,0 0 0 16,0 0-256-16,5 5-144 0,0 2 160 0,2 1-160 15,-2 1 0-15,1 1 0 0,2 1 0 0,0 2 0 16,0-3 0-16,1 3 0 0,-1 1 0 0,0 2 0 16,1 1 0-16,-3 0 0 0,1 0 0 0,-2 1 0 15,-1 2 0-15,-2-1 0 0,-2-1 0 0,0-1 0 16,0-2 144-16,-1-1-144 0,-1-1 128 0,-2 0-128 0,-2 0 128 16,0 0-128-16,-3-2 0 0,0-1 128 15,1-1-1056-15,-1 2-224 16,0-2-32-16</inkml:trace>
  <inkml:trace contextRef="#ctx0" brushRef="#br0" timeOffset="2708.09">3321 1543 28559 0,'0'0'2544'0,"0"0"-2032"0,0 0-512 0,3-7 0 0,1 0 2720 0,3-3 448 15,1 1 96-15,1 0 0 0,0 0-1360 0,1-1-288 16,2-1-48-16,0 1-16 0,2-1-144 0,-1 1-16 16,-1-2-16-16,2 3 0 0,5-3-592 0,-1 4-112 15,0-2-32-15,-1 2 0 0,0 3-304 0,-1-2-64 16,-1 2-16-16,0 1 0 0,-4 2-112 0,1 0-16 16,0 2-128-16,-3 2 192 0,-1 0-192 0,-2 2 176 15,-1 1-176-15,-1 3 160 0,-1 3-160 0,-2 3 192 16,-3 3-192-16,-2 3 192 0,-4 0-32 0,-2 4 0 15,-3 1 0-15,-2 2 0 0,-2-1 64 0,-1 2 16 16,-3-1 0-16,0 2 0 0,-1-5-48 0,1 1 0 16,2-1 0-16,0-2 0 0,4-1-32 0,0-2-16 15,0-2 0-15,3-3 0 0,2-2 0 0,1-4 0 16,-1 1 0-16,4-2 0 0,3-1-144 0,3-6 0 0,0 0 0 16,0 0 128-16,0 0-128 0,5 7 0 15,-5-7 0-15,11 4 0 0,1 0 0 0,2-2 0 0,3-2 0 0,2 0 0 16,1-6 0-16,3-1 0 0,4-1 0 15,0 0 0-15,2 1-192 0,1-5 16 0,2 0 16 0,-1-3 0 32,2 0-1360-32,2-3-272 0,-2-2-48 0,1 2-21968 0</inkml:trace>
  <inkml:trace contextRef="#ctx0" brushRef="#br0" timeOffset="2882.3">3974 1651 24879 0,'0'0'2208'0,"0"0"-1760"0,0 0-448 0,0 0 0 0,0 0 5568 0,0 0 1024 15,0 0 192-15,0 0 64 0,0 0-4704 16,9 1-928-16,1-2-192 0,3-2-48 0,3 0-624 0,1-4-128 16,1-2-32-16,2 1 0 15,2-1-1104-15,3 0-240 0,-1-2-32 0,5 0-14016 16,5-2-2800-16</inkml:trace>
  <inkml:trace contextRef="#ctx0" brushRef="#br0" timeOffset="3358.71">4404 1281 6447 0,'0'0'576'0,"0"0"-576"0,-7 2 0 0,7-2 0 0,0 0 10464 0,0 0 1984 15,0 0 400-15,0 0 80 0,7-7-9536 0,2 0-1920 16,2 1-368-16,-1-1-80 0,3 2-544 0,3-2-112 0,2 1-32 0,1-1 0 16,4 1-336-16,0 1 128 15,-1-1-128-15,0 2 0 0,-2 2 176 0,-2 1-48 16,-2 1 0-16,-2 0 0 0,-3 1 0 0,-2 1 0 15,-9-2 0-15,6 3 0 0,-6-3-128 0,3 7 0 16,-3-1 0-16,-3 2 0 0,-2 1 0 0,-1 1 0 0,-4 0 0 0,-1 0 0 16,-2 0 0-16,-3 3 0 0,0-1 0 0,1 1 112 15,-2-1-112-15,1-3 0 0,2 0 0 0,1 3 0 16,0-3 0-16,2 3-128 0,1-2 128 0,1 2-160 16,2-5 160-16,2 2-160 0,0 0 160 0,0 0-160 15,-1 0 160-15,4-2 0 0,0-2 0 0,2 1-128 16,0-6 128-16,2 8 0 0,0 0 0 0,2 1-128 15,3-2 128-15,2-1 0 0,4 1 0 0,1-1 0 16,3 1 0-16,3-1 0 0,1 1-128 0,1-1 128 0,-1-1 0 16,1 2 0-16,-1-1 0 0,0 4 0 0,-3-5 0 15,-1 4 0-15,-3 0 0 0,-2-1 0 0,-3 4-192 16,-3-3 64-16,1 1 0 0,-3 2 0 0,-3 0 400 16,-1-1 96-16,0 2 16 0,-2 2 0 0,-4-2-384 0,0 1-128 15,-2-2 0-15,0 1 0 0,-2-1 128 16,-2-5 128-16,-1 1-128 0,-1 0 176 0,-2 0-176 0,-1 0 0 15,-2 0 0-15,-2-2 128 0,0-1-320 0,-3 0-80 16,2-1-16-16,1 2 0 16,2-4-576-16,2 2-112 0,1-3-32 0,3 1 0 15,3-2-1280-15,3-2-256 0,7 2-48 0</inkml:trace>
  <inkml:trace contextRef="#ctx0" brushRef="#br0" timeOffset="3565.63">5257 1343 38703 0,'0'0'3440'16,"0"0"-2752"-16,0 0-560 0,0 0-128 0,0 0 3312 0,0 0 624 0,0 0 128 16,0 0 32-16,0 0-2752 0,0 0-528 0,0 0-112 0,0 0-32 15,0 0-480-15,0 0-192 0,3 10 128 0,1-3-128 16,-1 2-1280-16,0-2-352 0,-1 1-64 0,5 2-13904 15,1 3-2768-15</inkml:trace>
  <inkml:trace contextRef="#ctx0" brushRef="#br0" timeOffset="3719.43">5404 1595 33167 0,'-5'3'2944'0,"1"1"-2352"0,-1-2-464 0,5-2-128 0,-3 4 4976 0,-1 3 976 15,3-4 192-15,-1 3 32 0,0-1-4176 0,-2 0-832 16,1-1-160-16,2-1-48 0,-2 1-752 0,3-4-208 15,0 0 0-15,0 0 112 0,0 0-112 0,0 0 0 16,0 0 0-16,0 0 0 0,0 0-208 0,10 6-48 16,0-3 0-16,0-2-25696 0</inkml:trace>
  <inkml:trace contextRef="#ctx0" brushRef="#br0" timeOffset="8122.74">6404 1064 6447 0,'-7'0'576'0,"0"0"-576"16,-1-3 0-16,2 1 0 0,6 2 8832 0,0 0 1664 0,0 0 336 15,0 0 64-15,-3 5-8032 0,0 1-1616 16,0 0-320-16,2 6-64 0,0 1 0 0,1 6 0 0,0 6 0 0,0 4 0 15,-3 4-480-15,2 0-112 0,0 1-16 0,1 2 0 16,0-1-128-16,1 0-128 0,0 0 144 0,0-1-144 16,1 0 0-16,-1-1 128 0,0-7-128 0,2 0 0 31,0-2-880-31,-1-1-208 0,1-3-64 0,-1-1 0 0,4-5-2000 16,0-4-416-16,5-3-80 0</inkml:trace>
  <inkml:trace contextRef="#ctx0" brushRef="#br0" timeOffset="8501.25">6854 1300 34095 0,'-12'6'1504'0,"4"-4"320"0,-1 1-1456 0,-1-1-368 0,0 0 0 0,0 0 0 0,-3 2 3392 0,0 1 624 16,-3-3 112-16,2 3 32 0,0 2-2432 0,-3-1-464 15,1 1-112-15,0-1 0 0,2 4-704 0,1 0-128 16,-1-1-16-16,-1 2-16 0,4-1-160 0,0 0-128 15,-1-3 144-15,1 2-144 0,3 0 0 0,1-1 0 16,2-2 0-16,1-1 0 0,4-5 0 0,0 0 0 16,0 0 0-16,0 0 0 0,0 0-208 0,12 4 64 15,1-1 16-15,1-2 0 0,1-1 128 0,0-1-160 16,2-2 160-16,1 1-160 0,3-1 160 0,1 2 0 16,1-1 0-16,-2 1 0 0,-2 1 0 0,1 1 0 15,-3 1 0-15,0 2-128 0,-2 2 128 0,-2 3 0 0,-4-1 0 16,-2 3 0-16,-2 2 0 0,-2 1 0 0,-5 2 0 15,-2 1 0-15,-3-1 128 0,-2 4 0 0,-3 1 0 0,-3 1 0 16,-2 0-128-16,-1-1 128 0,0-1-128 0,0-2 128 16,1-1-288-16,1-3-48 0,0-2-16 0,3-2 0 31,3-4-1920-31,2-4-384 0,8-2-80 0,0 0-11616 0,2-10-2336 0</inkml:trace>
  <inkml:trace contextRef="#ctx0" brushRef="#br0" timeOffset="8791.37">7043 1394 17503 0,'0'0'1552'0,"0"0"-1232"0,0 0-320 0,-4 5 0 0,-1 2 5440 0,-2 1 1024 16,-1 1 192-16,-2 3 64 0,-2 2-3328 0,0 3-672 16,-1 3-128-16,-1-2-32 0,-2 3-1152 0,3-2-256 15,0-1-32-15,3 1-16 0,2-2-512 0,1 0-96 16,4-3-32-16,1-1 0 0,4-3-464 0,1 0 0 16,3-4 0-16,0 1 0 0,5-5-320 0,2-1-64 15,2-2-16-15,2-1 0 16,3-6-256-16,-2 0-48 0,-1-3-16 0,0 1 0 15,1 0 16 1,-1-1 0-16,-5-1 0 0,0-2 0 0,-1 1 336 0,-2 0 80 0,-5-1 16 0,-1 1 0 16,-4-2 272-16,-2 2 0 0,2 0 128 0,-3 2-128 0,-1-1 176 0,-2 1-176 15,1 1 192-15,-2 2-192 0,0 2 0 0,0 0-256 16,0 2 32-16,2 2 0 16,6 2-352-16,0 0-80 0,0 0-16 0,0 0 0 15,0 0-2656-15,0 0-512 0,0 0-128 0,0 0 0 16,8 1-128-16,2-1 0 0,2-1-16 0</inkml:trace>
  <inkml:trace contextRef="#ctx0" brushRef="#br0" timeOffset="9367.04">7374 1320 31791 0,'0'0'1408'0,"0"0"288"0,0 0-1360 0,0 0-336 0,-5 3 0 0,-1 2 0 16,1 1 2944-16,-1 2 512 0,-2 1 96 16,-1 3 32-16,-2 2-1408 0,0 2-256 0,-2 1-64 0,-2 2-16 15,3 2-896-15,2-1-176 0,0-1-48 0,0 0 0 16,3-2-464-16,1-2-112 0,4 0-16 0,3-2 0 15,2-2-304-15,3 0-64 0,3-2-16 0,4-4 0 16,3-1-1216-16,2-4-256 0,3-4-64 0,4 2 0 16,1-5-416-1,1-1-96-15,1-4 0 0,0-1-16 0,-1-1-864 0,-3 1-160 0,1-3-48 16,-4-1 0-16,-3-2 1280 0,-1-3 240 0,-3-2 48 0,-2 1 16 16,-3-1 64-16,-1 1 16 0,-3-1 0 15,-1 2 0-15,-1 0 1136 0,-2 1 224 0,-2 3 48 0,0 0 16 0,-1 5 2736 0,0 2 528 16,-1 3 112-16,0 3 32 0,3 5 416 15,0 0 64-15,0 0 32 0,0 0 0 0,0 0-928 0,0 0-192 16,-3 5-48-16,1 3 0 0,0 0-944 0,2 3-192 16,2 0-32-16,1 2-16 0,-1 0-624 0,2 3-112 15,3 2-16-15,-2 3-16 0,-1 1-192 16,0 3-48-16,0 1 0 0,-2 1 0 0,-2 1-32 16,0-2-16-16,-1-3 0 0,1 1 0 0,0-1-64 0,0-2-16 15,-2-3 0-15,0-1 0 0,2-2-128 0,0-4 0 16,-1-1 0-16,1-10 128 0,3 6-128 0,-3-6 0 15,0 0 0-15,0 0 0 0,0 0 0 0,0 0-144 16,6-4 144-16,1-2-208 0,-1-3 208 0,1-3-192 0,-1-4 192 16,3-2-192-16,2-3 192 0,2-1-192 0,0-2 192 0,1 0-192 15,0-1 192-15,2 4-144 0,0 0 144 16,-2 6-128-16,-1 1 128 0,-1 4 0 16,-2 2 0-16,-1 4 0 0,-1 3 0 0,-8 1 0 0,0 0 0 0,0 0 0 15,5 7 0-15,-1 3 272 0,-1 3-32 0,0 0-16 16,-1 0-64-16,1 1-16 0,-1 2 0 0,1 1 0 15,0-3-144-15,2 3 0 0,-3 2 0 0,4-5 0 16,0 2-608-16,2-3-160 16,0 0-16-16,2 0-16 0,-1 0-1440 0,0-2-304 0,1 0-48 15,3-3-16-15,1-3-1632 0,0-3-336 16,2 1-64-16</inkml:trace>
  <inkml:trace contextRef="#ctx0" brushRef="#br0" timeOffset="9885.71">8211 1426 11055 0,'-1'-16'480'0,"1"16"112"0,-3-4-464 0,0 1-128 0,3 3 0 0,0 0 0 0,-8 3 7616 0,2 0 1520 16,-1 3 288-16,1 2 64 0,-2 0-5936 0,-1 3-1184 16,0 3-256-16,-2-1-32 0,1 4-1152 0,1-3-224 15,0 2-64-15,1 0 0 0,0 1-320 0,3-1-80 16,1-3-16-16,3-1 0 0,-1 0-224 0,2-5 0 16,2 1 0-16,2-1-160 15,-4-7-288-15,7 5-64 0,3-2-16 0,0-2 0 16,0-2-400-16,1-3-80 0,2-2-16 0,1-1 0 15,1-3-64-15,-1 0-32 0,-1-2 0 0,-3 1 0 16,2-2 272-16,-2-2 48 0,0 1 16 0,-1 0 0 0,-3-3 624 0,2 4 160 16,-1-2 0-16,-1 3 0 0,-2 2 240 15,0 0 80-15,0 3 0 0,-2 2 16 0,-2 5 352 0,0 0 64 16,0 0 16-16,0 0 0 0,0 0-64 0,0 0 0 0,0 0 0 0,0 0 0 16,0 0-160-16,10 4-32 15,-3 2-16-15,0 2 0 0,-3 3-48 0,1-2-16 0,0 2 0 16,-1 1 0-16,0 0-192 0,0-2-48 0,0 2 0 15,1-4 0-15,-1 0-192 0,0-1 144 0,-1 1-144 0,-3-8 128 16,5 6-128-16,-5-6 0 0,8 3 144 0,-8-3-144 16,7 3 0-16,1-3 0 0,-1 0 0 0,1-4 128 15,1 2-128-15,0-5 0 0,0-1 0 0,0-1 0 0,0-1 0 0,0-2 0 16,3-2 0-16,-1 1 0 0,0-4 0 0,2 1-160 16,2 2 160-16,-2-1 0 0,-2 0-128 0,2 0 128 15,-2 1 0-15,-2 3 0 0,-1 5 0 0,-2 2 0 16,-6 4 0-16,0 0 0 0,0 0 0 0,0 0 0 15,0 0 128-15,6 7-128 0,-1 0 256 0,-1 4-32 16,-2 1-16-16,1 1 0 0,-1 0-80 0,1 1-128 16,0 0 176-16,-1 2-176 0,1 0 0 0,2-1 0 15,-1 0 0-15,0-2 0 16,0-3-576-16,0 0-192 0,0-2-16 0,1-1-16 16,1-2-1488-16,2-1-288 0,0-1-64 0,0-3-17920 0</inkml:trace>
  <inkml:trace contextRef="#ctx0" brushRef="#br0" timeOffset="10043.26">8754 1187 23039 0,'0'0'1024'0,"0"0"192"0,0 0-960 0,0 0-256 0,0 0 0 0,0 0 0 16,0 0 4496-16,0 0 864 0,0 0 160 0,0 8 48 16,-2 1-4464-16,2-3-880 0,2 2-224 0,4 0 0 15,-1 1-3152-15,1 0-688 0</inkml:trace>
  <inkml:trace contextRef="#ctx0" brushRef="#br0" timeOffset="10267.48">8957 1286 19343 0,'0'0'848'0,"0"0"192"0,0 0-832 0,0 0-208 0,-6-1 0 0,6 1 0 16,0 0 5520-16,-7 2 1072 0,-3 1 192 0,1 3 64 16,0 1-4048-16,0 2-816 0,-1 2-144 15,-2 0-48-15,-1 4-640 0,0 0-128 0,-2 2-16 0,2 1-16 0,0-1-416 16,3 0-64-16,1-1-32 0,2 1 0 0,3-3-272 0,2 1-48 15,-1-2-16-15,3-2 0 0,3-1-144 16,2-3 0-16,3-1 0 0,2-3 0 0,3 1 0 0,2-1-176 16,0-2 176-16,1-1-192 0,2-2 192 0,-1-2-160 15,1 0 160-15,2-1-160 0,-2-1 32 0,0 3 0 16,2-4 0-16,-2 1 0 16,2-2-1792-16,2 0-336 0,3 0-80 0,-2-2-16 15</inkml:trace>
  <inkml:trace contextRef="#ctx0" brushRef="#br0" timeOffset="11576.39">9741 1023 40031 0,'0'0'1776'0,"0"0"352"0,2-7-1696 0,-1 2-432 0,-1 5 0 0,0 0 0 0,1-3 1424 0,-1 3 208 16,2-2 32-16,-2 2 16 0,0 0 208 0,2 11 32 15,1 4 16-15,-3 2 0 0,1 4-960 0,-1 3-192 16,1 6-32-16,1-1-16 0,-2 4-352 0,-2-1-80 16,1 1-16-16,0-3 0 0,1-4-96 0,0-3-32 15,1 0 0-15,0-4 0 0,1-2-160 0,0 0 0 16,1-4 0-16,1-1 0 0,0-3 0 0,0-3 0 15,-4-6 0-15,5 4 0 0,-5-4 0 0,0 0-224 16,8 2 80-16,-2-4 16 0,1-3-32 0,-1-1 0 16,1-2 0-16,-1-1 0 0,0 0 160 0,-1-5-192 15,1 1 192-15,-1-1-192 0,1-3 192 0,-1-1-208 16,0 1 80-16,0-3 128 0,1 3-192 0,-1-1 192 0,0 1-160 16,0 4 160-16,2 3 0 0,-2 3-144 15,-5 7 144-15,0 0 0 0,0 0 0 0,0 0 0 0,0 0 0 0,6 9-128 16,1 3 128-16,-2 2 128 0,0 1-128 15,1 0 176-15,-1-2-176 0,1 2 0 0,1 0 144 16,1-1-144-16,-1-3 0 0,3 1 0 0,-1 1 0 0,1-4 0 16,2-1 0-16,2-2 0 0,1-2-192 15,0 0 64-15,1 2-224 0,0-5-32 0,-1-1-16 0,2 0 0 16,-1-1 0-16,2-2 0 0,-2-1 0 0,-1-3 0 0,2-2 144 16,-1 0 16-16,-2-1 16 0,1-2 0 15,-1-1 64-15,-2 0 16 0,-1-4 0 0,1 0 0 0,0-2 0 16,-2-1 0-16,-1-3 0 0,1 0 0 15,-3 1 144-15,1 4-208 0,-3 0 80 0,1 3 128 0,-4 5 0 16,-2-1 0-16,-1 5 0 0,1 6 0 0,-5-4 0 0,-2 4 160 16,-1 3 16-16,1 4 0 0,-1 4 80 0,-1 2 32 15,-1 1 0-15,1 5 0 0,2 3-144 0,-1 2-16 16,1-3-128-16,2 1 192 0,1-1-192 0,3-1 0 16,3-1 0-16,2 0 0 0,1-4-224 0,3 1 16 15,1-3 0-15,3-1 0 16,2-3-384-16,1-3-80 0,2-2-16 0,2-4 0 15,2-1-96-15,3-4-32 0,0-2 0 0,1 1 0 16,0-2 192-16,1 0 48 0,-1-1 0 16,0-3 0-16,-2-2 208 0,2-3 48 0,0 0 16 15,-2-1 0-15,-2 0 304 0,0-2 0 0,-4-1 0 0,-3 2 0 0,-2-1 0 0,-4 3 128 16,-4 4-128-16,-3 4 144 0,-1 9 400 0,-7-1 80 16,-3 3 16-16,-4 5 0 0,-3 4 576 0,-3 1 128 0,-2 4 32 15,0 2 0-15,-2 0-544 0,3 1-96 0,1-1-32 16,1-1 0-16,2-2-384 0,4 0-64 15,3-2-32-15,2-3 0 0,0-2-224 0,6-1-192 16,2-7 48-16,0 0 0 16,0 0-928-16,9 5-176 0,1-4-32 0,3-2-16 15,3-1 464-15,1-3 80 0,1-1 32 0,0-2 0 16,1-1-448-16,-2-2-96 0,1 1-16 0,-3-4 0 0,1-1 544 0,-3 2 96 16,-1 0 32-16,-3 1 0 0,-1-1 608 0,0 2 0 0,-4 0 144 0,-2 3-16 0,-1 2 256 0,-1 6 64 15,0 0 16-15,0 0 0 0,0 0 384 0,0 0 80 16,0 0 16-16,-6 3 0 0,-2 4-320 0,2 4-64 15,-1 1-16-15,2 2 0 0,1 0-176 0,1 2-48 16,2-1 0-16,4 2 0 0,2 0-144 0,3-1-48 16,1-2 0-16,3-2 0 0,1-1-128 0,1-5-176 15,0-2 48-15,2-3 0 16,1-1-304-16,1-1-48 16,2-2-16-16,0-3 0 0,1-2-320 0,-1-4-64 0,1 2-16 0,0-1 0 15,-2 1 288-15,1-3 48 0,-3-1 16 0,-2-2 0 0,0-5 544 0,-2 0 0 16,-2-1 0-16,1 0 0 0,-3-5 256 0,0 0 48 15,-1 1 16-15,0 0 0 0,-1-1 208 0,-1 0 48 16,-1 0 16-16,-1 4 0 0,0 2 64 0,-3 2 16 16,-1 2 0-16,0 4 0 0,-1 1 224 0,0 5 64 15,1 7 0-15,0 0 0 0,0 0-64 0,0 0-16 0,-7 6 0 16,-1 3 0-16,3 6-448 0,0 1-96 0,0 5-16 0,1 2 0 16,0 3-320-16,1-1 128 0,2 4-128 15,1 0 0-15,1 1 0 0,2-2 0 0,1 0 0 0,0-1 0 31,0-5-1136-31,0 2-144 0,0-1-16 0,-1-2-16 0,0-2-1008 0,0-2-208 16,1 0-32-16,-3-1-10544 0,0-2-2096 16</inkml:trace>
  <inkml:trace contextRef="#ctx0" brushRef="#br0" timeOffset="11779.39">10941 1160 9215 0,'0'0'400'0,"0"0"96"0,0 0-496 0,0 0 0 0,0 0 0 0,10 2 0 0,5 0 8000 0,-1-1 1520 16,3-2 288-16,2 1 64 0,2-2-7696 0,4 2-1536 15,1-1-304-15,3 0-64 0,1-1-272 0,1 1 160 16,2 0-160-16,1-1 128 0,-3 1-128 0,0 0 0 16,-2-1 0-16,0 1-13664 15,-1-1-2656-15</inkml:trace>
  <inkml:trace contextRef="#ctx0" brushRef="#br0" timeOffset="11975.38">11886 1070 8287 0,'-12'4'736'0,"8"-2"-592"0,-1 3-144 0,0 2 0 15,4 1 8432-15,2 1 1648 16,2 3 336-16,-1 2 64 0,-2-1-7808 0,1 3-1568 15,1 1-304-15,-1-1-64 0,0 1-416 0,2 0-64 0,-2-1-32 0,2-2 0 32,-1-2-1360-32,1-3-272 0,-3-9-48 0,4 9-12304 0,1 0-2480 15</inkml:trace>
  <inkml:trace contextRef="#ctx0" brushRef="#br0" timeOffset="12107.44">11930 946 32255 0,'0'0'2864'0,"0"0"-2288"0,-2-4-576 0,2 4 0 0,0 0 2896 0,0 0 480 16,-4-7 80-16,4 7 32 0,0 0-2352 0,0 0-480 16,0 0-80-16,0 0-32 15,0 0-2064-15,0 0-400 0,0 8-96 0</inkml:trace>
  <inkml:trace contextRef="#ctx0" brushRef="#br0" timeOffset="12460.95">12048 1079 28559 0,'0'0'2544'0,"0"0"-2032"0,4 9-512 0,-2 0 0 0,2 1 4096 15,-1 1 736-15,-1 3 144 0,-2 3 16 0,3 3-2496 0,-2-1-512 16,1 1-112-16,-1-2-16 0,-1-1-992 0,-1-3-208 16,1 1-32-16,0-2-16 0,0-2-368 0,1 0-80 0,-1-2-16 0,1-1 0 15,-1-8-144-15,0 0 160 16,0 0-160-16,0 0 160 0,0 0-160 0,0 0 0 15,0 0 0-15,0 0 0 0,0 0 0 0,0 0 0 0,0 0 0 16,8-4 0-16,0-5 0 0,1 0 0 16,0-3-192-16,3-1 192 0,1-1-208 0,2-2 80 0,4-4 128 15,2 1-208-15,1 1 208 0,1-2-144 0,-1 2 144 16,2 3-128-16,-1 2 128 0,-3 2 0 0,-8 5 0 0,1 4 0 0,-3 1 0 0,-1 1 0 16,0 2 144-16,-2 3-144 15,-1 2 416-15,0 3-32 0,-3 2 0 0,0 2 0 16,0 2-80-16,-2 1-32 0,0 1 0 0,1 0 0 15,-2-1-272-15,0 3 160 0,1-3-160 0,-1 2 128 16,0-5-432-16,0 0-80 0,-1-1-32 0,1 0-16576 16,1 3-3312-16</inkml:trace>
  <inkml:trace contextRef="#ctx0" brushRef="#br0" timeOffset="13083.5">13114 1049 44399 0,'0'0'1968'0,"0"0"400"0,0 0-1888 0,0 0-480 16,0 0 0-16,0 0 0 0,0 0 1072 0,5-5 112 16,2-1 32-16,1 2 0 0,1 1 160 0,3 0 32 15,2 0 16-15,3 1 0 0,4-2-592 0,3 0-112 16,4-1-16-16,2-1-16 0,1 3-400 0,4-3-80 16,3 0-16-16,0-1 0 0,0 1-192 0,0-1 128 15,1 1-128-15,0-1 0 0,0 2 0 0,-1 2 128 16,-1-2-128-16,-3 4 0 0,0-2 0 0,-1 2-256 0,-2 1 48 15,-1 0 16 1,-4 0-928-16,-1 0-176 0,-2 0-48 0,-2 0 0 16,-1 0-1728-16,-2 0-336 0,-2 0-80 0</inkml:trace>
  <inkml:trace contextRef="#ctx0" brushRef="#br0" timeOffset="13381.58">13866 832 51551 0,'0'0'2288'0,"-5"2"464"0,5-2-2208 0,0 0-544 0,0 0 0 0,0 0 0 15,0 0 272-15,0 0-48 0,0 0-16 0,0 0 0 16,0 0 448-16,0 0 96 0,5 4 16 0,4 1 0 0,3 1-384 0,0-2-80 16,1 1-16-16,1 1 0 0,3-1-288 0,2-3 128 15,-1 1-128-15,0 0 0 0,0 1 0 0,1 0 0 16,0-2 0-16,-1-1 0 0,1-1 0 0,0 2 0 16,-3 0-176-16,-1-2 176 0,0 2-192 0,-4-1 64 15,-11-1 128-15,7 4-208 0,-7-4 208 0,0 0 0 16,7 2 0-16,-7-2 0 0,0 0 0 0,0 0 0 15,-2 8 192-15,-3 1-192 0,-4 2 288 0,-3 2-48 16,-2 0-16-16,-1 1 0 0,-3 2-48 0,-4 0-16 16,-3-1 0-16,1 1 0 0,-3 1-160 15,1 0 160-15,-1-2-160 0,2 1 160 16,2-2-496-16,2-1-112 0,1 0 0 0,6-3-16 16,2 0-2256-16,4 0-448 0</inkml:trace>
  <inkml:trace contextRef="#ctx0" brushRef="#br0" timeOffset="17284.16">14984 924 23039 0,'0'0'1024'0,"0"0"192"0,0 0-960 0,1-7-256 16,2-1 0-16,0 4 0 0,-3 4 5200 0,0 0 1008 0,0 0 192 0,0 0 32 16,0 0-4864-16,0 0-976 0,4 6-192 0,-2 4-32 15,-1 4 320-15,-2 6 64 0,-3 5 16 0,-1 1 0 16,-3 0-144-16,-1 1-32 0,-2 3 0 0,1-1 0 15,1-2-272-15,-1-1-48 0,1-1-16 0,2-4 0 16,0-5-112-16,0-2-16 0,2-1-128 0,0-5 192 16,0-2-192-16,5-6 0 0,0 0 128 0,0 0-128 15,0 0 0-15,0 0-128 0,0 0 128 0,-3-6-208 16,3-2-32-16,2-5 0 0,-1-1 0 0,3-5 0 0,1-2-32 0,1-2-16 16,2-2 0-16,3 0 0 0,-1-3 64 0,2-2 16 15,1 1 0-15,0 2 0 0,-1 1 64 0,-1 2 16 16,-1 3 0-16,-1 6 0 0,-1 3 128 15,-2 4-128-15,-6 8 128 0,0 0-128 0,0 0 128 0,0 0 128 16,0 0-128-16,4 9 176 0,0 2 176 0,0 2 32 16,0 2 16-16,1 1 0 0,0 2-160 15,2 2-48-15,0-3 0 0,3 0 0 0,-1 0-64 0,1 1-128 16,2-4 176-16,-2 2-176 0,2-3 0 0,0 1 0 16,1-2-160-16,0-2 160 0,1 0-240 0,1-3 80 15,-1 0 16-15,-2-1 0 0,-1 1-48 0,1-2 0 16,-2-1 0-16,-2 0 0 0,-8-4 32 0,0 0 0 15,0 0 0-15,0 0 0 0,0 0 160 0,0 0 0 16,0 0 0-16,0 0 0 0,0 0 0 0,-6 5 192 16,-3-2-64-16,-2-1 0 0,0 0-128 0,-4-1 176 15,1 0-176-15,-2 2 192 0,-1-3-192 0,-2 1 128 16,-2-1-128-16,0 2 128 0,-3 1-128 0,1-1 0 16,-4 0-160-16,3 0 160 15,2-1-496-15,4 0 0 0,1 1 0 0,2-2 0 16,5-2-2096-16,4 1-416 0,6 1-96 0</inkml:trace>
  <inkml:trace contextRef="#ctx0" brushRef="#br0" timeOffset="17679.98">15582 676 30399 0,'-5'-5'2704'0,"0"-2"-2160"0,1 1-544 0,0 2 0 0,1-3 3568 0,3 7 592 15,0 0 128-15,0 0 32 0,0 0-2320 0,0 0-464 16,0 0-80-16,0 9-32 0,3 4-528 0,1 3-128 16,0 4 0-16,0 3-16 0,1 6-336 0,0 3-64 15,0 5-16-15,0 2 0 0,-1 3-80 0,1-1-32 16,2-3 0-16,0 0 0 0,-1-3-224 0,2 0 176 16,0-5-176-16,0-5 160 0,-2-4-160 0,1-3 0 15,-1-2 144-15,-1-3-144 0,1-5 0 0,-1-2 0 16,-5-6 0-16,0 0 128 0,8 3-128 0,-8-3 0 15,0 0 0-15,7-5 128 0,1-3-128 0,-1-1 144 16,-1-3-144-16,1-2 160 0,-2-3-160 0,1-3 160 16,1-1-160-16,0-3 160 0,-1-6-160 0,1-2 0 15,2-2 144-15,-2-1-144 0,1-3 0 0,-1 2 0 16,1-1 0-16,-2 1 0 0,2 1 0 0,0 2 0 16,-3 2-160-16,2 2 160 15,-2 4-480-15,-3 2 16 0,2 6 0 0,-1 4 0 16,-2 2-1264-16,-1 5-240 0,0 6-48 0,0 0-16 15,0 0-2208-15,0 0-448 0</inkml:trace>
  <inkml:trace contextRef="#ctx0" brushRef="#br0" timeOffset="17913.66">15423 969 20271 0,'-13'3'1792'0,"8"-2"-1424"0,-3-1-368 0,1 0 0 0,7 0 6400 15,0 0 1216-15,0 0 256 0,0 0 32 16,0 0-5728-16,0 0-1136 0,0 0-224 0,11-1-48 16,2-4-128-16,2 1-32 0,2 1 0 0,3-2 0 0,1 0-352 0,2 1-64 15,1 0 0-15,2-1-16 0,0-2-176 0,1 1 0 16,-1-2 0-16,2 1 0 16,-1 3-528-16,1-2-192 0,-2-1-48 0,1 2 0 15,-1 1-1664-15,0 2-320 0,0 0-80 0,0 0-17264 0</inkml:trace>
  <inkml:trace contextRef="#ctx0" brushRef="#br0" timeOffset="18095.95">16137 870 24879 0,'0'0'2208'0,"0"0"-1760"16,0 0-448-16,0 0 0 0,0 0 4848 0,0 0 880 16,0 0 176-16,0 0 48 0,10-1-4384 0,0-2-864 15,0 1-192-15,2 0-16 0,-1-3 208 0,0 1 64 0,2 0 0 0,2 0 0 16,0 0-528-16,1 1-112 15,0-1 0-15,-1 0-128 0,1 0 0 0,0 1-176 16,-3 3 0-16,1 0 0 16,-2-1-2096-16,-2 1-416 0,-2 0-96 0,-8 0-16896 0</inkml:trace>
  <inkml:trace contextRef="#ctx0" brushRef="#br0" timeOffset="18246.59">16199 1049 6447 0,'-17'5'272'0,"12"-1"80"0,5-4-352 0,0 0 0 0,0 0 0 0,0 0 0 0,0 0 8560 0,0 0 1632 15,0 0 336-15,0 0 64 0,9 1-8160 0,1 1-1648 16,1-2-320-16,2-2-64 0,0 1-176 0,4-4-32 16,1-1-16-16,1 1 0 0,1-3-176 0,2 2-272 15,3-1 64-15,0 1 16 16,2-1-3680-16,0 0-736 0</inkml:trace>
  <inkml:trace contextRef="#ctx0" brushRef="#br0" timeOffset="18613.93">16905 787 22111 0,'0'0'976'0,"0"0"208"0,-5 4-944 0,-1-2-240 15,-2 1 0-15,0-1 0 0,0 1 5600 0,0 1 1072 16,0 0 224-16,-2 2 32 0,-3 5-4256 0,0 2-864 16,1 4-160-16,-1-2-48 0,-1 6-624 0,1-1-128 15,1 1-16-15,-1 2-16 0,4-3-336 0,0-1-64 16,1 1-16-16,3-2 0 0,0 0-224 0,2 1-48 15,2-1-128-15,2-4 192 0,3 1-192 0,2-1 0 16,3-4 128-16,3 2-128 0,4-4 0 0,1-2-128 0,2 1 128 0,2-6-208 16,5 1 208-16,2-4 0 0,-1 1 0 15,0-6-144-15,0 1 144 0,0-1 0 0,-2 0 0 0,-2-3 0 16,-2 0 0-16,0 0-192 0,-3-2 64 16,-2 1 0-16,-3-4 128 0,-3-2 0 0,-2 1 0 0,-3-1 0 15,-2-1 0-15,-3 1 0 0,-3 1 0 0,-2-2 128 16,-1 0-128-16,-4-2 128 0,-3 3-128 0,-1 2 128 15,-3-1-128-15,-3 4 0 0,0-1 0 0,-4 2 0 16,1 1 0-16,-1 3 0 0,1 0-176 0,1 3 176 0,-1 0-320 16,3 2 16-16,1-1 16 0,4 2 0 15,3-1-1824-15,4 2-352 0,8 0-80 0</inkml:trace>
  <inkml:trace contextRef="#ctx0" brushRef="#br0" timeOffset="20535.27">6456 3409 10127 0,'0'0'896'0,"-7"-7"-704"0,1-2-192 0,2 1 0 15,4 8 6928-15,-3-9 1360 0,3 9 272 0,0-8 48 0,0 8-6480 0,0 0-1296 16,0 0-256-16,0 0-48 0,0 0 832 0,0 0 176 16,0 0 16-16,0 0 16 0,0 0-256 0,-1 11-48 15,-3 4-16-15,-4 6 0 0,-1 1-464 0,-1 4-80 16,-2 3-32-16,0 0 0 0,-2-3-352 0,1-2-80 16,1 0-16-16,1-2 0 0,-2-2-64 0,1-2-16 15,1-2 0-15,4-3 0 0,0-7-144 0,7-6 0 16,-8 7 144-16,8-7-144 0,0 0 0 0,0 0 0 15,0 0 0-15,0 0 128 0,-6-4-128 0,2-3-128 16,2-2 128-16,2-3-192 0,3-2-64 0,1-3-32 16,0-4 0-16,2-2 0 0,4-2-32 0,-1 0-16 15,1 0 0-15,2 1 0 0,1-5-16 0,0 3 0 16,0 1 0-16,-3 6 0 0,-2 3 96 16,0 4 32-16,-3 3 0 0,-5 9 0 0,0 0 224 0,0 0 0 15,0 0 0-15,0 0 0 0,0 0 304 0,0 0 0 16,0 0 0-16,11 4 0 0,-11-4-32 0,13 5 0 15,-3 0 0-15,1 3 0 0,-1 0-144 0,2 0-128 16,-1-2 144-16,1 2-144 0,-1 0 0 0,2 0 128 16,1 0-128-16,0-1 0 0,2 4 0 0,2-1 0 0,2 2 0 0,-7-3 0 15,0 2 0-15,0-4 0 16,1 3 0-16,1 3 0 0,-2 0 0 0,0 0 0 0,-2 0 0 16,0 0 0-16,-2 0 0 0,-3 1 0 0,1-3 0 0,-2 0 0 15,-1-2 0-15,-1-1 0 0,-3-8 0 0,0 0 0 16,-2 8 0-16,1-1 0 0,-5-1 0 0,-1-1 0 15,1 1 160-15,-4-1-160 0,0 0 160 0,-8 0-160 16,-2-1 160-16,1-1-160 0,-2-2 160 16,-3 0-160-16,-2 1 192 0,0-2-64 0,3-2-128 0,-3 1 192 15,-2 0-192-15,2 1 128 0,1-4-128 0,2 1 0 0,1-1 0 0,2 2 0 16,1-1 0-16,2 2 0 0,2-1 0 16,4 2-256-16,0 0 48 0,11 0 16 15,-8-1-1152-15,8 1-208 16,0 0-48-16,0 0-21440 0</inkml:trace>
  <inkml:trace contextRef="#ctx0" brushRef="#br0" timeOffset="21249.26">7242 3163 18431 0,'4'-20'1632'0,"-1"7"-1312"0,-2-4-320 0,0 1 0 0,2-1 4352 0,-1 4 784 15,0 2 176-15,-1 2 16 0,-1 2-2832 0,0 7-576 16,0 0-128-16,0 0 0 0,0 0-32 0,0 0 0 15,0 0 0-15,-4 10 0 0,0 4-720 0,-1 6-144 16,0 3-16-16,0 6-16 0,-1 1-416 0,1 1-64 16,1 5-32-16,0 0 0 0,2 2-112 0,0-2-32 15,2-2 0-15,2-2 0 0,0-4-208 0,2 0 176 16,0-2-176-16,3-3 160 0,-1-1-160 0,3-1 0 16,2-5 0-16,-1-2 0 0,1-1 0 0,0-5-176 15,1 0 48-15,0-4 0 0,1-3-144 0,0-2-32 16,1-2 0-16,2-1 0 0,1-5 32 0,-1 0 0 15,-1-3 0-15,2-1 0 0,-1-4 16 0,1-1 16 16,1-2 0-16,-1-3 0 0,-1-3-16 0,-1-4 0 16,1-4 0-16,-2 0 0 0,1-5 16 0,4-13 0 15,-2 8 0-15,-4 8 0 0,-4 8 240 0,-1 7-144 0,-1 9 144 0,-4 2-128 16,-3 10 128-16,0 0 256 16,0 0-64-16,0 0-16 0,0 0 496 0,3 14 96 0,-2 3 32 15,-1-1 0-15,0 0-352 0,0 7-80 0,0 3-16 16,0 2 0-16,0 1-160 0,2 1-16 0,-1-5-16 0,0 1 0 15,1-1-160-15,0-2 0 0,2 1 0 0,-1-6 128 16,-2 0-128-16,2-4 0 0,1 1 0 0,-2-1 0 16,1-5-784-1,-1 0-144-15,-2-9-32 0,3 8 0 0,-3-8-1040 0,0 0-224 0,0 0-32 0,0 0-11888 16,0 0-2384-16</inkml:trace>
  <inkml:trace contextRef="#ctx0" brushRef="#br0" timeOffset="21467.87">7021 3102 47167 0,'0'0'2096'0,"0"0"416"0,0 0-2000 0,9-2-512 15,0-2 0-15,4 1 0 0,2-2 0 0,2 1 128 16,3 0-128-16,0 0 0 0,0-1 208 0,3 0 0 15,-1-1 0-15,4 0 0 16,1 2-656-16,1-3-144 0,0 2-32 0,2 0 0 16,-1 0-2832-16,1 1-560 0</inkml:trace>
  <inkml:trace contextRef="#ctx0" brushRef="#br0" timeOffset="21631.71">7624 2948 25791 0,'0'0'2304'0,"0"0"-1856"16,0 0-448-16,0 0 0 0,0 0 4544 0,0 0 832 0,0 0 144 0,0 0 48 15,0 0-3888-15,9 0-768 0,2-1-144 0,4 1-48 16,1 0 320-16,-6 0 64 0,5 0 16 0,2-3 0 0,0 1-656 0,4-2-128 16,2 0-16-16,2-1-16 15,1 1-304-15,1-1 0 0,2-1 0 0,0 1 0 16,-2 1-2144-16,3 3-432 0,1-2-96 0</inkml:trace>
  <inkml:trace contextRef="#ctx0" brushRef="#br0" timeOffset="21843.16">8294 3166 47231 0,'0'0'2096'0,"0"0"416"0,0 0-2000 0,0 0-512 0,0 0 0 0,0 0 0 0,0 0 448 0,8 1 0 16,-8-1 0-16,9 0 0 0,2-1 576 0,0 1 96 15,1-4 32-15,0 1 0 0,1-2-752 0,0 0-144 16,0 0-16-16,3 1-16 0,-1 0-224 0,2 1 0 15,-1 1 0-15,-2 1-160 16,-1-2-1248-16,-2 2-256 0,-4 1-64 0,0 1 0 16,-2 3-3008-16,0 1-624 0</inkml:trace>
  <inkml:trace contextRef="#ctx0" brushRef="#br0" timeOffset="21976.35">8258 3304 43023 0,'0'0'1904'16,"0"0"400"-16,-5 7-1856 0,5-7-448 0,-4 5 0 0,4-5 0 15,0 0 1408-15,0 0 176 0,0 0 32 0,0 0 16 0,0 0-464 0,0 0-80 0,9 3-32 0,2-2 0 16,4-2-672-16,0-2-144 0,4-2-32 0,2-2 0 16,1 1-208-16,4-3 0 0,2-2 0 0,5-1-15872 15,4-1-3088-15</inkml:trace>
  <inkml:trace contextRef="#ctx0" brushRef="#br0" timeOffset="22881.95">9036 3395 15663 0,'0'0'688'0,"0"0"144"0,0 0-656 0,0 0-176 16,0 0 0-16,0 0 0 0,0 0 6640 0,0 0 1296 0,0 0 256 0,0 0 48 15,0 0-5888-15,0 0-1184 0,0 0-224 0,0 0-48 16,0 0-320-16,0 0-48 0,8 7-16 0,-2 0 0 16,-6-7-384-16,6 9-128 0,-2-3 0 0,-4-6 0 15,2 8 0-15,2 1 0 0,0-2 0 0,-4-7 0 16,0 0 0-16,0 6 0 0,-1 2 0 0,1 0 0 0,0-8 0 0,0 9 0 16,0-1 0-16,0-8 0 0,-3 8 0 0,-1-2 160 15,-1-1-160-15,5-5 128 0,0 0 144 0,0 0 32 16,0 0 0-16,0 0 0 0,-5 5 0 0,5-5 0 15,0 0 0-15,0 0 0 0,0 0-96 0,0 0-16 16,0 0 0-16,0 0 0 0,0 0-48 0,0 0-16 16,-6-1 0-16,6 1 0 0,0 0-128 0,0 0 0 15,0 0 0-15,0 0 0 0,0 0 0 0,-3-2 0 16,-1-2 128-16,4 4-128 0,0 0 0 0,0 0 0 16,0 0 0-16,-4-4 128 0,-1-1-128 0,2 1 0 15,0-3 0-15,3 7 0 0,-2-6 0 0,2 6 0 16,0 0 128-16,-2-7-128 0,1 1 0 0,1 6 0 15,-1-6 0-15,1 6 0 0,0 0 0 0,0-5 0 16,-1-1 0-16,1 6 0 0,2-7 0 0,-2 7 0 16,0 0 0-16,4-8 0 0,0 3 0 0,-4 5 0 15,6-5 0-15,1 0 0 0,-1 1 0 0,2 1 0 16,1 1 0-16,1-1 0 0,0-1 0 0,0 1 0 16,2-1 0-16,1 1 0 0,0 0 0 0,3 0 0 15,-3 1 0-15,0-1 0 0,0 1 0 0,-1 0 0 16,-1 1 0-16,0 1 0 0,-3 0 0 0,-8 0 0 0,0 0 128 0,0 0-128 15,0 0 0-15,0 0 0 0,5 6 144 0,-2 2-144 16,-5 0 224-16,0 0-32 0,-4 0 0 0,0 1 0 16,-2 1 32-16,-1 2 0 0,-1 0 0 0,-2-1 0 15,-3 3-48-15,2-1-16 0,0 0 0 16,0 0 0-16,0 0-32 0,2-3-128 0,0 3 192 0,2-2-64 16,0-1-128-16,0 0 128 0,0 2-128 0,1-3 128 15,1 2-128-15,3-2 160 0,2 0-160 0,0-1 160 16,2-8-160-16,0 0 128 0,3 8-128 0,1-1 128 15,1 0-128-15,3-2 0 0,1-1 0 0,2-1 0 0,0-2 0 0,4 0 0 16,0-2 0-16,2 1 0 0,1-1 0 0,2-5 0 16,1 3 0-16,1-3 0 0,-4 0 0 0,2-2-192 15,-1 0 64-15,1-1 128 16,-3 1-1040-16,2 2-96 0,1-1-16 0,0-2 0 16,-1 0-1776-16,1 1-352 0,-1 0-80 0</inkml:trace>
  <inkml:trace contextRef="#ctx0" brushRef="#br0" timeOffset="23317.46">9964 3004 37775 0,'0'0'3360'0,"-5"-2"-2688"15,-1-5-544-15,0 2-128 0,1 0 2528 0,0 1 480 16,-2 0 80-16,1 1 32 0,-2 2-1456 0,0 2-272 15,0 2-64-15,2 1-16 0,-2 1-416 0,-1 3-96 16,-3 2-16-16,-1 6 0 0,-2 4-336 0,-1 3-80 16,0 2-16-16,-1 3 0 0,0 2-128 0,4 3-32 15,0 1 0-15,3-1 0 0,3-1-192 0,3-2 176 0,3-3-176 16,2 0 160-16,2-4-160 0,4-1 0 0,2-2 0 0,4-3 0 16,4-6 0-16,2-1 0 0,1-4-128 0,2 1 128 0,1-5-128 15,3 0 128-15,2-4-160 0,1 0 160 0,1-5 0 0,0 1 0 16,-1-4-128-16,0 0 128 15,-3-2-448-15,-1-1-64 16,-2-1 0-16,-2-2 0 0,-4 1 512 0,0-6 0 0,-4 0 0 16,-1-1 0-16,-3-4 0 0,-1 0 0 0,-2-2 0 0,-2 0 0 0,-2-2 0 0,-4 1 0 15,-2-1 128-15,-1 0-128 0,-1 0 0 0,-3 3 0 16,-2-2 0-16,-2 5-192 0,-4 5 192 16,-2 2 0-16,-2 1 0 0,0 3 0 15,0 1-512-15,-1 2-64 16,1 3-16-16,0 5 0 0,-1 2-864 0,1 2-160 0,-1 5-48 15,2 3 0-15,2 1-1904 0,1 5-384 0,2 3-80 0,-1 3-13376 0</inkml:trace>
  <inkml:trace contextRef="#ctx0" brushRef="#br0" timeOffset="23541.96">9953 3270 29487 0,'0'0'2624'0,"0"0"-2112"0,0 0-512 16,0 0 0-16,0 0 4080 0,1 8 704 0,0 3 144 16,0-1 16-16,2 4-2752 0,0 2-544 0,-1 1-112 0,1 0-32 15,1-1-768-15,0 0-160 0,1 1-16 0,0 0-16 16,0-1-400-16,1 0-144 0,-1 1 0 0,1-3 144 31,3 0-848-31,-1 1-192 0,1-5-16 0,1 0-16 0,0 0-1840 16,2-3-368-16,2 0-80 0</inkml:trace>
  <inkml:trace contextRef="#ctx0" brushRef="#br0" timeOffset="23993.83">10342 3407 48143 0,'0'0'2128'0,"0"0"448"0,0 0-2064 0,0 0-512 0,0 0 0 0,0 0 0 0,7-2 768 0,-7 2 32 15,8-4 16-15,1 1 0 0,0-1 272 0,0 0 48 16,-2 2 16-16,-7 2 0 0,0 0-640 0,10-3-128 15,0 2-32-15,0-1 0 0,0 1-160 0,-10 1-48 16,9 0 0-16,-9 0 0 0,0 0 0 0,9 4 0 16,-9-4 0-16,6 7 0 0,-6-7-16 0,0 0 0 15,-2 7 0-15,0 3 0 0,-4-1 0 0,1 1 0 16,-1-1 0-16,-1 2 0 0,2-5 16 0,0 2 0 16,-1 0 0-16,1 0 0 0,0-1-144 0,2 1 0 15,1-1 0-15,2-7-176 0,0 0 176 0,0 0 0 16,1 6 0-16,-1-6 128 0,4 8-128 0,0-1 0 15,-4-7 0-15,6 6 0 0,-6-6 0 0,11 7 0 0,1-5 0 16,1 2 0-16,0 0 0 0,-2 0 0 0,2 0 0 16,1 1 0-16,-3-2 0 0,1 1 0 0,0-2 0 15,-3 2 96-15,0 0-96 0,0 1-192 0,-1 2 192 0,-2 1-208 16,0-4 208-16,-4 2 0 0,0 3 0 16,-1-2 0-16,-1-1 0 0,-1 2 0 0,1 1 0 0,-4-1 0 15,-3 0 160-15,-1 1-160 0,-2 0 128 0,-2 1-16 0,-1 0-112 16,-3-3 0-16,0 1 0 0,-3 0 0 0,1-1 0 0,1-1 0 15,-1-1 0-15,1 1 0 16,-1-3 0-16,2 0 0 0,2 0 0 0,1-3-160 16,3-3-688-16,1 3-144 15,3-4-32-15,6 4 0 0,0-8-2400 0,4-1-480 0,2-3-112 0</inkml:trace>
  <inkml:trace contextRef="#ctx0" brushRef="#br0" timeOffset="24192.64">10989 3189 46991 0,'0'0'4176'0,"0"0"-3344"15,0 0-656-15,0 0-176 0,8-1 1616 0,1 0 304 16,-9 1 48-16,12-3 16 0,-1 1-1024 0,4-1-208 16,0 0-48-16,2 1 0 0,2-2-256 0,0 0-64 15,2 0-16-15,1 0 0 0,0 0-96 0,3 2-16 16,0-1 0-16,0 0 0 0,-1 0-256 0,0 3-144 15,-1-4 16-15,1 1 0 16,-2 0-2432-16,-1 2-464 0,0 1-112 0</inkml:trace>
  <inkml:trace contextRef="#ctx0" brushRef="#br0" timeOffset="25726.04">11670 3465 8287 0,'0'0'736'0,"0"0"-592"0,0 0-144 0,0 0 0 0,0 0 4912 15,0 0 944-15,0 0 192 0,0 0 32 0,9-2-3264 0,-1 1-640 16,-8 1-144-16,9-1-32 0,0-2 0 0,0 0 0 16,0 2 0-16,0-1 0 0,0 0-848 0,2 0-192 15,-1-1-16-15,3 0-16 0,0 2-208 0,2 1-32 16,-1-3-16-16,0 1 0 0,2 1-304 0,-2-1-64 15,-1 1-16-15,-2 1 0 0,-2 0-288 0,-1 1 160 16,-2 1-160-16,-6-2 128 0,0 0 64 0,4 7 0 16,-3 3 0-16,-2 0 0 0,-3 0 288 0,-2 3 64 15,-3 3 16-15,-5 1 0 0,-1 0-48 0,-2 1 0 16,-3 0 0-16,-1 1 0 0,1-2-112 0,-1 0-16 0,1-2-16 16,2 0 0-16,2-2-128 0,3-3-32 15,2-1 0-15,1-2 0 0,4-3-208 0,6-4 176 16,0 0-176-16,0 0 160 0,0 0-160 0,0 0 0 15,9 2-160-15,5-2 160 0,3-2-256 0,2-2 32 16,0-2 16-16,6-1 0 16,1-2-880-16,1-2-192 0,2 1-16 15,1-6-16-15,1 0-1952 0,1-1-400 0,-1-1-80 0</inkml:trace>
  <inkml:trace contextRef="#ctx0" brushRef="#br0" timeOffset="26235.48">12191 2952 21183 0,'-1'-5'1888'0,"-1"-2"-1504"0,0 1-384 0,1-3 0 16,1 4 5392-16,0 5 1008 0,0 0 208 0,0 0 48 0,0 0-4096 15,0 0-800-15,0 0-160 0,0 0-48 0,5 9-272 0,-1 5-48 16,-2 4-16-16,1 4 0 0,-1 6-528 0,1 1-112 16,0 2-32-16,-1 0 0 0,2-1-224 0,0-1-64 15,1-2 0-15,2 1 0 0,-1-6-96 0,4-1-32 16,-3-4 0-16,1-3 0 0,0-2-128 0,-2-3 0 15,1-1 0-15,0-2 0 0,-1-3 0 0,-6-3 0 16,8-2 0-16,0 1 0 0,-8 1 0 0,6-5 0 16,1-2 0-16,-1-2 0 0,1-3 0 0,-2-1 0 15,0 0 0-15,0-1 0 0,2-5 0 0,-1-1 0 16,0-2 0-16,0-3 0 0,1-1-128 16,1-3 128-16,-1-1 0 0,0 0 0 0,1 0 0 0,1 4 0 15,0 4 0-15,-1 4 0 0,0 1 0 0,-1 4 0 16,0 4-144-16,-2 3 144 0,-5 6 0 0,0 0 0 15,8 4 0-15,0 3 0 0,-2 2 0 0,3 4 0 0,1 3 0 16,0 2 0-16,2 0 144 0,-1 2-144 0,1-1 128 16,1 1-128-16,0-1 192 0,3 1-64 0,0-4 0 15,1-2 0-15,-1-1-80 0,3-5-48 0,-1 1 0 0,-2-3 0 16,1 1 0-16,-1-6 0 0,0-1 0 0,0-1 0 16,-1-2 0-16,0-1-160 0,-1-2 160 0,-1-2-128 15,0-1 128-15,-1 0-128 0,-2-2 128 16,1 0-128-16,-2-4 128 0,-1 1 0 0,1 1 160 0,-3-5-160 15,0 0 144-15,-1-2-144 0,-1-1 128 0,0 2-16 16,0-1-112-16,-2 0-240 0,1 1 80 0,-1-1 16 16,1 1-816-1,-2 1-176-15,1 1-16 0,-1 2-15472 0,-1 2-3088 0</inkml:trace>
  <inkml:trace contextRef="#ctx0" brushRef="#br0" timeOffset="26426.61">11979 2719 33167 0,'0'0'2944'0,"0"0"-2352"0,-4-1-464 0,4 1-128 0,0 0 4480 0,5-6 864 16,3 2 176-16,1 0 48 0,3 2-4480 0,2-3-880 16,2-2-208-16,6 1 0 0,2-2 176 0,5 0 16 15,4-1 0-15,1 2 0 16,5-3-1024-16,1 1-192 0,3-2-32 0,0 1-14256 15,-1 0-2864-15</inkml:trace>
  <inkml:trace contextRef="#ctx0" brushRef="#br0" timeOffset="26589.34">12727 2599 39615 0,'0'0'3520'0,"0"0"-2816"16,0 0-560-16,0 0-144 0,0 0 2128 0,8-1 400 15,1-2 80-15,1 0 16 0,3 1-1632 0,0-1-320 16,3-1-64-16,1 0-16 0,1 0-112 0,3-1-32 0,3 0 0 0,2 0 0 15,0 1-448-15,0-3 0 0,0 3 0 0,-1 2 0 16,-1 2-2496-16,0 2-384 0,-1 4-64 0</inkml:trace>
  <inkml:trace contextRef="#ctx0" brushRef="#br0" timeOffset="27070.05">13194 3100 4607 0,'0'0'400'0,"0"0"-400"0,0 0 0 0,0 0 0 0,0 0 9136 0,0 0 1744 16,0 0 336-16,0 0 80 0,10 1-8064 0,0 0-1616 16,1-1-320-16,-1-1-64 0,2 0 32 0,0-3 0 15,0 1 0-15,-1 0 0 0,0 1-704 0,-3 0-144 16,-1-1-32-16,1 1 0 0,-8 2-96 0,0 0-32 16,0 0 0-16,0 0 0 0,0 0 0 0,0 0 0 15,0 0 0-15,0 0 0 0,0 0 0 0,0 0 0 16,-2 8 0-16,-1 0 0 0,-1 0-96 0,-1 0-32 15,0-1 0-15,-1 0 0 0,0-2-128 0,1 2 0 16,-1-1 0-16,1 1 128 0,1-1-80 0,2 2-48 16,2-8 0-16,-3 7 0 0,3-7 0 0,0 7 0 15,1 0 0-15,-1-7 0 0,6 9 0 0,-1-1 0 0,0-2 0 16,3 1 0-16,1-1 0 0,1 1 0 0,1 1 0 0,1 0 0 16,1-5 0-16,0 3 0 0,1-2 0 0,2 1 0 15,-1 0 0-15,2 2 0 0,0-1 0 0,-1 1 0 16,-2-1 0-16,1 1 0 0,-2 0 0 0,1 3 0 15,-2-4 0-15,-2 3 0 0,-1-2 0 16,-1 1 0-16,-1-1 0 0,-4 1 0 0,1-1 0 0,-2 1 0 0,-4 1 0 16,0 1 0-16,-1-2 0 0,1 1 0 15,-5-1 0-15,-1 0 0 0,-1-1 0 0,-3 3 0 16,1-3 0-16,-4 1 0 0,0 1 0 0,-2-1 0 16,-2-1 0-16,0-1 0 0,-2-1 0 0,-1 1 0 0,0-2 0 15,-2 1 0-15,1 0 0 0,1-2 0 0,-1-3 0 16,4 0 0-16,-1 0 0 0,3 0 0 0,2 0-288 0,3 0-48 15,3 0-16-15,4 0-16912 16,5 0-3376-16</inkml:trace>
  <inkml:trace contextRef="#ctx0" brushRef="#br0" timeOffset="29092.24">18934 1034 33167 0,'0'0'2944'0,"0"0"-2352"0,0 0-464 0,0 0-128 0,0 0 2752 0,12-6 544 16,1-1 96-16,2 3 32 0,4 3-2176 0,-1 0-432 16,0-2-96-16,3 1-16 0,5 0 256 0,3 0 64 15,2 0 0-15,3 0 0 0,1-2-608 0,3 0-112 16,-3-1-32-16,4 1 0 0,3-1-272 0,-3-1 128 15,0 1-128-15,-10 0 0 0,3 0 0 0,4 0 0 16,1-1 0-16,5 0-192 16,1-1-1984-16,1-2-400 0,1 5-80 0,-2-1-11296 15,0 1-2272-15</inkml:trace>
  <inkml:trace contextRef="#ctx0" brushRef="#br0" timeOffset="29326.82">19977 912 38879 0,'-17'4'1728'0,"8"-3"336"0,-2 0-1648 0,0 1-416 0,-2 0 0 0,0 1 0 0,1 1 1632 0,1-3 240 15,1 4 48-15,2-2 16 0,2 1-400 0,6-4-64 0,0 0-32 0,0 0 0 16,0 0-800-16,0 0-144 0,2 8-48 0,2-2 0 16,1 1-304-16,3-1-144 15,3 1 128-15,2-2-128 0,1 0 0 0,0-1 0 0,1 0 0 0,-1 0 0 16,-1 0-192-16,-1 2 48 0,-2-2 0 0,-2 1 0 16,-1 1-64-16,-4 0-16 0,0 1 0 0,-2 1 0 15,-3-1 224-15,-2 1-144 0,-4 4 144 0,-2 1-128 16,-3 4-64-16,-2-3-16 0,-2 2 0 0,0 0 0 15,2-1-1040-15,2 0-208 0,-2-2-32 0,6-3-12544 16,4 4-2512-16</inkml:trace>
  <inkml:trace contextRef="#ctx0" brushRef="#br0" timeOffset="29754.91">20389 1328 14735 0,'-7'2'1312'0,"-1"1"-1056"16,-1-6-256-16,3 3 0 0,6 0 8064 0,0 0 1568 16,0 0 304-16,0 0 64 0,0 0-7312 0,0 0-1456 0,0 0-288 0,0 0-64 15,0 0-256-15,10 0-48 16,1-1-16-16,-1 0 0 0,3-1-400 0,2 2-160 0,0-2 128 15,2 1-128-15,0-1 128 0,0 1-128 0,-1-4 128 0,-2 3-128 16,0 1 0-16,-1 2 0 0,-1 1 128 0,-3-1-128 16,-9-1 0-16,8 4 128 0,-8-4-128 0,0 0 128 15,4 6 64-15,-3 1 0 0,-2 1 0 0,-3 1 0 16,-2 1 64-16,-2 3 0 0,-3 2 16 0,0 3 0 16,-4-4-112-16,0 3-32 15,0 2 0-15,0-1 0 0,-1 0-128 0,2-4 0 0,1 2 144 0,2-3-48 0,2-1-96 16,1 0 0-16,3-3 0 15,1-2 0-15,3 1 0 0,1-1 0 0,0-7 0 0,4 6 0 0,1 1 0 0,3-2 0 16,1-1 0-16,1 0 0 0,2-3 0 0,2-1-240 16,3-1 80-16,0 0 16 15,0-5-720-15,3 1-144 0,1-3-16 16,1-1-16-16,3-3-1456 0,-1-1-272 0,0-2-64 0,1-1-18640 0</inkml:trace>
  <inkml:trace contextRef="#ctx0" brushRef="#br0" timeOffset="30243.03">21060 879 14735 0,'0'0'1312'0,"0"0"-1056"16,-4-1-256-16,4 1 0 0,0 0 7824 0,0 0 1520 16,-4 7 288-16,-1 2 64 0,0 2-6736 0,-3 2-1344 15,2 6-272-15,-1 4-48 0,-1 5-416 0,0 1-96 0,1 5-16 0,1 0 0 16,3 0-400-16,0-1-96 0,0-2-16 0,2-4 0 15,0-3-256-15,2-5 0 16,0-2 0-16,2-2 0 0,0-4 256 0,0 0 0 0,1-2 0 16,-1-2 0-16,-3-7-448 0,0 0-112 0,0 0-16 0,0 0 0 15,8 1 320-15,0-2 0 0,-1-2 0 0,1-1 144 16,0-5-144-16,0-2 0 0,0-2 0 0,0-1-176 16,-1-2 176-16,3-2-128 0,-1-3 128 0,0-2-128 15,-1-1 128-15,2-3 0 0,2 1 0 0,-1 1 0 16,1 2 0-16,-3 2 0 0,-2 5 0 0,-1 6 0 15,0 2 0-15,-6 8 0 0,0 0 0 0,0 0 0 0,0 0 128 16,6 10 48-16,-2 5 16 0,0 2 0 0,-1 4-192 0,0 1 128 16,0 2-128-16,0 1 128 0,2-1-128 15,3-1 0-15,1-2 0 0,4-3 128 0,0-1-128 0,3-1 0 16,0-3 0-16,0-3 0 0,1-1 0 16,-1-2 0-16,-1-3 0 0,1-1 0 15,0-3 0-15,-1-2 0 0,0 0 0 0,-2-1 0 16,-2-2 0-16,0-2 0 0,-2-1 0 0,-1-1 0 0,0-1 0 15,-2-1 0-15,1-3 0 0,-2-2 0 0,0-2 0 0,0-1 192 16,-1-2-64-16,0 0 0 16,0-1-496-16,0 1-96 0,1-3-32 0,0 1 0 15,-1 1-752-15,0 2-160 0,0 3-16 0,0 3-14656 16,0 2-2928-16</inkml:trace>
  <inkml:trace contextRef="#ctx0" brushRef="#br0" timeOffset="30422.98">20900 831 42383 0,'0'0'3776'0,"0"0"-3024"0,0 0-608 0,0 0-144 15,0 0 2288-15,6-5 416 0,5 0 96 0,1 1 16 16,2 1-2256-16,3-1-560 0,4 0 0 0,3 0 0 16,3-1 192-16,3-1-192 0,3-1 192 0,1 1-192 15,-2 2-512 1,2 0-192-16,2 0-64 0,-1-1 0 0,-2-2-2912 15,2 1-592-15</inkml:trace>
  <inkml:trace contextRef="#ctx0" brushRef="#br0" timeOffset="30589.02">21586 735 48143 0,'-12'6'1056'0,"12"-6"224"0,0 0 32 0,0 0 48 0,0 0-1088 0,0 0-272 0,0 0 0 0,0 0 0 0,0 0 704 0,8 3 64 15,-2-1 32-15,3-2 0 0,2 0-48 0,2-4-16 16,2 2 0-16,2-1 0 0,2 2-544 0,0 0-192 15,-2 1 144-15,3 0-144 16,1 0-736-16,-1 0-224 0,1 1-64 0,-1 3 0 16,-2-2-2784-16,-1 5-560 0</inkml:trace>
  <inkml:trace contextRef="#ctx0" brushRef="#br0" timeOffset="31006.53">21797 1221 26719 0,'0'0'2368'0,"0"0"-1888"16,0 0-480-16,6 5 0 0,3-2 3760 0,1-1 656 16,-3 0 128-16,1-1 16 0,1 0-1872 0,1-1-368 15,0 0-80-15,0 0 0 0,1-1-896 0,-1 0-160 0,2-2-32 16,-2 2-16-16,0-1-624 0,-3 2-112 0,1 2-16 0,-8-2-16 16,0 0-112-16,0 0 0 0,0 0-16 0,0 0 0 15,0 0 16-15,0 0 16 0,-4 5 0 0,-1 1 0 16,-3 2-112-16,0 0-32 0,1-1 0 0,-1-1 0 0,0-1-128 15,1 1 0-15,2-1 0 0,5-5 112 0,-4 5-112 0,4-5 0 16,0 0 0-16,2 8 0 16,-2-8 0-16,5 8 0 0,1-2 0 0,2 2 0 0,1-2 0 0,3 1-128 15,0-3 128-15,1 1 0 0,-1 0 0 0,-1 1 0 16,1-1 0-16,-2 0 0 0,2 1 0 16,-3 2 0-16,-1-2 0 0,0 0 0 0,0 1 0 0,0-1 0 15,-3 1 0-15,-1-1 0 0,-2 1 0 0,1 0 0 16,-3 1 0-16,-1 0 0 15,-3-1 0-15,-2-1 0 0,0 3 0 0,-2 0 128 0,-5 1-128 0,-1-1 0 16,-3 0 0-16,0 0 0 0,-1 0 0 0,-1-1 0 16,0 0 0-16,-1-1 0 0,1 0 0 0,0 0 0 15,1-6 0-15,3 1 0 16,-1 1-784-16,2-3-160 0,3-3-16 0,5 1-16 16,2 1-2624-16,4-7-528 0</inkml:trace>
  <inkml:trace contextRef="#ctx0" brushRef="#br0" timeOffset="31194.99">22344 1072 41471 0,'0'0'3680'0,"0"0"-2944"15,0 0-592-15,0 0-144 0,0 0 3280 0,10-1 624 0,-1 1 128 16,0 0 32-16,-9 0-3040 0,12 0-624 0,-1 0-112 0,2 0-32 16,2 1 16-16,0 1 0 0,1-1 0 0,1 1 0 15,0 2-272-15,1 0 0 0,-2 0 0 0,1 1 0 31,0 2-1120-31,0-2-128 0,-4 3-32 0,-2 0 0 0,0 1-2592 0,0-3-528 0</inkml:trace>
  <inkml:trace contextRef="#ctx0" brushRef="#br0" timeOffset="31341.85">22443 1306 37775 0,'-18'1'1664'0,"12"0"368"0,1 2-1632 0,5-3-400 0,0 0 0 0,0 0 0 0,0 0 3584 0,0 0 640 16,0 0 128-16,0 0 32 0,0 0-2992 0,6 2-608 15,3 1-112-15,4-3-32 0,3-1-640 0,3-2 0 16,5-1 0-16,2 2 0 16,3-4-1856-16,3 0-336 0,6-1-80 0</inkml:trace>
  <inkml:trace contextRef="#ctx0" brushRef="#br0" timeOffset="31908.78">23755 642 37775 0,'0'0'3360'0,"0"0"-2688"0,0-5-544 0,1-2-128 0,1 1 2272 15,-2 6 416-15,0 0 96 0,7-5 16 0,4 1-1360 0,-11 4-272 16,0 0-48-16,0 0-16 0,0 0 128 0,0 0 32 15,0 0 0-15,-1 5 0 0,-5 3-672 0,2 1-128 16,-1 5-16-16,1 3-16 0,2 1-256 0,-2 6-48 16,0 1-128-16,1 3 192 0,1 5-192 0,2 5 0 15,1 5 0-15,2 4 0 0,-1 2 0 0,3 6 0 16,1 2 0-16,0-1 0 0,2-2 0 0,0-1 0 16,0-2 0-16,-1 0 144 0,0 0-144 0,-3 0 0 15,1-4 0-15,-2-2 0 0,-3-2 0 0,-2-2 0 16,0-5-176-16,-3-2 176 0,-1-4 0 0,-1-4 0 15,-3-6 0-15,0-2 0 0,-2 0 0 0,-1-5 0 16,-2-1 0-16,-2-3 0 0,-2 0 0 0,-1-4 0 16,-3-2 0-16,0 0 0 0,-3-1 0 0,2 0 0 0,1-2 0 15,1-2 0-15,2-2 128 0,2-1 64 0,0 0 16 0,2 0 0 16,3 1-144-16,3 1-64 16,0-2 0-16,5 1 0 15,1-1-800-15,2 0-160 0,2 5-16 0,0 0-16 16,10-6-2672-16,4 4-544 0,5 2-96 0</inkml:trace>
  <inkml:trace contextRef="#ctx0" brushRef="#br0" timeOffset="32324.19">23407 2231 18431 0,'0'0'816'0,"0"0"160"0,0 0-784 0,0 0-192 15,0 0 0-15,0 0 0 0,3 7 7440 0,-1 2 1456 16,-1 1 272-16,1 1 64 0,-1 2-6192 0,0-1-1248 16,2 3-240-16,0 2-48 0,-1 0-928 0,2 1-176 15,0 1-32-15,0-1-16 0,1-1-352 0,2-2 0 16,-1 1 0-16,1 0 0 0,-1-1 0 0,1-2 0 15,-1-2 0-15,1-2 0 0,-1-1 0 0,0-2 0 16,-6-6 0-16,6 4 0 0,1-3 0 0,-1-1 256 16,1-1-64-16,0-1-16 0,3-2-176 0,-3-2 0 15,1-1 0-15,0-1 0 0,1-4 0 0,0 0 0 16,2-1 128-16,-2-2-80 0,1-2-48 0,-1-2 0 0,2 0 0 16,-2-3 0-16,1-4 0 0,1-2 0 0,1 0 0 15,-2 0 0-15,-1 0 0 0,0 0 0 16,3 2 0-16,-3 3 0 0,0 0-704 15,-1 5-144-15,0 4-32 0,-3 3 0 0,-1 2-1168 16,0 4-256-16,-4 5-32 0,0 0-12784 0,0 0-2560 0</inkml:trace>
  <inkml:trace contextRef="#ctx0" brushRef="#br0" timeOffset="32559.28">23288 2363 54655 0,'0'0'2432'0,"0"0"480"0,-4-3-2336 0,4 3-448 0,0 0-128 0,0 0 0 0,0 0 448 0,0 0 80 15,0 0 16-15,10-6 0 0,1 1-32 0,4-1-16 16,-1 1 0-16,4 0 0 0,3 1-496 0,4 0 128 16,1 2-128-16,3-1 0 0,2-2 0 0,-1 1 0 15,0-3 0-15,0-1 0 0,1 3-256 0,-1 0-112 16,-1 0-16-16,-2-2 0 15,-1-2-2048-15,0 3-432 0,-1 0-80 0</inkml:trace>
  <inkml:trace contextRef="#ctx0" brushRef="#br0" timeOffset="33041.99">23814 2552 9215 0,'0'0'816'0,"0"0"-656"0,0 0-160 0,0 0 0 16,0 0 1536-16,0 0 256 0,0 0 64 0,0 0 16 15,0 0 144-15,0 0 32 0,0 0 0 0,0 0 0 16,0 0 1008-16,0 0 208 0,-3-5 32 0,3 5 16 16,0 0-208-16,0 0-32 0,-3-4-16 0,3 4 0 0,0 0-976 15,0 0-192-15,0 0-32 0,0 0-16 0,0-7-768 0,0 7-160 16,2-6-16-16,-2 6-16 0,0 0-368 0,5-5-80 15,3 1-16-15,0 0 0 0,-8 4-224 0,9-4-64 16,1 0 0-16,1 1 0 0,-11 3-128 0,13 0 0 16,2-2 0-16,1 0 0 0,0 1 0 0,2 0 0 15,-2-2 128-15,-1 3-128 0,-2 3 0 0,0-2 0 16,-1 2 0-16,-12-3 0 0,9 2 0 0,-9-2 0 16,0 0 0-16,0 8 0 0,-1 1 0 0,-3 2 0 15,-5 0 144-15,-3 1-144 0,-2 0 160 0,-2 0-32 16,0-1-128-16,1 1 192 0,0 0-192 0,1 1 176 15,1-3-176-15,1 1 160 0,2-2-112 0,2-1-48 16,0 0 0-16,2-2 0 0,0-1 0 0,6-5 0 16,0 0 0-16,0 0 0 0,0 0 0 0,4 9 0 0,3-5 0 15,1 0 0-15,1-3 0 0,4-1 0 0,3-1 0 0,-1 0 0 16,5-2 0-16,1-1 0 16,1 0 0-16,-1-1-160 15,1 0-256-15,0 0-48 0,1-2-16 0,0 1 0 16,-3-2-1504-16,1 0-288 0,0 0-64 0</inkml:trace>
  <inkml:trace contextRef="#ctx0" brushRef="#br0" timeOffset="33635.4">23739 757 15663 0,'0'0'1392'0,"0"0"-1120"0,-7-2-272 0,0 0 0 16,1-3 5440-16,2 3 1040 0,4 2 208 0,0 0 32 15,-2-5-3936-15,2 5-800 0,2-5-144 0,0-3-48 0,2 0-768 16,1 0-144-16,1-1-48 0,0 0 0 0,1-1-384 0,2 1-96 15,0-2-16-15,1 1 0 0,1-2-160 0,0 2-48 16,1-2 0-16,1 0 0 0,-1 2-128 0,0 1 0 16,-1 1 0-16,0 1 0 0,-2 2-384 0,-1 0-16 15,-2 1 0-15,0-1 0 16,1 1-816-16,2 1-144 0,2-1-48 0,-1 2-12400 16,2 0-2480-16</inkml:trace>
  <inkml:trace contextRef="#ctx0" brushRef="#br0" timeOffset="34189.79">23724 175 30399 0,'0'0'2704'0,"0"0"-2160"0,0 0-544 0,0 0 0 0,0 0 3520 0,0 0 608 16,0 0 112-16,0 0 32 0,0 0-2304 0,-3 8-464 15,2 1-96-15,1 3 0 0,1 4-512 0,2-1-112 16,-2 1-16-16,2 0 0 0,2 0-448 0,-1 3-80 16,0-1-32-16,0 0 0 0,0 1-80 0,1-1-128 15,0 0 176-15,0-1-176 0,0-3 144 0,1-1-144 16,-1-2 0-16,0-1 144 0,-1-3-16 0,-4-7 0 15,0 0 0-15,0 0 0 0,6 2 96 0,-6-2 16 16,0 0 0-16,8-2 0 0,0-2-240 0,-1-3 144 16,-2-2-144-16,0 0 128 0,0-4 208 0,0-1 48 15,-1-2 0-15,2-1 0 0,-1-1-384 0,3 0 0 16,1-3 0-16,-3 1 0 0,1 1 0 0,-1-1 0 16,2 0 0-16,1 1 0 0,0 1-176 0,1-2 0 15,-4 2 0-15,2 1 0 16,-2 4-672-16,0 2-144 0,-2 4-32 0,-2 0 0 15,1 2-1392-15,-3 5-272 0,0 0-64 0,0 0-18192 0</inkml:trace>
  <inkml:trace contextRef="#ctx0" brushRef="#br0" timeOffset="34392.76">23708 299 17503 0,'-8'0'1552'0,"2"0"-1232"16,-1-2-320-16,7 2 0 0,0 0 7568 0,0 0 1456 15,0 0 304-15,0 0 48 0,0 0-6976 0,0 0-1392 16,9-4-288-16,3 0-48 0,1 0-416 0,3 1-64 16,1-3-32-16,2 0 0 0,3 1-160 0,-1 3 0 15,1-4 0-15,2 1 0 16,1 3-912-16,-2-1-112 0,2 2-32 0,0 1 0 16,-2 0-2544-16,1 1-512 0</inkml:trace>
  <inkml:trace contextRef="#ctx0" brushRef="#br0" timeOffset="34774.41">24000 350 21183 0,'-10'1'944'0,"4"-1"192"16,1-1-912-16,5 1-224 0,0 0 0 0,0 0 0 0,0 0 5920 0,0 0 1136 15,0 0 240-15,0 0 32 0,11-5-5152 0,2-2-1040 16,1 1-208-16,3 1-32 0,3 1-592 0,-1 1-112 16,-1 2-32-16,-1 1 0 0,-1-4 96 0,-3 2 0 15,-3 1 16-15,-2 1 0 0,-8 0 208 0,0 0 32 16,0 0 16-16,0 0 0 0,0 0 0 0,0 0 0 15,0 0 0-15,0 0 0 0,-5 7-176 0,0-2-32 0,0 1-16 0,-2 1 0 16,-2-2-176-16,0 2-128 0,0-1 144 0,1-1-144 16,0 2 0-16,2-1 128 0,0 0-128 0,2 0 0 15,4-6 0-15,-2 4 0 0,2-4 0 0,0 9 0 16,2-2 0-16,4 2 0 0,-1 0 0 0,1-1 0 16,4-2 0-16,0 2-128 0,2 1 128 0,-2-1 0 0,1 1 0 15,0 0 0-15,0 0 0 0,-2 1 0 16,-1 0 0-16,1-2 0 0,-3-3 0 0,-2 2 0 0,-1-1 0 15,-1 1 0-15,-2-7 0 0,-1 9 0 0,-3-1 304 16,-1-1-48-16,-2 0 0 0,-4 1 0 0,-1 0-80 16,-2 1-32-16,-3 0 0 0,0-1 0 0,0 1-96 15,0-3-48-15,0-1 0 0,1 1 0 0,1 0-128 0,0 1-32 16,2-1 0-16,3 1 0 16,-1-1-1216-16,4-2-240 0,1 3-48 0,4 1-14640 15,0 1-2912-15</inkml:trace>
  <inkml:trace contextRef="#ctx0" brushRef="#br0" timeOffset="35240.75">24321 1077 38991 0,'0'-11'1728'0,"1"4"352"0,0-1-1664 0,1 1-416 0,-2 0 0 0,0 7 0 0,0 0 2208 0,0 0 352 16,0 0 80-16,0 0 16 0,0 0-624 0,-2 10-128 16,0 5-32-16,1 4 0 0,-2 2-1120 0,0 4-240 15,2 4-32-15,-2 1-16 0,3 1-240 0,0 0-48 16,0 1-16-16,2-4 0 0,-1-2-160 0,2-1 0 15,-1-3 0-15,1-1 0 0,-1-1 0 0,1-6-144 16,0-1 0-16,-2-3 0 16,0-2-688-16,-1-8-144 0,0 0-32 0,0 0 0 15,0 0-1360-15,0 0-288 0,0 0-48 0,0 0-18336 0</inkml:trace>
  <inkml:trace contextRef="#ctx0" brushRef="#br0" timeOffset="35527.36">24209 1021 46943 0,'0'0'2080'0,"-5"-2"416"0,-2-2-1984 0,2 0-512 16,5 4 0-16,0 0 0 0,0 0 1488 0,0 0 208 0,0 0 32 0,0 0 16 16,0 0-688-16,9-3-144 0,1-1-16 0,3 3-16 15,3 0-592-15,2 1-112 0,2 0-32 0,2 1 0 16,3 0-144-16,2 3 128 0,1-2-128 0,3 0 128 16,1 2-128-16,1 1 0 0,1-2 0 0,-3 1 0 15,-1 0 0-15,-2 2 0 0,-4 3 0 0,-3 2 0 0,-4-3 0 16,-4 0 0-16,-2-1 0 0,-4 1 0 15,-4 0 0-15,-3 0 0 0,-1-2 128 0,-5 2-128 0,-1 1 128 16,-5 0 0-16,-2 1 0 0,-2 0 0 0,-4-2 0 0,0 1-128 16,-1-3 192-16,-1 2-64 0,-1-1-128 0,2 2 0 15,1-3 0-15,1 2 0 16,0 0-624-16,2 0 0 0,3-2 0 0,2 2 0 16,1 1-960-16,5 0-192 0,1 1-32 0,3-1-16 15,2-9-2512-15,8 11-496 0,5-1-96 0</inkml:trace>
  <inkml:trace contextRef="#ctx0" brushRef="#br0" timeOffset="35936.81">24938 1349 33631 0,'0'0'1488'0,"7"-3"304"0,2-2-1424 0,-1 0-368 0,0-1 0 0,-3 2 0 16,1-2 2368-16,-6 6 416 0,2-7 80 0,-2 1 16 0,0 6-448 0,-5-5-96 16,-2-1-16-16,-2 4 0 0,-1 1-1088 0,-2 2-208 15,-2 1-64-15,-3 1 0 0,-1 0-496 0,-2 3-96 0,-1 2-32 16,-1 2 0-16,-8 4-208 0,4 0-128 15,4-1 128-15,1-1-128 0,3-1 0 0,3 1 0 0,5-1 0 0,2-1-128 32,4-1-608-32,4-1-112 0,4 1-32 0,3-2 0 15,0-5 272-15,5 1 48 0,0-3 16 0,4-2 0 16,2 0-224-16,1-2-32 0,1 0-16 0,-2-5 0 0,-1-2-32 0,-1 1-16 0,-3 0 0 16,0 0 0-16,-1-3 288 15,-2 3 64-15,0-3 16 0,-2-1 0 0,0 1 624 0,-1 0 128 0,-1 1 32 0,1-3 0 16,-3-3 432-16,-2 3 96 0,-1 0 16 0,-1 2 0 15,0 1-64-15,0 2-16 0,-1 1 0 0,0 2 0 16,1 7-224-16,0 0-32 0,-4-5-16 0,4 5 0 0,0 0-112 0,0 0-32 16,0 0 0-16,0 0 0 0,-4 4-336 0,1 1 144 15,2 2-144-15,1 2 0 16,1 3 0-16,2-1 0 0,1 2 0 0,0-1-192 0,2 6 0 16,3-2 16-16,2 0 0 0,-1-1 0 15,-1 1-288-15,2-2-64 16,1 2-16-16,-1-4 0 0,2-1-1120 0,-2 0-208 0,2-2-48 15,-1-1-16-15,-3-3-1584 0,1-1-320 0,1 0-64 0</inkml:trace>
  <inkml:trace contextRef="#ctx0" brushRef="#br0" timeOffset="36296.17">25185 1032 44639 0,'0'0'1984'0,"0"0"384"0,-2-3-1888 0,2 3-480 16,0 0 0-16,0 0 0 0,0 0 1904 0,0 0 272 15,0 0 64-15,0 0 16 0,1 9-848 0,0 2-160 16,1 1-32-16,1 3-16 0,3 1-688 0,-1 3-128 16,3 5-16-16,-2-1-16 0,2 1-176 0,-1-1-48 0,0-2 0 0,1 1 0 15,1-1-128-15,-1 0 0 0,-1-5 0 0,-1-1 128 16,2-2-128-16,-1-1 0 0,-1-3 0 0,-1-1 112 16,-1-2-112-16,0-2 0 0,-4-4 0 0,5 6 0 15,-5-6 0-15,0 0 0 0,0 0 0 0,5 0 0 16,3-3 0-16,-1-1 0 0,-7 4 0 0,5-6 0 15,2-2 0-15,-1-1 0 0,-1 0 0 0,2-5 0 0,-1 1 0 0,2-4 0 16,0-2 0-16,1-5 0 16,-1 4 0-16,1-3 0 0,1-4 0 0,1 0 0 0,-1-3 0 0,2 0 0 15,0 0 0-15,0-2 0 0,1-4 0 0,-4 11-192 16,0 3 192-16,-1 2-160 0,-2 3-32 0,1 4 0 16,-1 4 0-16,-1 0 0 15,-1 1-528-15,2 2-112 0,-3-1-32 0,-3 7 0 16,0 0-1216-16,0 0-240 0,4 9-48 0,0 2-19632 0</inkml:trace>
  <inkml:trace contextRef="#ctx0" brushRef="#br0" timeOffset="36540.58">25134 1165 44463 0,'-15'-5'1968'0,"8"2"400"0,-1 0-1888 0,2-1-480 15,-1 1 0-15,7 3 0 0,0 0 1888 0,0 0 288 0,0 0 48 0,0 0 16 16,0 0-832-16,0 0-144 16,7-3-48-16,3-1 0 0,5 1-896 0,2 1-176 0,5-1-144 15,4 2 192-15,5-4-192 0,-1 1 0 0,0 1 0 0,1-1 0 16,1 0 0-16,0 0 0 0,2 1 0 0,0 0 0 16,-1-2 0-16,-1 1-224 0,1 0 48 0,1 0 16 31,1-1-1504-31,0 1-288 0,2 0-64 0,-1 0-21152 0</inkml:trace>
  <inkml:trace contextRef="#ctx0" brushRef="#br0" timeOffset="36801.58">26186 1066 42383 0,'0'0'1872'0,"0"0"400"0,0 0-1824 0,0 0-448 15,0 0 0-15,10 1 0 0,-3-1 2880 0,4 0 464 16,2 0 112-16,1 0 0 0,2 0-2272 0,1 1-464 16,1-1-80-16,8 0-32 0,-6 0-128 0,1 0-32 15,-2 0 0-15,1 2 0 0,-2-1-576 0,-1-1-128 16,0 0-32-16,-2 0 0 0,1 0 288 0,-3 0 176 16,0 1-32-16,-1 1 0 15,-3-2-944-15,0 1-192 0,-1-1-32 0,-1 1-16 16,-7-1-1808-16,0 0-352 0,6 4-80 0,-6-4-17616 0</inkml:trace>
  <inkml:trace contextRef="#ctx0" brushRef="#br0" timeOffset="36971.53">26228 1217 25791 0,'-5'1'2304'0,"0"2"-1856"0,0-1-448 0,5-2 0 16,0 0 5120-16,0 0 944 0,0 0 176 0,0 0 32 16,6 6-3776-16,1-1-752 0,2 0-144 0,1-2-48 15,3 2-656-15,3-4-144 0,1 1-32 0,1-1 0 16,4-2-368-16,0-1-80 0,-3 1-16 0,-1 1 0 15,-1-3-256-15,1 2-144 0,0 0 16 0,1 1 0 16,-3 0-176-16,0 0-16 0,-2-2-16 0,-2 2 0 16,1 0-1984-16,-1 2-400 0,-2-1-80 0</inkml:trace>
  <inkml:trace contextRef="#ctx0" brushRef="#br0" timeOffset="46532.22">27004 1306 8287 0,'0'0'736'0,"0"0"-592"0,0 0-144 0,0 0 0 16,6-7 816-16,1-2 128 0,-1-1 16 0</inkml:trace>
  <inkml:trace contextRef="#ctx0" brushRef="#br0" timeOffset="46865.87">27107 1158 17151 0,'12'-11'768'0,"-6"4"144"0,2-1-720 0,0 0-192 0,0-2 0 0,-1 0 0 0,0 0 2976 16,-1-1 560-16,1 0 112 0,-2 0 32 0,-1 1-896 0,-1 0-176 16,-3 2-48-16,0 0 0 0,-2 2-528 0,0 2-112 15,-1-3-32-15,-1 5 0 0,-2-1-432 0,-3 3-96 16,-3 1-16-16,-1 3 0 0,2-1-528 0,-2 3-112 16,-2 5-32-16,-2-1 0 0,-3 6-256 0,-1 2-48 15,-1 2-16-15,0 1 0 0,-8 6 32 0,5-2 16 16,3 0 0-16,4-1 0 0,2 0-144 0,5-2-16 15,1-5-16-15,5 2 0 0,4-2-224 0,3 0 128 16,4-1-128-16,4-2 0 0,3-2 0 0,4 0 0 16,3 0 0-16,2-5 0 0,3 0 0 0,1-3 0 15,0-2 0-15,2 1 0 0,2-6 0 0,-1 1 0 16,-2-3 0-16,0-2 0 0,-3-1 0 0,0 0 0 16,-3 1 0-16,-2-3 0 0,-2-1 0 0,-2-1 0 15,-5 0 0-15,-2-1 0 0,-2-4 0 0,-2 0 0 16,-3 0 0-16,-2 0 0 0,-3 1 160 0,-5-1-160 15,-1 1 160-15,-3-2-160 0,-2 2 0 0,0 2 128 0,-4-1-128 16,0 2 0-16,-3 2 0 0,0-1 0 0,-1 1 0 16,0 5 0-16,1-3-128 0,1 2 128 0,3 1-192 15,3 1 192 1,4 2-1552-16,1 3-208 0,3 0-32 0,7 0-21856 0</inkml:trace>
  <inkml:trace contextRef="#ctx0" brushRef="#br0" timeOffset="48368.26">12826 2360 37727 0,'0'0'1664'0,"5"-6"352"0,2-1-1616 0,1-2-400 16,1 4 0-16,1 0 0 0,2 0 288 0,-2 2-32 0,-1 2 0 0,-1 2 0 15,-8-1 720-15,5 6 144 0,-2 4 32 0,-3 3 0 16,-3 4 192-16,-4 7 32 0,-5 9 16 0,-5 10 0 16,-4 9-512-16,-4 11-112 0,-3 6 0 0,-5 6-16 15,-5 5-384-15,-1 7-80 0,-1 7-16 0,-3 6 0 0,-2-2-128 0,1 3-16 16,0 0-128-16,-2 0 192 0,2-2-64 0,1-5 0 15,0-7-128-15,1-4 192 0,2-2 64 0,3-5 0 16,3-3 0-16,4-7 0 16,0-3 32-16,4-6 16 0,3-7 0 0,4-6 0 0,1-3-112 0,4-7 0 15,1-4-16-15,2-6 0 0,5-2-32 0,1-3 0 16,1-5 0-16,2-2 0 0,4-3-16 0,3-1-128 16,3-3 192-16,3-1-64 0,5-2-128 0,2 0 0 15,3-2 0-15,3-2 0 0,3-3 0 0,3 0 0 16,3 0 0-16,-1 0 0 0,1 1 128 0,-2-2-128 15,-1 1 128-15,-1 0-128 0,-2 0 0 0,-1 2 0 0,0-1 0 0,-2 0 0 16,-3 0-224-16,-2 1 80 0,-1-1 16 16,-1 2 0-1,0-2-1312-15,-1 1-256 0,-2-3-48 0,1 2-16 16,-2-2-2784-16,-2 1-544 0</inkml:trace>
  <inkml:trace contextRef="#ctx0" brushRef="#br0" timeOffset="48640.01">12529 4406 25791 0,'-13'2'1152'0,"7"0"224"0,-1 2-1104 0,-1-3-272 0,0 3 0 0,3-4 0 15,1 2 5424-15,4-2 1024 0,0 0 208 0,0 0 32 16,-3 6-4320-16,2-1-848 0,1-5-176 0,0 0-48 0,0 0-592 0,0 0-128 16,0 0-32-16,5 5 0 0,2 0-352 0,1 1-192 15,-1-3 192-15,5 1-192 0,0-1 0 0,2 1 0 16,-1-3 0-16,2 2 0 0,-4-1 144 0,2 0-144 16,-1 0 0-16,0 1 144 0,-2 0-144 0,-2-1 0 15,-8-2 0-15,0 0 0 0,8 7 0 0,-8-7 0 16,0 0 0-16,2 9 0 0,-2 0 128 0,-1-3 0 15,-3 2 0-15,-2 0 0 0,-3 1 0 0,-2 0 0 16,-1 0 0-16,1 2 0 0,0 2-128 0,0 0 0 16,-3-4 0-16,1 2 0 0,0-1-144 0,2-1-16 15,2 3 0-15,2-3 0 16,2 0-1424-16,5-1-272 0,0-2-64 0,4 0-16 16,4-1-2672-16,3-1-512 0</inkml:trace>
  <inkml:trace contextRef="#ctx0" brushRef="#br0" timeOffset="48951.46">13023 4485 45903 0,'0'0'2032'0,"-5"3"416"0,-1 0-1952 0,0-1-496 15,1 1 0-15,-2-1 0 0,-2 5 1600 0,0-1 240 16,-3 0 32-16,-1 1 16 0,-1 4-528 0,-2 2-96 0,0-1-32 0,1 1 0 16,-1 1-672-16,1-1-144 15,2 3-32-15,1-1 0 0,1 0-224 0,5-2-160 0,2 0 192 0,3-1-192 16,1-1 128-16,2 1-128 0,5-4 0 0,1 0 144 15,1-1-144-15,2-3 0 0,5 0 0 0,2-2 0 16,3-4 0-16,1 1-160 0,-1-4 160 0,-1 0-128 16,-2-1-64-16,0 0 0 0,-2-2 0 0,-3 1 0 15,0-3 192-15,-3 1-128 0,-3 0 128 0,-4 1-128 0,-1-2 128 16,-2 0 0-16,-2 3 0 0,-4-1 0 0,-3 0 144 0,-1 1-144 16,-3-2 192-16,-2 3-192 0,0-1 160 15,-3 1-160-15,-2 1 128 0,-1-1-128 0,0 1 0 16,2-1-320-16,0-1 48 0,2 2 16 15,2 1-2416-15,3-3-464 16,-2-8-112-16,11 0-16 0</inkml:trace>
  <inkml:trace contextRef="#ctx0" brushRef="#br0" timeOffset="51414.77">6469 6206 15663 0,'-8'2'1392'0,"-1"-2"-1120"0,0 0-272 0,0 0 0 16,0 0 6912-16,1 0 1344 0,3 0 256 0,5 0 48 0,0 0-5760 0,0 0-1152 16,0 0-240-16,0 0-32 0,0 0-464 0,0 0-80 15,8-7-32-15,2 2 0 0,0 1-624 0,3 0-176 16,2 1 0-16,0 1 0 0,4-2 128 0,-1 0-128 15,-2 3 160-15,0 1-160 0,0 0 128 0,-4 1-128 16,-2 0 0-16,-10-1 0 0,9 4 176 0,-9-4-176 16,6 9 192-16,-2 0-192 0,-2 1 384 0,-2 1-48 15,-2 5 0-15,-5-2 0 0,-5 3 80 0,-2 2 16 16,-2 0 0-16,-1 1 0 0,-2 0-224 16,-3 1-32-16,-1 1-16 0,0 1 0 0,0-2-32 0,0-2-128 15,1-1 192-15,1-1-64 0,2-1-128 0,2-2 0 16,3-2 0-16,3-3 0 0,2-2 0 0,4-2 0 15,5-5 0-15,0 0 0 0,0 0 0 0,0 0 0 16,5 8 0-16,4-2 0 0,2-1 0 0,0-1 0 16,1 2 0-16,2-5 0 0,3-1 0 0,2-1 0 15,-1 1 128-15,1-3-80 0,1 2-48 0,-1-1 0 16,2 0 0-16,0-1 0 0,-1-1 0 0,-2 0-160 16,2 0 160-16,-1 0-128 15,-1 2-688-15,-1-2-128 0,0 0-16 0,0-1-16 16,-1 4-1504-16,-2-3-288 0,2 2-64 0,-1 0-18848 0</inkml:trace>
  <inkml:trace contextRef="#ctx0" brushRef="#br0" timeOffset="51822.71">7319 6076 11967 0,'-3'-13'528'0,"3"13"112"0,-2-5-512 0,-2-2-128 0,0-1 0 0,1 0 0 16,0-1 8064-16,-3 2 1600 0,2 1 304 0,0 1 64 0,-1 0-6752 0,-1-2-1344 15,-1 1-272-15,1 3-48 0,-2 3-720 0,0 3-128 16,0 3-48-16,-1 2 0 0,0 1-272 0,-1 4-64 16,-2 3-16-16,-1 6 0 0,-3 4-176 0,0 6-16 15,1 1-16-15,-5 20 0 0,3-3-160 0,11-21 128 16,1 1-128-16,2 0 128 0,2-1-128 16,5-3 0-16,5-3 0 0,2-1 0 0,4-1 0 0,2-2 0 15,2-5 0-15,5-4 0 0,2-3 0 0,1-3-144 16,2-2 144-16,1-3-160 0,0-4 160 0,0-3-160 15,-1-5 160-15,-1 0-160 0,2 0 160 0,-2-4 0 16,-4 0-144-16,0-3 144 0,-3-2 0 0,-2-1-144 16,-2-2 144-16,-2-2 0 0,-4-2-128 0,-2-1 128 15,1-1 0-15,-4-1 0 0,-3 2 0 0,-3 2 0 16,-2 0 0-16,-2-2 0 0,-3 3 0 0,-4 1 0 16,-2 0 0-16,-1 1 0 0,-6 2 0 0,-1 0 0 15,-1 4 0-15,-1 2 0 0,-3 3-304 0,0 2 0 16,1 3 0-16,0 2 0 15,2 3-1104-15,0 3-208 0,3 2-48 0,0 3-16 16,4 1-2160-16,2 6-448 0</inkml:trace>
  <inkml:trace contextRef="#ctx0" brushRef="#br0" timeOffset="52088.94">7283 6236 20271 0,'0'0'1792'15,"0"0"-1424"-15,0 0-368 0,0 0 0 0,0 0 6528 0,0 0 1216 16,2 8 256-16,1 1 64 0,1 3-4976 0,1-2-976 16,1 6-208-16,1 1-48 0,-2-1-1104 0,2 1-240 15,-1 1-32-15,1 1-16 0,1 2-288 0,-1-1-176 16,2-2 192-16,2-1-192 0,-3-1 0 0,0-2 0 15,-1-1 0-15,3 0 0 16,0-4-432-16,2-1-192 0,-1-1-32 0,2-1-16 16,-1-5-1808-16,1 1-352 0,4-2-80 0</inkml:trace>
  <inkml:trace contextRef="#ctx0" brushRef="#br0" timeOffset="52553.21">7747 6334 30399 0,'0'0'2704'0,"0"0"-2160"16,0 0-544-16,0 0 0 0,0 0 4992 0,0 0 880 16,0 0 176-16,0 0 32 0,0 0-3920 0,8 4-800 0,1-1-144 0,1 0-48 15,3-3-720-15,1 0-128 16,2 0-48-16,-2 0 0 0,1 0-272 0,-2-2 0 0,0 1 0 0,0 1 0 16,-1 0 128-16,-2 0-128 0,0 0 0 15,-2 1 0-15,-8-1 0 0,0 0 0 0,0 0 128 0,0 0-128 16,0 0 160-16,0 0-32 0,0 9 0 0,-4-2 0 15,-1 0 64-15,-1 1 16 0,-2 1 0 0,-1 0 0 0,0 2-144 0,-2-1-64 16,1 2 0-16,-1 1 0 0,2-4 0 0,0 2 0 16,0-4 0-16,2 3 0 0,2-3 0 0,3 0 0 15,2-7 0-15,0 0 0 16,0 9 0-16,1-1 0 0,1-2 0 0,2 1 0 0,2-1 0 0,0 1 0 16,2-2 0-16,1 2 0 0,4-1 0 0,0 1 0 15,0-1 0-15,2-1 0 0,0 1 0 0,2-1 0 16,-3 0 0-16,1-1 0 0,-1 1 0 15,0 3 0-15,0 0 0 0,-3 1 0 0,1 0 0 0,-3-1 0 16,-1 0 0-16,-2 1 0 0,-2 3 0 16,-1-3 0-16,0 1 0 0,-5 1 0 0,-2-2 0 0,-1 1 0 15,-1-1 0-15,-2 2 0 0,-1-1 0 0,0-1 0 16,-3 0 0-16,-1-1 0 0,-3-1 0 0,-1-1 0 16,-1-1 0-16,0 1 0 0,-1-1 0 0,1-1 0 15,-1 0 0-15,-1 0 0 0,1-4 0 0,0 0 0 16,1 0-160-16,4-4 160 15,1 1-1920-15,2-2-320 0,3-3-48 0</inkml:trace>
  <inkml:trace contextRef="#ctx0" brushRef="#br0" timeOffset="53089.29">8864 6054 36863 0,'-9'0'3264'0,"1"0"-2608"16,0-2-528-16,4 1-128 0,4 1 3136 0,0 0 576 15,-2-2 128-15,2 2 32 0,0 0-2464 0,0 0-480 0,0 0-96 0,11-2-32 16,1 1-464-16,2-2-80 0,2-1-32 0,0 2 0 16,1-1-224-16,0 2 144 0,1-2-144 15,1-1 128-15,2-1-128 0,0 1 0 0,0 0 0 0,0 0 0 31,0-1-704-31,0 0-192 0,0 0-16 0,-1 1-16 16,0 0-2208-16,-2 1-432 0,-2 2-80 0,-3 2-15504 0</inkml:trace>
  <inkml:trace contextRef="#ctx0" brushRef="#br0" timeOffset="53222.55">9049 6131 20271 0,'-26'6'1792'0,"10"-1"-1424"0,1-3-368 0,6-1 0 0,-1 3 4992 16,5 2 912-16,5-6 192 0,0 0 48 0,0 0-3968 15,0 0-768-15,0 0-176 0,0 0-16 16,0 0-320-16,9 3-48 0,2 1-16 0,2-3 0 0,1-1-608 0,3-1-224 15,3 1 144-15,2-3-144 16,3 1-608-16,-1 0-208 0,1 2-32 0,1-3-13424 16,0 0-2688-16</inkml:trace>
  <inkml:trace contextRef="#ctx0" brushRef="#br0" timeOffset="53773.41">9869 6003 34095 0,'0'0'3024'0,"0"0"-2416"0,0 0-480 0,-2 8-128 16,-2-2 2848-16,-2 3 544 0,0 2 128 0,-2 3 0 16,-2 4-1360-16,1 1-288 0,-1 5-48 0,0-1-16 15,0 0-880-15,-2 4-176 0,1-1-48 0,1-1 0 16,1-3-368-16,0-2-80 0,1-3 0 0,1-1-16 15,3-3-240-15,-1-2 0 0,0-2 0 0,1-2 0 16,4-7 0-16,0 0-128 0,0 0-16 0,0 0 0 0,0 0-176 0,0 0-48 16,0 0 0-16,0-7 0 0,1-6 0 15,1 0 0-15,2-1 0 0,0-3 0 16,-1-2 128-16,4-2 32 0,-1-1 0 0,1-1 0 0,0 0 208 0,0-1 0 16,2 1-160-16,2 1 160 0,-2 2 0 0,1 3 0 15,1 3 0-15,-2 2 0 0,-1 0 0 0,-2 3 0 16,0 3 0-16,-6 6 0 0,0 0 192 0,0 0 128 15,0 0 0-15,7 6 16 0,-7-6 112 0,8 9 0 16,-1-2 16-16,1 2 0 0,-1 3-240 0,1-3-48 16,3 1-16-16,0 1 0 0,0-2-160 0,2 1 0 15,1-2 0-15,2 3 0 0,-1 0 0 0,0-1 0 16,0 0 0-16,1 0 0 0,0 0 0 0,-1 0 0 16,2-2 0-16,-2 1 0 0,-4 1 0 0,0-1 0 15,-3 1-128-15,-2-1 128 0,1-3 0 0,-3 1-144 16,-4-7 144-16,0 9 0 0,-2 0 0 0,0-4 0 15,-2 2 0-15,-3-2 0 0,1-2 0 0,-3 0 0 0,-3-1 0 16,-1 0 144-16,-2 1-144 0,-3 1 0 16,0 0 0-16,-3 1 0 0,-2 0 0 0,-1 0 0 15,1 2 0-15,-3-3 0 0,-2 1-192 0,2 0-32 0,1 2 0 16,5-2 0 0,0-1-416-16,4-1-64 0,5-2-32 15,2 0 0-15,9-1-1744 0,0 0-336 0,0 0-80 0,6-6-17536 0</inkml:trace>
  <inkml:trace contextRef="#ctx0" brushRef="#br0" timeOffset="54270.88">10741 5753 30399 0,'0'0'2704'0,"-7"-2"-2160"0,-1-3-544 0,0 1 0 16,1 0 4368-16,2 3 768 0,0 1 160 0,-2 1 16 0,2 2-2976 0,0 1-608 15,0 0-112-15,0 5-16 0,-2 1-784 16,0 6-160-16,-2 3-16 0,2 6-16 0,-1 1-352 0,1 4-64 16,2 3-16-16,1-1 0 0,0 0-192 0,3-2 0 15,1-2 0-15,0-2 0 0,4-1 0 0,2 0 0 16,2-2 0-16,1 1 0 0,0-1 0 0,0-4 0 16,1-1 0-16,1-4 0 0,2-1 0 0,0-4 0 15,2-5 0-15,0-1 0 16,1-3-384-16,0 0-112 0,-1-7-16 0,1 0-16 15,0-3 528-15,-1-1 0 0,0-4 0 0,-1 0 0 0,0-2 0 0,-1-1-192 16,2-2 192-16,-2-2-160 0,-2-3 160 0,2-2-208 16,-1-2 80-16,1-2 128 0,0-3-128 0,-1 0 128 0,-2 3 0 0,1 1 0 15,-1 1 0-15,-2 4 0 0,-1 4 0 0,-2 2 0 16,-1 4 192-16,-2 4 48 0,-2 2 16 0,0 9 0 16,0 0 80-16,0 0 32 15,0 0 0-15,0 0 0 0,0 0-144 0,-5 9-32 0,1 4 0 0,-1 2 0 16,0 4-64-16,1 3-128 0,0-1 176 15,1 2-32-15,0 2-144 0,1 0 0 0,2 1 0 0,2-1 0 16,-1-2 0-16,1 0 0 0,2 0 0 16,0-3 0-16,0-1-208 0,0-1 64 0,0-1 16 0,-1-3 0 15,0-2-512 1,1-2-80-16,-1 1-32 0,0-3 0 0,-3-8-736 16,0 0-160-16,0 0-16 0,0 0-16 0,0 0-1168 0,0 0-224 0,0 0-64 0,0 0-15792 15</inkml:trace>
  <inkml:trace contextRef="#ctx0" brushRef="#br0" timeOffset="54457.08">10405 5738 39615 0,'0'0'3520'0,"0"0"-2816"0,0 0-560 0,0 0-144 0,0 0 2272 0,0 0 416 15,8-2 96-15,1-1 16 0,3 0-1776 0,3 1-368 16,2-3-64-16,5 1-16 0,3 0-416 0,3-1-160 15,0 1 0-15,4-2 144 16,-1 0-1088-16,0-1-208 0,0 1-64 0,-1-2-13440 16,0 2-2704-16</inkml:trace>
  <inkml:trace contextRef="#ctx0" brushRef="#br0" timeOffset="54647.41">10946 5630 49295 0,'0'0'2176'0,"0"0"464"0,0 0-2112 0,0 0-528 0,0 0 0 0,0 0 0 16,9 0 832-16,0 0 48 0,0 0 16 0,3-1 0 15,2-1 80-15,3 0 32 0,3-1 0 0,1 2 0 16,2-2-592-16,1 1-112 0,1-1-32 0,-1-1 0 16,0 0-272-16,-1-2 128 0,2 2-128 0,-2 1 0 0,0 1 0 0,-1-1 0 15,-1 2 0-15,-2-1 0 16,-1 1-1120-16,1 0-224 0,-2-2-64 0,0 3-14688 16,-2 3-2944-16</inkml:trace>
  <inkml:trace contextRef="#ctx0" brushRef="#br0" timeOffset="56541.3">11936 5981 13823 0,'0'0'1216'0,"-10"4"-960"16,1-6-256-16,9 2 0 0,-8-4 7920 0,8 4 1536 15,0 0 304-15,0 0 64 0,0 0-7600 0,0 0-1520 16,0 0-320-16,0 0-48 0,0 0 432 0,15-5 96 0,0-1 16 0,1 4 0 16,0 2-416-16,2 0-80 0,2 0 0 0,-6-2-16 15,0 0-240-15,3 2-128 0,1 0 128 0,3 0-128 16,0-1 0-16,0 0 0 0,-3 1 0 0,2-3 0 31,-1 1-608-31,1 0-192 0,-3 0-32 0,0 0-16 0,-2 2-1104 16,-2 0-224-16,-2-1-32 0,-3 1-16 0,-2 3-2400 0,-6-3-496 15</inkml:trace>
  <inkml:trace contextRef="#ctx0" brushRef="#br0" timeOffset="56709.35">11993 6076 11967 0,'-20'1'1072'0,"10"4"-864"0,-2-2-208 0,2 0 0 0,1-2 7808 0,9-1 1536 16,0 0 288-16,0 0 64 0,0 0-7104 0,0 0-1424 16,0 0-272-16,0 0-64 0,0 0 144 0,13 3 48 15,1-1 0-15,4-2 0 0,4-1-656 0,-5 0-128 16,4-3-32-16,1 1 0 0,6 0-208 0,2 1 0 15,-2-1 0-15,5 2 0 16,1-4-896-16,1-1-288 0,0 4-48 0,1-2-14128 16,-3 4-2832-16</inkml:trace>
  <inkml:trace contextRef="#ctx0" brushRef="#br0" timeOffset="57947.59">13080 6475 44399 0,'0'0'1968'0,"0"0"400"0,0 0-1888 0,0 0-480 16,-6 4 0-16,3-3 0 0,-1-1 1280 0,0-1 144 15,4 1 48-15,0 0 0 0,-5-5 336 0,5 5 80 16,-6-7 16-16,-1 1 0 0,2-4-1072 0,1 3-224 16,-1-4-32-16,1-1-16 0,0-1-368 0,0-1-64 15,0-2 0-15,0-2 16 0,-1-3-144 0,0-2 0 16,-1-3 0-16,1-3 0 0,0-2 0 0,1-1 0 15,-1 0 0-15,1-2 0 0,-1-1 0 0,0-3 0 0,1 0 0 16,0 0 0-16,-1 2 0 0,1 3 0 0,1 3 0 0,0 4 0 16,1 5 0-16,0 2 0 0,0 4 0 0,2 6 0 15,0 0 0-15,0 9 0 0,0 0 0 0,0 0 0 16,0 0 0-16,0 0 0 0,5 11 0 0,2 3 0 16,-1 4 0-16,3 3 0 0,2 4 0 15,0 0 0-15,2-1 0 0,3 0 0 0,2-2 0 16,1-4 0-16,0 1 0 0,1-4 0 0,2-2 0 0,0-4 0 15,-1-2 0-15,2-2 0 0,2-5 0 0,-1 0-160 16,-2 0 160-16,-1-3-160 0,-2-3 160 0,-1-3-160 0,-1-2 160 16,-1-3 0-16,-2 1 0 0,-1-4 0 15,2-4 0-15,-4-1 0 0,0-4 0 0,-1 0 0 0,1-5 0 0,-1-1 0 16,1-2 0-16,0-1 0 0,0 1 0 0,-1-1 0 16,-1 4 0-16,-1 2 0 0,-1 3 0 0,-1 3 0 15,-1 6 0-15,-1 4 0 0,-2 5 0 0,-2 8 0 16,0 0 0-16,0 0 0 0,0 0 0 0,0 0 128 15,1 8-128-15,-1 5 128 0,0 4-128 0,0 5 0 16,0 4 0-16,1 5 0 0,1 4 0 0,-1 2 128 16,1-1-128-16,2 3 96 0,-1 2-96 0,1-2 0 15,0-1 0-15,1-3 0 0,2-4 0 0,-2-2 0 16,-1 0 0-16,0-3 0 0,1-4 0 0,0 0 0 16,0-1 0-16,0-2 0 0,-1 0 0 0,-1-1 0 15,0-4 0-15,-2 2 0 0,1-6 0 0,0 1 0 16,-1-3 0-16,0 1 0 0,-1-9-432 0,0 0 32 0,3 8 0 0,-3-8 0 31,0 0-928-31,0 0-176 0,0 0-32 0,0 0-14544 0,0 0-2912 0</inkml:trace>
  <inkml:trace contextRef="#ctx0" brushRef="#br0" timeOffset="58458.83">14220 5816 13823 0,'0'0'608'0,"-2"-7"128"0,1-1-592 0,1-5-144 16,-1-2 0-16,1 0 0 0,0-1 7280 0,0 3 1424 16,0 3 272-16,-2 2 64 0,0 0-5552 0,-1 2-1120 15,-1 0-208-15,4 6-48 0,0 0-960 0,-8 3-192 16,-1 1-48-16,-4 5 0 0,-1 5-400 0,-2 3-64 15,-2 4-32-15,-1 5 0 0,-4 5-288 0,1 3-128 16,0 3 128-16,1-1-16 0,0 1-112 0,2-5 0 0,1 0 0 0,3-2 0 16,2-2 0-16,4-1 0 0,2-4 0 15,5 0 0-15,2 0 0 0,1-3 0 0,3 0 0 0,3-2 0 16,0-2 0-16,4-2 0 0,2-2 0 0,1-2 0 16,2 1 0-16,1-2-192 0,0-3 192 0,1-2-208 31,0 2-672-31,3-4-128 0,1-2-16 0,-1-2-16 0,-1-4-816 15,-1 2-144-15,1-2-48 0,-1-4 0 0,1-2-1056 16,-3-1-224-16,0 0-32 0,-2-2-16 0,0 0-1296 16,-3-2-272-16,5-20-48 0,-10 11-16 0</inkml:trace>
  <inkml:trace contextRef="#ctx0" brushRef="#br0" timeOffset="58824.63">14321 6033 32655 0,'-7'-11'1440'0,"7"11"304"0,-2-5-1392 0,1 0-352 0,-2 1 0 0,3 4 0 0,0 0 3024 0,0 0 544 16,0 0 96-16,0 0 32 0,0 0-1328 0,0 0-272 15,0 0-48-15,0 0-16 0,-2 8-832 0,-1 2-176 16,0-1-16-16,2 3-16 0,-1 0-432 0,-1 0-96 15,2-1-16-15,-1 1 0 0,2 1-256 0,0 2-48 16,2-2-16-16,0-2 0 0,1-2-128 0,1 1 0 16,0-1 0-16,2-3 112 0,2-1-112 0,0-1-240 15,0 0 80-15,1-1 16 0,0-1 144 0,1-2 0 16,1-3 0-16,1 1 0 0,-2-2-128 0,2 0 0 16,-2-5 0-16,1 0 0 0,0 0 0 0,-2 0 0 15,1-4 0-15,-1 0 0 0,0-4 128 0,-1 0-128 16,-1 0 128-16,0 1-128 0,-2 3 128 0,2-1 0 15,-2 1 128-15,-2 1-128 0,-2 2 0 0,0 2 0 16,-1 8 0-16,0 0 0 0,0 0 384 0,0 0 0 16,0 0 0-16,0 0 0 0,0 0-384 0,0 0 0 15,-5 5 0-15,0 2 0 0,2-1 0 0,2 2 0 0,-1 1 0 0,2 3 0 16,0 0 0-16,2 1 0 0,0-2 0 0,4 2 0 16,-2 0 0-16,-1 2 0 15,1-1 0-15,0-1 128 0,0-1-96 0,0 1-32 0,0-1 0 16,0-1 0-16,0-3 0 0,0 1-240 0,0-1 80 0,1 0 16 15,-1 0-1216 1,2-2-240-16,-1-2-64 0,1 0-14656 0,0-1-2928 0</inkml:trace>
  <inkml:trace contextRef="#ctx0" brushRef="#br0" timeOffset="60176.05">14797 6222 4607 0,'0'0'192'15,"0"0"64"-15,-5-3-256 0,0 2 0 0,5 1 0 0,0 0 0 0,-7-3 8384 0,1 1 1616 16,-1 0 336-16,2 1 64 0,2-3-6176 0,1 2-1248 15,0-1-240-15,2 3-48 0,0 0-1216 0,0 0-256 16,0 0-32-16,4-3-16 0,3-3-720 0,1-1-128 16,2 2-48-16,4 0 0 0,3-2-272 0,0 1 0 15,2-1 0-15,-1 2 0 0,0 1 0 0,-1 2 0 16,0 0 0-16,-1 0 0 0,-2 0 0 0,-2 2 0 0,-4-1 0 0,-1 2 0 16,-7-1 240-16,0 0-64 0,0 0-16 0,0 0 0 15,0 0-32-15,0 0 0 0,-4 7 0 0,-1 0 0 16,-1-1 0-16,-2 1 0 0,-1-1 0 0,0 1 0 15,-2-2 0-15,0 0 0 0,-3 2 0 0,3-1 0 16,-2 1-128-16,0 0 0 0,0 1 0 0,1 0 112 16,0 0-112-16,3-2 0 0,0 0 0 0,1-1 0 0,2 0 0 0,0 0 0 15,6-5 0-15,0 0 0 0,0 0 0 16,0 0 0-16,0 7 0 0,0-7 0 0,4 8 0 0,3-2 0 16,1-1 0-16,1 1 0 0,2-1 0 15,3 0 0-15,-1-1 0 0,1 0 0 16,0 0 0-16,1 0 0 0,-1 0 0 0,0 1 0 0,1 0 0 0,-4-2 0 15,0 0 0-15,-3 1 0 0,-2 0 0 0,-1 2 0 16,1-1 0-16,-4 3 0 0,-2-8 0 0,0 7 0 16,-2 0 0-16,-4 2 0 0,1-2 0 0,-3 0 0 15,-2 2 0-15,-2-2 0 0,-1 0 0 0,-3-1 0 16,-1-1 0-16,1 3 0 0,-3-1 0 0,1-1 0 16,0-1 0-16,1 1 0 0,1-5 0 0,3 1 0 15,3-2 0-15,2-1 0 16,1-1-848-16,3-1-176 0,2-1-16 0,2-5-16 15,6-4-2144-15,5-1-416 0,4-6-96 0</inkml:trace>
  <inkml:trace contextRef="#ctx0" brushRef="#br0" timeOffset="60346.53">15242 6079 31327 0,'0'0'2784'0,"0"0"-2224"16,0 0-560-16,0 0 0 0,0 0 4432 0,0 0 784 0,8-3 160 0,-1 0 16 15,1-1-3680-15,0 0-752 0,1 2-128 0,2-2-48 16,-1 3-272-16,3-1-64 0,1 1-16 0,2 0 0 15,0-2-432-15,2 1 0 0,0-1 0 0,3 0 0 16,3 2-1200-16,0 0-272 0,2 1-48 0,2-2-13888 31,3 2-2768-31</inkml:trace>
  <inkml:trace contextRef="#ctx0" brushRef="#br0" timeOffset="60774.81">15749 5857 21183 0,'0'0'1888'0,"0"0"-1504"0,0 0-384 0,0 0 0 0,-5 1 6272 0,5-1 1200 15,-8 1 224-15,3 1 48 0,5-2-4736 0,-6 8-944 16,0 1-192-16,1 4-32 0,-1 2-1072 0,1 4-192 16,-1 0-64-16,2 3 0 0,1-1-144 0,1 1-48 15,0-1 0-15,2 0 0 0,2-1-320 0,0-3-128 16,2-2 0-16,1 1 0 0,2-3 128 0,1 0 0 15,1-3 0-15,3 0 0 0,1-5 0 0,0-1-208 16,-2-2 80-16,4 0 128 0,-1-4-288 0,0 0 64 16,-1-2 16-16,2-3 0 0,-1-1 64 0,-1-1 16 15,-1-1 0-15,0-3 0 0,-2 2-64 0,2-3-16 16,-2 0 0-16,1-1 0 0,-2-5 208 0,-1 0 0 16,-1-1 0-16,0 0 0 0,-1-2 0 0,1 2 0 15,-2 1 0-15,0 3 0 0,-1 2 0 0,-1 4 192 0,-3 1-48 16,1 3 0-16,-1 7 160 0,0 0 16 15,0 0 16-15,0 0 0 0,0 0-80 0,0 0 0 0,0 7-16 0,0 3 0 16,0 1-240-16,0 3 144 0,0 4-144 0,0 1 128 16,-1-1-128-16,2-1 0 0,1 2 0 0,0 0 0 0,1 0 0 15,1 1 0-15,0-1 0 0,-1 1 0 16,1-1-432-16,2-3-64 16,0 1-16-16,1 0 0 0,0-3-1248 0,3 2-256 15,-1-6-48-15,2 1-21104 0</inkml:trace>
  <inkml:trace contextRef="#ctx0" brushRef="#br0" timeOffset="61128.99">16240 6115 49695 0,'0'0'2208'0,"0"0"448"0,0 0-2128 0,0 0-528 0,0 0 0 0,0 0 0 0,0 0 976 0,0 0 96 16,0 0 16-16,0 0 0 0,0 0-112 0,0 0-16 15,0 0 0-15,0 0 0 0,10 1-576 0,0 2-112 16,0-3-16-16,3 0-16 0,-1 0-240 0,1 1 0 15,-2-1 0-15,-1 3 0 0,0-1 0 0,-2 2 0 16,1-1 0-16,-9-3 0 0,0 0 0 0,0 0 0 16,7 6 0-16,-7-6 0 0,1 8 240 0,-2 1-48 15,-2 1-16-15,-2-1 0 0,0 2-176 0,-3-1 192 0,-1 0-192 0,-1 2 192 16,-3 1-144-16,2-2-48 16,1 0 0-16,-1-1 0 0,1-1 0 0,2-2 0 0,3 0 0 15,1-2 0-15,4-5 0 0,0 0 0 16,-1 6 0-16,1-6 0 0,0 0 0 0,0 0 0 0,0 0 0 0,7 7 0 15,2-2 0-15,3-2 0 0,3-2 0 0,0-1 0 16,0-3 0-16,3 2 0 0,3-4 0 0,1 0 0 16,3-2-368-1,-1-1-64-15,2-2-16 0,2-2 0 16,0 2-1248-16,0-2-256 0,-2-1-48 0,3 0-21488 0</inkml:trace>
  <inkml:trace contextRef="#ctx0" brushRef="#br0" timeOffset="61480.33">16399 5385 42383 0,'0'0'3776'0,"0"0"-3024"16,0 0-608-16,0 0-144 0,0 0 2688 0,12 5 496 15,1 2 96-15,4-1 32 0,4 2-2416 0,4 2-496 16,3 2-80-16,2 4-32 0,2 1 80 0,-1 2 16 15,2 1 0-15,-1 3 0 0,1 0-48 0,-1 1 0 16,1 6 0-16,0 0 0 0,-5 3-208 0,2 1-128 16,-8-4 128-16,2 2-128 0,-2 1 0 0,-2 1 144 15,-3 2-144-15,0-3 0 0,-4 2 144 0,-3-1-144 16,-1 0 0-16,-2 8 144 0,-5-11-144 0,0-1 160 16,-5 0-160-16,0 1 160 0,-2-2-160 0,-3 1 0 15,-2-3 144-15,-2-2-48 0,2 0-96 0,-3-2 0 16,0-1 0-16,0-1 0 0,-4-1 0 0,0-1 0 15,-2 0 0-15,2-2 0 0,1 0 0 0,-1-3 0 0,1-1 0 0,2-1 0 16,1-2-224-16,2-1-32 0,2-2-16 0,1 2 0 16,4-1-2864-1,4-8-560-15</inkml:trace>
  <inkml:trace contextRef="#ctx0" brushRef="#br0" timeOffset="64940.17">17888 5824 7359 0,'-18'3'320'0,"9"-2"80"0,-3-2-400 0,0 0 0 16,2-1 0-16,1 1 0 0,1 0 9584 0,2 1 1824 0,6 0 368 15,0 0 80-15,0 0-8432 0,0 0-1696 0,0 0-320 0,0 0-80 16,11 1-816-16,5-1-176 0,2 0-16 0,4 0-16 16,6-3-304-16,0 2 0 0,0-2 0 0,3 0 0 31,2 0-384-31,-2 0-64 0,2 1-32 0,-2-1 0 15,-4 2-1664-15,1 1-336 0,-2 1-64 0,-4 0-11952 0,-3-1-2400 0</inkml:trace>
  <inkml:trace contextRef="#ctx0" brushRef="#br0" timeOffset="65096.79">17926 5955 21183 0,'-16'1'1888'0,"10"0"-1504"0,-1 2-384 0,7-3 0 0,-6 0 6064 0,6 0 1136 16,0 0 224-16,0 0 64 0,0 0-5440 0,0 0-1072 15,0 0-208-15,12-3-64 0,2 1-64 0,0 0-32 16,3-3 0-16,3 4 0 0,2-3-288 0,3 0-48 15,0-1-16-15,2 1 0 0,0 1-256 0,3-1 0 16,0-1 0-16,0 1 0 16,-1 2-816-16,0 0-208 0,-1-2-64 0,0 2-14192 15,-2 1-2832-15</inkml:trace>
  <inkml:trace contextRef="#ctx0" brushRef="#br0" timeOffset="65595.14">17745 6587 26719 0,'0'0'1184'0,"0"0"240"0,-7-3-1136 16,7 3-288-16,0 0 0 0,0 0 0 0,0 0 4992 0,0 0 928 15,0 0 192-15,0 0 32 0,-1 11-3984 0,1 2-816 16,1 2-144-16,1 5-48 0,-1 3-496 0,0 5-96 16,1 4-32-16,-1 2 0 0,0-1-144 0,-1 0-48 15,0-1 0-15,0 1 0 0,3-1-160 0,-3-2-48 16,-1-1 0-16,-1-3 0 0,1-2 0 0,0-2 0 15,-1-7 0-15,1 1 0 16,-2-2-592-16,2-2-128 0,0 0-32 0,-1-4 0 16,2-8-1168-16,0 0-224 0,0 0-48 0,0 0-12928 15,0 0-2592-15</inkml:trace>
  <inkml:trace contextRef="#ctx0" brushRef="#br0" timeOffset="65946.2">17590 6586 17503 0,'-16'7'1552'0,"10"-3"-1232"16,-2 0-320-16,0 0 0 0,-1-1 6528 0,1 2 1232 0,-1-2 256 16,1 1 48-16,2 2-5744 0,-1-2-1152 0,0 1-224 0,1-1-48 15,6-4 0-15,0 0 16 0,-4 5 0 0,4-5 0 16,0 0-400-16,0 0-96 0,0 0-16 0,0 0 0 16,0 0-80-16,0 0-32 0,0 0 0 0,0 0 0 0,0 0-160 0,7-6-128 15,0-2 144-15,3 0-144 0,-1-1 128 0,1-1-128 16,4-2 0-16,2-2 0 0,4-6 0 0,-1 0 0 15,2-2 0-15,0 1 0 16,1 4 0-16,-2 1 0 0,-2 1 0 0,-2 6 0 0,-3-1 0 16,-2 4 144-16,1 2-144 0,-3 6 128 0,-1 0 224 15,-2 2 32-15,0 2 16 0,0 0 0 0,1 2-112 0,-1 1-32 16,1 1 0-16,1 1 0 0,1-1-256 0,0-1 0 16,1 1 0-16,-1-1 0 0,-1-2 0 0,0 0 0 15,0 0 0-15,1-1 0 0,0-3 0 0,0 1-144 16,-1-3 16-16,-8-1 0 15,9 2-1008-15,0 2-192 0,0 0-32 0,-1-1-15008 16,1-2-2992-16</inkml:trace>
  <inkml:trace contextRef="#ctx0" brushRef="#br0" timeOffset="66302.61">16751 7706 24879 0,'0'0'2208'0,"0"0"-1760"0,-1-7-448 0,-1 1 0 0,-1-1 5360 0,3 7 976 16,0 0 208-16,0 0 48 0,0 0-4080 0,-7 4-800 16,2 1-176-16,-1 6-16 0,-2 0-400 0,-1 5-80 15,-2 5-16-15,2 4 0 0,-3 2-640 0,1 3-128 16,-1 0-16-16,2-3-16 0,0 2-224 0,1-4 144 16,1 1-144-16,2-3 128 0,1-3-128 0,1-3-272 15,0-4 64-15,1-1 16 16,3-1-1472-16,2-2-304 0,-2-9-48 0,9 0-13968 15,4-3-2784-15</inkml:trace>
  <inkml:trace contextRef="#ctx0" brushRef="#br0" timeOffset="66447.66">16763 7510 23951 0,'0'0'2128'0,"0"0"-1696"16,-5-3-432-16,0-1 0 0,0 1 5376 0,5 3 1008 15,0 0 192-15,0 0 32 0,0 0-5072 0,0 0-1008 16,-7 3-208-16,4 5-32 15,3 3-1248-15,2 3-256 0,-1 4-64 0,3 2 0 16,0 5-2352-16,2 2-464 0</inkml:trace>
  <inkml:trace contextRef="#ctx0" brushRef="#br0" timeOffset="67659.45">17073 7803 18431 0,'0'0'1632'0,"-1"-7"-1312"0,1-4-320 0,0-1 0 16,-1 2 5600-16,0-2 1056 0,-2 4 192 0,-1 2 64 0,-1 1-3808 0,0 2-752 15,-2 3-160-15,-2 3-16 0,-1 1-832 0,-2 3-176 16,-3 6-16-16,0 3-16 16,-2 2-592-16,0 3-112 0,0 4-32 0,0-3 0 0,0 0-128 0,3 0-16 15,-1-1-16-15,4-1 0 0,2-2-240 0,2-2 0 16,2-2 0-16,4-2 0 0,-1-3-240 0,2-1 16 16,0-8 0-16,0 0 0 15,8 5-256-15,2-5-48 0,2-3-16 0,1-2 0 16,3-3 96-16,0 0 0 0,0-5 16 0,0 0 0 15,2-2 48-15,1-2 0 0,-1-1 0 0,0-3 0 0,0-3 208 16,2-2 176-16,-3-1-208 0,0 1 80 0,-2 1 128 0,1 0 0 0,0 2 160 16,-2 2-160-16,-3 1 0 0,-2 6 0 15,-2 1 0-15,0 4 0 0,-3 1 208 0,-1 3 48 0,-3 5 16 0,0 0 0 16,0 0 304-16,0 0 64 0,0 0 16 16,-6 10 0-16,2 1-224 0,-1 2-48 15,-1 1-16-15,-1 3 0 0,1 4-176 0,-1 1-16 0,1 1-16 16,2 2 0-16,0 0-160 0,1-2 0 0,2 1-160 0,1-3 160 15,1-3 0-15,3-1 0 0,3-1 128 0,-1-2-128 16,2-4 0-16,2-2-144 0,1-1-16 0,2-3 0 16,1-3-128-16,1-1-32 0,0-3 0 0,-1-1 0 15,0-1 64-15,0 0 0 0,-1-4 0 0,0 0 0 16,0-3 64-16,0-1 32 0,-1 0 0 0,-1-5 0 16,1-1 160-16,-1 1-128 0,-4 1 128 0,0 0-128 15,-3 0 128-15,0 2 0 0,-3 2 0 0,-1 2 0 16,0 3 0-16,0 2 128 0,0 6-128 0,0 0 128 0,0 0 192 0,-5-4 64 15,5 4 0-15,-9 4 0 0,0 0-112 0,1 1-16 16,1 2 0-16,-1 2 0 0,1 1-128 0,0 4-128 16,1-1 192-16,0 2-192 0,1 0 0 15,4-2 0-15,-2 1 0 0,3 0 0 0,0 0 0 0,3 1 0 16,-1-4 0-16,4 1 0 0,2-2-288 0,1 0-16 16,0-4 0-16,1-1 0 15,2 1-80-15,1-3-32 0,-1-1 0 16,2-1 0-16,2-1 112 0,1-1 32 0,1-2 0 0,0-2 0 0,0-2 272 15,2 1-160-15,0-2 160 0,-1-1-128 0,-1-2 128 0,1 0 0 16,-1-1 0-16,0 0-128 0,-2-1 128 0,-2 2 0 16,-2-1 0-16,-2 0 0 0,-1 0 0 0,-2 3 144 15,-2-1-144-15,-1 2 160 0,-3 1 160 0,-1 7 48 16,0-6 0-16,0 6 0 0,-4-8 16 0,-1 4 16 16,5 4 0-16,-8-1 0 0,-1 0-112 0,1 1-32 0,-1 2 0 0,0 2 0 15,0 0-256-15,0 1 160 16,0 2-160-16,0-1 128 0,0 2-128 0,1 1 0 15,1 3 0-15,1-2-176 0,-1 1 176 0,2 1 0 16,0-1 0-16,2 1-128 0,1-2 128 0,2 1-128 0,1-1 128 0,0-1-128 16,2-1-96-16,1-1-16 0,1-1 0 0,1-1 0 15,3-1-144 1,2-1-16-16,-1-3-16 0,2 0 0 0,-1-4-48 0,0 1-16 16,2 1 0-16,-1-2 0 0,0-5 128 0,-2 1 32 0,1 0 0 15,-1-1 0-15,-2 0 320 0,-2 0-144 0,0 0 144 0,-1 0 0 0,0-1 0 16,-1 0 0-16,-1 1 192 0,-2 0-48 0,0 1 144 15,-1 8 32-15,0 0 0 0,-2-7 0 0,-1 2 16 16,3 5 16-16,0 0 0 0,-5-2 0 0,-2 0-96 0,1 4 0 16,-1 0-16-16,1 3 0 0,-1-2-112 0,1 4 0 15,0-1-128-15,4 2 192 0,-1 1-192 0,1 1 0 16,0-2 128-16,2 1-128 0,0-1 0 0,2 0 0 16,1 0 0-16,3-2-160 0,2 1 160 0,-1-2 0 15,2-2-144-15,3-2 144 0,1-4-256 0,2 1 0 16,-1-5 16-16,0 1 0 0,1-2 48 0,-1-2 16 15,-1-4 0-15,3 1 0 0,-2-2 176 0,2 0-128 16,-3-4 128-16,1 2-128 0,0-4 128 0,2 2 0 16,-2-4 0-16,2 1-128 0,0 0 128 0,-2 0 0 15,-1-6 0-15,-1 4 0 0,-1-1 160 0,0 4 16 16,-3 3 0-16,-3 2 0 0,-1 4 240 0,-2 5 48 16,0 1 16-16,-2 6 0 0,0 0 224 0,-7 4 32 15,-2 3 16-15,-1 2 0 0,-3 5-400 0,-2 1-80 16,0 3-16-16,0 3 0 0,2 0-256 0,2-1 160 0,0 1-160 0,3-1 128 15,2-2-128-15,3 0 0 0,2-3 0 16,2 0 0-16,2 0 0 0,1-4 0 16,0 3 0-16,2-3 0 0,1-2-144 0,-1 0 144 0,2 2-192 15,1-3 192-15,0-2-224 0,0 1 64 0,0-1 16 0,1 0 0 16,-1-3-624-16,1 0-112 16,1-2-16-16,0 2-16 0,2-3-1152 15,0-3-240-15,0 1-32 0,3 0-12384 0,5-4-2464 0</inkml:trace>
  <inkml:trace contextRef="#ctx0" brushRef="#br0" timeOffset="68704.17">18487 7666 20271 0,'0'0'1792'0,"0"0"-1424"0,0 0-368 0,2-5 0 0,0-1 5472 0,-1 0 1024 16,-1 6 208-16,0 0 32 0,3-6-3904 0,-3 6-784 16,0-7-144-16,0 7-48 0,0 0-384 0,-8-2-96 15,-1 3-16-15,-2 2 0 0,-1-1-736 0,2 2-160 16,-3 3-16-16,-1 2-16 0,-2 1-176 0,2 3-48 15,1-1 0-15,0 1 0 0,0-1-208 0,2 0 144 16,3-2-144-16,2 0 128 0,2 1-128 0,1-1 0 16,2-2 0-16,4 0 0 0,0 0-304 0,4-3 16 15,1-1 0-15,1-3 0 16,1 1-224-16,3-2-64 0,2-3 0 0,-1-1 0 16,0-1-48-16,2-2-16 0,1-2 0 0,-3 1 0 15,-3 1 160-15,0-3 32 0,0 0 0 0,-1 0 0 0,1 0 304 0,-2 0 144 16,-4 1-128-16,0 2 128 0,-1 1 0 0,-4 6 272 0,0 0-32 0,0 0-16 15,0 0 448-15,0 0 96 0,0 0 0 0,-5 0 16 16,-1 0-208-16,6 0-32 0,-7 4-16 0,2 2 0 16,1 3-320-16,1 1-64 0,2 1-16 0,0 5 0 15,-1-2-128-15,2 4 0 0,0 6 0 0,0-1 0 16,3 3 0-16,0 2 0 0,-2 1 0 0,1 4 0 16,0 1 0-16,-1 2 0 0,-2 0 0 0,-2-1 0 15,1 0 0-15,-2 1 0 0,-2-2 0 0,0-4-176 16,-2 0 16-16,-2-3 0 0,-1-1 0 0,-2-3 0 15,0 0 160-15,-1-5-128 0,1-4 128 0,-3-2-128 0,-1-3 128 16,0-2-192-16,2-4 192 0,-2 0-192 0,0-3 16 16,2-4 0-16,2-1 0 0,4-4 0 0,1-2-64 0,4-4-16 15,3-3 0-15,4-2 0 0,1-1-32 0,6-4-16 16,3 1 0-16,3-4 0 0,2-1 112 0,3-2 32 16,0-1 0-16,4-1 0 0,1 0 160 0,1 1-128 15,-1 1 128-15,1-1-128 0,0 2 128 0,-3 2 0 16,1-1 0-16,-1 3 0 0,-5 2 0 0,-1 3 0 15,-2 3 0-15,-3 4 0 0,-1 0 0 0,-3 4 192 16,-3 4-32-16,0-1-16 0,-6 7 176 0,0 0 48 16,0 0 0-16,0 0 0 0,0 0-48 0,0 0 0 15,0 0 0-15,-7 0 0 0,-1 0-320 0,0 0 128 16,2 4-128-16,-1 0 0 0,1 1 0 0,-1-1 0 0,1 0-160 16,1 1 160-16,5-5-192 0,-4 6 192 15,4-6-192-15,-3 6 192 0,3-6-256 0,-1 7 48 16,1-7 16-16,0 0 0 0,0 0 0 0,0 0 16 15,6 6 0-15,2-1 0 0,0-2-80 0,2-2 0 16,3-1-16-16,2-1 0 0,0-3-16 0,2-1 0 16,0-2 0-16,2 1 0 0,-4-3-32 0,1 1-16 0,-2-1 0 0,-1 0 0 15,-2-2 336-15,-2 3-176 0,-1 2 176 0,-3 1-128 16,-1 1 256-16,-4 4 64 0,0 0 16 0,0 0 0 16,0 0 496-16,0 0 80 0,-8 2 32 0,1 2 0 0,1 2-336 15,2-1-64-15,4-5-16 0,-3 9 0 0,2-3-400 16,2 2 128-16,3 0-128 0,2-1 0 15,0-2 0-15,3-3 0 0,3 2 0 0,0-1 0 0,1-2 0 0,2-1 0 16,0-1-144-16,-1-2 144 0,2-2 0 0,-2-1 0 16,2-2 0-16,-2 0 0 0,-1-1 0 0,0 1 0 15,-1-1 0-15,-2-2 0 0,1-2 0 0,-1-2 0 16,0 0 0-16,-2 2 0 16,1-2 0-16,-1 0 128 0,0-3-128 0,-1 0 0 0,-1 0 160 15,-2 2-160-15,0 2 160 0,0 3-160 0,-4 3 224 0,0 3-48 16,0 5-16-16,0 0 0 0,0 0 224 0,0 0 32 15,0 0 16-15,0 0 0 0,-4 9-224 0,1 4-32 16,-2 0-16-16,4 0 0 0,1 4-160 0,1-2 0 16,2 2 0-16,-1 1 128 0,1-2-128 0,2 2 0 15,0 1 0-15,1 1 0 0,-1 1 0 0,0 1 0 16,-1-4 0-16,-3 2 0 0,-1 1 0 0,-2-1 0 16,-4-1 0-16,0-1 0 0,-3 0 0 0,0-2 0 15,-3 1 144-15,-1-2-144 0,-3-4 144 0,-1 1-144 0,-1-3 192 16,-2-1-48-16,0 2-144 0,-1-4 0 0,1-3 0 15,1 0 0 1,-4-6-1632-16,3 0-320 0</inkml:trace>
  <inkml:trace contextRef="#ctx0" brushRef="#br0" timeOffset="69332.2">16857 8715 16575 0,'0'0'1472'0,"0"0"-1168"15,8-7-304-15,1-2 0 0,1-3 5568 0,1-1 1040 16,-1 0 224-16,-1 1 32 0,-1 2-5072 0,-3 2-1008 16,1-2-208-16,-2 1-32 0,-4 0 1328 0,0 1 272 15,-2 1 48-15,1 1 16 0,-3-1-800 0,0 3-144 16,-2 2-48-16,-2 0 0 0,-1 2-544 0,-2 4-112 16,0 3-32-16,-4 3 0 0,-2 3-256 0,-2 5-48 15,-2 3-16-15,0 4 0 0,0 1-208 0,-1 4 128 16,0 1-128-16,2 1 0 0,1-1 0 0,2-1 0 0,2-3 0 15,6 1 0-15,1-5 0 0,3-1 0 16,3-1 0-16,3-1 0 0,3-3 0 0,2-3 0 0,2-2-208 16,3-2 64-16,2-2-64 0,1-3-16 0,2-2 0 0,1-2 0 15,0-3-16-15,1-2 0 0,0 0 0 16,0-4 0-16,-1-1 80 0,0-2 16 0,-2 2 0 0,-1-2 0 16,-1-1 144-16,-3 0-128 0,2 0 128 0,-2 3-128 15,-2 1 128-15,-2 3 0 0,-6 5 0 0,0 0 0 16,0 0 0-16,0 0 128 0,2 11-128 0,-1 2 176 0,-1 2 128 15,0 2 16-15,-2 0 16 0,2 1 0 0,0 3-64 0,0-5-16 16,1 0 0-16,2-2 0 16,1-1-256-16,-2-3 0 0,3 1 0 0,1-5 0 0,-1-2 0 0,-5-4 0 15,9 2 0-15,0-2 0 0,2-4 0 0,-1 0 0 16,0-5 0-16,0-2 0 0,-3-2 0 0,3 0 0 16,-3 0 0-16,1-1 0 0,-1-2 0 15,-1-1-144-15,-1-1 16 0,1-2 0 0,-1 1 128 0,0-2 0 16,0 1 0-16,-1 1-128 15,0-1-704-15,-1 3-144 0,-1 2-32 0,0 2 0 16,-1 2-1328-16,0 3-272 0,-1 8-48 0,0 0-11680 16,0 0-2320-16</inkml:trace>
  <inkml:trace contextRef="#ctx0" brushRef="#br0" timeOffset="70901.42">17536 8745 22111 0,'0'0'976'0,"-4"2"208"0,-1-4-944 0,5 2-240 0,0 0 0 0,0 0 0 0,0 0 3968 0,0 0 768 16,0 0 128-16,-4-3 48 0,0 2-3888 0,4 1-768 15,0 0-256-15,0 0 160 16,0 0-1472-16,0 0-288 0,0 0-64 0,0 0-16 16,0 0 656-16,0 0 144 0,0 0 32 0,0 0 0 0,0 0 848 0,0 0 320 15,0 0-16-15,0 0 0 0,0 0 1088 0,0 0 208 0,0 0 64 0,0 0 0 16,0 0 16-16,0 0 16 0,0 0 0 0,0 0 0 16,0 0-272-16,0 0-48 0,0 0-16 0,-5 0 0 15,-1 0-32-15,-1 2-16 16,-1 2 0-16,-1 3 0 0,-4 1-352 0,1 2-80 0,2 3-16 0,-3 3 0 15,-3 1-352-15,2 1-64 16,0 3 0-16,1 0-16 0,1 1-224 0,3-4-32 0,2 0-16 16,2-2 0-16,1-2-112 0,3-1-48 0,1-1 0 0,1 0 0 15,3-4 0-15,2-1 0 0,5-1 0 0,1-2 0 32,1-3-944-32,5-1-176 0,4-3-32 0,3-1-16 0,0-2-1424 15,2-5-288-15,2 2-48 0,1-1-16 0,1-2-2016 0,0-1-416 0,-2 1-64 16,-3-1-32-16,-4-2 2528 15,-4 0 512-15,-1-2 112 0,-4 2 16 0,-2 2 2496 0,-1 0 496 0,-3 1 96 0,-3 3 32 16,-3-2 2896-16,-1 11 576 0,0 0 112 0,0 0 16 0,-4-6-768 0,-2 3-144 16,-2 3-48-16,0 0 0 15,-1 3-1392-15,-2 2-272 0,0 2-64 0,-1 0-16 0,-1 2-768 0,0 3-160 16,0-1-16-16,1 2-16 0,2 0-368 0,-1 0-64 16,2 0 0-16,3-1-16 0,0-1-304 15,2-3 0-15,1 1 0 0,3 0 0 0,1-1 0 16,-1-8 0-16,5 7 0 0,3-2 0 15,0-2-272-15,2-3-176 0,2-2-16 0,1 0-16 16,0-4 32-16,1 1 0 0,1-3 0 0,-2 1 0 16,0-1 208-16,-2-3 48 0,1 0 16 0,1-1 0 0,-1-1 176 0,-2 0 0 15,1 0 0-15,-1 0 0 0,1-2 0 0,-1 2 0 16,-2 3 0-16,0 1 0 0,-2 2 0 0,1 1 0 16,-7 6 0-16,0 0 0 0,0 0 368 0,0 0 0 15,0 0 0-15,2 6 0 0,-2 2 112 0,-1 4 32 16,0-2 0-16,-1 5 0 0,0 0-160 0,-1 2-32 15,-1 0 0-15,2 0 0 0,-1-3-320 0,2 1 0 0,1-2 0 0,1 0 0 16,0-5 0-16,2 2 0 0,1-3 0 16,1-2 0-16,-5-5 0 0,0 0 0 0,0 0 0 0,8 0 0 15,1 0 0-15,0-4 0 16,-1-1 0-16,1-3 0 0,2-1 0 0,-1-2-240 0,-1-3 48 0,0 0 0 16,-2-2 192-16,-1 0-176 0,5-3 176 15,-1 0-160-15,-1 1 160 0,3 1-160 0,0 0 160 0,-1 2-160 16,0 0 160-16,-1 2 0 0,-1 2-144 15,-2 3 144-15,-2 1 0 0,-5 7 0 0,0 0 0 0,0 0 0 16,0 0 0-16,0 0 0 0,0 0 128 0,-1 9-128 0,0 2 160 16,-2 2-160-16,0 1 192 0,-1 2-192 0,1 1 144 15,1-3-144-15,2 2 0 0,-1 1 144 0,2 0-144 16,3-2 0-16,1-2 0 0,3-1 0 0,1-3 0 16,0-2-192-16,2-2 64 0,2-1 128 0,1-3-352 0,1-2 48 15,-1-2 16-15,2-1 0 0,-2-1 16 0,3-1 0 16,-3-2 0-16,2 0 0 0,-2-3 64 0,1 0 16 15,0-2 0-15,-2 0 0 0,-2-2 192 16,0 1 0-16,-1-2-160 0,-3 1 160 0,0-4 0 0,-1 5 0 16,-2 0 0-16,0 2 0 0,1 4 0 0,-3-1 0 15,-2 9 0-15,0 0 0 0,0 0 256 0,0 0-16 16,-4-4-16-16,4 4 0 0,-7-4 176 0,7 4 48 16,0 0 0-16,0 0 0 0,-5 5-256 0,5-5-64 15,-4 7 0-15,4-7 0 0,-1 9-128 0,2 0-176 16,2 2 48-16,1-3 0 0,1-1 128 0,1 1 0 15,2 0 0-15,1 1 0 0,1 0-304 0,0 2 32 16,0-1 0-16,1-1 0 0,-2 0-48 0,0-1 0 0,-1 0 0 0,0 0 0 16,0 0 64-16,-3 1 16 15,-1-3 0-15,-4-6 0 0,0 0 240 0,1 5 0 16,-1-5-160-16,0 0 160 0,-1 7 0 0,1-7 0 0,-7 5 0 0,1-1 0 16,6-4-128-16,-8 5-16 0,0-1 0 15,3 0 0-15,-2 0-80 0,7-4-16 0,-8 5 0 0,2 1 0 16,-1-3 48-16,7-3 16 0,0 0 0 0,0 0 0 15,0 0 176-15,0 0-160 0,0 0 160 0,7 4-160 16,-7-4 160-16,9 0-208 0,4-2 80 16,-1-2 128-16,2-4-192 0,2-1 192 0,-1-3-160 0,4-1 160 0,0-1-160 15,1-2 160-15,-2 0-160 0,2-2 160 16,-1-1 0-16,1-2 0 0,-1 0 0 0,1 0 160 16,-2 0 96-16,-1 2 0 0,-3-1 16 15,-1 4 0-15,-3 3 224 0,-4 3 32 0,-1 2 16 0,-5 8 0 16,0 0 240-16,0 0 48 0,0 0 16 0,0 0 0 0,0 0-272 0,-2 11-64 15,-4 0-16-15,1 4 0 0,1-1-352 0,0 2-144 16,0 1 128-16,1 1-128 0,0 3 0 16,0 0 0-16,1 1 0 0,0 1 0 0,2-2 0 15,0 1 0-15,0-4 0 0,3 2-176 16,1-2-752-16,0-1-160 0,-4-1-16 0,0-2-16 16,1-1-1152-16,0-4-224 0,1-1-64 0,-2-8-11936 15,0 0-2400-15</inkml:trace>
  <inkml:trace contextRef="#ctx0" brushRef="#br0" timeOffset="71079.48">18557 8788 20271 0,'0'0'896'0,"0"0"192"0,0 0-880 0,0 0-208 16,0 0 0-16,0 0 0 0,0 0 7312 0,14 1 1424 0,3-1 288 0,0-1 48 15,4-1-6896-15,3 0-1360 0,3-1-288 0,3-1-48 16,1 0-272-16,2 2-48 0,1-4-16 0,1 1 0 15,-2 0-736-15,-1 0-160 0,-1 0-16 0,1 1-15104 16,-5 1-3024-16</inkml:trace>
  <inkml:trace contextRef="#ctx0" brushRef="#br0" timeOffset="72322.53">18942 6056 27647 0,'-7'13'1216'0,"7"-13"256"0,-5 10-1168 0,0-1-304 0,5-9 0 0,0 0 0 16,-3 10 5072-16,3-10 960 0,1 11 192 0,-1-11 48 15,0 0-4288-15,0 0-832 0,0 0-192 0,0 0-16 0,0 0-240 0,0 0-64 16,10-8 0-16,-5 2 0 0,0-1-208 0,-1-2-48 15,0-1-16-15,0-3 0 0,0-1-144 0,-2-2-32 16,1-3 0-16,1-5 0 0,0-2-192 0,0-2 144 16,0-2-144-16,-1-2 128 0,-1-4-128 15,0-3 0-15,0-4 0 0,0 2 0 0,0 5 0 0,0 1 0 16,-1 3 0-16,-1 1 0 0,0 4 0 0,0 6 0 16,-1 0 0-16,0 7 0 0,-2 2 0 0,2 4 0 15,1 3 0-15,0 5 0 0,0 0 0 0,0 0 0 16,-3 6 0-16,2 7 0 0,0 3 0 0,-1 4 0 15,4 0 0-15,0 3 0 0,4-1 0 0,0 1 0 16,2 3 0-16,1-4 0 0,3 2-128 0,-1-3 128 16,4-2 0-16,0-2 0 0,2-1 0 0,2-4 0 15,-1-3 0-15,0-3 0 0,0-2-128 0,-1-1 128 16,0-3 0-16,0-2 0 0,0 0 0 0,-1-2 0 0,0-4 0 16,-2 0 0-16,-1-5 0 0,1 0 0 0,2-2 0 15,-2-5 0-15,-1-2 0 0,3-2 0 0,0-2 0 16,-1 0 0-16,0-1-160 0,0-2 160 0,0-1 0 0,-1 0-144 15,-1-1 144-15,0 5 0 0,-3 5 0 16,-1 7 0-16,-1-1 0 0,-1 9 0 0,-7 6 0 16,0 0-128-16,5 8 128 0,-2 7 0 0,-5 7 0 0,1 6 128 15,0 2-128-15,-1 2 192 0,0 4-64 0,-1 1 0 16,1 4-128-16,0-1 0 0,2-1 0 0,0-1 128 16,2-1-128-16,0-2 0 0,2-4 0 15,0-1 0-15,-1-1 0 0,2-4 0 0,1-5-176 0,1 0 176 16,-1-3-1152-16,1-3-144 0,-1-1-32 0,0 0 0 15,1-5-1328-15,1 1-272 0,0-1-48 0,0 1-10944 16,0 0-2192-16</inkml:trace>
  <inkml:trace contextRef="#ctx0" brushRef="#br0" timeOffset="72856.62">20032 5745 17503 0,'0'0'1552'0,"0"-8"-1232"0,0-1-320 0,1 2 0 0,-1-2 5936 0,1 1 1120 15,-1 1 240-15,0-1 32 0,0 0-4240 0,0 1-848 16,-1 1-160-16,0 1-32 0,1 5-736 0,0 0-144 16,0 0-16-16,0 0-16 0,0 0-512 0,-7-2-112 15,1 2 0-15,-1 3-16 0,-1 2-256 0,-1 4-48 16,-1 4-16-16,-3 6 0 0,-4 3-176 0,0 4 192 16,-3 4-192-16,1 4 192 0,-1 3-192 0,3 1 128 15,1-3-128-15,2-1 128 0,2-4-128 0,3-4 0 0,1-2 0 16,5-1 128-16,3 0-128 0,2-3 0 15,2-3 0-15,3-1 0 0,2-3-208 0,2-3 16 16,4 0 16-16,2-3 0 0,0-5-144 0,2-2-48 0,-1-2 0 0,1-1 0 16,-1-1 48-16,-1-2 0 0,-4 0 0 0,0-2 0 15,0 0 160-15,-1 0 160 0,-2-1-208 0,-1 1 80 16,-1 2 128-16,0-3 0 0,-1 2 0 0,-2 1 0 0,-1-1 0 16,-2 2 176-16,-2 5-176 0,0 0 192 0,0 0 96 15,0 0 32-15,0 0 0 0,0 0 0 0,0 0-64 0,0 0 0 16,7 5 0-16,-1 2 0 0,1-1-128 15,-2 3-128-15,-2 1 144 0,1 0-144 0,-1 0 128 0,3 1-128 16,-1-1 0-16,-1 1 0 16,1-2 0-16,2 0 128 0,-7-9-128 0,7 4 0 0,1 0 0 0,0 0 0 15,-8-4 128-15,8 4-128 0,1-3 0 0,-1-1 0 16,0-1 128-16,-1-2-128 0,1 0 144 16,0-1-16-16,-1-1 0 0,0-3 0 0,3-1-128 0,-1 0 0 15,-2 0 0-15,3 0 0 0,-1-4 0 0,0 1 0 16,1-3 0-16,-1-2 0 0,1 1 0 0,-3-5 0 15,1 0 0-15,1-1 0 16,-1-3-432-16,-1 4-112 0,-2-1-32 0,0 5 0 16,-1 2-816-16,0 2-160 0,-2 2-48 0,4 3 0 15,-1 2-3328-15,-1 1-656 0,-4 5-144 0,12-4-32 0</inkml:trace>
  <inkml:trace contextRef="#ctx0" brushRef="#br0" timeOffset="73185.58">21127 5406 47343 0,'0'0'2096'0,"-3"-7"432"0,1 1-2016 0,-1-1-512 0,-1 2 0 0,0 1 0 15,-1 0 1632-15,-2 2 224 0,1 2 64 0,-2 2 0 16,-1 0-608-16,-2 3-112 0,-2 1-32 0,0 6 0 15,-1 6-816-15,-3 2-160 0,-1 2-48 0,-3 3 0 0,-1 1-96 0,0 2-48 16,-1 1 0-16,1 4 0 0,1 1 0 0,2 1 0 16,-1 1 0-16,5 0 0 0,2-3 0 0,2 1 0 15,3-4 0-15,5 2 0 0,1-2 0 0,4-2 0 16,3-2 0-16,3-1 0 0,2-4 0 0,2-1-208 16,1-4 64-16,2 0 16 15,2 0-480-15,2-1-96 0,0-4 0 0,2-2-16 16,0-2-496-16,1-2-112 0,2-4-16 0,0-2 0 15,0-3-2048-15,-1 0-432 0,1-4-80 0</inkml:trace>
  <inkml:trace contextRef="#ctx0" brushRef="#br0" timeOffset="73417.42">21524 5556 37775 0,'0'0'3360'0,"0"0"-2688"15,0 0-544-15,0 0-128 0,0 0 3312 0,0 0 624 16,0 0 128-16,0 0 32 0,0 0-2256 0,-2 6-448 15,-1 2-96-15,1 2-16 0,-1 4-752 0,0 1-144 16,1 1-48-16,-1 5 0 0,1 5-336 0,-1 0 144 0,-1 4-144 0,0-3 0 16,0 2 128-16,0 0-128 0,-1 2 0 0,1-1 0 15,-1-4 192-15,1 0-192 0,1-3 192 0,1-2-48 16,-2-4-384-16,1-1-32 0,1-2-16 0,-1-3 0 16,-1-4-624-16,4-7-128 0,0 0-32 0,0 0 0 15,0 0-928-15,0 0-192 0,0 0-48 0,0 0-12432 16,-1-6-2496-16</inkml:trace>
  <inkml:trace contextRef="#ctx0" brushRef="#br0" timeOffset="73602.73">21217 5621 41471 0,'0'0'3680'0,"0"0"-2944"0,0 0-592 0,0 0-144 0,0 0 2880 0,0 0 528 16,0 0 112-16,0 0 32 0,8-4-2144 0,2 0-416 15,3 0-96-15,3 2 0 0,4 0-576 0,3-2-96 16,0 2-32-16,2-3 0 0,2-1-192 0,-1 2 144 15,0 0-144-15,3 1 128 0,1-3-128 0,0 1 0 16,-3-1 0-16,1 2 0 16,-1-3-752-16,-1 2-176 0,-2 0-32 0,-2 2-16 15,0 3-2512-15,-1 3-496 0</inkml:trace>
  <inkml:trace contextRef="#ctx0" brushRef="#br0" timeOffset="74018.25">21725 5803 47343 0,'0'0'2096'0,"0"0"432"0,0 0-2016 0,0 0-512 0,0 0 0 0,0 0 0 16,0 0 1088-16,0 0 112 0,0 0 16 0,8 4 16 16,1-8-80-16,3 3 0 0,1 0-16 0,1-3 0 15,2 1-736-15,-1 1-144 16,1-1-16-16,-2 0-16 0,-2 1-224 0,-1 1 128 0,-2 1-128 0,-9 0 0 16,0 0 160-16,0 0-160 0,0 0 160 0,0 6-160 15,-4 1 320-15,-3-1-48 0,-2 2 0 0,-1 0 0 16,-2 1-48-16,-1 1-16 0,-1-2 0 0,-1 0 0 15,2 0-208-15,3 0 0 0,1-1 0 0,0 1 0 16,2 1 0-16,1 1 0 0,-1-1 128 0,3-2-64 0,4-7-64 0,-2 7 0 16,0-1 0-16,2-6 0 0,3 8 0 0,1 0 0 15,-2 0 0-15,4-2 0 16,1 1 0-16,4-2-128 0,1-1 128 0,1 0 0 0,1 1 0 0,0 0 0 16,1-1 0-16,-1 0 0 15,-1 0 0-15,0-1 0 0,-1-1 0 0,-2 2 0 0,-1 2 0 0,-1-1 0 16,-4 0 0-16,-1 1 128 0,-3-6-128 0,0 0 0 15,-2 8 0-15,1 0 0 0,-4 0 0 0,-2 2 0 16,-2 0 0-16,-1-1 0 0,-2-2 0 0,-1 1 0 16,-3 1 0-16,1-1 0 0,-2 3 0 0,0 0 0 15,1-4 0-15,2 1 0 0,-1-3 0 0,1-1 0 16,1-2 0-16,3 1 0 16,2 0-1104-16,8-3-224 0,0 0-32 0,0 0-16 15,2-7-3648-15,4-2-736 0</inkml:trace>
  <inkml:trace contextRef="#ctx0" brushRef="#br0" timeOffset="74172.62">22091 5849 15663 0,'0'0'688'0,"0"0"144"0,0 0-656 0,0 0-176 0,0 0 0 0,7-4 0 15,0 0 8432-15,0 0 1648 0,1 0 336 0,1 2 64 16,0-1-7696-16,3 1-1536 0,2-2-304 0,3 0-64 16,3 0-576-16,1 0-112 0,1 1-32 0,3-3 0 15,1 1-448-15,1-1-96 0,2 0 0 0,2 1-16 16,2-1-2272-16,-1 3-448 0,-2-1-80 0</inkml:trace>
  <inkml:trace contextRef="#ctx0" brushRef="#br0" timeOffset="74424.64">22780 5401 50799 0,'0'0'2240'0,"0"0"480"0,0 0-2176 16,0 0-544-16,-4-3 0 0,4 3 0 0,0 0 1152 0,0 0 128 15,0 0 32-15,0 0 0 0,0 0-432 0,0 12-96 16,0 1-16-16,0 4 0 0,1 2-544 0,1 2-224 16,-2 1 176-16,0 3-176 0,-3 4 128 0,0 1-128 15,2 2 0-15,-2 1 0 0,1 2 0 0,-1 0 128 0,2-10-128 0,1 2 0 16,-1 1 0-16,-1-1 0 16,0-1 0-16,0 0 0 0,0-3-144 0,2-5-32 15,-2-3 0-15,1 2 0 16,0-2-976-16,0-5-192 0,1-2-32 0,0-8-16 15,0 0-1840-15,0 0-368 0,0 0-80 0</inkml:trace>
  <inkml:trace contextRef="#ctx0" brushRef="#br0" timeOffset="74635.97">22480 5397 28559 0,'0'0'1264'0,"0"0"272"0,0 0-1232 0,0 0-304 0,0 0 0 0,5-7 0 16,2 3 5840-16,2 0 1120 0,1 0 208 0,5 2 64 15,2 1-5184-15,1 1-1040 0,3-2-208 0,2-2-32 0,5 2-464 16,2-2-96-16,0 1-16 0,2 1 0 0,1-1-192 0,2-1 0 16,0 1 0-16,0 2 0 0,-2 0 0 0,-2 0 0 15,-2 1 0-15,-3 1 0 16,-3 1-1248-16,-2 2-288 0,-1 4-64 0,-2-1-14624 16,-1-1-2912-16</inkml:trace>
  <inkml:trace contextRef="#ctx0" brushRef="#br0" timeOffset="74935.07">22935 5827 32255 0,'0'0'2864'0,"0"0"-2288"15,0 0-576-15,0 0 0 0,0 0 3984 0,8 0 688 16,0 0 144-16,1 0 32 0,1 0-2208 0,2 0-432 16,0 0-96-16,1 0 0 0,1 0-1488 0,-2 0-304 15,0 1-48-15,-2 2-16 0,-2-3-80 0,-2 1-32 16,-6-1 0-16,7 5 0 0,-7-5-144 0,0 0 0 15,0 7 0-15,-3 2 0 0,-1 1-240 0,-1 2-128 16,-4 0-16-16,-1 0-16 0,-1-1 400 0,1 0 0 16,-1-1 0-16,2 1 0 0,1 0 288 0,2-3 144 0,1 1 16 0,-1-1 16 15,6-8-336-15,0 0-128 0,3 8 0 0,1-2 0 16,-4-6 0-16,9 7 0 0,3-2 0 0,2-2 0 16,0-2-176-16,3-1-16 0,2-2-16 0,-4-1 0 15,1 0 208-15,1-1 160 0,1-2-32 0,4-1 0 16,0 1-1872-1,1-3-384-15,-1-4-80 0,1-2-13856 0,-1-2-2752 0</inkml:trace>
  <inkml:trace contextRef="#ctx0" brushRef="#br0" timeOffset="75255.49">23313 5049 33167 0,'0'0'1472'0,"-5"0"304"15,5 0-1424-15,0 0-352 0,-4 0 0 0,4 0 0 0,0 0 4944 0,0 0 928 16,5 6 176-16,2 1 32 0,2 2-4368 0,3 2-880 16,3 3-192-16,5 1-16 0,3 3-256 0,3 3-48 15,2 1-16-15,0 5 0 0,2 0-304 0,-2 4 0 16,-1-1 128-16,2 7-128 0,-2-1 0 0,1 1 160 16,-4-1-160-16,1 3 128 15,-1 3-128-15,-4 1 0 0,1 0 0 0,-4 3 128 0,-4-1-128 0,-1 0 0 0,-4 0 0 16,-2 0 0-16,2-1 0 0,-4-4 0 15,-3 1 0-15,-3 4 0 0,-2-4 0 0,0-2 0 16,-1-3 0-16,-3-3 0 0,-1-3 0 0,-4-4 0 0,-2-2 0 0,-2-5 128 16,4-2-80-16,-2-4-48 0,-1-1 0 15,-3-2 0-15,-4 2-176 0,1-6-16 0,-1 1-16 16,-2 1 0 0,2-3-2352-16,-1-1-448 0</inkml:trace>
  <inkml:trace contextRef="#ctx0" brushRef="#br0" timeOffset="87245.78">7023 9934 51775 0,'0'0'2304'0,"0"0"448"0,-9 0-2192 0,2 0-560 0,7 0 0 0,0 0 0 16,-5 2 656-16,1 2 32 0,0 1 0 0,1 4 0 16,-1 3 16-16,0 4 0 0,-2 3 0 0,1 6 0 15,-1 5-336-15,1 4-64 0,1 4-16 0,0-2 0 16,-1 0-160-16,1-3-128 0,0 0 144 15,0 0-144-15,1-5 128 0,1 2-128 0,-1-2 0 0,0-2 0 16,2-1 0-16,0-3 0 0,-1-3 0 0,2 0 0 16,2-1-208-16,-1-5-144 0,-1-3-32 0,0-1 0 15,0-1-928-15,0-8-192 0,0 0-32 16,0 0-16-16,0 0-2112 0,0 0-432 0,0 0-64 0</inkml:trace>
  <inkml:trace contextRef="#ctx0" brushRef="#br0" timeOffset="87527.11">6352 9931 37775 0,'0'0'3360'0,"0"0"-2688"0,-6 1-544 0,6-1-128 0,0 0 3456 0,0 0 640 16,8-1 144-16,4 0 32 0,1-2-3248 0,5-1-656 15,5-1-128-15,5-2-32 0,6 0 496 0,4-3 80 0,4 1 32 16,3-1 0-16,6-3-368 0,1 1-64 0,0 3 0 0,2-3-16 15,-1 1-192-15,1 0-48 0,-1 2 0 0,1-1 0 16,-4 0-128-16,3 3 0 16,-1-2 0-16,-1 2 128 0,-4 2-128 0,-2 1 0 0,-2 0 0 0,-2 0 0 15,-4-1 0-15,0 1-192 16,-2 0 64-16,-2 1 128 0,-3 1-752 16,-3 0-16-16,-2 0-16 0,-3 1 0 15,0-2-1328-15,-2 3-256 0,-2-4-48 0,-2 3-19792 0</inkml:trace>
  <inkml:trace contextRef="#ctx0" brushRef="#br0" timeOffset="88160.39">7284 10537 51311 0,'-16'7'2272'0,"10"-5"480"0,-1 0-2208 0,7-2-544 0,0 0 0 0,0 0 0 0,0 0 1136 0,0 0 112 15,0 0 32-15,0 0 0 0,0 0-576 0,9-3-128 16,3-1 0-16,1 0-16 0,3-4-560 0,-1 2 0 16,4-1 0-16,0 1 0 0,2-2 0 0,1 2 0 15,-2 0 0-15,-1 4 0 0,0 0 0 0,-2 2 0 16,-2 0 0-16,0 2 0 0,-5 0 0 0,-2 2 0 0,-3-1 0 0,-5-3 0 16,4 6 0-16,-4-6 160 0,1 8-160 0,-2-1 128 15,-3-1 16-15,-3 2 0 0,0 1 0 0,-2 0 0 16,1 0-144-16,-3 1 192 0,0-3-192 0,0 4 192 15,1-3-144-15,-1 1-48 0,2-1 0 0,0-1 0 16,1 1 0-16,3 0 0 0,0 0 0 0,1-2 0 16,4-6 0-16,0 8 0 0,1 1 0 0,0-3 0 0,-1-6 0 15,4 7 0-15,2 1 0 0,0-1 0 0,1 2 0 0,2-3 0 16,1-2 0-16,1 1 0 0,-1-1 0 0,2 0 0 16,2 0 0-16,-1 0 0 0,-1 1 0 15,0-1 0-15,-2 3 0 0,-1 1 0 0,-1-1 0 0,-2 1 0 16,-2 1 0-16,-2 0 0 0,-2 1 0 0,-3 1 0 15,-1 0 0-15,-2 0 0 0,-3 1 0 0,-3 0 0 16,-3 0 0-16,0 1 0 0,-1-2 0 16,-2 1 0-16,-3 0 0 0,0 0 0 0,-1-1 0 0,0-1 0 15,-3-1 0-15,3-2 0 0,0 0 0 0,-2-2 0 16,3-1 0-16,3-1 0 0,1-3-288 0,6-2-48 0,0 0-16 16,5-2-16912-1,2-5-3376-15</inkml:trace>
  <inkml:trace contextRef="#ctx0" brushRef="#br0" timeOffset="88469.38">8223 10249 5519 0,'0'0'240'0,"0"0"64"0,-4 4-304 0,4-4 0 0,-3 3 0 0,3-3 0 16,0 0 10960-16,0 0 2144 15,0 0 416-15,0 0 96 0,14 1-10352 0,1 0-2048 0,0-1-432 0,4-1-80 16,-1 0-352-16,3-1-80 0,0 0-16 0,-3-1 0 16,1-1-96-16,1 2-32 0,-2-1 0 0,-1 2 0 0,0-2-128 0,-1 2 0 15,-2-1 0-15,-1 1 0 0,-1-1-272 16,0 0-96-16,-2 2-16 0,0 0 0 15,2-1-1008-15,-1 1-208 0,-2 3-32 0,-1-1-16 16,-8-2-2576-16,3 7-528 0,-1-1-112 0,-5 3 0 0</inkml:trace>
  <inkml:trace contextRef="#ctx0" brushRef="#br0" timeOffset="88615.49">8299 10417 9215 0,'-20'8'400'0,"12"-4"96"0,0 1-496 0,0-2 0 16,-1 1 0-16,4 0 0 0,5-4 9536 0,0 0 1792 15,0 0 384-15,0 0 64 0,0 0-8384 0,0 0-1680 16,0 0-336-16,0 0-64 0,0 0-672 0,10 5-144 15,2-1-32-15,2-3 0 0,5-1-464 0,0-1 0 0,2-2 0 0,0 1 0 16,1-2 0-16,1 1 0 16,1 2 0-16,1-2 0 15,-3 1-416-15,0 0-176 0,0-3-48 0,2 1 0 16,-1 0-2048-16,1 2-400 0</inkml:trace>
  <inkml:trace contextRef="#ctx0" brushRef="#br0" timeOffset="90347.64">9624 9945 16575 0,'-10'-7'736'0,"10"7"160"0,-6-4-720 0,4 0-176 16,-1-3 0-16,2 2 0 0,-6-2 6480 0,5 0 1264 0,4 0 256 0,5-1 64 16,3 0-5696-16,5 2-1120 0,0-3-224 0,1 1-64 15,0 0-304-15,2 0-64 0,-4 3-16 0,1 3 0 16,-1-4-112-16,-4 2-16 0,-1 0-16 0,-9 4 0 15,0 0-32-15,0 0 0 0,0 0 0 0,0 0 0 16,0 0 48-16,-1 8 16 0,-4 0 0 0,0 3 0 16,-4-1-144-16,-1 3-16 0,-3 0-16 0,0 1 0 15,-4 3-128-15,0 0-32 0,-1 2 0 0,3-1 0 16,0 0-128-16,2-1 160 0,0-1-160 0,1 1 160 0,5-6-160 16,0 2 128-16,3-1-128 0,4 0 128 0,0 0-128 15,3-2 0-15,1-1 0 0,5-1 128 0,0-2-128 16,3 1 0-16,2 0 0 0,2-4 0 0,2-1-192 15,1 2 48-15,4-4 0 0,-1-4 0 16,0-1-880 0,3-2-192-16,1-2-16 0,1-3-16 0,1-1-2672 0,2-4-544 15</inkml:trace>
  <inkml:trace contextRef="#ctx0" brushRef="#br0" timeOffset="90699.56">10441 9533 49535 0,'0'0'2192'0,"-6"0"448"0,-1-1-2112 0,1 1-528 16,6 0 0-16,-8 0 0 0,-1 1 960 0,0 2 64 15,0-2 32-15,-2 6 0 0,1 2-48 0,-3 4-16 16,-2 1 0-16,0 8 0 0,-1 3-560 0,-1 3-112 16,-1-1-32-16,0 3 0 0,1 0-16 0,1 0 0 15,3-1 0-15,3-2 0 0,2-1-272 0,3 0 0 16,2-1 0-16,3-2 0 0,3-3 0 0,3-2-144 15,5-2 16-15,0-2 0 0,2-2 128 0,4-2 0 16,2-4 128-16,3-4-128 0,2-2-160 0,3-2-96 0,-1-5-32 16,1-2 0-16,3-3 96 0,0-2 0 0,0-4 16 15,-4-1 0-15,0 1 176 0,-1-1-192 0,-2-5 192 16,-2 2-192-16,-3 1 192 0,-2-4 0 0,-3 2 0 0,-4-5-128 16,-4-2 128-16,-2-1 0 0,-4 0 0 0,-3 0 0 15,-3 1 0-15,-2 2-160 0,-4 5 160 0,-2 1-160 0,-5 2-96 16,-2 2 0-16,-2 1-16 0,0 2 0 15,-2 4-1152-15,-1 3-240 0,1 1-32 0,3 7-16 16,1 2-2544-16,0 4-512 0</inkml:trace>
  <inkml:trace contextRef="#ctx0" brushRef="#br0" timeOffset="90932.23">10372 9745 30399 0,'0'0'2704'0,"0"0"-2160"16,0 0-544-16,-5 5 0 0,0 3 4608 0,1-1 800 15,1 3 160-15,1 1 48 0,-1 4-3568 0,2 2-704 16,1 0-128-16,1 2-48 0,-1 5-784 0,4-4-176 16,-3 3-16-16,5-3-16 0,1 0-176 0,1 0-192 15,0-4 32-15,0 0 16 16,0-2-1648-16,1-2-320 0,1-3-64 0,1-2 0 15,0-2-1536-15,0-2-320 0,2-3-48 0</inkml:trace>
  <inkml:trace contextRef="#ctx0" brushRef="#br0" timeOffset="91365.12">10780 9812 33167 0,'0'0'2944'0,"0"0"-2352"0,0 0-464 0,0 0-128 15,0 0 3840-15,0 0 768 0,0 0 128 0,0 0 48 16,0 0-2880-16,10-1-576 0,-1 0-112 0,0-1-32 15,1 1-560-15,1-1-112 0,-2-1-32 0,1 2 0 16,-2-1-128-16,1 1-32 0,0 1 0 0,-9 0 0 16,0 0-320-16,0 0 0 0,9 1 0 0,-9-1 0 15,0 0 176-15,0 0-48 0,4 8 0 0,-2 0 0 16,-4 0 0-16,1 1 0 0,-2 0 0 0,-2 0 0 0,-3 0-128 16,1 0 160-16,-3 2-160 0,3-1 160 0,-1-1-160 15,0 2 0-15,1-2 0 0,1 0 0 0,1 0 0 16,1-1 0-16,0-1 128 0,4-7-128 0,-1 7 0 0,1-7-256 15,0 0 64-15,4 8 16 0,-1 0 176 0,4-1 0 16,1-1 0-16,2-3 0 0,1 1 0 0,2-1 128 16,1 1-128-16,2 0 176 0,-1 0-176 0,-2 0 160 15,0 0-160-15,-1 3 160 0,-1-4-160 0,-4 3 0 16,-7-6 0-16,8 5 0 0,-8-5 0 0,5 6-176 0,-1 1 176 0,-4-1-128 16,-1 1 128-16,-2-1 128 15,-1 4-128-15,-2-3 176 0,-4 4-176 0,-4 2 0 0,0-1 0 0,-3 1 128 16,0 0-80-16,-1 0-48 15,1 0 0-15,-3 1 0 0,1-2 0 0,1-2 0 16,-1 1 0-16,2-1 0 0,-1-2 0 0,1 0-240 16,2-2 80-16,0 2 16 15,1 0-2064-15,2 0-416 0,3 0-64 0,3 1-20576 0</inkml:trace>
  <inkml:trace contextRef="#ctx0" brushRef="#br0" timeOffset="91647.46">9765 10584 56607 0,'-17'3'2512'0,"17"-3"512"0,-8 0-2416 0,8 0-480 0,0 0-128 0,0 0 0 0,0 0 336 0,0 0 48 16,0 0 16-16,9 0 0 0,6-3-112 0,4 2-32 15,7 1 0-15,5-1 0 0,5-3-176 0,5 0-80 16,5-1 0-16,1-1 0 0,0 0 0 0,6-1 0 15,5 1 0-15,2-3 0 0,2-1 0 0,3-1 0 16,6-1 0-16,-2 0 0 0,-5 1 0 16,-2 0 0-16,0 3 0 0,-5 0 0 0,-5 1 0 0,-4 0 0 15,-6 3 0-15,-7-1 0 0,-3 4 0 0,-5-4 0 16,-6 3 0-16,-4-2 0 16,-4 2-400-16,-3 2-80 0,-10 0-16 0,0 0-16672 15,0 0-3344-15</inkml:trace>
  <inkml:trace contextRef="#ctx0" brushRef="#br0" timeOffset="92347.54">9761 11641 49871 0,'0'0'2208'0,"0"0"464"0,0 0-2144 0,0 0-528 0,0 0 0 0,0 0 0 0,0 0 896 0,-3-6 64 16,2 2 0-16,0-6 16 0,1-1-176 0,1-1-32 15,0-1-16-15,2-1 0 0,0-5-448 0,-1-1-96 16,2-2-16-16,0 0 0 0,-1-2-192 0,-1-1 144 0,1-2-144 0,-1-3 128 16,1-4 0-16,0-1-128 15,-2-2 192-15,2-2-64 0,-2 2-128 0,-1 0 0 16,-3 4 0-16,1 3 0 0,-2 3 0 0,1 5 0 15,-1 5 0-15,2 4 0 0,-2 6 0 0,1 1 160 0,3 6-160 0,0 0 160 16,-6 6-32-16,2 2-128 0,1 7 192 16,0 3-64-16,2 3-128 0,1 3 0 15,1 0 0-15,3-1 0 0,2 3 0 0,3-5 0 0,1 1 0 0,3-5 0 16,1-2 0-16,0-2 0 0,0-4 0 0,0-3 0 16,2-2 0-16,1-1 0 0,0-6 0 0,1 1 0 15,0-3 0-15,-1-3 0 0,0-4 0 0,-1-1 0 16,-1-3 0-16,0-2 0 0,0-2 0 0,1 1 0 15,0-5 0-15,-1-2 0 0,0-2 0 0,-1-1 0 16,0-1 0-16,1 1 0 0,-2 1 0 0,0 3 0 0,-1 3 0 16,-2 3 0-16,0 5 0 0,0 6 0 0,-5 2 0 0,-5 6 0 15,0 0 0-15,0 0 0 0,1 8 0 0,-1 5 208 16,-1 5-16-16,-2 7-16 16,-2 5-176-16,1 2 160 0,-3 5-160 0,2 2 160 0,0 4-160 0,0-3 0 15,2-1 0-15,-1-1 0 0,0-3 0 0,2-5 0 16,0-1 0-16,4-2 112 0,-1 0-384 0,2-4-48 15,-1-2-16-15,4-3 0 16,-3-2-864-16,3-2-160 0,0-2-48 16,3-3 0-16,0-3-1440 0,2-2-288 0,-1-1-64 0,2-3-10496 15,1-4-2080-15</inkml:trace>
  <inkml:trace contextRef="#ctx0" brushRef="#br0" timeOffset="92851.22">10655 11068 40431 0,'0'0'1792'0,"2"-7"368"0,-2-2-1728 0,-2 1-432 16,2 1 0-16,-1 0 0 0,-2 2 2560 0,-1 2 448 16,-1 2 64-16,-1 1 32 0,-1 0-1312 0,-1 4-256 0,-2 4-48 0,0 3-16 15,-4 2-720-15,0 3-160 0,-5 5-16 0,-1 4-16 16,-1 3-432-16,-1 5-128 0,0 0 0 0,2 0 80 16,3-5-80-16,3 1 0 0,0-2 0 0,2-1 0 15,2 0 0-15,3-1 0 0,3-3 0 0,4-1 0 16,3-2 0-16,-1 0 0 0,4-4 0 0,0 0-160 15,6-4-400 1,2-2-80-16,2-3 0 0,3-2-16 0,0-3 160 16,1-1 48-16,3-3 0 0,-1-2 0 0,0-3-176 15,-1-1-16-15,-2 0-16 0,1-1 0 0,-2-3 272 0,-1 0 48 0,0-2 16 0,-3 1 0 0,-1-1 320 16,-2 0 0-16,-2 1 0 0,0 2 0 0,-1-1 160 16,-2 1 96-16,1 3 32 0,-1 2 0 0,-6 7 192 0,0 0 32 15,0 0 16-15,0 0 0 0,0 0 48 0,0 0 16 16,0 0 0-16,0 9 0 0,0-1-112 0,0 4-32 15,0 0 0-15,0 2 0 0,-1 0-144 0,1 1-48 16,0-1 0-16,1 0 0 0,1 1-256 0,-1-1 0 16,2 0 0-16,-1 0 0 0,1-3 0 15,-1 0 0-15,2-3-208 0,0-2 80 0,-4-6 128 0,7 7 144 16,-1-5-16-16,1 2-128 0,1-4 0 0,-8 0 0 16,0 0 0-16,9 0 0 0,0-6 0 0,0 0 0 15,0 0 0-15,0-3 0 0,-1-2 128 0,1 0-128 16,-1-3 0-16,0 0 80 0,1-1-80 0,0-4 0 15,0 1 0-15,-1 1 0 0,0 0 0 0,-2 1 0 16,0 2 0-16,-2 1 0 0,-1 1 0 0,1 2 0 16,-1 1 0-16,-3 1 0 15,1 1-512-15,1-2-112 0,-1 2-16 0,2-3-16448 0,-1 0-3280 0</inkml:trace>
  <inkml:trace contextRef="#ctx0" brushRef="#br0" timeOffset="93254.77">11980 9794 38703 0,'0'0'3440'0,"-3"8"-2752"16,-2-2-560-16,1 2-128 0,0 0 3456 0,3 3 640 16,1-5 144-16,-1 3 32 0,-2 3-2736 0,0 4-528 15,-1-1-112-15,-2 6-32 0,1-1-304 0,0 3-64 16,-1 2-16-16,2 1 0 0,0 3-480 0,2-2-208 15,-1 0 16-15,2 7 0 0,2-4 192 0,-1-2 0 16,2-5 0-16,-1-1 0 0,1-1 128 0,0-4 64 16,0-3 0-16,1-1 16 15,-2-1-736-15,1-1-160 0,-1-2-16 0,-1-1-16 16,-1-2-1248-16,1-6-240 0,0 0-48 0,0 0-13088 16,0 0-2608-16</inkml:trace>
  <inkml:trace contextRef="#ctx0" brushRef="#br0" timeOffset="93412.41">11666 10061 23951 0,'0'0'2128'0,"0"0"-1696"0,0 0-432 0,0 0 0 16,11-1 6272-16,2 0 1152 0,2 1 256 0,2-3 32 15,1-1-5808-15,3 2-1168 0,2-1-224 0,3 0-64 16,2 0-112-16,3-1-16 0,2-6-16 0,1 3 0 0,-1-1-304 0,5-1 0 16,3 0 128-16,0-1-128 15,1 0-1600-15,0 1-368 0,0 1-80 0,-1-2-20160 16</inkml:trace>
  <inkml:trace contextRef="#ctx0" brushRef="#br0" timeOffset="93643.56">12675 9773 23039 0,'0'0'2048'0,"0"0"-1648"0,0 0-400 0,0 0 0 0,0 0 5616 0,0 0 1040 16,0 0 192-16,0 0 64 0,0 0-4288 15,0 0-832-15,0 0-192 0,2 8-16 0,-3 4-496 0,1 3-80 16,-3 6-32-16,1 5 0 0,-1 0-576 0,-1 3-112 15,-1 1-32-15,0 0 0 0,0 0-256 0,-1 1 128 16,3 2-128-16,-1-2 0 0,0-1 0 0,0-1 0 16,1-3 0-16,1-3 0 15,-1 0-512-15,0-8-176 0,1 0-16 0,-1-2-16 16,1-3-704-16,0-2-144 0,1-2-32 0,1-6 0 16,0 0-1552-16,0 0-320 0,0 0-64 0</inkml:trace>
  <inkml:trace contextRef="#ctx0" brushRef="#br0" timeOffset="93846.99">12361 9682 911 0,'-11'-7'0'0,"11"7"0"0,-4 0 0 0,4 0 0 0,0 0 0 0,0 0 0 0,0 0 11584 0,11-2 2240 16,0 1 448-16,2 1 96 0,0 1-10720 16,6-1-2160-16,0-1-416 0,3-1-96 0,6 1-416 0,0-3-96 15,5 1-16-15,1 0 0 16,5-1-272-16,1-2-176 0,2-1 192 0,-3 0-192 0,-1 1 0 0,-1-1 0 15,-1 2 0-15,-3 0 0 16,-5 2-1216-16,-2 0-240 0,-2 3-48 0,-3 3-14768 16,-2 2-2960-16</inkml:trace>
  <inkml:trace contextRef="#ctx0" brushRef="#br0" timeOffset="94173.18">12834 10170 35007 0,'0'0'3120'0,"0"0"-2496"16,0 0-496-16,8 5-128 0,-1-1 3280 0,-7-4 640 16,8 4 128-16,1-3 32 0,3 0-2096 0,0-1-432 15,1 0-80-15,0 0 0 0,0 0-768 0,0 0-128 16,1 0-48-16,-2 2 0 0,-3 0-272 0,-1-1-48 16,-3 5-16-16,-2-2 0 0,-3-4 64 0,1 9 16 0,-3 1 0 0,-4 1 0 15,1 0-112-15,-1 1-32 0,-5 1 0 0,-1 0 0 16,1-1-80-16,-1 0-48 0,0-1 0 0,0 0 0 15,2-1 0-15,1 1 0 0,4-2 0 0,1 0 0 16,3 0 0-16,1-1-128 16,0-8 128-16,1 8-160 0,4-2 160 0,2 1 0 0,0-1 0 0,4 1 0 15,2-5 0-15,1 2 0 0,3 0 0 0,0-1 0 16,-1-2 0-16,1-1 0 0,-2 1 160 0,4-2-32 0,-2 0-128 0,-2 1 0 16,1 0 0-16,-2-3 0 0,6 1 0 0,-2 0 0 15,-1 2 0-15,2-2 0 16,2-2-896-16,0 4-160 15,1 0-32-15</inkml:trace>
  <inkml:trace contextRef="#ctx0" brushRef="#br0" timeOffset="118799.37">10902 9299 5519 0,'-24'-2'240'0,"7"-3"64"0,-4 0-304 0,-3 0 0 15,-5 1 0-15,-2-1 0 0,-3-2 640 0,0 2 80 16,-3 1 16-16,1 4 0 0,-3 3-336 0,-3 4-64 15,-2 10-16-15,-6 3 0 0,-5 3-192 0,-14 9-128 0,-15 7 128 16,-6 9-128-16,-3 11 0 0,-2 12 0 0,-3 13 0 16,-5-2 0-16,-6-8 0 0,6 8 0 15,6 8 0-15,11 3 0 0,8 2 0 0,7-9 0 16,6-12 0-16,13-3 0 0,12 1 0 0,11-1 0 0,8-3 0 0,11 1 0 16,5-1 352-16,7 2 0 0,6 5 0 0,10 3 0 15,8 4 16-15,9 0 0 0,7 0 0 0,6 0 0 16,3 2-192-16,7-2-48 0,3-6 0 15,8-3 0-15,5-2 16 0,6-9 0 0,1-12 0 16,3-8 0-16,0-11-144 0,5-6 0 0,3-5 0 0,1-10 128 16,-2-7-128-16,-2-4 0 0,-5-5 0 0,2 0 0 15,0-3 448-15,-2-2 48 0,-2-2 16 0,-5-2 0 0,-7 0 32 16,-2-3 16-16,-3-2 0 0,-1 0 0 16,0-3-400-16,-7-1-160 0,-6-2 128 0,-3-2-128 15,-3-3-144-15,-6-7-112 0,-6-8-32 0,-6-3 0 0,-5-5-16 0,-2-8 0 16,-3-11 0-16,-3 0 0 0,-4 2 752 0,-1-7 128 15,-2-3 48-15,-3-6 0 0,-2-3 208 0,2-1 32 16,0-6 16-16,0 0 0 0,-1-8-128 0,-1 2-32 16,1 0 0-16,0 3 0 0,-2-1-32 15,-1 2-16-15,-1-1 0 0,-2 7 0 0,-1 7-368 0,-2 4-80 16,-6 4-16-16,-2 4 0 0,-5 3-80 0,-3 11-128 16,-5 7 176-16,-5 6-176 0,-1 4 256 0,-3 8-64 15,1 6-16-15,-3 6 0 0,-3 8-176 0,-1 10 128 16,-1 10-128-16,1 10-8064 15,0 11-1712-15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6:28:46.17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29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3-06-21T16:29:06.607"/>
    </inkml:context>
  </inkml:definitions>
  <inkml:trace contextRef="#ctx0" brushRef="#br0">1082 1624 11967 0,'0'0'528'0,"-4"-6"112"0,-1 3-512 0,0-3-128 0,-2 2 0 0,1 1 0 16,0 0 2560-16,1 0 496 0,-1 2 80 0,-1-2 32 0,2 2-976 15,5 1-192-15,-8 0-32 0,2 1-16 0,-1 2-288 0,3-2-48 16,4-1-16-16,0 0 0 0,-4 6-384 0,4-6-96 16,0 0-16-16,0 0 0 0,0 0-416 0,2 7-96 15,2 1-16-15,1-1 0 0,-5-7-272 0,12 6-64 16,3-1-16-16,3-2 0 0,1-2-80 0,2 1-16 15,1-2 0-15,2-2 0 0,3 1-128 0,0 1 0 16,2-4 144-16,2 2-144 0,1-1 0 0,1 2 0 16,1-2 0-16,0 2 0 0,0-2 0 0,-2 0 144 15,0 1-144-15,-2 1 0 0,-2-5 0 0,-3 2 0 16,-3 1-160-16,-2 0 160 0,-3 0-384 0,-3 2 32 16,-3-2 16-16,0 0 0 15,-11 3-416-15,0 0-80 0,0 0 0 0,0 0-16 16,0 0-2464-16,0 0-480 0</inkml:trace>
  <inkml:trace contextRef="#ctx0" brushRef="#br0" timeOffset="590.74">2334 1560 26719 0,'-7'-13'2368'0,"7"13"-1888"0,-4-5-480 0,-1-2 0 0,0 1 1184 0,0-4 144 15,-2 3 16-15,1-1 16 0,-2 0-1072 0,0 0-288 16,-3 0 0-16,1 2 0 0,-2 1 400 0,-1 1-16 16,-2 1 0-16,-2 0 0 0,0 2 16 0,-2 0 0 15,-1 3 0-15,-3 2 0 0,-1 2-96 0,-2 0-32 16,0 2 0-16,2 1 0 0,2 3-32 0,2 1-16 16,1 1 0-16,2 0 0 0,3 2-96 0,0 0 0 15,4-1-128-15,2 1 192 0,3-3-192 0,4 0 0 16,1-1-192-16,2 4 192 15,5-3-480-15,1-3 16 0,2-3 0 0,-1-4 0 0,0 1 48 0,3-1 16 16,2-3 0-16,2-1 0 0,0-2 112 0,1 0 32 16,-2 0 0-16,2-1 0 0,1-3 128 0,1-2 128 15,-4 0-192-15,9-3 192 16,-1-1-480-16,-2-1 16 0,-3-2 0 0,-2-1 0 16,-3 0-176-16,0 2-48 0,-1-1 0 0,0 2 0 15,-2 1 208-15,-2 1 32 0,-2 3 16 0,-6 9 0 0,0 0 432 0,0 0 0 16,0 0 0-16,0 0 0 0,0 0 640 0,0 0 48 0,0 9 16 0,0 3 0 15,-2-2 256-15,0 3 48 0,2 1 16 0,0 2 0 16,2 1-512-16,0 0-80 0,1-2-32 0,2 0 0 16,0-2-272-16,2 0-128 0,1 0 0 0,1-1 128 15,1-2-480 1,2-2-96-16,1 0-32 0,1 0 0 0,2-2-848 0,0-5-160 0,1-1-48 16,1-1 0-16,0-4-1600 0,2-2-336 0</inkml:trace>
  <inkml:trace contextRef="#ctx0" brushRef="#br0" timeOffset="970.21">2768 1465 16575 0,'0'0'1472'16,"-4"-6"-1168"-16,-1 0-304 0,-1 2 0 0,3-1 2832 0,3 5 512 15,-7-4 112-15,1 1 0 0,-1 1-2032 0,-1-1-400 16,-2 2-96-16,-2 1-16 0,-1 0-256 0,0 0-48 16,-1-2-16-16,1 4 0 0,0 0-352 0,-1 1-80 15,1 1-16-15,0 0 0 0,0-2-144 0,0 2 160 16,-1 2-160-16,2-5 160 0,2 3-160 0,2 1 0 15,1 0-160-15,7-5 160 0,-5 5-128 0,5-5 128 16,0 0 0-16,-2 7-144 0,2-7 144 0,1 9 0 0,-1-9 0 0,8 8 0 16,2 0 0-16,3 0 192 15,3-5-64-15,1 3 0 0,1-2-128 0,0-1 0 16,2 0-128-16,1 0 128 0,1-1 0 0,0 1 0 0,-1-1 0 16,0 1 0-16,-2 1 0 0,1-1 0 0,-2 1 0 15,-1-2 0-15,-1 2 0 0,-2 3 0 0,-1-4 0 0,-1 3 128 16,-3-1-128-16,-2 1 0 0,-2 1 0 0,-3-1 128 15,0 4-128-15,-4-4 144 0,-2 2-144 0,-1 1 160 16,-4-2 144-16,-1-1 16 0,-2 1 16 0,0 0 0 16,-2 3-48-16,-2-4-16 0,-1 1 0 0,0-1 0 15,0-1-272-15,0 2 0 0,-1-3 0 0,0 0-144 16,0 0-496-16,2-2-112 16,2-2-16-16,3 0 0 0,5 1-1504 0,-1-2-304 0,7 1-64 15</inkml:trace>
  <inkml:trace contextRef="#ctx0" brushRef="#br0" timeOffset="1403.06">3338 1436 4607 0,'0'0'192'0,"-6"-3"64"0,1-1-256 0,0 1 0 16,5 3 0-16,-5-3 0 0,-2 3 6080 0,1 0 1184 15,-4 1 224-15,-1-1 64 0,-5 2-5840 0,-2-1-1168 16,-2 1-224-16,-1 1-64 0,1 0 192 0,-1 1 48 15,-1-1 0-15,1 4 0 0,-1-3-288 0,3 0-48 16,4 1-16-16,0 2 0 0,1-1-144 0,2-1 0 16,2 1 0-16,1 0 0 0,2 1 0 0,2-2 0 15,1 0 0-15,4-5 0 0,-3 8 0 0,2-2 0 0,0 2 144 0,1-8-144 16,0 0 0-16,6 7 128 16,2-2-128-16,0 0 0 0,1-1 0 0,3 0 0 0,1-1 0 0,1-2 0 15,2 1 128-15,1 1-128 0,2-3 160 0,1 1-160 16,1-1 128-16,0 2-128 0,0-1 0 15,-1 2 0-15,-1-3 0 0,-4 2 0 0,-2 1 0 0,-1 1 0 16,-2 2 128-16,-2 2-128 0,-1-1 0 0,-3 0 0 16,-2 1 352-16,0 0-32 0,-4 0 0 0,0 1 0 15,-2 0 192-15,-1 2 16 0,-2-1 16 0,-2 0 0 0,-4 2-224 16,0-3-32-16,-3-1-16 0,2 1 0 0,-2 2-272 16,1-1-224-16,-4-1 32 0,1 2 16 15,-1-5-608-15,-1-2-128 0,0 0-32 16,3-1 0-16,3-2-192 0,1 0-32 0,3-3-16 15,2-1 0-15,1 2-688 0,7 1-144 0,0 0-32 0,-1-7 0 16,2-2-768-16,2-1-176 0</inkml:trace>
  <inkml:trace contextRef="#ctx0" brushRef="#br0" timeOffset="1807.42">3414 1492 15663 0,'0'0'1392'0,"0"0"-1120"16,0 0-272-16,0 0 0 0,0 0 3312 0,-5 7 592 15,1 0 128-15,0 3 32 0,-1 3-2336 0,0-2-480 16,0 1-96-16,0 2 0 0,-1 2-96 0,1 0-16 16,1 1 0-16,3-2 0 0,0 1-624 0,2 0-128 15,2 0-32-15,0 0 0 0,1-3-256 0,3-1 0 16,2 0 128-16,1-3-128 0,2 1 0 0,1 1-144 16,3-5 16-16,1-2 0 0,1-3-192 0,0-2-48 15,1-3 0-15,0 0 0 0,1 2-16 0,-1-5-16 16,-1-1 0-16,1-1 0 0,-1-1 96 0,-1-2 32 0,-3-1 0 15,-1 0 0-15,-2 0 64 0,-2 0 16 0,-1-2 0 0,-2 1 0 16,-2 0 192-16,-1-1 0 0,-2 1 0 0,0 1 160 16,-1 1-160-16,0 2 0 0,-2-1 0 0,-1 2 0 15,-1 3 352-15,0-1 32 0,-1 3 16 0,1 2 0 16,4 2-80-16,0 0 0 0,0 0-16 0,0 0 0 16,0 0-304-16,-5 5 128 0,0-1-128 0,2 2 0 15,2 2 0-15,1 1 0 0,2 2 0 0,2 1 0 16,0 1-160-16,1 0 160 0,2 0-160 0,2 0 160 15,2 1 0-15,2-1-144 0,0-2 144 0,1 2 0 0,-1-3-288 0,0 0 32 16,0 2 0-16,0-1 0 16,1-5-1376-16,1-2-272 0,-2 0-48 15,0-3-7424-15,1 1-1488 0</inkml:trace>
  <inkml:trace contextRef="#ctx0" brushRef="#br0" timeOffset="2619.13">4009 1480 23951 0,'0'0'1056'0,"0"0"224"0,-5-1-1024 16,5 1-256-16,0 0 0 0,0 0 0 0,0 0 2048 0,0 0 336 16,0 0 80-16,-5 3 16 0,-1 3-1360 0,2 2-272 15,2 2-48-15,0 1-16 0,1 1 144 0,0-1 32 16,0 2 0-16,1 2 0 0,1 0-512 0,0 1-80 16,0 0-32-16,1-2 0 0,0 2-192 0,1-3-144 15,0-2 192-15,-1 1-192 0,1 1 192 0,-1-5-192 16,-2-8 192-16,3 9-192 0,0-1 240 0,-3-8-64 15,0 0-16-15,0 0 0 0,0 0 0 0,0 0 0 16,0 0 0-16,7-1 0 0,-7 1-32 0,8-4-128 0,0-3 192 0,0-1-64 16,0-1-128-16,1-3-256 15,0-1 64-15,1-1 16 16,1-2-352-16,-1-1-80 0,2-2-16 0,1 1 0 16,1-1-16-16,1 2 0 0,-1 2 0 0,-3 2 0 0,-4 1 432 0,0 3 80 0,-2 1 128 15,-1 3-208-15,-4 5 464 0,0 0 112 0,0 0 16 0,0 0 0 16,0 0-112-16,0 0-16 0,0 0 0 0,6 5 0 0,1 3-128 15,0 2-128-15,-2 1 144 0,0 1-144 0,-1-2 160 0,0 2-160 16,0 2 160-16,0-4-160 0,1 2 128 0,3-1-128 16,-1-1 0-16,3-2 144 0,-3-2-144 0,3 1 128 15,-3-2-128-15,2-1 128 0,1-1-128 16,-1-3 160-16,0-2-160 0,0 1 160 0,-1-3-160 0,0 0 0 16,-1-2 0-16,3-2 128 0,-3-3-128 0,1 1-224 15,1 0 48-15,0-2 16 0,1-2-192 16,-1-5-32-16,0 2-16 0,1 3 0 0,1 1 96 0,-2 3 32 15,0-4 0-15,-1 5 0 0,-2 2 272 0,0 1-192 16,-3 1 192-16,-3 5-160 0,0 0 288 0,0 0 48 16,0 0 16-16,0 0 0 0,0 0 80 0,0 0 32 15,4 8 0-15,-1 1 0 0,0 0-64 0,-1 3-16 16,2 1 0-16,0 0 0 0,0 0-224 0,1-3 0 16,2 3 128-16,0 1-128 0,1-4 0 0,3 0 0 15,2 2 0-15,0-1 0 0,0-5-128 0,1 1-80 0,1-5-16 0,1 1 0 31,4-2-448-31,1-1-96 0,1-1 0 0,-1-1-16 16,0-1-544-16,-3-4-96 0,-1-3-32 0,0-1 0 16,0-1-960-16,-2 2-192 0,0-6-32 0,-2 2-16 15,0-4 896-15,-3 1 176 0,-1 0 48 0,1 1 0 0,-3 5 704 0,0-1 128 16,-1 1 48-16,-2 1 0 0,-2 1 2128 0,-1 1 416 0,2 1 96 0,-3 7 0 16,0-7 352-16,0 7 64 0,1-4 16 0,-1 4 0 0,0 0-960 15,0 0-192-15,0 0-48 0,0 0 0 16,1 9-480-16,0 0-96 0,1 0-32 0,0 3 0 0,2 0-176 15,0 2-48-15,0 2 0 0,0 1 0 16,1 2-176-16,0 5-32 0,-1-4-16 0,2 3 0 16,-1 0-16-16,0 0 0 0,0 0 0 0,3-1 0 0,-1-1-16 0,-1 0-128 15,1-2 192-15,-1 1-64 0,-1-3 0 0,2-4-128 16,-1 0 192-16,0-3-64 0,-1-2-128 0,-1 0-224 16,-4-8 48-16,0 0 16 15,2 5-1584-15,-2-5-320 0,0 0-64 0,0 0-13056 0</inkml:trace>
  <inkml:trace contextRef="#ctx0" brushRef="#br0" timeOffset="2891.66">4933 1486 3679 0,'-9'-12'320'0,"7"8"-320"0,-2-1 0 16,4 5 0-16,-3-6 5568 0,3 6 1056 16,0 0 208-16,3-6 32 0,-1-1-5248 0,2 3-1040 15,1-1-224-15,3 3-32 0,0-2 32 0,2 2 16 16,3 1 0-16,3 0 0 0,1 0-112 0,3 1-32 15,0 0 0-15,4 0 0 0,1 1-80 0,-1 1-16 0,1 1 0 0,1 0 0 16,3-1-128-16,-2 1 0 16,-3-1 144-16,-2 2-144 0,0 0 144 0,-2 2-144 0,-3-1 192 0,-4 0-192 15,-3-1 256-15,-2 0-64 0,-8-4-16 16,4 6 0-16,-4-6 208 0,-1 8 32 0,-1 0 16 0,-4 1 0 16,-6 2 80-16,-4-4 32 0,-3 2 0 0,-2 1 0 0,0-3-336 0,0 3-64 15,-1-3-16-15,0 1 0 16,1-3-1472-1,-1 3-288-15,1-3-64 0,1 2-16 0,2-2-1104 0,3 0-240 16,2 1-32-16</inkml:trace>
  <inkml:trace contextRef="#ctx0" brushRef="#br0" timeOffset="3169.09">5549 1124 35071 0,'0'0'1552'0,"0"0"320"0,0 0-1488 16,-4 7-384-16,1-1 0 0,0 2 0 0,1 1 0 0,-1 4-288 15,1 0 48-15,0 0 16 0,1 2 672 0,1 0 128 0,0 2 16 0,0 3 16 16,1 0 48-16,1-1 16 16,0 3 0-16,2 0 0 0,0-1-288 0,0 0-48 15,0 0-16-15,0-1 0 0,-2 0-96 0,1 0-32 0,0 0 0 16,1-2 0-16,-4-18-48 0,5 14-16 15,-5-14 0-15,0 0 0 0,0 0-128 0,4 17 0 0,-4-17 0 0,0 0 128 32,0 0-1344-32,0 0-288 0,1 14-48 0,-1-3-9744 0,0-5-1952 0</inkml:trace>
  <inkml:trace contextRef="#ctx0" brushRef="#br0" timeOffset="3411.77">5386 1459 32703 0,'0'0'1456'0,"0"0"288"0,0 0-1392 0,0 0-352 0,0 0 0 0,9-3 0 0,3-1 0 0,-1 1 0 16,1 0-160-16,1 1 160 0,0 0 224 0,1-1 160 16,-1-1 16-16,4 1 16 0,3-2 112 0,-1 1 32 15,2 1 0-15,-1 3 0 0,-1 0-112 0,0 2 0 16,-4-1-16-16,0 2 0 0,-2-1-128 0,-2 2-32 16,1 1 0-16,-1 3 0 0,-2 0-16 0,-1 0-16 15,-2 1 0-15,1 1 0 0,0-1-112 0,0 2-128 16,-1 1 176-16,0-1-176 0,0 1 160 0,-1-4-160 15,-1 2 128-15,2-1-128 16,-6-9-1216-16,6 10-320 0,2-5-64 0,-8-5-14496 16</inkml:trace>
  <inkml:trace contextRef="#ctx0" brushRef="#br0" timeOffset="3552.53">5765 1413 10127 0,'-1'-7'896'0,"-1"0"-704"16,2 7-192-16,0 0 0 0,2-7 4416 0,-1-1 864 15,2 0 160-15,-2-1 48 0,4 5-4272 0,-5 4-864 0,0 0-160 0,0 0-48 16,0 0-144-16,0 0 0 16,0 0 0-16,0 0 128 15,0 0-2240-15,8 1-464 0</inkml:trace>
  <inkml:trace contextRef="#ctx0" brushRef="#br0" timeOffset="4170.31">6198 1442 9215 0,'0'0'816'0,"0"0"-656"0,0 0-160 0,0 0 0 0,-7 0 4352 0,2 0 832 16,3-3 160-16,-2 1 32 16,1 0-2816-16,0-1-560 0,3 3-112 0,0 0-32 0,0 0-176 0,0 0-32 15,-4-3-16-15,-3 2 0 0,-4 1-752 0,-3 1-160 16,-3 3-16-16,-1 0-16 0,-3 1-304 0,0 2-64 16,0 0-16-16,2-1 0 0,0-1-304 0,-2 4 160 15,5 1-160-15,0 0 128 0,4 2-128 0,3-2 0 16,1 1 0-16,3-4 0 0,1 2-176 0,1-1 48 15,2 0 0-15,1-8 0 0,3 8-192 0,1-2-16 16,-4-6-16-16,6 6 0 0,2-1 128 0,0-2 32 16,1-2 0-16,1 0 0 0,1-2 192 0,1 0-192 15,1-2 192-15,1-1-192 0,0-1 192 0,2 0-176 16,1-5 176-16,2 1-160 0,0-1 160 0,-2 2-160 0,-3-2 160 0,0 1-160 16,1-2 32-16,-2 1 0 0,-2 1 0 15,1-2 0-15,1 1 128 0,2 3 0 0,5 1 0 0,-8 3 0 16,-13-4 0-16,1 7 304 0,13 0-48 15,-1-2-16-15,-5 2 176 0,0 2 32 0,-7-2 16 16,0 0 0-16,0 7-144 0,-5 1-48 0,-7 0 0 0,2 1 0 16,3 3-272-16,11-2 160 0,12 0-160 0,-3 0 128 15,-4-1-128-15,-1 1 0 0,-2-2 0 0,1-2 128 16,0 0 0-16,1-2 0 0,1-1 0 0,0 0 0 16,1-3 32-16,-4 0 0 0,-6 0 0 0,8-4 0 15,1-1-32-15,0-3 0 0,-1 2 0 16,1-1 0-16,2 1-128 0,-1-5 0 0,0 2 0 0,2 0 0 0,0-2-256 0,0 1 64 15,1 1 0-15,-3 0 16 0,1 1 176 16,-1 0-160-16,-2-1 160 0,0 1-160 0,-2 2 160 16,1 0 0-16,-1 3 0 0,2-1-128 0,-1 1 128 15,-7 3 0-15,0 0 0 0,6 0 0 0,1 1 176 0,-7-1-48 16,6 3 0-16,-1 1 0 0,1 2-128 0,-1 1 0 16,1-1 144-16,2 1-144 0,-1 3 0 0,-1-1 0 15,1-1 0-15,-1-1 0 0,2 2 0 0,1 0 0 16,2 0 0-16,0 0 128 0,2 0-128 0,3 1-160 15,-2-3 160-15,3 1-208 16,1-1-1424-16,2 1-288 0,0-5-48 0,2 3-16 16,0-2-1680-16,0-4-352 0</inkml:trace>
  <inkml:trace contextRef="#ctx0" brushRef="#br0" timeOffset="4537.12">7298 1358 15663 0,'-2'-7'1392'15,"-2"-1"-1120"-15,0 2-272 0,0-2 0 0,-1 3 4224 0,-1 1 800 16,0 1 160-16,-2-2 16 0,-1 1-3600 0,-3 0-736 16,-1 2-144-16,-1-1-16 0,0 3-32 0,-2 1 0 15,0 1 0-15,2-1 0 0,0 0-288 0,-1 1-64 16,2 2-16-16,1-1 0 0,2 4-304 0,1-3 160 0,1 1-160 0,2 0 128 16,-1 1-128-16,1-3 0 0,0 1 0 0,2 2 0 15,0-1 0-15,4-5 0 0,-1 6 0 0,1 2 128 16,3 0-128-16,-1 0 0 0,2-2 144 0,2 1-144 15,0-2 0-15,2 2 0 0,1-1 0 0,3 1 128 16,1-2-128-16,1 1 0 0,2 1 0 0,1-1 128 16,1 0-128-16,3 1 128 0,0 1-128 0,0 0 128 15,-2 0-128-15,2 1 144 0,-2 0-144 0,0 2 160 16,-2-1-16-16,2 3 0 0,-3 0 0 0,-3 0 0 16,-3-1 48-16,-1 0 16 0,-1 1 0 0,-2-4 0 0,-4 0 0 0,-2 0 0 15,-1 0 0-15,-2-2 0 0,-2 2 208 0,-2-1 32 16,0-1 16-16,-2 0 0 0,-3-2-464 0,-1-2-160 15,-2 1 0-15,1 0 0 16,-2-2-352-16,1 1-80 0,-2-2-16 0,1 2 0 16,1-1-1824-16,0 1-352 0,2 1-80 0</inkml:trace>
  <inkml:trace contextRef="#ctx0" brushRef="#br0" timeOffset="8322.36">1055 3130 22111 0,'0'0'1968'0,"-6"0"-1584"0,1 0-384 16,5 0 0-16,0 0 1920 0,0 0 320 0,0 0 48 0,0 0 16 15,0 0-1280-15,0 0-256 0,0 0-64 0,11 3 0 16,2 1 304-16,2-1 48 0,4 0 16 0,0-3 0 0,5-4-480 0,-3 4-80 15,2 0-32-15,4 0 0 0,2 0-160 0,1 0-48 16,1-2 0-16,2 1 0 0,1-4-144 0,10 0-128 16,-2-1 144-16,-2 4-144 0,1-2 0 0,-5 0-320 15,-3 0 64-15,10-1 0 16,-7 1-2736-16,-6 1-528 0</inkml:trace>
  <inkml:trace contextRef="#ctx0" brushRef="#br0" timeOffset="8788.82">2164 3028 8287 0,'-8'-12'736'0,"7"7"-592"0,0 1-144 0,-1-4 0 0,1 4 4160 0,1 4 816 16,0 0 144-16,0 0 48 0,0 0-2544 16,0 0-512-16,0 0-112 0,0 0-16 0,0 0-560 0,0 0-112 15,1 12-32-15,2 2 0 0,0 8-528 0,-2 6-112 16,-1 3-32-16,-1 4 0 0,1 3-256 0,1 3-48 16,0 2-16-16,-1-4 0 0,0 1-160 0,2-2-128 15,0 0 144-15,-1-3-144 0,1 0 176 0,-1-5-176 16,0 0 192-16,-1-4-192 0,2 0 0 0,-2-2 0 15,-2-3-160-15,1 3 160 16,0-5-768-16,1-5-48 0,0-14 0 0,0 0 0 16,0 0-2032-16,0 0-416 0,0 0-64 0</inkml:trace>
  <inkml:trace contextRef="#ctx0" brushRef="#br0" timeOffset="9090.77">1973 3136 37263 0,'-12'-17'1648'0,"9"12"336"0,3 5-1584 0,0-7-400 16,1 1 0-16,3-1 0 0,3 1 0 0,2-1 0 15,1 1 0-15,2 1 0 0,3-2 208 0,0-2 176 0,2 1 16 0,3 2 16 16,3-1-96-16,1 2 0 0,0 0-16 0,1 2 0 16,1-1-304-16,2 3 128 0,-1 1-128 0,-2 2 0 15,-3 2 128-15,0 2-128 0,-1 0 0 0,-1 3 0 0,-4 3 0 0,0 1 0 16,-3 1 0-16,-2 2 0 15,-5-2 0-15,-2 2 0 0,-1 1 0 0,-3 1 0 16,-2 0 160-16,-2 1-160 0,-2-2 128 0,-3-3-128 0,-2 2 128 0,1-1-128 16,-3 0 128-16,0-1-128 0,0-2-144 0,0-3-112 15,-3-1-32-15,-5 1 0 16,4-4-1632-16,4 0-336 0,3-1-64 0,10-4-7936 16,-7-4-1584-16</inkml:trace>
  <inkml:trace contextRef="#ctx0" brushRef="#br0" timeOffset="9607.24">2428 3038 29951 0,'0'0'1328'0,"0"0"272"0,0 0-1280 0,7 2-320 0,2 0 0 0,1 2 0 0,0 0 1072 0,0 2 144 15,2 1 48-15,0 2 0 0,0 0-96 0,1 3-16 16,0 1 0-16,0 4 0 0,0-1-480 0,0 2-96 16,-1 1-32-16,1 1 0 0,-3 0-176 0,0-2-48 15,0 0 0-15,-1-2 0 0,-1-1-80 0,-1 0-32 16,0-1 0-16,-2-1 0 0,-1-4-64 0,-1-2-16 15,-3-7 0-15,1 6 0 0,-1 1 48 0,0-7 0 16,0 0 0-16,0 0 0 0,0 0 64 0,0 0 16 0,-7 1 0 0,1-1 0 16,-1-3-64-16,1 0 0 0,-1-1 0 0,2-3 0 15,1 1-64-15,2-5-128 0,-1 1 176 0,3-2-176 16,1-1 128-16,3-1-128 0,1-2 0 0,2-1 0 16,2 0 0-16,3-2 0 0,1-2 0 0,2 1 0 15,1 3-192-15,1 2 48 0,1 0 16 0,1 2 0 16,-2 0 128-16,1 1-192 0,1 3 192 0,-2 1-192 15,-4 4 192-15,-1 1 0 0,0 1-144 0,-2 2 144 16,-1 0-128-16,-9 0 128 0,8 7-160 0,-1 1 160 16,-2 1 0-16,-1 2 0 0,-2 0-128 0,1 2 128 0,-2 1 0 0,-2 1 0 15,1-2 0-15,0 1 0 0,0 0 128 0,0-1-128 16,0-1 192-16,1 0-192 0,1-2 128 0,0-1-128 16,0 1 0-16,-2-10 0 0,3 6 0 0,-3-6 0 15,7 4 0-15,-1 0 0 0,2-3-160 0,1-1 160 16,1-1-160-16,0 0 160 0,0-5-304 0,0 0 48 15,0-3 0-15,2 0 0 16,-1-2-224-16,1-1-32 0,-1-1-16 0,-2 2 0 16,-4-1-32-16,-1 0 0 0,-2 0 0 0,0-1 0 15,-4 0-32-15,-1 2-16 0,-3 2 0 0,-1-2 0 16,-4 3-288-16,-1 0-64 0,-2 2-16 0,0-1 0 16,-2 3-624-16,0-2-128 0,2 1-32 15,1 2 0-15,1 2 336 0,3 1 64 0,3 0 16 0,6 0-9456 16</inkml:trace>
  <inkml:trace contextRef="#ctx0" brushRef="#br0" timeOffset="11160.32">3357 3004 15663 0,'0'0'688'0,"0"0"144"0,0 0-656 0,0 0-176 0,0 0 0 0,0 0 0 16,0 0 4128-16,-4 6 800 0,-1 0 144 0,-2 5 48 15,0-2-3072-15,-1 2-624 0,-1 5-112 0,0-3-32 16,-2 4-400-16,1 0-96 0,3-3-16 0,1 2 0 15,0 0-400-15,3 1-96 0,0-4-16 0,3 1 0 0,3-1-256 0,0-1 0 16,3-2 128-16,0 1-128 0,3-5 0 0,2 1 0 16,2-4 0-16,1 0 0 0,3-2 0 0,1-1-192 15,-1-1 0-15,1-3 0 0,2 2-64 16,0-2 0-16,-2 1 0 0,0-3 0 0,0-1 0 0,-1-2 0 16,0-2 0-16,-1 1 0 0,-2-6 32 0,1 2 0 15,-1 1 0-15,0-4 0 0,1 0-64 16,-2 0-16-16,-3 2 0 0,0 1 0 0,-2-1 32 0,-1 2 0 15,-2 1 0-15,-1 3 0 0,-1 1 272 0,-2 2 0 16,-1 6 0-16,0 0 0 0,-4-6 384 0,-1 4 64 16,0 0 32-16,-2 5 0 0,-1 2-32 0,0 3-16 15,-1 3 0-15,0 0 0 0,0 4-80 0,0 0-16 16,2 1 0-16,3 1 0 0,2 0-176 0,1 0-32 16,1-2-128-16,2 1 192 0,2-3-192 0,4-1 128 0,2 0-128 15,2-3 0-15,2-3 0 0,2-1 0 0,1-2 0 16,3-2 0-16,0-1 0 0,3-2 0 15,0-3-176-15,-1-2 176 0,-1-2-240 0,0-2 80 16,-2 0 16-16,2-1 0 0,1-1-32 0,-2-1 0 16,-3-3 0-16,0 1 0 0,-1-4-16 0,-2 3 0 15,-1 1 0-15,-3 0 0 0,0 0 0 0,-4 5 0 16,-1-3 0-16,-1 3 0 0,-1 2 192 0,-1 1 176 0,0 0-48 16,-2 8 0-16,0 0 192 0,0 0 48 0,0 0 0 0,0 0 0 15,2-7-240-15,-2 7-128 16,0 0 128-16,0 0-128 0,0 0 0 0,7 0 0 0,1 2 0 15,-1 0 0-15,1 1 0 0,0 1-128 0,0 1 128 16,0 2 0-16,1 0 0 0,0 1 0 0,0 0 0 16,0 3 0-16,-1-4 0 0,0 2 0 0,0-1 0 0,1 1 0 0,-1 1 0 15,-1-1 0-15,0 0 0 0,0 0 0 16,-1 0 0-16,-1 0 0 0,0 0 0 16,-1 0 0-16,0 1 0 0,-1-3 0 0,-1 1 0 0,2 0 0 0,-4-8 0 0,6 4 0 15,-6-4 144-15,6 5-144 0,1-1 160 0,0-4-160 16,3 0 128-16,0 0-128 0,2-4 176 15,1-1-48-15,1-2-128 0,-1 1 192 0,0-1-192 0,0 0 128 16,0-6-128-16,0 1 0 0,2 0 128 0,-2 0-128 16,-2-1 0-16,1-1 144 0,1-2-144 0,2 2 0 15,-4 0-192-15,0-1 192 0,-3 2-256 0,-2 1 64 16,-1 2 0-16,-1 0 16 0,0-1 176 0,-1 2 0 16,-2 0 0-16,0 2-128 0,1 0 128 0,-2 7 0 15,0 0 128-15,0 0-128 0,0 0 192 0,0 0-16 16,0-7-16-16,0 7 0 0,0 0 32 0,0 0 0 15,0 0 0-15,0 0 0 0,0 0-48 0,0 0 0 16,0 0 0-16,0 0 0 0,0 0-144 0,0 0 0 16,5 7 0-16,-1 0 0 0,-4-7 0 0,5 7 0 15,0-1 0-15,2 1 0 0,-1 2 0 0,1 0 0 16,-1 0 0-16,2-2 0 0,0 1 0 0,0 1 0 16,0 0 0-16,-1 0 0 0,1 2 0 0,0-4 0 0,0 4 0 15,0 0 0-15,-1-3 0 0,1 1 0 0,-1-1 0 16,-1-1 0-16,1 2 0 0,-2 0 0 0,-1 0 0 0,0-1 0 15,-4-8 0-15,0 0 0 0,0 0 0 0,2 7 0 16,-2-7 192-16,0 0-64 0,0 0 0 0,-2 6 0 0,-2 1-128 0,-1-4 0 16,-2 1 0-16,1-1 128 0,-1 0-128 15,1-1-192-15,-1-1 32 0,1 1 16 0,-2-1 144 16,1 0 176-16,2-1-48 0,5 0 0 0,-6 0-128 0,6 0 0 16,0 0 0-16,0 0 0 0,0 0 0 0,0 0-224 15,0 0 80-15,0 0 16 0,0 0-192 0,0 0-16 16,0 0-16-16,0 0 0 0,7-2 352 0,3-1 128 15,0 1 0-15,3-1 0 16,1-1-496-16,2 1-96 16,1 1-32-16,1-2 0 0,-1 0 320 0,1-2 176 0,-1-4-192 0,3 3 192 0,1-3-256 0,0 3 48 15,1-1 16-15,0 0 0 0,-1-1 64 16,-2-2 128-16,1 1-208 0,-2 0 80 0,-1 0-160 0,-1 0-32 16,-2 3 0-16,-1 1 0 0,-2-4 0 0,-4 2 0 15,-3 2 0-15,-4 6 0 0,0 0 320 0,0 0 0 16,0 0 0-16,0 0 0 0,-8-2 144 0,-1 4 144 0,-2 1 32 15,0 2 0-15,-1 3 64 0,2 1 0 16,-2 3 16-16,3-2 0 0,0 3-32 0,1 2-16 0,2-2 0 0,0 0 0 16,3 3-176-16,1-5-48 0,2 1 0 0,2 1 0 15,0-3-128-15,3 1 0 0,3-1 0 0,3-1 128 16,0-1-128-16,6-1 0 0,3-3 0 0,-1-2 0 16,4-2 0-16,1-4 0 0,2 0-160 0,2-1 160 15,-1 0-256-15,2-5 32 0,0 0 16 0,-1 0 0 16,-2-2-144-16,3-1-32 0,0-2 0 0,-2-1 0 31,0 0-224-31,-3-1-48 0,-5 0-16 0,-2 1 0 16,-2-3-16-16,-5 2 0 0,-2 3 0 0,-1-2 0 0,-4 2 688 0,0 1 0 0,-3 1 0 0,-1 3 0 15,-1 1 768-15,0 2 144 0,-2 1 32 16,4 5 0-16,-5-3-160 0,5 3-16 0,0 0-16 0,0 0 0 16,-6-4-304-16,6 4-64 0,0 0-16 0,-3 4 0 0,3-4-368 0,-3 6 128 15,3-6-128-15,-1 8 0 0,1 3 176 0,2 2-48 16,3-2 0-16,2 3 0 0,1-3 48 0,2 1 0 15,2 0 0-15,0-1 0 0,2 2-32 0,3 2 0 16,1-1 0-16,0 0 0 0,1 0-144 0,-2-1 128 16,-3-2-128-16,0 0 128 0,1-1-128 0,-2-1 0 15,-2 0 144-15,0 1-144 0,-5-3 0 0,-2 1 128 16,0 0-128-16,-4 0 0 0,-2 0 160 0,-4-1-32 16,-3 1-128-16,-4 0 192 0,-2-1 0 0,-5-1 0 15,-2 1 0-15,-3-1 0 0,-2-1-64 0,-1 1 0 16,0-2-128-16,-1-1 192 0,0 0-192 0,2 0 0 15,0-2 128-15,1-1-128 16,-1 0-1024-16,3-3-240 0,0 2-48 0,3-4-11392 16,2 1-2272-16</inkml:trace>
  <inkml:trace contextRef="#ctx0" brushRef="#br0" timeOffset="11891.62">6339 3058 14735 0,'-6'0'1312'0,"1"-2"-1056"0,0 2-256 0,0-2 0 0,2 2 3808 0,3 0 704 16,0 0 144-16,0 0 16 0,0 0-3008 0,0 0-624 15,0 0-112-15,13-1-32 0,3 1 80 0,3-2 16 16,1 1 0-16,5 1 0 0,2-4-368 0,4 0-80 16,-1 2-16-16,4-2 0 0,3 0-224 0,-1 0-48 15,3 0-16-15,2 1 0 0,-1 2-96 0,3 1-16 16,2 0 0-16,-2 0 0 0,0-3-128 0,-2 1 0 16,1 0 0-16,-4 0 0 15,-3 1-304-15,-1-1-80 0,-1 1-32 0,-5-2 0 16,0 2-464-16,-4 0-80 0,-1-2-32 0,-3 2 0 15,-3 2-2176-15,-2 0-432 0,-4 1-96 0</inkml:trace>
  <inkml:trace contextRef="#ctx0" brushRef="#br0" timeOffset="12157.51">7223 2914 19343 0,'0'0'848'0,"-10"-4"192"0,-3-1-832 0,3 1-208 16,1 0 0-16,1 4 0 0,0 0 3344 0,3 0 624 15,5 0 128-15,0 0 32 0,0 0-2352 0,0 0-480 0,0 0-80 0,0 0-32 16,0 0-624-16,0 0-128 0,0 0-32 0,0 0 0 15,0 0-192-15,8 7-32 0,0-1-16 0,-1 2 0 16,3 1 0-16,0-2 0 0,0-1 0 0,2 1 0 16,1 1-160-16,2-2 128 0,-1 0-128 0,-1 0 128 15,0 2-128-15,0 0 0 0,-1 0 0 0,-2-1 0 0,-1 0-160 0,-1-1 160 16,-1 1 0-16,-2 1-144 16,-5-8 144-16,1 9-128 0,-1 1 128 0,-1-2-128 0,-3-1 128 15,-1 0-128-15,-2 3 128 0,-2 0-128 0,-1-1 128 0,-1 0 0 16,-2-1 0-16,0 0 0 0,0-3-160 0,-1 0-96 15,-1 1-32-15,1 0 0 16,-2 1-2848-16,3-1-576 16</inkml:trace>
  <inkml:trace contextRef="#ctx0" brushRef="#br0" timeOffset="13214.41">8017 2957 16575 0,'0'0'1472'0,"1"-5"-1168"15,-1 0-304-15,0 5 0 0,0 0 2800 0,0 0 496 0,0 0 96 0,0 0 32 16,1-3-1728-16,-1 3-352 15,0 0-64-15,8 8 0 0,2 3-48 0,-3 3 0 16,-4-1 0-16,-2 4 0 0,0 0-544 0,0 1-112 0,1 3-32 0,-1-4 0 16,-1 3-336-16,0-4-64 0,-1 4-16 0,1-4 0 15,1-2-128-15,0-1-192 0,-1-1 32 0,-1-3 16 16,-2 0-1840 0,3-9-352-16,0 0-80 0,0 0-12832 0</inkml:trace>
  <inkml:trace contextRef="#ctx0" brushRef="#br0" timeOffset="13324.87">8036 2788 20271 0,'0'0'1792'0,"7"6"-1424"16</inkml:trace>
  <inkml:trace contextRef="#ctx0" brushRef="#br0" timeOffset="14714.34">8515 2956 21535 0,'-12'-1'960'0,"5"1"192"0,-3 0-928 16,-3 0-224-16,-3 4 0 0,-2 1 0 0,-3 3 1216 0,-1 0 208 15,-2 1 48-15,2 1 0 0,0 2 336 0,1 0 80 0,3 1 16 16,2 1 0-16,2-1-1024 0,4-1-208 0,2 1-32 16,3-1-16-16,2-3-448 0,3-2-176 0,0 0 128 0,0-7-128 15,9 7 0-15,3-6-176 0,1-1 16 16,3-1 0 0,0-6-256-16,3 0-48 0,2 0-16 0,-2-2 0 0,3-3-144 0,2 1-16 0,1 0-16 0,-1-1 0 15,1-2 128 1,0 1 16-16,0-1 16 0,-2-2 0 0,-2-3-64 15,-2 0-16-15,-2 0 0 0,-1 0 0 0,-3 3 240 0,-2 2 32 0,-5-3 16 0,1 4 0 16,-5 0 416-16,0 2 96 0,-2 1 16 0,-2 2 0 0,0 3 560 16,2 5 112-16,0 0 32 0,-8-1 0 0,0 1-48 0,-1 2-16 15,-2 1 0-15,2 3 0 0,0 5-304 0,1 1-64 16,2 2-16-16,-1-2 0 0,2 1-96 0,1 1-16 16,2 2 0-16,2 2 0 0,2-1-144 0,3 2-48 15,3-2 0-15,3 0 0 0,2-1-64 0,1-4-128 16,2-1 176-16,1-1-176 0,1 0 128 0,1-2-128 15,2 0 0-15,0-3 0 0,0-3 0 0,1-2 0 16,0 0 0-16,0-2 0 0,1 1-336 0,-1-2 16 16,-1-2 16-16,1 0 0 0,0-2-48 0,0-2-16 15,-2 1 0-15,-1-1 0 16,0-1-208-16,-3-1-32 0,0-1-16 16,-2 2 0-16,-2-1-96 0,0 1-32 0,-4 1 0 15,-3 0 0-15,-1 1 304 0,-3 1 64 0,-1 7 16 0,-2-6 0 0,-4-1 368 0,1 1 0 16,-3 2 0-16,0 1 0 0,-1 2 416 0,0 1 0 15,0 0 0-15,-1 3 0 0,-1-1 144 0,1 4 16 0,-1 0 16 16,2 2 0-16,0 1-208 0,1 1-32 16,3 3-16-16,1-2 0 0,2-1-80 0,2 3 0 0,1 0-16 15,4 0 0-15,3-1-16 0,2-1 0 0,3-1 0 0,3 0 0 16,4-2-32-16,3 0-16 0,4-1 0 0,3-2 0 16,0-3-176-16,2 0 128 0,-1-4-128 0,0 0 128 15,1 1-128-15,0-5 0 0,2 1 0 0,-1-3 0 0,-2-1-368 16,2 0 48-16,-2 0 16 0,-1 0 0 15,-2 1-336-15,-3 0-64 0,-5 0 0 16,-3 0-16-16,-4-1-96 0,-4 2-16 0,-4 0 0 0,-5 7 0 16,-4-7 512-16,-2 4 112 0,-5 0 16 0,-2 0 0 0,-4 2 544 0,-2 1 112 15,-2 1 32-15,-1 2 0 0,0 0 144 0,-1 0 48 16,1 0 0-16,1 1 0 0,3 1-192 16,1 0-48-16,2 2 0 0,1-4 0 0,3 0-256 0,2 0-64 15,2 1-128-15,7-4 192 0,0 0-192 0,0 0 0 16,0 0 0-16,0 0-160 0,0 0-144 0,0 0-16 15,0 0-16-15,8-3 0 0,1 2 48 0,0 0 16 16,2-1 0-16,-1 0 0 16,0-1-112-16,1 2-32 0,-1-3 0 0,1 1 0 15,-2 2-80-15,-1 1-16 0,0 0 0 0,-8 0 0 0,7 0 112 0,1 0 16 16,-8 0 0-16,0 0 0 0,0 0 384 0,5 8 0 16,-1 0 0-16,-4-8 0 0,2 9 704 0,0-1 80 15,1 0 16-15,-1 2 0 0,2-2-96 0,0 0-32 16,-4-8 0-16,8 5 0 0,2 0-288 0,2-1-48 0,3-1-16 0,0 0 0 15,1-3-112-15,1 0-16 16,0-2-16-16,2-2 0 0,2-1-176 0,1 0 0 16,0-2 0-16,-1 0 128 0,0-2-128 0,0-1 0 0,-1 0 0 0,-1-2 0 15,1-1-288-15,-1-2 16 0,1 0 0 0,-2-2 0 32,-1 0-304-32,0 0-64 0,-1 0-16 0,-2-3 0 0,-2 3-304 15,-3-2-64-15,-1 2-16 0,-3 1 0 0,-3 1 528 0,0 3 96 0,-2-1 32 0,-3 1 0 16,-2 3 512-16,0 1 96 0,0 2 32 0,-2 0 0 15,-1 4 256-15,0-2 64 0,2 1 16 0,-1 3 0 16,-2 2-272-16,0 3-64 0,-1 1-16 0,1 1 0 0,-1 2-32 16,3 1 0-16,-1 2 0 0,0 3 0 15,0 1 176-15,2 1 16 0,2 0 16 0,1 3 0 0,0-3-144 0,5 2-16 16,-2-2-16-16,2 3 0 0,2-3-48 0,2 2-16 16,0-3 0-16,4 0 0 0,3-2 0 0,3-2 0 15,1 0 0-15,1-1 0 0,-2-2 0 0,4-1 0 16,2-1 0-16,2-3 0 0,3-3-176 0,1-1 160 15,2 0-160-15,2 0 160 0,9-3-160 0,-3-1 0 16,-1 1 0-16,-4-1 0 0,-1-4-224 0,-2 0-80 16,-3 1-16-16,-5 0 0 15,-7 0-256-15,-1 1-48 0,-1-1-16 0,-1-1 0 16,-3 0 160-16,-3 3 32 0,1-1 0 0,-5 0 0 16,-2 0 448-16,0 1 288 0,0 0-32 0,0 5-16 0,-1-6 160 0,1 6 48 15,-2-5 0-15,2 5 0 0,-6-2-448 0,1 0 0 16,0 1 128-16,5 1-128 0,-4-1 0 0,-1 1 0 15,0-3 0-15,5 3-176 0,-7 1 176 0,7-1 0 16,-6 4 0-16,6-4-128 0,0 0 128 0,0 0 0 16,-4 7 0-16,4-7 128 0,0 0-128 0,0 0 0 15,0 0 128-15,0 0-128 0,-2 6-176 0,2-6-96 0,0 0-32 16,3 7-9600-16,0-1-1920 16</inkml:trace>
  <inkml:trace contextRef="#ctx0" brushRef="#br0" timeOffset="16562.61">10881 2983 11967 0,'-1'-6'1072'0,"1"-1"-864"0,1-2-208 0,-1 4 0 15,-1 0 3328-15,-2-3 608 0,0 2 128 0,-1 0 32 16,-2 2-2864-16,-2 1-560 0,-2 3-112 0,-6 0-32 16,-5-2 400-16,0 4 80 0,-2 1 16 0,-1 0 0 15,2 4 32-15,3-1 16 0,0 1 0 0,4 2 0 16,0 2-416-16,4-3-80 0,-1 3 0 0,4-1-16 15,4-1-432-15,3-1-128 0,1 3 0 0,0-11 0 0,8 5-192 0,2 0-80 16,3 0-32-16,1-2 0 16,1-2-80-16,0 0 0 0,1-1-16 0,1-2 0 15,1-2 32-15,-1-1 16 0,0-2 0 0,0-1 0 0,-2 0-16 0,-1-1 0 16,-1 2 0-16,-1-3 0 16,-3 1 368-16,-1 1-176 0,-2-3 176 0,1 0-128 0,-3 5 128 0,-4 6 128 15,0 0-128-15,0 0 176 0,0 0 224 0,0 0 48 16,2-5 16-16,-2 5 0 0,0 0-192 0,0 0-32 15,0 0-16-15,1 10 0 0,1-1-224 0,0 3 128 16,1 3-128-16,0 1 0 0,0 2 128 16,3 3-128-16,0 4 0 0,2 0 144 0,0 1-144 0,2 3 0 15,1-2 0-15,-1 6 0 0,-1-2 0 0,0 3 0 16,1 1 0-16,-4 3 0 0,-1 2 0 0,0-2 0 16,-1-2 0-16,-1-3 0 15,-3-4-384-15,-1-2-176 0,-3-1-16 0,-1-6-16 0,-3-3 304 16,-3-4 64-16,0-3 16 0,-2-3 0 0,-2-5 208 0,0-3-176 15,-2-3 176-15,-2-2-160 0,0-2 160 0,-2-1-160 16,-1-2 160-16,1-1-160 0,4-5 160 0,0-2 0 16,-1-3 0-16,5-2 128 0,8 0 64 0,2-4 32 0,0-2 0 0,6-1 0 15,3-3-224-15,7 0 144 0,4-2-144 0,4-4 128 16,1 0-320-16,4 4-64 16,2-1 0-16,3 3-16 15,2 3-688-15,-1 3-144 0,-2 6-32 0,-1 1 0 16,-2 4 144-16,-2 2 32 0,-1 2 0 0,-4 5 0 0,-3 1 640 0,-1 2 128 15,-3 1 16-15,-2 2 16 0,-11 2 800 0,0 0 176 16,0 0 16-16,0 0 16 0,0 0 80 0,0 0 16 0,0 0 0 0,-3 9 0 16,-2 0-80-16,-3 1-16 0,-3 0 0 0,1 1 0 15,1 0-368-15,0-1-80 0,0 2-16 0,1-2 0 0,-1-1-160 16,2-1-32-16,1 1-16 0,0 0 0 16,3-2-176-16,0-2 0 0,3-5 144 0,0 0-144 0,0 0 0 0,0 0 128 15,0 0-128-15,0 0 0 0,0 0 0 0,8 4 0 16,1-3 0-16,1-1 0 0,2-2 0 15,2-2 0-15,2 0 0 0,2-3 0 0,1 1 0 16,0-2-192-16,1-2 64 0,-1-1 0 0,2 1-224 0,-3-2-32 16,1 0-16-16,-4 2 0 0,-2-4 144 0,-1 2 48 15,-3 1 0-15,-2 2 0 0,-2 0 400 0,-1 3 64 16,-4 6 32-16,0 0 0 0,-2-8 448 16,0 4 96-16,-3-1 0 0,5 5 16 0,-8 1-176 0,0 3-32 0,0 1-16 0,3 2 0 15,1 1-416-15,0-1-80 16,2 2 0-16,2 2-128 0,2 1 144 0,3-1-144 0,3 1 0 15,3-1 144-15,0-4-16 0,2 0-128 16,3-2 192-16,1 0-64 0,0 1-128 16,1-3 0-16,0-1 0 0,2-2 0 0,-6-2 0 0,1 0 0 0,-1-2 0 15,0 0 128-15,-1-1-128 0,3-2 0 16,-3-1 0-16,0-1 128 0,0-2-128 0,0-2 0 0,-1-2 0 16,0 1 128-16,-3 0-128 0,0-1-192 0,-1 1 32 0,-2-2 16 15,-2 4-80-15,-1-3-16 0,-1 3 0 16,0 0 0-16,-4 3 240 0,1-1 0 0,-2 2 0 0,2 1 160 15,0 1 80-15,0 3 16 0,-1-1 0 0,2 4 0 16,0 0-128-16,0 0-128 0,0 0 176 0,0 0-176 0,0 0 0 0,0 0 0 16,-1 10 0-16,2-3 0 15,1 2 0-15,0-1 0 0,1 1-128 0,2-1 128 16,0 1 0-16,2 1 0 0,-3 0 0 0,2-1 0 16,2 0 0-16,-2-1 0 0,1 2 0 0,-2-3 0 0,2-1 0 15,-1 2 0-15,2 1 0 0,0-2 0 0,-2-1 0 16,2-2 0-16,1 2 0 0,-1 0 0 0,-8-6 0 0,0 0-192 15,0 0 192-15,0 0-192 16,8 5 192-16,-8-5-192 0,7 4 192 0,-7-4-192 0,0 0 192 0,0 0 0 16,3 5-160-16,1 2 160 15,4-3-144-15,-3 1 144 0,-1 0-192 0,-2-1 192 0,-2 1 0 0,0 2-128 16,2-1 128-16,1-3 0 0,-3-3 0 0,4 5-160 16,1-2 160-16,0 0-128 0,-5-3 128 0,4 3 0 0,3 0 0 15,-2-2 0-15,0-1 0 0,3-1 0 16,0 1 0-16,-1-3 0 0,5 0 0 0,3-1 0 15,-1-2 128-15,0 2-128 0,-1-2 0 0,2-1 0 16,0 0 0-16,2-1 0 0,-1-3-288 0,1 0-80 16,1-1-16-16,0 1 0 15,1-2-240-15,-4 4-48 0,0 0-16 0,-4 0 0 0,-2 1 384 0,-1 0 80 0,-5 2 16 16,-3 6 0-16,0-7 336 0,0 7 64 0,-7-1 0 0,-2 1 16 16,-3 0 176-16,1 3 16 0,-2 1 16 0,0 2 0 15,0 2-32-15,1 1 0 0,1 3 0 0,1-2 0 16,2 2-176-16,2-3-32 0,2 2-16 0,2-1 0 0,4 0-160 15,2 1 0-15,2 1 144 0,2-2-144 16,2-1 0-16,6-1 0 0,6-2 0 0,3 1 0 0,2-2-352 16,3-1 16-16,2-4 0 0,-1 0 0 15,-1 0-96 1,1-3-16-16,-1 1 0 0,-1-5 0 0,-2 0-80 0,-1 0-32 0,0-5 0 0,-1 2 0 16,-1-3-176-16,-3 1-32 15,-2-1-16-15,-2 1 0 0,-3-2 464 0,-2 1 80 0,-3-1 32 0,-1 1 0 0,-1 2 832 0,-5-1 160 16,-1 2 48-16,1 0 0 15,-2-1 112-15,0 2 16 0,-2 2 16 0,1 1 0 0,0-1-384 0,1 2-80 16,0 5 0-16,0 0-16 0,0 0-336 0,0 0-160 16,0 0 160-16,0 0-160 0,5 7 0 0,2 1 0 15,0 2 0-15,3-1 0 0,0 0 0 0,2 3 0 16,1-2 0-16,0 5 144 0,0-2-16 0,1 2 0 16,-2-2 0-16,0 0 0 0,-1 1-128 0,-2 0 192 15,1 1-192-15,0-1 192 0,-2 0 32 0,-2 2 16 16,0-5 0-16,-1 2 0 0,-1-1 80 0,-2-3 32 15,0 0 0-15,-2-1 0 0,-3 0-96 0,-2-2-32 0,-3 0 0 16,-1-1 0-16,-4-1-48 0,-4 1-16 0,-5-2 0 16,-3 1 0-1,-12-1-1408-15,0 4-288 0,-5-1-48 0,-1 2-16448 0</inkml:trace>
  <inkml:trace contextRef="#ctx0" brushRef="#br0" timeOffset="17081.84">6622 4161 30399 0,'-12'-2'2704'0,"-2"1"-2160"15,-1 2-544-15,0 1 0 0,-1 0 1472 0,2-2 192 16,-3 0 48-16,2-2 0 0,4 0-592 0,3 2-112 16,1 0-32-16,3 0 0 0,4 0-96 0,0 0-32 15,0 0 0-15,0 0 0 0,11 4-464 0,3-1-80 16,3 1-32-16,1 0 0 0,4-2 240 0,4 1 32 15,1 0 16-15,3-1 0 0,1 1-336 0,1-3-64 0,4 0-16 0,0-3 0 16,2 2-144-16,0-2 0 16,2-1 144-16,2 0-144 0,-2 1 0 0,1 0-320 0,-1 2 64 0,-1-1 16 31,-2-2-1088-31,-1 2-208 0,-2-2-64 0,-3 1 0 0,1 1-1264 16,-2 0-256-16,-3 1-48 0</inkml:trace>
  <inkml:trace contextRef="#ctx0" brushRef="#br0" timeOffset="17321.14">7259 4114 30399 0,'-8'0'2704'0,"0"0"-2160"0,-2 0-544 0,2 0 0 16,2 1 2240-16,0 2 352 0,6-3 64 0,0 0 16 0,0 0-1376 0,0 0-272 15,-2 6-48-15,2 1-16 0,1 1-528 0,3-1-112 16,3-1-32-16,0 1 0 0,4 1-288 0,1 0 0 16,-1-1 128-16,4-1-128 0,0 1 0 0,1-1 0 15,0 1 0-15,-2-1 0 0,-2-1 0 0,-1 1 0 16,0-1 0-16,-3 1 0 0,-3 0 0 0,-5-6 0 15,4 7 0-15,-4 1 0 0,-3-1 0 0,-2 2 0 16,-3-3 0-16,-1 1 0 0,-3 1 0 0,-1-2 0 16,0 1 0-16,0-1 0 15,1-1-1664-15,1 1-304 0,0-2-48 0,2 0-9952 16,3 3-2000-16</inkml:trace>
  <inkml:trace contextRef="#ctx0" brushRef="#br0" timeOffset="17781.16">7582 4213 23039 0,'0'0'2048'0,"0"0"-1648"0,0 0-400 16,0 0 0-16,0 0 2800 0,0 0 464 0,0 0 112 0,0 0 16 16,0 0-1248-16,0 0-240 0,7 6-48 0,-2 2-16 0,-1 1-656 15,-1 2-128-15,-2-1-32 0,2 3 0 0,-1 0-624 16,-1 2-128-16,2-2-16 0,1 0-16 0,0 0-96 0,2 0-16 16,1-3 0-16,1-2 0 0,0 1-128 0,-1-1 128 15,1 0-128-15,1-3 128 0,1-4-128 0,-1-1 0 16,2-1 0-16,1 0 0 0,-1-1 0 0,0-4 0 15,1-1 0-15,1 0 0 0,-1-4-240 0,1-1 80 16,0 1 16-16,0-1 0 0,0 0-32 16,0-1 0-16,-1-1 0 0,-1 3 0 0,0-2 48 0,-2 4 0 15,-3 1 0-15,0 3 0 0,-6 5 128 16,0 0 0-16,0 0 0 0,0 0 0 0,0 0 0 0,0 0 0 16,2 9 160-16,0 2-160 0,-1 0 272 0,0 1-32 15,1-1-16-15,0 0 0 0,2 2-32 0,1-1-16 16,3 0 0-16,1-2 0 0,2-1-176 0,0 1 0 15,2-3 0-15,2 0 128 0,0-3-128 0,2-2 0 16,0 0 0-16,2-2 0 0,-1-2-208 0,-1-1 80 16,-3-3 128-16,0 2-208 0,-1-3 208 0,-1 0 0 15,-1 1-160-15,-4-1 160 0,0-1 0 0,-2 0 0 16,-1-2 0-16,-3 1 128 0,-1 0-128 0,0-2 192 0,-1 0-192 16,-3-3 192-16,0 1-192 0,0 0 0 0,-1 2 0 15,0-1 0 1,0-1-400-16,1 1-16 0,0 2 0 0,0 1 0 15,-1-1-560-15,1 4-112 0,4 6-32 0,0 0 0 16,-1-5-1440-16,1 5-272 0,0 0-64 0,0 0-7600 0,9 0-1536 16</inkml:trace>
  <inkml:trace contextRef="#ctx0" brushRef="#br0" timeOffset="18362.28">8658 4200 11967 0,'0'0'528'0,"0"0"112"0,0 0-512 0,0 0-128 0,-7 0 0 0,0 2 0 15,-4 0 4864-15,-1 3 928 0,-3 3 192 0,-5 2 32 16,-2 3-3312-16,-1 2-656 0,-3-1-144 0,0 2-32 0,-2-2-448 0,3 0-80 16,2 1-32-16,2-1 0 0,3-1-672 0,2 0-128 15,4-1-16-15,3-2-16 0,3-2-480 0,1-3 0 16,5-5 0-16,0 0 0 0,0 0 0 0,0 0-320 16,7 4 64-16,4-4 0 15,2-2-320-15,1-4-64 0,2-3-16 0,2 1 0 16,0-3-64-16,2-1-16 0,-1-1 0 0,2-1 0 15,0-1-160-15,-1 1-16 0,-2-3-16 0,-2 1 0 16,-2 1 224-16,-2 2 64 0,-3 1 0 0,-1-1 0 16,-2 2 496-16,-2 2 144 0,0 1 0 0,-3 2 0 0,-1 6 256 0,0 0 112 15,0 0 16-15,0 0 16 0,-6-3-112 0,6 3-32 16,0 0 0-16,-5 3 0 0,-1 1-256 0,2 2 0 16,4-6 0-16,-1 8 0 0,2 3 0 0,2 0 0 15,1 2 0-15,1-1-144 0,0 0 144 0,3-3 0 16,1 1 128-16,2 0-128 0,0-3 0 0,3 1 0 15,-1-1 0-15,1-2 0 0,0-3 0 0,2 0 0 0,1-2 0 0,1-3 0 16,-1-1 0-16,3 0 0 16,0-2 0-16,1-3 0 0,0-2-208 0,0-2-16 15,-1 0 0-15,-1-1 0 16,-1-4-240-16,-1-1-48 0,-1 0-16 0,0-1 0 0,-2 1-80 16,-2 0-16-16,-2-1 0 0,-1-3 0 0,-1 1 416 0,-1-1 80 0,-4 2 128 0,0 1-208 15,-4 3 592-15,-2 3 128 0,-1 4 32 0,-1 3 0 16,-3 1 624-16,0 3 128 0,1 2 32 0,-1 2 0 15,-1 2-432-15,-2 2-64 0,-1 3-32 0,2 2 0 16,1 6-352-16,0 3-80 0,1 0-16 0,1 1 0 0,2 3-176 0,1 0-48 16,2 2 0-16,2-2 0 0,1 1-128 0,0-1 0 15,3 1 0-15,0-2 0 0,1-3 0 0,2-2-304 16,-1-2 48-16,1-2 16 16,1-2-608-16,-2 0-128 0,-2-3-32 0,0-2 0 15,-4-6-1728-15,0 0-336 0,7 4-80 0,-7-4-11040 16</inkml:trace>
  <inkml:trace contextRef="#ctx0" brushRef="#br0" timeOffset="18904.95">8863 4209 6447 0,'0'0'576'0,"-6"-1"-576"15,0-1 0-15,6 2 0 0,0 0 6912 0,0 0 1264 16,0 0 256-16,0 0 48 0,0 0-5952 0,0 0-1184 16,9 2-256-16,3-1-32 0,2-1-288 0,3 0-64 0,4-1-16 0,2-1 0 15,2 0-352-15,1-1-64 16,0 2-16-16,2-4 0 0,0-1-96 0,1 4-32 0,-2-5 0 0,-2 3 0 15,-3 0-128-15,-1 3 0 0,-1 1 0 0,-5-1 128 16,-2 1-128-16,-3 1 0 0,-10-1 0 0,0 0 0 16,4 8 0-16,-4 2 0 0,-4 2 0 0,-3 1 0 15,-2 3 192-15,0 1 48 0,-2-2 16 0,2 0 0 16,0-1-64-16,1-1-16 0,2-1 0 0,1 0 0 0,1-1-176 0,2-3 0 16,2 0 0-16,2-1 0 0,-2-7-320 15,5 5 0-15,1-3 0 0,2 1 0 16,1-3-512-16,2-3-112 0,2-2-16 15,1-3 0-15,1-1-1232 0,0-1-256 16,1-2-48-16,1-1-16 0,0-1-16 0,-2-3 0 0,1-2 0 0,-2 0 0 16,-1-1 1408-16,-1 2 288 0,-1 0 48 0,-4 2 16 15,0 3 1120-15,-2 3 224 0,-1 2 64 0,-1 3 0 0,-3 5 1568 0,0 0 320 16,0 0 64-16,0 0 16 0,0 0-592 0,-3 6-112 16,0 3-32-16,2 2 0 0,0 0-656 0,1 1-128 15,1 4-16-15,2-2-16 0,-1 2-224 0,1-1-64 16,2 1 0-16,0-2 0 0,3 1-304 0,-1-2-64 15,-1-4-16-15,2 1 0 0,0 1-80 0,0-3-32 16,-2-3 0-16,-6-5 0 0,8 4 48 0,-8-4 0 16,8 2 0-16,-2-2 0 0,-6 0 16 0,8-4 16 15,-1 2 0-15,-7 2 0 0,4-9-32 0,-2 0-16 16,1-1 0-16,1-1 0 0,0-2-144 0,0-2-32 16,-1 0 0-16,3-2 0 0,-1-3-128 0,3 1 0 15,1-1 0-15,1 2 128 0,1 1-128 0,2 1 0 16,1 1 0-16,2 2 0 0,1 2 0 0,2 3-176 15,-1 2 176-15,2-1-128 16,0 2-608-16,0 4-112 0,4-2-32 0,-1 6-13904 0,2-1-2800 0</inkml:trace>
  <inkml:trace contextRef="#ctx0" brushRef="#br0" timeOffset="20097.86">13344 2727 23951 0,'3'-16'1056'0,"0"9"224"0,0 0-1024 0,1-1-256 16,1 1 0-16,1 1 0 0,2 2 1520 0,1-3 240 15,3 3 48-15,2 2 16 0,3-2-1552 0,0 1-272 16,1 3 0-16,-1-2-208 0,-1 2 208 0,0 2 0 16,-2 0 0-16,-1 3 0 0,-1 3-160 0,-2 1 160 15,-2 1-160-15,-1 3 160 0,-2 2 0 0,-3 3 0 16,0-1-128-16,-2 5 128 0,-3 4 0 0,1 1 192 16,-2 3-48-16,0-2 0 0,-2 0 16 0,1 2 0 15,0 0 0-15,0 2 0 0,1 0-160 0,0 1 0 0,0-3 144 0,0 0-144 16,2 0 0-16,0-3 0 0,1-1 0 0,1-2 128 0,1-2-128 15,1 0 0-15,0 0 128 0,1-1-128 16,-1-4 128-16,1-5-128 0,0 0 160 0,1-2-160 0,-1 0 0 16,3-2 0-16,0-3 0 0,-6-5 0 0,8 3 0 15,0-2-160-15,0-1 32 0,-1-1 0 16,3-2-176-16,-1 2-16 0,1-3-16 0,1-1 0 0,-1-1 192 16,-1-1 144-16,-1 0-192 0,-2 4 192 15,-6 3-224-15,0 0 64 0,0 0 16 0,0 0 0 0,0 0 144 0,0 0 192 16,0 0-32-16,-2 7-16 0,-2 4 304 15,0 1 48-15,1 2 16 0,1 2 0 0,1-3-112 0,1 2-16 16,2 2 0-16,2 1 0 0,1 1-32 0,2 0-16 16,-1 3 0-16,3 3 0 0,2-1-48 15,2-1-16-15,3 3 0 0,-1 2 0 0,3 2-128 0,2 1-16 16,1 0-128-16,1 3 192 0,0 1-192 0,0-2 128 16,1 3-128-16,-4-2 0 0,-1 0 0 0,-1-1 128 15,-1-1-128-15,-3-2 0 0,0 2 0 0,-3-2 128 16,0-2-128-16,-4 1 0 0,-1-3 128 0,-2-1-128 15,-2-3 0-15,-1-1 144 0,-2 0-144 0,-2-2 128 16,-3-1-128-16,1 1 128 0,-5-2 96 0,-1 2 16 0,-2-1 0 0,-2 1 0 16,-2-4 304-16,-4 2 64 0,-3-4 16 15,-1 2 0-15,0 0-176 0,0 1-16 0,-1 1-16 16,1-1 0-16,0-3-272 0,1 1-144 0,3-4 160 0,1 2-12240 16,2 2-2448-16</inkml:trace>
  <inkml:trace contextRef="#ctx1" brushRef="#br0">19497 14555 0</inkml:trace>
  <inkml:trace contextRef="#ctx0" brushRef="#br0" timeOffset="21451.44">14872 2500 19343 0,'0'-16'848'0,"0"10"192"0,-2-2-832 0,0-1-208 0,-1 5 0 0,3 4 0 16,0 0 3712-16,0 0 688 0,-7 6 144 0,1 2 16 0,-1 3-3776 15,2 3-784-15,0 3 0 0,0 2-224 16,1 1 224-16,1 1 0 0,2 0 0 0,1 1 160 0,0 1-32 0,3 1 0 15,2 1 0-15,0-3 0 0,2 0-128 0,-1-3 128 16,1 0-128-16,0-1 128 0,0 0 48 0,1-2 0 16,0-2 0-16,-1-1 0 15,0-4-1456-15,-1-2-272 0,0-2-64 0,0 2-8304 16,-1 2-1664-16</inkml:trace>
  <inkml:trace contextRef="#ctx0" brushRef="#br0" timeOffset="21745.07">14634 2457 18431 0,'-8'-26'816'0,"6"17"160"0,-1-1-784 0,1 3-192 15,2 7 0-15,0 0 0 0,1-8 3792 0,3 1 720 0,2 2 144 16,3 1 16-16,4 2-3696 0,3 0-736 16,2-2-240-16,5 2 128 0,0-1 256 0,4 2 64 15,3 0 16-15,4 1 0 0,3 1-64 0,1 0-16 0,1 0 0 0,2 2 0 16,2 0-208-16,0 1-48 0,-1 2-128 0,0-1 192 15,-2 2-192-15,-3-3 0 0,-3 4 128 0,-4 1-128 16,-4 1 0-16,-4 1 0 0,-4-1 0 0,-3 2 0 16,-5-1 0-16,-4 4-192 0,-4 0 192 0,-5 2-160 0,-3 2 160 0,-6-1 0 15,-4 0-144-15,-2 0 144 16,-4 3 0-16,-3-1 0 0,-1-1 0 0,-1 1 0 16,-2-2 128-16,0 0-128 0,-2-3 128 0,1 0-128 15,1-2-192-15,2-2-128 0,1 2-32 0,2-4-10960 16,5 0-2192-16</inkml:trace>
  <inkml:trace contextRef="#ctx0" brushRef="#br0" timeOffset="21936.41">15377 2706 17503 0,'0'0'1552'0,"8"-4"-1232"0,1-3-320 0,2 3 0 0,0 2 4608 0,4 1 880 15,0-1 160-15,2 1 48 0,-1-2-4672 0,0 1-1024 16,-1-1 0-16,1 1-144 0,0-1 144 0,1 0 0 15,2-1 0-15,2 2 0 0,1-1 0 0,2 2 0 16,2-3 0-16,1 1 0 0,2 1-160 0,1 0-96 16,0 2-32-16,-2 0-10688 15,1-1-2144-15</inkml:trace>
  <inkml:trace contextRef="#ctx0" brushRef="#br0" timeOffset="22267.56">16156 2514 37439 0,'0'0'1664'0,"0"0"320"0,0 0-1584 0,0 0-400 0,0 0 0 0,0 0 0 15,0 0 0-15,0 0 0 0,-4 11 0 0,2 0 0 16,1-2 448-16,1 6 192 0,1 4 64 0,2 2 0 0,4 1 16 16,-1 2 16-16,1-1 0 0,2 3 0 0,0-1-448 0,1 0-96 15,1 1 0-15,0-4-16 0,2-1-176 0,1 0 160 16,-1-2-160-16,-2-4 160 0,1-4-160 0,-2 0 128 15,0-3-128-15,-3 0 128 0,1-5 112 0,-1 0 16 16,-7-3 0-16,8-1 0 0,-1-1 272 0,0 0 64 16,-2-2 16-16,0-3 0 0,1 1-96 0,-1-6 0 15,-3 0-16-15,1-1 0 0,-2-1-176 0,1-2-16 16,0-4-16-16,2 0 0 0,0-3-160 0,1 0-128 16,2-3 192-16,-1 0-192 0,2-1 128 0,-1-2-128 15,0-1 0-15,1 2 0 0,-1-1 0 0,-1 5 0 16,0 5-208-16,-1 2 80 15,-1 4-1024-15,0 0-192 0,-2 4-32 0,2 2-16 16,0 2-1968-16,-4 5-400 0,0 0-80 0</inkml:trace>
  <inkml:trace contextRef="#ctx0" brushRef="#br0" timeOffset="22517.43">16055 2708 28559 0,'-19'-11'2544'0,"11"7"-2032"0,-1-1-512 0,1 1 0 16,1 1 2352-16,7 3 368 0,0 0 80 0,0 0 16 15,0 0-1888-15,0 0-368 0,8-1-80 0,4-1-16 0,4 1 112 0,3-1 32 16,3-1 0-16,4-2 0 0,4-1-288 0,3 4-64 16,4-3-16-16,2 1 0 0,1-1-240 0,0-1 0 15,2 1 128-15,1 0-128 16,2 0-608-16,-1 1-160 0,-2 0-48 0,1 1 0 15,1 2-2592-15,-4 0-528 0</inkml:trace>
  <inkml:trace contextRef="#ctx0" brushRef="#br0" timeOffset="22914.68">15053 3836 29487 0,'0'0'2624'0,"0"0"-2112"0,0 0-512 0,0 0 0 16,0 0 2096-16,-2 9 304 0,1-1 64 0,0 3 16 16,-2 2-1216-16,2 2-240 0,-2 2-64 0,1 3 0 15,-1 2-160-15,2 3-32 0,-1 3-16 0,1 0 0 0,0 0-448 0,0 1-96 16,1 2-16-16,0 2 0 16,1 1-192-16,1-4 176 0,1-3-176 0,1-1 160 0,0-1-160 0,0-3 160 15,0-2-160-15,0-3 160 0,0 0-160 0,-1-4 0 16,1-2 0-16,2-4 0 15,-3-1-1008-15,1 0-272 0,-4-6-64 0,0 0-16 16,6 5-1776-16,-6-5-368 0,0 0-64 0,-2-26-16 0</inkml:trace>
  <inkml:trace contextRef="#ctx0" brushRef="#br0" timeOffset="23152.67">14514 3839 24879 0,'-13'-13'1088'0,"9"7"256"0,-1 1-1088 16,1 1-256-16,4 4 0 0,0 0 0 0,0 0 3200 0,7-2 592 15,2-3 112-15,4 1 32 0,1 0-2528 0,6 0-512 16,3-3-112-16,5 2-16 0,3 0 192 0,3 0 16 16,4-3 16-16,1 3 0 0,5 1-592 0,3-2-112 15,3 1-32-15,0 1 0 0,1 0-128 0,3 1-128 0,0-1 192 0,2 1-192 16,1 2 0-16,-1 1 0 0,-2 0 0 15,-1 2 0 1,-1 2-1328-16,-3-1-368 0,-2 1-80 0,-4 0-10960 0,-4 0-2208 16</inkml:trace>
  <inkml:trace contextRef="#ctx0" brushRef="#br0" timeOffset="23383.15">15469 4043 14735 0,'0'0'640'0,"0"0"160"0,0 0-640 0,0 0-160 0,0 0 0 0,0 0 0 0,7 6 3856 0,3-2 752 15,0-4 128-15,2 1 48 0,1 0-2208 0,1-1-432 16,0-2-96-16,5-1 0 0,0 0-800 0,3-2-160 16,1-1-16-16,0-1-16 0,1-1-736 0,0 3-128 15,2-1-48-15,0 0 0 0,0 0-144 0,1-1-192 16,-1 3 32-16,1 2 16 15,-1-1-2560-15,1 3-512 0,2 3-112 0</inkml:trace>
  <inkml:trace contextRef="#ctx0" brushRef="#br0" timeOffset="23707.77">16177 3845 37375 0,'0'0'1664'0,"-3"-6"320"0,0 2-1584 16,3 4-400-16,0 0 0 0,0 0 0 0,0 0 736 0,0 0 64 0,0 0 16 0,0 0 0 15,0 0 128-15,0 12 16 0,0 1 16 0,2 2 0 16,0 0-272-16,2 3-48 0,1 1-16 0,2 4 0 16,1 0-192-16,1 2-32 0,1 1-16 0,-1 1 0 15,3 3-160-15,1 0-48 0,1-1 0 0,1-3 0 16,-2-3-64-16,1-2-128 0,1-1 176 0,-4-6-176 16,-2-2 192-16,-1-2-64 0,-1-2 0 0,-1-1-128 0,-6-7 240 0,0 0-64 15,0 0-16-15,8-2 0 0,-3-3 96 0,1-1 32 16,-3-2 0-16,0-5 0 0,0 0 0 0,-1-5 0 15,0-2 0-15,0-2 0 0,1-4-112 0,-1-2-32 16,2 1 0-16,1-2 0 0,2-3-144 16,2-1 0-16,0 0 0 0,2 0 0 15,-1-3-992-15,1 0-80 0,-1 1-16 0,0 1 0 16,1 1-1216-16,-2 5-256 0,-1 1-64 0,-3 7-10048 16,-2 3-2000-16</inkml:trace>
  <inkml:trace contextRef="#ctx0" brushRef="#br0" timeOffset="23973.14">16118 4068 41519 0,'-8'-9'1840'0,"8"9"384"0,0 0-1776 0,0 0-448 0,-4-5 0 16,4 5 0-16,0 0 368 0,0 0-16 0,0 0 0 15,0 0 0-15,9-7 400 0,4 2 80 0,2 0 0 0,3 0 16 16,3 1-400-16,2-3-96 0,3 3-16 0,3-2 0 16,2-1-144-16,3 1-16 0,1 1-16 0,2-1 0 15,-1 2-160-15,2 1 160 0,0-1-160 0,0 0 160 16,-2 0-160-16,1 0-192 0,-2-1 32 0,0 1 16 16,-1 0-1648-1,-1 1-320-15,-3 1-64 0,-2 0-16704 0</inkml:trace>
  <inkml:trace contextRef="#ctx0" brushRef="#br0" timeOffset="25601.07">14844 2978 19343 0,'0'0'1728'0,"-4"-1"-1392"0,4 1-336 0,0 0 0 15,-6 0 1600-15,6 0 240 0,-6 0 48 0,6 0 16 16,-3 6-1008-16,0 0-192 0,0 0-32 0,2 2-16 0,2 0 240 0,1 1 32 15,0 1 16-15,2 2 0 16,1 2-304-16,1 0-48 0,1 2-16 0,3-1 0 0,0-1-256 16,2 2-64-16,-1-2-16 0,2 2 0 0,1-1-112 0,-1 0 0 15,-2-1-128-15,1-1 192 0,-2 0-192 0,1 2-160 16,-1-5 32-16,1 0 0 16,-2 1-2176-16,-1 2-416 0</inkml:trace>
  <inkml:trace contextRef="#ctx0" brushRef="#br0" timeOffset="40324.36">1102 5831 14735 0,'-17'-16'1312'0,"10"11"-1056"0,-1 0-256 0,1 1 0 0,0-3 3456 0,-1 1 640 16,0-1 128-16,2 2 32 0,-2-1-2048 0,0 0-416 16,3 0-64-16,-2 1-32 0,1-1 48 0,-1 2 16 15,2 1 0-15,5 3 0 0,0 0-672 0,0 0-128 16,0 0-16-16,0 0-16 0,0 0-544 0,0 0-96 16,0 0-32-16,8 1 0 0,1 0-256 0,3 2 0 15,2 1 0-15,4 0 0 0,3-2 0 0,4 1 128 16,3-2-128-16,11-1 0 0,-2-1 160 0,3-2-160 15,1 1 128-15,1 0-128 0,0-2 0 0,-1 2 0 0,-1-2 0 16,0 0 0-16,2 0-192 0,-2 1 192 16,0 1-192-16,14-2 192 15,-10-3-576-15,-3 5 16 0,-5-1 0 0,-3 2 0 16,-5-2-1856-16,-1 2-368 0,-4 1-80 0</inkml:trace>
  <inkml:trace contextRef="#ctx0" brushRef="#br0" timeOffset="41217.47">2313 5801 11055 0,'0'0'976'0,"-7"1"-784"0,-1 4-192 0,1-1 0 0,0-1 464 0,1-1 48 15,6-2 16-15,-10 3 0 16,10-3-768-16,0 0-144 0,-10 3-48 0,10-3 0 0,0 0 432 0,-8 1 0 16,2-1 0-16,6 0 0 0,-7 0 480 0,1 0 80 15,-1 0 16-15,1 0 0 0,-1-1 336 0,7 1 80 16,0 0 16-16,0 0 0 0,-8-4-432 0,4 0-96 0,4 4-16 0,0 0 0 16,-5-7-464-16,3 1 0 15,-1 1 0-15,0-3-160 0,1 0 160 0,0-1 0 16,1-2 160-16,2 2-160 0,2 0 1344 0,0 0 160 0,-1 0 32 0,1 0 16 15,-1 1 816-15,1 0 144 0,0 0 48 0,-1 2 0 16,-2 6-432-16,0 0-80 0,0 0 0 0,0 0-16 16,0 0-560-16,0 0-128 0,0 0 0 0,0 0-16 15,2 12-512-15,0 6-112 0,1 5 0 0,-1 3-16 16,-2 2-160-16,3 0-16 0,1 1-16 0,0-2 0 16,0 0-240-16,1-3-32 0,1-3-16 15,2 0 0-15,0 0-208 0,1-3 144 0,0-2-144 16,1-3 128-16,-3-4-128 0,0-1 0 0,-7-8 0 0,0 0 0 15,0 0 144-15,0 0-144 0,0 0 160 0,0 0-160 16,0 0 224-16,0 0-48 0,0 0-16 0,0 0 0 16,1-8-16-16,3-3 0 0,0-3 0 0,0-3 0 0,-2-4-144 15,4-2 0-15,0-6 0 0,2-1 0 0,2-2 0 16,1 0-192-16,2-4 64 0,1 3 128 0,1 3-224 0,-1 7 80 16,-1 1 16-16,-1 5 0 0,-2 5 0 0,-1 2 0 15,-1 2 0-15,-1 4 0 0,-7 4 128 0,7 2-192 16,3 4 192-16,-3 3-192 0,1 4 192 0,0 2 0 15,-1 4 0-15,2 0 0 0,1 1 0 0,2 1 0 16,-2-1 0-16,2 1 128 0,0-4-128 0,1-1 0 16,1-2 0-16,0-1 0 0,0 0 0 15,0-4 0-15,1-1 0 0,0-1 0 0,-2-3 0 16,0-2 0-16,0 0 0 0,-3-1 0 0,0 0 0 0,-1 2 0 16,-2-3 0-16,-7 0 0 0,0 0 0 0,0 0 0 15,8-3 0-15,0-1 0 0,0 0 0 0,0-1 0 16,0-1 0-16,-1-2 128 0,3-4-128 0,-1 0 0 15,-2-1 0-15,3-2 0 0,0-4-400 0,0 0 0 0,1-3 0 16,6-11 0 0,-2 2-1392-16,-1 5-288 0,-3-2-48 0,0 9-16 0,-4 5-464 15,0 3-80-15,-7 11-32 0,8-6 0 0,-8 6-192 16,0 0-32-16,0 0-16 0,0 0 0 0,0 0 592 16,9 5 128-16,-3 0 32 0,1-1 0 0</inkml:trace>
  <inkml:trace contextRef="#ctx0" brushRef="#br0" timeOffset="41796.72">3126 5616 10127 0,'0'0'896'0,"0"0"-704"0,0-4-192 0,0 4 0 0,0 0 3584 0,0 0 672 16,0 0 144-16,0 0 16 0,-10 6-1152 0,-3 6-224 16,-3 4-48-16,-1 3-16 0,-1 7-1040 15,-2 4-208-15,0 0-32 0,-4 2-16 0,3-2-336 0,2-2-80 16,2-2-16-16,2 0 0 0,4-1-608 0,2-3-128 16,1-2-32-16,3-6 0 0,1-1-352 0,2-1-128 15,2-3 0-15,0-9 144 0,4 8-144 0,-4-8-256 16,9 4 64-16,4-4 16 15,0-7-208-15,2-3-32 0,2-3-16 0,-6 2 0 0,4-2 48 0,-1 0 0 16,0-4 0-16,6-7 0 16,-3-1-80-16,-1 0-16 0,-3 2 0 0,-2 0 0 15,1 1 0-15,-3 3 0 0,-2 2 0 0,-3 4 0 0,-2 2 192 0,1 1 32 16,-2 1 16-16,0 1 0 0,-1 1 240 0,0 7 0 16,0 0-160-16,0 0 160 0,0 0 0 0,0 0 0 0,0 0 128 0,0 0-128 15,0 0 176-15,-1 10-48 0,2 3-128 0,-1 2 192 16,0 5-32-16,3 1-16 0,0 1 0 0,2 0 0 15,1-1-144-15,4-2 0 0,0-2 0 0,2 0 0 16,1-1 0-16,1-3 0 0,0-3 0 0,7 1-176 16,-2-5-416-1,-2-4-96-15,-2-2-16 0,1-6 0 16,-2-4-480-16,3-2-96 0,1-1-32 0,-2-2 0 0,-3-2-240 16,-1-2-48-16,-1-3-16 0,0-3 0 0,-2-2-384 0,-1 0-80 15,0-2-16-15,-2-2 0 0,1-2 128 16,-2-1 32-16,-1 0 0 0,-2-2 0 0,1-3 928 0,-4 2 192 15,-2 5 48-15,-1 15 0 0,-1-2 2576 0,0 4 528 0,-3-1 96 0,1 4 32 0,2 2 496 16,0 2 112-16,0 2 0 0,1 0 16 0,0 3-880 16,4 3-176-16,0 0-48 0,0 0 0 0,0 0-944 0,-4 6-192 15,3 3-32-15,-1 4-16 0,1 4-464 0,1 3-80 16,0-1-32-16,0 5 0 0,1 2 32 0,1 4 0 16,2 2 0-16,0 1 0 0,0-2-128 15,-1 1 0-15,3-1-128 0,-1 0 192 0,0-1-192 0,2-1 0 16,-1-2 0-16,1-2 0 0,-1-3 0 0,1-2-208 15,-1-3 16-15,3 3 0 16,-2-3-1264-16,-1-4-240 0,-6-13-48 0,7 11-16 16,-1-3-1552-16,-6-8-304 0</inkml:trace>
  <inkml:trace contextRef="#ctx0" brushRef="#br0" timeOffset="42347.72">3267 5824 25791 0,'0'0'2304'0,"-12"0"-1856"0,2 0-448 0,10 0 0 16,0 0 2624-16,0 0 448 0,0 0 64 0,0 0 32 0,0 0-2256 0,0 0-448 0,10 7-80 0,2-7-32 16,0-3 480-16,3 1 80 0,5-2 32 0,2-3 0 15,2-1-352-15,2 2-64 0,4-5-16 0,1 0 0 16,0-4-352-16,3 2-160 0,1 0 128 0,-1 3-128 16,-1-3 0-16,-3 2 0 0,-1 1 0 0,-3 1-176 0,-2 2 32 0,-3 1 0 15,-4 1 0-15,-4 2 0 16,-2 3 144-16,-11 0-192 0,0 0 192 0,0 0-192 15,4 9 192-15,-4 3 0 0,-3-2 0 0,-2 3-128 16,-2 0 256-16,1 2 64 0,-1 0 16 0,1 0 0 0,-1-1-208 0,3 0 0 16,2-3 0-16,-1 3 0 15,-1-1-304-15,3-1-96 0,1-12-32 0,0 0 0 16,0 0-1248-16,0 0-256 0,0 0-48 0,9 2-16 16,-9-2 592-16,12-2 112 0,-2-7 16 0,1-2 16 15,-1-2 48-15,-1 0 16 0,-1-1 0 0,-2 0 0 16,1-1 480-16,-2 1 80 0,0-2 32 15,1 7 0-15,-1 3 608 0,0-1 336 0,-1 2-32 0,-4 5-16 0,0 0 1200 0,0 0 240 16,0 0 64-16,0 0 0 0,5 8 256 0,0 2 48 16,1 3 16-16,-2 0 0 0,-1 3-688 0,3 1-128 15,1 0-16-15,0 0-16 0,2-2-656 0,0 1-128 16,0-3-32-16,0 1 0 0,1-3-160 0,-1-1-32 16,0-3-16-16,-1-1 0 0,1-2 16 0,-9-4 0 15,9 0 0-15,-9 0 0 0,0 0 0 0,8-2 0 16,-8 2 0-16,5-7 0 0,-1-1 144 0,-1 0 48 15,-2-3 0-15,-1 0 0 0,-3-1-208 0,1 1-48 16,-2-4 0-16,1 2 0 0,0-4-192 0,2 3 144 16,1-2-144-16,1 1 128 0,1-2-128 0,2-1 0 15,1 1 0-15,3 2 0 0,2 0 0 0,3 0-224 0,3-2 48 16,9-2 16 0,1 2-1296-16,2 2-256 0,2 4-48 0,-2 4-11856 0,3 3-2368 15</inkml:trace>
  <inkml:trace contextRef="#ctx0" brushRef="#br0" timeOffset="42519.25">4682 5678 16575 0,'0'0'1472'0,"0"0"-1168"0,-6-5-304 0,6 5 0 16,0 0 5520-16,6-5 1056 0,-1 0 208 0,3-2 32 0,2-1-4960 0,3-1-1008 15,3-1-192-15,5 1-32 0,3-2-496 0,5 1-128 16,2-6 0-16,3 3-12832 15,4 1-2592-15</inkml:trace>
  <inkml:trace contextRef="#ctx0" brushRef="#br0" timeOffset="43183.7">5349 5586 13823 0,'-1'-7'1216'0,"0"1"-960"0,1 6-256 0,0 0 0 0,0 0 3584 0,0 0 656 15,0 0 144-15,0 0 32 0,0 0-2624 16,0 0-528-16,7 9-112 0,1 4 0 0,0 4 544 0,-3 1 112 16,0 4 32-16,1 6 0 0,0 2-560 0,-1 2-128 15,3 2 0-15,3 0-16 0,0 1-464 0,1 0-96 16,-1 2 0-16,0-7-16 0,0-1-320 0,-1-2-64 15,-1-4-16-15,2-2 0 0,-2 1-160 0,-1-3 192 16,-1-1-192-16,-1-5 192 0,-4-3-192 0,0-2 128 16,-2-8-128-16,0 0 128 0,0 0-128 0,0 0 0 15,0 0 0-15,0 0 0 0,0 0-352 0,-7-1 0 16,1-4 0-16,-4-6 0 16,1 0-1584-16,1-3-320 0,-1-1-64 0,2-9-16 15,-1-6-480-15,-1-2-112 0,-1-5-16 0,1 3 0 16,2-1 448-16,-1 4 96 0,-1-2 16 15,-2 3 0-15,-1 3 1552 0,1 3 320 0,0 4 64 0,6 7 16 16,0 0 2720-16,1 1 528 0,3-1 128 0,-1 2 0 0,2 2-416 0,3 1-96 0,1 1 0 0,4-1-16 16,2-1-1280-16,3 1-256 0,1-3-48 15,3 4-16-15,2-1-512 0,3 1-112 0,1 2 0 16,2 0-16-16,0 0-176 0,-2 3 0 16,2 2 0-16,-3 2 0 0,-2 3 0 0,-3-1 0 0,-2 3 0 15,-2 3 0-15,-2-1 0 0,-2 0 0 0,-4 0-160 0,-2 3 160 16,-5 1 0-16,-4 1 0 0,-2 3 0 0,-1 1 0 15,-3 1 0-15,-1-1 0 0,-2-1 144 0,-1 0-144 16,-2-2 0-16,-1 0-128 0,1-4-16 0,-8 6 0 16,4-4-560-16,4-2-128 0,2-9 0 15,4 4-16-15,12-6-1824 0,0 0-352 0,-9-4-80 0</inkml:trace>
  <inkml:trace contextRef="#ctx0" brushRef="#br0" timeOffset="44810.92">5753 5367 6447 0,'0'0'576'0,"0"0"-576"0,0 0 0 0,0 0 0 0,0 0 5824 0,0 0 1040 16,0 0 224-16,0 0 32 0,7 4-4960 0,1 2-1008 15,-2 1-192-15,1 2-32 0,-1 2 224 0,1 4 32 16,-2 2 16-16,0 1 0 0,0 4-304 0,-1-1-64 16,0 3-16-16,0 0 0 0,1 1-176 0,-2 0-16 15,0-2-16-15,-1 1 0 0,1-3-288 0,-1-2-48 16,0-2-16-16,-1-1 0 0,0-2-128 0,2-1-128 15,-1-4 192-15,1-1-192 0,-2 0 208 0,-1-8-64 16,0 0-16-16,0 0 0 0,0 0-128 0,0 0 0 16,0 0 144-16,0 0-144 0,6-5 0 0,-1-2 0 15,-1-1 0-15,1-2 0 0,1-2 0 0,2-2-128 0,1-3 0 0,1 1 0 16,0-3-160-16,0-1-32 0,1 1 0 0,3-11 0 31,1 2-240-31,-2 5-48 0,-2 3-16 0,0 6 0 16,-1 2-48-16,-1 2-16 0,-1-1 0 0,-8 11 0 0,0 0 336 0,8-2 64 0,-8 2 16 15,0 0 0-15,8 2 272 0,-2 4 0 0,1 1 0 0,-2 4 0 0,-1-2 368 16,1 1 16-16,0 5 16 0,1 0 0 0,-3 2-176 16,1-1-32-16,0-2-16 0,3 2 0 0,1-3-176 15,2 1 0-15,0-1 0 0,4-2 0 16,0-1 0-16,0-1 0 0,3-1 0 0,0-3 0 16,1-3 0-16,2-1 0 0,1-2 0 0,0 1 0 0,-1-2 0 0,3-3 0 15,-1-1 0-15,1-2 0 0,-1 0 0 16,1-1 0-16,-3-3-160 0,-1 2 160 0,-2-5-320 0,-2 2 16 15,-2 0 16-15,-2 0 0 16,-3 0-128-16,-2 3-32 0,-1-2 0 0,-2 5 0 0,-3 2 256 0,0 5 64 16,-4-6 0-16,-3 3 0 0,-2 2 496 0,-2 2 96 15,-2 2 32-15,-3 3 0 0,-2-1-32 0,-1 5 0 16,1 1 0-16,0 1 0 0,0 0-16 0,1 0-16 16,1-1 0-16,4 2 0 0,1-1-176 0,3 1-48 15,3-1 0-15,1-2 0 0,1-1-208 0,3 2 0 16,0-11 0-16,7 6 0 0,-1 1 0 0,2-2-160 15,1 0 32-15,1-3 0 0,1-4-128 0,1-2 0 0,-1 0-16 16,2-1 0-16,0 1 112 0,2-2 32 0,-1-5 0 16,0 2 0-16,-2-1 0 0,-1-2 0 15,-1-1 0-15,-1 1 0 0,0 1-64 0,-1 0 0 16,1 3 0-16,-2 0 0 0,-3-1 64 0,0 2 0 0,-2-1 0 16,-2 8 0-16,0 0 128 0,0 0 0 15,0 0 160-15,0 0-160 0,0 0 544 0,0 0 16 16,-6 2 0-16,0 4 0 0,1 3-176 0,0 2-48 0,1 4 0 0,0-2 0 15,0 0-80-15,3 0-32 0,1-1 0 0,1-1 0 16,2 2-96-16,0 0 0 0,3-2-128 0,2-1 192 16,0-3-192-16,2-1 144 0,2 1-144 0,2-5 128 0,2 0-128 15,1-2 0-15,0-3 0 0,0-2 0 0,1-2 0 0,-1 0 0 16,0-3 0-16,0 1 0 0,0 0 0 16,-2 0-144-16,0-1 144 0,-2-2 0 0,-3-2-176 0,-1-2 176 15,-2 0-160-15,-1-2 160 0,0 2-256 16,-1 2 64-16,-1 0 0 0,-2-1 0 0,0 1 0 0,-2 0 0 15,-3 1 0-15,0 2 0 0,1 2 192 16,-1 3 0-16,-1 0 0 0,2 4-144 0,2 2 272 0,-4-7 64 16,0 2 16-16,4 5 0 0,0 0-32 0,0 0-16 15,0 0 0-15,0 0 0 0,0 0-160 0,0 0 0 16,0 0 0-16,0 0 0 0,5 8-144 0,0 1 144 16,0 0-192-16,2 2 192 0,0-4-128 0,0 1 128 15,2 0 0-15,1 1 0 0,-1 2 0 0,1-2-128 16,1 1 128-16,-1-2 0 0,0 0 0 0,1 0 0 15,-2-1 0-15,1 0 0 0,1-1 0 0,1 0 0 16,-3-2 0-16,0 1 0 0,-1-1 0 0,-2 0-128 16,-6-4 128-16,5 5 0 0,-5-5 0 0,0 0 0 15,0 0 0-15,6 4 0 0,-6-4 0 0,0 0 0 16,0 0 0-16,0 0 0 0,0 0 0 0,0 0 0 16,0 0 0-16,0 0 0 0,-7 5 0 0,1-1 0 0,-1-3 0 15,7-1-160-15,-5 4 160 0,0 1 0 0,-1-2 0 0,6-3 0 16,0 0 0-16,-6 4 0 0,6-4 0 0,0 0 0 15,0 0 128-15,0 0-128 0,0 0 128 0,0 0-128 16,0 0 0-16,0 0 0 0,0 0 0 0,0 0 0 16,9 0 0-16,0 0 0 0,2-3 0 0,0 2 0 15,1-2 0-15,1-1 0 0,0 2 0 0,0-3 0 16,0-3 0-16,2-1 0 0,0 1 0 0,2-3 128 0,1 3-128 16,1-1 176-16,-2-2-176 0,0-1 192 15,1 0-192-15,0 2 128 0,-1-3-128 0,1 0 128 0,-1-2-128 0,0 2 0 16,-1-2 0-16,-3 4 128 0,-1-1-128 0,-2 3 0 15,-2 2 0-15,-2 0 128 0,-3 2-128 0,-3 5 160 16,3-5-160-16,-3 5 160 0,0 0-32 0,0 0-128 16,0 0 192-16,0 0-64 0,-8 3 32 0,-1 4 0 15,-1 1 0-15,1 1 0 0,0 3-32 0,1 1-128 16,2-3 192-16,-1 3-64 0,2 0-128 16,3-4 192-16,0 0-192 0,4 3 192 0,0-3-192 0,2 0 128 15,3 1-128-15,0-1 128 0,3-3-128 16,0 1 0-16,2-3 0 0,2-2 0 0,3 0 0 0,1-2 0 15,2-3 0-15,2 0 0 0,-3-2 0 0,2 1 0 16,0-5 128-16,0 1-128 0,0 0 0 0,-2-1 0 16,0-2 0-16,-2-1 0 0,-2-1 0 0,0 0 0 15,-2-2 0-15,-2 4 0 0,-1-5 0 0,-3 4 0 16,0 1 0-16,-1 1 0 0,0 3 0 0,-4 0 0 16,0 2 0-16,-2 5 0 0,0 0 0 0,0 0 240 0,0-5-64 0,0 5-16 15,0 0 256-15,0 0 48 16,0 0 16-16,0 0 0 0,0 0-272 0,0 0-48 0,0 0-16 0,6 8 0 15,1 1-144-15,0 0 0 0,3 1 0 16,0 1 0-16,2-2 0 0,1 1 0 0,0-1 128 16,1 3-128-16,2 1 0 0,-1-1 0 0,1-2 0 0,0 1 0 15,-1-1 0-15,0 1 128 0,-4-1-128 0,1 2 0 16,-1-4 0-16,-4 2 0 0,1 0 0 0,-4 0 0 16,-1-3 144-16,-3-7-144 0,0 0 160 0,-2 8-160 15,-1-1 240-15,-4-2-48 0,-1-1-16 0,-2 1 0 16,-5 0 48-16,0 2 16 0,-5-5 0 0,-1 2 0 15,-2-2-240-15,-2-1 176 0,0 2-176 0,1-2 160 0,0-1-160 16,2 0 0-16,2-1 0 0,2 1 0 16,1 1-1088-16,2-2-80 0,-1-2-32 0,2 2 0 15,3 2-2448-15,5 0-512 0</inkml:trace>
  <inkml:trace contextRef="#ctx0" brushRef="#br0" timeOffset="70332">8747 5673 17327 0,'0'0'768'0,"7"-5"160"15,1-4-736-15,0 0-192 0,0 1 0 0,-2-1 0 0,1-2 1728 0,-2 2 304 16,-1-1 64-16,0 1 16 0,-1 1 352 0,-2 0 80 16,-1-1 16-16,0 2 0 0,-3-2-496 0,2 3-80 15,-2 0-32-15,-1 1 0 0,-1 1-672 0,0-1-128 16,-1 4-16-16,-2-2-16 0,-1 2-496 0,-2 1-112 16,-1 0 0-16,1 4-16 0,-1 2-288 0,0 1-48 15,-1-1-16-15,0 2 0 0,1 3-144 0,1-1 128 16,-1-1-128-16,2 0 128 0,0 0-128 0,3 2 0 15,0-3 0-15,2-1 0 0,0 1 0 0,1-1 0 16,4-7 0-16,0 0 0 0,0 0-256 0,4 6 32 16,1 1 0-16,4-1 0 15,-9-6-256-15,13 2-48 0,-1-2-16 0,-1-2 0 16,1 0 48-16,-1-2 16 0,-1-1 0 0,-2 1 0 0,0 0 64 0,0-3 16 0,-1-1 0 0,2 3 0 16,-1 0 112-16,1 0 32 0,-1 1 0 0,-1 1 0 15,-7 3 96-15,0 0 32 0,0 0 0 16,0 0 0-16,6-4 128 0,-6 4 128 0,0 0-128 0,0 0 176 15,8 4 112-15,0-1 32 0,-8-3 0 0,6 5 0 0,0 2-176 16,0-1-16-16,2 1-128 0,1-2 192 0,0 0-192 16,0 0 0-16,1 1 0 0,0-3 0 0,2 1 0 0,-2-1 0 15,1-2 0-15,-1-1 0 16,2 0-352-16,1-1 32 0,-2 1 16 0,1-3 0 0,-1-1 16 0,-1-1 0 16,0-4 0-16,1 1 0 15,-1 0 288-15,1 1 0 0,-3-1 0 0,-2-4 0 0,-1 0 0 0,-1 2 128 16,-1 1-128-16,-1-2 192 0,1 2 192 0,0 1 16 15,-3 8 16-15,1-7 0 0,-1 0 32 0,0 1 16 16,0 6 0-16,0 0 0 0,0 0-80 0,0 0-32 16,0 0 0-16,0 0 0 0,0 0-80 0,0 0-16 15,0 0 0-15,0 0 0 0,9 2-256 0,0 3 0 16,-1 2 0-16,0 2 0 0,-2 3 0 0,2-2 0 16,0 2 0-16,1 2 0 0,-1-1 128 0,1-2-128 15,0-1 0-15,0 1 0 0,0 0 0 0,1-2 0 0,-4 1 0 16,2-3 0-16,0 1 128 0,-2-1-128 15,1-2 0-15,-1-1 0 0,1 0 0 0,-1-2 0 0,2 1 0 16,-8-3 0-16,0 0 0 0,8-1 0 16,0-3 0-16,-2 1 0 0,0-1-176 0,-6 4-32 0,6-4-16 15,-1-2 0 1,1-1-352-16,-1 1-80 0,-1-1-16 0,1 1-12272 16,1-1-2464-16</inkml:trace>
  <inkml:trace contextRef="#ctx0" brushRef="#br0" timeOffset="71216.14">10031 5652 31839 0,'-5'-15'1408'0,"3"8"304"0,0 1-1376 0,-1-2-336 16,0-1 0-16,1-2 0 0,-1-1 656 0,1 2 64 0,-2 0 16 0,-1-1 0 15,-2 2 16-15,-1 1 0 16,-2 2 0-16,-2 2 0 0,-1-3 128 0,0 3 16 16,-1 2 16-16,-2 2 0 0,-1 2-288 0,-1 4-64 15,-2 1-16-15,-1 2 0 0,0 2-224 0,2 3-64 16,-1-1 0-16,1 4 0 0,-1 3 64 0,3-3 0 0,2 0 0 16,2 0 0-16,2-2-192 0,2-2-128 0,4 2 192 0,2-2-192 15,2 0 0-15,2 0 0 0,1 0 0 16,0-4 0-16,5 0-160 0,2-1-32 0,-1-2-16 0,1 0 0 15,-1-1-96-15,1-4-16 0,-1 0 0 0,1-1 0 16,0-2 128-16,0-2 0 0,0-1 16 0,0-2 0 0,0-3 176 0,0 1 0 16,1-2 0-16,-1-1 0 15,-2-1 0-15,3-2 0 0,-1-1 0 0,1-2 0 0,1-2-128 16,-2 1 0-16,-1-5 0 0,-1 0 0 16,1-1-192-16,-1-4-48 0,-2 4 0 0,-1 1 0 15,0 0 160-15,-2 3 16 0,0 0 16 0,-2 2 0 0,0 1 176 16,-2 3 0-16,0-2 160 0,-2 4-160 0,1 1 384 0,1 2-32 15,-1 1 0-15,0 0 0 0,2 2 16 0,0 2 0 16,1 5 0-16,0 0 0 0,0 0-112 0,0 0-32 16,0 0 0-16,0 0 0 0,0 0-224 0,0 0 0 15,0 0 0-15,0 0-160 0,0 0 160 0,0 0-208 16,0 0 80-16,1 9 128 0,0-1 0 0,1 4 0 16,-1 2 0-16,0 3 0 0,2 3 0 0,0 2 240 15,-1 3-16-15,2-1 0 0,0 0 0 0,1-1 0 16,2 1 0-16,-1-1 0 0,1-1-96 0,-1-1 0 15,2-4-128-15,0-1 192 0,0-1-192 0,0 0 0 16,-2-3 0-16,1-2 0 16,-1-2-416-16,2-2-32 0,-2 1 0 0,1-5 0 15,-7-2-576-15,9 2-112 0,-1-4-16 0,1 0-16 16,0-5-160-16,2-2-16 0,-2 0-16 0,1 0 0 16,2 1-48-16,-2-2 0 0,-2-2 0 0,1-1 0 15,0-1 192-15,-2-2 48 0,-2-2 0 0,-1 3 0 0,-3 5 1168 0,1 2 256 0,-1 2 32 0,-1 6 16 16,0 0 1744-16,0 0 368 0,0 0 64 0,0 0 16 15,0 0-528-15,0 0-112 0,0 7 0 0,0 4-16 0,1 1-1008 16,1 1-208-16,0 1-48 0,1 3 0 0,-1 1-208 16,2 0-48-16,0-1-16 0,1-1 0 15,2-2-304-15,1-1 0 0,0 0 0 0,-1-1 0 16,1 0-1616-16,0-3-240 0,0-1-32 16,1-2-10144-16,1-3-2016 0</inkml:trace>
  <inkml:trace contextRef="#ctx0" brushRef="#br0" timeOffset="71336.63">10302 5355 4543 0,'0'0'192'0,"0"0"64"0</inkml:trace>
  <inkml:trace contextRef="#ctx0" brushRef="#br0" timeOffset="72338.61">10593 5507 12895 0,'0'0'1152'0,"0"0"-928"15,-6 2-224-15,-1 2 0 0,-4 2 4368 0,1 1 832 16,-3 2 176-16,-3 1 16 0,-2 2-3056 0,-2 0-608 0,-2-1-128 0,1 3-32 16,0 0-320-16,2 0-64 0,-1-1-16 0,3 0 0 15,4-1-512-15,3 0-96 0,2-6-32 0,2 2 0 16,0 0-400-16,4-2-128 0,2-6 0 0,0 0 0 31,0 0-304-31,0 0-112 0,10 3-32 0,2-2 0 0,0-3-96 0,1-2-32 0,2-3 0 0,2 1 0 16,2-5 0-1,-1 2 0-15,0 0 0 0,0 1 0 0,-2-2 96 16,0 1 16-16,-1 0 0 0,0 1 0 0,-2-3 304 0,-2 2 160 16,-2 3-160-16,2-1 160 0,-3 2 0 0,-2 1 0 0,-6 4 0 0,0 0 0 0,0 0 0 0,0 0 208 15,0 0-64-15,0 0-16 0,0 0 160 0,0 0 32 16,0 0 0-16,0 0 0 0,0 0-128 0,0 0-32 15,5 9 0-15,-1 2 0 0,0-1-160 0,0 2 160 16,-1 0-160-16,2-1 160 0,0 2-160 0,3 0 0 16,1-1 0-16,2 0 0 0,-2-4 224 0,4-1 112 15,1 1 32-15,3-1 0 16,1-1-640-16,2-3-128 0,1 1-32 16,0-3 0-16,1 0 432 0,0-2 0 0,-1-3 0 0,0 0 0 0,1-1 0 15,-1-1 0-15,-1-2 0 0,1-1 0 0,-1-2 0 0,-2 1 128 16,-1-1-128-16,-1 0 0 0,-2-1 128 0,-2 0-128 15,-3 2 128-15,-1-1-128 0,-3 2 192 0,-1 1-48 16,-3 0 0-16,1 2 0 0,-4 1 416 0,0-2 80 16,-4 2 0-16,1 1 16 0,-1-1 0 0,-2 2 0 15,-1 3 0-15,0 2 0 0,-2-5-368 0,1 2-80 16,-1 1-16-16,2 2 0 0,0 4-192 0,1-1 128 16,2 1-128-16,-1 1 0 0,1 2 0 0,0 3 128 0,3-2-128 15,-1 2 0-15,-2-3 0 0,2 3 0 0,2-1 0 0,1 4 0 16,1-1 0-16,2 4 0 0,2-1 128 0,1 3-128 15,1 1 128-15,0 2 0 0,3 2-128 0,3 2 192 16,1 2-192-16,1 1 128 0,2 0-128 0,1 1 0 16,0 3 128-16,0 0-128 0,-2 0 0 0,1-1 0 0,-2 0 0 15,-1-3 0-15,-2 0-176 0,-2 2 176 16,-1-1-240-16,-3-4 80 0,-4 1 16 0,-1-4 0 0,-1 0 144 0,-2-4 0 16,-2-5 0-1,-1-1 128-15,-2-2-128 0,-1-1 0 0,-2-4 0 0,0 0 0 0,-2-6 0 16,0-1 0-16,-2-1 0 0,-2-2 0 0,0-1 0 0,0-2-240 15,2-3 64-15,-1-2 16 0,-1-2-48 0,1-1-16 16,2-2 0-16,2-3 0 0,2-2 224 16,3-4 0-16,2 0 0 0,3-5-144 0,0-2-32 0,4-1 0 15,2-2 0-15,5-1 0 0,1-2 176 0,0 0 0 16,4 1 0-16,1 0 0 0,2-1 0 0,1 3 0 16,-1 1 0-16,3 0 0 0,-1 5-192 0,2 3-48 15,-1 3-16-15,-1 0 0 0,1 3 256 0,0 1 0 16,-2 4-160-16,-1 4 160 0,-3 1-128 0,-1 5 128 15,-1 1-160-15,-2 2 160 0,-1 2-128 0,1 3 128 16,-1 2 0-16,-2 3-144 0,1 1 304 0,-1 4 64 16,-1 0 16-16,1 2 0 0,-1 2-16 0,1 1 0 0,-2-3 0 15,0 2 0-15,-1 0-224 0,0-6 128 0,-1 0-128 0,-1 0 0 16,2-1 144-16,-4-10-144 0,3 7 128 16,-3-7-128-16,0 0 160 0,0 0-160 0,0 0 192 15,0 0-192-15,0 0 352 0,0 0-32 0,4-5-16 16,0-3 0-16,-2-1-144 0,1-3-32 0,0-1 0 0,-1-1 0 15,2-1-128-15,1 1 0 0,0-2 0 0,2 1 0 16,1 0 0-16,0-2 0 16,1 2 0-16,-1-1 0 0,-1 2-176 0,1 1-16 0,1 2 0 0,2 2 0 15,0 3-1104 1,0 0-240-16,-2 4-32 0,1 2-16 0,1 0-816 16,2 0-160-16,0 0-48 0,1 4-7488 0,2 3-1488 0</inkml:trace>
  <inkml:trace contextRef="#ctx0" brushRef="#br0" timeOffset="72678.37">11801 5638 11967 0,'0'0'1072'0,"0"0"-864"0,0 0-208 0,0 0 0 0,0 0 3984 0,0 0 752 16,0 0 160-16,0 0 32 0,0 0-1584 0,-9 4-304 16,-4 0-64-16,-1 4-16 0,-3-2-1392 0,-1 6-288 15,-3-3-48-15,1 3-16 0,-1-1-480 0,2 2-96 16,0 0-32-16,4 2 0 0,2-2-352 0,2-1-64 16,4-2 0-16,0-1-16 0,0-2-176 0,5 0-144 15,2-7 144-15,0 0-208 16,0 0-240-16,0 0-32 0,6 7-16 0,2-3 0 0,1-3 80 0,2-2 16 15,1-2 0-15,-1-1 0 0,1-2 240 0,2-5 160 16,3 1-192-16,2 0 192 0,-3-2-208 0,1-1 64 16,-1 0 16-16,-2 2 0 0,1-2 128 0,-4 3 0 15,-1-1 0-15,-1 2-128 0,0 0 128 0,0 1 0 0,-2 3 0 16,-7 5 0-16,0 0 144 0,0 0 16 0,0 0 0 0,0 0 0 16,0 0 160-16,0 0 48 15,0 0 0-15,0 0 0 0,0 0-144 0,5 9-32 0,0 0 0 0,0 2 0 16,2-3-192-16,0 1 0 0,3 1 0 0,0 1 0 15,0-1 0-15,1 2 0 0,1 1 0 0,-1-5 0 16,1-1-1344 0,0 1-176-16,0-3-16 0,-2 1-16 0,0-2-1328 15,2-3-256-15,0 0-48 0</inkml:trace>
  <inkml:trace contextRef="#ctx0" brushRef="#br0" timeOffset="73261.82">12105 5626 14735 0,'0'0'1312'0,"0"0"-1056"16,0 0-256-16,0 0 0 0,0 0 4384 0,0 0 816 0,0 0 176 0,5 7 16 0,0 2-2640 0,1-1-512 16,-2 2-128-16,-2 2 0 0,-2 1-768 0,1 1-128 15,1-1-48-15,0 0 0 0,1 0-416 0,1 0-96 16,1 0-16-16,-2-1 0 0,-1 0-320 0,1-3-80 16,1 1-16-16,0-1 0 0,-2 2-32 0,-2-11 0 15,6 8 0-15,-2-2 0 0,-4-6 48 0,0 0 0 16,0 0 0-16,0 0 0 0,0 0 0 0,0 0 0 15,0 0 0-15,0 0 0 0,0 0-32 0,0 0 0 16,6-6 0-16,2-1 0 0,2-2-208 0,1-1 0 16,-2-5 0-16,0 1 0 0,0-2 0 0,3 3-160 15,1-2 160-15,-1 2-192 0,-2 1 192 0,-1 0-208 16,-1 4 80-16,-2-1 128 0,0 5-128 0,-6 4 128 16,5-5 0-16,-5 5 0 0,0 0 0 0,0 0 160 0,0 0-16 0,0 0 0 15,0 0 32-15,4 7 0 0,0-1 0 16,0 3 0-16,2 2-176 0,-1 2 0 0,-1 2 144 0,2 0-144 15,1-4 0-15,1 0 0 0,-3-1 0 16,2-1 0-16,1-1 0 0,0-1 128 0,-1-1-128 0,2-1 0 16,1-1 0-16,-1 0 0 0,0-1 0 0,1-2 0 15,1-1 0-15,-1-1 0 0,2-2 0 0,-3-1 0 0,0-1 0 16,0-3 0-16,2-1 0 0,-1-1 0 0,1-3-256 16,3-4 48-16,0-4 0 0,-1 3 0 0,-1 1-112 0,-3 6-32 15,-1-2 0-15,-2 3 0 0,1-3 160 0,-2 1 48 16,-1 4 0-16,0-1 0 0,-1 3 144 15,-3 6 0-15,0 0 128 0,0 0-128 0,0 0 256 0,0 0 0 16,9-2-16-16,-1 4 0 0,-8-2-96 0,9 7-16 16,-3 1 0-16,3 0 0 0,2 0-128 0,-1 0 0 15,3-2 144-15,2 2-144 0,-2 1 0 0,2 0 0 16,4-1 0-16,4 0 128 0,-2 0-128 0,1-2 0 16,1-2 0-16,1 0 0 15,-2-1-880-15,0-1-80 0,-1 4-32 0,0-4 0 16,-1-3-1136-16,-1-2-240 0,3 1-32 15,-2-4-16608-15</inkml:trace>
  <inkml:trace contextRef="#ctx0" brushRef="#br0" timeOffset="128156.02">1390 7574 31439 0,'-21'-4'1392'0,"12"5"288"0,0 2-1344 0,-3-1-336 0,3 0 0 0,1-1 0 0,1 3 1008 0,2 0 128 15,5-4 16-15,0 0 16 0,0 0 48 0,0 0 0 16,0 0 0-16,0 0 0 0,9 4-912 0,3-2-176 16,0 2-128-16,3-4 144 0,4 2-144 0,2-1 192 15,1-1-192-15,3 0 192 0,3-1-64 0,0-1-128 16,-2 2 192-16,0-4-64 0,-2 2-128 0,1 1 0 15,0-1 0-15,9 1 0 16,-5 0-1152-16,-3 1-176 0,1 0-16 0,-7 0-9984 16,0 1-1984-16</inkml:trace>
  <inkml:trace contextRef="#ctx0" brushRef="#br0" timeOffset="129074.72">2242 7754 12895 0,'0'0'576'0,"-6"-3"112"0,1 2-560 0,1-3-128 16,0 1 0-16,4 3 0 0,0 0 3920 0,0 0 752 16,0-4 160-16,0 4 32 0,0 0-2896 0,0 0-576 15,5-6-112-15,2-1-32 0,-1-2-480 0,2 1-80 0,0 1-32 0,0-4 0 16,1 1-272-16,0-1-48 16,-3 0-16-16,1-1 0 0,1 0-176 0,-1-2-144 15,1-1 192-15,-1 1-192 0,-2 0 0 0,2-1 0 16,-2 0 0-16,-1 2 0 0,-2 0 0 0,0 1 0 15,-5 0 0-15,2 3 0 0,-2 3 0 0,-1 2-192 16,-1 0 48-16,-3 4 16 0,-1 2-32 0,-4 5 0 0,-1 3 0 0,-1 3 0 16,-2 8 160-16,0 1 0 15,0 2 0-15,3 1-128 0,2 1 496 0,2 0 96 16,0 0 32-16,3-3 0 0,3 0-96 0,1-4-16 0,3 2 0 16,4-4 0-16,3 2-384 0,2-4 0 0,1 0 0 0,5-2 0 15,0-2-288-15,4-1 16 0,-1-1 0 0,11-2 0 16,-2-7-192-16,-1 0-48 0,-1-7 0 15,-7 4 0-15,3-4 208 0,1-1 48 0,0-1 0 0,2 0 0 0,2-4 64 0,1 1 32 16,-2-2 0-16,0-3 0 0,0-4-80 16,-2-1-16-16,-2-2 0 0,5-11 0 15,-5 4-368-15,-4 0-80 0,-4 3 0 0,-1 2-16 16,-3 1-112-16,-4 6-32 0,-4 2 0 0,0 8 0 0,-1 0 688 16,-1 1 176-16,-1 1 0 0,-2 2 0 0,-2 0 784 0,1 1 192 15,-1 1 48-15,-1 1 0 0,7 2-224 0,-6 0-32 16,6 0-16-16,-8 4 0 0,0 0-432 0,1 1-96 15,4 0-16-15,-1 3 0 0,0-2-208 0,4-6 0 0,0 0 0 16,0 8-160-16,1 3 160 0,3-1-192 16,-1-1 192-16,-1 0-192 0,1-1 192 0,-1 0 0 0,-2-8-144 15,3 10 144-15,0-2 0 0,-2 4 0 16,-1-3 0-16,1 1 0 0,2 1 0 0,-1-3 128 0,0 1-128 16,0 1 128-16,1 2 0 0,0 4 0 15,-1 2 0-15,1 3 0 0,1 2 352 0,-3 6 64 0,0 0 16 16,-1 4 0-16,0 4 208 0,0 2 64 0,3 1 0 15,-2 2 0-15,1-1-256 0,0-2-64 0,1-1 0 16,-2-1 0-16,2 1-304 0,-2-1-64 0,0-3-16 0,1-2 0 16,-1-3-128-16,-1-2-192 0,0-2 32 0,0 8 16 15,0-10-2048-15,0-3-416 0,-1-3-80 0,1-8-13952 16</inkml:trace>
  <inkml:trace contextRef="#ctx0" brushRef="#br0" timeOffset="129773.09">2481 8081 36799 0,'-18'-4'1632'0,"11"3"336"0,-2 0-1584 0,4-3-384 0,5 4 0 0,0 0 0 0,0 0 288 0,2-6-32 16,0 0 0-16,3 1 0 0,0-1-48 0,2 1-16 15,-2 0 0-15,3-4 0 0,2 1 96 0,3 0 16 16,2-1 0-16,0 0 0 0,1-4-96 0,1-1-16 15,1-2 0-15,2-1 0 0,0-1-64 0,3 0 0 16,-1-2-128-16,0-2 192 0,0-4-192 0,0 1 0 16,-1-4 128-16,1 3-128 0,-1 1 0 0,0 1-240 15,-4 1 48-15,0 4 16 0,-1 1 32 0,-3 2 0 0,-2 3 0 0,-3 1 0 16,0 3 144-16,-3 3 0 16,-1 0 0-16,-4 6 128 0,0 0 192 0,0 0 64 0,0 0 0 15,0 0 0-15,-2 11 288 0,-1-1 64 0,0 3 16 16,1 3 0-16,-1 1-432 0,0-1-64 15,2 2-32-15,1 0 0 0,0-1-96 0,1-1 0 0,-1-2-128 0,4 0 192 16,2-1-192-16,-1 0 128 0,0 0-128 16,2-3 0-16,0-1 128 0,1-2-128 0,0 0 0 0,0-3 0 15,1-1 0-15,1-3 0 0,0 0-208 0,-1-2 64 16,0 1 0-16,0-6 0 0,0 1 0 0,1-2 0 16,1-4 144-16,-1-2-208 0,1-2 80 0,0-1 128 15,-1-1-272-15,-1 0 64 0,0-6 16 0,-1 5 0 0,-2-5-64 0,-1 5-16 16,1 1 0-16,-2 2 0 0,-2 3 272 15,-1 1-160-15,-1 2 160 0,-1 2-128 0,1 8 256 0,0 0 64 16,0 0 16-16,0 0 0 0,-5 5 240 0,1 3 64 16,0 1 0-16,1 3 0 0,1 2-368 0,1 1-144 15,1 0 128-15,2 2-128 0,1-3 0 0,-1-1 0 16,2 1 0-16,3-3 0 0,1 0 0 0,1-2 0 16,0-1 0-16,1-2 0 0,-1-2-352 15,3 0 0-15,0 0 0 0,-2-7 0 0,-1-1 16 16,1-1 0-16,-1-1 0 0,-1-2 0 0,-2-1 336 0,1-2 0 15,-1 0-144-15,1-3 144 0,-3-1 0 0,1-1 0 16,0-3 0-16,0 2 0 0,-1 2 144 0,-1 0-144 0,-1 0 128 16,1 2-128-16,0 2 0 0,-1 1 0 15,-1 3 128-15,-1 7-128 0,0 0 0 0,0 0 160 16,0 0-160-16,0 0 160 0,0 0 128 0,0 11 32 16,0 1 0-16,0 2 0 0,3 2-160 0,0 0-32 15,1-1 0-15,-1 0 0 0,3 0-128 0,0-3 0 16,2 0 0-16,4 3 0 15,-4-1-960-15,2-4-160 0,0-2-32 0,2-2-16 16,0 0-1776-16,-2-3-368 0,1-3-64 0</inkml:trace>
  <inkml:trace contextRef="#ctx0" brushRef="#br0" timeOffset="129916.3">3425 7309 16575 0,'-12'-6'736'0,"7"2"160"0,0-3-720 0,-1 1-176 0,3 1 0 0,3 5 0 0,-3-7 3728 15,3 7 720-15,0 0 144 0,0 0 16 16,5-9-5616-16,2 1-1120 0</inkml:trace>
  <inkml:trace contextRef="#ctx0" brushRef="#br0" timeOffset="130297.61">3667 7227 34671 0,'-10'3'1536'0,"6"1"320"0,-3 2-1488 0,1 3-368 0,-1 2 0 0,1 2 0 16,1 1 1296-16,1 3 192 0,-3 3 48 0,2 4 0 0,1 5-256 0,-1 2-64 16,1-1 0-16,1 0 0 0,2 0-576 0,1 0-128 15,0-1-32-15,3-2 0 0,-1-1-272 0,2 0-48 0,1-1-16 16,2-3 0-16,1-3-144 0,1-1 0 0,0-5 0 16,0 0 0-16,-1-3 0 0,1 0-144 0,0-3 0 0,4 0 0 31,-1-5-288-31,0-2-48 0,1-2-16 0,-5-1 0 0,-2-2 128 0,2-3 32 0,0 0 0 15,0-3 0-15,-1-5 112 0,1-4 32 16,0-2 0-16,-1-1 0 0,-2 1-32 0,0 1 0 0,0 0 0 16,0 1 0-16,-1 2 64 0,-1 4 16 0,0 2 0 15,-1 4 0-15,-2 8 144 0,0 0 0 0,0 0 0 0,0 0 0 16,0 0 272-16,1 8 48 0,-1 3 0 16,2 0 0-16,-2 5-64 0,2 2-16 0,1 0 0 0,1-1 0 15,0-1-240-15,1 0 0 0,2-1 0 0,0 1 0 16,1-3 0-16,1 0 0 0,2 0 0 0,-1-3 0 15,-1-3-448-15,0-2-64 0,1 0-32 16,4-3 0-16,-2-2-1216 0,-2-2-240 16,-1-2-48-16,0-3-16 0,-1-5-1088 0,0-1-224 15</inkml:trace>
  <inkml:trace contextRef="#ctx0" brushRef="#br0" timeOffset="130428.85">3989 7204 21183 0,'-18'-7'1888'0,"10"6"-1504"15,0-1-384-15,1 0 0 0,-1-2 3328 0,1 1 608 16,2 1 112-16,5 2 32 0,0 0-3328 0,0 0-752 16,0 0 0-16,0 0-10560 15,0 0-2112-15</inkml:trace>
  <inkml:trace contextRef="#ctx0" brushRef="#br0" timeOffset="130840.28">4095 7299 23039 0,'0'0'2048'0,"-4"12"-1648"16,-1 1-400-16,2 6 0 0,2 3 2944 0,1 3 512 16,1 1 112-16,2 3 16 0,1-2-1888 0,0 2-368 0,0 1-80 15,-1-4-16-15,1-1-592 0,0-2-112 0,2 1-16 16,-1-4-16-16,-1-1-208 0,1-2-32 0,0-3-16 0,0 0 0 16,-1-4-80-16,0-3-16 0,0 0 0 0,-4-7 0 15,0 0 32-15,0 0 0 0,0 0 0 0,0 0 0 16,0 0 80-16,0 0 32 0,0 0 0 0,0 0 0 15,0-9-288-15,0-2 0 0,0-2-208 0,4 2 80 16,1-3-112-16,2 0-16 0,-1-2 0 0,2 1 0 16,0-5 112-16,0 3 16 0,-1 2 0 0,4 0 0 15,1 2 128-15,-1 3-128 0,0 1 128 0,1 1-128 16,-1 1 128-16,1 5-208 0,0-2 80 0,-1 3 128 0,0-1-176 16,-1 4 176-16,1-1-128 0,-2 4 128 0,-1 2 0 0,0 0 0 15,-1 3 0-15,0 1 0 0,-3 2 0 0,-2 2 0 16,0 0 0-16,-2 0 128 0,-3 2-128 0,-1-2 0 15,-2 1 0-15,-2 1 0 0,-1 1 160 0,-3 0-32 0,0-1-128 0,-2-2 192 16,-2-2-192-16,-1-2 0 16,-1-1 0-16,2-3 0 15,3 1-336-15,3-1-64 0,-2-2-16 0,3-4 0 16,9-1-1712-16,0 0-352 0,0 0-64 0,0 0-8272 16,0 0-1648-16</inkml:trace>
  <inkml:trace contextRef="#ctx0" brushRef="#br0" timeOffset="131223.81">4457 7496 27807 0,'0'0'1232'0,"0"0"256"0,0 0-1184 0,0 0-304 0,0 0 0 0,0 0 0 16,3 7 1728-16,1 4 272 0,1 1 64 0,0-1 16 15,-2 0-432-15,1 2-96 0,0 1-16 0,0 2 0 16,0-2-576-16,1 2-128 0,-1-1-32 0,0 0 0 16,0-2-432-16,-1 0-96 0,0-3-16 0,0 1 0 15,-1-2-256-15,1 0 0 0,-2 1 128 0,-1-10-128 16,0 0 160-16,0 0-32 0,0 0 0 0,0 0 0 0,0 0 32 0,0 0 0 15,0 0 0-15,0 0 0 0,3-6-160 0,-1-1 0 16,2-3 0-16,3-2-176 16,1-2-240-16,1-6-48 0,3 1-16 0,1-3 0 15,1-2-128-15,0 1-32 0,2-1 0 16,0 3 0-16,0 3 64 0,0 2 16 0,-3 2 0 0,-1 5 0 0,-3 1 400 16,-1 3 160-16,-2 2-128 0,-6 3 128 0,8 2 560 0,0 3 192 15,-3 1 32-15,-1 2 16 0,-1 3 224 0,1 0 32 16,0 4 16-16,-1 0 0 0,0 4-480 15,1-1-80-15,0 1-32 0,2 0 0 0,-2-2-320 0,2 1-160 16,-1-4 160-16,1 2-160 0,3-2 0 0,-1-1 128 0,-1-1-128 16,1 0 0-16,1-4-176 0,-3-2-80 15,-6-6 0-15,7 5-16 16,-2-1-352-16,-5-4-64 0,0 0-16 0,0 0 0 16,0 0-1024-16,0 0-224 0,5-1-32 0,-5 1-10032 15,3-7-2000-15</inkml:trace>
  <inkml:trace contextRef="#ctx0" brushRef="#br0" timeOffset="131365.54">4859 7305 13823 0,'-7'0'1216'0,"2"-1"-960"0,0 0-256 0,5 1 0 15,0 0 5888-15,0 0 1152 0,0 0 208 0,0 0 48 16,0 0-5824-16,0 0-1184 0,0 0-288 0,10 6 0 31,-2 2-2496-31,4 0-576 0,1 2-96 0</inkml:trace>
  <inkml:trace contextRef="#ctx0" brushRef="#br0" timeOffset="131750.28">5002 7571 29535 0,'0'0'1312'0,"0"0"272"0,-2-4-1264 0,0-2-320 0,1-1 0 16,1 7 0-16,0 0 1664 0,0 0 288 0,0 0 48 0,0 0 16 0,0 0-1056 16,0 0-224-16,0 0-32 0,0 0-16 0,0 0 400 0,3 13 96 15,-1-1 16-15,-2 2 0 0,-1 3-160 0,0 0-16 16,-2-1-16-16,2 2 0 0,0 4-560 0,-1 1-128 15,2-3 0-15,3 0-16 0,1 0-304 0,0-2 128 16,0-1-128-16,1-2 0 0,1 0 0 0,2-4 0 16,1-3 0-16,2-1 0 0,-2-3-304 0,1-3 48 15,2-1 0-15,0-3 0 0,-1-3 112 0,1-1 144 16,-1 0-208-16,-1-3 80 0,-1 0 128 0,0-2 0 0,-1 1 0 16,0-4 0-16,0 0 0 0,1-4 128 15,-1 0-128-15,0 0 0 0,-1 3 0 0,1 0 0 16,0-4-160-16,-1 5 160 0,-1 0-128 0,-1 4 128 15,-1 1 0-15,0 4 0 0,-4 6 0 0,0 0 0 16,0 0 0-16,0 0 0 0,0 0 256 0,0 0 64 16,3 10 16-16,-1 1 0 0,1 2-16 0,-1 2-16 0,1 1 0 0,1 0 0 15,0-1-304-15,1 2 0 0,0-1 128 16,2 0-128-16,-1-2 0 0,2 0 0 0,3-1 0 0,-1 0-144 31,1-3-432-31,0-1-64 0,1-3-32 0,0-1 0 16,-1-1-1696-16,2-1-320 0,1 0-80 0,0-5-9376 0,-2 1-1872 0</inkml:trace>
  <inkml:trace contextRef="#ctx0" brushRef="#br0" timeOffset="132354.7">5585 7459 37375 0,'0'0'1664'0,"-5"-1"320"0,5 1-1584 0,0 0-400 0,0 0 0 0,0 0 0 0,0 0 1136 0,0 0 144 15,0 0 16-15,0 10 16 0,0 3-400 0,0 0-80 16,0 4 0-16,0 3-16 0,0-2 16 0,1 2 16 15,-1-1 0-15,2 1 0 0,-1-2-416 0,0-1-96 16,0 0-16-16,1 0 0 0,-1-4-128 0,0-3-48 16,2-1 0-16,0-1 0 0,-3-8 0 0,2 9 0 15,-2-9 0-15,0 0 0 0,0 0-16 0,0 0 0 16,0 0 0-16,0 0 0 0,0 0-128 0,7-5 160 16,-1 0-160-16,2-3 160 0,0-4-160 0,1-1 0 15,1 0 0-15,2-5 0 0,1 0 0 0,2-4 0 16,0 0-192-16,2 2 192 0,-1-1-256 0,-1 4 80 15,-2 3 16-15,-1 2 0 0,-3 3 160 0,-2 4 0 16,-7 5-144-16,0 0 144 0,0 0 0 0,0 0 256 16,0 0-32-16,4 8-16 0,-2 1 128 0,1 1 32 15,0 2 0-15,-1 1 0 0,1 1-240 0,-1 2-128 0,2 0 128 0,0-2-128 16,0 0 0-16,1-2 0 0,2-2 0 16,-1 1 0-16,0-2 0 0,0 1 0 0,2-3 0 15,-2-1 0-15,0 1 0 0,0-4-128 0,-6-3 128 0,7 2-128 16,-2 2 128-16,-5-4 0 0,0 0 0 0,9 0 0 15,-1-3 0-15,0 0 144 0,-1-3-144 16,3 0 160-16,0-2-160 0,2-2 0 0,1-4 0 0,2-1 128 16,4-9-128-16,2 2-224 0,2-3 48 15,2 2 16-15,0 1-96 0,1-2 0 0,-2 5-16 0,0-1 0 16,-2 3 112-16,-2 4 32 0,-5 3 0 0,-2 3 0 0,-2 1 128 16,-2 3 192-16,-1 2-32 0,-8 1-16 15,7 4 304-15,0 2 64 0,-2 1 16 0,-1 2 0 0,0 3-128 0,-1-1-16 16,-1 2-16-16,1 2 0 0,-1 0-192 15,1 2-48-15,-2 0 0 0,3 0 0 0,-1-1-128 0,0-2 0 16,-2-1 144-16,1 0-144 0,1 0 0 0,0-3 0 16,-1-1 0-16,1-2 128 0,-3-7-128 15,4 7 0-15,-4-7 0 0,0 0 0 0,0 0-208 0,2 6-112 16,-2-6-32-16,0 0 0 16,0 0-1872-16,0 0-368 0,9 2-80 0,2-4-11584 15,1 0-2320-15</inkml:trace>
  <inkml:trace contextRef="#ctx0" brushRef="#br0" timeOffset="135727.21">7082 7258 12895 0,'-15'-5'576'0,"9"3"112"16,-3-2-560-16,-2 0-128 0,1 0 0 0,0 0 0 0,-1-1 5536 0,1-1 1072 15,1 3 224-15,1-1 32 0,2 0-3696 0,6 4-736 16,0 0-160-16,0 0-32 0,0 0-1280 0,2-7-272 16,2 1-48-16,2 0-16 0,2 1-384 0,2 0-80 15,1-1-16-15,3-1 0 0,2 3-144 0,2 0 192 16,0 0-192-16,2 0 192 0,0 2-192 0,-2 0 0 15,0 4 0-15,-2 0 0 0,-1 2 0 0,0 2 0 0,-2 0 0 16,-4 2 0-16,-3 2 0 0,-2 2 0 0,-4 1 0 16,-4 4 0-16,-2 4 128 0,-6 2 0 0,-1 6 0 0,-9 11 0 15,-2-6 80-15,2-2 16 0,0-2 0 16,1 0 0-16,0-3-48 0,2 0-16 0,1-4 0 0,1-3 0 0,2-1-160 16,4-4 192-16,1 0-192 0,5-4 192 0,5-11-192 15,-2 11 0-15,2-11 0 0,0 0 128 0,1 9-128 16,-1-9 0-16,0 0 0 0,8 8 0 15,0-2 0-15,2-1 0 0,0 1 128 0,1-4-128 0,1-3 0 16,1-2 0-16,0 1 0 0,2-1 0 0,2-1 0 16,-4 2 0-16,3-1 0 0,1-1 0 0,0 0-240 15,1-1 32-15,0-2 0 0,2 1 0 16,-1-1-1008-16,0 0-192 0,-1-3-32 0,-1 3-16 16,0-1-1168-16,1 1-224 0,4 1-48 0,-2-2-14256 0</inkml:trace>
  <inkml:trace contextRef="#ctx0" brushRef="#br0" timeOffset="136130.42">7616 7200 23039 0,'0'0'1024'0,"0"0"192"0,-6 2-960 0,-2 2-256 16,1-2 0-16,7-2 0 0,0 0 3472 0,-6 2 656 15,1 2 128-15,0 1 32 0,-1 2-2752 0,1-1-560 16,-1 1-96-16,-1 1-32 0,2 1-240 0,1 0-48 15,-1 0-16-15,-1 0 0 0,1 2-288 0,0-1-64 0,1-1-16 16,0 3 0-16,0-2-176 0,0 3 0 16,2-2 0-16,2-11 128 0,0 0-128 0,2 8 0 0,2-1 0 0,2 1 128 15,-1-1-128-15,3-1 0 0,1 1 0 0,0-1 0 16,1-2 0-16,2 1 0 0,1 1 128 0,1-1-128 16,5-1 0-16,-1 0 0 0,0 0 144 0,0 1-144 15,1-4 0-15,-1 4 0 0,0 1 0 0,0-1 128 16,1 0-128-16,-2 3 0 0,-2-2 0 0,0 1 128 15,-2 1-128-15,-3 1 128 0,-2 0-128 0,-2 1 128 0,-2-2 224 0,-1 3 48 16,-3 0 16-16,-3 0 0 0,1-1 176 0,-4-1 48 16,-1-1 0-16,-2 1 0 0,-2 3-240 15,-1-2-32-15,-2 1-16 0,0-3 0 0,-2-1-192 0,0 1-32 16,-1-1-128-16,2-1 192 0,-2-3-192 0,1 1 144 16,1 2-144-16,-8-4 128 15,4-2-512-15,1-2-128 16,1 2 0-16,0-4-16 0,1-1-1936 0,3 1-384 15,4-7-80-15,1 0-15824 0</inkml:trace>
  <inkml:trace contextRef="#ctx0" brushRef="#br0" timeOffset="136298.45">7443 7260 41055 0,'0'0'1824'0,"0"0"368"0,0 0-1744 0,0 0-448 15,8-4 0-15,2-1 0 0,3 1 176 0,2 0-48 16,0-4-128-16,2 1 192 0,0 2 272 0,3-1 48 0,1-2 16 0,1 0 0 15,0 0-256-15,-1 2-48 0,1 0-16 0,1 1 0 16,-1-1-208-16,1 2 0 0,-2 1-144 0,-2 3 144 31,-2-2-2368-31,-1 4-368 0,-2 0-80 0</inkml:trace>
  <inkml:trace contextRef="#ctx0" brushRef="#br0" timeOffset="136542.04">7399 7769 5519 0,'-17'0'496'0,"10"2"-496"0,2-1 0 0,0 3 0 16,2 1 5600-16,3-5 1024 0,-1 9 208 0,-1 0 32 0,2-9-3328 0,0 7-656 16,0-7-144-16,2 9-32 0,-1-1-720 0,-1-8-128 15,4 9-48-15,-4-9 0 0,4 8-1040 0,-4-8-224 16,0 0-32-16,0 0-16 0,0 0-496 0,8 5 0 15,0-1 0-15,-8-4 0 16,7 1-1600-16,3-1-400 0,-1-2-96 0,4-2-17264 0</inkml:trace>
  <inkml:trace contextRef="#ctx0" brushRef="#br0" timeOffset="136830.04">8096 7522 38463 0,'0'0'1712'0,"0"0"336"0,0 0-1632 0,0 0-416 0,0 0 0 0,0 0 0 15,0 0 1296-15,7 6 176 0,-7-6 48 0,9 5 0 16,1-1-320-16,-1 0-64 0,3-2-16 0,2-2 0 0,2-3-608 0,0 0-128 15,2-2-32-15,1 1 0 0,1 0-224 0,1-2-128 16,1 1 128-16,-1-2-128 0,1 2 0 0,-1 0 0 16,-2-1 0-16,1 1-128 15,-2 1-1168-15,-2 0-240 0,0 2-32 0,1-2-16 16,1 0-2400-16,1 0-496 0</inkml:trace>
  <inkml:trace contextRef="#ctx0" brushRef="#br0" timeOffset="137334.76">8869 7294 15663 0,'0'0'688'0,"-5"1"144"0,0-2-656 0,5 1-176 0,0 0 0 0,0 0 0 16,0 0 4480-16,0 0 880 0,0 0 160 0,0 0 48 15,8 0-3712-15,1 0-752 0,0-2-144 0,1 2-16 16,1 0-176-16,0 2-48 0,1-2 0 0,1 1 0 15,0 0-384-15,-1 2-80 0,0-2 0 0,-1 3-16 16,1 0-240-16,-1 2 176 0,-2 2-176 0,-1 1 160 0,-5 1 0 0,0 1 0 16,-3 2 0-16,-3 0 0 0,0 6 208 0,-4 0 32 15,-2 1 16-15,-2 1 0 0,0-1 224 0,-5 0 64 16,-2 1 0-16,1-3 0 0,1 2-128 0,1-1 0 16,-1-1-16-16,2-1 0 0,-1-1-224 0,4-2-32 15,0-5-16-15,2 2 0 0,2-1-160 0,2 1-128 16,3-2 144-16,0-1-144 0,2-8 0 0,0 0 0 15,0 0 0-15,6 8 0 0,1-1 0 0,3 0 0 16,0-3 0-16,3-2 0 0,3-2 0 0,-1 0 0 16,2-2 0-16,3-1 0 0,-1-1 0 0,3 0-192 15,2 2 192-15,2-5-208 16,-3-1-1008-16,1-1-208 0,-1 0-48 0,1 1-12528 16,-2 1-2512-16</inkml:trace>
  <inkml:trace contextRef="#ctx0" brushRef="#br0" timeOffset="137499.92">9331 7616 20271 0,'0'0'1792'0,"0"0"-1424"15,-6 2-368-15,6-2 0 0,0 0 5824 0,0 0 1088 0,0 0 208 0,0 0 48 16,0 0-5520-16,0 0-1120 0,0 0-208 0,0 0-64 16,7 5-256-16,2-1 0 0,0-2 128 0,2-2-128 15,0-3-1936-15,2 0-448 16,2 0-96-16,-2-1-15984 0</inkml:trace>
  <inkml:trace contextRef="#ctx0" brushRef="#br0" timeOffset="137886.21">9641 7316 10127 0,'0'0'896'0,"-1"-5"-704"0,-1-1-192 0,2 6 0 0,0 0 5808 0,0 0 1120 16,0 0 240-16,0 0 32 0,0 0-4640 0,0 0-944 15,0 0-176-15,0 0-32 0,0 0-128 0,-1 11 0 16,-3 2-16-16,0 2 0 0,0 1-112 0,0 4 0 15,2 2-16-15,-2 1 0 0,0 3-720 0,0-2-144 16,1 1-16-16,2-1-16 0,1 1-48 0,3 0-16 16,1-2 0-16,1-2 0 0,1-1-176 0,4-2 128 15,-1-1-128-15,4 0 128 0,1-5-128 0,4-1 0 16,-1-1 0-16,2-3 0 0,-1-1 0 0,1-3 0 16,2-1 128-16,-1-2-128 0,-1-2 0 0,2 0 0 15,0-2 0-15,0-3 0 0,0-2 128 0,-3 0-128 16,0-1 0-16,-1-2 128 0,-2-1-128 0,-1 0 0 15,-2 0 0-15,-3 1 128 0,-4 0-128 0,-1 2 0 16,-3-2 0-16,-2 3 128 0,-3 3 16 0,-1 0 0 0,-3 2 0 16,-1 2 0-16,-3 2 160 0,-1 0 16 0,-3 2 16 15,1 6 0-15,-1 1 16 0,-1 2 0 0,0-1 0 16,0 2 0-16,2 0-160 0,0-1-48 0,2 1 0 16,1 1 0-16,6 0-144 0,1 0 0 0,0 0 0 15,2-3 0-15,3 0-928 16,3-2-160-16,2-2-48 0,4 1-14624 0,4-1-2928 15</inkml:trace>
  <inkml:trace contextRef="#ctx0" brushRef="#br0" timeOffset="-52733.48">17329 10050 7359 0,'0'0'656'0,"0"0"-528"0,1-7-128 0,2 1 0 15,1-7 1072-15,-2 1 176 16,0 0 32-16,0-4 16 0,2 2 464 0,-1-2 96 0,1 1 0 0,1 0 16 15,0 1 992-15,0 1 192 0,-1 3 32 0,0 2 16 16,-1 1-368-16,-3 7-80 0,0 0-16 0,0 0 0 16,0 0-768-16,0 0-144 0,-3 12-48 0,-3 1 0 15,-2 5-640-15,0 3-128 0,2 4-16 0,-2 1-16 16,0 0-384-16,0 2-80 0,2-1-16 0,0-1 0 0,1 0-256 16,1-2-144-16,2-2 160 0,2-3-160 15,0-2-560-15,1-2-208 0,0-4-32 16,2 0-16-16,-3-11-1504 0,0 0-304 0,0 0-64 0,9 0-15712 15</inkml:trace>
  <inkml:trace contextRef="#ctx0" brushRef="#br0" timeOffset="-52247.15">17784 9352 37151 0,'0'0'1648'0,"0"0"336"0,0 0-1600 0,0 0-384 16,0 0 0-16,-4 9 0 0,-1 3 752 0,2 5 64 15,1 6 16-15,-1-6 0 0,2 9 176 0,-1 7 32 16,0 7 16-16,1 3 0 0,1 1-336 0,-2 0-64 16,4 0-16-16,-1-3 0 0,0-2-192 0,2 0-64 15,-1-1 0-15,4-3 0 0,-1-4-160 0,0-1-32 0,0-8-16 0,2-1 0 16,-2-4-176-16,0-3 192 16,0-2-192-16,2-5 192 0,-7-7-192 0,9 4 0 15,-9-4 144-15,10-2-144 0,-2-3 0 0,3-3 144 16,-1-4-144-16,-1-3 0 0,3-3 128 0,0-7-128 15,-1 0 0-15,0-8 0 0,-1 0 0 0,2-1 0 16,0-2 0-16,1 0 0 0,-1-2 0 0,1 2 0 0,-2 2 0 0,2 5 0 16,-1 6 0-16,-1 7 0 15,-2 4 0-15,-2 7 0 0,1 4 0 0,-1 6 0 0,-2 5 0 0,0 7 0 16,2 5 0-16,-2 3 0 0,0 1 192 0,0 0-192 16,1 0 192-16,0 1-192 0,1-1 192 15,0-2-192-15,3 0 128 0,-1-3-128 0,0-3 0 0,1-1 0 16,1-1 0-16,-1-3 0 0,-1-7 0 0,2 1 0 15,-1-3 0-15,1-2 0 0,-1-1 0 0,0-1 0 0,0-3 0 16,-1-3 0-16,0-2 128 0,0-1-128 0,0-1 192 16,0-3-32-16,0-1 0 0,0-3 0 15,-1-3 16-15,0-2 0 0,1-4 0 0,0-4 0 0,2-3-176 0,-1-2 0 16,1-4 0-16,0 0 128 16,4 1-448-16,-2 1-80 0,0 1-32 0,-4 3 0 15,0 5-2240-15,-1 4-448 0,0 5-80 0,-3 2-15584 16</inkml:trace>
  <inkml:trace contextRef="#ctx0" brushRef="#br0" timeOffset="-52063.12">17616 9377 22111 0,'-16'-4'1968'0,"8"3"-1584"0,8 1-384 0,0 0 0 0,-4-8 5568 0,4 8 1024 16,0 0 192-16,12-9 64 0,4 1-5760 0,3 0-1088 16,5 3-352-16,3-4 0 15,6-2-272-15,1 1-48 0,0-2-16 0,-7 4-12368 0,4 2-2496 0</inkml:trace>
  <inkml:trace contextRef="#ctx0" brushRef="#br0" timeOffset="-51874.68">18385 9179 37887 0,'0'0'1680'0,"0"0"352"0,0 0-1632 0,0 0-400 0,10-3 0 0,2-1 0 0,0 0 656 0,2-2 48 15,2-1 16-15,2-2 0 0,0 1-96 0,6 2-32 16,2-5 0-16,1 2 0 16,1 0-1040-16,0 1-192 0,2-1-64 0,3 3-11504 15,1 0-2304-15</inkml:trace>
  <inkml:trace contextRef="#ctx0" brushRef="#br0" timeOffset="-51421.97">18607 9901 12895 0,'0'0'576'0,"0"0"112"0,0 0-560 0,0 0-128 0,0 0 0 15,0 0 0-15,0 0 6784 0,5-5 1344 0,0 0 256 0,2-1 48 16,-1 1-5680-16,2 0-1152 0,1 1-208 0,3-2-48 15,1 0-784-15,1 1-160 0,2 0-16 0,-1 1-16 16,1 0-368-16,0 0 0 0,-2 2 0 0,-1 2 128 0,-1-3-128 0,-2 3 0 16,-2-1 0-16,-8 1 0 0,0 0 144 0,4 6-144 15,-3 1 192-15,-2 2-192 0,-4 3 464 0,-2 2-16 16,-2 4 0-16,-1 0 0 0,-3 1 128 0,0 0 32 16,-2 1 0-16,2-2 0 0,0-1-128 15,2 0-32-15,1-1 0 0,3-2 0 0,0-1-240 16,3 0-48-16,2-3-16 0,0-1 0 0,2 1-144 0,2-4 0 15,1 1 0-15,3-2 0 0,0-1 0 0,2-2 0 16,2 0-176-16,3-2 176 0,1-2-256 0,1 0 16 16,2-2 16-16,3-3 0 15,2 0-1376-15,0-3-288 0,1-1-48 0,1-1-13104 16,2 0-2624-16</inkml:trace>
  <inkml:trace contextRef="#ctx0" brushRef="#br0" timeOffset="-51203.2">19341 9613 43311 0,'-15'5'3840'0,"15"-5"-3072"0,0 0-608 0,0 0-160 16,0 0 1632-16,0 0 288 0,0 0 64 0,8-2 16 16,1-1-1392-16,2 0-288 0,-1 2-48 0,3-2-16 15,1 1 48-15,3 0 0 0,0-3 0 0,3 4 0 16,-2 1-304-16,3-3 128 0,0 2-128 0,0 1 0 15,0 0-304-15,-1 1-160 0,1 2-48 0,0-3 0 16,-1 1-2064-16,-2 2-432 0,3-1-64 16</inkml:trace>
  <inkml:trace contextRef="#ctx0" brushRef="#br0" timeOffset="-51035.86">19330 9862 13823 0,'0'0'1216'0,"0"0"-960"15,0 0-256-15,0 0 0 0,0 0 7008 0,0 0 1360 16,9 3 272-16,6-3 48 0,0-3-6976 0,4 0-1392 16,0-1-320-16,3 0 0 0,6-2 0 0,3-1 192 15,3 0-64-15,4-4-128 16,5 2-2064-16,6-1-528 0</inkml:trace>
  <inkml:trace contextRef="#ctx0" brushRef="#br0" timeOffset="-50132.84">20557 10038 36575 0,'0'0'1616'0,"0"0"336"0,0 0-1568 16,0 0-384-16,-7 1 0 0,7-1 0 0,0 0 1776 0,0 0 272 0,-5-1 48 0,5 1 16 16,-2-7-416-16,-1 1-80 0,0-3-16 0,1-2 0 15,2 0-848-15,0-8-176 0,1 1-48 0,2-4 0 0,-1-2-208 0,1 0-64 16,1-2 0-16,1-4 0 15,2-3-112-15,2-6-16 0,0-2-128 0,3-4 192 16,-2-2-192-16,2-1 0 0,-2-1 128 0,1 1-128 0,0 4 0 16,0 7 0-16,-2 3 0 0,0 6 0 0,-1 4 0 0,-2 3 128 15,0 6-128-15,-4 3 0 16,1 4 144-16,-3 8-144 0,0 0 128 0,0 0-128 0,0 0 128 0,4 13-128 16,0 7 0-16,1 2 128 0,0 7-128 15,0 2 0-15,2 4 0 0,1 0 128 0,2-2-128 0,0 0 0 16,1-2 0-16,1-2 0 0,1-5 0 0,-2-1 0 15,1-4 0-15,0-2 0 0,0-3 0 0,-1-5 0 16,0-2 0-16,-2-4 0 0,-1 1-192 0,0-7 192 16,-1-1-160-16,1-3 160 0,-1 1 0 0,-1-6 0 15,1 0-128-15,-1-6 128 0,1-3 0 0,1-2 0 16,-1-6 0-16,4-2 0 0,1-6 0 0,1-3 0 16,0-2 0-16,1 2 0 0,0-2 0 0,1 4 0 15,-4-1 0-15,1 7 0 0,-1 3 0 0,-2 7 0 16,-3 1 0-16,-1 8 0 0,-2 5 0 0,-3 8 160 15,0 0-160-15,-1 7 128 0,-3 7 64 0,-1 7 16 0,-2 5 0 0,-1 6 0 16,-2 6-64-16,1 5-16 16,0 4 0-16,1 0 0 0,0 1-128 0,4-3 0 0,0 0 144 0,3-4-144 15,1-3 0-15,1-5 0 0,0-3 0 0,2-5 0 32,1-3-720-32,0-2-176 0,0-4-16 0,1-2-16 0,0-1-1504 15,0-4-288-15,1-2-64 0,1-2-17440 0</inkml:trace>
  <inkml:trace contextRef="#ctx0" brushRef="#br0" timeOffset="-49409.17">21467 9248 32255 0,'0'0'2864'0,"0"0"-2288"0,0 0-576 0,-3 8 0 16,2-1 2320-16,0 5 368 0,-1 4 64 0,0 5 0 15,-1 4-1104-15,-1 3-240 0,0 5-32 0,1 3-16 16,-1 3-400-16,0-1-96 0,1 4-16 0,-1-6 0 16,-1 0-368-16,1-4-80 0,0-3-16 0,0-3 0 15,0-6-160-15,2-2-32 0,-2-3-16 0,1-2 0 0,-1-2 0 0,2-2 0 16,2-9 0-16,0 0 0 0,0 0-16 0,0 0 0 16,0 0 0-16,0 0 0 0,0 0-160 0,1-10 0 15,2-1 0-15,1-4 0 0,2-9 0 16,3-2 0-16,2-4-224 0,2-4 80 0,1-4-112 15,4-2-32-15,3-3 0 0,1-1 0 0,0-1-48 0,-1 3-16 16,1 3 0-16,-1 5 0 0,-2 4 48 0,-1 6 16 16,-1 3 0-16,-4 5 0 0,-1 4 0 0,-3 5 0 15,-3 3 0-15,-6 4 0 0,0 0 288 0,0 0-160 16,-1 9 160-16,-3 1-128 0,-4 3 288 0,-2 3 64 16,-2 5 16-16,-2 4 0 0,-1 1 96 0,-2 2 32 15,0 1 0-15,0 1 0 0,2 0-176 0,-1-1-16 16,2-1-16-16,3 2 0 0,4-4-160 0,1-1 192 15,4 0-192-15,2-4 192 0,2-2-192 0,5-2 0 16,3-1 0-16,3-4 0 0,3-1-272 16,2-1 64-16,2-4 16 0,2-2 0 15,3-4-896-15,2 0-160 0,4-4-32 0,3-2-16 16,0-4-800-16,1-3-144 0,-1-2-48 0,3-5 0 16,2-2-1872-16,-3-1-384 0</inkml:trace>
  <inkml:trace contextRef="#ctx0" brushRef="#br0" timeOffset="-49209.15">22153 9342 12895 0,'-4'-30'576'0,"3"18"112"0,-2 0-560 0,0 2-128 0,-1-1 0 0,1 4 0 15,-1 1 5952-15,4 6 1168 0,-6-5 240 0,6 5 32 16,0 0-3952-16,0 0-800 0,-6 5-144 0,1 1-48 16,-1 3-1248-16,3 4-256 0,0 4-48 0,2 5-16 0,-1 0-464 0,1 5-96 15,1 3 0-15,1 3-16 0,1 1-304 0,0 2 160 16,0 2-160-16,0 0 128 0,1 0-128 0,-2-3 0 16,0-1 0-16,1-4 0 0,-2-3-192 15,0-2-80-15,0-1-16 0,-2-2 0 16,0-1-464-16,-1-6-80 0,3 0-32 0,-2-2 0 15,-2-6-1328-15,1 0-272 0,3-7-48 0,0 0-10416 16,0 0-2064-16</inkml:trace>
  <inkml:trace contextRef="#ctx0" brushRef="#br0" timeOffset="-49024.66">21829 9248 31327 0,'0'0'1392'0,"-5"0"272"0,-1 0-1328 0,6 0-336 15,0 0 0-15,0 0 0 0,0 0 3520 0,0 0 640 16,10 2 128-16,3 2 32 0,4-4-3344 0,4 2-656 16,2 2-144-16,6-3-32 0,2-1-144 0,5-1 0 15,0-2 144-15,6 0-144 0,5-1 0 0,2-1 0 0,2-1-192 16,4-1 64 0,2 1-3440-16,2-1-672 0</inkml:trace>
  <inkml:trace contextRef="#ctx0" brushRef="#br0" timeOffset="-48686.97">22955 8857 38703 0,'-20'-7'3440'0,"13"3"-2752"0,0 0-560 0,1 3-128 0,6 1 2640 0,0 0 496 0,0 0 112 0,-3 5 16 0,-1 2-2192 0,-2 3-432 16,2 2-96-16,1 6-16 0,-1 3-224 0,-2 5-48 16,1 4-16-16,-1 4 0 0,1 3-240 0,1-1 144 15,1 2-144-15,0-2 128 0,2-2-128 0,-2 0 0 16,2-1 0-16,0-1 0 0,0 0-160 0,-1-2-64 15,1-3-16-15,0 0 0 16,-1-6-1296-16,1-1-256 0,0-3-48 0,1 0-16 16,0-6-1472-16,1-3-320 15,-1-8-48-15</inkml:trace>
  <inkml:trace contextRef="#ctx0" brushRef="#br0" timeOffset="-48345.17">23134 9104 22111 0,'0'0'1968'0,"-5"3"-1584"0,5-3-384 15,0 0 0-15,-4 7 4992 0,0 0 896 0,1 4 192 16,-1-2 48-16,1 4-3888 0,0 1-768 0,-1 2-144 0,2 0-48 16,1-1-272-16,-1 4-64 0,1 1-16 0,1-1 0 15,0 0-560-15,1-1-112 0,1-1-32 0,-1-1 0 16,1-2-224-16,1-1 0 0,-3-2 128 0,0-2-128 0,3-3 0 0,-3-6 144 16,0 0-144-16,0 0 128 15,0 0-128-15,0 0 0 0,0 0 144 0,0 0-144 0,0 0 144 0,0 0-144 16,5-5 192-16,0-3-192 0,0-2 144 0,2-3-144 15,1-3 0-15,2-1 144 0,3-3-144 0,1-1 0 16,1-3 0-16,2 3 0 0,-2 3 0 16,1 0-176-16,0 0 176 0,-3 2-128 0,0 2 128 0,0 2 0 15,-3 3 0-15,-1 5 0 0,2-3 0 0,-3 7 0 16,-8 0 0-16,0 0 0 0,6 9 208 0,-1 3 32 16,-2 1 0-16,0 3 0 0,-2-2-32 15,0 3 0-15,-2 0 0 0,2 1 0 0,-1-2-208 0,0 2 0 16,0-1 0-16,1 0 0 15,-1-1-864-15,2-2-224 0,-1-1-32 0,3-1-14576 16,3 1-2928-16</inkml:trace>
  <inkml:trace contextRef="#ctx0" brushRef="#br0" timeOffset="-47143.02">23996 8876 36911 0,'0'0'1632'0,"-2"-4"352"0,-1-1-1600 0,3 5-384 0,0 0 0 0,0 0 0 0,1-4 624 0,-1 4 32 16,0 0 16-16,0 0 0 0,0 0 304 0,0 0 64 15,0 0 16-15,-5 12 0 0,-4 6 16 0,-4 7 0 16,-4 6 0-16,-4 8 0 0,0 8 0 0,-4 4 0 15,-2 3 0-15,-2 2 0 0,1 4-192 0,2 1-48 16,1 2 0-16,3-2 0 0,3 0-464 0,5-4-112 16,1-7 0-16,3-2-16 0,3-5-240 15,3-2 0-15,2-4-144 0,3-1 144 0,2-4-240 0,2 0 48 16,0-6 16-16,2-3 0 16,0-2-1232-16,2-4-256 0,3-4-64 0,0-4 0 15,0-2-2064-15,1-7-432 0,1-3-64 0</inkml:trace>
  <inkml:trace contextRef="#ctx0" brushRef="#br0" timeOffset="-46786.74">24286 8845 16575 0,'-9'-8'736'0,"5"6"160"0,0-1-720 0,4 3-176 0,-4-3 0 0,4 3 0 0,0 0 6128 0,0 0 1184 15,0 0 240-15,-3 8 64 0,2 3-5248 0,1 2-1056 16,0 6-208-16,0 7-32 0,1 2-272 0,0 6-48 15,-1 3-16-15,-1 1 0 0,0 3-192 0,-2-2-32 16,2 0-16-16,-2-5 0 0,1 0-192 16,-1-3-48-16,1-1 0 0,0-5 0 0,1-1-64 0,0 0 0 15,-2-6-16-15,2 0 0 0,-1-5-32 0,1-3 0 16,1-1 0-16,0-9 0 0,0 0 64 0,0 0 16 16,0 0 0-16,0 0 0 0,0 0-16 0,0 0 0 15,4-11 0-15,0-2 0 0,1-2-80 0,2-4-128 16,0-3 176-16,4-1-176 0,1-2 0 0,2-1 0 15,2-4 0-15,1-3 0 0,1-2 0 0,1 1 0 16,-2 2-128-16,2 0 128 16,-2 2-432-16,-1 4 16 0,0 3 0 15,-3 1 0-15,0 3-992 0,-2 5-208 0,-2 2-48 0,-1 3 0 16,-3 1-1456-16,-5 8-288 0,0 0-64 0</inkml:trace>
  <inkml:trace contextRef="#ctx0" brushRef="#br0" timeOffset="-46619.87">24187 9099 44511 0,'0'0'1984'0,"0"0"384"0,0 0-1888 0,0 0-480 0,0 0 0 0,0 0 0 15,0 0 864-15,9-1 80 0,-1-2 16 0,3-1 0 16,4 2-320-16,2-3-48 0,2-1-16 0,3 1 0 16,0-1-576-16,3-1 0 0,3-1 0 0,0 2 0 15,2-1-1136-15,0 3-288 0,-1 0-64 0,1 2-12416 16,-1 2-2480-16</inkml:trace>
  <inkml:trace contextRef="#ctx0" brushRef="#br0" timeOffset="-46343.38">24387 9334 21183 0,'0'0'1888'0,"0"0"-1504"0,0 0-384 0,0 0 0 0,0 0 3968 0,9 4 704 16,2-2 160-16,1 0 32 0,2-2-3360 0,4-2-672 15,2 2-128-15,2-1-16 0,1-1-240 0,1-1-64 16,-3 0 0-16,-2 2 0 0,1 0-48 0,-3 1-16 15,-4 0 0-15,-3 1 0 0,-10-1 384 0,0 0 80 16,0 0 16-16,0 0 0 0,-6 8 400 0,-3 0 80 16,-3-1 0-16,-1 1 16 0,-1 3-464 0,-1-1-80 15,1 1-32-15,1-2 0 0,1-1-272 0,3-2-64 16,2-1-16-16,7-5 0 0,0 0-368 0,0 0 0 16,6 7 0-16,3-2 0 0,2-1 0 0,5-1 0 15,2-2-160-15,5-2 160 0,1-1-320 0,2-2 64 16,0-1 0-16,4-1 0 15,0-2-1040-15,0 0-208 0,-1-1-32 0,1 0-16 16,3 0-1456-16,-1-3-304 0,-2 1-48 0</inkml:trace>
  <inkml:trace contextRef="#ctx0" brushRef="#br0" timeOffset="-46129.67">25274 9175 11967 0,'-17'2'528'0,"9"1"112"0,-1 0-512 0,0 1-128 0,0 2 0 15,-2 2 0-15,0 0 8128 0,-1 2 1600 0,-3 2 320 0,0 2 64 0,-2 4-6640 0,-3 5-1328 16,-1 1-272-16,-1 4-48 0,0 2-976 0,-1 2-192 15,-1 2-32-15,1 1-16 0,4-5-368 0,0 3-80 16,-2-2-16-16,0 2 0 0,2 0-144 16,-1 0 0-16,1-1 0 0,0-1 0 0,-4 6 0 0,2-1 0 15,1-5 0-15,2 1 0 16,0-4-640-16,1-3-48 0,1-3-16 16,2-1 0-16,2-4-864 0,2-1-176 15,2-2-48-15,1-4 0 0,5 0-2080 0,2-10-416 16</inkml:trace>
  <inkml:trace contextRef="#ctx0" brushRef="#br0" timeOffset="-45813.31">25276 9473 41759 0,'0'0'1856'0,"0"0"368"0,0 0-1776 0,0 0-448 16,0 0 0-16,0 0 0 0,0 0 1600 0,0 0 256 15,3 10 32-15,-2 1 16 0,-1 4-480 0,-1 3-80 16,-3 3-32-16,0 3 0 0,-1 6-656 0,0 0-128 15,-2 0-16-15,2 2-16 0,2-1-192 0,1 0-48 16,-1-1 0-16,2-1 0 0,1-3-128 0,0-1-128 16,1-3 192-16,2-1-192 0,2-2 144 0,-1-3-144 0,0-3 0 0,1-4 144 15,0-2-144-15,-5-7 128 0,8 4-128 0,0-3 128 16,0-2-128-16,0-3 128 0,-1-3-128 0,1-1 128 16,0-3 0-16,1-4 0 0,2-2 0 15,-1-4 0-15,1 1-128 0,-1-4 0 0,2-2 144 0,-1 0-144 16,2-4 0-16,0 0 0 15,-1-1 0-15,-1 2 0 0,0 2-800 0,-1 3-80 16,-5 3-16-16,0 6 0 0,-1 2-768 0,-3 2-176 0,-2 5-16 16,-2 2-13104-16,3 4-2608 0</inkml:trace>
  <inkml:trace contextRef="#ctx0" brushRef="#br0" timeOffset="-45628.45">25031 9805 21183 0,'0'0'944'0,"0"0"192"0,0 0-912 0,0 0-224 0,4-7 0 0,3 2 0 0,2 4 5888 0,1-5 1120 16,3 2 224-16,2 0 64 0,0 1-5056 0,4-1-992 15,1 1-208-15,3 0-32 0,-2 0-688 0,1 0-144 16,0 2-32-16,0 1 0 0,-1 0-144 0,1 0 0 16,1 1 0-16,0 2 0 15,-1-2-1648-15,0 1-400 0,1-2-96 0,-2 4-11856 16,0 3-2368-16</inkml:trace>
  <inkml:trace contextRef="#ctx0" brushRef="#br0" timeOffset="-45494.52">25615 9901 19343 0,'-3'10'1728'0,"-3"2"-1392"0,1 3-336 0,-1 0 0 15,-1 3 5424-15,1 1 1008 0,-2 0 208 0,3 2 32 16,-1-3-4288-16,4 2-848 0,0-2-192 0,1-1-16 16,4 0-960-16,-1-1-192 0,1-2-48 0,3-1 0 15,2-1-1856-15,1-4-368 0,0-2-80 0,3-5-10896 16,3 1-2192-16</inkml:trace>
  <inkml:trace contextRef="#ctx0" brushRef="#br0" timeOffset="-45161.7">25734 8921 39615 0,'0'0'3520'15,"0"0"-2816"-15,4 9-560 0,4-1-144 0,5 3 2336 0,5 4 432 16,-4-5 96-16,3 3 16 0,3 3-1856 0,2-1-384 16,4 4-64-16,0 3 0 0,0 1 160 0,2 2 32 15,0 1 16-15,2 4 0 0,0 5-240 0,0 2-48 16,2 3-16-16,0 6 0 0,2-2-160 0,-1 4-48 16,-2 5 0-16,-5-1 0 0,-2-1-272 0,-5-2 0 15,-3-1 0-15,-3 2 0 0,-1-1 160 0,-3 1-160 0,-4 0 128 0,-3-4-128 16,-2 3 0-16,-2 7 0 15,-2-5 0-15,-3-4 0 0,-2-7 0 0,-2-5 0 16,-1-4 160-16,-3-2-160 0,0-3 192 0,-2-2-192 0,-1-7 192 0,3 0-192 16,5-7 144-16,-2-1-144 0,-1-1 0 15,3 0 144 1,-1-3-592-16,2 0-112 0,1-4-16 0,8-1-16416 0,0 0-3280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6:42:52.54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1220 3793 45375 0,'-10'-10'2016'0,"7"4"416"0,1 1-1952 0,-1 0-480 0,0 0 0 0,3 5 0 0,0 0 928 0,0 0 96 16,0 0 0-16,0 0 16 0,0 0 48 0,0 0 16 15,-2 6 0-15,-1 5 0 0,1 6-656 0,0-4-144 16,0 2-32-16,-1 6 0 0,0 0 16 0,1 3 0 16,-1-2 0-16,2 0 0 0,0 0-144 0,-2 3-16 15,0 0-128-15,2-2 192 0,1-3-192 0,-1-2 0 16,-2-1 0-16,3-5 0 16,2-1-736-16,-2 0-192 0,-2-3-32 0,2-8-16 15,7 5-2000-15,-7-5-400 0,0 0-80 0</inkml:trace>
  <inkml:trace contextRef="#ctx0" brushRef="#br0" timeOffset="912.79">1580 3298 41871 0,'0'0'1856'0,"0"0"384"0,0 0-1792 0,0 0-448 0,0 0 0 0,0 0 0 16,0 0 1920-16,0 0 320 0,0 0 48 0,0 9 16 15,0 3-672-15,1 1-128 0,1 1-32 0,0 4 0 0,1 4-832 0,0 4-160 16,-1 3-32-16,1 4-16 0,-1 2-128 0,1 1-32 16,0 1 0-16,-1-1 0 0,1 0-144 0,1-3-128 15,-2 3 192-15,1-6-192 0,0-3 128 0,0 2-128 16,1-6 0-16,0-3 0 0,0-3 0 0,-1-4 0 16,1 0 0-16,0-4 0 0,-2-1 0 15,-2-8 0-15,0 0 0 0,0 0 0 0,0 0 0 16,0 0 0-16,0 0 0 0,0 0 0 0,0 0 0 0,7-7 0 15,-2-2 0-15,0-5 0 0,-1-6-128 0,0-3 128 16,1-6 0-16,2-4-144 0,2-3 144 0,0-6 0 16,1-2-144-16,2 0 144 0,0-1-128 0,0 4 128 15,-1 1-160-15,0 5 160 0,0 3-128 0,0 3 128 16,-3 4 0-16,1 7-144 0,-1 7 144 0,0 5 0 16,-8 6 0-16,7 3-128 0,1 3 128 0,-1 6 0 15,-1 6 0-15,1 3 0 0,-1 5 144 0,1 4-144 0,-2 5 192 16,1 3-192-16,1 2 144 0,0 2-144 15,0-5 0-15,1-1 144 0,0-1-16 0,0-1-128 16,1-5 192-16,-1-3-64 0,0-3-128 0,-1-3 0 0,1-3-160 16,0-3 160-16,0-2 0 0,0-3 0 0,-2-4 0 15,1-2 0-15,-1-2 0 0,2-1 0 16,-8 0 0-16,7-5 0 0,-1-1 0 0,1-6 0 0,-2-1 0 16,0-5 0-16,2-6 0 0,-2-1 0 0,0-2 0 15,2-3 0-15,-2-5 0 0,0 0 0 0,1 1 0 16,0-2-144-16,0 3-400 15,-1 1-80-15,-2 2-16 0,1 2 0 0,0-2-832 0,0 2-192 16,0 1-16-16,0 2-13808 0,-1 4-2752 0</inkml:trace>
  <inkml:trace contextRef="#ctx0" brushRef="#br0" timeOffset="1149.17">1265 3225 21183 0,'0'0'944'0,"0"0"192"0,0 0-912 0,0 0-224 0,0 0 0 0,0 0 0 0,10-3 6896 0,2-2 1328 16,1 0 272-16,4-2 48 0,2 1-6432 0,14-4-1296 16,-2 1-256-16,3 2-48 0,0-4-336 0,1 3-176 15,4 0 192-15,0 2-192 0,-1 2 0 0,-9-2 0 16,3-1 0-16,5 2-192 15,3 0-2144-15,2-1-416 0,1 0-96 0</inkml:trace>
  <inkml:trace contextRef="#ctx0" brushRef="#br0" timeOffset="1340.48">2224 3075 18431 0,'0'0'816'0,"-6"1"160"0,0-2-784 0,6 1-192 0,0 0 0 0,0 0 0 16,0 0 7424-16,0 0 1456 0,0 0 272 0,0 0 64 15,0 0-6688-15,8-2-1344 0,5-1-272 0,4-3-48 0,3 1-688 0,2-1-176 16,4-1 0-16,4 1 0 16,1-1-448-1,3 2-128-15,3 0-32 0,-1 2 0 0,-1 0-1712 0,-1 2-352 0,-1 1-64 0,-3 4-17856 16</inkml:trace>
  <inkml:trace contextRef="#ctx0" brushRef="#br0" timeOffset="1702.19">2314 3805 26719 0,'0'0'2368'0,"0"0"-1888"0,0 0-480 0,0 0 0 0,0 0 5456 0,0 0 1008 16,9-1 192-16,2-3 32 0,2-3-4624 0,4 1-912 15,1-1-192-15,4 1-48 0,-1-2-400 0,0 1-96 16,1-2-16-16,-1 3 0 0,0-1-224 0,-4 2-48 15,-3 2-128-15,-2 1 192 0,-1 0-64 0,-1 4-128 16,-3 0 176-16,0 2-176 0,-3 1 256 0,-3 4-48 16,-2 3-16-16,-1 3 0 0,-1 1 16 0,-4 5 0 15,-3 0 0-15,-1 1 0 0,1 1-64 0,-1 0-16 16,0-2 0-16,-1-2 0 0,-1 2-128 0,1-2 192 0,0-1-192 16,2-1 192-16,1-2-192 0,2 0 0 0,2-1 144 15,1-2-144-15,2-4 0 0,2-1 128 0,0-7-128 16,2 7 0-16,2-1 0 0,3 0 0 0,0-2 0 15,3-3 0-15,0-1 0 0,4 0 0 0,2-1-128 0,1-1 128 16,0-3-304-16,2 0 32 0,4-3 0 0,3-1 0 16,0 0-1072-16,0-3-224 15,0-1-32-15,3-3-16 0,2-1-3056 16,0-1-624-16</inkml:trace>
  <inkml:trace contextRef="#ctx0" brushRef="#br0" timeOffset="1888.86">3160 3607 38703 0,'-13'4'3440'0,"13"-4"-2752"0,-5-4-560 0,5 4-128 0,0 0 3712 0,0 0 704 16,0 0 128-16,6-4 48 0,1-1-3056 0,0 1-624 15,-1-2-112-15,3 3-32 0,4-3-448 0,2 2-112 16,1 0-16-16,4 1 0 0,1-1-192 0,1 1 144 16,2-1-144-16,0 2 128 0,0-2-400 0,-1 1-96 15,3 2-16-15,-1-1 0 16,-1 0-1216-16,-4 2-240 0,-3 0-48 0,-4 2-14016 15,0 2-2800-15</inkml:trace>
  <inkml:trace contextRef="#ctx0" brushRef="#br0" timeOffset="2037.94">3108 3767 13823 0,'-16'13'1216'0,"10"-8"-960"0,-2-1-256 0,0 3 0 16,2-3 9040-16,6-4 1776 0,0 0 336 0,0 0 80 15,0 0-8288-15,6 6-1664 0,2-1-336 0,3-1-64 16,2-2-576-16,2-2-112 0,5-3-32 0,6-1 0 31,4-2-544-31,5-2-96 0,5-3-32 0,6 0-16368 0,2-2-3280 0</inkml:trace>
  <inkml:trace contextRef="#ctx0" brushRef="#br0" timeOffset="2575.38">4768 3075 29487 0,'-13'-5'2624'0,"7"1"-2112"16,0-3-512-16,1-1 0 0,2-2 2368 0,3-2 352 16,3-1 80-16,-2 4 16 0,-8-5-2288 0,0 1-528 15,0 1 0-15,2 0 0 0,4 3 1408 0,-6 0 256 16,-1 5 64-16,-2-3 0 0,1 1-112 0,-2 2-16 16,1 0 0-16,-2 3 0 0,-2 1-592 0,1 1-128 0,-2 2-32 0,1 2 0 15,-4 1-240-15,2 5-48 16,1 3-16-16,0 6 0 0,2 5-224 0,3 5-32 0,2 1-16 15,1 7 0-15,3 3-96 0,2 5-32 0,-1 4 0 0,5-1 0 16,1 1 0-16,3 0 0 0,0 6 0 0,5 3 0 16,-1-1-144-16,2 1 0 0,1 3 0 0,1-1 0 0,1-2 0 15,-1-3 192-15,0 1-64 0,-2-2 0 0,-3 0-128 16,-1-2-176-16,-3-2 48 0,-1-2 0 0,-1 0 128 16,-2-1 0-16,-2-5 0 0,-3-3 0 0,-3-6 0 0,-2-1 0 15,-1-3 0-15,-3 0 0 0,-2-4 0 0,0-1 0 16,-2-3 0-16,0-3 0 0,1-2 0 0,-2-2 0 15,-2-2 0-15,2-2 0 16,1-1-256-16,-1-4 48 0,0-1 0 0,2-2 0 16,-1-4-1056-16,0-3-208 0,0-1-32 0,4-2-16 15,4-5-2192-15,4-3-448 16</inkml:trace>
  <inkml:trace contextRef="#ctx0" brushRef="#br0" timeOffset="2869.23">5141 3454 31327 0,'0'0'1392'0,"0"0"272"0,-7-2-1328 0,7 2-336 0,0 0 0 0,0 0 0 16,0 0 4896-16,0 0 912 0,0 0 176 0,0 0 32 15,0 10-4032-15,0 3-800 0,1 3-160 0,1 2-48 16,-1 7-592-16,0 2-128 0,1 6-32 0,-1-1 0 15,1 6-64-15,0 1-16 0,-1 2 0 0,-1-1 0 16,0-4-144-16,0 0 0 0,0-2 0 0,0-3 128 16,-1-1-128-16,1-3 0 0,-2-1 0 0,1-5 0 15,-1 0-144-15,0-3-64 0,1-2-16 0,0-2 0 16,-1-1-864-16,1-5-160 16,1-8-32-16,0 0-16 0,0 0-1120 15,0 0-208-15,0 0-64 0,-4-8-17968 0</inkml:trace>
  <inkml:trace contextRef="#ctx0" brushRef="#br0" timeOffset="3154.43">4945 3392 24879 0,'0'0'2208'0,"0"0"-1760"0,0 0-448 0,0 0 0 0,-4-4 5360 0,4 4 976 16,0 0 208-16,0 0 48 0,0 0-4224 0,5-7-848 16,2 1-176-16,5 0-16 0,2 5-432 0,2-3-96 15,0 2-16-15,7-2 0 0,1-2-400 0,5 1-64 16,1 0-32-16,1 1 0 0,2-1-288 0,0 1 160 15,-1 0-160-15,2-1 128 0,-3 4-128 0,1-2 0 16,-4 0 0-16,1 2 0 0,-2 1 0 0,-1 3 0 16,-1 1 0-16,-4 2 0 0,-4 2 0 15,-3 2 0-15,-2 2 0 0,-3 1 0 0,-4-2 0 0,-2 2 0 16,-2 1-128-16,-3 3 128 0,-6 1 0 0,0 2 0 0,-4 1 0 16,-2-1 128-16,-3 1-128 0,-1-1 192 15,-2 1-192-15,-2-2 192 0,-3 1-192 0,2-1 0 16,-3 0 0-16,-3-4 0 15,-2-2-1152-15,-2 2-176 0,2-2-16 0,0-2-14928 0,2 1-2992 16</inkml:trace>
  <inkml:trace contextRef="#ctx0" brushRef="#br0" timeOffset="3831.31">6091 3877 25791 0,'0'0'1152'0,"0"0"224"0,-5-11-1104 0,-2-2-272 0,1-1 0 0,-3-1 0 0,1 4 3936 0,-3 0 736 15,0-1 128-15,0 3 48 0,1 0-2480 0,-2 4-480 0,-4 4-96 0,-2 2-32 16,-1 3-736-16,-5 4-160 0,-1 2-32 0,1 6 0 15,-3 3-192-15,3 5-64 0,-4 3 0 0,2-1 0 16,0-1-64-16,1 1-32 0,5 0 0 0,3 0 0 16,4-2-240-16,5-1-48 0,4-2-16 0,4-1 0 15,4-3-176-15,4-3-176 0,3-2 48 0,5-3 0 16,2-3-192-16,6-2-16 0,-1-1-16 0,2-7 0 16,2-3-112-16,-1-2-32 15,0-2 0-15,0-1 0 0,-1-4-16 0,-1 2 0 16,-1-4 0-16,-2-3 0 0,-3-3 128 0,1-2 32 0,-2-3 0 0,-4-3 0 0,-3-5 352 15,-1-2-176-15,0-1 176 0,-1-2-128 0,0-1 128 0,-3 3 0 16,-1-2 0-16,-4 5 0 0,-1 4 176 0,-2 4-48 16,-2 4 0-16,0 3 0 15,-1 5 256-15,1 3 64 0,-1 2 0 0,-2 4 0 0,-1 3 48 0,1 5 16 16,1 3 0-16,1 2 0 0,-1 1-288 0,2 5-48 16,3 2-16-16,-1 6 0 0,0 6-160 0,3 2 0 15,3 3 0-15,1 3 0 0,2 0 0 0,4 0 0 16,0 3 0-16,2 0 0 0,-1 1 0 15,2-6 0-15,3-2-176 0,0-3 176 16,1-3-448-16,0-1 0 0,-2-1 0 0,1-5 0 16,0-3-912-16,-2-1-192 0,0-3-48 0,1-3 0 15,-2-3-1088-15,1 0-208 0,2-1-48 0,-1-6-15040 16</inkml:trace>
  <inkml:trace contextRef="#ctx0" brushRef="#br0" timeOffset="4182.47">6433 3457 18431 0,'-11'-24'1632'0,"9"16"-1312"0,-1 2-320 0,-1 1 0 15,1 0 5888-15,3 5 1120 0,0 0 224 0,0 0 32 16,0 0-4224-16,0 0-848 0,0 0-160 0,0 0-48 16,2 9-704-16,-2 2-160 0,2 2-32 0,1 3 0 15,0 1-560-15,2 3-112 0,0 6-32 0,-1 2 0 16,1 8-144-16,0 1-48 0,2 2 0 0,1 2 0 16,-2-1 0-16,2-1 0 0,0-3 0 0,-2-3 0 15,1-1-192-15,-1-5 0 0,2-3 0 16,-1-2 0-16,-1-1 0 0,-1-3 0 0,2-1 0 0,2-3 0 0,-2-3 0 15,-1-2 0-15,-1-3 0 0,2 1 0 16,-7-7 0-16,8 1 0 0,-8-1 0 0,7-4 0 0,4-2 0 16,-2-2 0-16,-1-3 0 0,0-2 0 15,-2 0 144-15,-1-6-144 0,3-2 128 0,1-5-128 16,0-5 0-16,2-6 0 0,1-1 128 0,1-5-128 0,1-5 0 16,0 0 0-16,2-2 0 0,0 3 0 0,-2 6 0 0,-2 1 0 15,-2 4 0-15,-1 5 0 0,-2 3 0 0,-1 6-176 16,0 4 176-16,-4 3-128 0,-2 4 0 0,1 2 0 15,-1 9 0-15,0 0 0 16,0 0-1072-16,0 0-208 0,0 0-32 0,2 9-16 16,-1 5-2000-16,2 2-384 0,1 5-96 15</inkml:trace>
  <inkml:trace contextRef="#ctx0" brushRef="#br0" timeOffset="4419.06">6414 3754 51887 0,'-19'-4'2304'0,"11"3"464"0,-1-2-2208 15,2 1-560-15,7 2 0 0,0 0 0 0,0 0 1056 0,0 0 96 16,0 0 32-16,0 0 0 0,7-6-384 0,2 2-80 16,4 1-16-16,4-1 0 0,2 0-704 0,5 0 0 0,5-1 0 0,4 1 0 15,3 0 0-15,5-1 0 0,4-2 0 0,0-1 0 16,1 2 0-16,0-1 0 0,2 1-128 0,-1 0 128 15,0 0-592-15,-2 1-64 16,1 1-16-16,-2 1-16224 0,-2 1-3232 0</inkml:trace>
  <inkml:trace contextRef="#ctx0" brushRef="#br0" timeOffset="5156.3">4323 5112 19343 0,'0'0'848'0,"-4"-2"192"0,4 2-832 0,0 0-208 0,-4-5 0 0,0 1 0 0,0 1 2976 0,-1 1 544 15,5 2 128-15,0 0 0 0,0 0-2304 0,0 0-448 16,0 0-112-16,0 0-16 0,0 0-320 0,0 0-80 16,0 0-16-16,0 0 0 0,0 0 992 0,0 0 192 15,0 0 32-15,0 0 16 0,0 0 368 0,0 0 80 16,0 0 16-16,0 0 0 0,-5 2-416 0,0 3-80 16,1 1-16-16,0 1 0 0,1 1-608 0,-1 3-128 15,3 3-32-15,1 4 0 0,0 4-384 0,0 4-96 16,1 3-16-16,1 2 0 0,0 2-272 0,1 0 0 0,0-1 0 0,-1-4 0 15,2-2 0-15,0-3 0 16,-1-2 0-16,-1-3 144 0,2-1-144 0,-1-2 0 0,-1-4 0 16,1 0 0-16,1-3 0 0,-4-8 0 0,0 0 0 0,0 0 0 15,0 0 0-15,0 0 0 0,0 0 0 0,8 0 0 16,-2-4 0-16,1-3 0 0,-1-1 0 16,1-5 0-16,-1-1 0 0,1-4 0 0,1-5 0 15,-1-1 0-15,3-6 0 0,0-4 0 0,2-1 0 0,1-3 0 16,0-3-224-16,-3 2-32 0,-1 1-16 0,1 3 0 15,-1 3-1248-15,1 3-240 16,-1 2-48-16,-2 4-14288 0,-1 4-2848 0</inkml:trace>
  <inkml:trace contextRef="#ctx0" brushRef="#br0" timeOffset="5373.94">4070 5294 38703 0,'0'0'3440'16,"0"0"-2752"-16,0 0-560 0,0 0-128 0,0 0 3472 0,0 0 672 16,0 0 128-16,11-4 16 0,-2 1-2880 0,2-3-592 15,4 0-112-15,2 1-32 0,2 0-432 0,4 0-96 16,0 0-16-16,3 1 0 0,0-3-128 0,0-1 0 16,0 3 0-16,2 1 0 15,-1 0-928-15,-1 3-224 0,0 1-32 0,0 1-16 16,-1 1-1968-16,-2 1-400 0,-2 3-80 0</inkml:trace>
  <inkml:trace contextRef="#ctx0" brushRef="#br0" timeOffset="5567.21">4709 5407 23039 0,'-4'7'2048'0,"0"0"-1648"0,0 1-400 0,2 3 0 16,0 2 6176-16,1 1 1152 0,0 2 224 0,-2-1 64 15,-1 0-4864-15,0 0-976 0,0 1-192 0,1 2-48 16,-3-2-768-16,4 1-176 0,-1 0-16 0,0-3-16 0,1 2-416 0,1-2-144 15,-1-1 0-15,2 0 144 16,0-1-512-16,2 0-96 0,-2-1-32 0,2 0 0 16,-2-11-2336-16,5 5-480 0</inkml:trace>
  <inkml:trace contextRef="#ctx0" brushRef="#br0" timeOffset="6315.24">4298 2029 41471 0,'0'0'3680'0,"0"0"-2944"16,0 0-592-16,0 0-144 0,0 0 2256 0,0 0 432 15,0 0 64-15,3 8 32 0,0 5-1760 0,-1 5-368 16,1 4-64-16,1 6-16 0,2 6-128 0,1 0-48 15,1 2 0-15,-1-1 0 0,-1-2-80 0,1-3-32 16,3-3 0-16,-1-2 0 0,-2-3-48 0,3-2-16 16,-1-3 0-16,-1-3 0 0,-3-2-48 0,1-4-16 0,1-2 0 15,-7-6 0-15,0 0-16 0,8 0 0 0,-1-1 0 0,0-3 0 16,-3-3-144-16,1 0 192 0,0-4-192 0,-1-1 192 16,-1-2-192-16,1-2 0 0,0 1 0 0,0-6 128 15,1-1-128-15,1-6 0 0,1 0 0 0,1-4 0 16,1-1 0-16,0-3 0 0,3 0 0 15,-1-1 0-15,0 2-688 16,-1 4-16-16,1 2 0 0,-4 3 0 0,3 4-1328 16,-1 5-272-16,-1 4-48 0,-2 5-12720 0,-6 8-2544 0</inkml:trace>
  <inkml:trace contextRef="#ctx0" brushRef="#br0" timeOffset="6498.66">4242 2231 16575 0,'0'0'1472'0,"0"0"-1168"16,0 0-304-16,7-6 0 0,-1 1 7488 0,2-1 1424 16,1 1 304-16,2-1 48 0,-1-1-6864 0,3-1-1376 15,2 0-256-15,0 1-64 0,2-1-304 0,1 1-48 16,5-3-16-16,-1 2 0 0,0-1-336 0,1 1 0 16,2 0 0-16,0-1-128 15,2 0-1600-15,-1 1-320 0,-1 2-64 0,0 2-12448 16,1 4-2480-16</inkml:trace>
  <inkml:trace contextRef="#ctx0" brushRef="#br0" timeOffset="6812.07">4666 2304 44175 0,'0'0'1952'0,"0"0"416"0,0 0-1904 0,0 0-464 0,0 0 0 0,0 0 0 16,0 0 976-16,8 0 112 0,-8 0 0 0,8-2 16 15,-1-1 32-15,1 0 0 0,-1 1 0 0,-1 2 0 16,-6 0-784-16,8 1-160 0,-8-1-16 0,7 3-16 15,-1 1 32-15,-1 0 0 0,-5-4 0 0,2 7 0 0,-4 3 176 0,0 0 32 16,-1 2 16-16,-1-1 0 0,-1 1 32 0,0 0 0 16,-3 0 0-16,0 1 0 0,0 2-64 0,2-2 0 15,-1-1 0-15,2 0 0 0,1-3-128 0,2-1-48 16,0 0 0-16,2-8 0 0,0 0-208 16,2 6 144-16,2-1-144 0,1-1 128 0,1-1-80 0,3-2-48 15,2-1 0-15,1-1 0 0,-1-2 0 0,2 2 0 16,2-3 0-16,2 0 0 0,1-2 0 0,0 0 0 15,0 0 0-15,3-1 0 0,-3 1-176 0,-1-1-16 16,0 3-16-16,-1 0 0 0,-2 1-64 0,1 0-16 16,2 0 0-16,1 3-16800 15,-1-2-3344-15</inkml:trace>
  <inkml:trace contextRef="#ctx0" brushRef="#br0" timeOffset="30455.81">8173 3680 43887 0,'0'0'1936'0,"0"0"416"0,-5-7-1888 0,1-2-464 0,1 0 0 0,-1 0 0 0,0 0 0 0,1 0 0 16,-1-1-176-16,0 1 176 0,0 0 352 0,0 3 192 16,-1-1 32-16,5 7 16 0,-7-2-16 0,1 3 0 15,-3 3 0-15,-2 6 0 0,-1 3-96 0,-1 3-32 16,-2 5 0-16,-1 3 0 0,2 4-304 0,1 1-144 16,1-1 128-16,1 2-128 0,2-5 128 0,3 0-128 15,5-4 0-15,-1-3 128 0,1-3-128 0,1-3 0 16,3-3 0-16,0-2 0 0,3-2-304 0,1-2-32 15,3-5-16-15,0 0 0 16,0-5-160-16,2-2-16 0,1-3-16 16,0-3 0-16,0-5 272 0,-1-1 48 15,0-2 16-15,0-2 0 0,-1-1 208 0,0-1 0 0,-2-2-160 0,0-1 160 16,-3-1 0-16,2-5 0 0,-1 4 0 0,-2 2 0 0,2 5 0 0,-2 0 0 16,-1 5 0-16,-2 3 0 0,1 2 0 0,-1 6 128 0,0 0-128 0,-2 4 0 15,0 5 224-15,0 0-32 0,0 0-16 16,0 0 0-16,-3 10 144 0,1 3 48 0,-1 5 0 0,0 6 0 15,-1 5-240-15,1-1-128 0,0 4 128 0,2 0-128 16,-1 1 0-16,2-2 0 0,3-1 0 0,1-3 128 16,1-2-128-16,2-3 0 0,0-1 0 0,3-5 0 15,0-2-128-15,2-1-64 0,-1-5 0 0,5-4 0 16,1-4-224 0,3-3-48-16,-1-2-16 0,2-4 0 0,0-4 176 0,0-3 48 0,1-2 0 0,0 0 0 15,-4-2 256-15,1-1-192 0,-3-2 192 0,0-2-160 0,-2 0 160 16,-2 1 0-16,-1 0 0 0,-2-1 0 0,-3 3 0 0,-2 4 0 15,-3 4 0-15,-1 2 0 0,-3 4 192 16,-4 4 0-16,-2 3 16 0,-2 3 0 0,0 1 288 0,-2 6 48 16,0 3 16-16,0 2 0 15,0 3-304-15,0 3-48 0,2 1-16 0,2 0 0 0,1-2-192 0,3 2 144 16,1 0-144-16,3-2 128 0,2 0-128 0,2-1 0 16,2-1 0-16,4-3 0 0,3-1-256 0,3 0-64 15,4-5-32-15,2-1 0 16,-1-4-512-16,3 0-96 0,0-3-32 15,0-3 0-15,0-2 160 0,-1-1 48 0,0-6 0 16,-1 0 0-16,-2-1 560 0,1 0 224 0,-2-4-176 0,-2 0 176 0,1-4 0 0,-2-1 192 16,0-1-16-16,-1-2 0 0,-2 0 128 0,0-1 16 15,-3 0 16-15,0-3 0 0,0 2 112 0,-1-2 0 16,-2 1 16-16,1 2 0 0,-2-3-16 16,-1 4-16-16,-1 3 0 0,-1 5 0 0,-1 4-16 0,1 4 0 0,-2 2 0 0,0 7 0 15,0 0 320-15,0 0 64 0,-3 8 16 0,1 4 0 16,-4 5-432-16,4 2-64 0,-2 5-32 0,1 2 0 15,2 1-288-15,0 5 0 0,-2 4 0 16,2 1 0-16,-1 3 0 0,2 2 0 0,0 0 0 16,0 1 0-16,2-2-496 0,-1 0 0 15,-1-2 0-15,0-3 0 0,1-1-1840 16,-1-3-368-16,0-5-80 0,2-2-9984 0,-2-4-2000 0</inkml:trace>
  <inkml:trace contextRef="#ctx0" brushRef="#br0" timeOffset="30726.92">8706 3650 19343 0,'0'0'848'0,"0"0"192"0,0 0-832 0,0 0-208 0,0 0 0 0,0 0 0 0,0 0 5280 0,0 0 1008 16,11 2 208-16,0 1 32 0,4-3-4288 0,-1-1-848 16,2-2-176-16,2-1-48 0,2 0-432 0,3-2-96 15,2-5 0-15,1 2-16 0,0-1-320 0,1-1-64 16,-1 1-16-16,0 1 0 0,-1 2-224 0,-3 1 0 15,-2 0 128-15,-2 5-128 0,-2 1 0 0,-3 1 0 16,-1 5 0-16,-3 5 0 0,-3 2 0 0,-2 3 0 16,-1 0 0-16,-3 3 0 0,-2 3 0 0,0 3 224 15,-1-1-64-15,1 0-16 0,-1-1-144 16,2-3 128-16,-1 1-128 0,2-2 128 16,0-2-912-16,0-3-192 0,0-4-48 0,2-3 0 15,-2-7-2368-15,0 0-496 0</inkml:trace>
  <inkml:trace contextRef="#ctx0" brushRef="#br0" timeOffset="30890.83">9243 3375 22111 0,'0'0'976'0,"-6"-4"208"0,-1-3-944 0,2 1-240 0,0 0 0 0,5 6 0 16,0 0 5296-16,0 0 1008 0,-4-3 208 0,4 3 32 16,-1-7-4592-16,1 7-928 0,-3-7-176 0,3 1-32 15,3-1-1328-15,1 4-256 0,-4 3-48 0,6-8-16 16,2 1-2240-16,0 3-448 0,0 0-80 0</inkml:trace>
  <inkml:trace contextRef="#ctx0" brushRef="#br0" timeOffset="31566.4">9376 3611 33343 0,'0'0'1472'0,"0"0"320"0,0 0-1440 0,0 0-352 0,0 0 0 0,0 0 0 16,0 0 2800-16,6 5 480 0,-6-5 112 15,1 10 0-15,0 3-1120 0,-1 2-224 0,-2 0-64 0,0 3 0 16,-2 3-960-16,-1 3-192 0,-1 1-32 16,-1 1-16-16,1 1-336 0,0-1-64 0,2-2 0 15,1-2-16-15,-1-3-240 0,1-2-128 0,2-2 160 0,-1-2-160 16,1-4 176-16,1-9-176 0,0 0 192 0,0 0-192 16,0 0-128-16,0 0-144 0,0 0-32 0,0 0 0 0,0 0-32 0,8-7-16 15,0-2 0-15,0-4 0 0,-1-1 48 0,4-5 16 16,1-4 0-16,-1-2 0 0,2-3 48 0,2-2 16 15,0 0 0-15,4 0 0 0,-1 0 224 0,-1 2-176 16,0 3 176-16,0 5-160 16,-4 3 160-16,-2 5 0 0,-1 3 0 0,-3 4 0 0,-7 5 0 0,0 0 128 15,4 5-128-15,-1 3 176 0,-1 5 160 0,-2 0 48 16,-1 4 0-16,1-2 0 0,-1 2-224 0,1 0-32 16,0 0-128-16,2-1 192 0,1-2-192 0,1 0-128 15,1 0 128-15,0-4-208 0,1-2 208 0,1-3 0 16,1 0 0-16,1-4 0 0,2 1-368 0,2-2-16 15,-1-3-16-15,1-2 0 0,0-2 128 0,0-2 16 0,-2 0 16 0,1-4 0 16,0 0 240-16,0-1-144 16,-1-1 144-16,2-2-128 0,0-3 128 0,1-1 0 0,-4 1 0 15,0 3 0-15,0 2 0 0,-4 2 0 16,-1 3 0-16,-1 4 0 0,-4 6 256 16,0 0-32-16,0 0 0 0,0 0 0 0,-1 12 224 0,-2 5 64 15,-1 3 0-15,0 4 0 0,1 1-304 0,0-2-48 0,0 1-16 16,1-1 0-16,0 1-144 0,2-4 0 15,2-1 0-15,0-2 0 16,1-3-672-16,1-1-112 0,2-4-32 0,1-1 0 0,-7-8-1296 16,8 4-256-16,1-5-48 0,0-3-16 0,0-4-1376 15,0-1-288-15,2-6-48 0,-1 1-11152 0</inkml:trace>
  <inkml:trace contextRef="#ctx0" brushRef="#br0" timeOffset="31674.77">9964 3388 27759 0,'-10'-13'1216'0,"7"7"272"0,1 1-1184 0,0 0-304 0,1 0 0 0,0 0 0 0,1 5 2112 0,1-7 384 15,-1 7 64-15,4-7 0 0,1 1-2000 0,2-1-416 16,1 0-144-16,3-1-10944 16,4 0-2240-16</inkml:trace>
  <inkml:trace contextRef="#ctx0" brushRef="#br0" timeOffset="31842.23">10250 3205 19343 0,'0'0'848'15,"-5"4"192"-15,5-4-832 0,-4 7-208 0,-2-1 0 0,3 2 0 0,-1 0 6848 0,1 1 1344 16,-1 0 256-16,-1 4 48 0,0 3-5840 0,-2 2-1168 15,2 1-224-15,0 4-48 0,1 0-800 0,0-1-160 16,1 3-16-16,1 1-16 0,-1 1-224 0,1 3 128 0,-1 0-128 16,0 0 0-1,1-1-720-15,-1-2-240 0,2 0-64 0,-2-3 0 16,1 0-1056-16,0-2-224 0,0-1-32 0,-1 0-16 16,-1-7-2336-16,-1-1-480 0</inkml:trace>
  <inkml:trace contextRef="#ctx0" brushRef="#br0" timeOffset="32182.45">9985 3629 17503 0,'0'0'1552'16,"5"-7"-1232"-16,-1-1-320 0,2 1 0 0,0 0 5776 0,3-2 1104 0,2 1 224 0,0 0 32 15,5 1-4512-15,0-3-912 0,1 1-176 0,2 1-48 16,-1 1-512-16,1 0-96 0,0 1-32 0,-2-1 0 16,0 2-384-16,0 2-80 0,-4 3 0 0,-3 3-16 0,0 3-48 0,-1 2-16 15,-3 3 0-15,-1 0 0 0,-1 5-48 16,-2 2-16-16,-2 3 0 0,0 3 0 15,-2-4-112-15,1 1 0 0,1 0-128 0,-1-4 192 16,1-1-192-16,1-2 128 0,-1-1-128 0,1 0 0 16,2-5 0-16,0-1-192 0,-3-7 16 0,0 0 0 15,7 1-1392-15,0-2-288 0,-1-3-48 0,2-3-16 16,1-3-192-16,1-2-64 0,-1-2 0 16,0-3 0-16,-1 0-336 0,-1-3-80 0,1-3-16 0,0-1 0 15,1-1 1584-15,-2 1 320 0,-3-4 64 0,-2 2 16 0,2 1 624 16,0 2 0-16,-1 2 0 0,1-1 0 0,-1 2 592 0,0 3 48 15,1 2 0-15,-1 3 0 0,-1 2-64 0,1 1-16 16,-3 9 0-16,0 0 0 16,0 0-1520-16,0 0-288 0,0 0-64 0,0 0-16 0</inkml:trace>
  <inkml:trace contextRef="#ctx0" brushRef="#br0" timeOffset="32709.23">10719 3488 25791 0,'0'0'2304'0,"0"0"-1856"0,0 0-448 0,-1-4 0 16,1 4 4128-16,0 0 736 16,-4-6 128-16,-3-1 48 0,0 3-2416 0,-3 3-464 15,-1 0-112-15,-4 3 0 0,-2 3-752 0,-1 3-144 0,0 3-16 0,-4 3-16 16,-2 2-608-16,1 2-112 0,1 1-16 0,1 2-16 16,1 1-368-16,5 1 0 0,3-3 0 0,1 1 0 15,5 0-192-15,2-4 0 0,-1-1 0 0,4-2 0 16,1-1-768-1,3-2-144-15,4-1-48 0,2-2 0 16,2-3-448-16,2-4-80 0,2-2-32 0,2-3 0 0,3-1 864 0,1-3 160 0,1-2 48 16,1-1 0-16,1 1-16 15,-1-5 0-15,-2-1 0 0,0-3 0 0,-2 0 656 16,0-1 0-16,-2 1 0 0,0 2 0 0,-3-2 0 16,-2 5 176-16,-3 1-48 0,-3 4 0 0,-1 2 672 0,-5 7 128 0,0 0 32 0,0 0 0 0,0 0 640 0,-2 8 144 15,-2 3 32-15,-1 2 0 0,-2 1-880 0,2 2-160 16,-2-1-32-16,4 4-16 0,0-1-272 0,0-1-48 15,2-3-16-15,2-1 0 0,1 0-224 16,0-2-128-16,1-2 160 0,1-1-160 0,0-2 0 16,2-2 0-16,2-1 0 0,0-1 0 0,-2-2 0 0,2-2 0 15,1-1 0-15,0-2-160 0,1-2 160 0,-3-2 0 16,5-1-144-16,0-2 144 0,1-2 0 0,0-3 0 16,0-4-144-16,1-1 144 0,1-2 0 0,2-1-128 15,1 1 128-15,1-2 0 0,-2 5-128 0,0 4 128 16,-1 4 0-16,-3 4 0 0,-4 1 0 0,-1 4 0 0,-8 4 0 0,0 0 0 15,0 0 192-15,6 12 32 16,-2 1 16-16,-1 4 0 0,-2 0-48 0,1 3 0 0,-1 5 0 0,0-1 0 16,2-4-192-16,2 3 0 0,2-1 0 15,0 0 0 1,5-2-1936-16,2-2-384 0,5-1-80 0,4 0-20096 0</inkml:trace>
  <inkml:trace contextRef="#ctx0" brushRef="#br0" timeOffset="33309.91">11906 3497 14735 0,'0'0'1312'0,"-4"0"-1056"0,-3-2-256 0,2 0 0 0,2 1 8192 15,-2 0 1600-15,-3 1 304 0,2 0 64 0,-2-3-7472 0,-1 2-1472 16,0-1-320-16,1 2-48 0,0 3-336 0,-1 0-80 16,2 1-16-16,0-1 0 0,-3 0-288 0,1-2-128 15,-1 1 0-15,2 0 128 0,-1 2-128 0,2 1-256 16,1-2 64-16,-1 1 16 15,-2 1-240-15,1-2-48 0,2 1-16 0,-1-2 0 16,2 2-32-16,-1 0-16 0,-2 1 0 0,1 1 0 16,1-3-64-16,1 3-16 0,-2-2 0 0,3-1 0 15,-1 0 0-15,0 0 0 0,5-3 0 0,0 0 0 0,-4 5 160 0,4-5 48 16,-3 8 0-16,3-8 0 0,0 8 160 0,2 1 48 16,-2-9 0-16,5 6 0 0,-5-6-80 0,9 4-16 15,3 1 0-15,-1-1 0 0,2-1 288 0,3-2-192 0,2-2 192 0,0 0-160 16,1-2 160-16,2-1 0 15,2 0 0-15,2 0 0 0,-4-2 256 0,0-5-32 16,-2 1 0-16,1-2 0 0,1-1 16 0,-6 1 0 16,2-1 0-16,4 0 0 0,-1-1-96 0,0-2-16 15,0 1 0-15,-2-5 0 0,0-1 64 0,-1-2 16 16,-1-2 0-16,-2-1 0 0,1-2 48 0,-4 1 0 0,0 1 0 16,-3-8 0-16,-3 3 0 0,-1 1 0 0,-3 0 0 15,0 0 0-15,-3 4-64 0,1 2-16 0,-3 3 0 0,0 1 0 16,-1 4-176-16,-1 3 160 0,1 1-160 0,2 4 160 15,2 2 80-15,-1 2 16 0,-5 4 0 0,1 1 0 16,2 4 80-16,0 2 32 0,0 2 0 0,0 5 0 0,-1 7-96 0,-1 5-16 16,1 3 0-16,0 6 0 0,0 7 96 0,0 2 16 15,-1 5 0-15,0 1 0 0,1 4-16 16,-2 1 0-16,2 2 0 0,-2 2 0 0,0 1-48 0,0-3-16 16,-1 0 0-1,-1-2 0-15,0-3-80 0,0-2-16 0,0-2 0 0,0-2 0 0,-2-1-192 0,2-6 128 16,1-1-128-16,0-4 0 0,1-3 0 0,-1-2 128 15,3-3-128-15,1-2 0 16,0-4-1168-16,0-3-288 16,1 0-48-16,3-5-14592 0,1 0-2912 0</inkml:trace>
  <inkml:trace contextRef="#ctx0" brushRef="#br0" timeOffset="34804.69">13092 3415 22111 0,'3'-13'976'0,"-3"13"208"0,0 0-944 0,1-7-240 0,-1-2 0 0,0 2 0 0,0-1 4896 0,-1 1 928 16,-3 1 192-16,4 6 48 0,-8-4-3248 0,-3 2-640 15,0 4-128-15,-1 2-16 0,-1 2-880 0,0 5-160 16,-3 0-32-16,-2 5-16 0,-2 2-496 0,1 3-112 16,1 1-16-16,-1 2 0 0,2 0-176 0,3 1-144 15,2 0 192-15,6-1-192 0,2-2 0 0,4-1 0 16,2-3 0-16,6-3-192 15,7-2-1024-15,4-3-208 0,2-4-48 0,3-3 0 16,0-3-496-16,5-6-96 0,2-1-32 0,3-5 0 16,-1-4-160-16,1 1-48 0,0-5 0 0,-2 1 0 15,1-1 1200-15,-3 2 224 0,-3-1 48 0,-3 3 16 0,-5-3 816 0,-3 4 144 16,-3 2 48-16,-3 0 0 0,-5 3 1552 0,-5 10 320 0,-1-6 64 16,1 6 16-16,-9-1 432 0,-1 3 96 0,-2 3 16 0,-1 3 0 15,-4 1-1280-15,1 3-240 0,1 1-48 0,0 0-16 16,0 4-560-16,0-1-112 0,2 1-32 0,3-2 0 15,1-2-224-15,2-1-48 0,2-1-128 0,4-2 192 16,1-1-192-16,0-8-288 0,6 5 64 0,3-1 16 16,3-2-448-1,1-2-96-15,3-2-16 0,1-2 0 0,0-3 64 0,1-2 0 16,3-1 0-16,-2-3 0 0,1-2 352 0,-1 0 80 0,1-4 16 0,-1 1 0 0,0-4 256 16,0 1 0-16,-2-1 0 0,-1 1 0 0,-2-1 0 15,1 2 0-15,-1 2 0 0,-2 5 0 16,-2 0 0-16,-1 5 224 0,0 3-32 0,-2 2-16 0,-7 3 464 15,0 0 112-15,0 0 16 0,1 13 0 0,-1 4-112 0,-1 3-16 16,-2 2 0-16,-2-1 0 0,1 1-288 0,0 2-64 16,0-4-16-16,0 3 0 0,0-3-96 0,2 0-32 15,2-2 0-15,0-1 0 0,1-2-144 0,2-4 0 16,-1-2 0-16,1-2 0 0,-3-7 0 0,0 0-256 0,0 0 64 16,10 0 16-16,0-1-112 0,-1-7-32 15,2-1 0-15,0-2 0 0,-1-2 80 0,-1-1 16 16,3-3 0-16,1-3 0 0,0-2 64 0,0-3 16 15,2 1 0-15,0-2 0 0,0 0 16 0,-1 2 0 16,0 2 0-16,-1 2 0 0,-1 5 128 16,-2 3-208-16,-2 4 80 0,-8 8 128 0,0 0 0 0,5 7 0 0,-2 3 0 0,-2 3 0 15,1 1 256-15,-2 2 80 0,-2 1 16 16,2 0 0-16,0 0-208 0,0-1-144 0,0-2 192 0,2-1-192 16,0-3 0-16,2 2 0 0,-1-5 0 15,2-1 0-15,3-2 0 0,1-1-176 0,1-2 0 0,2-2 0 16,0-3-336-1,0-1-64-15,1-2 0 0,1-2-16 0,0-3 144 16,1-2 16-16,0 0 16 0,0-3 0 0,-1 0 272 0,0 0 144 0,-2-2-160 0,0 1 160 16,-2 0 0-16,1 4 0 0,-4 1-128 0,0 3 128 0,0 5 0 15,-7 5 0-15,0 0 0 0,0 0 0 0,2 11 544 0,-1 3 0 16,-1 3 0-16,-1 2 0 0,-1 2-160 0,0 0-16 16,1 0-16-16,1 0 0 0,0-2-352 0,0 0 0 15,1-4 0-15,2 0 128 0,-1-4-128 0,4 0 0 16,0-3-128-16,3-2 128 15,0-2-1152-15,3-1-160 0,1-3-32 0,-1-3 0 16,1-5-512-16,3-2-96 0,1-2-32 0,-1-4 0 16,4 2-480-16,0-3-96 0,-1-1-32 15,1-2 0-15,-1-2 1440 0,0 0 272 0,-3-1 64 0,0-1 16 0,-3 5 800 0,-1-1 0 16,-3 6 0-16,-1 5 192 0,-2 2 1344 0,-6 7 256 16,0 0 48-16,0 0 16 0,4 7 1072 0,-1 6 208 15,-2 4 64-15,-1 2 0 0,-1 5-1392 0,0-1-272 16,-1 3-48-16,1 1-16 0,-2 1-720 0,1 3-160 15,-1 0-16-15,1 5-16 0,-1-2-320 0,0 1-64 16,2-3-16-16,0 2 0 0,1 1-160 0,0-1 0 0,0-2 0 16,-2-4 128-16,1-3-128 0,0-3 0 15,-1-4 144-15,1 1-144 0,0-5-160 0,0-1-96 0,-2-2-32 16,2-5 0-16,1-6-32 0,0 0 0 0,0 0 0 16,0 0 0-1,-4-5-240-15,1-3-48 0,2-2-16 0,1-7 0 16,0-7-80-16,1-4 0 0,0-4-16 0,2-2 0 15,1-2 208-15,1-3 64 0,2-4 0 0,1 0 0 16,1-3 256-16,1 3 192 0,1 0-208 0,-1 3 80 16,2 3 256-16,1 3 64 0,-3 2 16 0,1 3 0 0,-2 4 208 0,0 6 32 0,0 0 16 0,1 5 0 15,1 1 192-15,-2 3 48 0,1 0 0 0,1 4 0 16,-1 1-288-16,1 2-48 0,0 0-16 0,0 3 0 16,1 3-352-16,-3 0 144 0,-2 2-144 0,0 4 0 0,-2 4 0 15,-1 4 0-15,-3 4 0 0,-1 4 0 0,-2 2 0 16,-2 2-192-16,-3-1 16 0,1 0 16 0,-1-4-64 15,0 1-16-15,-3-1 0 0,1-2 0 16,0-1-848-16,1-3-192 0,1-2-16 0,1-5-16 16,0-3-1968-16,2-1-400 0,4-7-80 0</inkml:trace>
  <inkml:trace contextRef="#ctx0" brushRef="#br0" timeOffset="35941.86">14815 3114 26719 0,'0'0'1184'0,"0"0"240"0,0 0-1136 0,0 0-288 0,0 9 0 0,0 0 0 15,0 3 4672-15,0 2 896 16,-1 2 160-16,0 2 32 0,0 3-3408 0,-2 4-688 0,0-1-144 16,1 3-32-16,-1 0-656 0,0-1-128 0,1-3-16 0,-1 0-16 15,2-5-320-15,0-1-64 16,-1-3-16-16,2 1 0 0,2-2-272 0,-1-3 128 0,0-1-128 0,-1-9 0 16,0 0 0-16,0 0 0 0,0 0 0 0,0 0 0 15,0 0 0-15,0 0-176 0,0 0 176 0,0 0-160 16,8-6-16-16,0-5 0 0,-2-1 0 0,2-1 0 15,0-1-16-15,1-3 0 0,2-5 0 0,2-2 0 16,-2 0-576 0,4-1-128-16,0 0-32 0,0 2 0 0,-1 2-1056 0,-1 4-192 15,-1 4-64-15,1 5 0 0,-3 2-2272 0,-1 6-464 16,2 3-80-16,-5 9-32 0,-2 4 1888 0,-1 3 368 0,-4 2 80 0,-3 3 0 16,-2 0 2336-16,3 1 416 0,-1-1 176 0,0-3-16 0,0-2 3808 0,1-1 768 15,1 1 160-15,2-6 32 0,0-3-1984 0,1-2-384 16,-1-8-64-16,4 6-32 0,2 0-944 0,1-2-192 15,-1-2-48-15,4-2 0 0,0-4-512 0,2-1-128 16,-1-1 0-16,2-4-16 16,2 0-288-16,-2-2-48 0,0-2-16 0,1-3 0 15,2-3-112-15,-3 0-32 0,0-3 0 0,-1 1 0 0,-2 0-128 0,1 2 160 16,-4 2-160-16,-1 4 160 0,-3 2-32 0,-1 4 0 16,-2 8 0-16,0 0 0 0,0 0 320 0,-7 6 48 15,-1 1 16-15,-1 6 0 0,-1 6-80 0,-2 3-16 16,0 3 0-16,1-1 0 0,0 1-272 15,3-1-144-15,1-4 160 0,1 3-160 0,2-5 0 0,3 0 0 16,0-1 0-16,2-3 0 0,4-2 0 0,3-3-160 0,0-2 0 16,1-2 0-1,0-4-272-15,3-2-48 0,1-3-16 0,3-2 0 16,1-4-80-16,1 0-32 0,-1-2 0 0,1-2 0 16,0-3 96-16,-2-1 0 0,1-3 16 0,0-3 0 15,0-2 160-15,-2-1 16 0,1 0 16 0,0-3 0 0,-2 2 304 16,-1 2-128-16,-1 3 128 0,-2 2 0 0,-1 3 0 0,-1 5 0 0,-3-1 0 0,1 5 0 15,-2 3 240-15,-4 6 96 0,0 0 32 0,0 0 0 16,0 0 288-16,0 0 64 0,0 0 16 0,0 0 0 16,1 8-480-16,2 1-80 0,-2 3-32 0,1-2 0 15,1 4-144-15,1 2 0 0,1 2 0 0,-1 3 0 16,0-3 0-16,0 3 0 0,1 0-144 0,0 0 144 0,2-2-160 0,-1 1 32 16,1 0 0-16,-2-1 0 15,0-3-32-15,1-1 0 0,0 0 0 0,1-4 0 0,-1 0 160 0,-1-2 0 16,1-2 0-16,0-1-128 15,3-1 128-15,-1-1 0 0,-2-1 0 0,2-3-128 16,1-2-16-16,1 0 0 0,-1-3 0 16,1-2 0-16,-1-2 144 0,0-1-192 0,2-3 192 0,1-2-192 0,-3 1 192 15,0-2 0-15,0-2 0 0,1-3-128 0,2-2 128 0,-1-2 0 16,-1-1 0-16,0 1 0 0,1 2 0 0,-2 0 0 16,-1 3 0-16,-2-1 0 0,-1 5 256 0,-1 0-32 15,0 5 0-15,-1 2 0 0,0 2 144 0,-3 7 16 16,0 0 16-16,0 0 0 0,0 0 96 0,0 0 16 15,0 0 0-15,0 0 0 0,0 0-272 0,0 0-48 0,0 0-16 16,1 9 0-16,0 0-176 0,0 3 0 16,2-3 0-16,-2 3 0 0,3 1 0 0,0 3 0 15,1-2 0-15,1 2 0 0,-2-1 0 0,1 1 0 16,1-1-144-16,1 4 144 0,-2-4 0 0,0 1 0 16,0-2-128-16,1 1 128 0,-1-4-160 0,0 1 32 0,-1-1 0 15,0-2 0-15,1 1 128 0,-1 1 0 0,-1-2-144 16,-3-9 144-16,0 0 0 0,0 0 0 0,0 0-144 0,0 0 144 15,0 0-192-15,0 0 32 0,0 0 0 0,0 0 0 16,4-7-48-16,1-1-16 0,0-2 0 0,0-2 0 16,2-1 224-16,-1-1-176 0,1-3 176 0,1-3-160 15,-1-1 160-15,2 1 0 0,3 0-144 0,-1-2 144 16,-2 2 0-16,1 3 0 0,1 3 0 0,-1 2 0 16,-2 2 208-16,0 3 16 0,-2 6 0 15,-6 1 0-15,0 0 224 0,0 0 32 0,0 0 16 0,4 7 0 0,-1 4-112 16,-2 4 0-16,-1 2-16 0,0 3 0 0,-1 4-64 15,-1 1-16-15,1-2 0 0,0-1 0 0,1-1-288 0,0-3 0 16,-1-1 0-16,2-2 0 16,3-2-1856-1,0-2-288-15,0 0-48 0,1-3-13136 0,3-4-2624 0</inkml:trace>
  <inkml:trace contextRef="#ctx0" brushRef="#br0" timeOffset="36106.78">16260 2884 30399 0,'-13'4'1344'0,"13"-4"288"0,-7-2-1312 0,7 2-320 16,0 0 0-16,0 0 0 0,0 0 3968 0,0 0 736 15,0 0 144-15,0 0 16 0,0 0-3968 0,-2 8-896 16,0-1 0-16,4 1 0 16,0 0-1936-16,4 0-304 0,0 1-48 0,3 0-16544 0</inkml:trace>
  <inkml:trace contextRef="#ctx0" brushRef="#br0" timeOffset="36761.97">16543 3321 10127 0,'0'0'896'15,"0"0"-704"-15,-3-6-192 0,1-3 0 0,-1-2 7552 0,0 1 1488 16,0 2 304-16,-3-1 48 0,2 1-6384 0,-2 1-1264 16,6 7-256-16,-11-5-48 0,0 4-288 0,-4 1-48 15,-3 2-16-15,1 5 0 0,-1 5-592 0,-3 2-128 16,0 0-32-16,-1 3 0 0,1 2-80 0,3-2 0 15,1-2-16-15,3 1 0 0,3 2-240 0,3-5 128 16,3 0-128-16,5-1 0 16,1-3-784-16,5 0-256 0,0-4-48 0,5 1-16 15,6-3-624-15,0 0-128 0,1-2-32 0,3-2 0 16,-2-4 672-16,1-2 128 0,-1 2 16 0,0-1 16 16,-2-1 128-16,-2-1 32 0,0 2 0 0,-1-2 0 0,-1-2 1024 0,-1-1 192 15,-1-1 64-15,0 2 0 0,-1-1 832 0,1 1 192 16,-1-2 16-16,0 2 16 0,4 2-432 0,-4 2-96 0,-2-1-16 0,-2 4 0 15,-6 3-192-15,0 0-64 0,6 7 0 0,-3 2 0 0,-1 1 320 16,-1 2 48-16,0 3 16 0,1-1 0 16,-2 3-560-16,0 1-96 0,-2-2-32 0,1-1 0 15,0-2 0-15,1 0 0 0,1-1 0 0,0-1 0 0,1-2-208 16,0-1-128-16,1-2 128 0,-3-6-128 16,0 0 0-16,6 3 0 0,-6-3 0 0,8 0 0 0,0-2 0 15,0 0 0-15,-3-2 0 0,2-1 0 0,-1-2 0 0,2-2 0 16,0-4 0-16,2 0 128 0,2-1-128 0,2-3 0 15,1-3 0-15,2-2 0 0,1-3 0 0,0 0 0 16,0 1 0-16,1 0-128 0,-4 2 128 16,1 5 0-16,-2 0 0 0,-3 5-128 0,-1 5 128 0,-2 1 0 15,-3 2 0-15,-5 4 0 0,0 0 288 0,7 10-16 16,-3-3 0-16,-1 5 0 0,0 5-48 0,0 0-16 16,-1-3 0-16,2 2 0 15,0 1-624-15,4-1-128 0,0-3-32 0,1 1 0 16,0-1-1088-16,1-1-240 0,1-2-32 0,3 1-13328 15,8-4-2656-15</inkml:trace>
  <inkml:trace contextRef="#ctx0" brushRef="#br0" timeOffset="37002.98">17557 2605 22111 0,'0'0'1968'0,"0"0"-1584"16,0 0-384-16,0 0 0 0,-9-1 6800 0,9 1 1280 0,0 0 256 0,-9 5 48 15,1 3-6080-15,0 4-1216 0,0 0-240 0,1 6-48 16,-3 3-160-16,1 9-16 0,-1 5-16 0,-2 1 0 16,-1 5-400-16,-1 6-80 0,2-4 0 0,-1 8-128 15,0 3 160-15,-3 5-160 0,-2 4 128 0,1 1-128 16,-2-8 128-16,2 0-128 0,-2-2 128 0,2 0-128 16,-1-6 0-16,1-2 0 0,0-3 0 0,3-3 0 31,0-2-1088-31,2-2-160 0,-2-2-32 0,-1 5-23232 0</inkml:trace>
  <inkml:trace contextRef="#ctx0" brushRef="#br0" timeOffset="37687.79">17611 3462 47519 0,'0'0'2112'0,"0"0"416"0,0 0-2016 0,0 0-512 0,10-3 0 0,0 1 0 16,1-3 480-16,1-2 0 0,2-3 0 0,2-1 0 15,-1-1 416-15,2-1 96 0,1-2 16 0,2-4 0 16,-2-1-448-16,1-3-96 0,-3-1-16 0,3-2 0 16,-1 0-176-16,0-3-32 0,-1-1-16 0,0 0 0 15,0-1-224-15,-3 1 176 0,-3 1-176 0,-2 3 160 0,-3 5-160 0,0 1 0 16,-4 5 144-16,-2 3-144 0,-1 4 144 0,1 8-144 15,-7-2 192-15,-2 6-192 0,-1 6 224 0,-3 4-64 16,-3 8-16-16,1 3 0 0,-2 7-144 0,0 1-144 16,0 3 144-16,2 0-208 15,2 1 208-15,3-2 0 0,3 0 0 0,5-6 0 0,2-2 0 16,2-3 0-16,2-6 0 0,3 0 0 0,2-5 0 16,1-1 0-16,2-4 0 0,1-3 0 15,3 0-448-15,1-5-160 16,1-5-32-16,0 0 0 0,-1-3 80 0,0-1 16 15,0-3 0-15,0-4 0 0,0-2 288 0,-3-3 48 0,2-1 16 16,-2-5 0-16,1-2 192 0,-2 0 0 0,-2 1 0 16,0-2 0-16,-2-2 0 0,0 5 160 0,-1 0-160 0,-2 6 192 0,0 2 128 15,-2 5 48-15,-2 2 0 0,0 5 0 0,-2 7 240 0,0 0 48 0,0 0 16 16,0 0 0-16,0 0-352 0,5 7-64 16,-1 3 0-16,1 1-16 0,1 5 16 0,2 3 0 15,1 0 0-15,2 2 0 0,1 1 0 16,-1 0 0-16,1 1 0 0,2 1 0 15,1-1-640-15,-1-1-112 0,2-1-16 0,1-1-16 16,0-3-352-16,-2-2-64 0,0-1-16 0,-1-1 0 16,-2-6-1264-16,-2 1-256 0,-1 0-48 0,0-3-11616 0,-2-2-2304 15</inkml:trace>
  <inkml:trace contextRef="#ctx0" brushRef="#br0" timeOffset="37860.46">18445 3004 34095 0,'-9'7'3024'0,"-2"2"-2416"0,-2 3-480 0,-1 3-128 0,-3 6 3648 0,-2 4 704 16,-5 2 128-16,1 2 48 0,-2 1-3120 0,1 0-608 16,2 0-128-16,1 0-32 0,2-1-272 0,3-2-64 15,3-5-16-15,3-1 0 16,2-4-1408-16,3-3-288 0,2-1-48 0,6-1-13584 16,3-1-2704-16</inkml:trace>
  <inkml:trace contextRef="#ctx0" brushRef="#br0" timeOffset="38062.99">18605 3093 20271 0,'0'0'896'0,"0"0"192"0,0 0-880 0,0 0-208 0,-1 8 0 0,0 1 0 0,-1 0 6864 0,1 3 1328 16,-1 2 272-16,-1 3 48 0,-1 4-5888 0,0 5-1168 16,0 0-240-16,2 4-64 0,-1 0-736 0,0 0-160 15,1 0-16-15,0 0-16 0,1-1-224 0,0-1 0 16,0 0 0-16,1-1 0 0,-2-3-208 0,2-4-96 15,-1 3-16-15,1-6 0 16,-1-3-1344-16,1-2-256 0,0-3-64 0,0-3-16 16,0-6-1456-16,0 0-304 0,0 0-48 0,0 0-13520 0</inkml:trace>
  <inkml:trace contextRef="#ctx0" brushRef="#br0" timeOffset="38280.21">18638 3038 44463 0,'0'0'1968'0,"0"0"400"0,0 0-1888 0,0 0-480 15,0 0 0-15,0 0 0 0,0 0 1552 0,0 0 224 0,0 0 32 0,9-2 16 0,2 0-960 0,0 1-192 16,4 2-32-16,0-1-16 0,1 0-496 0,1 2-128 16,1-1 0-16,0 2 0 0,-1 0 0 0,2 4 0 15,-4-1 0-15,-2 2 0 0,-1 5-144 0,-3-1-48 16,-4 0-16-16,-2 2 0 0,-2 3 0 0,-5 3 0 16,-5 1 0-16,-1 2 0 0,-5-1 208 0,0 0 0 15,-4-2 0-15,1-2-144 0,-1 2 144 0,0-3 0 16,2-3 0-16,4-2 128 15,3-4-1472-15,2-3-272 0,3-3-64 0,5-2-12656 16,0 0-2544-16</inkml:trace>
  <inkml:trace contextRef="#ctx0" brushRef="#br0" timeOffset="38627.24">19075 3020 36287 0,'0'0'1600'0,"0"0"336"0,0 0-1552 0,-4 7-384 15,-3 2 0-15,-1 2 0 0,-3 2 2944 0,-4 3 512 16,0 5 112-16,-2 1 16 0,-3 2-1792 0,1 2-368 15,-1 0-64-15,1 1-16 0,2-1-544 0,1 2-112 0,3-5-32 0,4-2 0 16,1-3-528-16,4-5-128 0,3-1 0 0,3 0 0 31,4-5-640-31,4 0-96 0,2-2-32 0,2-4 0 16,2-1-496-16,1-3-96 0,1-4-32 0,1-2 0 16,1-3 464-16,0-1 96 0,-3 0 0 0,-2-4 16 0,0 0 112 15,-1-2 0-15,-2-1 16 0,-3 1 0 0,0-5 528 0,-1 5 160 0,-2-2 0 0,-1 1 0 16,-1 2 208-16,-1 4 160 0,-2 2 16 0,1 1 16 15,-2 4 432-15,-2-3 64 0,2 10 32 0,0 0 0 16,0 0-16-16,0 0 0 0,0 0 0 0,0 0 0 16,-4 6-464-16,0 1-80 0,0 1-32 0,2 4 0 15,1-2-336-15,1 3 0 0,0 2 0 0,1 0 128 0,0 1-128 16,0 1 0-16,2 0-128 0,1 3 128 16,1-5-944-1,2 1-96-15,-1-3-32 0,1 0 0 0,1-1-1120 0,-2-2-240 16,-6-10-32-16,8 4-10336 0,1 1-2080 0</inkml:trace>
  <inkml:trace contextRef="#ctx0" brushRef="#br0" timeOffset="38982.4">19347 2974 44175 0,'0'0'1952'0,"0"0"416"0,-4 4-1904 0,-1 1-464 0,2 3 0 0,1 1 0 16,-1-1 1632-16,-1 5 224 15,-1 3 64-15,1 3 0 0,-1 0-608 0,1 2-112 16,0-1-32-16,0 3 0 0,2-3-560 0,-1 0-112 0,2 0-32 15,-1-2 0-15,1-1-272 0,0-2-48 0,1 0-16 0,1-3 0 16,2-3-128-16,-3-9 0 0,0 0 0 0,0 0 128 16,0 0-128-16,0 0 0 0,0 0-192 15,8 0 192-15,-2-3-224 0,1-3 80 0,-2-2 16 0,1 0 0 16,3-4 128-16,1-2-160 0,-1-2 160 0,1-2-160 16,2-3-16-16,2 0 0 0,1-1 0 0,0 0 0 15,0-2 16-15,0 2 0 0,-1 1 0 0,0 3 0 16,-3 4 160-16,0 2-192 0,-3 4 192 0,-2 2-192 15,-1 0 64-15,-5 6 0 0,0 0 0 0,0 0 0 16,0 0 384-16,5 11 64 0,-2 2 32 0,0 3 0 0,-2 1-176 16,-1 2-48-16,0 2 0 0,0 1 0 0,0 0-128 0,0 2 0 15,-1 1 0-15,1-3 0 16,0 0-496-16,2-1-128 0,1-3-16 0,1-1-16 16,1-1-1328-16,3-3-256 0,2-4-48 0,3-1-12256 15,2-7-2464-15</inkml:trace>
  <inkml:trace contextRef="#ctx0" brushRef="#br0" timeOffset="39351.19">20037 2927 12895 0,'-7'-13'1152'0,"3"9"-928"15,-2 1-224-15,-1 0 0 0,0 3 7696 0,-4 1 1504 16,-1 1 288-16,-1-1 64 0,-1 0-6272 0,-2 2-1248 16,-2 1-256-16,0 2-48 0,0 1-816 0,-1 1-144 15,0-2-48-15,-1 3 0 0,1 0-400 0,0 2-64 16,2 0-32-16,2 1 0 0,0 0-224 0,2-3 176 15,2 3-176-15,0 0 160 0,3-1-160 0,3 1 0 16,1 0 0-16,2-1 0 0,0-3-144 0,4 1-16 16,0-1 0-16,2 0 0 0,1-1-48 0,3-1-16 0,0-1 0 0,3 1 0 15,0-1 224-15,2 1 160 16,0-1-32-16,2-1 0 0,0-1-336 0,2 0-80 0,0 1-16 16,0-2 0-16,-1 2 304 0,-1-1 0 0,0 2-128 15,-3 0 128-15,-3-1 0 0,-2 3 0 0,0-4-128 0,-2 4 128 16,-3 2 0-16,-2-1 0 0,-3 2 0 15,-2 2 0-15,-4 0 0 0,-2 0 128 0,-2-2-128 0,0 0 144 0,-1 2-144 0,-1 0 160 16,-2-4-160-16,2-1 160 0,0-1-160 16,1-2 0-16,1-2 0 0,0 0 0 15,1-2-832-15,2 0-128 16,1-2-48-16,1 0 0 0,3-2-1744 16,2-3-336-16,4-2-80 0,3-4-16688 0</inkml:trace>
  <inkml:trace contextRef="#ctx0" brushRef="#br0" timeOffset="39498">20068 2947 21183 0,'0'0'1888'0,"0"0"-1504"16,0 0-384-16,-2 8 0 0,-1 1 6144 0,0 0 1152 16,-1 1 224-16,0 1 48 0,1 3-4896 0,-3 5-992 15,1-3-192-15,0 4-32 0,1-2-784 0,1 2-160 16,-1 2-16-16,2-2-16 0,1 0-480 0,1 1 0 16,1-1-128-16,1-2 128 15,1-2-2832-15,2-2-464 0,2-4-96 0,2 1 0 0</inkml:trace>
  <inkml:trace contextRef="#ctx0" brushRef="#br0" timeOffset="39651.31">20128 2914 42847 0,'-13'-10'1904'0,"13"10"384"0,0 0-1840 0,0 0-448 0,0 0 0 0,0 0 0 16,0 0 512-16,0 0 0 0,0 0 0 0,0 0 0 15,0 0-1088 1,12 6-224-16,3 1-32 0,4 0-16 0,2-1-2288 0,2 1-464 0,4-1-96 0,2 1-11088 15</inkml:trace>
  <inkml:trace contextRef="#ctx0" brushRef="#br0" timeOffset="40131.69">20442 2970 31439 0,'0'0'1392'0,"0"0"288"0,-1 7-1344 0,-2 2-336 0,-2 0 0 0,-1 0 0 15,-3 2 4016-15,-2 1 720 0,-2 1 160 0,-1 1 32 0,-2 2-2672 16,-1 0-528-16,-1 4-96 0,1 0-32 16,0-2-736-16,1 0-160 0,1 0-16 0,0 1-16 0,2-2-320 15,3 0-64-15,1-3-16 0,2 0 0 0,2-2-272 0,1-3 0 16,1-2 128-16,3-7-128 0,0 7 0 15,0-7-144-15,0 0 16 0,0 0 0 0,0 0-112 0,0 0-16 16,8 0 0-16,1-1 0 0,1-5 112 0,0-1 16 16,2-3 0-16,1-2 0 0,0-2 128 0,4-2 0 15,2-1 0-15,3-1 0 0,3-4 0 0,1-2 0 16,0-1 0-16,2 1-128 0,-2 0 128 0,0 4-128 16,-7 5 128-16,0 1-128 0,-2 2 128 15,-2 4 224-15,-2-1-48 0,-1 5-16 0,-1 1 64 16,-2 3 16-16,-2 3 0 0,0 1 0 0,0 1 32 0,-2 2 16 15,-1 0 0-15,-2 4 0 0,1 4-288 0,-2 1 160 0,0 0-160 0,-1 2 128 16,0-2-128-16,-1 2 0 16,0 1 0-16,0 1 0 0,-1-4 0 0,1 2 0 0,0 0 0 15,-1-2 0-15,0-2 0 0,0-2 0 16,1 0 0-16,0-1 48 0,0-2-48 0,-1-2 0 0,2-7 0 0,0 0 0 16,0 0 0-16,0 0 0 0,0 0 0 0,0 0 0 15,5-7 0-15,3-3 0 0,0 0 0 16,2-3 0-16,4-3 0 0,1-2 0 0,3-2 0 0,2 1 0 15,3-1 0-15,2-2-240 0,1 2 80 0,-2 3 16 0,-3 3 144 16,-3 4 0-16,-1 2 0 0,-4 4-128 0,-3 3 128 16,-3 2 0-16,-7-1 128 0,2 9-128 0,-2 4 160 15,-1 3-32-15,-2 1-128 0,1 2 192 0,-2 2-128 16,3 0-64-16,-1 1 0 0,2 0 0 0,0 2 0 16,2-2 0-16,-2-1 0 0,4 0 0 15,1-6-768-15,1 0-128 0,1-2-48 0,2 0-15952 16,5 2-3200-16</inkml:trace>
  <inkml:trace contextRef="#ctx0" brushRef="#br0" timeOffset="41360.58">21423 3090 5519 0,'10'-31'496'0,"-5"17"-496"0,2-7 0 0,-1 0 0 16,1 3 6272-16,1-2 1152 0,1 2 224 0,1 0 48 0,-2 1-2912 0,1 4-592 16,-1 1-112-16,0 5-32 0,-8 7-1824 15,0 0-368-15,9 6-80 0,-1 2-16 0,-2 2-928 0,-2 4-176 16,0 6-32-16,-4 6-16 0,0 4-80 0,0 5-16 15,-1 3 0-15,0-2 0 0,-1 0-288 0,0-2-64 16,0-4-16-16,2-3 0 0,3-2-144 0,0-3-192 16,-1-3 32-16,2-3 16 0,1-3 144 0,0-6 0 15,1-1 0-15,-6-6 0 0,8 1 0 0,-1-1 0 16,0-1 0-16,1-4 0 0,1-3 0 0,0-1 0 16,-1-3 0-16,1-2 0 0,0-2 0 15,1-2-160-15,0 0 160 0,0-2 0 0,0-1-144 0,2-2 144 16,-1-2 0-16,0 2-144 15,1 0 144-15,-2 6 0 0,2 2 0 0,-1 4 0 0,-2 4 0 0,-3 1 0 0,-6 6 0 0,0 0-128 16,0 0 128-16,7 9 0 16,-2 5 128-16,0 0-128 0,-1 2 160 0,-1-1-32 15,1 2-128-15,0 0 192 0,1 0-192 0,-1-1 0 0,2-3 0 0,1-2 0 16,1 0 0-16,-1-2 0 0,3-2 0 16,-1-2 0-16,0-1 0 0,0 0 0 15,-1-4-144-15,1 0 144 0,-1-4 0 0,-1 0 0 0,1-1 0 0,-1-2 0 16,-2-1 0-16,2-1 0 0,-1 0 0 15,1-3 0-15,-2-2 0 0,1-3 160 0,1-1-160 16,1-3 192-16,-1-1-192 0,3-1 0 0,0 0 0 16,0 1 0-16,1-4-320 0,1 1-64 0,-1 0 0 0,2 4 0 15,0 3-1056-15,-1 2-224 16,0 3-32-16,-2 3-16 0,1 3-1168 0,2 2-256 16,0 4-32-16,0 1-16 0,0 0-480 15,0 1-112-15,1 4 0 0,1-2-16 0,-1 0 2816 0,-1-1 560 0,-3 1 112 0,0 3 32 16,-4 4 1808-16,-1 0 352 0,-3 0 80 0,-4 3 16 0,2 2 1248 0,-2 2 256 15,-4 2 48-15,-1 2 16 0,-4 0-1072 16,0 1-224-16,0 0-32 0,1 0-16 0,-1-3-1056 16,2-1-192-16,1-2-64 0,3-2 0 0,0-1-496 0,1 0-96 15,1-4-32-15,1-1 0 0,2-8-272 0,0 0-176 16,0 0 32-16,0 0 0 0,0 0 144 0,0 0-192 16,8 1 192-16,-1-2-192 0,2-3 0 0,2-1 0 15,-1-3 0-15,2-1 0 0,1-4 192 0,0-1-128 16,0-3 128-16,2-2-128 0,-1 0 128 0,3-2 0 15,0-4 0-15,1 3 0 0,0 0 0 0,1 1 0 16,-3 1 0-16,0 3-128 0,-3 4 128 0,0 3 0 16,-1 3 0-16,-2 2 0 0,-2 0 0 0,0 2 0 0,-8 3 128 0,0 0-128 15,7 7 240-15,-4 1-32 16,0 2 0-16,-2 3 0 0,1 3-80 0,-2 1 0 16,0 2-128-16,0 1 192 0,0 0-192 0,0-1 0 15,1 3 0-15,3-2 0 0,0-5 0 0,1-2 0 0,-1 1 0 16,1-5 0-16,0 0 0 0,2-3 0 0,2-1 0 15,-1-2 0-15,0-2-208 0,1-2 64 0,0-3 16 0,1 0 0 16,2-1 128-16,2-4-208 0,-1-4 80 16,0-1 128-16,0-2-208 0,2-2 80 0,-2-3 128 15,1-1-208-15,3-3 80 0,1-1 128 0,1-3-208 0,-1-2 80 16,-1-3 128-16,1 0 0 0,0-1 0 0,2 1 0 16,-1 1 0-16,0 5 0 0,-2 3 0 0,-3 3 0 15,-4 2 192-15,1 6 64 0,-2 3 0 0,-1 5 16 0,-3 2-32 16,-5 4-16-16,0 0 0 0,0 0 0 0,0 0 192 0,4 10 32 15,-3 1 16-15,-1 4 0 16,-1 5-320-16,-3 5-144 0,-2 3 128 0,0 4-128 0,0-1 0 0,-1 0 0 16,1 2 0-16,1-3 0 0,-1 1 0 15,1-1-144-15,0-1 0 0,0-2 0 16,1-1-608-16,1-1-112 16,1-3-32-16,-1-3 0 0,2-4-608 0,1 0-128 15,1-8-32-15,2 0 0 0,-3-7-2048 0,9 2-400 0,2-3-96 0</inkml:trace>
  <inkml:trace contextRef="#ctx0" brushRef="#br0" timeOffset="41586.87">23218 2845 8287 0,'-3'-14'736'0,"3"14"-592"0,-5-3-144 0,0 2 0 0,-2 1 7152 0,-2 4 1392 15,-1-1 288-15,-1 2 48 0,0 3-4432 0,-5 2-880 16,0 3-176-16,-2 1-48 0,-3 1-1728 0,2 0-336 0,-2 2-80 0,0 0-16 16,0 0-496-16,2 3-112 15,0 2 0-15,4-5-16 0,2 1-368 0,3-1-192 0,3-1 192 0,3-1-48 16,1 0-144-16,6-2 0 0,2-1 0 0,4-2 0 15,3-1 0-15,2 0 0 16,4-1 0-16,5-1 0 0,4-1 0 0,0-3 0 0,-1-1 0 16,2 0 0-16,-1-1 0 0,4-2 0 15,-4-1 0-15,0 0 0 0,2-1-384 16,-1-1-64-16,1 2 0 0,1-5-16 0,-3 2-1520 0,2 1-288 0,0 1-64 16</inkml:trace>
  <inkml:trace contextRef="#ctx0" brushRef="#br0" timeOffset="49227.55">2997 6623 11055 0,'0'0'976'0,"0"0"-784"0,0 0-192 0,0 0 0 16,0 0 6288-16,-5 11 1216 15,0 1 240-15,1 1 64 0,0-2-4784 0,0 4-944 16,-1 6-192-16,1-1-32 0,-1 4-464 0,0 5-96 0,-3 1-16 0,2 0 0 15,0 2-640-15,1 2-144 0,0 0-32 0,1-1 0 16,2-1-224-16,2-6-48 0,3-2-16 0,2-5 0 16,0 0-176-16,3-4 0 0,1-1 0 0,2-2 0 15,0-5-208-15,4-1-80 0,2 1-16 0,1-3 0 16,2-2-1136-16,0-3-224 0,3-3-64 16,1 0 0-16,0 0-2048 0,3-2-432 15,2-6-80-15</inkml:trace>
  <inkml:trace contextRef="#ctx0" brushRef="#br0" timeOffset="49471.14">3331 6970 30399 0,'0'0'1344'0,"-9"11"288"0,-3-5-1312 0,2 2-320 0,1-1 0 0,9-7 0 15,-8 6 4544-15,8-6 832 0,-7 10 160 0,2 0 32 0,5-10-3744 0,0 0-752 16,0 0-160-16,-3 10-16 0,2 0-512 0,1-10-112 16,0 0-16-16,5 12 0 0,2-3-256 0,1 0 0 15,1 1 0-15,1-1 0 0,2-3 0 0,2 2-192 16,2 0 192-16,-4-3-192 0,-1 4 0 0,2-1 0 15,-1 0 0-15,1 1 0 0,0 0 32 0,-2 0 16 16,-2 2 0-16,-1-1 0 0,-3 1 144 0,-1 0 0 16,-2 1 0-16,-2 1 0 0,-4 0 128 0,-9 17 128 15,0-8-128-15,0-1 16 16,-4-1 16-16,-2-2 0 0,-1-1 0 16,2-4-544-16,4 1-96 0,-2-2-32 0,4-2-15184 0,7-2-3056 0</inkml:trace>
  <inkml:trace contextRef="#ctx0" brushRef="#br0" timeOffset="49859.07">4082 6880 27647 0,'0'0'1216'0,"-7"4"256"15,-2 0-1168-15,0-1-304 0,1 1 0 0,1 2 0 0,-1 3 4352 0,0 6 800 0,0 4 160 16,2 2 48-16,-2 5-3264 0,1 3-656 16,1 2-128-16,-1 2-32 0,2 1-752 0,1-2-144 15,1-1-48-15,2 1 0 0,1-5-336 0,1-1 0 16,1-4-192-16,2-2 64 16,1-4-2160-16,3-5-416 0,-2-3-96 0,5-4-17648 0</inkml:trace>
  <inkml:trace contextRef="#ctx0" brushRef="#br0" timeOffset="50300.13">4189 6816 13823 0,'-17'-18'608'0,"10"12"128"0,0 0-592 0,-3 1-144 0,1 0 0 0,1 1 0 15,1 1 6704-15,1 2 1296 0,1 1 272 0,5 0 48 16,0 0-6224-16,-4 4-1264 0,4-4-240 0,2 9-48 16,2 2-1680-16,3-1-336 0,4 1-64 0,2-1 0 15,1 0-944-15,3 1-176 0,1-3-32 0,2-2-16 16,-1 1-112-16,1-3-32 0,1-1 0 0,-2 1 0 0,-2 0 2160 0,-1 0 432 15,-2 1 96-15,-2 1 16 0,-4-2 2064 0,0 1 400 16,-3 0 96-16,-5-5 16 0,3 8 1008 0,-2 1 208 16,-4 0 32-16,1 1 16 0,-2 1-1072 0,-1 1-224 15,-2 1-32-15,1-2-16 0,-4 4-896 0,0-2-176 16,-3-1-48-16,0 1 0 0,-1-2-544 0,0 1-112 16,0-2-32-16,1 2 0 0,0-3-272 15,3 2-48-15,1-2-16 0,2-1 0 0,0 0-208 0,4-2 0 16,3-6 128-16,0 0-128 0,0 0 0 0,2 8 0 15,3-2 0-15,3 0 0 0,1-2 0 0,3-2-128 16,2 1 128-16,2-2-160 0,2 0 160 0,2-1 0 16,-1 0-144-16,1 0 144 0,1 0 0 0,0 0-144 15,-4 0 144-15,1 2 0 0,-1 0-144 0,-3 0 144 16,-2 1 0-16,0 3-144 0,-2 0 144 16,-2 2 0-16,-3 0 0 0,-1 2 0 0,-3 1 0 15,-2 2 0-15,-3 0 0 0,-2 0 0 0,-4 1 0 0,1 2 0 16,-1-3 0-16,-2-1 128 0,-1-1-128 0,1-2-160 0,1-1 160 15,-1-1-208 1,3-1-1264-16,0-3-256 0,1 1-64 0,8-4 0 16,0 0-2416-16,1-7-480 0,4-4-112 0</inkml:trace>
  <inkml:trace contextRef="#ctx0" brushRef="#br0" timeOffset="50572.17">4773 6974 35471 0,'0'0'1568'0,"0"0"336"0,0 0-1520 0,0 8-384 0,-1 1 0 0,-2 2 0 0,-2 2 3008 0,-3 1 512 16,-1 4 128-16,0 0 0 15,-2 3-1664-15,-2 1-352 0,0 1-64 0,0-4-16 0,-1 2-608 0,2-1-128 16,2-2-32-16,1-1 0 0,3 0-496 0,4-4-96 16,2 0-32-16,1-1 0 0,3-3-160 0,2-3-144 15,4-2 144-15,1-3-208 16,5-1-256-16,2-2-48 0,2-2-16 0,1-3 0 16,1-2-128-16,-1-1-32 0,-2-3 0 0,-1 0 0 15,-2 0 32-15,-3 0 0 0,-1-2 0 0,-6 1 0 0,-2 0 336 0,-1-2 80 16,-3-1 16-16,0 0 0 0,-4 0 224 15,-3 2 0-15,-2-1 0 0,-2 0 0 0,-5 3 0 0,0-2 0 16,-1 1 0-16,0 4 0 16,0 1-464-16,2 2-112 0,2 2 0 0,1 1-16 15,2 2-1840-15,3-1-384 0,7 3-64 0,0 0-15392 0</inkml:trace>
  <inkml:trace contextRef="#ctx0" brushRef="#br0" timeOffset="50878.82">5238 7000 20271 0,'-10'-2'896'0,"6"0"192"0,-1 0-880 0,0-2-208 0,-1 0 0 0,2 1 0 16,-1 1 5600-16,-1 2 1072 0,-2 0 224 0,0 0 32 0,-2 2-3760 15,-2 2-752-15,-2 0-160 0,1 1-16 16,-2 4-960-16,0 3-176 0,-4 3-32 0,2 0-16 0,0-2-576 0,0 2-112 15,2 0-32-15,0 0 0 0,4 0-336 0,-1 1 0 16,4-1 0-16,3 0 128 0,1-2-128 0,3-1 0 16,1-2 0-16,2 2 0 0,6-3 0 0,1 1-160 15,2-2 160-15,0-1-160 16,6-3-288-16,3-2-48 0,1-2-16 0,1 0 0 16,3-1-656-16,0-2-144 0,-1-1-32 0,2-1 0 15,2-3-960-15,-2-1-192 0,-3-1-32 0,1-3-11152 16,1 1-2224-16</inkml:trace>
  <inkml:trace contextRef="#ctx0" brushRef="#br0" timeOffset="51258.13">5378 6736 30399 0,'-9'0'1344'0,"9"0"288"0,-6 0-1312 0,6 0-320 16,0 0 0-16,0 0 0 0,0 0 3984 0,0 0 736 0,0 0 144 0,-2 6 16 15,1 3-2624-15,1 4-528 16,0 2-96-16,1 3-32 0,-1 1-752 0,1 4-144 0,0 3-48 0,1 1 0 15,0 2-320-15,2 2-64 16,0 0-16-16,0-1 0 0,-1-1-128 0,1-3-128 0,0-2 144 0,-1-2-144 16,1-3 128-16,0-2-128 0,-1-2 0 0,-2-2 0 15,3-3 0-15,-1-1 0 0,-3-9 0 0,0 0 0 16,0 0 0-16,0 0 0 0,0 0 0 0,0 0-160 16,0 0 160-16,0 0-192 0,8-6 192 0,-1-2-192 15,0-1 192-15,-2-2-160 0,2-4 160 0,-1 0-160 16,1-3 160-16,0 0-128 0,1-3 128 0,3 0-128 0,-1 0 128 15,2 0 0-15,-2 2 128 0,1 3-128 16,-2 6 0-16,-1-1 0 0,-4 5-192 16,-4 6 64-16,0 0 128 0,0 0 176 0,0 0-48 0,6 9 0 15,-1 1 112-15,1 3 16 0,-4 2 0 0,2 2 0 0,0 0-256 0,1-1 0 16,2 0 0-16,-2 0 0 16,3 1-624-16,1-4-160 0,1 0-48 0,2-1 0 15,1-2-1664-15,4-2-320 0,3-2-80 0,2 0-18432 0</inkml:trace>
  <inkml:trace contextRef="#ctx0" brushRef="#br0" timeOffset="51785.66">5951 6982 13823 0,'-5'-18'608'15,"3"11"128"-15,-1-2-592 0,-1 0-144 0,-2 1 0 0,0 2 0 0,-1 2 6000 0,-3 2 1168 16,-1 4 224-16,-1 2 48 0,-2 2-3632 0,-1 3-736 16,0 3-128-16,0 4-48 0,1 1-1392 0,0 2-288 15,-1 2-48-15,2-1-16 0,2-3-656 0,3-2-144 16,1 0-32-16,3-1 0 0,4-1-192 0,4 1-128 15,1-5 128-15,3 0-128 16,3-2-384-16,0-2-128 0,2-1-48 0,3-1 0 16,1-3-96-16,0 0-32 0,1-4 0 0,-1 1 0 15,0-3 96-15,-3-2 16 0,-2-1 0 0,0 0 0 0,-2-1 384 0,-1 1 192 0,-1 0-192 16,-1-4 192-16,-1 0-144 0,0-1 144 0,0-2 0 0,-1 2 0 16,0 1 0-16,1 1 192 0,-1 2 0 15,0 1 0-15,-1 1 160 0,0 1 32 0,-4 7 0 0,0 0 0 16,0 0 96-16,0 0 32 0,9 1 0 0,-1 5 0 15,-8-6-64-15,6 8 0 0,4 2 0 0,-3 2 0 16,0 1-128-16,-2 1-16 0,-1 2-16 0,-1-1 0 16,-2 1-80-16,0-2-16 0,1-1 0 0,0 2 0 0,1-5-192 15,-2 1 144-15,0-2-144 0,2-1 128 16,-3-8-128-16,0 0 192 0,4 7-192 0,-4-7 192 16,0 0-192-16,0 0 0 0,0 0-192 0,10 2 192 0,-2-4 0 0,1 0 0 15,0-3 0-15,2-2 0 0,1-2-320 0,1-3 48 16,0-2 16-16,2-3 0 0,2-3 96 0,1-2 32 15,2-1 0-15,-2-1 0 0,-1 1-64 0,0 3 0 16,-1-2 0-16,-3 5 0 0,0 4 192 16,-1 4 0-16,-5 2 0 0,0 3 0 0,-1 4 320 0,1 2 32 15,-2 2 16-15,-1 2 0 0,1 3 32 0,-1 3 16 16,-1 2 0-16,-1 5 0 0,1-4-208 0,2 4-32 16,1-1-16-16,-1 1 0 0,0-3-160 0,3-2 0 15,-2 1 0-15,2-5 0 16,0 1-384-16,1-2-96 0,0-2-32 0,0 0 0 15,-1-2-896-15,0-3-176 0,-2-1-32 0,2-1-16 16,0-3-2640-16,0-1-528 0,5-7-96 0,-4-4-32 0</inkml:trace>
  <inkml:trace contextRef="#ctx0" brushRef="#br0" timeOffset="51933.62">6573 6726 45327 0,'-13'3'2000'0,"8"0"432"0,-1 1-1952 0,6-4-480 0,-6 2 0 0,1 2 0 16,0 0 1232-16,0 0 160 0,5-4 16 0,-3 8 16 15,2 0-1024-15,1 1-208 0,1 1-32 0,3-1-16 16,3 2-1888 0,2-1-384-16,2 3-80 0,4-1-16 0,2 0-1872 0,1 1-368 0,0-2-80 15</inkml:trace>
  <inkml:trace contextRef="#ctx0" brushRef="#br0" timeOffset="52152.09">6833 6940 8287 0,'0'0'736'0,"8"-2"-592"0,-1-2-144 0,1 1 0 15,-1-3 5344-15,1 0 1040 0,-1 1 208 0,0-3 32 0,-3-1-2944 0,-2 1-592 16,2 2-112-16,-2 1-32 0,-2 5-1104 0,0 0-240 15,0 0-32-15,0 0-16 0,-9-3-32 0,-2 4-16 16,-2 5 0-16,-1 4 0 0,-1 6-480 0,-2 1-80 16,-2 2-32-16,1 2 0 0,1 1-464 0,1 2-80 15,2-5-32-15,2 1 0 0,4-2-144 0,4-1-48 16,3-1 0-16,2-3 0 0,3 0-144 0,4-5 0 16,4-1 0-16,2 1 0 0,2 0 0 0,3 0-144 15,3-3 144-15,2-2-160 0,5-3-176 0,2-3-48 16,1-1 0-16,2 0 0 15,-2-4-1312-15,4 1-272 0,5-1-48 0</inkml:trace>
  <inkml:trace contextRef="#ctx0" brushRef="#br0" timeOffset="53111.61">8138 6772 19343 0,'0'0'848'0,"0"0"192"0,0 0-832 0,0 0-208 0,0 0 0 15,0 0 0-15,0 0 6208 0,0 0 1184 0,0 0 240 0,-2 9 48 0,-1 0-4480 0,-3 3-896 16,0 4-176-16,-1 2-32 0,-2 4-1120 0,-1 0-208 15,-1 3-64-15,1 1 0 0,1 0-384 0,2-2-96 16,-1-1-16-16,2-3 0 0,-1-3-208 16,4-3 176-16,-1-4-176 0,1 0 160 0,2-4-160 0,1-6 0 15,0 0 0-15,0 0 0 0,0 0-208 0,0 0-32 16,0 0 0-16,8-5 0 16,1-4-144-16,1-3-48 0,0-4 0 0,2 1 0 15,-1-5-48-15,-1 1-16 0,2-4 0 0,0 1 0 0,-1-4 112 0,1 1 0 16,1 1 16-16,-3 0 0 0,-2 1 368 0,0 3-144 0,0 2 144 15,-2 5 0-15,0 4 0 0,-1 2 176 16,-5 7 0-16,0 0 0 0,0 0 336 0,0 0 80 16,0 0 16-16,0 0 0 0,6 8-208 0,0 1-32 15,-2 2-16-15,1-1 0 0,-1 2-208 0,1 2-144 0,0-1 192 0,3 1-192 16,1 2 0-16,3-3 0 0,0 0 0 16,1 2 0-16,2-1 0 0,2 0 0 0,-1 1 0 15,-1-2 0-15,1-3 0 0,-2 0 0 0,-2 0-192 16,0-1 192-16,-3-1-240 0,-2-2 48 0,-4-1 16 15,-3-5 0-15,0 0 176 0,-1 7 0 0,-3-2 0 16,-2 2 0-16,-5-2 0 0,0-1 0 0,-5-2 160 16,-1 2-160-16,-3-3 176 0,1 5-176 0,-2-4 192 15,-2 2-192-15,-4-4 0 0,1 2 0 0,0-1 0 16,3 1 0-16,-2 2 0 0,3-1-352 0,-2-2 48 0,4 1 16 16,1-1-768-16,6 0-160 15,3 0-16-15,3 1-16 0,7-2-2912 0,0 0-576 0</inkml:trace>
  <inkml:trace contextRef="#ctx0" brushRef="#br0" timeOffset="53542.79">8708 6519 6447 0,'-11'-1'576'0,"11"1"-576"0,0 0 0 0,0 0 0 0,0 0 9808 0,0 0 1856 16,-3 4 368-16,1 1 80 0,1 2-8544 0,-3 2-1712 15,1 1-352-15,2 2-64 0,1 2-544 0,0 4-128 16,-3 2 0-16,2 5-16 0,-2 3-400 0,2 5-80 16,0 4-16-16,1-1 0 0,0-1-256 0,1 2 0 15,2-1 128-15,-1-1-48 0,3-5-80 0,-1-2 0 0,0-3 0 0,0-3 0 16,0-4 0-16,0-2 0 0,1-7 0 0,0-1 0 15,-1-2 0-15,0-1 0 0,-4-5 0 0,0 0 0 16,0 0 0-16,0 0 0 0,0 0 0 0,8-2 0 16,-1-4 0-16,-1-3 0 0,-1-4 0 0,2-4 0 15,-1-2 0-15,2-5 0 0,-1-2 0 0,2-4 0 0,-1-2 0 0,3-5 0 16,2-2 0-16,2-1 0 16,2-2 0-16,0 2-160 0,-2 0 160 15,1 4-128-15,-2 1 128 0,1 2-128 0,-4 2 128 0,0 3-128 16,-1 4-336-16,-1 4-64 15,-2 4-16-15,-1 6 0 0,-2 0-688 0,-1 4-144 16,-3 6-32-16,0 0 0 0,0 0-1856 0,0 0-368 0,5 11-80 0</inkml:trace>
  <inkml:trace contextRef="#ctx0" brushRef="#br0" timeOffset="53747.01">8542 6852 35935 0,'0'0'3200'0,"0"0"-2560"0,0 0-512 0,0 0-128 0,0 0 3328 0,0 0 656 16,6-3 128-16,2-1 32 0,0 0-2496 0,4-1-496 15,2 0-112-15,2-2-16 0,3-1-592 0,4 1-128 16,1-4-32-16,4 2 0 0,-1 0-272 0,4 1 0 16,3-4 0-16,3 2 0 15,-1 0-576-15,3-1-208 0,2 1-48 0,-2 1-15136 16,-3-1-3024-16</inkml:trace>
  <inkml:trace contextRef="#ctx0" brushRef="#br0" timeOffset="53910.72">9255 6772 13823 0,'0'0'1216'0,"0"0"-960"0,0 0-256 0,0 0 0 16,0 0 8000-16,0 0 1536 0,8-3 320 0,0 1 64 0,0-2-7104 16,1 3-1440-16,2-1-288 0,2 0-48 15,-1-3-560-15,3 1-112 0,0-2-32 0,5 5 0 0,-2-3-336 0,0 2-128 16,0 2 0-16,1-3 0 15,-4 0-1904-15,0 3-368 0,0 0-80 0,-3 3-12032 16,-1 1-2400-16</inkml:trace>
  <inkml:trace contextRef="#ctx0" brushRef="#br0" timeOffset="54058.2">9202 6910 42095 0,'0'0'1856'0,"0"0"400"0,-6 7-1808 0,6-7-448 0,-2 5 0 0,3 2 0 0,-1-7 1952 0,0 0 288 16,0 0 64-16,0 0 16 0,4 3-992 0,4 0-208 15,1 0-32-15,3-3-16 0,3-3-944 0,4 0-128 16,0 0-160-16,5-3 160 16,2 0-1952-16,2-2-272 0,2 0-48 0,3 2-19408 0</inkml:trace>
  <inkml:trace contextRef="#ctx0" brushRef="#br0" timeOffset="54347.68">9910 6634 24879 0,'-17'4'2208'0,"17"-4"-1760"0,0 0-448 0,0 0 0 15,-13 2 5312-15,2 2 992 0,-1 2 192 0,-2 1 32 16,-2 2-3616-16,-1 2-736 0,-1 2-128 0,0 3-48 16,0 3-896-16,-3 7-176 0,1-2-32 0,5-1-16 15,0 1-688-15,4-1-192 0,3 1 0 0,4-1 128 16,0-1-128-16,4 2 0 0,3-3 0 0,3 1 96 16,3-3-96-16,3-2 0 0,1-2 0 0,5-4 0 15,3 0 0-15,4-9-240 0,-2 2 80 0,5-2 16 16,3-2-208-16,0-2-32 0,-2-2-16 0,0 2 0 0,-1-4 144 15,-3 0 48-15,0-2 0 0,-4-2 0 16,-2-2 208-16,-2 0 0 0,-6-3 0 0,-1-2 0 16,-1-2 224-16,-1 2 32 0,-4-2 16 0,-5 1 0 15,-11 1-16-15,3-2 0 0,2 0 0 0,-1 1 0 0,-3-2-256 0,-5 3-256 16,-5-1 64-16,0 1 0 16,3 3-1600-16,0-2-304 0,-4 3-64 0</inkml:trace>
  <inkml:trace contextRef="#ctx0" brushRef="#br0" timeOffset="55088.16">10904 6882 13823 0,'0'0'608'0,"-5"2"128"0,-1-2-592 15,0 0-144-15,6 0 0 0,0 0 0 0,0 0 9216 0,0 0 1792 0,0 0 384 0,0 0 64 16,0 0-8624-16,9-2-1712 0,3-1-352 0,3 0-64 0,-1-1-304 0,5 1-64 16,4-1-16-16,4 0 0 0,4-1-320 0,2 1 128 15,3 0-128-15,3 0 0 0,1 0 0 0,4 0 128 16,2 0-128-16,2 0 96 0,0-1-96 0,4 1 0 15,2 1 0-15,2 0 0 0,-2-1 0 16,0 1 0-16,-5 2-160 0,-2 1 160 0,-2 0-256 16,-6 1 48-16,-3 2 0 0,-3-1 0 15,-4 0-688-15,-3 0-128 16,-3-2-16-16,-5 0-16 0,-3 0-1456 0,-5 0-304 0,1 0-48 0,-4 0-18336 16</inkml:trace>
  <inkml:trace contextRef="#ctx0" brushRef="#br0" timeOffset="55351.62">11960 6670 21183 0,'-13'-5'1888'0,"13"5"-1504"16,-8-2-384-16,1 2 0 0,0 0 6992 0,2 0 1328 16,5 0 272-16,0 0 48 0,-5 1-6288 0,5-1-1264 15,0 0-256-15,0 0-64 0,0 0 48 0,0 0 0 16,0 9 0-16,1-1 0 0,-1-8-528 0,5 9-96 16,4 0-32-16,2-1 0 0,0 2-160 0,4-1 0 15,2 1 0-15,0-1 128 0,1-1-128 0,3 1 0 16,0-2 0-16,2 3 0 0,2-4 0 0,-2-1-176 15,0 1 176-15,-3-3-192 0,0 3 192 0,-3 2-192 16,-4-2 192-16,-3 1-192 0,0-1 192 0,-4 2 0 0,-2-2 0 0,-3 2-128 16,-3 3 128-16,-4-2 192 0,-1 1-32 15,-4 1-16-15,-3 0-144 0,-3 1 0 0,-1 1 0 16,-2-2 0 0,-1-2-448-16,2 1-192 0,-1-2-16 0,3 0-16256 0,2 0-3248 0</inkml:trace>
  <inkml:trace contextRef="#ctx0" brushRef="#br0" timeOffset="55786.08">12913 6841 38703 0,'-10'-1'1712'0,"6"0"352"0,0-1-1648 0,4 2-416 0,0 0 0 15,0 0 0-15,-1 2 3200 0,-2-1 576 0,3 3 96 0,0 4 32 16,-1-2-2240-16,1 5-448 0,0 0-96 0,2 4-16 16,-2-2-544-16,2 4-112 0,-2-2-32 0,1 2 0 15,0 0-416-15,-1-1 0 0,2-2 0 0,-1 0 0 31,0-3-736-31,1-2-224 0,-1-2-64 0,-1-7 0 0,0 0-1280 0,6 3-256 16,1 0-48-16,1-6-19008 0</inkml:trace>
  <inkml:trace contextRef="#ctx0" brushRef="#br0" timeOffset="56280.37">13289 6296 50271 0,'0'0'2240'15,"0"0"448"-15,0 0-2160 0,0 0-528 0,0 0 0 0,2 9 0 0,2 2 912 0,-1 1 80 16,0-1 16-16,-1 5 0 0,-1 3 304 0,2 4 64 16,-2 4 16-16,1 0 0 0,-2 3-1136 0,1 0-256 15,0 2 0-15,2-1 0 0,1-1 0 0,-2 0 0 16,1-1 0-16,0-2 0 0,1-1 0 0,1-4 0 16,0-1 0-16,0-1 0 0,-1-6 0 0,1-2 0 15,0-2 0-15,1-3 0 0,-1-1 0 0,-5-6 0 16,8 0 0-16,0 0 0 0,-1-4 0 0,0-1 0 15,-1-1 0-15,2-4 0 0,0-3 0 0,0-2-192 16,1-2 64-16,0-4 0 0,2-3 128 0,-1-2-128 16,-1-1 128-16,2-3-128 0,-1-3 128 0,2-1 0 0,-1-1-144 15,1 4 144-15,-1 2 0 0,-1 6 0 0,0 3 0 0,0 6 0 16,-4 4 0-16,1 3 0 0,-7 7 0 16,0 0 0-16,0 0 0 0,7 10 128 0,0 7 0 0,-2 6 0 15,-1 4-128-15,1 2 0 0,1-1 0 0,0 1 128 16,-1-2-128-16,2 2 0 0,2-2 144 0,1 2-144 0,2-3 0 15,0-1 0-15,2-3 0 0,2-5 0 16,-1-3 0-16,1-2 0 0,-2-3 0 0,1-2 0 0,-2-3 0 0,-1-3 0 16,-1 2 0-16,1-7 0 0,-2-2 0 15,0 0 0-15,-1-2 0 0,-1-4 0 16,-2-1 0-16,2-2 0 0,1-4 0 0,-1 0 128 0,-2-1-128 0,1-1 0 16,-1-1 0-16,1-2 0 15,-1-6 0-15,0-2-160 0,-2 0 160 0,1 0-160 16,-1 1-608-16,-2 2-112 15,1 5-16-15,-3 1-16 0,-1 4-1472 0,-1 2-304 0,-2 1-48 16</inkml:trace>
  <inkml:trace contextRef="#ctx0" brushRef="#br0" timeOffset="56464.08">13156 6149 52927 0,'0'0'2352'0,"0"0"464"0,9-5-2240 0,4 3-576 0,4 2 0 16,4-4 0-16,0 1 128 0,2-1-128 16,3 0 0-16,3 0 0 0,1 0 320 0,2 0-32 0,4 1-16 0,0-2 0 15,2 4-528-15,2-3-128 0,3 1 0 0,2 1-15392 16,0-2-3072-16</inkml:trace>
  <inkml:trace contextRef="#ctx0" brushRef="#br0" timeOffset="56619.56">14066 6149 7359 0,'0'0'656'0,"-5"0"-528"0,-1 0-128 0,6 0 0 0,0 0 9536 0,0 0 1856 16,2-7 384-16,-2 7 80 0,0 0-8912 0,8-4-1792 15,2 1-368-15,3 0-64 0,3-2-144 0,1 2-48 16,3 1 0-16,3 0 0 0,4 1-528 0,2 1 0 16,-2 1 0-16,3 2 0 15,-1 1-3344-15,-1 4-624 0</inkml:trace>
  <inkml:trace contextRef="#ctx0" brushRef="#br0" timeOffset="56926.25">14227 6687 12895 0,'0'0'1152'0,"0"0"-928"16,0 0-224-16,0 0 0 0,0 0 7840 0,10 6 1520 15,-1-5 304-15,1 0 64 0,3-2-6352 0,2 1-1280 16,-1-1-256-16,2 1-48 0,-1 0-896 0,1 0-160 15,-2 2-32-15,2-1-16 0,-3 2-368 0,-1 0-80 16,-3 1-16-16,-1 2 0 0,-3 2-32 0,-3 2 0 16,-2 2 0-16,-1 1 0 0,-2 4 0 0,-3-1-16 15,-2 1 0-15,-1 1 0 0,0 0-128 0,0-1-48 0,-2 0 0 16,2-1 0-16,0-1 0 0,2-2 0 16,2-1 0-16,1 1 0 0,2-5 0 0,2 0 0 0,1 0 0 0,3-2 0 15,2 1 0-15,2-3 0 0,3 0 0 0,0-2 0 16,4-1 0-16,0-2 0 0,4-3 0 0,0-1 0 15,2-3 0-15,3 2-240 0,-1-7 80 0,4 0 16 16,1 0-1136-16,1-4-208 0,-2-3-48 0,2-2-14848 16,1 0-2976-16</inkml:trace>
  <inkml:trace contextRef="#ctx0" brushRef="#br0" timeOffset="57108.88">15029 6412 33167 0,'2'5'2944'0,"-1"-3"-2352"0,-1-2-464 0,0 0-128 0,0 0 4416 0,0 0 880 15,6 2 160-15,1 1 48 0,-2 0-3200 0,-1 1-624 16,-4-4-128-16,0 0-16 0,10 1-1136 0,2 0-208 16,1 0-64-16,2 2 0 0,-2 0-128 0,4-2 0 15,1-2 0-15,0 2 112 0,3 0-432 0,-2 1-64 16,0-1-16-16,-1 0 0 16,-1 0-2720-16,-3 2-528 0,6 2-128 0,-8 7 0 0</inkml:trace>
  <inkml:trace contextRef="#ctx0" brushRef="#br0" timeOffset="57259.94">14994 6726 14735 0,'-14'0'1312'0,"14"0"-1056"0,0 0-256 15,0 0 0-15,-2 3 7472 0,2-3 1424 16,10 0 304-16,3 0 48 0,0-3-6800 0,5 1-1360 0,3-1-256 16,3-1-64-16,4 0-496 0,3 1-80 15,4-1-32-15,-1-2 0 0,1 0-944 0,3-1-192 0,0 0-48 0,4 3-13568 16,1 0-2736-16</inkml:trace>
  <inkml:trace contextRef="#ctx0" brushRef="#br0" timeOffset="57597.47">16070 6404 18431 0,'-6'0'1632'0,"0"0"-1312"0,-2-1-320 0,-2 0 0 0,-2 0 7552 0,-1-1 1456 15,-3 1 272-15,1 2 64 0,-6 1-6368 0,1 3-1280 16,-1 1-256-16,2 3-48 0,-2 4-800 0,0 4-144 15,0 6-48-15,-1-3 0 0,-1 3-208 0,0 0-64 16,3 2 0-16,0 1 0 0,7-4-80 0,1-1-48 16,2 1 0-16,2 0 0 0,4 0 0 0,4 2 0 15,1-3 0-15,6 0 0 0,3-2 0 0,3-2 0 16,3-4 0-16,2 0 0 0,3-4 0 0,4-1 0 16,2-1 0-16,1-5 0 0,0 0 0 0,1-2 0 15,1 0 0-15,0-3 0 0,-3-2 0 0,1-2 0 16,-4-1 0-16,1-2 0 0,1-4 0 0,-2-5 0 15,-5 2 0-15,-2-2 0 0,-1-3 0 0,-6 1 0 16,-2-1 0-16,-3 2 0 0,-3-2 0 0,-4 1 0 16,-3-1 0-16,-3 1 0 0,-2 0 0 0,-4-1 0 0,-5-1 0 15,0 3 0-15,-3-1 0 0,1 6 0 16,0-4 0-16,1 5 0 16,-1 3-592-16,5-2-112 0,0 3-32 0,5 0-24736 0</inkml:trace>
  <inkml:trace contextRef="#ctx0" brushRef="#br0" timeOffset="70135.12">2838 8991 13823 0,'0'0'1216'0,"4"-6"-960"0,0-4-256 0,0 1 0 0,0 0 3120 16,0 0 576-16,0 0 112 0,0 0 32 0,-1 1-544 15,1 1-96-15,-2 1-32 0,-2 6 0 0,4-7-528 0,-4 7-96 16,0 0-32-16,0 0 0 0,5-5-944 0,-5 5-192 15,0 0-32-15,0 0-16 0,0 0-512 0,0 0-112 16,0 0 0-16,5 5-16 0,-1 2-320 0,-1 3-64 16,-2 5-16-16,0 2 0 0,-1 1-160 0,1 3-128 15,-1 1 192-15,0 0-192 0,0 0 128 0,0 0-128 16,2 2 0-16,0-6 0 0,1 0 0 0,2-2 0 16,2-2 0-16,1-5-144 15,1 2-816-15,1-5-176 0,2 0-16 0,2-5-16 16,3-4-1136-16,3-5-240 0,2-1-32 0,4-4-11376 15,4-4-2288-15</inkml:trace>
  <inkml:trace contextRef="#ctx0" brushRef="#br0" timeOffset="70387.25">3253 8940 12895 0,'0'0'1152'0,"0"0"-928"15,-9 4-224-15,-2 0 0 0,1 1 6784 0,-1 0 1328 16,1 1 256-16,1 0 48 0,4 1-4880 0,-2-2-976 0,1-1-192 0,6-4-32 16,-3 6-1136-16,3-6-240 0,-1 8-32 0,1 1-16 15,1-2-576-15,2 2-112 0,0-1-32 0,3 0 0 16,2-1-192-16,2 0 0 0,2-1 0 0,1 0 0 15,-2-2 0-15,5-1 0 0,2-1 0 0,1 0 0 16,-4 2-208-16,2-1 64 0,-2 1 16 0,-1 2 0 16,-4-2 128-16,1 3-192 15,-3-1 192-15,-2 2-192 0,-1 1 192 0,-2 2 0 0,-3 2 0 16,-1 0 128-16,-2-2 48 0,-1 1 16 0,-2-1 0 0,-4 0 0 16,0-2-192-16,-2 2 192 15,1 1-192-15,-3 1 192 0,1 2-1664 16,2 0-320-16,0-2-64 0,5-2-21072 0</inkml:trace>
  <inkml:trace contextRef="#ctx0" brushRef="#br0" timeOffset="70713.19">3843 8900 11055 0,'0'0'480'0,"0"0"112"0,0 0-464 0,0 0-128 16,-4-4 0-16,4 4 0 0,0 0 8000 0,0 0 1568 0,0 0 320 0,0 0 64 15,-3 8-6432-15,0 3-1280 0,0 4-256 0,-1 3-48 16,-1 3-992-16,0 4-208 0,1 3-32 0,0 0-16 15,0 0-448-15,2-2-96 0,0-1-16 0,2-3 0 16,0-2-128-16,2-3 0 0,-1-3 0 0,2-1 0 31,-1-2-1392-31,2-3-144 0,-4-8-48 0,0 0 0 0,9 2-1888 0,0-3-384 16,0-4-80-16</inkml:trace>
  <inkml:trace contextRef="#ctx0" brushRef="#br0" timeOffset="70846.06">3903 8725 43599 0,'0'0'1920'0,"-5"0"416"0,-1 0-1872 0,6 0-464 0,0 0 0 0,0 0 0 0,-6 1 1072 0,6-1 112 16,0 0 32-16,0 0 0 0,0 0-976 0,4 8-240 15,2 0 0-15,1 0 0 16,4 0-2352-16,3 1-512 0,3-1-96 0,3 1-9456 16,2-3-1904-16</inkml:trace>
  <inkml:trace contextRef="#ctx0" brushRef="#br0" timeOffset="71402.87">4231 8820 14735 0,'10'7'640'0,"-10"-7"160"0,0 0-640 0,0 0-160 0,0 0 0 0,0 0 0 0,-5 5 7264 16,-2 1 1424-16,-1 0 272 0,2 0 64 0,-3 2-5632 0,0 1-1152 16,-2 2-208-16,0-1-48 0,-3 2-960 0,3-1-192 0,-2 1-48 15,0 1 0-15,-2 0-384 0,1 2-80 0,0-2 0 16,-1 0-16-16,1 0-160 0,1-3-16 0,0 1-128 0,4-2 192 16,1 0-192-16,3-1 0 0,1-2 0 15,4-6 0-15,1 8 0 0,-1-8 0 0,5 7 0 16,4-2 0-16,3-1 0 0,1-2-160 0,2 0 160 0,0-1-192 15,2-1 192-15,3 0-160 0,1 0 160 0,-2-1-160 16,1-1 160-16,-1 2 0 0,1 0-144 0,-3 2 144 16,0-1 0-16,-3 3 0 0,-1-2-144 0,-1 4 144 15,0 0 0-15,-5 1 0 0,0 0 0 0,-3 3 0 16,-3-1 0-16,-1 2 0 0,-3 1 0 0,-2 1 144 16,-1 0-144-16,-2 2 192 0,-1-1-192 0,-3-1 192 0,-2-3-192 15,-1 1 0-15,1-1 0 0,1 1 128 16,1-2-656-1,3-3-144-15,0 1-32 0,3-5 0 0,6-2-1408 16,0 0-272-16,0 0-64 0,6-2-16 0,3-5-2112 0,5-3-416 0,5-4-96 0,3-3-16 16,3-2 1072-16,-1 0 192 0,0-6 64 15,-1 0 0-15,1-1 1872 0,-3 3 384 0,-3 3 80 16,-1 3 16-16,-1 3 3664 0,-5 5 720 0,0 0 160 0,-3 2 16 0,-8 7 1536 0,0 0 320 16,0 0 48-16,0 0 16 0,0 8-1152 0,-4 4-208 15,0 2-48-15,-3 4-16 0,-2-1-2000 0,0 3-400 16,1-1-80-16,0 0 0 0,0-4-624 0,3 0-112 15,1-2-32-15,3-2 0 0,2-2-384 0,3-1 0 16,-4-8 128-16,7 6-128 0,3-3-192 0,2-1-64 0,0-2 0 0,2-3-16 31,3-2-336-31,0 0-64 0,2-2-16 0,0-1 0 16,-2-3-160-16,-3-1-48 0,-1 0 0 0,-3-1 0 16,0 0 288-16,-4-1 48 0,-3-1 16 15,-2 1 0-15,-2 0 400 0,-3-1 144 0,-4 2 0 0,-1 0-144 0,-2 0 144 0,0 2 0 16,-2-1-144-16,0 0 144 15,-2 0-2608-15,2 2-448 0,2 1-80 0,0-4-15504 0</inkml:trace>
  <inkml:trace contextRef="#ctx0" brushRef="#br0" timeOffset="71809.14">4706 8712 19343 0,'0'0'1728'0,"0"0"-1392"0,0 0-336 0,0 0 0 16,0 0 5872-16,0 0 1104 0,0 0 208 0,0 0 48 0,0 0-4096 15,4 8-816-15,0 1-160 0,-1 0-48 0,-1 0-848 0,1 3-176 16,0 2-48-16,-1 5 0 0,0 3-624 0,-1 1-128 15,0 5-32-15,-1 0 0 0,0 2-96 0,1 2-32 16,1 0 0-16,0-1 0 0,2-1-128 0,-1-2 0 16,0-2 0-16,0-3 0 0,0-2 0 0,0-3 0 15,-1-3 0-15,1-4 0 0,-2-1 0 16,2-3 0-16,-3-7 0 0,0 0 0 0,0 0 0 16,0 0 0-16,0 0 0 0,0 0-176 0,0 0 176 0,0 0-208 15,0 0 80-15,5-5 128 0,-1-3-208 0,0-2 80 16,0-2 128-16,0-2-208 0,1-2 208 0,1-3-144 15,1-2 144-15,2 1-128 0,1-1 128 0,2 3-128 16,1 1 128-16,-1 2-128 0,0 0 128 0,-1 4 0 16,0 1-144-16,1 3 144 0,-2 0 0 0,2 3 0 15,-2 2 0-15,-1 2 0 0,3 0 0 0,-2 2 0 16,1 2 0-16,-3 1 0 0,-2 2 0 16,1 1 0-16,-2 1 0 0,-2 0 0 0,-1 1 0 0,-1 3 0 0,1-1 0 0,-4 2 0 15,0 1 0-15,-3-1 0 16,2 0 0-16,-3 2-176 0,-5 0 176 0,-1-1-192 15,-1 0 192-15,0 0-192 0,0-3-16 0,-1 1-16 0,0-1 0 0,-1-2 0 32,2 1-960-32,-1-1-192 0,2-2-32 0,2-2-16 15,1 0-1840-15,9-6-352 0,0 0-80 0</inkml:trace>
  <inkml:trace contextRef="#ctx0" brushRef="#br0" timeOffset="72389.89">5390 8904 20271 0,'0'0'896'0,"0"0"192"0,0 0-880 0,-6 0-208 0,0 2 0 0,-2 1 0 0,-1 2 7056 0,-3 3 1376 16,-2 2 272-16,-2 3 48 0,-3 2-5936 0,-2 2-1200 16,0 2-224-16,0 2-48 0,-1 0-672 0,1 0-128 15,4 0-32-15,3-2 0 0,-1-2-512 0,5 0 0 16,2-1 0-16,3-3 0 16,4 0-352-16,2-5-176 0,3-1-48 0,2 1 0 15,3-4-384-15,3 0-96 0,1-1-16 0,3-3 0 16,2-3 304-16,0-2 64 0,3-2 16 0,-3 0 0 31,-2-3-144-31,0-1-48 0,-2-2 0 0,0-2 0 0,2-2 624 0,-3 2 112 0,-1-2 144 0,-3-3-208 16,-1 3 400-16,-2 2 96 0,0 0 16 0,-1 2 0 0,-1 2 464 0,-2 0 80 15,0 3 32-15,-1-1 0 0,-1 9 16 0,0 0 0 16,0 0 0-16,0 0 0 0,0 0-240 0,0 0-32 16,0 0-16-16,0 0 0 0,-1 9-352 0,-1 2-64 0,2 2 0 15,0 2-16-15,0 1-176 0,2 2 160 16,-1-1-160-16,2 3 160 0,-1-5-160 0,-1 1 0 0,3-2 0 15,0-2 0-15,0-1 0 0,1-4 0 16,-5-7 0-16,6 7 0 0,-6-7 0 0,0 0 0 0,5 5 0 16,-5-5 0-16,0 0 0 0,0 0 0 0,8-1 0 15,-2-6 0-15,2 1 0 0,0-6 0 0,0 0 0 0,1-1 0 16,1-5 0-16,1 0-176 0,-1 0 48 0,2-1 0 16,-2-3 128-16,3 3-192 0,0-1 192 0,0 2-192 15,-2 2 192-15,0 4 0 0,0 3 0 16,-2 3 0-16,-1-1 0 0,-2 3 0 0,-6 4 0 15,0 0 0-15,8 3 160 0,0 1 16 0,-3 2 0 0,2 2 0 0,-1 1-16 0,-1 2 0 16,1 2 0-16,2 0 0 0,-3 0-160 0,0 1 128 16,0 2-128-16,0 1 128 0,-1 0-128 0,0 0 128 15,-1 0-128-15,-1 1 128 16,0-1-128-16,-1 0 0 0,-1-3 0 0,0-1 0 0,-1-1 0 0,-2 0 0 16,0-3 0-16,1 0 0 0,-1-4-272 0,3-5-96 15,0 0-16-15,0 0 0 16,0 0-1856-16,0 0-368 0,3-5-80 0,1-8-19776 0</inkml:trace>
  <inkml:trace contextRef="#ctx0" brushRef="#br0" timeOffset="72552.88">5882 8657 21183 0,'-14'7'1888'0,"14"-7"-1504"0,-8 4-384 0,3-4 0 0,0 1 6720 0,5-1 1280 15,0 0 256-15,0 0 64 0,0 0-6272 0,0 0-1264 16,0 0-240-16,0 0-48 0,0 0-256 0,0 0-48 0,5 9-16 0,2 2 0 31,0 2-1312-31,2 0-256 0,1 1-48 0,0 4-16 16,2 0-2704-16,-2 5-528 0,8 21-112 0,-1-9-32 0</inkml:trace>
  <inkml:trace contextRef="#ctx0" brushRef="#br0" timeOffset="72810.46">6283 8900 34095 0,'-2'-7'3024'0,"0"1"-2416"0,-2-3-480 0,1 1-128 0,1 1 4224 0,-1 2 816 16,-4 0 160-16,-2 2 48 0,-4 3-3008 0,-1 0-576 16,-3 2-128-16,-1 4-32 0,-3 3-1072 0,0 3-224 15,1 2-32-15,2 3-16 0,-3 3-112 0,3-3-48 16,2 2 0-16,2 0 0 0,2-1 0 0,5 1 0 16,1-2 0-16,4 0 0 0,0-1 0 0,5 1 0 15,4-3 0-15,2-1 0 0,2-2 0 0,4-2 0 16,0-3 0-16,4-1 0 0,2-1 0 0,2-1 0 15,3-2 0-15,-1-1 0 0,4 0 0 0,-1 0 0 16,2-2 0-16,1-1 0 16,-1-1-1088-16,3-1-224 0,0-2-32 0,1 1-23520 0</inkml:trace>
  <inkml:trace contextRef="#ctx0" brushRef="#br0" timeOffset="74626.55">7826 8704 23951 0,'0'0'2128'0,"0"0"-1696"0,0 0-432 0,0 0 0 0,-4-5 5184 0,4 5 944 16,0 0 192-16,0 0 32 0,-5 0-4432 0,-1 3-880 15,-1 2-176-15,-1 3-32 0,-1 2 320 0,0 6 64 16,0 1 0-16,-2 2 16 0,4 2-640 0,-6 9-128 16,2-1-16-16,2-3-16 0,0-5-80 0,2-3-16 15,0-2 0-15,0-3 0 0,-1-3-144 0,8-10-16 16,-4 8-16-16,4-8 0 0,0 0-160 0,0 0 0 16,0 0 0-16,0 0 128 0,0 0-128 0,0 0 0 15,0 0-192-15,0 0 192 0,3-11-336 0,2 0 48 16,2-2 16-16,-2 1 0 0,0-2 16 0,0-1 0 15,0-2 0-15,1 0 0 0,0 0 128 0,1 2 128 16,-1 2-192-16,1-2 192 0,-1 4 0 0,0 2 0 0,-1 1 0 16,-1 2 0-16,-4 6 0 0,0 0 144 15,0 0 16-15,0 0 0 0,0 0 80 0,9 2 16 16,-1 2 0-16,1 2 0 0,0 1-112 0,1-1-16 16,1 3 0-16,0 0 0 0,2 1-128 0,2-1-272 0,0 0 64 0,2 0 16 15,2 3 192-15,2-3 0 0,-1 0 0 0,1-1 0 16,0 0 0-16,-1-2-256 0,1-1 64 0,-3 1 0 15,-3-1-128-15,-2 0-32 0,-3 0 0 16,-3 2 0-16,-3-1 352 0,-4-6 0 0,0 7 0 0,-2 1 0 16,-5-1 176-16,-2 3 144 0,-5-1 48 0,-3 2 0 0,-1 1 16 15,-5 0 0-15,-1 0 0 0,-3-1 0 16,0 0-208-16,-2-1-48 0,-1 1 0 0,2-2 0 0,-1-1-128 16,-7 3 0-16,8-2 0 0,13-5 0 15,-2-1-944-15,4 0-112 16,3-2-32-16,4-1 0 0,6 0-2112 0,0 0-416 0,5-8-96 0</inkml:trace>
  <inkml:trace contextRef="#ctx0" brushRef="#br0" timeOffset="74871.14">8399 8527 27647 0,'0'0'2448'0,"0"0"-1952"15,0 0-496-15,0 0 0 0,0 0 5184 0,0 0 928 16,0 0 192-16,0 0 32 0,0 0-4064 0,-4 8-816 15,2 2-176-15,0 2-16 0,0 1-592 0,2 5-112 16,-1 0-32-16,0 7 0 0,0 0-400 0,-3 4-128 16,1 5 0-16,2 1 0 0,1 3 0 0,0-1 0 15,0 0 0-15,0-2 0 0,0-2 0 0,0-1 0 16,0-2 0-16,1-2 0 16,0-4-512-16,1-1-192 0,-2-5-64 0,1-3 0 15,0-2-896-15,2-3-192 0,-3-10-48 0,0 0-13024 16,0 0-2608-16</inkml:trace>
  <inkml:trace contextRef="#ctx0" brushRef="#br0" timeOffset="75155.6">8277 8496 51311 0,'0'0'2272'0,"0"0"480"0,0 0-2208 0,0 0-544 0,0 0 0 0,0 0 0 0,0 0 512 15,9 1 0-15,2-1 0 0,3 0 0 0,4 0-64 0,3 0 0 16,4 0-16-16,2-1 0 0,2-2-432 0,1 2 128 15,1-1-128-15,1 2 0 0,-1 0 0 16,-1 2 0-16,-1 2 128 0,-3-2-128 0,-3 3 0 0,-3 1 0 16,-5 0 0-16,-3 2 0 0,0 2 0 0,-4 2 0 15,-3-3 0-15,-5 4 128 0,-4 2 48 0,-3 0 0 16,-3 2 0-16,-3 0 0 0,-1 0 128 0,-6 3 16 16,-2-6 16-16,-3 2 0 0,-1 1-160 15,-1-2-48-15,-1 2 0 0,1-4 0 16,1 0-480-16,1-1-96 0,2 0-32 0,3-2 0 15,4-1-1568-15,5-1-320 0,3-1-64 16,8-7-19840-16</inkml:trace>
  <inkml:trace contextRef="#ctx0" brushRef="#br0" timeOffset="75311.37">8963 8749 32255 0,'0'0'2864'0,"0"0"-2288"0,0 0-576 0,0 0 0 15,10 1 4528-15,0-1 784 0,-3 0 176 0,3 0 16 16,-3-1-3680-16,3-1-736 0,-1 0-160 0,0 0-32 15,2 1-480-15,0 1-96 0,-1 0-32 0,3 1 0 32,3-2-992-32,1 1-192 0,1 1-32 0,-1 1-16 15,-1 0-2896-15,-1 0-592 0</inkml:trace>
  <inkml:trace contextRef="#ctx0" brushRef="#br0" timeOffset="75457.24">8938 8943 37775 0,'-10'1'3360'0,"-1"0"-2688"0,2 2-544 0,1-2-128 0,2-1 3264 0,6 0 640 15,0 0 112-15,0 0 16 0,0 0-2352 0,0 0-464 16,0 0-112-16,8-1-16 0,4-2-864 16,3 1-224-16,5-5 0 0,3 1 0 15,3-3-752-15,6 1-192 16,3-1-32-16,1 0-16 0,1-3-2848 0,1 0-560 0</inkml:trace>
  <inkml:trace contextRef="#ctx0" brushRef="#br0" timeOffset="75774.25">9649 8673 9215 0,'-16'-1'400'0,"11"1"96"0,-2-2-496 0,1 2 0 16,-3 2 0-16,1-1 0 0,-1 0 9664 0,-2 3 1824 16,-3 1 368-16,0 3 80 0,-1 5-8416 0,0-1-1664 15,-4 4-352-15,0 2-64 0,-2 0-800 0,2 4-144 16,-2 2-48-16,2-1 0 0,4 1-320 0,3-1-128 16,3 2 0-16,2-2 0 0,5 0 0 0,3-4 0 0,3-2 0 15,4-3 0-15,1 3 0 0,7-4 0 16,2-1 0-16,4-3 0 0,3-2 0 0,2-3-240 15,2 0 80-15,0-4 16 16,-1-3-224-16,1-2-32 0,1-2-16 0,-1-1 0 0,-2-1 48 0,-2-1 16 0,-3-2 0 0,-1-1 0 16,-2 0 192-16,0-3 160 0,-3-1-208 0,-2-1 80 15,-4-1 128-15,-2-1 0 0,-3 2 0 16,-2 0 0-16,-5-2 128 0,-2 2 0 0,-2 2 0 0,-2 2 0 16,-2 1 64-16,-3 1 32 0,0 0 0 0,-3 1 0 0,-2-1-224 0,-3 0 0 15,-1 0 0-15,-3 1 0 16,-3 0-1600-16,1 2-352 0,-2 0-80 15,5 1-21072-15</inkml:trace>
  <inkml:trace contextRef="#ctx0" brushRef="#br0" timeOffset="76323.17">11315 8866 12895 0,'-18'-9'1152'0,"10"4"-928"0,-1-1-224 0,-2 0 0 15,1-2 5872-15,-2 3 1120 0,0-2 240 0,1 1 32 16,-2-1-3616-16,1 1-704 0,0 2-160 0,0 1-32 0,3 1-512 0,3-1-96 15,-1 2-32-15,7 1 0 0,0 0-1232 0,0 0-256 16,-4 0-48-16,4 0-16 0,0 0-368 0,10 4-192 16,4-3 192-16,4 1-48 0,4 0-144 0,6-1 0 15,2-1 0-15,6 0 0 0,6-3 0 0,2 2 0 16,6-1 0-16,3-2 0 0,6 0 0 0,1-3 0 16,-2 1 0-16,4-2 0 0,0 1 0 0,1 2 0 15,-4 1 0-15,-1 0 0 0,0-1 0 0,-6 1 0 16,-7 2 0-16,-3-1 0 0,-5 0 0 0,-5-1 0 15,-3 1 0-15,-4-1 0 0,-4 1 0 0,-3 2 0 16,-4-3-160-16,-3 1 160 16,-4-1-928-16,-1 2-96 15,-3-5-32-15,-3 7 0 0,0 0-1760 0,-2-6-336 0,2 6-80 0,-5-8-16 0</inkml:trace>
  <inkml:trace contextRef="#ctx0" brushRef="#br0" timeOffset="76561.25">12201 8599 48319 0,'0'0'2144'0,"0"0"432"0,0 0-2064 0,0 0-512 0,0 0 0 0,0 0 0 15,0 0 1040-15,4 7 112 0,-4-7 0 0,7 8 16 16,1 0-80-16,0 1 0 0,1-4-16 0,0 2 0 16,1 1-544-16,2-2-96 0,0 1-32 0,1-1 0 15,0 0-272-15,1-1-128 0,0 0 0 0,2 1 128 0,0 1-128 0,-2 0 0 16,0-2 0-16,-1 1 0 0,-2 1 0 0,-2 1 0 16,-2 1 0-16,-2-3 0 0,-3 2 0 0,0 2 0 15,-4 0 0-15,0 0 0 0,-3 2 128 0,-3-1-128 16,-4 3 128-16,-1-1-128 0,-1 0 128 15,-1 0-128-15,-3 0 128 0,0 0-128 16,-2-3-416 0,1 2-160-16,-1-2-48 0,2 1-16336 0,1-1-3280 15</inkml:trace>
  <inkml:trace contextRef="#ctx0" brushRef="#br0" timeOffset="77016.47">13061 8895 35935 0,'-2'5'1600'0,"2"-5"320"0,0 0-1536 0,0 0-384 0,0 0 0 0,0 0 0 0,4 6 3504 0,-1 1 624 16,1 1 128-16,-3 3 32 0,-1 5-2848 0,-3-4-560 15,1 5-112-15,-2 2-32 0,0 2-224 0,-1 4-32 16,-2 0-16-16,2-1 0 0,0 2-304 0,0-3-160 16,-1-4 160-16,3-1-160 15,0 1-624-15,2-4-208 0,1-4-64 0,1-2 0 16,-1-9-2176-16,0 0-432 0,6 4-80 0</inkml:trace>
  <inkml:trace contextRef="#ctx0" brushRef="#br0" timeOffset="77511.2">13517 8485 23951 0,'0'0'2128'0,"0"0"-1696"15,0 0-432-15,0 0 0 0,0 0 5536 0,0 0 1024 0,0 0 208 0,0 0 32 16,1 8-3952-16,-1 4-800 15,-2 2-144-15,0 6-48 0,0-2-928 0,-2 7-192 0,1-1-32 16,1 5-16-16,-2 4-368 0,-3-2-64 0,2 4 0 0,0-1-16 16,1 0-96-16,1-1-16 15,1-3 0-15,0-2 0 0,2-2-80 0,2-2-48 0,2-6 0 0,-2-2 0 16,2-3 0-16,0-4 0 0,1-3 0 0,-5-6 0 16,0 0 0-16,9 4 0 0,-1-4 0 0,0 0 0 15,-3-5 0-15,2-1 0 0,-1-4 0 0,2-1-160 16,0-4 160-16,2-2 0 0,1-3 0 0,0-5 0 0,1-4 0 15,1-1 0-15,0-1 0 0,0-2 0 16,3 3 0-16,1 0 0 0,-1-1 0 0,0 2 0 0,1 3 0 16,-1 4-160-16,-2 4 160 0,-2 5-208 15,-3 4 208-15,0 5 0 0,-1 2 0 0,0 6 0 0,-1 4 0 0,-2 3 0 16,-1 6 128-16,0 5-128 0,-1 0 128 0,1 3-128 16,0 1 144-16,2 0-16 0,0-1-128 0,1-1 0 15,-1 1 0-15,2-1 0 0,2-2 0 0,-1 0 0 16,1-4 0-16,-1-2 0 0,1-6 0 15,1-1 0-15,-2-2 0 0,1-3 0 0,2-2 0 0,-2-2 0 16,-1-1 0-16,2-4 0 0,-1-2 0 0,-1-1 0 16,1-2 0-16,-1-3 0 0,1-1 0 0,1-3 0 15,-1-2 0-15,0 1 0 0,1-4 0 0,-2 1 0 16,3-4 0-16,-1-1 0 0,1-1 0 0,0 0 0 16,0-2 0-16,-2 2 0 0,-1-1-400 0,0 3 16 15,-1 3 16-15,-3 4 0 16,2 1-832-16,-2 3-160 0,-2 2-48 0,-2 2 0 15,-1 2-2368-15,-1 1-496 0</inkml:trace>
  <inkml:trace contextRef="#ctx0" brushRef="#br0" timeOffset="77732.24">13387 8420 53439 0,'0'0'2368'0,"0"0"496"0,0 0-2288 0,0 0-576 0,0 0 0 0,0 0 0 0,0 0 352 0,9-3-32 16,2 2-16-16,4-2 0 0,3 0-144 16,4-1-32-16,3-2 0 0,2 1 0 0,3-1-128 0,2 0 0 15,-2 3 0-15,2-4-176 16,2 1-1488-16,-1-1-320 0,-1 1-48 0,3 2-12960 16,3-2-2608-16</inkml:trace>
  <inkml:trace contextRef="#ctx0" brushRef="#br0" timeOffset="77862.09">14106 8326 11055 0,'0'0'976'0,"0"0"-784"15,0 0-192-15,0 0 0 0,0 0 7104 0,0 0 1360 16,0 0 288-16,11 0 48 0,0 0-5456 0,2-1-1088 0,-1-2-208 0,1 1-64 16,3 0-624-16,2 0-128 0,0-4-16 0,5 3-16 15,1-3-688-15,1 0-144 16,2-2-32-16,2 1 0 0,0 1-512 0,1 2-96 16,-2-2-32-16,1 2 0 15,-3 1-2336-15,-2 4-480 0,-2 5-80 0</inkml:trace>
  <inkml:trace contextRef="#ctx0" brushRef="#br0" timeOffset="78193.08">14342 8820 34095 0,'0'0'3024'0,"0"0"-2416"0,0 0-480 0,0 0-128 15,11 0 2896-15,-1 2 560 0,-1-1 128 0,3-1 0 16,1-1-1344-16,0-1-288 0,0 2-48 0,1 0-16 15,1 0-1152-15,0 2-224 0,-2-1-64 0,-1 0 0 16,-1 2 0-16,-2-2 0 0,-1 2 0 0,-8-3 0 0,5 6-128 0,-3 3-48 16,0 2 0-16,-4-2 0 15,-2 3-16-15,-3 1 0 0,-4 2 0 0,-1 0 0 16,-1 2-176-16,0 1-80 0,-2-1 0 0,0 0 0 0,1 0 0 0,1 0 0 16,1-3 0-16,3 0 0 15,1-2 0-15,2-2 0 0,2 0 0 0,1-3 0 0,3-7 0 0,0 8 0 16,3 0 0-16,3-1 0 0,4-2 0 15,1-3 0-15,2 0 0 0,3-4 0 0,2-2 0 16,4-1 0-16,4-1 0 0,2-3 0 16,-2-3-512-16,4-1-32 0,1 0-16 0,2-5 0 15,-1-1-1808-15,2-3-384 0,1-1-64 0</inkml:trace>
  <inkml:trace contextRef="#ctx0" brushRef="#br0" timeOffset="78383.19">15083 8588 50271 0,'0'0'2240'0,"0"0"448"0,0 0-2160 0,0 0-528 16,0 0 0-16,0 0 0 0,0 0 1152 0,0 0 112 15,0 0 16-15,0 0 16 0,0 0-352 0,8 0-80 16,1 3-16-16,4-2 0 0,1-1-576 0,3-1-112 0,1-1-32 0,3 1 0 16,1 1-128-16,2-2-176 0,-2-1 48 0,3 2 0 15,-1 1-832 1,1 0-176-16,0 0-16 0,-2 0-16 0,-2 0-2480 0,0 0-480 0,-3 4-96 0</inkml:trace>
  <inkml:trace contextRef="#ctx0" brushRef="#br0" timeOffset="78554.28">15020 8793 49695 0,'-25'2'2208'16,"14"1"448"-16,0 0-2128 0,1 1-528 0,3 1 0 0,2-1 0 0,2-3 1120 0,3-1 112 15,0 0 32-15,0 0 0 0,10 5-624 0,3-3-112 16,2-1-16-16,3-1-16 0,5-1-496 0,1-1 0 15,4-2 0-15,0 2-160 16,2-5-576-16,3 2-112 0,0-2-32 0,3 1-15120 16,3-2-3008-16</inkml:trace>
  <inkml:trace contextRef="#ctx0" brushRef="#br0" timeOffset="79390.92">16251 8085 26719 0,'0'0'2368'0,"0"0"-1888"0,-5-4-480 0,5 4 0 0,-4-4 4304 0,4 4 768 15,0 0 160-15,0 0 16 0,0 0-2752 0,0 0-544 16,0 0-112-16,0 0-32 0,0 0-656 0,-3 8-144 15,2 2-32-15,-1 6 0 0,0 0-544 0,1 5-112 16,-1 1-32-16,0 5 0 0,-2 3-48 0,0 4-16 16,-1 2 0-16,1 4 0 0,-1-1-96 0,-1 1 0 15,2-3-128-15,2-1 192 0,-1-1-192 0,2-5 0 16,1-2 128-16,-1-5-128 0,-2-1 0 0,2-2 0 16,-1-3 0-16,1-4 0 15,1-1-768-15,0-3-80 0,-1-3-32 0,1-6 0 16,0 0-976-16,0 0-192 0,0 0-32 0,0 0-16 15,0 0-2592-15,4-12-528 0</inkml:trace>
  <inkml:trace contextRef="#ctx0" brushRef="#br0" timeOffset="79693.82">16233 8045 7359 0,'-7'-11'656'0,"7"11"-528"16,0 0-128-16,0 0 0 0,-3-3 8272 0,3 3 1632 0,0 0 320 0,0 0 64 15,0 0-6832-15,0 0-1344 0,8-5-288 0,3 4-48 16,-1-2-560-16,6 2-96 0,1-3-32 0,0 2 0 15,2-1-592-15,2 2-128 0,5-1-32 0,3 1 0 16,0 1-208-16,1-1-128 0,-2 1 128 0,1 1-128 16,-3 2 128-16,-1 1-128 0,-3-1 128 0,-3 4-128 15,-2-3 0-15,-2 2 0 0,-4 2 0 0,-3 1-128 16,-1 2 128-16,-3 1 0 0,-4-1 0 0,-3 4 128 16,-2-4 32-16,-4 2 16 0,-3 0 0 0,-4 3 0 0,-2-3 16 15,-3 1 0-15,-2-1 0 0,-5 2 0 0,-2-2-192 0,0 0 192 16,-1-1-192-16,0-1 192 0,0 1-192 0,2-2 0 15,2 1 0-15,3-2-176 16,2-5-608-16,4 0-128 0,3-2-32 16,4 1 0-16,4-2-1744 0,7-1-336 0,0 0-80 0,7-5-17952 0</inkml:trace>
  <inkml:trace contextRef="#ctx0" brushRef="#br0" timeOffset="80108.72">17452 7597 48607 0,'0'0'2160'0,"0"0"432"0,-3-5-2080 0,0-1-512 0,1-2 0 16,-2 4 0-16,0-3 1280 0,0 2 160 0,-1 1 32 0,1 0 0 15,4 4-384-15,-4-5-64 0,-1 1 0 0,0 2-16 16,-3 0-640-16,0 4-128 0,-1 0-32 0,-2 3 0 15,0 2-208-15,-4 3 128 0,1 1-128 0,-3 6 0 16,-3 1 144-16,0 5-144 0,-3 5 128 0,3 3-128 16,-3 6 128-16,1 3-128 0,1 4 0 0,3 6 128 15,0-1-128-15,1 4 0 0,3-1 0 0,2-1 128 16,3-2-128-16,1 3 0 0,1 3 0 0,3 4 0 0,1-1 0 0,0 1 0 16,2 1 0-16,-1-4 48 15,1-4-48-15,-2-1 0 0,1-3 0 0,-1 1 0 16,-1-3 0-16,-1 0 0 0,0 0 0 0,-2-3 0 0,0-4 0 0,-3-1 0 15,0-3 0-15,0-1 0 0,-2-7 0 16,0-1 0-16,0-4 0 0,2-2 0 0,1-3 0 16,-2-4 0-16,2-3 0 0,1-2 0 0,2-3 0 15,-1-1 0-15,1 0 0 0,6-4 0 16,-8-1-384-16,1-2-80 0,7 3-16 0,-3-9 0 16,0-3-1056-16,3-2-224 0,0-2-32 0,1-4-14080 15,6-4-2816-15</inkml:trace>
  <inkml:trace contextRef="#ctx0" brushRef="#br0" timeOffset="80586.49">16564 9619 30399 0,'0'0'1344'0,"0"-6"288"0,0-2-1312 0,0 2-320 0,1-1 0 0,-1 7 0 16,0 0 4720-16,0 0 864 0,0 0 176 0,0 0 48 15,0 0-3424-15,0 0-672 0,7 7-144 0,-4 3-32 0,1 3-832 0,-2 4-160 16,-2 3-32-16,-2 3-16 0,1 0-320 0,0 2-176 15,-2 0 192-15,2 0-48 0,0 0-144 0,-1-2 0 16,0-1 0-16,2 0 0 16,1 0 0-16,2-1 0 0,-1-2 0 0,1-2 0 0,1-4 0 0,0-4 0 15,-2-1 0-15,-2-8 0 0,0 0 0 0,0 0 0 16,0 0 0-16,0 0 0 0,0 0 0 0,0 0 0 16,8-4 0-16,-1-4 0 0,0-3 0 0,1-2 0 15,0-1 0-15,0-3 0 0,0-3 0 0,1-2 0 16,1-1 0-16,1-3 0 0,0-2 0 0,1-2 0 15,0-1 0-15,1-1 0 0,0-1 0 0,0 3 0 16,-1-3 0-16,-1 6 0 16,0 4-400-16,-2 3-80 0,0 0-16 0,-2 6 0 15,-1 2-592-15,1 5-128 0,-3 0-32 0,-4 7 0 16,0 0-1760-16,0 0-336 0,0 0-80 0</inkml:trace>
  <inkml:trace contextRef="#ctx0" brushRef="#br0" timeOffset="80789.56">16398 9679 54479 0,'-13'3'2416'0,"13"-3"496"0,0 0-2336 0,0 0-448 0,0 0-128 0,0 0 0 16,0 0 592-16,0 0 112 0,9 1 0 0,4 1 16 0,2-4-336 16,3 1-80-16,3-3-16 0,2 1 0 0,3 0-160 0,2 0-128 15,-2-4 192-15,1 2-192 0,0-1 0 0,1 0 0 16,-1 1 0-16,1 0 0 15,-2 2-960-15,1-2-288 0,-1 1-64 0,0 2-16 16,-2-1-2128-16,-2 2-416 0,0 0-96 0</inkml:trace>
  <inkml:trace contextRef="#ctx0" brushRef="#br0" timeOffset="80956.5">17004 9730 22111 0,'-2'16'976'0,"2"-16"208"0,-5 9-944 0,-1-2-240 0,2 0 0 0,1 2 0 16,0 2 7312-16,-1 1 1424 0,-1 2 288 0,1 0 48 15,0-1-6448-15,0 0-1296 16,0-1-256-16,0 1-48 0,2 0-704 0,-1 2-144 0,2-2-32 0,-1-3 0 31,1 3-640-31,1-4-128 0,1-1-16 0,-1-8-16 16,0 0-1952-16,0 0-384 0,0 0-80 0</inkml:trace>
  <inkml:trace contextRef="#ctx0" brushRef="#br0" timeOffset="81712.37">17182 6927 34959 0,'-6'-10'1536'0,"6"6"336"0,2-1-1488 0,0-1-384 0,0 0 0 0,-2 6 0 0,0 0 2240 0,0 0 368 15,0 0 80-15,0 0 0 0,0 0-512 0,0 0-128 16,0 0 0-16,8 10-16 15,-3 2-976-15,1 4-192 0,1 1-32 0,-2 4-16 0,0 2-288 0,0 0-48 16,1 0-16-16,-2-1 0 0,1-1-160 0,1-4-48 16,-1-2 0-16,2 2 0 0,-2-4-96 0,0 0-32 15,1-1 0-15,-1-3 0 0,-5-9-128 0,0 0 0 16,0 0 0-16,6 5 0 0,2-2 128 0,-8-3 0 16,0 0 0-16,0 0 0 0,8-5 16 0,0-2 0 15,-2 1 0-15,0-3 0 0,0-1-96 0,1 0-48 16,2-4 0-16,-1-2 0 0,1-2 0 0,1-4 0 15,2-4 0-15,0-2 0 0,1-3-160 0,1 0 32 16,2-2 0-16,1 2 0 16,-2 1-288-16,0 2-48 0,-2 4-16 0,-3 4 0 15,-1 4-640-15,-1 5-128 0,-3 2-32 0,-1 2 0 16,-4 7-1680-16,0 0-352 0,0 0-64 0,0 0-16400 0</inkml:trace>
  <inkml:trace contextRef="#ctx0" brushRef="#br0" timeOffset="81920.59">17152 6982 51711 0,'0'0'2304'0,"0"0"448"0,0 0-2192 0,0 0-560 0,0 0 0 0,0 0 0 0,5-5 432 16,0 0-32-16,0 1 0 0,3-3 0 16,3 2 144-16,3 0 32 0,2-1 0 0,2 1 0 15,1-1-416-15,4-1-160 0,1 2 128 0,0-1-128 16,-1 2 0-16,2 1 0 0,0 0 0 0,1 2 0 15,0-2-1280-15,-1 2-144 0,-1 1-32 0,0 3 0 16,-2 1-2448-16,-1 1-512 16</inkml:trace>
  <inkml:trace contextRef="#ctx0" brushRef="#br0" timeOffset="82215.89">17553 7148 28559 0,'0'0'2544'0,"0"0"-2032"0,0 0-512 0,0 0 0 0,0 0 3840 0,0 0 688 16,0 0 128-16,8 0 16 0,0-3-3120 0,2 0-624 15,2 2-128-15,2 0-32 0,1-3-32 0,0 1-16 16,2-2 0-16,-2 4 0 0,-2 1-352 0,-2 0-80 16,-1 1-16-16,-1 0 0 0,-9-1 32 0,0 0 0 15,0 0 0-15,2 6 0 0,-2 1 176 0,-2 1 32 16,-5 1 16-16,-1 2 0 0,-3 2-64 0,-2 0-16 16,-3 0 0-16,0 2 0 0,-1 4-80 0,0-2-32 15,2-2 0-15,-1 2 0 0,2-4-80 0,1 2 0 16,2-2-16-16,3-2 0 0,3 1-96 0,3-3-16 15,2-9 0-15,0 0 0 0,4 9-128 0,2-2 0 16,2-2 0-16,2-1 0 0,2 1 0 0,1-3-176 0,0-1 48 0,3-1 0 16,1-3-368-1,1 1-64-15,2 2-16 0,-1-2 0 0,2 1-1216 16,0 0-240-16,1-1-48 0,-1 6-13360 0,-2 2-2672 16</inkml:trace>
  <inkml:trace contextRef="#ctx0" brushRef="#br0" timeOffset="82698.73">17802 8509 27647 0,'0'0'1216'0,"0"0"256"0,0 0-1168 0,0 0-304 16,0 0 0-16,0 0 0 0,2-7 4480 0,-2 1 848 15,0-4 176-15,1 3 16 0,0-2-3120 0,0-1-624 16,1 0-128-16,-2 0-32 0,1-1-848 0,0-1-192 15,-1 1-16-15,-1 0-16 0,-2 2-160 0,0 3-16 0,-4-2-16 0,-1 1 0 16,-2 2-112-16,-3 2-32 16,-3 3 0-16,-3 4 0 0,-5 4-32 0,-3 4-16 15,-2 2 0-15,-4 3 0 0,1 1-16 0,-1-1 0 16,3 2 0-16,4-1 0 16,7 0-144-16,2 0 0 0,2-2 0 0,6 0 0 0,3-6-144 15,2 3 144-15,1-4-192 0,7-1 192 16,4-3-656-16,4-1-32 0,5-1 0 0,2-3 0 15,2-4-112-15,1-1-32 0,2-2 0 0,-1-2 0 16,1 0 288-16,-1-2 48 0,-1-2 16 0,-1-1 0 0,-1-3 352 0,-2-1 128 16,-1-2 0-16,1-2-144 0,-2-3 288 0,-2-1 64 15,-1-2 16-15,-1-4 0 0,0 1 144 0,-2-3 16 0,-2 2 16 0,0 0 0 16,-1 2 48-16,-1 3 0 0,-2 3 0 0,-2 4 0 16,-1 3 0-16,-1 2 16 0,0 4 0 0,0 3 0 0,0 8 48 0,0 0 0 15,0 0 0-15,0 0 0 16,-7 5-192-16,0 4-48 0,-1 2 0 0,2 5 0 0,-1 3-192 15,2 2-80-15,1 1 0 0,2 3 0 16,0-3-176-16,2 1-16 0,0 1-16 0,2 0 0 16,0 2-736-16,1 1-144 15,1-4-16-15,0-1-16 0,2-1-1856 0,1-1-368 16,-1-6-80-16</inkml:trace>
  <inkml:trace contextRef="#ctx0" brushRef="#br0" timeOffset="83047.16">18239 7861 25791 0,'-9'1'2304'0,"-2"3"-1856"16,0-3-448-16,3 2 0 0,1-1 6592 0,2 5 1232 15,-1-3 240-15,0 4 64 0,1 2-5792 0,-1 2-1152 16,2 3-224-16,0 6-64 0,0 4-576 0,-1 2-112 16,2 1-16-16,1 2-16 0,-1 1-176 0,2 0 0 0,-2 3 0 0,2 2 112 15,1-4-112-15,0 2 0 16,0 1 0-16,1-1 0 0,-1-1 0 0,0-3 0 15,0-3 0-15,0-5 0 0,0-1 0 0,0-4 0 16,0 0 0-16,1-1 0 0,1-6 0 0,-1-1 0 0,-1-9 0 16,0 0 0-16,0 0 0 0,0 0 0 15,0 0 0-15,6 0 0 0,4-2 0 0,-1-4 0 0,-1-1 0 16,-1-4 0-16,2-2 0 0,2-3 0 16,-2-2 0-16,1-4 0 0,2-4 0 0,1-1 0 0,0-3 0 0,0 0 0 15,0 0 0-15,2-2 0 0,0 1 0 0,2-2 0 16,-2 0 0-16,-1-1 0 0,0 1 0 0,1 3 0 0,-2 4 0 15,-2 4 0-15,0 2 0 0,-2 3 0 16,-3 3-752-16,1 4-144 0,-3 0-16 16,-4 10-16-16,0 0-1936 0,0 0-384 0,0 0-80 0</inkml:trace>
  <inkml:trace contextRef="#ctx0" brushRef="#br0" timeOffset="83311">17967 8274 53279 0,'-15'-4'2368'0,"15"4"464"0,0 0-2256 15,0 0-576-15,-4-6 0 0,4 6 0 0,2-8 912 0,0 0 80 16,2 0 16-16,3 2 0 0,2 0-432 0,2 1-96 16,4 0-16-16,3-2 0 0,2 0-336 0,2 0-128 0,0 1 0 0,1 0 144 15,1 2-144-15,1 2 0 16,-1-1 0-16,1 1 0 0,1-1 0 0,0-1 0 15,0 0 128-15,2 2-128 0,0-2 0 0,4 1 0 0,0 0 0 0,1 0 0 32,-2-3-1408-32,2 0-144 15,-1-2-48-15</inkml:trace>
  <inkml:trace contextRef="#ctx0" brushRef="#br0" timeOffset="84311.25">19123 8245 36863 0,'0'0'3264'0,"0"0"-2608"0,0 0-528 0,0 0-128 0,0 0 3104 0,0 0 592 16,0 0 112-16,4-5 32 0,4 2-2784 0,-2 0-544 16,3-1-128-16,2 2 0 0,0 2 384 0,3 0 64 15,-1-1 32-15,1 1 0 0,0-3-608 0,-1 1-128 16,-1 1-128-16,2-3 176 0,2 2-176 0,2 1 0 15,2-2 0-15,1 1 0 16,2-1-640-16,-1 1-144 0,-1-1-48 0,-1 0 0 16,-2 2-2000-16,-1-2-416 0,-1 3-80 15</inkml:trace>
  <inkml:trace contextRef="#ctx0" brushRef="#br0" timeOffset="84449.1">19249 8365 10127 0,'-20'7'896'0,"12"-5"-704"16,-3 1-192-16,1 0 0 0,3-2 8640 0,3 0 1680 15,4-1 352-15,0 0 64 0,0 0-8576 0,0 0-1712 16,8 1-448-16,4-1 0 0,2 0 128 0,5 0-128 0,3-1 0 0,5 0 0 31,2-3-2400-31,1 0-592 0,2 0-112 0</inkml:trace>
  <inkml:trace contextRef="#ctx0" brushRef="#br0" timeOffset="84678.78">20024 8104 48959 0,'0'0'2176'0,"-5"0"432"0,-1-2-2096 0,1 2-512 0,0 2 0 0,0 1 0 0,0 2 1360 0,1 2 176 15,-2 2 16-15,1 4 16 0,0-3-576 0,0 6-112 16,-3 4-32-16,1 3 0 0,1 7-576 0,-1 1-112 16,0 5-32-16,0 0 0 0,0 1 0 0,1-1-128 15,-1-1 192-15,4-1-64 0,-1-1-128 0,1-2 0 16,0-4 0-16,2-3 128 0,0-5-384 0,0-2-64 15,1-4-32-15,0-1 0 16,0-4-608-16,0 0-112 0,0-8-16 0,0 0-16 16,0 0-2160-16,0 0-416 0,0 0-96 0</inkml:trace>
  <inkml:trace contextRef="#ctx0" brushRef="#br0" timeOffset="84980.2">19824 7988 31327 0,'0'0'1392'0,"0"0"272"0,0 0-1328 0,0 0-336 16,0 0 0-16,6-6 0 0,1 1 5008 0,4 0 944 16,-1-1 176-16,3 1 32 0,3 2-4368 0,2-3-896 15,3 1-160-15,4 1-32 0,2 0-320 0,3 0-64 16,0 0-16-16,4 0 0 0,0 0-304 0,0 3 128 0,1-3-128 0,-1 4 0 16,-4 1 0-16,-3 2 0 0,-3 0 0 0,-5 2 0 15,-3 1 0-15,-3 3 0 0,-4-1 0 0,-2 4 0 16,-5-2 0-16,-2 5 0 0,-4 0 0 0,-2 2 0 15,-5 0 192-15,-2 2 16 0,-1 0 16 0,-3-1 0 16,-4 1-224-16,-2-2 0 0,-3 0 0 0,0-1 0 0,1 1 0 16,-1-1 0-16,-2 0 0 15,2-2 0-15,3-1-720 16,2-4-192-16,3 0-48 0,5-1 0 0,1 0-1344 0,4-2-256 0,8-6-64 16,0 0-11968-16,7 2-2368 0</inkml:trace>
  <inkml:trace contextRef="#ctx0" brushRef="#br0" timeOffset="85247.42">20955 7799 20271 0,'0'0'1792'0,"0"0"-1424"16,0 0-368-16,-7-2 0 0,1-1 6912 0,-1 3 1328 16,2 2 256-16,-2 1 48 0,0-1-5664 0,-3 4-1120 15,-1 3-224-15,-2 6-64 0,-4 3-704 0,-2 5-128 16,-3 6-48-16,-4 5 0 0,-4 5-368 0,-1 3-80 15,0 3-16-15,-1 0 0 0,0-1-80 0,0 0-48 16,2 2 0-16,3-3 0 0,4-1 0 0,3-2-128 0,3-1 128 0,7-1-160 16,1-1 160-16,3-2-128 15,4-3 128-15,3-2-128 0,4-2 128 0,4-3 192 0,3-3-32 0,2-3-16 16,2-3-336-16,4-3-64 16,1-1 0-16,3-6-16 15,2-1-1008-15,3-2-192 0,2-3-32 0,5-4-14768 0,0 0-2960 16</inkml:trace>
  <inkml:trace contextRef="#ctx0" brushRef="#br0" timeOffset="85590.55">21219 7965 15663 0,'0'0'1392'0,"0"0"-1120"0,0 0-272 0,-4-5 0 0,-2 0 8112 0,6 5 1552 15,0 0 320-15,0 0 64 0,0 0-7008 0,-4 6-1408 16,1 3-288-16,1 6-48 0,-2 3-592 0,0 7-128 15,-1 5-32-15,-1 1 0 0,1 0-320 0,-1 3-64 16,1 3-16-16,-1-1 0 0,2 1-96 0,2 0-48 16,-1 1 0-16,2-3 0 0,1-2 0 0,1-4 0 15,2-3 0-15,1-3 0 0,0-2 0 0,-2-4 0 16,3-1 0-16,1-7 0 0,-1-1 0 0,-5-8 0 16,0 0 0-16,0 0 0 0,10 2 0 0,-1-2 0 15,-1-2 0-15,0-2 0 0,0-5 0 0,1-1 0 16,0-1 0-16,0-2 0 0,0-7 0 0,3-1 0 15,0-2 0-15,1-3 0 0,0-3 0 0,1-1 0 16,-1-1 0-16,2-2 0 0,0 1 0 0,1-4 0 16,-2 1 0-16,2 0 0 15,-2 0-384-15,1 1-64 0,-1 3 0 0,-2 4-16 16,-1 3-1120-16,0 5-208 0,-2 4-64 0,1 4-14016 16,0 4-2800-16</inkml:trace>
  <inkml:trace contextRef="#ctx0" brushRef="#br0" timeOffset="85807.9">21013 8228 24879 0,'-6'0'2208'0,"-1"-1"-1760"0,2-3-448 0,5 4 0 0,0 0 6624 16,0 0 1248-16,0 0 240 0,5-5 48 15,2 0-6048-15,3-2-1216 0,3 1-256 0,4-1-32 0,3 2-608 16,2 1 0-16,1-2 0 0,5-1 0 0,-1-1 0 0,3 2 0 15,1-2 128-15,2 1-128 16,-2 1-1504-16,3 1-368 0,0-1-80 0,0 2-21200 16</inkml:trace>
  <inkml:trace contextRef="#ctx0" brushRef="#br0" timeOffset="86089.66">21484 8451 35007 0,'0'0'3120'0,"0"0"-2496"0,0 0-496 0,0 0-128 0,0 0 3360 0,0 0 656 16,8-2 128-16,0 0 16 0,2 1-2560 0,0 0-512 16,1 1-96-16,-1 1-32 0,-1 0-464 0,1 2-112 15,-3 0 0-15,-7-3-16 0,0 0 80 0,6 6 0 16,-6-6 16-16,2 8 0 0,0 1 64 0,-4 1 16 16,-3 2 0-16,-3 3 0 0,-1 0-320 0,-1 3-64 15,-2 1-16-15,1-1 0 0,1-1-96 0,0-1-48 16,-1-1 0-16,3-3 0 0,2 1 0 0,2 0 0 15,1-1 0-15,2-2 0 0,1-10 0 0,3 7 0 16,-3-7 0-16,7 8 0 0,4-2 0 0,1-1 0 0,1-2 0 0,2-3 0 16,5-3-192-16,1-1-48 0,0-2 0 0,1-2 0 15,1 0-1408 1,3-2-272-16,0-2-64 0,2-2-14032 0,-2-3-2800 0</inkml:trace>
  <inkml:trace contextRef="#ctx0" brushRef="#br0" timeOffset="86233.81">21908 8456 46015 0,'0'0'2048'0,"0"0"400"0,0 0-1952 0,0 0-496 0,0 0 0 0,0 0 0 0,0 0 1424 0,7 0 192 16,-7 0 48-16,10-1 0 0,0 0-784 0,2 0-160 16,1-2-16-16,1 2-16 15,0-1-464-15,2 1-96 0,4 0 0 0,-1-1-128 16,1 0-256-16,2-2-144 0,-1 0-48 0,2 0 0 16,-1-1-2624-16,3-2-512 0,-1 0-128 0</inkml:trace>
  <inkml:trace contextRef="#ctx0" brushRef="#br0" timeOffset="86579.61">22441 8055 11055 0,'-7'-4'976'0,"5"1"-784"0,-3 1-192 0,2-1 0 0,3 3 8656 0,0 0 1696 0,0 0 336 0,0 0 64 16,0 0-7392-16,0 0-1472 0,0 11-288 0,1 3-64 16,-1 2-544-16,3 1-96 0,-2 3-32 0,2 3 0 15,-2-1-576-15,2 4-112 0,-2 0-32 0,0 4 0 16,3 0-144-16,0 1 0 0,1 0 0 0,1 1 112 15,0-4-112-15,1 1 0 0,-2-5 0 0,0-1 0 16,0-2 0-16,2-3 0 0,-2-3 0 0,0-5 0 16,0-2 0-16,1-2 0 0,-6-6 0 0,7 3 0 15,3-2 0-15,-4-2 0 0,-1-3 0 0,2-3 0 16,-1 0 0-16,0-5 0 0,1-1 0 0,1-4 0 16,-1 0 0-16,1 0 0 0,-2-6 0 0,2-1 0 0,1-2 0 15,0-1 0-15,3-2 0 0,0-1 0 0,-2-1 0 16,0-1 0-16,1 1 0 0,-1 0 0 0,1 0 0 15,-1 1 0-15,-1 1 0 0,2 3 0 16,-1 1-848-16,-1 7-176 0,0-1-16 0,-1 6-16 16,-1 3-1552-16,-1 5-304 0,-1 1-64 0,-5 4-18560 15</inkml:trace>
  <inkml:trace contextRef="#ctx0" brushRef="#br0" timeOffset="86763.68">22317 8295 6447 0,'0'0'576'0,"0"0"-576"16,0 0 0-16,0 0 0 0,0 0 10240 0,8-3 1952 15,1-1 384-15,4 2 80 0,1-1-9392 0,5 0-1888 16,0 0-368-16,6-3-80 0,4 0-544 0,1-1-96 16,1 0-32-16,3 0 0 0,0 0-256 0,0 1 0 15,-2-1 0-15,2 4 0 16,0-5-768-16,-1 4-128 0,-5 0 0 0,0 3-16 15,-5-1-1760-15,1 5-336 0,-4 2-80 0</inkml:trace>
  <inkml:trace contextRef="#ctx0" brushRef="#br0" timeOffset="86980.38">23011 8459 47807 0,'0'0'2112'0,"-6"7"448"0,1-3-2048 0,-1 2-512 0,0 2 0 0,1 1 0 0,0 3 1664 0,0 1 224 16,0 1 48-16,-1 0 16 0,2 2-992 0,2 1-208 16,1 0-48-16,1 0 0 15,0-1-960-15,0-2-208 0,2-1-48 0,1-1 0 16,-1-6-1056-16,-2-6-224 0,0 0-32 0,6 8-16 16,-1-1-3056-16,-5-7-608 0,0 0-128 0,18-6-32 0</inkml:trace>
  <inkml:trace contextRef="#ctx0" brushRef="#br0" timeOffset="87298.62">23206 7713 50735 0,'-10'0'2240'0,"10"0"480"0,0 0-2176 0,0 0-544 15,0 0 0-15,0 0 0 0,5 11 768 0,1 1 32 16,1 2 16-16,1-1 0 0,1 0-96 0,1 4-16 15,3 1 0-15,4 4 0 0,3 2-384 0,2 4-96 0,0 0-16 0,4 4 0 16,2 2-48-16,-2 3-16 16,-1-2 0-16,-2 2 0 0,-1 0-144 0,-2 1 192 15,-2 1-192-15,-2-1 192 0,-3 0-192 0,-4 0 0 0,-3-2 144 0,-2 9-144 16,-2-4 176-16,-5-2-48 0,-4-2 0 0,0-2 0 16,-1-9-128-16,-3-1 160 0,0 0-160 0,-4-4 160 0,0 1-160 15,-2-3 0-15,1 1 0 16,0-1 0-16,1-2 0 0,0-1 128 0,2-2-128 0,2-1 128 15,-1-1-80-15,1-2-48 0,2 0 0 0,1-1 0 16,1-4-1056-16,1-1-208 0,3 0-32 0,3-4-23600 16</inkml:trace>
  <inkml:trace contextRef="#ctx0" brushRef="#br0" timeOffset="100519.33">3022 11276 25791 0,'0'0'2304'0,"0"0"-1856"0,-7-2-448 0,1 1 0 0,1 2 4608 0,5-1 832 0,0 0 176 0,0 0 16 16,0 0-3296-16,-4 4-672 0,1 1-128 0,-1 4-16 16,2 3-432-16,-1 3-64 0,2-2-32 0,-3 4 0 15,-1 3-416-15,-1 2-96 0,0 6-16 0,-1 2 0 16,1-4-192-16,-1 4-32 0,1 1-16 0,1-2 0 16,-1-3-224-16,4-3 144 0,1-2-144 0,1-3 128 15,1-1-128-15,1-2 0 0,4-4 0 0,0-2 0 16,1-3-688-16,2-4-64 0,1-2-16 0,3-2 0 15,4-4-592-15,1-3-128 0,2-2-32 0,2-3 0 16,2-1-672-16,-1-2-144 0,1-1-32 0,-1-2 0 16,-2-1 640-1,-3 0 112-15,-1 2 16 0,-4 2 16 0,-2 1 576 0,-4 3 112 0,0 4 32 16,-4 4 0-16,-3 5 2032 0,0 0 416 0,0 0 80 0,0 0 0 0,0 0 1232 0,0 0 240 16,-6 2 64-16,0 2 0 0,-2 2-1472 0,0-3-272 15,0 3-64-15,2 0-16 0,1 2-640 0,1-1-128 16,0-1-32-16,4-6 0 0,1 7-320 15,2 0-80-15,-3-7-16 0,5 10 0 0,1-4-160 0,4-2 0 16,1 0 0-16,1 1 0 0,1-4 0 0,1 3-192 16,2-1 64-16,0 1 128 0,-5 0-240 0,2 1 80 15,1 0 16-15,-4 2 0 0,-4-1 144 0,-2 1 0 16,-4-7-144-16,3 9 144 0,-2 0 0 0,-1 0 0 16,-2 0 0-16,-2 2 0 0,-1 0 0 0,-3 2 0 0,-3 2 0 0,2-1 0 31,1-3-992-31,1 0-176 0,-1 1-48 0,1-2 0 15,3-2-2624-15,4-8-512 0</inkml:trace>
  <inkml:trace contextRef="#ctx0" brushRef="#br0" timeOffset="100769">3822 11348 13823 0,'-10'0'608'0,"10"0"128"0,0 0-592 0,0 0-144 0,-4 1 0 0,0 2 0 16,-1 1 8464-16,1 0 1664 0,0 2 336 0,-2 4 64 0,-1-1-7296 0,2 5-1456 16,0 2-304-16,-2 4-48 0,1 0-880 0,-1 5-176 15,2 3-48-15,0 1 0 0,0 0-320 0,1 0 144 16,1 1-144-16,2-2 0 0,-1 0 0 0,2-4 0 16,0-1 0-16,2-4 0 15,-1-5-1200-15,2-1-192 0,-2-3-32 0,3-4-16 16,-4-6-2560-16,8 1-512 15,1-2-96-15</inkml:trace>
  <inkml:trace contextRef="#ctx0" brushRef="#br0" timeOffset="100901.78">3761 11201 32255 0,'-6'2'2864'0,"-1"-2"-2288"16,2 0-576-16,5 0 0 0,0 0 3200 0,0 0 544 15,-5 4 96-15,5-4 32 0,0 0-2800 0,0 0-560 16,2 11-128-16,4-2 0 15,3 0-2128-15,0 1-432 0,3 0-64 0,2 0-16608 0</inkml:trace>
  <inkml:trace contextRef="#ctx0" brushRef="#br0" timeOffset="101245.2">4078 11332 15663 0,'0'0'688'0,"0"0"144"0,0 0-656 0,-4 7-176 0,4-7 0 0,-6 7 0 16,-1-1 7264-16,1 1 1424 0,-2-4 272 0,-1 4 64 15,-2 0-5920-15,1-1-1184 0,-2 2-256 0,0 1-32 16,1 1-768-16,-2 2-160 0,-1-1-16 0,1 0-16 15,2 2-336-15,-1 0-64 0,0-1-16 0,2 0 0 0,-2-3-128 0,3 0-128 16,1 2 192-16,2-5-192 0,-2 1 0 0,3-1 0 16,5-6 0-16,0 0 0 0,-3 7 0 0,3-7 0 15,0 0 0-15,9 5 0 0,0-3-256 0,2 1 64 16,0-3 0-16,4 0 0 0,-1-4 16 0,3 2 16 16,3 2 0-16,0-4 0 0,1 0 160 0,1 0-128 15,-1 1 128-15,-1 1-128 0,-2 0 128 0,-1 4 0 16,0-1 0-16,-4 3-128 0,-3 2 128 0,0 1 0 15,-4 1 0-15,-1 2 0 0,-3 1 0 0,-4 2 176 16,-2 1-176-16,1 2 192 0,-5 0-16 0,-3 4 0 16,-2 0 0-16,0-1 0 0,-1-1-176 0,-2-1 0 15,-1-1 0-15,2-3 128 16,-1-1-624-16,2-2-128 0,-1-2-16 0,4-3-16 16,0-1-1328-16,5-4-272 0,6 0-48 0,-2-6-16 15,8-10-2624-15,5-4-528 0,8-4-96 0</inkml:trace>
  <inkml:trace contextRef="#ctx0" brushRef="#br0" timeOffset="101473.93">4328 11425 8287 0,'0'0'368'0,"0"0"80"0,0 0-448 16,0 0 0-16,-2 10 0 0,-2 4 0 0,-5-1 8912 0,0 5 1712 0,-3 3 320 0,-1 2 80 15,-3 5-7440-15,2-2-1504 0,-1 0-288 0,6-8-64 16,2 4-800-16,0-4-160 0,0 2-16 0,4-2-16 16,0-1-464-16,3-4-80 0,1-2-32 0,4-2 0 15,5-3-336-15,0-2-64 0,2-1-16 0,2-3 0 16,3-3-384-16,0-3-96 0,-1-4-16 0,1 0 0 15,0-4-80-15,0-1 0 0,-4 1-16 0,0 0 0 32,-3-1 192-32,-2 1 32 0,-3-2 16 0,-2 2 0 0,-3 0 352 0,-2-1 64 0,0 1 0 0,-7-7 16 0,-2 3 176 15,1 4-192-15,-1-1 192 0,2 6-192 16,1 0-1440-16,8 9-288 0,0 0-64 0,0 0-10912 16,-1-9-2176-16</inkml:trace>
  <inkml:trace contextRef="#ctx0" brushRef="#br0" timeOffset="101688.92">4742 11085 48495 0,'-11'2'2144'0,"6"0"448"0,-2 0-2080 0,1 2-512 0,1 1 0 0,1 3 0 16,-1 1 1376-16,-1 4 160 16,-1 6 48-16,0 3 0 0,-1 3-624 0,0 2-112 0,2 3-16 0,-1 0-16 15,2-1-544-15,1 2-96 16,2 2-32-16,0 3 0 0,0-2-144 0,2 2 0 15,0 0 0-15,1-2 0 16,2-2-1088-16,-1 1-80 0,1 1-32 0,-2-4 0 16,2-4-1360-16,-1-3-288 0,-2-2-48 0,2-3-11120 15,0-2-2208-15</inkml:trace>
  <inkml:trace contextRef="#ctx0" brushRef="#br0" timeOffset="102299.24">4371 11532 26719 0,'-7'10'1184'0,"7"-10"240"0,-10 10-1136 0,10-10-288 0,0 0 0 0,0 0 0 0,0 0 5024 16,0 0 944-16,0 0 192 0,8 2 48 0,1-1-4448 0,6-3-880 15,0-2-176-15,5-4-48 0,1-2-336 0,2-2-80 16,3-2-16-16,3-2 0 0,0-1-96 0,1 0 0 16,0 0-128-16,-2 1 192 0,-2 2-192 0,-2 0 144 15,-3 2-144-15,-2 3 128 0,-2 1 64 0,-2 5 0 16,-2 1 0-16,-3 4 0 0,-1 0 192 0,-1 4 32 15,-1 5 16-15,-2 3 0 0,-3 4 48 0,1 4 16 16,0 5 0-16,-1 3 0 0,-1 1-224 0,1 1-32 16,-1 0-16-16,2-1 0 0,-1-1-224 0,2-3 0 15,4-2 128-15,-3-1-128 0,-1-7 0 0,-1-2 0 16,2-3 0-16,0-3 0 0,2-4 0 0,-7-5 0 0,0 0 0 16,9-2-160-16,1-4-80 0,1-1-16 15,-2-6 0-15,1-3 0 0,-1-2 32 0,3-2 0 16,-1-2 0-16,-1-1 0 0,-1-5-32 0,0-1-16 15,-1-1 0-15,1 2 0 0,-1 0 112 0,0 4 32 16,-2 1 0-16,0 7 0 0,-1 2 128 0,-3 3 0 16,-2 4 0-16,0 7 0 0,0 0 192 0,0 0 64 0,0 0 0 0,-4 7 16 15,1 4 48-15,-1 0 16 0,0 3 0 0,1 5 0 16,2-1-208-16,-1 3-128 0,1-2 160 0,2 2-160 16,3-3 0-16,3 1 0 0,2-1 0 15,1-3 0-15,1 1 0 0,2-5 0 0,1-1 0 0,2-1 0 16,1-5-176-16,2 0 32 0,0-3 0 15,-1-2 0-15,0-3-32 0,2 0 0 0,-3-2 0 0,0-2 0 16,0 0 176-16,-2-3-192 0,0 1 192 0,-1-6-192 16,0 2 192-16,-1-5-160 0,0-1 160 0,-1-1-160 0,-2-1-32 15,0 0 0-15,-3 1 0 0,0 4 0 0,-2 1 16 16,-2 5 0-16,-1 1 0 0,-2 10 0 16,0 0 304-16,0 0 48 0,-10 0 16 0,-2 4 0 0,-1 5 208 0,0 2 48 15,-1 5 16-15,1 1 0 0,2 2-272 16,1 1-64-16,1 0-128 0,2 1 192 0,2 0-192 0,2 0 0 15,3-1 0-15,3-2 0 16,2 0-896-16,3-1-160 0,4-4-32 0,2-4-16 16,2-1-2656-16,2-4-528 0,3-4-96 0</inkml:trace>
  <inkml:trace contextRef="#ctx0" brushRef="#br0" timeOffset="103585.31">5572 11419 22111 0,'-12'7'976'0,"7"-1"208"0,-1-1-944 0,0 3-240 15,2 1 0-15,1 1 0 0,-1 2 6592 0,0 1 1264 16,1 1 256-16,1 2 48 0,-1 0-5616 0,3 1-1136 16,3-3-208-16,-1 0-48 0,-1 1-688 0,3-2-128 0,2-2-16 0,0 1-16 15,1-4-176-15,-2-2-128 0,1 0 144 0,1-2-144 16,-7-4 0-16,0 0 0 0,8 2-176 0,-8-2 176 16,0 0 0-16,0 0 0 0,8-4 0 0,-2-2 0 15,-1-2 0-15,2-3 0 0,-1 0 0 0,2-4 0 16,1-2-224-16,2-1 80 0,0-4 16 0,2-1 0 15,2-2 128-15,0 1 0 0,2 1 0 0,0 1 0 16,-1 1 0-16,0 3 0 0,-1 2 128 0,-2 3-128 16,-1 2 0-16,-2 6 0 0,-2 0 0 0,-1 4 0 15,-7 1 0-15,5 2 0 0,0 2 0 0,0 3 0 0,-2 2 480 16,0 1 32-16,-2 3 0 0,0 3 0 0,1 1-512 0,0 2 0 16,-2 0 0-16,0 2 0 0,0-1 176 0,1 1-176 15,-1-1 192-15,2-2-192 0,0-1 176 16,2-3-176-16,-1-2 160 0,0-1-160 0,-1-4 0 0,-2-7-192 15,4 7 16-15,-4-7 0 0,0 0 176 0,0 0 0 16,7 3 0-16,-7-3 0 0,6-4 0 0,-1-2 0 16,0-1 128-16,1 0-128 0,0-7 0 0,3-1 0 15,-1-3 0-15,0 0-128 0,0-2 128 0,1-1-128 16,0-1 128-16,2 1-128 0,-2 2 0 0,1 1 0 16,-1 2 0-16,-1 3 0 0,0 3 128 0,-3 3 0 15,-5 7 0-15,0 0-128 0,0 0 128 0,0 0 224 16,0 0-48-16,5 8-16 0,-1 1-32 0,0 4 0 15,0 0 0-15,-3 0 0 0,2 1-128 0,1 1 0 16,1 0 144-16,0 1-144 0,0-6 128 0,-1 1-128 16,2-1 160-16,-1-1-160 0,-5-9 0 0,6 8 0 15,1-3 0-15,-7-5 0 0,8 3-176 0,-1-2 32 16,0-2 0-16,1-2 0 0,-2 0 144 0,1-3-128 0,-1 0 128 0,2-2-128 16,-1-1 128-16,1-3 0 0,-1-1-144 0,1-1 144 15,3-3 0-15,0-1 0 0,4 1 0 16,-2-3 0-16,0 1 0 0,0-1 0 0,0 2-224 0,-1 1 80 15,1 0-144-15,-3 4-32 0,-1 2 0 0,0 4 0 16,-5 1 320-16,-4 6 0 0,0 0 0 0,0 0 0 16,0 0 0-16,3 9 0 0,-1-1 0 0,1 4 0 15,-2 2 352-15,1 2 128 0,-1-3 32 16,3 4 0-16,1-3-512 0,3 2 0 0,0 0 0 0,1-1 0 16,3 1-320-16,3 0-144 15,2-3-48-15,3 0 0 0,3-3 368 0,1-1 144 0,0-1-128 0,5-3 128 16,1-1-512-1,1-4 0-15,2-1-16 0,0-1 0 0,-2 0 224 0,-1-2 48 16,-3-1 16-16,-1 0 0 0,-2-2 240 0,-3-2 0 0,-3 0 0 16,-1-2 0-16,-3 0 208 0,-1-1-16 0,-4 0 0 0,-3 3 0 0,-4-3 64 15,-2 3 16-15,-5 1 0 0,-3 2 0 0,-2 1 304 0,-3 2 64 16,-2 3 16-16,-2 0 0 0,-2 4-320 0,-2 1-64 16,-1 2-16-16,0 0 0 0,-2 3-256 0,3 0 160 15,3 2-160-15,2-1 128 0,2 3-128 0,1-4 128 0,3 3-128 0,2-3 128 16,1 1-128-16,2-1-176 0,4 2 48 0,2-4 0 15,3-2-176-15,1 0-16 16,-5-6-16-16,11 5 0 16,0-3-240-16,2 0-32 0,0-4-16 0,3-2 0 15,0-1 64-15,-2 0 16 0,0-4 0 0,1 0 0 0,-1-2 240 16,0 0 48-16,1-1 16 0,-1-1 0 0,-1 0 240 0,0-2 0 0,-2 0-160 16,0 1 160-16,2-1 0 0,-2 2 0 15,-5 4 0-15,0 0 0 0,-6 9 0 0,0 0 0 0,0 0 0 0,0 0 128 16,0 0 304-16,0 0 48 15,0 0 16-15,-4 9 0 0,0-2-160 0,0 2-16 0,0 1-16 16,1 2 0-16,3-2-112 0,2 2-32 16,0-2 0-16,2 1 0 0,1-2-160 0,3 0 0 15,1 2 0-15,6-5 0 0,-1 1 0 0,3-2 0 0,2-3 0 0,2 0 0 16,-1-4 0-16,-1 0 0 0,1-2 0 0,0-3 0 16,-1 0 0-16,1-3 0 0,-3 1 0 0,0-2 0 0,-1-3 0 15,0 0 0-15,0-1 0 0,-2-5 0 0,-1 0 0 0,-1-3 0 16,0-4 128-16,1-5-128 15,-2-3 144-15,2-3-144 0,0 0 160 0,-1-3-160 0,-1-1 0 0,-4 3 128 16,0-2-128-16,-1 9 0 0,-2 1 128 16,-1 6 0-16,-2 5-128 0,-1 6 192 0,-2 2 80 0,-1 4 16 15,-2 4 0-15,-2 2 0 16,0 3 64-16,-3 6 16 0,0 4 0 0,0 6 0 0,-5 6-272 16,1 3-96-16,0 5 0 0,2 1 0 0,-1 6 0 15,4 3 0-15,2 2 0 0,4 0 0 0,1-2 0 0,3 0 0 16,3-6 0-16,3-4 0 0,0-1 0 0,5 0 0 15,3-1 0-15,0-6 0 0,2 0 0 0,0-2 0 16,3-5 0-16,-3 0 0 0,1-2 0 0,-1-2 0 16,-4-1 0-16,4-5 0 15,5-1-1152-15,1-3-160 0,1-4-32 0,2-2-23488 0</inkml:trace>
  <inkml:trace contextRef="#ctx0" brushRef="#br0" timeOffset="105395.21">8507 11012 45215 0,'0'0'2000'0,"0"0"416"0,0 0-1936 0,0 0-480 15,0 0 0-15,0 0 0 0,0 0 896 0,-3 9 64 16,-6-1 32-16,1 2 0 0,-1 2 224 0,1 4 64 16,-1 0 0-16,-1 5 0 0,-1 5-800 0,0 0-160 15,-3 4-16-15,0-2-16 0,0-2 16 0,-1-4 0 16,0-1 0-16,3-4 0 0,2-1-128 0,1-3-32 16,-1-3 0-16,5-1 0 0,1-1-144 0,2-4 0 15,2-4 0-15,0 0 0 0,0 0-256 0,0 0-96 0,0 0-16 0,6-4 0 31,-1-4-112-31,5-1-32 0,0-3 0 0,2-3 0 0,1-4 176 0,1-1 16 16,0-5 16-16,2 0 0 0,0 0 112 0,1 0 0 16,0 2 16-16,-3 3 0 0,-2 3 176 0,-2 4 0 15,-1 0 0-15,-2 3 0 0,-2 5 288 0,-5 5 96 0,0 0 0 16,0 0 16-16,0 0 304 0,1 6 48 0,1 3 16 0,-1 1 0 0,1 3-416 16,1 1-80-16,0 3-16 0,2 0 0 15,1 0-256-15,4 1 128 0,0-1-128 0,3 0 0 0,3-3 0 0,2-1 0 16,0-1 0-16,2-2 0 15,-1-2 0-15,2-1-192 0,-1-2 48 0,-2 0 16 0,-4-1-64 16,-2 0-16-16,-3 0 0 0,-2-1 0 0,-7-3 208 0,0 0 0 16,0 0 0-16,0 0 0 0,-7 3 256 0,-2 0 32 15,-3 1 16-15,-1-1 0 0,-4 0-48 0,-1 1 0 16,-3 0 0-16,-2 2 0 0,-1-3-128 0,-2 4-128 16,0-4 192-16,0 0-192 0,-1 1 0 0,1 0 0 15,0 2 0-15,2-5 0 16,2 1-1216-16,2 2-128 15,5-1-48-15,3 0 0 0,2-2-2528 0,10-1-512 0</inkml:trace>
  <inkml:trace contextRef="#ctx0" brushRef="#br0" timeOffset="105632.3">9043 10786 41807 0,'0'0'1856'0,"2"-6"384"0,-1-2-1792 0,1 1-448 16,-2 7 0-16,0 0 0 0,1-5 2352 0,-1 5 384 15,0 0 80-15,0 0 0 0,0 0-1040 0,0 0-224 16,0 0-32-16,-1 9-16 0,-2 0-944 0,1 4-192 16,-4 4-48-16,2 4 0 0,-1 5-320 0,0 0 0 0,-1 6 0 0,0 2 128 15,1 1-128-15,0 0 0 0,0-1 0 0,1 0 0 16,1 0 0-16,1-2 0 0,0 0 0 0,2-5-128 31,2-2-768-31,0-4-160 0,1-3-32 0,-1-3 0 16,0-4-1424-16,-1-1-304 0,0-1-48 0,-1-9-11568 0,0 0-2320 15</inkml:trace>
  <inkml:trace contextRef="#ctx0" brushRef="#br0" timeOffset="105826.76">8678 10773 51311 0,'0'0'2272'0,"0"0"480"0,0 0-2208 0,0 0-544 0,0 0 0 0,0 0 0 0,10 0 736 0,3 3 32 16,1-3 16-16,2 0 0 0,4 0-96 0,2 0-32 15,2 0 0-15,6-3 0 0,3 2-400 0,2 0-96 16,2-1-16-16,-1-2 0 0,1 0-144 0,2 1 0 16,1-1 0-16,1-2 0 15,-1 1-896-15,-1-1-256 0,0-1-48 0,-1 3-14976 16,-3 2-2992-16</inkml:trace>
  <inkml:trace contextRef="#ctx0" brushRef="#br0" timeOffset="105979.7">9142 11106 15663 0,'0'0'1392'0,"0"0"-1120"0,0 0-272 0,0 0 0 16,0 0 7296-16,9-2 1392 0,0 1 272 0,1-2 64 15,3 1-6768-15,3-2-1360 0,1-3-256 0,4-2-64 16,2 1-368-16,1-1-64 0,1-1-16 0,2-6 0 31,2 3-2080-31,2 0-416 0,1 0-96 0</inkml:trace>
  <inkml:trace contextRef="#ctx0" brushRef="#br0" timeOffset="106452.27">9264 11218 39615 0,'0'0'3520'0,"0"0"-2816"0,-5 4-560 0,5-4-144 0,0 0 2000 0,0 0 368 16,0 0 80-16,0 0 16 0,0 0-1424 0,14 4-272 16,2-3-64-16,2-2-16 0,4-3-688 0,3-2 0 15,4 0 0-15,1-1-176 16,0-4-1040-16,4-1-192 0,2-1-64 0,2-3 0 15,1 2-1424-15,-1-4-304 0,-2-1-48 0,-2 1-16 16,-1-1-1360-16,-3-2-288 0,-4 1-48 0,-4 2-16 16,0 0 2272-16,-3-1 448 0,-5 3 80 0,-1 0 32 0,-4 3 3872 0,-4 1 784 15,-1 2 160-15,-2 3 16 0,-2 2 2048 16,-3 2 416-16,0-2 80 0,-2 4 16 0,-1 1-1392 0,-1 4-272 16,-2 1-48-16,-2 3-16 0,0 1-1664 0,-1 4-320 15,-1 4-80-15,-1 2-16 0,-5 5-512 0,0 3-96 16,-2 2-32-16,0 2 0 0,2 4-288 0,0 2-48 15,2-4-16-15,4 0 0 0,2-3-448 0,3-1 0 16,4-2 0-16,4-4 0 0,2-3 0 0,4-1 0 0,3-1 0 16,3-5 144-16,4-3-144 0,3 0 0 15,2-4 0-15,2-2 0 0,3-3-272 0,-1-2-48 0,1-3 0 16,1-1 0-16,2 1 64 0,-2-5 16 16,2 0 0-16,-2-3 0 0,-2 0 80 0,-1-1 16 0,-2 1 0 15,-1-6 0-15,-3-3 144 0,-1-1 0 0,-4-1 0 0,-1-2 0 16,-4 0 0-16,-3 2 0 0,-1-1 0 15,-4 3 0-15,-2-3 0 0,-3 0 0 0,-3 2 128 0,-1 0-128 16,-4 0 0-16,-2 1 0 0,-4 0 0 0,-2 0 0 16,2-1-720-16,-2 0-224 15,-1 1-32-15,0 1-15216 0,0 1-3024 0</inkml:trace>
  <inkml:trace contextRef="#ctx0" brushRef="#br0" timeOffset="106956.22">11170 11319 38703 0,'-8'0'3440'0,"1"-3"-2752"0,-1 0-560 0,5 2-128 16,3 1 3360-16,0 0 640 0,0 0 128 0,9 0 32 0,6-3-2976 0,-1 2-592 16,-14 1-112-16,21-3-32 0,4 1 64 0,5 0 0 15,1 0 0-15,4 0 0 0,2 2-320 0,-1 0-64 16,1-1-128-16,-1 1 192 0,5 0-192 0,0 0 128 15,0 1-128-15,0-1 0 0,0-1 0 0,1 1 0 16,1-4 0-16,-2 3 0 16,0-3-464-16,-4 0-192 0,3-3-48 0,-7 0 0 15,-3 0-2016-15,-3-1-416 0,-3 0-64 16,-2 2-18096-16</inkml:trace>
  <inkml:trace contextRef="#ctx0" brushRef="#br0" timeOffset="107197.87">12020 11151 32255 0,'-8'3'2864'0,"1"1"-2288"15,-1-2-576-15,1 1 0 0,1 1 3888 0,1 2 656 16,5-6 144-16,-3 7 32 0,3-7-2944 0,-1 5-592 16,2 2-112-16,4-1-32 0,3 1-480 0,1-1-112 15,2 1 0-15,0 1-16 0,6-1-432 0,1 1 128 0,2-1-128 16,1-1 0-16,1 2 0 0,-1-1 0 0,0 0 128 0,-2 0-128 16,0-1 0-16,-4 1 0 0,-2 0 0 0,-2-1 0 15,-3-1 128-15,-3 0-128 0,-5-5 128 0,2 7-128 16,-2 1 320-16,-4 0 0 0,-3-2-16 0,-3 2 0 15,-3 2 16-15,-2 0 0 0,-3-1 0 0,-3 1 0 16,-1 1-320-16,-2-1 0 0,-1 0 128 0,3 1-128 16,1-2-640-16,3 0-176 15,1 0-32-15,3-1-16 0,2 0-2176 0,4 0-432 16,4-1-96-16</inkml:trace>
  <inkml:trace contextRef="#ctx0" brushRef="#br0" timeOffset="107405.93">12559 11449 49071 0,'0'0'2176'0,"0"0"448"0,0 0-2112 0,-2 10-512 15,1-1 0-15,0 3 0 0,-1 2 1232 0,0 2 144 16,-3 2 32-16,-1 0 0 0,0 3-512 0,-2 1-112 16,0 0-16-16,2 1 0 0,1 0-560 0,-1 1-208 15,2-4 144-15,2 0-144 16,1-3-560-16,1-1-192 0,1-3-32 0,0-3-16 15,2-1-1888-15,-3-9-368 0,6 4-80 0,-6-4-17824 0</inkml:trace>
  <inkml:trace contextRef="#ctx0" brushRef="#br0" timeOffset="107887.56">12958 11069 32255 0,'0'0'2864'0,"0"0"-2288"0,0 0-576 16,0 0 0-16,0 0 4224 0,0 0 752 0,0 0 144 0,-4 7 16 15,0 0-2912-15,0 4-592 0,0 3-112 0,0 6-32 16,-1 3-672-16,0 6-144 0,-2 4-32 0,2 0 0 16,0 0-448-16,-1 1-192 0,1 0 128 0,-1 0-128 15,1 0 144-15,1 0-144 0,1-3 160 0,2-1-32 0,1-3-128 0,0-2 0 16,0-3 0-16,1-4 0 0,2-2 0 0,-1-3 0 16,1-5 0-16,1-2 0 0,-4-6-160 0,0 0 32 15,0 0 0-15,8 0 0 0,-2-1 0 0,2-5 0 16,-2-1 0-16,2-2 0 0,0-4 0 0,0-1 0 15,1-5 0-15,0-2 0 0,2-2 128 0,0-3 0 16,1-1 0-16,0-1 0 0,0 1-128 16,2-1 0-16,0 1 0 0,1 1 0 0,-4 0 128 0,0 5 0 15,-1 4 0-15,-2 4 0 16,0 4 0-16,-2 5 176 0,-6 4-48 0,0 0 0 0,0 0 0 16,7 9 0-16,-5 5 0 0,2 1 0 0,-1 3 16 0,0 2 0 15,-2-1 0-15,3 3 0 0,0 2-144 0,1-1 0 16,3 2 0-16,0-4 128 0,2 1-128 0,2-5 0 15,1 0 0-15,0-3 0 0,2-2 0 0,-2-3 0 16,1-2 0-16,-1-1 0 0,0-2 0 0,0-4 0 16,0 0 0-16,0-4 0 0,-3-1 0 0,1-3 0 0,-2 0 0 15,-2-2 0-15,1-3 0 0,0-2 0 16,-1 0 0-16,-1-2 0 0,-1-3 0 0,1-1 0 0,1 1 0 0,-1-4 0 16,-1-1 0-16,-1-2 0 0,0-3 0 0,-2 0 0 31,0 0-576-31,-2 0-64 0,-2 1 0 0,1 3 0 15,-2 4-1824-15,1 4-368 0,-1 0-80 0</inkml:trace>
  <inkml:trace contextRef="#ctx0" brushRef="#br0" timeOffset="108071.5">12677 10949 43311 0,'0'0'3840'16,"0"0"-3072"-16,0 0-608 0,9-2-160 0,6-1 2080 0,2 0 384 15,1-2 80-15,3 4 16 0,1-4-2032 0,3 1-400 16,3-3-128-16,2 1 0 0,2-1-192 0,2 1-112 16,1-2-16-16,1 1-16 15,1 1-2464-15,2-1-480 0,0 2-112 0</inkml:trace>
  <inkml:trace contextRef="#ctx0" brushRef="#br0" timeOffset="108233.74">13385 10867 6447 0,'-13'-3'272'0,"8"3"80"0,0 0-352 0,5 0 0 15,0 0 0-15,0 0 0 0,0 0 9408 0,0 0 1824 16,0 0 352-16,0 0 80 0,9-1-8512 0,3 0-1696 0,-1-3-352 0,4 1-64 16,-1 3-288-16,4-2-64 15,2-1-16-15,1 2 0 0,0-3-432 0,2 0-96 16,1 1-16-16,-1 1 0 16,-3-1-704-16,2 3-128 0,-1 1-48 0,-1 1 0 15,-3 0-2240-15,0 4-448 0,0 5-80 0</inkml:trace>
  <inkml:trace contextRef="#ctx0" brushRef="#br0" timeOffset="108577.85">13615 11464 12895 0,'0'0'1152'0,"0"0"-928"0,0 0-224 0,0 0 0 0,0 0 6752 0,0 0 1312 15,0 0 256-15,0 0 48 0,0 0-5120 0,8-2-1024 16,-1-1-208-16,2 2-32 0,-9 1-528 0,11-2-112 15,2 1 0-15,-1 0-16 0,-2-1-592 0,1 1-112 16,-2 2-32-16,-9-1 0 0,7 3-256 0,-7-3-48 16,0 0-16-16,6 8 0 0,-4 1-48 0,-3-1-16 15,-2 1 0-15,-1 1 0 0,-2 2-208 0,-2 1 128 16,-1 3-128-16,-1-1 128 0,-1 1-128 0,1 2 0 16,1 1 0-16,-1-2 0 0,0-2 0 0,4 0 0 15,-1-2 0-15,2 0 0 0,1-2 0 0,3 0 0 16,1-2 0-16,4-1 0 0,1-2 0 0,3-1 0 15,1-1 0-15,2 0 0 0,2-1 0 0,4-2 0 16,3 0 0-16,2-1 0 0,3-1 0 0,0-1 0 16,-1-1 0-16,2-1 0 0,-1-2 0 0,3-1-240 0,-2 0 80 0,1 1 16 31,2-2-1296-31,-1-1-256 0,2 0-48 0</inkml:trace>
  <inkml:trace contextRef="#ctx0" brushRef="#br0" timeOffset="109082.3">14432 11205 46239 0,'0'0'2048'0,"0"0"432"0,0 0-1984 0,0 0-496 0,0 0 0 15,0 0 0-15,0 0 1008 0,0 0 96 0,-1 2 32 0,1-2 0 16,0 0-64-16,0 0-16 0,14 4 0 0,1-1 0 15,-4-1-480-15,5-2-80 0,2 0-32 0,4 0 0 16,3-3-320-16,0 0-144 0,0-2 128 0,-1 0-128 16,2-2 0-16,1 0-144 0,-4 1 0 0,2-3 0 15,0 2-1712-15,-2 1-352 0,-1-1-64 0,-2 3-12800 16,-5 2-2560-16</inkml:trace>
  <inkml:trace contextRef="#ctx0" brushRef="#br0" timeOffset="109230.75">14549 11376 11967 0,'-32'2'1072'0,"18"1"-864"0,-1 1-208 0,1 0 0 0,3-2 7232 0,2-1 1408 16,1-1 288-16,8 0 48 0,0 0-6128 0,0 0-1232 16,0 0-240-16,0 0-48 0,14 0-688 0,1 0-128 15,5-1-16-15,3-1-16 0,1-1-656 0,3-2-128 16,0 0-16-16,5-1-16 16,0 0-2176-16,5-2-432 0,1-1-96 0,5 0-16 0</inkml:trace>
  <inkml:trace contextRef="#ctx0" brushRef="#br0" timeOffset="109514.58">15418 10935 26719 0,'0'0'2368'0,"-5"-4"-1888"16,-1 1-480-16,1-1 0 0,5 4 5264 0,0 0 960 0,-5 0 192 0,1 2 48 15,4-2-3904-15,-5 5-784 16,-2 3-160-16,1 4-16 0,-2 2-784 0,0 7-160 0,-2 5-16 0,-1 6-16 15,0 2-304-15,0 4-48 0,2 6-16 0,1-3 0 16,0-2-256-16,2-3 0 0,1-2 128 0,1-1-48 16,1 0-80-16,2-3 0 0,2-4 0 0,-1-2 0 15,-1-1 0-15,-1-4 0 0,1-1 0 16,1-3 0-16,0-4 0 0,0 0-240 0,0-3 80 16,0-8 16-16,0 0-96 0,0 0-16 0,0 0 0 0,0 0 0 15,0 0-832-15,0 0-192 0,0 0-16 16,0 0-16-16,0 0-960 0,0 0-192 15,4-9-32-15,0-2-18480 0</inkml:trace>
  <inkml:trace contextRef="#ctx0" brushRef="#br0" timeOffset="110167.23">15407 10385 23951 0,'-6'-4'2128'0,"-2"1"-1696"15,-1-3-432-15,0 0 0 0,0 3 4544 0,-2-1 832 16,2 1 176-16,-1 2 16 0,-2 1-2976 0,0 2-608 16,-2 2-112-16,2 3-16 0,0 1-656 0,-1 3-128 15,-2 5-32-15,-1 5 0 16,-2 5-336-16,0 6-80 0,-2 6-16 0,0 7 0 0,2 4-128 0,1 3-32 16,0-2 0-16,3 3 0 0,0 3-288 0,2 0-160 15,0 4 160-15,3 4-160 0,2 4 0 16,2-4 0-16,3-4 0 0,-2-3-160 0,-1-1 160 0,1 0 0 15,0 0 0-15,2 1 0 0,1 1 0 16,2 0 0-16,-2-2 0 0,1-4 0 0,0-5 0 0,0-3 0 16,0-1 0-16,0-1 0 0,-1-1 0 0,-1 1 0 15,1-1 0-15,-1-2 0 0,-1-1 0 0,0-2 0 16,-1-1 0-16,-1-1 0 0,-1 0 0 0,-2-5 0 0,-1-3 0 16,1-5 0-16,0-2 0 0,0-2 0 15,-1-1 0-15,-1-4 0 0,-2-3 0 0,2 0 224 16,-2-3-32-16,1-2 0 0,1 0-336 15,0-1-80-15,-2-2-16 0,3-1 0 0,0-3-976 16,1 1-208-16,0-5-48 0,4-3 0 16,3-2-2176-16,3-2-432 0,2-6-80 0</inkml:trace>
  <inkml:trace contextRef="#ctx0" brushRef="#br0" timeOffset="110710.98">15286 10952 16575 0,'-13'-5'736'0,"13"5"160"0,-6-3-720 0,-1 0-176 16,7 3 0-16,0 0 0 0,-3-4 7264 0,3 4 1424 0,-2-2 272 0,2 2 64 15,0 0-6976-15,9-7-1392 16,3 1-272-16,3 2-64 0,2 1 256 0,4 1 64 0,1-2 16 0,3 0 0 16,1 0-208-16,0 1-64 0,0 3 0 0,0 0 0 15,-2 0-176-15,-2 2-32 0,-1-1-16 0,-2 3 0 16,0-3-160-16,-4 3 160 0,0 1-160 0,-4 1 160 16,0-1-32-16,-5 0-128 0,0 0 192 0,-4 0-64 15,-2-5 128-15,0 8 0 0,-2 1 16 0,-4-1 0 0,0 1 32 0,-5 0 0 16,0 1 0-16,-2 0 0 15,-2 0-112-15,-2 1-32 0,-2-1 0 0,-1 1 0 16,-1 0-160-16,2-3 0 0,-1 0 144 0,1 0-144 16,-2 0 0-16,3 0-160 0,-1-1 16 0,5 1 0 15,2 0-1328-15,3 0-272 0,1 1-48 16,4-3-14176-16,2 5-2832 0</inkml:trace>
  <inkml:trace contextRef="#ctx0" brushRef="#br0" timeOffset="111436.54">15911 11346 27647 0,'0'0'1216'0,"0"0"256"0,-2-8-1168 0,2 0-304 0,2-1 0 0,0 0 0 0,-1 1 4432 0,-1 1 832 15,0-1 176-15,-1-2 16 0,-1 0-3152 0,-2 2-640 16,-2 1-128-16,0 3-32 0,-3 0-624 0,-3 4-128 15,-2 0-32-15,-3 4 0 0,-3 3-208 0,-2 3-32 16,-1 3-16-16,-2 3 0 0,-1 1-256 0,0 2-48 16,-2-2-16-16,4 0 0 0,1-1-16 0,5 1 0 15,5-1 0-15,3-3 0 0,2-2-128 0,4 0-176 16,3-2 48-16,5-1 0 16,3 0-320-16,2-3-64 0,4 0-16 0,2-4 0 15,0 1-176-15,4-4-16 0,-1 1-16 0,2-5 0 0,0-1 272 0,0-3 48 0,-2-2 16 16,-1-1 0-16,1-2 208 0,1 0 32 0,-2-2 16 15,-2-1 0-15,0-3 144 0,-1-3 0 16,-1-2 0-16,-1-1 0 0,-1-1 224 0,0-2-32 16,-1-1 0-16,-1 2 0 0,-1 3 192 0,-1 4 16 15,-3 5 16-15,0 4 0 0,-3 3 96 0,0 3 32 16,-1 7 0-16,0 0 0 0,0 0-48 0,0 0-16 0,-4 8 0 16,0 4 0-16,-1 5-320 0,0 5-160 0,1 4 160 0,0 3-160 15,2 2 0-15,2-1 0 0,1 0 0 16,1 0 0-16,4-7-224 0,0 2 64 0,1 0 16 0,1-5 0 15,-1-3-880 1,1-2-192-16,0-1-16 0,0-3-16 0,-2-2-688 16,1-1-144-16,-7-8-32 0,5 4 0 0,-5-4-1120 0,8 1-224 15,0-2-64-15,0-3-12720 0</inkml:trace>
  <inkml:trace contextRef="#ctx0" brushRef="#br0" timeOffset="111751.45">16199 11082 8287 0,'6'-34'736'0,"-3"21"-592"0,-1-1-144 0,2 1 0 0,-2 2 6112 0,-1 2 1184 16,0 1 256-16,1 3 32 0,-2 5-3040 0,0 0-624 15,0 0-112-15,0 0-32 0,0 0-1616 0,-2 8-336 16,1 1-64-16,0 7-16 0,-1 0-976 0,1 4-208 16,0 4-48-16,-1 3 0 0,1 5-160 0,1 1-32 15,0 3-16-15,3-4 0 0,-2-3-144 0,0-3-32 16,2-3 0-16,0 0 0 0,-1-4-128 0,2-2 0 16,0-1 0-16,0-3 0 0,0-1 0 0,0-5 0 15,0 1 0-15,0-3 112 0,-4-5-112 0,0 0 0 16,0 0 0-16,0 0 0 0,7-2 0 0,-1-2 0 15,-3-3 0-15,1 0 0 0,2 0 0 0,-1-5 0 16,0-3 0-16,0-1 0 0,2-1 0 0,-1-3 0 16,2-6 0-16,1-1 0 0,-1-6 0 0,1 0 0 15,0 0 0-15,3-4 0 0,0 2 0 0,1 1 0 16,-1 3 0-16,1 2 0 16,-2-3-336-16,2 7-64 0,-1 4-16 0,0 3 0 15,0 5-1104-15,-3 0-208 0,0 5-64 0,0 4-14160 0,-3 4-2848 16</inkml:trace>
  <inkml:trace contextRef="#ctx0" brushRef="#br0" timeOffset="111980.33">16158 11102 13823 0,'-10'2'1216'0,"-3"-2"-960"0,0-1-256 0,1 1 0 0,2 0 8528 0,3-1 1664 15,7 1 336-15,0 0 64 0,0 0-7472 0,0 0-1504 16,0 0-288-16,9-2-64 0,4 2-784 0,4-2-160 15,4-1-16-15,4-1-16 0,4 0-288 0,2-1 0 16,1-1 0-16,6-1 0 0,3 1 128 0,0-2-128 16,1 0 144-16,0 3-144 0,-3 0 0 0,-1 2 0 15,-1-1-128-15,-3 1 128 16,-1 2-560-16,-2 0 0 0,-2 1 0 0,-2 1 0 16,-2 2-1488-16,-4 1-320 0,1 1-48 0,-5 3-19792 0</inkml:trace>
  <inkml:trace contextRef="#ctx0" brushRef="#br0" timeOffset="112501.98">14725 12600 25791 0,'0'0'2304'0,"0"0"-1856"0,0 0-448 0,0 0 0 0,-1 6 5808 0,1 3 1056 16,0-2 224-16,3 1 32 0,-1 1-4816 0,2 1-960 16,0 2-192-16,3 2-32 0,-1 6-432 0,2-1-96 15,0 5-16-15,-2 2 0 0,1 3-256 0,-2-1-48 16,-1 1-16-16,0-3 0 0,0-1-256 0,-2-2 0 16,1-2 0-16,0-1 0 0,-2-2 176 0,0-4-32 15,1 2 0-15,-1-6 0 0,0 1-96 0,1-2-48 0,-2-9 0 0,0 0 0 16,0 0 0-16,0 0-240 0,0 0 80 0,0 0 16 15,0 0 144-15,0 0 0 16,5-7 0-16,1 0 0 0,-1-2-128 0,2-5 0 16,-2 1 0-16,2-2 0 0,-1-5 128 0,1-2 0 0,1-3 0 0,-1-2 0 15,4-3 0-15,-2-3 0 0,0 2 0 16,2 0-128-16,0-1-80 0,0 2-16 0,0 3 0 0,-1 4 0 31,-1 2-896-31,0 4-176 0,0 2-48 0,-3 6 0 0,0 3-608 16,-2-1-128-16,-4 7-32 0,0 0-12096 0,5 3-2416 0</inkml:trace>
  <inkml:trace contextRef="#ctx0" brushRef="#br0" timeOffset="112837.42">14633 12825 50447 0,'0'0'2240'0,"0"0"448"0,-7 2-2144 0,7-2-544 0,0 0 0 0,0 0 0 0,7-3 832 0,2-2 48 16,3 0 16-16,2-1 0 0,0 2-384 0,5-2-80 15,3-1-16-15,0 2 0 0,3 0-416 0,0 1 0 16,-1 1 0-16,1-1 0 16,0 2-512-16,1-3-176 0,0 1-32 0,0 0-16 15,-1 0-1536-15,0 0-304 0,-1-1-64 0,-3 1-16 16,-2 0-1120-16,-4 1-208 0,-2 3-48 0,-1 0-16 16,-2 0 2832-16,-3 3 576 0,-7-3 128 0,0 0 0 0,4 7 2256 0,-2 0 448 15,-2 2 96-15,0 2 16 0,0-2 1072 0,-1 3 208 16,-1 1 64-16,-1 2 0 0,0-2-1472 0,1 4-304 15,-1-1-48-15,2 1-16 0,1 0-880 0,-2 0-176 16,2 0-48-16,0-2 0 0,2 0-400 0,-1 0-96 16,0-4-16-16,1-1 0 0,-2-1-192 0,2-2 0 0,1 1 0 0,-3-8 0 31,3 8-768-31,-3-8-192 0,0 0-32 0,0 0-16 16,0 0-2448-16,9 4-480 0</inkml:trace>
  <inkml:trace contextRef="#ctx0" brushRef="#br0" timeOffset="113568.58">14984 9655 42383 0,'0'0'1872'0,"0"0"400"0,0 0-1824 0,0 0-448 0,0 0 0 0,0 0 0 0,0 0 1664 0,0 0 224 15,0 0 48-15,4 7 16 0,-1 4-416 0,0 2-96 16,1 3-16-16,-1 0 0 0,-1 4-656 15,-1 1-128-15,2 0-16 0,1 1-16 0,-1-1-304 0,1 0-64 16,-1 0-16-16,1-5 0 0,0 0-96 0,-1-2 0 16,1-2-128-16,0-1 192 0,0-4-192 0,-4-7 144 15,0 0-144-15,6 6 128 0,-6-6-128 0,0 0 0 16,8 0 0-16,1-2 128 0,-1-2-128 0,0-2 0 16,0-3 0-16,1 0 0 0,-2-3 0 0,3-1 0 15,-3-1 0-15,1-3 0 0,3-2 0 0,0 0 0 16,0 1 0-16,2-6 0 0,1-1 0 0,-1-1 0 15,-1 0 0-15,1-1 0 16,-1-1-640-16,1 2-64 0,0 3-16 0,-3 2 0 16,2 3-1264-16,-2 3-240 0,0 5-48 15,-3 0-12832-15,-1 3-2560 0</inkml:trace>
  <inkml:trace contextRef="#ctx0" brushRef="#br0" timeOffset="113745.67">14938 9793 34095 0,'0'0'3024'0,"-5"2"-2416"0,5-2-480 0,0 0-128 0,0 0 3840 0,0 0 736 0,6-3 160 16,2-4 16-16,3 0-3328 0,2 1-656 0,2-2-144 0,3 0-32 15,3 2-144-15,2-3-16 0,0-2-16 0,2 1 0 16,0 2-416-16,2-4 0 0,0 2 0 0,1 2 0 16,0-2-1296-16,1 2-240 0,-2 1-64 0,1 1 0 15,-3 0-2864-15,-1 0-576 0</inkml:trace>
  <inkml:trace contextRef="#ctx0" brushRef="#br0" timeOffset="114060.65">15320 9829 26719 0,'-5'6'2368'0,"1"-3"-1888"15,4-3-480-15,0 0 0 0,0 0 5008 0,0 0 912 16,0 0 176-16,0 0 48 0,0 0-4064 0,0 0-800 16,10 4-176-16,3-1-16 0,2-2-528 0,0 1-112 15,0-2 0-15,-1 0-16 0,2 0-304 0,-3 2-128 16,-2-1 0-16,0 2 128 0,-3-2-128 0,-2 2 160 15,-6-3-160-15,0 0 160 0,0 8 16 0,-2 1 0 16,-4 0 0-16,-1 1 0 0,-3 4 240 0,-1-1 48 16,-4 0 16-16,1 0 0 0,0 0-32 0,-1 0 0 15,1 1 0-15,2-1 0 0,2-2-288 0,2-2-160 16,3-3 160-16,5-6-32 0,0 8-128 0,0-8 0 16,6 9 0-16,3-5 0 0,4 0 0 0,3-1 0 0,1-2 0 15,4-1 0-15,0-1 0 0,0-2 0 0,1 0 0 0,1 1 0 16,-2-1 0-16,0 1-240 0,1-2 80 0,0 1 16 15,-1 0-144-15,1 2-32 0,2-2 0 16,-2 1 0 0,1 1-2800-16,2-3-560 0</inkml:trace>
  <inkml:trace contextRef="#ctx0" brushRef="#br0" timeOffset="130832.86">17528 11265 34095 0,'0'0'1504'0,"-9"1"320"0,-2-2-1456 0,0-2-368 0,11 3 0 0,0 0 0 0,0 0 4288 0,0 0 768 16,0 0 176-16,0 0 16 0,5-6-3488 0,6 0-704 15,2 2-144-15,5 1-16 0,3 0-384 0,-8-1-80 16,5 1-16-16,2 1 0 0,2-2-256 0,3 1-160 16,5-1 192-16,4 0-192 0,3 1 144 0,16-4-144 15,1 1 0-15,4-1 144 0,2 2-144 0,1 0 0 16,-2-1 0-16,-1 2 0 0,0 1 0 0,-1 0 0 0,-2 3 0 15,-4-3 0-15,-2 3 0 0,-2 3 0 16,-4-2 0-16,-5 2-176 0,-3-1-16 0,-5 2 0 16,-4-1 0-16,-2 0 0 15,-5-2-464-15,-3 0-112 0,-3 0 0 0,-3-1-16 16,-2 0-672-16,-8 0-128 0,0 0-16 0,8-2-13568 0,1-2-2720 16</inkml:trace>
  <inkml:trace contextRef="#ctx0" brushRef="#br0" timeOffset="131107.88">18813 11076 8287 0,'-20'2'368'0,"10"1"80"0,-3-1-448 0,-2 0 0 0,4 0 0 0,1-2 0 16,3 2 10240-16,1-1 1952 0,1 0 400 0,5-1 80 15,0 0-9488-15,0 0-1904 0,0 0-368 0,0 0-80 0,0 0-384 0,0 0-64 16,0 0-32-16,5 7 0 0,2 1-352 0,1-1 128 16,-2 0-128-16,3 0 0 0,0-1 0 15,2 1 0-15,-1-1 0 0,-1 2 0 0,2 0 0 0,-1 0 0 16,-1-2 0-16,1 1 0 0,-3 0 0 0,0 1 0 15,-2-1 0-15,-1-1 0 0,-3 2 0 0,-1 0 0 16,-1 0 0-16,-3 1 128 0,-2 1-128 0,-3 2 192 16,-5 0-64-16,-1 1 0 15,-3-1-128-15,-2 1 0 0,-2 0 128 0,1-2-128 0,0 1-224 0,2-2-112 16,2-2-32-16,4 0-16864 16,3 0-3376-16</inkml:trace>
  <inkml:trace contextRef="#ctx0" brushRef="#br0" timeOffset="131595.03">19574 11160 11055 0,'0'0'480'15,"-5"2"112"-15,-3-2-464 0,0 0-128 0,-1 2 0 0,3 1 0 0,0-2 9600 0,1 4 1920 16,-1 2 368-16,0 2 80 0,-1 3-8784 0,0 3-1760 15,-1 1-336-15,0 5-80 0,-1-1-640 0,0 3-128 16,0-2-32-16,0 1 0 0,4 1-208 0,-1-3 0 16,1 0 0-16,0-1 0 0,0-2 0 0,1-1 0 15,1-3 0-15,2-1 0 16,1-3-656-16,3-3-176 0,-3-6-48 0,0 0 0 16,0 0-1536-16,6 0-304 0,1-2-64 0,0-5-16 15,1-5-1104-15,0-3-208 0,0-4-48 0,0-1-16 16,-2-4 2288-16,2-2 464 0,0-4 80 0,0-3 32 0,-2 0 1600 0,1-4 320 15,-1 1 64-15,-2 0 16 0,0 4 1152 16,-1 0 224-16,-2 4 48 0,0 7 16 0,1 3-544 0,-1 6-112 16,-1 3-32-16,0 9 0 0,0 0-416 0,0 0-64 0,0 0-32 0,-1 9 0 15,-1 0-624-15,1 5-128 16,0 1-32-16,1 0 0 16,1 1-2320-16,3 1-448 0,1 0-112 0</inkml:trace>
  <inkml:trace contextRef="#ctx0" brushRef="#br0" timeOffset="132694.69">20020 11193 9215 0,'0'0'816'0,"0"0"-656"0,-4-4-160 0,0-2 0 0,-1-1 8416 0,0 1 1648 0,-1-1 336 0,0 0 64 16,-2 2-6656-16,0 0-1328 0,-1 1-272 0,-1 2-48 16,-2 2-976-16,-1 2-192 0,-1 2-32 0,-1 4-16 0,0 5-576 0,-4 1-112 15,-3 6-32-15,0 3 0 0,-1 6-224 0,-1-3 0 16,-1 0 128-16,4-1-64 15,3-2-64-15,1 0 0 0,4-3 0 0,3 0 0 0,1-3 0 0,3-1 0 16,4-2 0-16,2-1 0 0,1-1-176 0,4-5-16 16,2 0-16-16,2-2 0 15,3-2-256-15,1-3-48 0,4-3-16 0,2-1 0 16,3-2-112-16,3-3 0 0,0-4-16 0,1-3 0 0,1-4 208 0,0-2 32 16,-1-3 16-16,-2-2 0 0,0-3 240 0,1-2 160 15,-2-5-192-15,-2 2 192 0,-2 1 0 0,-2 1 0 16,0 2 0-16,-4 1 0 0,0 4 384 0,-2 4 0 15,-3 4-16-15,-3 5 0 0,-1 3 160 0,-2 4 48 16,-2 6 0-16,0 0 0 0,0 0 16 0,0 0 16 16,-5 6 0-16,-1 7 0 0,-2 4-304 0,1 3-64 15,0 3-16-15,-1 2 0 0,-1 5-224 0,1 1 0 16,1 1 0-16,2-2 0 0,1-2 0 0,3-2 0 16,1-1 0-16,2-3 0 0,2-2 0 0,2-4 0 15,0-2 0-15,2-1 0 0,1 0 0 0,1-5-160 0,1-3 160 0,2-1-128 16,1-1-112-16,3-3-16 15,0-3 0-15,1-1 0 0,1-2 64 0,0-1 0 0,-2 1 0 16,1-8 0-16,1 0 192 0,-1-2-144 0,-4 0 144 0,1-3-128 16,-1-4 128-16,-2-2 0 0,-1-1-144 0,-1-3 144 15,-3 3 0-15,1 3 0 0,-3 2 0 0,-1 4 0 16,-1 1 0-16,-3 5 0 0,-3 1 0 0,3 10 128 16,-5-3 96-16,5 3 16 0,-8 3 0 0,-1 1 0 15,0 4-112-15,1 4 0 0,-2 5-128 0,1 2 192 16,1 4-192-16,1 0 0 0,3 2 0 0,2-2 0 0,2-1 0 15,2 1 0-15,2-3 0 0,4-3 0 0,3-1 0 16,2-2-208-16,2-2 16 0,3-3 0 16,5-2-336-16,0-2-64 15,-1-5-16-15,2 0 0 0,1-5-16 0,1-2 0 16,1-1 0-16,0-1 0 0,1-2 208 0,-2-1 32 0,-4-1 16 0,0-2 0 0,0-1 368 16,-3-3 0-16,-3-2 0 0,-1 1 0 15,-5-1 160-15,-1 2 96 0,-2 2 32 0,-3 4 0 0,-4 2 112 0,-3 3 32 16,-3 3 0-16,-3 3 0 0,-3 2 272 0,-3 4 64 15,0 1 16-15,-2 6 0 0,-1-1-288 0,1 6-64 16,0 1-16-16,1 0 0 0,-1 0-416 0,3 0 0 16,2-2 0-16,3 0 0 0,2-2 0 0,2-1 0 0,1-2 0 15,2-1 0-15,2-1 0 0,1 0 0 0,-1-8-224 0,7 6 80 32,0-1-224-32,2-3-32 0,2-2-16 0,1-2 0 15,-2-1-32-15,3-3 0 0,1 0 0 16,1-2 0-16,-2 1 144 0,0-4 32 0,-1-1 0 0,-2-1 0 0,-1 0 272 15,-1 1 0-15,-3 0-128 0,-1 2 128 0,-1 1 0 0,-3 2 0 0,0 7 0 0,0 0 0 16,-6-1 272-16,0 2 16 0,-2 6 0 0,0-1 0 16,0 5 64-16,2 1 16 0,-2 2 0 0,4-4 0 15,2 2-80-15,2 0-16 0,1 0 0 0,3-2 0 16,2-1-272-16,3-1 0 0,3-2 0 0,1-3 0 0,3 1 0 16,2-4 0-16,4-3 0 0,0-1 0 15,1-1-256 1,0-1-144-16,-1-2-48 0,0-1 0 0,-2-3 448 0,1-1-128 0,-4 0 128 0,0-4 0 15,-3-1 0-15,2-3 0 0,-3-1 0 0,0-3 0 16,0-1 0-16,0-1 0 0,1-3 128 0,-1-3-128 16,0 0 192-16,0-2-48 0,-1 1 0 0,0 3 0 0,-3 2 48 0,-1 6 0 15,-3-1 0-15,-1 6 0 0,-3 4 32 0,-1 5 16 16,-1 2 0-16,1 7 0 0,-8-1 32 0,-1 3 16 16,0 5 0-16,-3 3 0 0,-2 5-208 15,-2 4-80-15,-1 5 0 0,-1 4 0 16,-2 5 0-16,3 1 0 0,2 1 0 0,2 2 0 0,1 0 0 0,3 0 0 15,2-3 0-15,3-2 0 0,3-2 0 0,2-4 0 16,2-2 0-16,2-4 0 16,4-2-432-16,3-3-80 0,2-2 0 15,3 0-16640-15,4-2-3328 0</inkml:trace>
  <inkml:trace contextRef="#ctx0" brushRef="#br0" timeOffset="133933.4">22065 11140 23951 0,'0'0'2128'0,"6"-6"-1696"0,0 0-432 0,2-2 0 0,-2 0 4416 0,2-1 816 16,-1 0 144-16,2-3 48 0,0 3-2944 0,-1 1-592 15,-5 0-112-15,-3-1-32 0,-3 1-224 0,-2 2-48 16,-3-1-16-16,-3 4 0 0,-7 0-688 0,-4 3-128 16,-5 3-16-16,-3 4-16 0,-6 4-224 0,1 2-64 15,-1 2 0-15,1 2 0 0,5-1-128 0,2 1-48 16,2 1 0-16,5-1 0 0,4-1-144 0,4-1 0 15,3 0 0-15,5-3 128 0,3-2-416 0,4-2-96 16,3-2 0-16,4 0-16 16,1-3-256-16,5-1-48 0,6-4-16 0,3-1 0 15,4-4 96-15,2-1 32 0,1-2 0 0,0-2 0 16,-1-2 32-16,-1-1 16 0,-2 0 0 0,-1-1 0 16,-5 0 96-16,-1 1 0 0,-3-2 16 0,-3 1 0 15,-3 1 432-15,-4-1 128 0,-1 2 0 0,-2 1 0 16,-2 1 512-16,-3 3 128 0,-2 1 0 0,3 8 16 0,-6-4 160 0,-2 0 16 0,0 1 16 15,-1 5 0-15,0 2-416 0,0 1-96 0,1 3-16 0,0 3 0 16,-1 0-272-16,1 3-176 0,3 4 192 0,1 1-192 16,3 5 0-16,1 4 0 0,0 6 0 0,2 4 0 15,1 2 0-15,2-1 0 0,2 1 0 0,-1 3 0 16,1 1 0-16,-1-1 0 0,2 1-208 0,-2 3 80 0,-2-2-128 16,-1 1-32-16,0-3 0 0,-3 0 0 15,-3-6-144 1,-4-1-16-16,-2-5-16 0,-4-2 0 0,-4-3 320 0,-2-4 144 0,-3-1-128 0,-3-6 128 15,-1-5 0-15,0-1 144 0,2-2 0 0,2-4 0 16,-1-1 0-16,2-5 0 0,0-2 0 0,3-3 0 16,1-2-144-16,4-5 0 0,2-3 0 0,3-4 0 0,5-5-272 0,4-3 64 15,4-7 16-15,4-5 0 0,7-1 0 0,2-4 16 16,7-2 0-16,2-1 0 0,5-1 176 0,3-1-160 16,4-1 160-16,0-1-160 0,-1 1 160 15,0 3 0-15,2 2 0 0,-2 4-128 0,-2 2 128 0,1 4 0 16,-2 4 0-16,-2 6-128 15,-6 3 128-15,-4 5 0 0,-3 4 128 0,-4 4-128 0,-5 4 320 0,-2 1-16 16,-3 4 0-16,-6 3 0 0,0 0 208 16,0 0 64-16,0 0 0 0,-8 7 0 0,-3 4-240 0,0 2-32 15,-2 4-16-15,-2 1 0 0,1 3-288 0,0 0 128 16,1 1-128-16,1-1 0 0,1 1 144 0,1-4-144 16,2 2 0-16,3-2 144 0,1-1-144 0,1-4 0 0,3 0 0 15,2-3 0-15,0 0 0 0,-2-10-176 16,0 0 48-16,0 0 0 0,9 1-64 0,2-1 0 15,-1-3 0-15,1-3 0 0,2-3 192 0,1-3-128 16,0-1 128-16,2-3-128 0,0-1 128 0,1-2 0 0,-2-2 0 16,2-1-128-16,-1-2 128 0,0 2 0 0,-1 1 0 15,0 3 0-15,-5 5 0 0,-3 1 0 0,-4 4 0 0,-3 8 0 16,0 0 192-16,0 0-16 16,0 0-16-16,-2 9 0 0,-3 3 80 0,-1 4 16 0,0 3 0 0,2-2 0 15,0 3-256-15,1-3 144 0,3 0-144 0,3-2 128 0,1 0-128 16,3-2 0-16,0-1 144 0,4-2-48 15,-2-2-96-15,3-3 0 0,-1-1 0 0,4-1 0 16,-1-5 0-16,2-2-128 0,-2-2 128 0,0-2-160 0,1-1 160 0,0-2 0 16,-2-3 0-16,0 0 0 0,2-1 0 15,-3-2 0-15,-2-2 0 0,-1-5-192 0,0 1 192 16,-1-2 0-16,0 0 0 0,0 1 0 0,-2-1 0 16,2 3 0-16,-1 1 0 0,-1 3 0 15,-1 2 0-15,-1 3 0 0,-1 1 0 0,-1 3 128 0,1 3-128 16,-3 6 0-16,0 0 128 0,0 0-128 0,0 0 0 0,0 0 128 15,0 0-128-15,0 0 96 0,0 0-96 0,0 0 0 16,0 0 0-16,6 11 0 0,0 2 0 0,0-4 0 16,3 3 0-16,3 0 0 0,2 0 0 0,3 1 0 15,3 2 0-15,1 0 0 0,2-1 0 16,1 3 0-16,2 1 0 0,-1 2-160 0,-3-1-160 0,-3 1-16 16,-3-1-16-16,-4 0 0 0,-5-2 64 0,-4 1 16 0,-4-2 0 15,-4 0 0-15,-5 1 432 0,-1-2 96 0,-8 0 0 0,-1-2 16 16,-5-1 96-16,-3 0 16 15,-2-3 0-15,-1-2 0 0,0-4-384 0,-2 1 0 16,2-4 0-16,-2-1 128 16,2-2-656-16,2-3-128 0,2-1-32 0,2-2-16368 15,4 0-3280-15</inkml:trace>
  <inkml:trace contextRef="#ctx0" brushRef="#br0" timeOffset="134757.78">23440 10905 53039 0,'0'0'2352'0,"0"0"480"0,-7 0-2256 0,7 0-576 0,0 0 0 0,0 0 0 15,0 0 800-15,0 0 48 0,-8-3 16 0,3 3 0 16,5 0-256-16,0 0-48 0,0 0-16 0,0 0 0 31,0 0-768-31,0 0-160 0,0 0-16 0,0 0-16 16,0 0-1696-16,0 0-320 0,3 8-80 0,-1 1-20128 0</inkml:trace>
  <inkml:trace contextRef="#ctx0" brushRef="#br0" timeOffset="134879.12">23443 11091 5519 0,'-6'13'496'0,"1"-7"-496"0,-2 0 0 15,1 2 0-15,-2-2 10384 0,1 1 1984 0,1-2 400 0,2 3 80 16,-1 0-9840-16,1 1-1984 0,0-3-384 0,0 1-64 0,1-2 64 0,1 0 32 16,2-5 0-16,0 0 0 0,0 0-816 0,2 7-176 15,-2-7-16-15,8 6-16 16,-8-6-2000-16,13 0-400 0,3 0-64 0</inkml:trace>
  <inkml:trace contextRef="#ctx0" brushRef="#br0" timeOffset="135503.38">24754 10540 35935 0,'0'0'1600'0,"-4"-3"320"0,-1-1-1536 16,1-1-384-16,1 0 0 0,3 5 0 0,0 0 3680 0,0 0 672 15,0 0 128-15,0 0 16 0,0 0-2720 0,0 0-560 16,0 0-96-16,-1 6-32 0,-1 4-544 0,0 5-112 15,-2 6-32-15,-1 8 0 0,-2 6-16 0,-1 3 0 16,-1 1 0-16,-1-1 0 0,-3-2-384 0,1 1 0 16,0-2-224-16,1-1 80 0,-1-2 144 0,0-3 176 15,2-3-48-15,1-1 0 0,1-4-128 0,1-3-176 0,1-4 48 16,2-1 0 0,0-2-512-16,1-2-112 0,3-9-16 0,0 0 0 15,0 0-1376-15,0 0-288 0,0 0-48 0,5-9-16 16,5-3-2400-16,-3-2-480 0</inkml:trace>
  <inkml:trace contextRef="#ctx0" brushRef="#br0" timeOffset="135756.82">24627 10455 43487 0,'-6'-9'1920'0,"6"9"400"0,-2-5-1856 0,2 5-464 0,2-7 0 0,-2 7 0 0,5-5 1984 0,-5 5 288 16,8-1 64-16,1-3 16 0,1 1-1024 16,2 1-208-16,1 0-32 0,3 1-16 0,1 0-688 0,1 1-128 15,3-4-16-15,1 1-16 0,0-1-224 0,3 3 0 16,2 0 128-16,-2-1-128 0,-2 2 0 0,1 2 0 15,-3 0 0-15,-2 0 0 0,-2 1 0 0,-4 3 0 16,-4 0 0-16,-3 2 0 0,-5 0 208 0,-5 2-48 16,-1 3-16-16,-3 3 0 0,-1 2 96 0,-5 2 16 15,-5-2 0-15,1 3 0 16,-3 0-256-16,0-2 144 0,3 5-144 0,-1-5 128 16,0 1-128-16,5-2-176 0,0 0 48 0,2-1 0 15,0-4-1152-15,4-1-240 0,4-3-32 0,3 0-16 16,5-1-3056-16,4-3-624 0,14-1-112 0,1-4-16 0</inkml:trace>
  <inkml:trace contextRef="#ctx0" brushRef="#br0" timeOffset="136088.79">25252 10484 24879 0,'0'0'2208'0,"0"0"-1760"0,0 0-448 16,0 0 0-16,9 0 4800 0,-9 0 896 16,0 0 160-16,0 0 32 0,6 10-2688 0,-2 1-560 0,-1 3-96 0,-1 4-32 15,-3 2-1280-15,-1 6-256 0,-2 5-48 0,1 3-16 16,0 3-608-16,0-1-128 0,-3-1-32 0,2-2 0 15,0-2-144-15,1-1 0 0,0 0 0 0,0-3 0 16,2 1 0-16,1-5 0 0,1-1 0 0,1-1 48 16,-1-1-48-16,2-6 0 0,-2-1 0 0,1-2 0 15,1-3 0-15,0-2 0 0,-3-6 0 0,0 0 0 16,0 0 0-16,0 0 0 0,0 0 0 0,6-4 0 0,2-1 0 0,0-2 0 16,0-6 0-16,0-1 0 0,-1-4 0 15,1-2 0-15,0-1 0 0,1-3 0 0,2-1 0 0,0-3 0 16,2 0 0-16,0-4 0 0,0-1 0 15,2-3 0-15,0-1 0 0,2 0 0 0,-1 3 0 0,1 3 0 16,-3 1 0-16,1 4 0 0,-1 2-160 0,-1 5-32 16,0 1 0-16,-1 3 0 15,-3 5-896-15,0 2-176 0,-1 3-32 0,-8 5-16 16,0 0-2304-16,0 0-464 0,5 9-80 0</inkml:trace>
  <inkml:trace contextRef="#ctx0" brushRef="#br0" timeOffset="136293.68">25033 10788 41471 0,'-9'0'3680'15,"-1"1"-2944"-15,4 0-592 0,6-1-144 0,0 0 3264 0,0 0 640 16,0 0 112-16,0 0 16 0,0 0-2592 0,13 4-528 16,4-1-96-16,2-2-32 0,5-1-608 0,2-1-176 0,1-2 0 0,2 2 0 15,0-2 0-15,1-1 0 0,0-2 0 0,-2-2 128 16,1 0-96-16,0-1-32 0,-2 0 0 0,2-3 0 31,-1 2-784-31,1-1-160 0,1 2-16 0,-1 1-16 0,1-1-2624 0,0 1-528 16</inkml:trace>
  <inkml:trace contextRef="#ctx0" brushRef="#br0" timeOffset="136468.26">25784 10756 51951 0,'0'0'2304'0,"0"0"464"0,0 0-2208 0,0 0-560 0,0 0 0 0,0 0 0 15,0 0 992-15,0 0 96 0,7 4 0 0,3-1 16 0,0-2-320 0,0 0-64 16,2-1-16-16,1-1 0 0,2-2-448 0,0 0-112 16,1-1-16-16,2-2 0 0,3 0-128 0,1-1-176 15,-1 1 48-15,0 1 0 16,-2-1-1472-16,1 1-272 0,-1 1-64 0,-2 2-14208 16,-2 0-2848-16</inkml:trace>
  <inkml:trace contextRef="#ctx0" brushRef="#br0" timeOffset="136631.54">25777 10859 51599 0,'-14'5'2288'0,"14"-5"464"0,-9 0-2192 0,3 2-560 15,6-2 0-15,0 0 0 0,0 0 1024 0,0 0 80 0,0 0 32 16,8 1 0-16,3-1-560 0,2 0-128 0,2-1 0 0,5-1-16 16,-1 1-592-16,4-3-112 0,1 0-32 15,1-2 0 1,1-2-1680-16,4 0-320 0,2-2-80 0,0-1-20176 0</inkml:trace>
  <inkml:trace contextRef="#ctx0" brushRef="#br0" timeOffset="137172">26267 10926 44575 0,'0'0'1984'0,"-1"9"384"0,1-9-1888 0,-1 6-480 0,3 2 0 0,1-1 0 15,0-2 1728-15,-3-5 240 0,0 0 48 0,0 0 16 0,6 4-352 0,1-4-64 16,-7 0-16-16,0 0 0 0,7 0-1008 0,1-4-208 15,0 0-32-15,0-1-16 0,0-2-336 0,-2-1 128 16,-1-1-128-16,2-5 96 0,1 2-96 0,0-1 0 16,-1-1 0-16,0-3 0 0,1-4 0 0,2-2 0 15,-1-3 0-15,3-4 0 0,-2-4 0 16,2 0 0-16,3-3 0 0,-4 1 0 0,0-1 0 0,2 2 0 16,-3 9 0-16,1 1 0 0,-4 2 0 15,1 2 0-15,-1 3 0 0,-2 2 0 0,-2 3 0 0,0 3 0 16,0 2 0-16,0 1 0 0,-3 7 0 0,0 0 0 15,0 0 0-15,0 0 0 0,-2 8 0 0,1 4 0 16,-2 2 0-16,3 3 0 0,-1 3 0 0,1 2 0 16,0-3 0-16,3 5 0 0,1-3 0 0,1 1 0 15,1-3 0-15,2 0 0 0,3 3 0 0,-1-5 0 16,1-3 0-16,0-2 0 0,1-4 0 0,2-3 0 16,2-3 0-16,0-2 0 0,-1-2 0 0,1-2-128 15,0-4 128-15,-2 0-160 0,0-3 160 0,-2-1 0 0,1-1 0 16,0-4 0-16,-1-1 0 0,1-1 0 0,-1 0 0 15,1-3 0-15,1 1 0 0,-2-1 0 0,-3 1 0 16,1 1 0-16,1 3 0 0,-2 0 0 0,-1 4 0 0,-2 4 128 16,1 1-128-16,-7 8 0 0,0 0 0 0,0 0 128 15,0 0-96-15,0 0-32 0,-4 8 0 0,0 3 0 16,-1 2 0-16,-2 5 0 0,3 4 0 0,-2 3 0 16,-2 1 0-16,-1 2 0 0,3 4 0 15,0 2 0-15,-1 1 0 0,2-1 0 0,1-2 0 0,0-2 0 16,1-1 0-16,0-3 0 0,2-2 0 0,1-2 0 15,1-3-688 1,0-2-80-16,2-1 0 0,-1-2-16 0,4-2-1456 0,0-3-304 16,2-2-48-16,1-3-19744 0</inkml:trace>
  <inkml:trace contextRef="#ctx0" brushRef="#br0" timeOffset="137747.89">27240 10385 29487 0,'0'0'2624'0,"0"-7"-2112"16,0 2-512-16,0 5 0 0,0 0 5008 0,0 0 896 15,0 0 176-15,0 0 48 0,0 0-3520 0,0 0-704 16,-4 5-144-16,1 3-32 0,1 1-1104 0,-3 3-240 16,-1 2-32-16,1-1-16 0,0 5-240 0,0 3-96 15,-2 4 0-15,-1 2 0 0,2 2 0 0,-2 1 0 16,0 3 0-16,2-1 0 0,0 1 0 0,3-3 0 16,-4-3 0-16,0-5 0 0,1 1 0 0,-1-5 0 15,2-1 0-15,0-5 0 0,0-1 0 0,1-2 0 0,0-1 0 16,0-3 0-16,4-5 0 0,0 0 0 0,0 0 0 15,0 0 0-15,0 0 0 0,0 0 0 0,-3-7 0 0,3-4 0 16,3-2 0-16,1-1 0 16,1-7 0-16,3-1 0 0,1-8 0 0,4 0 0 15,2-3 0-15,3-1 0 0,3-1-192 0,2 1 32 0,2-2 0 0,0 1 0 16,1 2 160-16,1 3 0 0,-1 5 0 0,0 2 0 16,-2-1 0-16,0 6 0 0,0 4 0 0,-2-1 0 15,-2 5 0-15,-2 5 0 0,-2-1 0 0,-1 5 0 0,-3 1 0 16,-2 0 0-16,-1 1 0 0,-1 2 0 15,-8-3 0-15,6 5 0 0,-1 1 0 0,-1 0 0 0,-3 3 128 16,-1-2-128-16,-3 0 160 0,-2 3-160 0,-1 0 128 0,-2 0-128 16,-1 2 0-16,-2 0 144 0,0 0-144 0,-3 1 0 15,1 0 0-15,-1 0 112 0,1-1-112 0,-1-1 0 16,-1 0 0 0,-3 2 0-16,1 0 0 0,5-7 0 0,1 2 0 0,0-1 0 15,1-1 0-15,-1 1 0 0,2-1 0 0,1-1 0 0,2 1 0 0,-1-1 0 16,1 0 0-16,1 0 0 0,1 2 0 0,0-2 0 15,1 2 0-15,2-1 0 0,1 2 0 0,1 4 0 0,-1-1 0 16,3 0 0-16,2 2 0 0,2 0 0 16,-1 0 0-16,3 1 0 0,0 1 0 0,3-1 0 15,0-1 0-15,1-1 0 0,1-2 0 0,2 2 0 16,-2-6 0-16,3 0 0 16,1-1-464-16,2-1-48 0,0-2 0 0,2 0 0 15,1-2-1104-15,1-3-240 0,0-2-32 0,1-2-16 16,3-1-3264-16,-1-1-656 0</inkml:trace>
  <inkml:trace contextRef="#ctx0" brushRef="#br0" timeOffset="137981.5">28021 10312 50399 0,'-7'-12'2240'0,"7"12"448"0,-2-5-2160 0,2 5-528 0,0 0 0 0,0 0 0 16,-4-4 1456-16,4 4 176 0,0 0 32 0,0 0 16 16,-7 1-784-16,7-1-144 0,-5 4-48 0,0 1 0 0,1 2-560 0,-1 3-96 15,-1 2-48-15,0 4 0 0,1 2 0 0,-2 3 0 16,1 5 0-16,-2 2 0 0,-3 4 0 0,2-2 0 15,0 1 0-15,1 3 0 0,1 1 0 0,0-1 0 16,-1-1 0-16,2-3 0 0,0-4 0 0,1-3 0 16,1-6 0-16,0-1 0 0,2-2-128 0,-1-2-32 15,-2-3 0-15,2 1 0 16,1-3-928-16,-1-2-176 0,3-5-32 0,0 0-16 16,0 0-992-16,0 0-208 0,-1-6-48 0,1-4-11808 15,-3-5-2368-15</inkml:trace>
  <inkml:trace contextRef="#ctx0" brushRef="#br0" timeOffset="138185.92">27746 10249 26719 0,'0'0'1184'0,"-6"-1"240"0,6 1-1136 0,0 0-288 15,0 0 0-15,0 0 0 0,0 0 6224 0,0 0 1200 16,0 0 224-16,10 1 48 0,0-1-5344 0,4 1-1072 16,3 1-224-16,3-2-32 0,1 0-640 0,1 0-112 15,1 0-16-15,2 0-16 0,1 0-416 0,3-2-80 0,-4 1 0 0,2 1-16 16,2-2 432-16,-1 0 96 0,1 1 0 0,0-2 16 15,-1 1-192-15,0-1-80 0,-1-1 0 0,1 2 0 16,-2-1 0-16,-2 2-128 0,0-3 128 0,3 1-160 31,-2-1-2320-31,1 6-464 0</inkml:trace>
  <inkml:trace contextRef="#ctx0" brushRef="#br0" timeOffset="143427.32">24196 12025 34431 0,'1'-13'1536'16,"-1"6"304"-16,0-2-1472 0,1-1-368 0,2-5 0 0,1 1 0 0,0 0 2528 0,0 2 432 15,-3 1 96-15,0 4 16 0,1-4-512 0,-1 5-112 16,-1 6-16-16,0 0 0 0,0 0-1264 0,0 0-256 16,0 0-48-16,-1 8-16 0,-1 5-416 0,0 7-96 15,-4 9-16-15,0 9 0 0,-2 8-144 0,-1 6-48 16,2 5 0-16,-2-1 0 0,-1-4-128 16,1-2 0-16,0-7 0 0,0-4 0 0,1-3 0 0,1-2 0 15,1-2 0-15,0-4 112 0,3-2-112 0,-1-2 0 16,1-7 0-16,2-2 0 15,-1-3-512-15,2-1-112 0,0-4-16 0,0-7 0 16,0 0-1344-16,0 0-256 0,0 0-64 0,0 0-16 16,8-9-2480-16,0-1-512 0</inkml:trace>
  <inkml:trace contextRef="#ctx0" brushRef="#br0" timeOffset="143690.76">24067 12004 9215 0,'-2'-8'816'0,"-2"0"-656"15,-1-1-160-15,3 0 0 0,-1 1 8416 0,3-1 1648 16,0 1 336-16,3 2 64 0,2-1-6864 0,4 2-1360 15,1 0-288-15,2 0-48 0,1 1-944 0,3-3-176 0,1 1-32 0,2-1-16 16,2-1-336-16,4 0-64 0,1 1-16 0,1 0 0 16,-1 1-144-16,3-1-48 0,0-1 0 0,-1 3 0 15,2 1-128-15,0 0 0 0,-1 2-192 0,-3 2 192 16,-2 1 0-16,-3 2 0 0,-5 0 0 0,-2 3 0 16,-5-2 0-16,-4 2 0 0,-5-6 128 15,-3 12-128-15,-3 2 288 0,-6-1-32 0,-5 4 0 16,-3 0 0-16,-3 4-256 0,-3 1 0 0,-3 2 0 0,-2-1 144 15,0 1-144-15,1-2 0 0,-2-1 0 0,2-2 0 0,2-2 0 16,0-1 0-16,4-2 0 0,1-2 0 16,6-2-576-16,3-1-48 15,2-2-16-15,6-2 0 0,6-5-2800 0,0 0-560 0,13 5-112 0</inkml:trace>
  <inkml:trace contextRef="#ctx0" brushRef="#br0" timeOffset="143885.67">24713 12102 51487 0,'0'0'2288'0,"0"0"464"0,0 0-2208 0,0 0-544 0,0 0 0 0,0 0 0 0,0 0 1408 0,0 0 192 16,0 0 16-16,0 0 16 0,8-3-944 0,-1 2-192 15,0 1-48-15,3-3 0 0,-1 1-320 0,1-1-128 16,3-1 0-16,1 0 0 0,3 0 0 0,0-1 0 0,0 0 0 0,2 2 0 31,0-1-672-31,-1 2-128 0,-1-1-32 0,-1 2 0 16,-3 1-1728-16,-1 2-336 0,-3 2-80 0,-1 1-18912 0</inkml:trace>
  <inkml:trace contextRef="#ctx0" brushRef="#br0" timeOffset="144027.23">24718 12252 48543 0,'-18'9'2160'0,"10"-7"432"0,1 2-2080 0,-1-1-512 0,1 1 0 0,7-4 0 16,0 0 1616-16,0 0 224 0,0 0 32 0,0 0 16 16,4 6-928-16,3 0-176 0,2 0-32 0,3-1-16 0,1-3-560 15,2-1-176-15,3-1 0 0,3-1 0 0,1-3 0 0,3-2 0 16,3 0 0-16,3-3 0 15,2-2-2224-15,6 0-448 0</inkml:trace>
  <inkml:trace contextRef="#ctx0" brushRef="#br0" timeOffset="144719.14">25687 12348 38175 0,'0'0'1696'0,"-5"9"352"0,-2-2-1648 0,3-1-400 0,4-6 0 0,0 7 0 0,-3-1 3184 0,-3-3 544 0,1 1 112 0,-1-2 32 16,0 1-1824-16,3 0-352 0,-1-3-80 0,4 0-16 15,0 0-1024-15,0 0-224 0,0 0-32 0,0 0-16 16,0-7-224-16,1-1-80 0,2-2 0 0,0-2 0 16,1-2 0-16,2-2 0 0,0-1 0 0,2-2 0 15,0-2 0-15,1-5 0 0,0-2 0 0,3 0 0 16,-1-5 0-16,1-1 0 0,0-1 0 0,2-2 0 15,-1 0 0-15,-1-1 0 0,0 3 0 0,-2-2 0 16,1 1 0-16,-2-1 0 0,-1 7 0 0,-2 0 0 0,-1 5 0 16,-1 6 0-16,1 4 0 0,-2 5 0 0,-2 4 0 0,-1 6 0 15,0 0 0-15,0 0 0 0,-2 13 0 0,-1 2 0 16,1 9 0-16,-2 2 0 0,0 1 0 0,0-1 0 16,1 0 0-16,3-1 0 0,1 1 0 15,2-4 0-15,1 0 0 0,1-2 0 0,2-3 0 0,1-1 0 16,1-3 0-16,1-3 0 0,-1-3 0 0,3-2 0 15,0-1 0-15,1-3 0 0,-2-2 0 0,2-6 0 0,1 1 0 16,-1-1 0-16,1-6 0 0,-1 0 0 16,-3-3 0-16,2 1 0 0,2-1 0 0,2-3 0 0,0-2 0 15,-1-3 0-15,2-4 0 0,0-1 0 0,2-1 0 16,-3 3 0-16,1 0 0 0,-4 7 0 0,-1 0 0 0,-3 6 0 16,-2 5 0-16,-2 2 0 15,-5 7 0-15,0 0 0 0,0 0 0 0,1 8 0 0,-3 6 0 0,-3 4 0 16,-2 5 0-16,-1 1 0 0,-1 5 0 15,0-3 0-15,1-1 0 0,2 0 0 0,-2-2 0 0,3 2 0 16,1 0 0-16,0-1 0 0,0 1 0 0,3-1 0 16,1-1 0-16,0-3 0 0,1-2 0 0,1-1 0 15,2-3-896 1,2-2-192-16,0-3-16 0,2-2-16 0,1-1-1568 0,0-3-304 16,2-2-64-16,2-2-11376 0,2-4-2272 0</inkml:trace>
  <inkml:trace contextRef="#ctx0" brushRef="#br0" timeOffset="145269.62">26523 11644 15663 0,'0'0'1392'0,"0"0"-1120"0,0 0-272 0,0 0 0 0,0 0 7328 0,0 0 1408 16,0 0 288-16,0 0 48 0,0 0-5312 0,0 0-1072 15,-1 9-192-15,-2 6-64 0,2-2-1552 0,-3 1-320 16,-3 4-64-16,2 3-16 0,0 3-352 0,0 0-128 16,-3 0 0-16,1 3 128 0,1-1-128 0,-1 3 0 15,2 0 0-15,1 1 0 0,-5 6 0 0,1-2 0 16,2 0 0-16,0-5 0 0,2-3 0 0,2-3 0 15,-1-3 0-15,2-3 0 0,-2-2 0 0,2-2 0 16,0-4 0-16,-1-2 0 0,2-7 0 0,0 0 0 0,0 0 0 16,0 0 0-16,0 0 0 0,0 0 0 0,2-8 0 0,0-2 0 15,2-3 0-15,1-2 0 16,2-4 0-16,1-5 0 0,1-2 0 0,3-4-160 16,-1-2 160-16,5-1-192 0,1-1 192 0,1 0-160 0,3 0 160 0,0 0-160 15,-2 3 160-15,4 1 0 0,-1 0-144 0,0 4 144 16,0 4 0-16,-1 2 0 0,-1 3 0 0,-2 4 0 15,-3 3 0-15,0 1 0 0,-1 4 0 16,-1-2 0-16,-1 3 0 0,-2 2 0 0,1 2 0 0,-2 0 0 16,-1 0 0-16,-8 0 0 0,0 0 0 0,6 6 0 15,-6-6 0-15,3 7 0 0,-4 2 0 0,-3 1 0 16,1 1 0-16,-5 2 0 0,-5 1 144 0,0 2-144 16,-1-1 128-16,-1 1-128 0,-3 0 160 0,1-2-160 0,0 0 128 15,0 1-128-15,0-2 0 0,0 0 0 16,2-2 128-16,-1 1-128 0,3 1 0 0,1-4 128 15,-1 2-128-15,2-1 0 0,0 3 0 0,2-4 0 0,1 2 0 0,3 0 0 16,1 1 0-16,3-1 0 0,1-1 0 0,1 0 0 16,3 0 0-16,3-1 0 0,-1 1 0 0,3-2 0 15,2 0 0-15,3 0 0 0,2-2-144 0,2-2-32 16,1-1 0-16,4-2 0 16,0 0-400-16,1-1-96 0,0-2-16 0,2-1 0 15,3-2-1200-15,0-2-240 0,1 1-48 0,1-3-16 16,-2-4-2800-16,1 0-544 0,22-17-112 0,-16 6-32 0</inkml:trace>
  <inkml:trace contextRef="#ctx0" brushRef="#br0" timeOffset="145471.28">27203 11631 39743 0,'6'-14'1760'0,"-4"7"352"15,1-1-1680-15,-1 1-432 0,0-4 0 0,-1 2 0 0,-2 2 3008 0,1 7 528 16,0 0 112-16,0 0 0 0,0 0-1792 0,0 0-384 0,0 0-64 0,0 0 0 16,0 0-896-16,-6 8-192 0,-1 3-16 0,0 3-16 15,-1 3-208-15,1 4-80 0,-3 2 0 0,1 3 0 16,0 3 0-16,0 1 0 0,0 1 0 0,0 1 0 15,-2-1 0-15,4-2 0 0,-1-1 0 0,0 1 0 16,0-3 0-16,2-1 0 0,0-2 0 0,1-1 0 31,0-2-384-31,0-3-64 0,1-3 0 0,0-2-16 0,1-3-496 16,1-2-80-16,2-7-32 0,0 0 0 16,0 0-768-16,0 0-144 0,0 0-48 0,0-8 0 0,0-3-2448 0,2 0-480 0</inkml:trace>
  <inkml:trace contextRef="#ctx0" brushRef="#br0" timeOffset="145687.95">27027 11638 15663 0,'0'0'688'0,"-5"-6"144"0,-1 5-656 0,-1-2-176 0,7 3 0 0,0 0 0 0,-5-1 8000 0,5 1 1552 16,0 0 320-16,0 0 64 0,0 0-6640 0,0 0-1328 15,0 0-272-15,0 0-48 0,0 0-992 0,0 0-192 16,12 1-32-16,3 2-16 0,5-3-416 0,1 0 128 16,2 0-128-16,3 0 112 0,6-4-112 0,0 3 0 15,1 0 0-15,-1-1 0 0,1 1 0 0,-2 0 0 16,-1-1 0-16,-1 1 0 0,-3-2 0 0,1 2 0 15,1 0 0-15,-2 1-160 16,-3 1-480-16,-1 2-112 0,-2-1-16 0,-2 4 0 16,-3 0-2368-16,-5 4-496 0,2 19-80 0,-15 5-32 0</inkml:trace>
  <inkml:trace contextRef="#ctx0" brushRef="#br0" timeOffset="145989.91">25943 12606 43311 0,'-9'-1'3840'0,"-1"0"-3072"0,3-1-608 0,0 1-160 16,2 0 2672-16,5 1 496 0,0 0 96 0,0 0 32 16,0 0-1920-16,0 0-384 0,0 0-80 0,12-3-16 15,-1-1-592-15,5 2-128 0,4-1-32 0,3 0 0 16,3-1-144-16,8 2 0 0,5-5 0 0,3 1 0 15,3-1 0-15,1 2 0 0,-3 0 0 0,0 0 112 0,0-2-112 0,4 2 0 16,3 0 0-16,0 1 0 0,1 0 0 16,-1 0 0-16,1 1 0 0,-4 1 0 0,-6-1 0 0,-3 2 0 15,-5-2 0-15,-2 2 0 0,-2-2 0 0,-2 1 0 16,-5 0 0-16,-1 1 0 16,-4 0-992-16,-4-2-144 0,-2 2-16 0,-11 1-16 15,6 0-2928-15,-6 0-576 0</inkml:trace>
  <inkml:trace contextRef="#ctx0" brushRef="#br0" timeOffset="146455.44">26327 12845 25791 0,'0'0'1152'0,"4"-7"224"0,-3-1-1104 0,1 2-272 0,-2 6 0 16,0 0 0-16,0 0 6080 0,0 0 1152 15,0 0 224-15,0 0 48 0,0 0-4656 0,0 0-928 0,0 6-192 0,0 8-48 16,-3 0-1328-16,-1 1-352 0,0 2 0 0,0 2 144 16,-1 2-144-16,0 2 0 0,-2 2 0 0,1 3 0 15,-1 1 0-15,1 4 0 0,-1 2 0 0,1 0 0 16,-3 0 0-16,2 1 0 0,2 0 0 0,1-3 0 15,-1-1 0-15,2-2 0 0,1-2 0 0,-2-4 0 0,1-3 0 16,1-3 0-16,0-2 0 0,2-5 0 0,-2-2 0 0,2-1 0 16,0-8 0-16,0 0 0 15,0 0 0-15,0 0 0 0,0 0 0 0,0 0 0 0,0 0 0 0,0 0 0 16,9-8 0-16,-1-4 0 16,2-2 0-16,2-6 0 0,-2 0 0 0,3-3 0 0,0-3 0 0,2-4 0 15,0-3 0-15,0-1 0 0,-1 1 0 0,0-1 0 16,3 0 0-16,-2 0 0 0,-1 1 0 0,0 3 0 15,-1 3 0-15,0 3 0 0,-1 5 0 0,-2 2 0 16,0 3 0-16,-1 2 0 0,-1 1-192 0,-3 5 0 16,-1-1 16-16,-4 7 0 15,6-2-1424-15,-6 2-304 0,0 0-48 0,7 4-21984 0</inkml:trace>
  <inkml:trace contextRef="#ctx0" brushRef="#br0" timeOffset="146704.38">25948 13112 23951 0,'-8'0'2128'0,"0"0"-1696"15,2-1-432-15,-1-1 0 0,7 2 7280 0,0 0 1360 16,0 0 288-16,0 0 48 0,0 0-6592 0,0 0-1312 0,8-2-272 0,2-1-48 16,3 2-608-16,4 0-96 0,3-1-48 0,3 1 0 15,4 1 0-15,1-3 0 0,6 2 0 0,4-1 0 16,1-2 0-16,-1 1 0 0,-2-2 0 0,1 3 0 15,-1-3 0-15,0 1 0 0,-3 0 0 0,1 1 0 16,-1-1 0-16,0 1 0 0,-3-1 0 0,0 1 0 16,-2-2 0-16,1 4 0 0,-3-3 0 0,1 0 0 15,-1 0-1136-15,-2 0-208 0,-6 0-64 0,3 2-23392 16</inkml:trace>
  <inkml:trace contextRef="#ctx0" brushRef="#br0" timeOffset="151281.97">22801 14323 25791 0,'0'0'2304'0,"0"0"-1856"0,0 0-448 0,-6 4 0 15,6-4 6208-15,0 0 1152 0,-3 7 240 16,3-7 32-16,0 0-5536 0,-3 6-1120 0,-1 1-208 0,0-2-64 16,0 0-160-16,0 0-32 0,0 1-16 0,1 1 0 15,-1 0-496-15,0-1 0 0,0 0 0 0,0 1 0 31,0 1-1264-31,1 1-288 0,2 1-64 0,0 3-22352 0</inkml:trace>
  <inkml:trace contextRef="#ctx0" brushRef="#br0" timeOffset="151392.46">22706 14813 36863 0,'0'0'3264'0,"-2"10"-2608"0,-3-7-528 0,5-3-128 0,-1 8 4144 0,1-8 784 16,-3 7 176-16,3-7 16 0,0 0-3968 0,0 0-816 15,0 0-144-15,0 0-48 0,0 0 16 0,0 0 0 16,0 0 0-16,9 1 0 15,0-2-2336-15,6-2-448 0,2-2-112 0</inkml:trace>
  <inkml:trace contextRef="#ctx0" brushRef="#br0" timeOffset="152792.4">23975 14241 18431 0,'4'-8'1632'0,"0"-2"-1312"15,0-3-320-15,0-2 0 0,0 0 4576 0,0-1 848 0,0 2 160 0,-2-2 48 0,-2 3-2576 0,0 0-512 16,-1 1-112-16,0 2 0 0,-2 1-720 0,-1 0-144 16,0 2-32-16,0 1 0 0,-1 0-640 0,0 1-128 15,-3 1-16-15,2 0-16 0,-2 3-240 0,-1 1-48 16,-2 0-16-16,0 5 0 0,-3 4-176 0,1 6-48 16,-1 0 0-16,0 8 0 0,-4 4-208 0,-1 6 176 15,0 6-176-15,2 5 160 0,-1 8-160 0,1 3 128 16,1-4-128-16,2 2 128 0,2 2-128 15,3 2 192-15,2 3-192 0,2 3 192 0,2 1-192 0,5-3 0 16,-1-2 0-16,3-2 128 0,1-3-128 0,0-2 0 16,1 1 0-16,0-3 0 0,-1 1 0 0,0-2 0 0,-2-1 0 0,1 1 0 15,-4-5 0-15,-1-4 0 0,-3-3 0 16,-1-3 128-16,-3-2-80 0,-3-2-48 0,-2-2 0 16,-1-4 0-16,-2-1 0 0,-1-3 0 0,-1-1 0 0,-1-4 0 15,-2-2 0-15,0-2 0 0,0-2 0 16,1-3 0-16,2-2 0 0,3-1 0 0,0-3 0 0,2-1 0 15,4-1-208-15,2-2-48 0,2-1 0 16,1-3 0-16,4-1-1408 16,4-1-304-16,4-2-48 0</inkml:trace>
  <inkml:trace contextRef="#ctx0" brushRef="#br0" timeOffset="153461.66">23183 16004 24879 0,'0'0'2208'0,"0"0"-1760"0,0 0-448 0,0 0 0 0,0 0 6144 0,0 0 1152 15,0 0 240-15,8 9 32 0,-1 1-5568 0,1 3-1104 16,-1 2-240-16,1 3-32 0,-1 3 80 0,-1 4 0 15,0 3 16-15,1 4 0 0,-1 1-384 0,-1 3-80 16,-1 0 0-16,-2-2-16 0,-1-3-32 0,-1-1 0 16,0-1 0-16,0-3 0 0,0-2-80 0,0-6 0 15,-1 0-128-15,-1-5 192 0,1-3-128 0,0-2-64 16,1-8 0-16,0 0 0 0,0 0 0 0,0 0 0 16,0 0 0-16,0 0 0 0,0 0 0 0,2-6 0 15,1-3 0-15,-1-4 0 0,2-3 0 0,0-1 0 16,3-5 0-16,1-2 0 0,-1-2 0 0,0-2 0 15,2-4 0-15,0 0 0 0,-2 0 0 0,2-1 0 16,0 1 0-16,1 5 0 0,0 0 0 0,0 2-208 16,-1 4 64-16,0 0 16 15,-1 3-784-15,-1 3-160 0,0 5-16 0,0 2-16 16,-3 2-1408-16,-4 6-288 0,0 0-48 0,0 0-11600 16,0 0-2320-16</inkml:trace>
  <inkml:trace contextRef="#ctx0" brushRef="#br0" timeOffset="153663.54">23166 16240 23951 0,'-20'0'1056'0,"14"0"224"0,-2-3-1024 0,1 2-256 0,2-1 0 0,1 0 0 0,4 2 6640 0,0 0 1264 15,0 0 256-15,0 0 48 0,5-7-5808 0,3 3-1168 16,0-2-224-16,4-1-48 0,1 2-624 0,0 0-112 16,1-2-32-16,3 1 0 0,-1-1-192 0,2 0 0 15,-1 1 0-15,3 2 0 0,-2 1-192 0,3 0-64 16,0-2-32-16,2 3 0 15,0-1-1520-15,0 3-304 0,-1 1-64 0,0 1-13296 16,-1 5-2640-16</inkml:trace>
  <inkml:trace contextRef="#ctx0" brushRef="#br0" timeOffset="153810.13">23623 16311 26719 0,'0'0'2368'0,"0"0"-1888"0,-2 8-480 0,0 0 0 0,2 2 5696 0,-1-2 1024 15,0 3 224-15,0 0 32 0,-1 2-4624 0,1 3-944 16,-2 1-176-16,2 1-32 0,0 2-480 0,1-1-80 15,-2 1-32-15,2 0 0 0,0-2-448 0,0 0-160 0,2-5 0 0,-1 0 144 32,0-1-544-32,1 0-112 0,-1-3-32 0,2 0 0 15,-1-1-2240-15,3-2-448 0</inkml:trace>
  <inkml:trace contextRef="#ctx0" brushRef="#br0" timeOffset="154576.1">23798 13554 17503 0,'-9'-13'768'0,"6"8"176"0,-1-3-752 0,1 0-192 0,0-4 0 0,0 2 0 0,1 0 6480 16,-1 0 1264-16,2 3 256 0,-1-3 64 0,2 4-4960 0,0 6-992 15,0 0-192-15,0 0-32 0,0 0-816 0,0 0-176 16,0 0-16-16,0 0-16 0,0 0-400 0,4 9-80 15,-1 4 0-15,0 1-16 0,-1 5-112 0,0 3-32 16,-1 3 0-16,-1-2 0 0,1 3-224 0,0 0 144 16,-1-1-144-16,2-2 128 0,0-3-128 0,1-2 0 15,-2-3 0-15,1-1 128 0,0-2-128 16,1-6 0-16,-3-6 0 0,0 0 128 0,0 0-80 0,0 0-48 16,0 0 0-16,0 0 0 0,0 0 0 0,9-4 0 15,0-2 0-15,0-2 0 0,-2-4 0 0,2-1 0 16,0-2 0-16,-3-4 0 0,1-2 0 0,1-2 0 15,2-2 0-15,1-1 0 0,0 0 0 0,2-1 0 16,0-2 0-16,2 2 0 0,-1-3-240 0,-1 4 64 0,0 2 16 0,0 1 0 31,-1 3-864-31,-2 3-192 0,0 4-16 0,-1 0-16 16,0 1-2112-16,0 5-416 0,0 0-96 0</inkml:trace>
  <inkml:trace contextRef="#ctx0" brushRef="#br0" timeOffset="154767.14">23730 13570 19343 0,'-26'2'848'0,"16"0"192"0,-3-1-832 0,4-2-208 0,2-2 0 0,2 2 0 15,5 1 7904-15,0 0 1536 0,0 0 304 0,0 0 64 16,9-7-7264-16,4 1-1456 0,1-1-304 0,3-1-48 0,0-1-544 0,3 3-192 16,-1-5 0-16,5 2 144 15,-1-1-144-15,3 1-144 0,3-1 144 0,0 0-208 16,1 1-1440-16,0 0-272 0,-2 0-64 0,2 2-13728 15,0 2-2736-15</inkml:trace>
  <inkml:trace contextRef="#ctx0" brushRef="#br0" timeOffset="155080.7">23939 13613 14735 0,'0'0'1312'0,"-5"2"-1056"16,-1 1-256-16,6-3 0 0,0 0 7808 0,0 0 1488 15,0 0 304-15,0 0 64 0,0 0-6944 0,0 0-1392 16,11 0-288-16,1 0-48 0,-1-3-240 0,4 1-48 0,-2 0-16 0,0 0 0 15,0-1-320-15,-1 3-64 16,-3-2-16-16,0 2 0 0,-1 2-128 0,-8-2-32 0,0 0 0 0,0 0 0 16,0 0 96-16,0 8 16 0,-4 2 0 0,-3 3 0 15,-2 2 32-15,-4 0 16 0,-3 1 0 0,-1 1 0 16,-1-1-208-16,0 1-80 16,1-2 0-16,3 2 0 0,3-4 0 0,3 2 0 15,2-5 0-15,-1 7 0 0,6-10 0 16,1-7 0-16,0 0 0 0,7 6 0 0,2-1 0 15,4-1 0-15,1-1 0 0,3-3 0 0,1 0 0 0,2-3 0 16,1 1 0-16,0-4 0 0,-1 1 0 0,1-1 0 0,1-1 0 16,-1 1 0-16,0-2 0 0,1 1 0 0,2-3 0 15,1 1-1600 1,-2 1-304-16,3 0-64 0</inkml:trace>
  <inkml:trace contextRef="#ctx0" brushRef="#br0" timeOffset="155943.54">24385 15048 44175 0,'0'0'1952'0,"-4"7"416"0,0-3-1904 0,4-4-464 0,0 0 0 0,-4 5 0 0,4-5 1536 0,-5 5 192 16,5-5 64-16,-7 4 0 0,2-3-80 0,5-1-16 15,0 0 0-15,0 0 0 0,0 0-880 0,0 0-176 16,-3-5-48-16,2-2 0 0,1 0-448 0,1-5-144 16,-1-1 0-16,3-3 144 0,2-3-144 0,0-4 0 15,1-1 0-15,0-4 0 0,-1-2 0 0,3-1 0 16,1-5 0-16,1-5 0 0,-5 2 0 0,3-3 0 15,-2 4 0-15,3 2 0 0,-1 1 0 0,0 2 0 16,-3 3 0-16,2 3 0 0,-1 3 0 0,-2 5 0 16,0 3 0-16,-3 6 0 0,2 3 0 0,-3 7 0 15,0 0 0-15,0 0 0 0,0 0 0 0,1 8 0 16,0 4 0-16,-1 3 0 0,0 1 0 0,0 2 0 0,0 2 0 16,2 1 0-16,0 1 0 0,1 1 0 0,1 0 0 0,2 0 0 15,2-5 0-15,3 0 0 16,-1-2 0-16,2-2 0 0,0-4 0 0,-1-1 0 15,1-3 0-15,2-2 0 0,-1-1 0 0,0-2 0 16,0-2 0-16,2-3-160 0,-2 0 160 0,-1-4 0 0,-1 0-144 0,2-2 144 16,-1-3 0-16,0-2 0 0,0 0 0 15,-1-2 0-15,1 0 0 0,0-4 0 0,-1 0 0 0,0 0 0 16,-1 1 0-16,1 0 0 0,-3 2 0 0,-1 3 0 0,0 5 0 0,-2 0 0 16,-2 3 0-16,-3 7 0 15,0 0 0-15,0 0 0 0,0 0 0 0,0 10 0 16,0 3 0-16,-2 4 0 0,0 3 0 0,-1 0 0 0,1 2 0 15,-1 2 0-15,0 0 0 0,2 2 0 16,2-3-640-16,1 2-16 16,-1-3 0-16,2 1 0 0,-1-4-1200 0,2-2-224 0,1-4-48 15,3-2-13232-15,-1-5-2656 0</inkml:trace>
  <inkml:trace contextRef="#ctx0" brushRef="#br0" timeOffset="156442.21">25024 14487 4607 0,'5'-28'192'0,"-3"16"64"0,1 0-256 0,1 2 0 0,0-2 0 0,0 4 0 0,-4 8 8416 0,0 0 1632 16,0 0 336-16,0 0 64 0,0 0-6224 0,5 7-1232 16,-1 2-256-16,-2 4-48 0,1 4-1424 0,0 3-288 15,-2 2-48-15,0 2-16 0,-1 3-384 0,0 0-80 16,0 0 0-16,0 2-16 0,-1-3-176 0,0 0-48 16,-1 2 0-16,1-5 0 0,-2-3-208 0,2-2 144 15,0-3-144-15,0-2 128 0,-1-2-128 0,1-2 0 16,1-9 144-16,0 0-144 0,0 0 0 0,0 0 0 0,0 0 0 0,0 0 0 15,0 0 0-15,0 0-240 0,8-6 64 0,0-5 16 16,1-1 160-16,1-1-192 0,2-4 192 0,1-3-192 16,1-4 192-16,2-2-160 0,1 0 160 0,0 0-160 15,1 0 160-15,0 1-160 0,2 0 160 16,-1 2-160-16,1 1 160 0,-2 1-160 0,0 2 160 16,-1 4-160-16,-1 2 160 0,-2 2-160 0,-1 2 160 0,-2 4-160 15,-2 2 160-15,-2 3 0 0,-7 0-144 16,0 0 144-16,0 0 0 0,3 7 0 0,-1 2 0 15,-5 1 128-15,-1 1 48 0,-2 2 0 0,-3 3 0 0,-2 1 0 16,-2-2-16-16,-1 3 0 0,-3 1 0 0,-1 0 0 16,1-1-32-16,-3 2-128 0,-1 0 192 0,2 0-64 15,-1-4-128-15,2 2 160 0,1-2-160 0,1 0 160 0,2-2-160 0,3-1 128 16,2-4-128-16,4 2 128 0,1-1-128 0,4 0 0 16,3 0 0-16,2-1 0 15,0 0 0-15,3 3 0 0,2-3-160 0,4 1 160 0,0 1-256 16,2-2 32-16,0-2 16 0,1 1 0 15,0-2-192-15,3-3-48 0,-2 0 0 0,2-3 0 16,-1-4-1168-16,1 2-240 0,-1-6-64 0,2 0 0 16,-2 0-1664-16,-3-5-320 15,3 0-80-15</inkml:trace>
  <inkml:trace contextRef="#ctx0" brushRef="#br0" timeOffset="156645.82">25682 14435 49119 0,'0'0'2176'0,"0"0"448"0,0 0-2096 0,0 0-528 0,0 0 0 0,0 0 0 15,-4 7 1456-15,-1-2 176 16,0 3 32-16,1-2 16 0,0 1-608 0,0 3-128 0,-1 3-32 0,1 0 0 16,0 0-624-16,0 4-128 0,0 2-32 0,0 2 0 15,0 1-128-15,2 2 0 0,-1-1 0 0,0 0 0 16,-1 2 0-16,2-2-176 0,-1 0 48 0,1-3 0 16,-1 0-352-16,0-2-64 0,3 0-16 0,-1-1 0 15,-2-1-544-15,2-3-112 0,0-3-32 0,0 1 0 16,1-2-1584-16,0-9-320 15,0 0-64-15,0 0-10240 0,0 0-2048 0</inkml:trace>
  <inkml:trace contextRef="#ctx0" brushRef="#br0" timeOffset="156871.03">25563 14577 11967 0,'-9'-13'1072'0,"4"8"-864"0,-3 0-208 0,3 1 0 0,0 1 6752 0,-1 0 1312 16,-3 0 256-16,4-1 48 0,5 4-4384 0,0 0-864 15,0 0-176-15,0 0-48 0,0 0-1360 0,0 0-256 16,0 0-64-16,0 0-16 0,0 0-720 0,11-3-144 15,-1 0-16-15,6 0-16 0,1 0-144 0,3 1-32 16,1-1 0-16,3 0 0 0,1 0 0 0,-1 0 0 16,1-2 0-16,0 1 0 0,-2 0-128 0,1 0 0 0,-1 1 0 15,-1-3 0-15,1 1 0 0,-1-1-176 16,0 0 48-16,0 1 0 16,0 0-832-16,0-1-144 0,-1 1-48 0,-2 2 0 15,-6 2-1792-15,-2 2-384 0,0 2-64 0</inkml:trace>
  <inkml:trace contextRef="#ctx0" brushRef="#br0" timeOffset="157880.97">24552 15287 48783 0,'-15'0'2160'0,"9"0"448"0,-2 0-2096 0,0 0-512 0,2-3 0 0,6 3 0 15,0 0 1088-15,0 0 96 16,0 0 32-16,0 0 0 0,0 0-112 0,9-1-16 0,2-1 0 0,6 1 0 15,4 1-576-15,3-2-128 0,2 0-32 0,1 1 0 16,2 0-224-16,2 1-128 0,0-4 160 0,3 1-160 16,3 1 128-16,1-2-128 0,-1 0 0 0,4 1 0 15,2 0 0-15,0 0 0 0,1-1 0 0,-1 0 0 16,-2 1 0-16,-4-2 0 0,-5 2 0 0,-4 1 0 16,-3-1-864-16,-3 2-64 15,-3-1-16-15,-4 1 0 0,-4 1-1616 0,-5 1-336 0,-6-1-64 0,0 0-18560 16</inkml:trace>
  <inkml:trace contextRef="#ctx0" brushRef="#br0" timeOffset="158234.35">24875 15433 48495 0,'0'0'2144'0,"0"0"448"0,0 0-2080 0,0 0-512 16,8 0 0-16,-8 0 0 0,9 1 1024 0,-1 4 80 0,0-1 32 0,-2 5 0 0,-1-1 64 0,-1 4 16 15,1 2 0-15,-1 3 0 0,-2 3-640 0,-1 1-112 16,-1-1-16-16,-1 4-16 0,-1 2-240 0,1 1-64 16,0 3 0-16,-1-1 0 0,1 0-80 0,0-1-48 15,-1 2 0-15,2-4 0 0,-1 0 0 0,0-2 0 16,0-2 0-16,-1-1 0 0,1-2 0 0,0-2 0 0,-1-2 0 0,1-2 0 16,0-3 0-16,1-1 0 15,0-9 0-15,0 0 0 0,0 0 0 0,0 0 0 16,0 0 0-16,0 0 0 0,0 0 0 0,0 0 0 15,0 0 0-15,4-11 0 0,-2-1 0 0,2-1 0 0,1-4 0 16,3-1 0-16,1-4 0 0,-1-3 0 0,0-3 0 0,1 0 0 16,0-2 0-16,3 0 0 0,0 0 0 0,-1 2 0 15,1 2 0-15,0 3 0 0,-3 1 0 16,1 2 0-16,0 3-256 0,-3 3-32 0,0 2-16 0,-2 4 0 16,0-1-1376-1,-1 3-288-15,-4 6-48 0,0 0-13920 0,0 0-2768 0</inkml:trace>
  <inkml:trace contextRef="#ctx0" brushRef="#br0" timeOffset="158455.6">24732 15726 55695 0,'-16'-3'2464'0,"9"2"512"0,3 0-2384 0,4 1-464 0,0 0-128 0,0 0 0 0,0 0 544 0,0 0 96 0,6-7 0 0,0 3 16 15,3-1-320-15,2-1-64 16,0 0-16-16,3 1 0 0,1 1-176 0,2-2-80 0,1-1 0 0,3-1 0 15,3 2 0-15,-1-2 0 16,3 2 0-16,2-1 0 0,3 2 0 0,1 0 0 16,2 1 0-16,2-1 0 15,-1 1-864-15,0 0-160 0,-1 0-48 0,0 0 0 16,0 1-2336-16,0-2-480 0,-3 1-80 0</inkml:trace>
  <inkml:trace contextRef="#ctx0" brushRef="#br0" timeOffset="159016.64">26323 15078 24879 0,'0'0'1088'0,"0"0"256"0,0 0-1088 0,2-6-256 0,2 0 0 0,-1 0 0 0,1 1 6464 0,-1-2 1216 16,0-3 256-16,-1 3 64 0,1 2-5600 0,-2-2-1120 15,-1 0-208-15,1 0-48 0,-1-2-576 0,0 1-96 16,-1 2-32-16,-1-4 0 0,-4 3-144 0,0 0-48 16,-3 1 0-16,-3-1 0 0,-2 2-128 0,-3 4 0 15,-3 1 0-15,-3 2 0 0,-3 3 0 0,-2 5 0 16,-1 3 0-16,1 0 112 0,-1 2-112 0,2 2 0 16,1 0 0-16,4 0 0 0,1 0 0 0,4-1 0 15,2-2 0-15,5 0 0 0,2-1 0 0,3-1 0 16,4-1 0-16,2-2 0 0,3-1-176 0,4-2-16 15,3-1-16-15,4-1 0 16,0-3-272-16,5-1-48 0,-1-1-16 0,4-3 0 16,1-1 32-16,1-1 0 0,1-4 0 0,0 1 0 15,-1-2 176-15,0-3 32 0,-2 0 16 16,-1-1 0-16,-1-4 288 0,-1-2 0 0,-1-3 0 0,0-4 0 0,-4-3 0 0,1-3 128 0,0-1 0 0,-2 0 16 16,-1-1 112-16,-1 1 0 0,-2-1 16 0,-1 2 0 15,-2 3 48-15,-1 4 16 0,0 1 0 0,-4 6 0 16,-1 3 64-16,-1 4 16 0,0 3 0 0,-1 4 0 15,1 6-16-15,0 0 0 0,0 0 0 0,0 0 0 16,-6 4-288-16,-1 5-112 0,-1 4 0 0,2 4 0 16,-2 3 0-16,1 3 0 0,2 3 0 0,0 3 0 15,0 2 0-15,0 0 0 0,1 2 0 16,1 1 0-16,0-2 0 0,2 0 0 0,1-4 0 0,0 1 0 16,0-5-448-16,1-2-64 15,2-3-32-15,1-2 0 0,0-2-944 0,0-4-192 0,1-2-48 16,2-1 0-16,0 0-3200 0,0-3-656 0</inkml:trace>
  <inkml:trace contextRef="#ctx0" brushRef="#br0" timeOffset="159347.29">26683 14601 13823 0,'4'-17'608'0,"-3"10"128"0,-1 7-592 0,0 0-144 16,0 0 0-16,0 0 0 0,0 0 8832 0,0 0 1744 15,0 0 352-15,0 0 64 0,0 0-7792 0,0 0-1536 16,0 0-320-16,8 8-64 0,0 3-816 0,-1 3-144 15,-2 4-48-15,-1 6 0 0,0 3-192 0,-2 3-80 16,1 4 0-16,-1 3 0 0,1-1 0 0,1 2 0 16,0 0 0-16,0-3 0 0,-2-4 0 0,1-3 0 15,-2-5 0-15,1-2 0 0,-1-2 0 0,0-2 0 0,2-2 0 0,-2-4 0 16,0-1 0-16,2-3 0 0,-3-7 0 16,0 0 0-16,0 0 0 0,0 0 0 0,0 0 0 15,8 0 0-15,0-2 0 0,1-2 0 0,0-1 0 16,0-6 0-16,1 2 0 0,1-4 0 0,1-3 0 0,-1-3 0 15,0-5 0-15,1-3 0 0,-1-3 0 0,2-3 0 16,0 1 0-16,2-2 0 0,-1 1 0 0,0 2 0 16,-1-2 0-16,0 5 0 0,-1 0 0 0,0 5 0 15,-2 2-448-15,1 3-64 16,-3 3-32-16,-1 2 0 0,0 3-1424 0,-2 3-272 0,-5 7-64 16,0 0-20736-16</inkml:trace>
  <inkml:trace contextRef="#ctx0" brushRef="#br0" timeOffset="159617.93">26611 14837 55167 0,'-24'0'2448'0,"12"0"496"0,-1-1-2352 0,0 1-464 0,1 0-128 0,0 0 0 0,1 1 752 0,0-1 128 15,3 0 16-15,8 0 16 0,0 0-608 0,0 0-128 16,0 0-32-16,0 0 0 0,0 0-96 0,0 0-48 15,0 0 0-15,11-1 0 0,2-1 0 0,3 0 0 0,1-4 0 0,3 3 0 16,4-4 0-16,3 1 0 16,3-1 0-16,3 2 0 0,-1 0 0 0,1 1 0 0,0 1 0 0,-1-2 0 15,-1 0 0-15,1 2 0 16,0-1 0-16,2 1 0 16,0 0-560-16,-1-1-96 0,-1 0-32 0,1 1-16368 15,0-1-3280-15</inkml:trace>
  <inkml:trace contextRef="#ctx0" brushRef="#br0" timeOffset="160857.91">27429 14837 11967 0,'0'0'1072'0,"0"0"-864"16,0 0-208-16,0 0 0 0,0 0 8672 0,0 0 1696 15,0 0 320-15,0 0 80 0,8-7-8144 0,-8 7-1616 0,9-4-336 16,-9 4-64-16,10-3 192 0,-1-1 32 0,-9 4 16 16,13-3 0-16,0 0-592 0,1 2-128 0,-1 0-128 0,0 0 176 15,0-2-176-15,0 2 0 0,1 1-160 0,-1 0 160 32,0-2-1344-32,1 1-160 0,1 1-32 0,-5 0-14144 0,-1 1-2816 0</inkml:trace>
  <inkml:trace contextRef="#ctx0" brushRef="#br0" timeOffset="161045.88">27412 15048 36863 0,'0'0'3264'0,"0"0"-2608"0,0 0-528 0,0 0-128 0,0 0 3712 0,0 0 704 16,9-4 128-16,7 2 48 0,1-4-3424 0,2 2-672 16,1-1-144-16,-5 3-32 15,4-2 16-15,3 1 0 0,1-3 0 0,3-1 0 0,0 3-336 0,1 0 0 16,1-1 0-16,0 0 128 15,0 0-640-15,2-1-128 0,-1 2-32 0,0 1 0 16,-2-3-2720-16,2 2-560 0</inkml:trace>
  <inkml:trace contextRef="#ctx0" brushRef="#br0" timeOffset="162191.32">28342 15357 16575 0,'0'0'736'0,"-6"9"160"0,-3-2-720 0,0-5-176 16,0 1 0-16,1-2 0 0,3 1 8256 0,5-2 1600 15,0 0 336-15,0 0 64 0,-4-4-7312 0,1 0-1472 16,2-3-304-16,2-3-48 0,2-1-592 0,1-2-112 16,1-2-32-16,2-4 0 0,0-1-384 0,1-4 0 15,0-2 128-15,3-1-80 0,-1-3-48 0,2 0 0 16,-2-2 0-16,2-3 0 0,1-4 0 0,-1-4 0 15,-1-3 0-15,1 2 0 0,0-3 0 0,-3 4 0 16,0 1 0-16,-1 6 0 0,-3 3 0 0,0 6 0 0,-1 3 0 16,-1 6 0-16,-2 6 0 0,0 2 0 15,1 4 0-15,-2 6 0 0,0 0 0 0,-2 7 0 0,0 9 0 0,-2 4 0 16,0 6 0-16,1 4 0 16,2 4 0-16,1 2 0 0,0 2 0 0,3-2-128 0,2 0 128 0,3-6 0 15,-2-2 0-15,2-4 0 0,1-5 0 0,0-2 0 16,2-3 0-16,-1-3-128 0,1-3 128 0,2-3 0 0,-3-2-160 15,2-2 160-15,-2-2-128 0,2-3 128 16,0-2 0-16,-1-1-128 0,1-3 128 0,0 0 0 0,1-7 0 0,0 0 0 16,1-2 0-16,-1-4-128 0,-1-1 128 0,1-2 0 15,1 0 0-15,2-4 0 0,-2-2 0 0,2 2 0 16,0 2 0-16,-2 3 0 0,-1 4 0 16,-2 4 0-16,-2 4 0 0,-1 3 0 0,-2 3 0 15,-6 7 0-15,0 0 0 0,0 0 128 0,0 0-128 0,3 10 144 16,-3 6-144-16,-2 5 160 0,0 4-160 15,-2 3 0-15,0 5 0 0,0 4 0 0,0 2 0 0,0 1 0 16,2 0-160-16,-1 0 160 16,0-4-832-16,1 1-64 0,0-5 0 15,1 1-16-15,0-3-1360 0,1-3-272 0,0-1-48 0,0-2-19296 0</inkml:trace>
  <inkml:trace contextRef="#ctx0" brushRef="#br0" timeOffset="162708.87">29137 14781 7359 0,'6'-29'656'0,"-2"17"-528"0,0 2-128 0,1-3 0 16,1 3 7312-16,-4 3 1440 0,2 0 272 0,-4 7 64 16,0 0-5056-16,0 0-1008 15,0 0-208-15,0 0-32 0,0 0-928 0,4 7-192 0,-1 6-48 0,-3 4 0 16,0 1-944-16,0 7-192 0,0 1-32 0,-2 5-16 16,1 3-240-16,0-2-32 0,1-1-16 0,-2-1 0 15,1-3-144-15,0 1 0 0,1-6 0 0,0-1 128 16,-2-3-128-16,0-2 0 0,1-3 0 0,-1-2 128 15,1-2-128-15,0-1 0 0,1-8 0 0,0 0 128 16,0 0-128-16,0 0 0 0,0 0 0 0,0 0 0 0,0 0 0 0,-2-5-144 16,1-3 144-16,1-1-160 0,1-4 160 15,3-3-192-15,1-2 192 0,2-4-192 16,-1-4 192-16,5-3-160 0,2-2 160 0,1 0-160 0,3-2 160 0,2 3 0 16,-3 0-144-16,5 3 144 0,1 2 0 0,-1 3 0 15,1 0-144-15,-1 5 144 0,0 4 0 0,-3 3 0 16,-1 1 0-16,-1 4 0 0,-3 1-160 0,-1 3 32 15,-3 2 0-15,-3 3 0 0,-6-4 128 0,4 9 0 16,-2 3 0-16,-4-2 0 0,-2 3 0 0,-1 3 176 16,-3 1-48-16,-1 1 0 0,-2 2-128 0,-2 2 192 15,-3-1-192-15,-2 2 192 0,-1 0-32 0,1 0 0 16,0 0 0-16,-2 1 0 0,-2-2-160 0,0-1 192 16,2-2-192-16,4 0 192 0,-3-1-192 0,2-1 0 15,3-1 0-15,2-2 0 0,3-2 0 0,3-2 0 16,2 1 0-16,2-2 0 0,2-2 0 0,3 3 0 0,-3-10 0 15,10 4 0-15,3-1 0 0,4 3-224 0,4-5 80 0,1-1 16 16,1-1-192-16,1-2-48 0,2 0 0 16,3 0 0-1,1-1-1088-15,1-3-208 0,2 1-64 0,-2-2 0 16,-1-1-1936-16,0 2-400 0,2-2-80 0</inkml:trace>
  <inkml:trace contextRef="#ctx0" brushRef="#br0" timeOffset="162916.98">29764 14726 16575 0,'-3'-13'1472'0,"2"8"-1168"0,0-2-304 0,1 2 0 16,0 0 5664-16,0 5 1072 0,0 0 224 0,0 0 32 0,0 0-3488 0,0 0-704 16,0 0-144-16,0 0-32 0,0 0-1024 0,0 0-192 15,-2 9-64-15,1-1 0 0,0 2-752 0,-1 3-144 16,2 3-48-16,-2 1 0 0,1 1-224 0,-1 4-48 16,1 4-128-16,1 3 192 0,-3 1-192 0,3-3 0 15,0 1 0-15,0-2 0 0,-1-3 0 0,1-1 0 16,0-1 0-16,0-1 0 15,-1-2-672-15,-1-1-80 0,1-3-16 0,1-1 0 16,0-2-816-16,0-2-160 0,-1-1-48 0,1-8-13440 16,0 0-2704-16</inkml:trace>
  <inkml:trace contextRef="#ctx0" brushRef="#br0" timeOffset="163116.76">29502 14671 52287 0,'0'0'2320'0,"0"0"480"0,0 0-2240 0,0 0-560 16,0 0 0-16,0 0 0 0,0 0 832 0,9 0 64 16,1-1 16-16,3 0 0 0,3-1-240 0,2 1-48 0,3-2-16 0,4 1 0 15,0-2-336-15,5 0-64 0,4-1-16 0,1 0 0 16,1-1-192-16,2 1 0 0,1 0-192 0,2-2 192 16,-1-2-416-16,0 2 32 0,0-1 0 0,-1 0 0 15,0 0-2512 1,-1 0-496-16</inkml:trace>
  <inkml:trace contextRef="#ctx0" brushRef="#br0" timeOffset="163667.09">30379 14654 23039 0,'13'-17'1024'0,"-6"10"192"0,2-3-960 0,3-3-256 0,-1-4 0 0,0 6 0 16,-2 3 5248-16,-9 8 992 0,8-7 208 0,-8 7 32 16,0 0-3440-16,0 0-688 0,0 0-144 0,6 13-32 0,-2-1-1008 0,-4 0-208 15,-1 4-32-15,-3 11-16 0,-1 0-512 0,1-5-96 16,-3 5-32-16,1 3 0 0,-2 2-128 0,-2 19-16 16,-1-4-128-16,5-17 192 0,-1-1-192 0,-1 11 0 15,2-6 0-15,3-13 128 16,1 0-128-16,0 5-160 0,1-3 160 0,1-10-192 15,1-1-768-15,2 2-144 0,-1-2-48 16,-2-12 0-16,0 0-1648 0,7 9-336 0,-7-9-64 0,10 0-17792 16</inkml:trace>
  <inkml:trace contextRef="#ctx0" brushRef="#br0" timeOffset="164026.99">30687 14737 22111 0,'0'0'1968'0,"0"0"-1584"15,0 0-384-15,0 0 0 0,0 0 5664 0,0 0 1056 16,5 9 192-16,-4 0 64 0,-1 2-4000 0,-1 9-800 0,0 5-144 0,-2-6-48 15,-1 5-832-15,-1 12-192 16,-1 2-16-16,0-4-16 0,1-8-544 0,3-9-96 16,-1 1-32-16,-1 4 0 0,0-3-256 0,3-9 160 15,-1 1-160-15,4-1 128 0,-2-10-128 0,0 0 0 0,0 0 0 16,0 0 0-16,0 0 0 0,0 0 0 0,0 0 0 0,0 0 0 16,0 0 0-16,0 0 0 0,12-3 0 0,-6 0-176 15,1-1 176-15,3-8-128 0,-1-1 128 0,-1 2-128 16,1-3 128-16,5-9-128 0,1-3 128 0,-5 9-128 15,2-6 128-15,6-7 0 0,-1 3 0 16,-1 5-128-16,-2 5 128 0,-2 4 0 0,1 2 0 0,-3 5 0 16,-10 6 0-16,11-3 0 0,-11 3 0 0,10 6 0 0,-10-6 128 15,8 13-128-15,-3 4 160 0,-4 1-160 16,1 3 192-16,-1 2-64 0,0 2-128 0,-1-2 192 0,-1-2-192 0,1 0 0 16,1-5 0-16,1-6 0 15,-1 1-304-15,0 2-96 0,-1-2-32 16,3 1 0-16,-3-12-832 0,0 0-160 0,9 9-48 15,-9-9 0-15,10 7-2064 0,1-1-432 16,-1-1-64-16</inkml:trace>
  <inkml:trace contextRef="#ctx0" brushRef="#br0" timeOffset="164361.68">31850 14331 35007 0,'0'0'3120'0,"-3"-5"-2496"15,-3-4-496-15,2 1-128 0,1 1 4080 0,-1 1 784 16,-1-2 176-16,0 3 16 0,5 5-2944 0,-7-4-576 16,-1 1-128-16,2 3-32 0,-3 0-928 0,1 4-192 15,-1 1-48-15,0 6 0 0,-2-1-144 0,-3 7-64 0,-4 5 0 16,-4 4 0-16,-3 7 0 0,-5 4 0 16,-4 2 0-16,-1 5 0 0,1 4 0 0,0 4 0 15,0 6 0-15,1 3 0 0,3 6 0 0,-6 19 0 0,9-13 0 16,11-30 0-16,2 4-208 0,-3 22 16 0,2-5 0 0,9-23 0 15,1 6 192-15,-2 17 0 0,3-9 0 0,2-8 0 16,-1-8 0-16,3-5 0 0,0-8 0 0,1-1 0 16,1-3 0-16,0-7 0 0,2 0 0 0,3-2 0 15,3-4-448-15,0-3-64 0,-10-6 0 16,13 0 0-16,1-1-1472 16,-1-5-320-16,1-6-48 0,-5 0-16 0,3-2-1296 0,2-8-272 0,3-6-48 15,9-17-13296-15</inkml:trace>
  <inkml:trace contextRef="#ctx0" brushRef="#br0" timeOffset="164735.89">32167 14205 40031 0,'5'-11'1776'0,"-5"11"352"0,5-6-1696 0,0-1-432 0,0 2 0 0,-5 5 0 0,4-7 2560 0,-4 7 416 16,0 0 96-16,0 0 0 0,0 0-1200 0,0 0-240 15,0 0-48-15,7 7-16 0,-4 1-784 0,-3 5-144 16,-3 2-48-16,-1 9 0 0,-3 2-464 0,1 8-128 15,-2-2 0-15,0 5 96 0,0-2-96 0,3-2 0 16,-1-5 0-16,1 0 0 0,1-1 0 0,2-2 0 16,1-2 0-16,1-3 0 0,1-3 0 0,1-3 0 15,-1-2 0-15,2-4 0 0,-3-8 0 0,0 0 0 0,0 0 0 0,0 0 0 16,0 0 0-16,0 0 0 0,0 0 0 0,0 0 0 16,5-5 0-16,0-2 0 0,0-2 0 0,2-3 0 15,-1-3 0-15,2-1 0 0,2-4 0 16,1 0 0-16,1-3 0 0,-2-1 0 0,3-4 0 0,0 0 0 15,0-1 0-15,2 1 0 0,-1 2 0 0,0-1 0 16,1 2 0-16,-1 4 0 0,0 1 0 16,2 1 0-16,-3 4 0 0,0 2 0 0,-1 1 0 0,-2 1 0 15,-1 0 0-15,0 2-208 0,0 3 64 0,1 0 16 16,-3 1-640-16,3-1-128 16,-3 2-32-16,1 2 0 0,-8 2-1568 15,8 1-320-15,0 2-64 0</inkml:trace>
  <inkml:trace contextRef="#ctx0" brushRef="#br0" timeOffset="164953.6">32061 14373 50111 0,'-20'-3'2224'0,"13"1"448"0,-2-1-2144 0,2 0-528 0,2-1 0 0,5 4 0 0,0 0 1216 0,0 0 144 16,0 0 32-16,4-5 0 0,2 0-480 0,5 0-80 15,0 1-32-15,5 0 0 0,1 0-640 0,3 1-160 16,2 1 0-16,2-1 0 0,3 1-176 0,-1 0-64 15,0 0-16-15,1 0 0 16,2 2-1072-16,-1 0-208 0,-2 2-64 0,1 0 0 16,-4 2-2240-16,-1 1-464 0,-2 2-96 0</inkml:trace>
  <inkml:trace contextRef="#ctx0" brushRef="#br0" timeOffset="165243.4">32251 14624 44175 0,'0'0'1952'0,"0"0"416"0,0 0-1904 0,0 0-464 0,0 0 0 0,0 0 0 15,8-4 1344-15,1 1 160 0,-1-3 32 0,4 0 16 16,2-1-496-16,2 2-96 0,-2 0-32 0,2 1 0 16,-2-3-464-16,-1 4-80 0,-1 0-32 0,-4 3 0 0,-8 0-32 0,0 0 0 15,0 0 0-15,0 0 0 0,0 0 128 0,0 0 0 16,0 0 16-16,-7 6 0 0,-3 1-64 0,-2 1-16 16,-2 1 0-16,-1 0 0 0,0-1-208 0,0 1-48 15,2 0-128-15,2 0 192 0,0-1-128 0,2-1-64 16,3-2 0-16,2 1 0 15,4-6 0-15,0 0 0 0,0 0 0 0,4 8 0 0,1 0 0 16,3-4 0-16,2 0 0 0,3-3 0 0,1 0 0 0,5-1 0 16,2 0 0-16,1-1 0 0,1-2 0 15,2-2 0-15,2 0 0 0,1 0 0 0,-4 0-144 16,3-1-32-16,-1 2 0 0,-2-2 0 16,-1 2-864-16,-3 1-176 0,-3 0-48 0,-2 1 0 15,-4 2-1728-15,-3 2-336 0,-8-2-80 0</inkml:trace>
  <inkml:trace contextRef="#ctx0" brushRef="#br0" timeOffset="165563.48">31688 15087 52287 0,'-19'-1'2320'0,"12"0"480"0,7 1-2240 16,0 0-560-16,0 0 0 0,0 0 0 0,0 0 1072 0,11-6 96 0,2 5 32 16,2-4 0-16,2 1-560 0,4-1-96 0,4 0-32 0,3 1 0 15,4-3-304-15,3 1-64 0,4-2-16 0,4 3 0 16,4-1-128-16,1 1 0 0,0 0 0 0,-1 0 0 0,-2-1 0 0,0 0 0 16,1-1 0-16,1 1 0 0,0-1 0 0,-1 1 0 15,-2-1 0-15,-1 2 0 0,-4 0 0 16,-1 1 0-16,-3 1 0 0,-2 2 0 15,-3 0-400-15,-4 1-112 0,-4 0-32 0,-4 0 0 16,-4 1-688-16,-3 2-144 0,-11-3-32 0,0 0 0 16,0 0-1344-16,-8 10-256 0,-2 3-64 15</inkml:trace>
  <inkml:trace contextRef="#ctx0" brushRef="#br0" timeOffset="165976.9">31937 15298 43823 0,'0'0'1936'0,"0"0"416"0,0 0-1888 0,0 0-464 15,0 0 0-15,5-5 0 0,-5 5 1568 0,8-4 224 16,0 2 32-16,-8 2 16 0,9 1-192 0,-9-1-48 16,0 0 0-16,8 9 0 0,-2-1-768 0,1 4-176 15,-2 2-16-15,0 2-16 0,-1 1-384 0,-1 2-80 0,1 3-16 0,-2 6 0 16,1-2-144-16,-2 0 0 0,-1 1 0 0,0-3 0 15,-1 2 0-15,1-3 0 0,0 3 0 0,0 0 0 16,0 0 0-16,0-1 0 0,-1-1 0 16,-1-2 0-16,1-1 0 0,1-2 0 0,0 1 0 0,-1-6 48 15,0-3-48-15,1-2 0 0,0-9 0 0,0 0 0 16,0 0 0-16,0 0 0 0,0 0 0 0,0 0 0 16,0 0 0-16,0 0 0 0,0 0 0 0,5-8 0 0,0-3 0 15,0-2 0-15,3-1 0 0,1-3 0 16,0-4 0-16,3-2 0 0,1-2 0 0,3 0 0 0,1-3 0 0,0-1 0 15,2-1 0-15,-1-3 0 16,1 1 0-16,-1-2 0 0,-1 1 0 0,-2 1 0 0,0 3 0 16,-1 4 0-16,-1-1 0 0,-1 5 0 15,0 2 0-15,-1 3 0 0,-3 3 0 0,-1 3 0 16,-2 3-864-16,-1 1-160 0,-4 6-48 0,0 0 0 16,0 0-2016-16,0 0-416 0,1 6-80 0</inkml:trace>
  <inkml:trace contextRef="#ctx0" brushRef="#br0" timeOffset="166317.89">31862 15568 35935 0,'0'0'1600'0,"0"0"320"16,-7-2-1536-16,7 2-384 0,0 0 0 0,0 0 0 0,0 0 4768 0,0 0 880 0,0 0 176 0,8-3 48 16,2 2-4416-16,2-3-880 15,2 3-192-15,3-1-16 0,4 2-208 0,0 0-32 0,-1-2-128 0,2 2 192 16,0-2-192-16,3 2 0 0,-1 0 128 0,1 0-128 31,1 0-352-31,-1 0-112 0,0 2-32 0,-2-2 0 16,-1 0-1136-16,-1 0-224 0,-1-2-64 0,-2 2 0 0,2 2-944 0,-3-2-192 15,-2 0-32-15,0 0-16 0,-4 0 1168 16,1 0 224-16,-1 0 48 0,-2 2 16 0,-2 0 720 16,0-1 144-16,-7-1 16 0,8 4 16 0,-8-4 2752 0,0 0 560 0,4 8 96 15,-2-1 32-15,1 3 416 0,-2 1 96 0,-1 0 0 0,-1 2 16 0,0 1-1536 0,-1 2-304 16,1 1-64-16,0 1-16 0,-1 3-656 15,4-3-144-15,-2 2-32 0,0-2 0 0,1-1-288 0,0-2-176 16,2 0 192-16,0-2-192 16,-1-3-656-16,2 1-240 0,3-4-64 0,-1-1 0 15,-6-6-1712-15,11 1-336 0,0-2-80 0</inkml:trace>
  <inkml:trace contextRef="#ctx0" brushRef="#br0" timeOffset="166712.87">32778 14018 50847 0,'-10'-9'2256'0,"7"6"464"0,0 0-2176 0,3 3-544 15,0 0 0-15,0 0 0 0,0 0 832 0,10 6 64 0,0 2 16 0,2 2 0 16,1 3-144-1,1 6-48-15,3 1 0 0,3 5 0 0,0 3-272 0,5 5-64 0,3 5-16 0,0 5 0 16,1 4-144-16,-7-9-32 0,2 2 0 0,-1 3 0 16,2 2-192-16,0 7 144 0,-2 4-144 0,1 7 128 15,-2 4-80-15,6 22-48 0,-3-13 0 16,-4-9 0-16,-1-7 0 0,-5 0 0 0,-3 0 0 0,-2 2 0 16,-3 2 0-16,-3-6 0 0,-4-6 0 0,-3-5 0 0,-2-6 0 15,-4-5 0-15,-3-5 0 0,-2-3 0 16,-3-5 0-16,-3-1 0 0,-2-2 0 0,0-3 0 0,-2 1 0 15,8-5 0-15,-3-1 0 0,2 1 0 0,0 0 0 0,2 0 0 16,2-1 0-16,2-2 0 0,1-1 0 0,1 2 0 16,2-3 0-16,3-2 0 0,0-2 0 0,4-4-240 15,0 0 80-15,0 0 16 16,0 0-1616-16,7-4-320 0,2-2-64 0</inkml:trace>
  <inkml:trace contextRef="#ctx0" brushRef="#br0" timeOffset="168897">20451 11892 24879 0,'-7'-9'1088'15,"1"2"256"-15,1 1-1088 0,0-2-256 0,5 8 0 0,0 0 0 0,0 0 3088 0,0 0 560 16,0 0 128-16,0 0 0 0,0 0-3152 0,0 0-624 16,0 0-160-16,12 12-16 0,-1-2 464 0,4-2 96 15,2-2 0-15,2 0 16 0,3 3 688 0,4 1 128 16,6 1 16-16,7-1 16 0,8-2-160 0,8 2-16 15,5-1-16-15,7 2 0 0,5-1-448 0,5-7-96 16,4 1 0-16,6-2-16 0,6 0-352 0,1 0-144 16,2 0 128-16,1-4-128 0,-2 2 128 0,-1 2-128 15,-1 0 0-15,-4 1 128 0,-7-2-128 16,-7 2 0-16,-9-1 0 0,-5 2 0 0,-6-4-128 0,-8 1 128 0,-7 1-160 16,-7 2 160-16,-8-2-336 0,-10 2 16 15,-15-4 16-15,0 0 0 0,0 0-16 0,0 0-16 0,-13 0 0 0,-7 0 0 16,-8 0 336-16,-8-2 0 0,-9-1 0 15,-7 2 0-15,-5-3 0 0,-7 1 0 16,-8-2 0-16,-5 1 0 0,-7 1 0 0,-5 2 0 0,-5-1 128 0,-5 2-128 16,-5 1 0-16,-3 3 0 0,0 0 0 15,-4 2 0-15,-5-3 0 0,3 2 0 0,0 0 0 16,7-2 0-16,1 1 0 0,7-2 0 0,7 4 0 0,6-4 0 16,9-2 0-16,9 0 160 0,11 0-160 0,9-1 160 15,9 0 96-15,10 1 0 0,8 0 16 0,7 0 0 16,13 0 224-16,0 0 32 0,0 0 16 0,0 0 0 15,18 2-224-15,7 1-64 0,6-2 0 0,11 2 0 0,10 1-256 16,11-2 0-16,7-6 0 0,8 3 0 0,7 1 0 16,8-3 160-16,7-3-160 0,7-1 192 0,5 2-192 0,4 3 0 15,3 0 144-15,2-3-144 0,2-3 0 0,-1 2 128 16,1 0-128-16,-3 3 0 0,-3 0 0 0,-6 2 0 16,-7-2 0-16,-6 2 0 0,-7 1 0 15,-6 2 0-15,-7 2 0 0,-11 1 0 0,-13 1 0 16,-9 0 0-16,-8 1 0 0,-8-1 0 15,-8-2 0-15,-8-1 0 0,-13-3 0 0,0 0 0 0,0 0 0 0,0 0-160 16,0 0 160-16,-13 4-160 0,-5-2 160 0,-7 0 0 16,-8-4 128-16,-8 0-128 0,-9-1 160 0,-7 2-32 15,-8-3-128-15,-8 1 192 0,-8 3-192 0,-5-4 128 0,-6 2-128 16,-5-2 0-16,-8-1 192 0,-2 2-64 16,-2 0-128-16,-3 1 192 0,-3 0 0 15,3 1-16-15,1-1 0 0,6 0 0 0,3 1 16 0,8 0 16 16,7-2 0-16,10 2 0 0,8-2-208 0,11 2 176 15,11-1-176-15,11 2 160 0,8-1-32 0,9-4-128 0,6 4 192 0,13 1-64 16,0 0 64-16,0 0 16 0,0 0 0 0,17 0 0 16,8 0-208-16,10 0 0 0,10 0 0 15,11 1-160-15,11-2 160 0,10 1-192 0,9 0 192 16,6 0-192-16,6 0 192 0,7-3-128 0,7 2 128 0,1-1-128 16,2 5-64-16,2 0-16 0,4-6 0 0,1 6 0 15,-1-1-272 1,-1 2-48-16,-2-1-16 0,1 1 0 0,2 2-2496 15,-7 1-496-15</inkml:trace>
  <inkml:trace contextRef="#ctx0" brushRef="#br0" timeOffset="173689.49">25060 11356 31615 0,'-21'-12'1408'0,"12"8"272"0,-3-2-1344 0,1 2-336 15,-4 0 0-15,2 0 0 0,1 1 2752 0,2 0 464 16,2-1 112-16,2 1 0 0,6 3-464 0,0 0-112 15,0 0 0-15,0 0-16 0,0 0-1376 0,0 0-272 16,10-1-48-16,3-2-16 0,4 1-576 0,7-1-128 16,4 2-32-16,9-2 0 0,6-1-144 0,4 1-16 15,4 0-128-15,3 0 192 0,2-1-192 0,7 1 0 0,7 0 0 0,6-1 0 16,5 0 144-16,1 0-144 0,-3-1 128 16,5-1-128-16,3-1 0 0,5 1 0 0,0 0 0 0,-2 1 0 15,-3-2 0-15,-1 1 0 0,-19-1 0 0,3 2 0 16,1 1-160-16,-5-1 160 0,-3 1 0 0,-5 1-144 15,-4 1 144-15,-6 0 0 0,-4 1 0 0,6 1 0 16,-8-3 0-16,-8 2 0 0,-7 0 0 0,-6 2 0 16,-8-1 0-16,-3 0 0 0,-1-1 0 0,-9 1 0 0,0 0 0 15,0 0 0-15,0 0 0 0,0 0 0 0,0 0 0 0,0 0 0 16,-7 1 160-16,0-1-160 0,1 0 0 16,-1 1 128-16,1-1-128 0,-1 3 0 0,7-3 0 15,-6 0 0-15,6 0 128 0,-7 1-64 0,7-1-64 0,-6 3 0 16,6-3 0-16,0 0 0 0,0 0 0 0,-6 4 0 15,2 0 0-15,4-4 0 16,0 0-592-16,0 0-112 0,-2 6-32 0,2-6 0 16,0 0-1104-16,1 7-208 0,-1-7-64 0,4 8-20800 0</inkml:trace>
  <inkml:trace contextRef="#ctx0" brushRef="#br0" timeOffset="187052.39">26379 11327 16575 0,'-3'-11'736'0,"-3"4"160"0,-4-2-720 0,-2 1-176 0,0 2 0 0,-3-1 0 15,-5 4 5408-15,1 0 1056 0,-2 0 192 0,-1 2 64 0,-3-1-4528 0,-3 2-896 16,-3 2-176-16,-1-1-32 0,-5 2-208 0,1 0-48 16,-4-1 0-16,-1 0 0 0,-4 1-352 0,-3 0-80 15,-5-2-16-15,-3 1 0 0,-2-2-176 0,1 0-32 16,0-2-16-16,2 1 0 0,4-1-160 0,1 1 128 15,1-2-128-15,3 1 128 0,3-3-128 0,5-1 0 16,5 1 0-16,6 1 0 0,4-1 144 0,6-2-144 16,4-2 160-16,6 5-160 0,7 4 0 0,0 0 0 15,11-3 0-15,6-1 0 0,6 1 0 0,7 3 0 0,4 0 0 0,5 1 0 16,4-1 0-16,7 3 0 0,3 1-208 0,10-2 64 16,9-2 144-16,6 2 0 0,7 0 0 15,1-2 128-15,0-1-128 0,2 1 0 16,5 0 0-16,3-1 0 0,2 1 0 0,-4 0 0 15,-8-2 0-15,-4 2-128 0,-4 0 128 0,-5 2 0 0,-3 0 0 0,-12-2 0 16,-8-1 0-16,-11 1 0 0,-9 0 0 0,-8-1 0 16,-8-2 0-16,-14 3 176 0,4-8-48 0,-8 2 0 15,-6-1 272-15,-7-1 48 0,-8-1 16 16,-6 0 0-16,-8 0-16 0,-9 0 0 0,-7-2 0 0,-6 2 0 16,-5 2-304-16,-4 1-144 0,-6 2 128 0,-7-1-128 15,-8 4 128-15,-1-2-128 0,1 3 0 0,-1 3 128 16,-1 1-128-16,0 1 128 0,0-1-128 0,4 1 128 15,5 2-128-15,11-2 0 0,10-1 0 0,8 0 0 0,7-2 128 16,11 1-128-16,10-3 0 0,8 0 128 0,9 0-128 0,10 0 160 16,0 0-160-16,12 0 160 0,5 0-160 0,9 1-192 15,6-1 32-15,6 0 16 0,3 0 144 0,8 0-208 16,10-1 80-16,7 1 128 0,7-3 0 0,0 1 0 16,0 0 0-16,2-3 0 0,-1-1 0 0,4 0 128 15,2 1-128-15,-3 1 0 0,0 0 0 0,-6-2 128 16,-4 1-128-16,-7-1 0 0,-4 1 0 0,-8 0 128 15,-8 0-128-15,-7 1 0 0,-8-1 176 0,-8 3-48 16,-6 2-128-16,-11 0 192 0,0 0 64 0,0 0 0 16,-11-5 0-16,-6 4 0 0,-4-3 64 0,-8 3 32 15,-9 2 0-15,-6 3 0 0,-5-4-352 0,-10 4 0 16,-9 1 0-16,-6 5 0 0,-7 0 0 0,-4 0 0 16,-2 4 0-16,-6-1 0 0,-3 0 0 0,-3 0-160 0,-2-1 160 0,5 4 0 15,3 1 0-15,5-2-128 0,0 0 128 0,7-2 0 16,8 0 0-16,11-1 0 0,10-2 0 0,10-3 0 15,9-4 0-15,11 1 0 0,8 0 0 0,14-4 0 16,0 0 0-16,0 0 0 16,13-1 0-16,9-2 0 0,7-1-416 0,11 1 32 0,11-4 0 0,10 0 0 15,7 1 384-15,5-1 0 0,3 0 0 16,7-3-128-16,7 1 128 0,4 2 0 0,4 0 0 0,-3 1 128 16,-4 0-128-16,2 2 0 0,-1 0 0 0,0 2 0 15,-4 1 0-15,-6 1 0 0,-7-2 0 0,-8 2 0 16,-5 3 0-16,-6-1 0 0,-5 1 0 0,-8 2 0 15,-8-1 0-15,-6 0 128 0,-9 1-128 0,-7-2 0 16,-13-3 160-16,0 0-32 0,0 0-128 0,0 0 192 16,-18 1-192-16,-7-1 128 0,-5-1-128 0,-7 1 0 0,-8 1 160 15,-7 1-160-15,-5-2 160 0,-11 1-160 0,-11 1 0 16,-8 0 0-16,-4 0 0 0,-1 2 0 16,-1-1 0-16,-3-1 0 0,-7 1 128 0,1 1-128 0,3 0 128 0,2 2 0 15,3-3-128-15,5 1 192 0,2-1-192 0,11 0 0 16,5-3 0-16,11 0 0 0,8 2 0 0,9 0 0 15,8 1 0-15,9-3 0 0,5 0-240 0,8 0-80 16,4-3-32-16,9 3 0 16,0 0-2336-16,10 3-480 0,10 0-96 0</inkml:trace>
  <inkml:trace contextRef="#ctx0" brushRef="#br0" timeOffset="198277.43">954 1746 17503 0,'0'-11'1552'0,"-1"0"-1232"0,0-1-320 0,1 3 0 16,0 9 2608-16,0 0 464 0,0-8 80 0,0 8 32 0,0 0-2048 0,0 0-416 15,0 0-80-15,0 0 0 16,0 0-352-16,0 0-64 0,1 12-16 0,2 2 0 0,1 5 352 0,-1 4 64 16,1 6 16-16,2 3 0 15,1 4-16-15,0 5 0 0,-2 8 0 0,-1 7 0 0,0 8-176 0,-1 9-48 16,-3 9 0-16,-2 4 0 0,0 8-32 16,-4 10-16-16,-1 9 0 0,-4 7 0 0,-3 5-80 15,-2 2-16-15,-2 5 0 0,1 1 0 0,1-3-128 0,-1 2-128 16,0-1 144-16,1-2-144 0,0 2 176 0,0-9-176 15,2 1 192-15,0-6-192 0,-1-2 192 0,2-8-192 16,1-2 192-16,9-49-192 0,-4 8 352 0,0 5-32 16,0 1-16-16,-1 4 0 0,0 7 64 15,0 0 16-15,3 1 0 0,-4 60 0 0,2-34-176 0,5-19-16 0,0-14-16 16,2-11 0-16,2-3-48 0,2-5-128 0,0-7 192 16,-1-9-64-16,0-6-128 0,1-7 0 0,-1-3 0 15,-1-5 0-15,-1-7-176 0,1-3-16 16,-2-9 0-16,0 0 0 15,0 0-320-15,0 0-64 0,0 0 0 0,0 0-16 16,0 0-2448-16,0 0-480 0</inkml:trace>
  <inkml:trace contextRef="#ctx0" brushRef="#br0" timeOffset="199870.06">1536 1495 23951 0,'12'-16'2128'0,"-3"6"-1696"0,1 0-432 0,6 4 0 16,3-1 1872-16,3 1 304 0,3-1 48 0,3 2 16 15,2 0-2240-15,3 2-272 16,5 2-144-16,3-2-32 0,0 0 192 0,4 3 16 0,2 0 16 0,4 2 0 0,2-2 224 0,3 0 0 16,0-1 0-16,4 0 0 15,3-5 128-15,6 2 112 0,5 0 16 0,4 2 16 16,3-1 144-16,0-1 32 0,-3-3 0 0,6 0 0 0,2 2-128 0,5 0 0 16,4-1-16-16,0 0 0 0,-2-3-304 0,2 4 160 15,3-2-160-15,0 2 128 0,-1-2-128 0,-2 2 128 16,-2 1-128-16,2-1 128 0,4 0 0 0,-2-1-128 15,-3-3 192-15,0 3-64 0,-1-1 64 16,3-1 16-16,0 2 0 0,-2-1 0 0,-4 4-208 16,2-3 144-16,1 0-144 0,1 1 128 0,2 1 48 0,-6 0 0 15,-5 0 0-15,-3 1 0 0,0 2 176 0,-1 1 32 16,-3 0 16-16,-3 0 0 0,-4 0-240 16,-5 0-160-16,-8 1 192 0,-3-1-192 0,-3 0 144 0,-2 3-144 0,-3-1 0 0,-2 0 144 15,0-1-144-15,-2-1 0 0,-2 0 0 0,-2 1 128 16,-1-1-128-16,-5 2 0 15,-6-2 144-15,-2 1-144 0,-4-1 128 0,-3 3-128 16,-2 1 128-16,-5-2-128 0,-11-2 0 0,11 1 0 0,-11-1 0 16,0 0 0-16,0 0-128 0,0 0-112 0,0 0-16 0,0 0 0 15,5 8-48-15,-5-8-16 0,0 0 0 0,-3 12 0 32,1-3-320-32,-2 3-64 0,-3 0 0 0,2-2-16 15,5-10-624-15,-6 8-112 0,6-8-16 0,-8 10-16 16,3-1 272-16,5-9 64 0,0 0 16 0,0 0 0 0,0 0 720 0,0 0 144 0,0 0 16 0,0 0 16 15,0 0 544-15,0 0 96 0,0 0 32 0,6 12 0 16,-2-1 256-16,1-1 48 0,2-2 16 0,-2 1 0 16,-5-9 112-16,8 14 32 0,0 5 0 0,0-1 0 15,-2 4-192-15,1 4-16 0,0 5-16 0,4 3 0 0,1 3-80 16,-1 2-16-16,-2 1 0 0,2 6 0 0,1 3-160 16,-2 4-32-16,0 1-16 0,1 5 0 15,-2 4-240-15,3 0-128 0,1 0 160 0,1 2-160 0,0 4 128 0,1 0-128 16,2 2 0-16,0-1 0 0,1 3 0 0,0 3 128 15,0 2-128-15,1 3 0 0,-4 0 160 0,1 6-16 16,-2 3 0-16,1 4 0 0,0 4 304 0,2 3 48 16,-2 5 16-16,-4 2 0 0,-2 2-256 15,1-1-32-15,-1-1-16 0,-3-1 0 0,1-10-208 0,-1-3 144 16,1-3-144-16,1-6 128 0,-1-6-128 0,-1-5 192 16,-2-1-192-16,-1-6 192 0,3-3-64 0,-2-2-128 15,-2-2 192-15,-1-1-64 0,2-5 80 0,-3 2 16 0,0-6 0 16,1 0 0-16,1-7-32 0,0 0 0 15,2-3 0-15,-1-3 0 0,-3-3-48 0,1-7-16 16,2-2 0-16,-1-3 0 0,0-2 0 0,0-3 0 0,2-3 0 0,-1-1 0 16,-3-1-128-16,0-2 192 15,1-1-192-15,0 2 192 0,-1-11-192 0,0 0 160 0,0 0-160 0,0 10 160 16,2 1-160-16,-1-2 0 16,0-1 0-16,-1-8 0 0,0 0 128 0,0 9-128 0,0-9 0 0,0 10 128 15,0-10-128-15,2 9 0 0,-2-9 0 0,0 0 128 16,0 0-128-16,0 0 0 0,0 0 0 0,0 0 0 15,-3 8 0-15,3-8 128 0,-1 9-128 0,1-9 0 16,-6 7 0-16,6-7 128 16,-5 8-128-16,0-2 0 0,-1 1 0 0,-1-1 0 0,0 1 0 0,0 0 0 15,-2-3-144-15,-2 0 144 0,-1-1-192 0,1 2 192 16,-2 0-144-16,-3 3 144 0,-4 3 0 0,-3-2-144 0,-4-3 144 16,-5 1-128-16,-2 1 128 0,-2 1-128 15,-2 2 128-15,-2 0-160 0,-5-1 160 0,-2 2-160 16,-2 2 160-16,-5 1 0 0,-2 0-144 0,-6 0 144 0,-9 2-240 15,1-2 32-15,1-2 0 0,0 3 0 0,-2 1-48 0,-2-4 0 16,-4 0 0-16,-2-1 0 0,-2 1 256 0,0 2-192 16,0 0 192-16,-2 0-192 0,-4 0 192 0,-7 0 0 15,-3 1 0-15,1 1 0 0,2 2 0 16,-4 1 0-16,-5 1 0 0,-1-4 0 0,1-5 0 16,0-1 0-16,0 2 0 0,-7 0 0 0,-6-2 192 0,3-1-192 15,1-1 192-15,-7-2-192 0,-6-3 144 0,1-2-144 16,2-2 0-16,-5-1 144 0,-2-2-144 0,4 0 0 15,4 3 0-15,3-3 128 0,4-4 64 0,1-2 16 16,3 1 0-16,5 5 0 0,8 3 400 0,3 0 80 16,1 0 16-16,6 0 0 0,3 1-128 0,7 1-32 0,4 2 0 15,10 3 0-15,6-3-368 0,5 1-176 0,3 0 160 0,2-1-160 16,5-1 0-16,6-1 0 0,3-2 0 0,6 2 0 31,2 0-1280-31,3 0-192 0,1-2-32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6-21T16:50:45.44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2773 4468 23951 0,'0'0'2128'0,"-5"-2"-1696"16,-2-2-432-16,1-1 0 0,6 5 4544 0,-7-4 832 15,-1 0 176-15,1-1 16 0,0-2-3888 0,-2 2-784 16,-3-2-144-16,-1 2-48 0,0 4 96 0,-3-3 16 16,0 1 0-16,-3 2 0 0,0 2-176 0,-2 2-48 15,0 1 0-15,-1-2 0 0,-2 5-176 0,0 0-32 16,0 0-16-16,1 1 0 0,-2 0-176 0,3 0-16 16,0 1-16-16,1-3 0 0,2 2-160 0,1 1 128 15,3-2-128-15,2-1 128 0,1 0-128 0,3 0 0 16,1 1 0-16,3-2 0 0,5-5 0 0,0 0-176 0,0 0 176 0,0 0-128 15,5 9 0-15,3-1 0 16,1-3 0-16,3 0 0 0,1 1 128 0,4-1 0 16,3 0-144-16,5 1 144 0,3-3 0 0,0 1 0 15,4 0 0-15,12 5 0 0,-5 1 0 0,-3 0 0 16,1 0 0-16,-4 3 0 0,-3 1-128 0,-2 6 128 0,0-1 0 16,-4 2 0-16,0 2 0 0,-3-3 0 0,-2 3 0 15,-4 0 0-15,-6-1 0 0,-4 0 0 0,-1 0 0 0,-3-2 0 16,-1-2 176-16,-5 1-48 0,-6-3-128 15,0-1 192-15,-2-3 160 0,-4-3 32 0,-4 0 0 0,-1 0 0 16,-3 0 48-16,-5-2 16 0,-5-3 0 0,-2-2 0 16,-4 1-176-16,-4-3-16 0,1-3-16 15,0-1 0-15,-1-1-240 0,4-5 144 0,0-5-144 0,3 1 128 0,3 0-128 16,4-3-256-16,3-3 64 16,2 0 16-16,0-2-544 0,4 1-112 0,5 1-32 15,4 0 0-15,4 2-928 0,8 3-176 0,5 2-32 16,9 0-16-16,6 0-2384 15,7 3-464-15,4 1-112 0</inkml:trace>
  <inkml:trace contextRef="#ctx0" brushRef="#br0" timeOffset="183.26">3013 4716 44399 0,'0'0'1968'0,"-3"11"400"16,-1-1-1888-16,3-2-480 0,1 1 0 0,0 0 0 0,0 3 832 0,-1 2 64 15,-1 2 0-15,1-1 16 0,0 1-16 0,2 1-16 16,-1 0 0-16,1-1 0 0,1 1-672 0,-1-4-208 0,2-2 128 0,-1 1-128 31,1-2-1184-31,-1-2-288 0,-2-8-64 0,0 0-12656 0,7 4-2512 0</inkml:trace>
  <inkml:trace contextRef="#ctx0" brushRef="#br0" timeOffset="1191.79">3066 4560 11055 0,'0'0'480'0,"-9"0"112"0,1-2-464 0,8 2-128 0,0 0 0 0,0 0 0 16,0 0 6064-16,0 0 1184 0,0 0 240 0,4 11 64 15,2-1-8192-15,1 2-1616 0,5-3-336 0,1 0-64 16,0-1-416-16,-1 0-64 0,1 1-32 0,-3-1 0 16,-2 1 2272-16,1 4 464 0,0 0 96 0,1 4 16 0,-4 0 2960 0,-2-4 608 15,1 1 112-15,-1 3 32 0,0 1 384 0,0 2 96 16,-1 1 16-16,-1 0 0 0,1-2-1392 0,-1 1-288 15,1-3-48-15,0-2-16 0,0 1-992 16,0-2-192-16,-2-1-32 0,2-3-16 16,-3-10-544-16,0 0-112 0,4 6-32 0,-4-6 0 0,0 0-224 0,0 0 176 15,0 0-176-15,0 0 160 0,0 0-160 0,0 0 0 16,4-5 0-16,0-3 0 0,0-2 0 0,0-5 0 16,-1-4 0-16,1-3 0 0,0-3-224 0,2-1 32 15,0-3 0-15,6-14 0 0,-1 4 16 0,3 5 16 16,-1 4 0-16,0 5 0 0,0 4 160 0,-2 4-128 15,-3 6 128-15,-8 11-128 0,0 0 128 0,0 0 0 16,0 0-144-16,8 5 144 0,0 0 0 0,0 4 0 0,-3 7 192 16,1 1-64-16,0 4 112 0,-1 2 16 0,-3 3 0 15,4 0 0-15,-2 0-256 0,1 1 176 16,0-1-176-16,2-3 160 0,-2 1-160 16,1-6 0-16,1 0 0 0,-1-5 0 0,2-1 0 0,-1-3 0 0,-1-3 0 0,1 0 0 15,-7-6-224-15,0 0 32 0,7 4 0 0,1-7 0 16,1-1-32-16,-1-2 0 0,0-4 0 0,-1-1 0 0,-1-4 32 15,1-2 16-15,0-1 0 0,1-1 0 16,1-1 16-16,2-2 0 0,-1-3 0 0,1 2 0 16,-2 0 160-16,-1 1-160 0,-3 4 160 0,0 4-160 15,0 3 160-15,2 5 0 0,-7 6 0 0,0 0 0 16,0 0 0-16,0 0 192 0,0 0-32 0,1 9-16 0,0 4 48 0,-1 1 16 16,0 3 0-16,0 1 0 0,2-1-208 0,0 2 0 15,1-1 0-15,2 0 0 0,-1 0 0 0,1-1 0 16,0-1-144-16,3-2 144 15,1-1-1328-15,2-1-160 0,-2-4-48 16,1 0 0-16,1-2-448 0,1-2-80 0,-2-1-32 0,0-2 0 16,0-2-368-16,-1-2-80 0,0 1-16 0,-1-5 0 15,1-2 1008-15,-1-1 192 0,-1-2 32 0,0 0 16 16,-2-4 272-16,0 1 48 0,1-2 16 16,-1 1 0-16,-1 1 1424 0,-2-1 304 15,2 2 48-15,0 1 16 0,-1 1 1216 0,-1 3 240 0,0 2 48 0,-2 7 16 0,0 0 224 0,0 0 32 16,0 0 16-16,4 7 0 0,-2 3-944 0,2 3-176 15,-1 3-32-15,-1 3-16 0,1 3-592 0,0 5-112 0,-1-3-32 0,1 4 0 16,-2-1-336-16,2 0-80 0,-1 0-16 16,1-3 0-16,-1 1-272 0,2-1 160 0,0-2-160 15,-1 0 128-15,-4-1-128 0,1 0 0 0,1-4 0 16,0-2 0-16,0 0 0 0,-1-2-192 0,0-2 32 0,0-3 16 16,0-8-400-1,0 0-80-15,0 0-16 0,0 0 0 0,0 0-224 16,-5-5-48-16,0-4-16 0,0-4 0 0,0-4-208 15,1-4-32-15,0-3-16 0,1-3 0 16,2-2 256-16,1-2 48 0,0-4 16 0,1 0 0 0,2-2 544 0,1 2 96 0,0 2 32 0,0 3 0 0,-1 2 464 16,1 3 112-16,-1 3 0 0,0 4 16 0,-1 2 704 15,1 3 144-15,1 2 32 0,0 2 0 0,0 2-128 16,-1 0-32-16,4 0 0 0,1 1 0 0,0 1-672 16,-1 1-144-16,4 1-32 0,2-1 0 15,1 0-272-15,1 0 0 0,0 1 0 0,1 0 0 0,0 3 0 16,-1 1 0-16,1 2 0 0,-2 1 0 0,-1 1-320 15,-1 3 48-15,-4 2 0 0,-2 5 0 16,-2 2 32-16,-1 2 16 0,-6 2 0 0,-2 1 0 16,-3 2 224-16,-1 0 0 0,-3 0 0 0,1-2 0 0,-1-1 0 15,0-2-144-15,2 0 16 0,-1-5 0 16,1-4-2096-16,-1 0-400 0,2-7-96 0,3 1-14880 16</inkml:trace>
  <inkml:trace contextRef="#ctx0" brushRef="#br0" timeOffset="1501.5">4305 4458 16575 0,'0'0'736'0,"0"0"160"0,0 0-720 0,-7 4-176 0,2 2 0 16,0 5 0-16,0 2 6464 0,-2 4 1248 0,2 2 256 0,-2 5 48 15,0 2-4896-15,0 4-992 16,1 1-192-16,2 2-32 0,1-2-976 0,4 0-192 0,5 1-32 16,0-2-16-16,3-3-464 0,2-2-96 0,-1-4 0 0,3-3-128 15,1-2 0-15,1-6 0 0,-1-1 0 0,2-2-144 16,1-3-176-16,0-3-48 0,-2-2 0 0,2-5 0 15,0 0-80-15,0-3 0 16,0-3-16-16,0-2 0 0,-1-2 144 0,-3-1 16 0,0-3 16 0,0-2 0 0,-3-2 112 16,1-1 32-16,-3-3 0 0,-2 4 0 15,-3 1 144-15,-2 7-192 0,-1 2 192 0,-3 5-192 0,-1 2 320 16,-3 4 64-16,-1 4 16 0,-1 7 0 16,-3 5 528-16,0 5 96 0,0 4 32 0,2 6 0 0,1 1-432 0,0 1-96 15,0 1-16-15,3-1 0 0,5-2-144 16,2 0-48-16,2-2 0 0,5-4 0 15,2-4-1264-15,9-2-256 0,4-3-48 0,8-3-21760 0</inkml:trace>
  <inkml:trace contextRef="#ctx0" brushRef="#br0" timeOffset="1837.2">5735 4501 15663 0,'-16'-14'1392'0,"10"8"-1120"0,-2 0-272 0,0-3 0 16,2 1 7104-16,2 1 1344 0,1 1 288 0,1 1 48 15,-4-2-6272-15,1 2-1248 0,0 2-256 0,-2-1-48 16,0 4 64-16,0 2 32 0,2 3 0 0,-3 3 0 15,0 2-432-15,-2 6-96 0,-2 1-16 16,-1 5 0-16,-1 9-224 0,-1 3-48 0,-2 1-16 0,0 2 0 0,3-2-32 16,0 2-16-16,3-3 0 0,1 6 0 0,3-4-176 0,3-3 0 15,4-3 0-15,6-5 0 16,2-7-880-16,5-4-144 16,4-2-48-16,3-4 0 0,3-4-1360 0,4-4-256 0,4-5-64 0,7-5-18448 15</inkml:trace>
  <inkml:trace contextRef="#ctx0" brushRef="#br0" timeOffset="2492.03">6147 4588 23951 0,'-14'3'2128'0,"6"-2"-1696"0,-3 2-432 0,-2-1 0 0,-2 2 5632 0,-1 3 1024 15,-1 1 224-15,0 3 32 0,-2 0-4368 0,-1 3-880 16,1 5-192-16,-4-3-16 0,1 4-656 0,1 1-128 16,2 1-32-16,2-1 0 0,1 1-368 0,4-1-80 15,2 0 0-15,4-2-16 0,3-2-176 0,3-1 0 16,3 0 0-16,2-5 0 0,0 1-192 0,4-4 0 15,0-2-16-15,6 0 0 16,3-3-352-16,0 0-64 0,0-2-16 0,1-3 0 16,-1-3-48-16,1-2-16 0,2-2 0 0,-1-3 0 15,-1-2 208-15,2 0 48 0,0-6 0 0,-1 0 0 0,-1 0 208 0,-1-4 48 0,1-2 16 16,-4 0 0-16,1 0 176 0,-2 2-160 16,-2 4 160-16,-2 3-160 0,-3 2 160 0,-2 5 0 0,-1 2 0 0,-4 8 128 15,0 0 432-15,0 0 80 0,0 0 32 0,0 0 0 16,1 12 16-16,-1 3 0 0,0 2 0 15,0 3 0-15,-1-1-336 0,1 2-64 0,1 0-16 0,1 0 0 16,-1 0-112-16,2 1-32 0,1-4 0 16,-1 1 0-16,1-6-128 0,2 0 0 0,-1-2 0 0,0 0 0 0,2-3 0 0,0-2 0 15,0-2 0-15,-7-4 0 0,0 0-128 16,8-4-16-16,-2-1 0 0,1-3 0 0,-1-1 144 16,1-1-208-16,1-4 80 0,-2-2 128 0,1-3-208 15,0-2 80-15,0-2 128 0,1-1-208 16,1-3 80-16,1 2 128 0,1 1-208 0,-1 1 80 15,-2 3 128-15,0 4-128 0,-2 5 128 0,1 5-128 0,-7 6 128 0,0 0 0 16,0 0 0-16,0 0-128 0,2 8 128 0,1 5 224 16,-2 4-48-16,2 1-16 15,-2 2 32-15,1-1 0 0,0-1 0 16,1-1 0-16,1 0-192 0,0-1 0 0,0-2 0 0,2-2 0 0,1-2 0 0,-1 0 0 16,1-4 0-16,0-1 0 0,1-3-304 0,1-2 16 15,-1-3 0-15,1-1 0 0,2-1-16 0,-1-3 0 16,1-1 0-16,0-2 0 0,2 0 80 0,-1-1 16 15,-3-6 0-15,0 0 0 0,1-2 208 16,0 0-144-16,0 0 144 0,1 0-128 16,-1-1 128-16,1 5 0 0,-4 3 0 0,0 3-128 0,-2 3 128 0,-5 7 0 15,0 0 0-15,0 0 0 0,0 0 0 0,0 0 192 0,3 12-32 0,-2 3-16 16,-1 2 48-16,1 2 16 0,-1 2 0 16,2 0 0-16,-1 0-208 0,2 0 0 0,-1-1 0 0,2 0 0 15,3-2 0-15,1-2-192 16,1-2 16-16,2-2 0 15,2-2-2784-15,4-2-560 0,4-4-128 0</inkml:trace>
  <inkml:trace contextRef="#ctx0" brushRef="#br0" timeOffset="2936.56">7062 4611 25791 0,'-5'5'2304'0,"0"1"-1856"0,-2 3-448 0,1 3 0 0,-1 4 5248 15,2 2 960-15,-1 2 192 0,2 0 48 0,2 3-4304 0,0 0-864 16,0 3-160-16,2 3-32 0,0 2-512 0,2-1-80 15,0-1-32-15,2-1 0 0,0 1-320 0,1-1-144 16,-1-2 128-16,0 0-128 0,-1 0 0 0,-1 1 0 16,1-1-144-16,-2 0 144 15,-1-1-1120-15,0-3-112 0,0-2-32 0,0-3 0 16,-2-4-80-16,-1-3-32 0,2-2 0 0,1-8 0 16,0 0-352-16,0 0-64 0,-7-1 0 0,1-6-16 15,-1-6-960-15,1-1-192 0,0-6-48 0,1-3 0 16,3-5 448-16,0-3 64 0,1-5 32 0,1-5 0 31,3 2 1312-31,1-4 272 0,-3 1 48 0,1 5 16 0,2-3 2064 0,-1 7 416 0,1-3 64 0,0 5 32 0,-2 2 1552 0,2 5 304 16,2 1 64-16,-3 4 16 0,-1 2-816 0,2 3-144 15,0 1-48-15,0 2 0 0,1 2-1184 0,1 2-240 0,-1 1-48 16,5 1-16-16,0 1-704 0,2 3-144 0,-2-1-32 0,3 2 0 16,2 0-192-16,-2 4-128 0,-2 4 128 0,0 0-128 15,-2 5 144-15,-1 2-144 0,-3 5 192 0,-1 3-192 16,-3 4 240-16,-3 0-64 0,-4 2-16 15,-2 1 0-15,-1 1-32 0,-2 0 0 0,-1-1 0 0,-1-2 0 16,0-5-128-16,1-2 0 0,0-2 0 0,2-3 128 16,-1-3-1168-16,2-1-240 15,3-3-64-15,2-3 0 0,4-6-1616 16,0 0-336-16,0 0-64 0,0 0-8672 0,-1-9-1744 0</inkml:trace>
  <inkml:trace contextRef="#ctx0" brushRef="#br0" timeOffset="3204.3">7186 4627 13823 0,'16'-26'1216'0,"-8"17"-960"0,-1 1-256 0,1-1 0 0,-1 3 3808 0,-2 2 720 15,-5 4 144-15,0 0 16 0,0 0-800 0,0 0-176 16,8 8-16-16,-2 1-16 0,1 3-1328 0,-1 2-272 16,0 2-48-16,0 4-16 0,-2 4-1072 0,1 2-224 15,0-1-32-15,1 2-16 0,-2 2-288 0,-2-1-48 16,1 1-16-16,-2-1 0 0,0-4-80 0,1-2-32 16,-2-2 0-16,0-3 0 0,-2-3-48 0,2-1-16 15,-1-1 0-15,1-5 0 0,0-7-144 0,0 0 128 0,0 0-128 0,0 0 128 16,0 0-128-16,0 0 0 0,0 0 0 0,0 0 0 15,0-11 0-15,1-2 0 0,2-3-224 0,1-3 80 16,1-3-96-16,3-4-16 16,1-3 0-16,1 0 0 15,5-1-240-15,-1 0-48 0,0 0-16 0,2 3 0 16,0-2-1040-16,-1 5-224 0,4 1-32 0,-4 6-16 16,0 3-720-16,-1 5-144 0,0 2-16 0,-1 4-15040 0</inkml:trace>
  <inkml:trace contextRef="#ctx0" brushRef="#br0" timeOffset="3741.37">7571 4813 20271 0,'-8'18'1792'0,"7"-10"-1424"0,-1 0-368 0,1-1 0 0,1 1 4544 0,1 0 848 0,-1-8 176 16,0 0 16-16,0 0-3728 0,8 3-768 0,-8-3-128 0,12-3-48 15,-2-1-208-15,2-5-64 0,0-1 0 0,1-4 0 16,1-1-256-16,2-2-64 16,-3-4-16-16,1-1 0 0,-1-2-304 0,1 0 0 0,-2-2-128 0,0 2 128 15,-3 2-368-15,-2 5 32 0,-6 1 0 0,-1 6 0 16,-4 2 336-16,-3 7 0 0,-3 3 0 0,-2 6 0 0,-2 4 832 15,0 5 176-15,-2 4 32 0,0 4 16 0,-1 1-192 16,3 1-32-16,2 2-16 0,3-2 0 16,3-2-304-16,2 0-64 0,1-2-16 0,3-3 0 15,3-1-432-15,2-3 0 0,4-3-192 0,3-1 192 16,2-6-1280-16,2-5-144 16,2-2-32-16,3-4 0 0,1-3-1088 0,3-1-208 0,1-3-64 0,1-3 0 15,2-4-1856 1,2 1-368-16,-1-4-80 0,-1-2 0 0,-2-3 2832 15,-3 0 576-15,-3-6 112 0,0 2 32 0,-1-1 2608 16,-4 2 528-16,-2 3 96 0,-5 5 32 16,-1 0 1312-16,-6 2 272 0,-5 5 48 0,-2 3 16 0,0 3 512 0,-3 2 112 0,8 7 0 0,-13-4 16 0,-3 2-1744 0,0 0-368 15,1 2-64-15,-1 2-16 0,-1 0-1120 0,2 2-224 16,-2 3-64-16,1 1 0 0,2-1-96 0,1 1-32 16,1 0 0-16,3 0 0 0,1 2-256 0,3 2 128 15,2 1-128-15,3 0 0 0,1 0 0 0,3 1 0 16,2-1 0-16,1 1-192 0,2 0 192 0,3-1-176 15,3 0 176-15,-1 0-160 0,0 0 160 0,2-1-192 0,-3-1 192 0,0-1-192 16,1 1 192-16,-1 1 0 0,0 0 0 0,-4 0-128 16,-3-1 128-16,-1 2 0 0,-4 0 0 0,1 0 0 0,-4 0 128 15,-2 3 0-15,-2-2 0 0,-3 2 0 16,-3-3 32-16,-1 0 16 0,-3-1 0 0,-1 0 0 16,-1-5-176-16,1 0 0 0,-1-1 0 15,2 0 0-15,1-2-1104 16,2-2-208-16,1-1-32 0,4-1-16 0,8 0-2224 0,0 0-432 0,4-9-80 0</inkml:trace>
  <inkml:trace contextRef="#ctx0" brushRef="#br0" timeOffset="4054.87">8299 4445 18431 0,'0'0'1632'0,"0"0"-1312"16,0 0-320-16,0 0 0 0,0 0 7024 0,-7 5 1328 16,0 0 272-16,-2-1 48 0,0 2-5584 0,-2 0-1104 15,0 3-240-15,-1 2-32 0,-2-1-1088 0,1 2-224 16,-2 1-32-16,2 0-16 0,-1 2-352 0,0-1 128 15,2 0-128-15,1 0 0 0,1 2 0 0,3-3 0 16,2 0 0-16,1 0 0 0,3 0 0 0,0-4 0 0,1 2-160 0,4-1 160 16,0 0-336-16,2 1 32 15,2-3 16-15,1 1 0 0,1-1 48 0,3-2 16 0,3 1 0 0,1-3 0 16,-1-1 224-16,1 1-176 16,0 0 176-16,0-1-160 15,-2-1 160-15,-2 1 0 0,2 1 0 0,-4-1 0 16,-2 1 0-16,-2 1 0 0,-3 1 0 15,-2 1 0-15,0 2 0 0,-5 0 0 0,-2 1 0 0,-3 2 0 0,-2 3 128 0,-2-2-128 16,-1 1 128-16,-4 2-128 0,-3-5 0 0,0 1 0 0,0-3 0 0,0 2 0 31,2-2-1104-31,4 0-192 0,1-1-48 0,2-3 0 16,2-3-2176-16,1 1-448 0</inkml:trace>
  <inkml:trace contextRef="#ctx0" brushRef="#br0" timeOffset="4255.53">8524 4496 27647 0,'0'0'2448'0,"-2"6"-1952"0,2 5-496 0,-1-1 0 0,-3 2 5248 16,0 2 960-16,-1 2 192 0,1 3 48 15,0 1-4384-15,0 3-864 0,0 2-176 0,1 1-48 0,0-1-608 0,0 0-128 16,2 0-32-16,2-2 0 0,1-1-208 0,-1-1 0 16,3-1 0-16,0-3 0 15,1-4-1408-15,-2-4-192 0,-1-1-16 0,3-3-16 16,1 0-2160-16,0-2-432 0,-6-3-96 15</inkml:trace>
  <inkml:trace contextRef="#ctx0" brushRef="#br0" timeOffset="4650.92">8649 4266 32255 0,'0'0'2864'16,"0"0"-2288"-16,0 0-576 0,0 0 0 0,0 0 4576 0,0 0 800 15,0 0 176-15,0 0 16 0,0 0-3856 0,2 8-784 16,2 1-160-16,0 2-16 0,0 2-352 0,1 2-64 15,2 5-16-15,-1 2 0 0,1 3-48 0,-2 1-16 0,0 1 0 16,1 6 0-16,-2-7-112 0,-2 4-16 0,1 3-128 0,-2-1 192 16,-1 1-64-16,0-1 0 0,1 1-128 0,-1-2 192 15,-1 6-192-15,0-5 0 16,-1-3 128-16,1-3-128 0,0-4 128 0,1-2-128 0,0-3 176 0,0-4-176 16,-1-7 128-16,1-6-128 0,0 0 0 0,0 0 0 15,0 0 0-15,0 0 0 0,0 0-192 0,0 0 48 16,2-7-96-16,3-5-16 0,3-3 0 0,3-2 0 15,0-2-176 1,1-3-32-16,-2 4-16 0,6-6 0 0,1 1 144 0,3-1 16 0,1-1 16 0,1 4 0 16,1 1 144-16,-1 4 32 0,2 0 0 0,-5 6 0 0,-3 2 128 15,-3 5 0-15,-1 1 0 0,-2 4 0 16,-2 0 0-16,-1 3 176 0,-2 3-48 0,0 7 0 0,0 1 32 0,-2 2 0 16,-1 3 0-16,-3 4 0 0,-3 0-160 0,-2 2 160 15,-6 1-160-15,0-2 160 0,-2-2-160 0,1-5 0 16,-3-1 0-16,1 0 0 0,1-1 0 0,0-3-192 15,-2 2 0-15,3-3 16 16,-1-4-1408-16,1-1-272 0,-1-1-64 16,2-1-20400-16</inkml:trace>
  <inkml:trace contextRef="#ctx0" brushRef="#br0" timeOffset="5000.34">9186 4455 31327 0,'-8'4'2784'0,"-2"5"-2224"15,-2 2-560-15,0 1 0 0,2 2 4736 0,2 0 848 16,2 3 176-16,-1 4 16 0,-1 0-4176 0,2 2-848 16,0 3-176-16,3-1-16 0,-1 3-128 0,2 0-32 0,5-2 0 15,3 0 0-15,5 1-272 0,-1-4-128 0,1-2 0 0,2-2 128 16,2-2-128-16,2-4 0 0,-4-2 0 0,0-6 0 16,3-2 144-16,4-2 0 0,0-5 0 0,0-1 0 31,-2-2-448-31,1-3-80 0,1-3-32 0,3-4 0 15,1-3-32-15,0-4 0 0,-2-5 0 0,1-1 0 0,5-3-416 16,-5-1-96-16,-6 2 0 0,-1 1-16 0,-3 2-128 0,-3 4-32 16,1 6 0-16,-6 5 0 0,-8 8 1136 0,-2 3 208 0,-3 5 48 0,-5 3 16 0,-2 3 1648 15,-2 3 320-15,-2 5 64 0,0 6 0 16,-2 2-1216-16,1 3-240 0,4 2-48 0,1 2-16 0,2-2-512 16,3 2-96-16,1-1-32 0,5 0 0 0,0-3-144 15,5 2 0-15,3-2 0 0,6-2-176 16,3-8-1872-1,16 0-368-15,15-3-80 0</inkml:trace>
  <inkml:trace contextRef="#ctx0" brushRef="#br0" timeOffset="5539.43">10415 4694 38703 0,'-10'-4'1712'0,"10"4"352"0,-4-6-1648 0,1-2-416 0,2-1 0 0,1-1 0 0,0 0 1056 16,0 0 128-16,-4 0 32 0,0-1 0 0,-1 2 144 0,-1 1 48 15,-2 1 0-15,-3 2 0 0,0 0-336 0,-4 2-64 16,0 2-16-16,-4 2 0 0,0 2-304 0,-5 2-64 16,0 2-16-16,-2-1 0 0,-1-1-128 0,1 4-32 15,0-2 0-15,4 1 0 0,3 0-256 0,3-1-64 16,4 1-128-16,3 0 192 0,4 0-192 0,2 0 0 15,3-8 0-15,4 8 0 0,3 2 0 0,4-2-128 16,4 1 128-16,3 0-160 0,4 1 160 0,3-3-160 16,1 0 160-16,1-4-160 15,1 5 160-15,0 0 0 0,0 0 0 16,-1 1 0-16,-1-2-144 0,-1 2 144 16,-1 0-160-16,-2 3 160 0,-3-2-240 0,-2 2 48 0,-2-1 16 0,-5 1 0 0,-4 1 32 15,-4 2 0-15,-5-2 0 0,-3 0 0 0,-6-2 144 0,-5 1-192 0,-5 0 192 16,-3 0-192-16,-2-2 192 0,-3 0 0 0,-3 1 0 15,-1-5 0-15,-1-3 0 0,1-3-256 0,4-4 32 16,3 0 16 0,2 2-1520-16,7-4-320 0,5-2-48 0,7-2-16 15,6-4-2640-15,8-5-544 0</inkml:trace>
  <inkml:trace contextRef="#ctx0" brushRef="#br0" timeOffset="5872.13">10439 4676 7359 0,'0'0'320'0,"9"2"80"0,0 4-400 0,-1 0 0 0,-2 2 0 0,-2 2 0 16,2 2 8240-16,-3 2 1552 0,1 2 320 0,-2 0 64 15,0 2-6448-15,0 1-1296 0,-1 1-256 0,0-2-48 0,-1 1-1040 16,2-5-224-16,0 2-32 0,2-3-16 0,0-3-528 0,1 0-96 16,-1 0-32-16,4-7 0 0,1 1-160 0,1-1 0 15,1-3 0-15,2-1-176 0,0-2-80 0,4-2-32 16,1-3 0 0,0-4 0-16,2 1-256 0,0-2-48 0,0-2-16 15,0 0 0-15,-2-2-144 0,-2-2-16 0,-2 2-16 16,1-3 0-16,-4-4 80 0,0-1 0 0,-2-1 16 0,-1 0 0 15,-2-1 112-15,-2 2 32 0,-1 2 0 0,-3 3 0 16,-3 3 368-16,0 3 176 0,0 2-160 0,-1 2 160 0,-2 4 608 0,1 4 224 16,0 0 32-16,0 4 16 0,5-2 304 0,-5 5 64 15,1 1 16-15,2 2 0 0,1 5-752 0,1 3-160 16,1 1-32-16,3 2 0 0,-1 1-320 0,1 0 0 16,0 3 0-16,1 2 0 0,0-2 0 0,2 2 0 15,-1-2 0-15,1-2-128 16,0 2-1152-16,0-5-240 0,0 0-32 0,-1-4-16 15,1 1-1760-15,-1-4-368 0,1 0-64 0</inkml:trace>
  <inkml:trace contextRef="#ctx0" brushRef="#br0" timeOffset="6322.69">10954 4239 35935 0,'0'0'1600'0,"0"0"320"0,0 0-1536 0,0 0-384 0,0 0 0 0,0 0 0 15,-1 8 2912-15,2 2 512 0,0 2 96 0,2 4 32 16,-1 3-2144-16,1 5-416 0,1 2-96 0,1 2 0 0,0 1-352 0,2 2-64 16,-1-1-16-16,1 4 0 15,1 1-160-15,-2-2-48 0,1 1 0 0,-2-1 0 0,0-2-48 0,0-1-16 16,-1-2 0-16,0-3 0 0,-1 0-192 0,1-4 176 16,-3-2-176-16,0-3 160 0,1-3-160 0,-1-2 0 15,-1-4 0-15,0-7 0 0,0 0 0 0,0 0-176 16,0 0 48-16,0 0 0 0,0 0-144 0,0 0-32 15,1-7 0-15,1-6 0 0,0-2 16 0,1 0 0 16,1-2 0-16,1-3 0 0,3-5 32 0,1 2 0 16,0-2 0-16,1 3 0 0,5 1 80 0,0 1 32 15,1 3 0-15,2 2 0 0,2 2 144 0,-1 2-160 16,0 2 160-16,-4 4-160 0,1 2 160 0,-2 3 0 16,-1 3 0-16,0 1-128 0,0 4 128 0,-2 0 0 15,-3 2 160-15,-2 3-160 0,-1 1 192 0,-2 3-64 16,-2 2-128-16,-2-1 192 0,-3 0-48 0,-2 0-16 15,-2 2 0-15,-3-1 0 0,-3 2 0 0,-2-2-128 16,-1-1 192-16,-1-3-64 0,-1-1-128 0,0-1 160 16,-2-6-160-16,2 1 160 0,1 0-336 0,1-1-64 15,1-5-16-15,3 2 0 16,3-7-1408-16,2 1-304 0,3-2-48 0,5-4-16 16,5-5-2000-16,5-4-416 0,7-2-80 0</inkml:trace>
  <inkml:trace contextRef="#ctx0" brushRef="#br0" timeOffset="6696.41">11651 4390 28559 0,'0'0'2544'0,"0"0"-2032"0,-4 7-512 0,-1-2 0 16,-1-1 4720-16,-1 1 848 0,1 0 160 0,-3 2 32 0,-5 2-3712 0,1-3-768 15,-1 4-128-15,0-1-48 0,1 0-464 0,-2 0-80 16,1 1-32-16,0 1 0 16,1 1-336-16,0 1-64 0,0 1 0 0,1-1-128 15,3-1 176-15,1-1-176 0,1 2 160 0,3-2-160 16,-1-1 0-16,3 2 0 0,2 0 0 0,1-2 0 0,2-1 0 0,2 0 0 15,1-1 0-15,3 0 0 0,2 0 0 0,-1-2 0 16,2 1 0-16,1-1-160 0,3-4 160 0,-1 3 0 16,4-4 0-16,-1 2 0 0,0 0 0 0,-1-1 0 15,-1 1 0-15,-1-1 0 0,0 0 0 16,-2 0 0-16,-3 0 0 0,-1 1 0 0,-2 0 0 0,-7-3 0 16,4 5 0-16,-4-5 0 0,0 0 0 0,-4 7 0 15,-3 1 0-15,-1 1 0 0,-1-1 128 0,-2-1-128 16,-2 3 160-16,-2-4-160 0,1 3 0 0,-2-1 128 15,2-1-128-15,0-1 0 0,1 1 0 16,-1-2 0-16,1 1 0 0,0 0 0 0,0-3-288 0,2 1 48 16,0-1 16-16,5 0 0 15,-1-1-624-15,1-1-128 0,6-1-32 0,0 0 0 16,-7 0-640-16,7 0-128 0,0 0-16 0,0 0-16 16,0 0-2576-16,0 0-512 0</inkml:trace>
  <inkml:trace contextRef="#ctx0" brushRef="#br0" timeOffset="7011.02">11925 4238 19343 0,'0'0'1728'0,"0"0"-1392"16,0 0-336-16,0 0 0 0,0 0 6640 0,0 0 1248 15,-3-2 256-15,3 2 48 0,0 0-5280 0,0 0-1056 16,-2 3-224-16,-1 3-32 0,2 4-768 0,1 4-160 16,0 3-32-16,0 6 0 0,-1 2-368 0,-1 4-80 15,0 3 0-15,0 1-16 0,1 2-176 16,-1 2 160-16,-1-2-160 0,3 1 160 0,-1 0-160 0,1-1 0 16,-2-3 0-16,2 1 0 15,-1-2-384-15,1-2-96 0,-1-2-32 0,1-3 0 16,0-3-1072-16,0-4-208 15,0-3-64-15,0-2-13616 0,0-3-2720 16</inkml:trace>
  <inkml:trace contextRef="#ctx0" brushRef="#br0" timeOffset="7433.47">11790 4607 34095 0,'0'0'3024'0,"0"0"-2416"0,0 0-480 15,0 0-128-15,9 2 3856 0,0 1 752 0,0-1 160 0,3 0 32 16,1-1-3360-16,2-1-672 0,4 0-128 0,1 0-16 15,3 0-208-15,1-1-32 0,5-1-16 0,1 0 0 16,3-2-208-16,1 1-32 0,-1-1-128 0,1 0 192 0,-4 1-192 0,-2 0 128 16,-2 3-128-16,-4-3 0 15,-6 2 0-15,-3 2 0 0,-4 2 0 0,-4 1 0 0,-5-4 0 0,-3 9 0 16,-2 1 0-16,-7 6 0 0,-3 0 160 0,-4 3-160 16,-3 2 160-16,0 1-160 0,0 0 144 0,1-2-144 15,2 0 128-15,2-2-128 16,1-1 0-16,4-2 128 0,1-3-128 0,3 0 0 0,1-2 0 0,5-1-192 15,2-9 0-15,0 0 16 16,0 0-272-16,0 0-64 0,9 3-16 0,1-6 0 16,2 0 32-16,1-4 16 0,3-3 0 0,-1-2 0 0,1-2 160 15,-1-1 16-15,0 1 16 0,0-3 0 0,2-1 160 0,0-1 128 16,-2 1-192-16,-2 2 192 0,-4 0 0 0,0 4 0 16,-1 1 0-16,-2 4 0 0,5 1 160 15,-2 2 96-15,-3 3 0 0,1 2 16 0,-7-1 272 16,0 0 48-16,0 0 16 0,3 11 0 0,6 2-224 0,-2-1-32 15,-3 2-16-15,3-1 0 0,1 0-336 0,2-1 0 16,2 2 0-16,0 2 128 0,1-3-128 0,-2 0 0 0,-1-3-128 16,0-2 128-1,-1 0-1216-15,0 1-176 0,-1-6-16 0,-8-3-16 16,13 5-2416-16,-6-3-464 0</inkml:trace>
  <inkml:trace contextRef="#ctx0" brushRef="#br0" timeOffset="7815.29">12471 4491 38703 0,'0'0'3440'0,"0"0"-2752"0,0 7-560 0,0 1-128 16,0 0 2976-16,2 4 560 0,-2 3 112 0,2-2 32 15,0 4-2096-15,0 3-432 0,3 1-64 0,2 1-32 0,-2-1-528 0,2 1-96 16,-2 1-32-16,1-4 0 0,1 0-224 0,-2-2-48 16,3-1-128-16,0 0 192 0,-2-5-64 0,1 1 0 15,-7-12-128-15,0 0 192 0,8 8-192 0,-8-8 0 16,5 5 0-16,-5-5 0 0,0 0 0 0,0 0-192 15,0 0 48-15,4-5 0 0,0-3-32 0,-2-1 0 16,1-2 0-16,1-3 0 0,-3-2-80 0,3-4 0 16,0-3-16-16,4 0 0 0,2 0-80 0,1-6-16 15,0 1 0-15,2 2 0 16,0 3-80-16,0 2 0 16,-2 3-16-16,1 1 0 0,-2 2 128 0,0 5 16 0,0 4 16 15,-3 3 0-15,-7 3 304 0,0 0 272 0,10 12-48 0,-3-1-16 0,-3 2 240 0,3 3 64 16,2 2 0-16,-1 5 0 0,-2-3-272 0,1 4-48 15,-2-2-16-15,4 1 0 0,3-2-176 0,1-1 0 16,1-2-160-16,-2-4 160 16,0 0-1424-16,-1-3-192 0,2-2-48 0,-1-3 0 15,0-3-1136-15,0-1-224 0,2-2-48 0,0-2-16 16,2-1-1840-16,-2-1-384 0</inkml:trace>
  <inkml:trace contextRef="#ctx0" brushRef="#br0" timeOffset="8424.58">13127 4508 3679 0,'13'-20'160'0,"-13"20"32"0,0 0-192 0,-10-3 0 0,-1 1 0 0,1 2 0 15,-2 1 8976-15,0 3 1760 16,-2 1 336-16,1 7 80 0,-3 0-7040 0,2 3-1408 0,0 4-272 0,-1 0-64 16,1 2-1184-16,4-1-224 0,-1 0-64 0,5 3 0 15,0 0-448-15,5 0-80 0,1-2-32 0,3 2 0 0,2-5-336 0,1 1 0 16,6-2 0-16,3 2 128 0,1-6-272 0,4-3-48 16,4-1-16-16,0-1 0 15,2-3-256-15,3-4-48 16,1-1-16-16,-4-1 0 0,-4 0-80 15,3-3-16-15,0-3 0 0,-3 1 0 0,-5-5 336 0,0-2 64 16,2-2 16-16,-2-1 0 0,-4 0 208 0,0-3 0 0,0-2 0 16,-2 0 0-16,-3 3 0 0,0-3-144 15,-5 2 144-15,-3 3 0 0,-1 2 0 0,0 2 0 0,0 3 0 0,-3 1 176 16,-4 1 224-16,1 3 48 0,7 4 16 0,-10 3 0 0,-4 4-64 16,-1 3-16-16,1 2 0 0,1 3 0 0,1 5-128 15,2 2-48-15,2 5 0 0,3-3 0 0,1-1 48 0,2 1 16 16,2-1 0-16,4 1 0 0,3-2-144 0,2-5-128 15,3-1 144-15,2-3-144 0,-1-2 0 16,3-2 0-16,1-2-176 0,2-3 176 0,2-1-336 0,1-3 48 0,3-3 16 0,0-2 0 16,0-3-80-16,5-4-16 15,0-2 0-15,-3-3 0 0,-2-4 80 0,-7 4 16 0,0-4 0 0,-1-1 0 16,-1-7 80-16,-1-1 32 16,0-2 0-16,-1 0 0 0,-1-1 160 0,3-7 0 15,-4 4 0-15,-2 6-128 0,-2 5 128 0,-2 7 176 16,-2 0-48-16,-1 5 0 0,-1 5 640 0,0 4 112 0,-2 4 16 15,0 0 16-15,0 0-368 0,0 0-80 0,0 0-16 16,0 0 0-16,0 0-256 0,0 0-64 0,4 9-128 16,1 3 192-16,1 3-192 0,2-2 0 0,1 2 0 15,0 0 0-15,2 0 0 0,2 2 0 16,1 1 0-16,1 0 0 0,0 0 0 0,0 2 0 0,-13-6 0 16,3 2 0-16,3-2 0 0,-1 1 0 0,-2-2 0 15,0 0 0-15,2 2 0 0,-2 0 0 0,0-1 0 0,-2 0 0 0,-2 1 0 0,-4-2 0 16,-1 0 128-16,-2-1-128 0,-6-1 320 0,1 1-48 15,7 1 0-15,-7 4 0 0,-2-7-272 0,-4 0 0 16,-4-3 0-16,0 0 0 0,-3-3-320 16,0 0-32-16,-1-3 0 0,3 2-16864 15,1-1-3360-15</inkml:trace>
  <inkml:trace contextRef="#ctx0" brushRef="#br0" timeOffset="8930.23">14613 4584 53439 0,'0'0'2368'0,"0"0"496"0,-7 2-2288 0,0 0-576 0,7-2 0 0,-5 4 0 16,0 1-368-16,1 1-176 0,-2-1-32 0,3 1-16 15,3-6-464-15,-2 7-96 0,2-1 0 0,2 2-20496 0</inkml:trace>
  <inkml:trace contextRef="#ctx0" brushRef="#br0" timeOffset="9050.67">14573 4926 56383 0,'-16'8'2496'0,"11"-6"512"0,-1 1-2400 0,0 0-480 0,6-3-128 0,-4 5 0 32,1 0-448-32,3-5-128 0,-6 4 0 0,6-4-16 0,0 0 336 0,0 0 64 0,0 0 0 0,0 0-15776 15,8-3-3168-15</inkml:trace>
  <inkml:trace contextRef="#ctx0" brushRef="#br0" timeOffset="13117.82">15526 4686 15663 0,'0'0'1392'0,"-3"-9"-1120"16,-4-1-272-16,0 3 0 0,1 1 5904 0,6 6 1136 15,0 0 208-15,-10 3 48 0,1 1-5360 0,1 6-1072 16,-1 3-224-16,3 3-32 0,-1 4 144 0,2 1 16 16,1-2 16-16,3 2 0 0,1 1-400 0,2-1-64 15,1-1-32-15,2-2 0 0,3-2-64 0,1-2-16 16,2-1 0-16,0-4 0 0,4-3-80 0,0-3-128 15,1 1 176-15,1-2-176 0,3-4 0 0,-2 1 0 16,-1-7-240-16,0 0 80 0,0 1-32 0,-2-3 0 16,1 0 0-16,-2-2 0 0,1 1 192 0,-2-4 0 15,0 0 0-15,-2-2 0 0,1-2 0 0,0 1 0 0,0-1 0 16,-2-1 0-16,-1-1 0 0,-4 7 128 0,-1-1-128 16,-1 1 128-16,-2 1-128 0,-1 3 144 0,1 1-144 0,-2-1 160 15,1 10 48-15,0 0 16 0,0 0 0 0,0 0 0 16,-8 7 160-16,2 5 16 0,-1 2 16 0,3 4 0 15,3 4-272-15,2 4-144 0,2 1 160 0,2 5-160 16,3 5 0-16,-1-10 0 0,-1 4 0 0,3 3 0 16,3 1 0-16,2 5 0 0,2 3 0 0,1 1 0 0,1 1 0 0,0 2-128 15,-1-1 128-15,2 1 0 16,-2 0-512-16,-2-3 0 0,0-3 0 0,-4-2 0 16,-2-1-432-16,-2-5-80 0,-4-1 0 0,-5-5-16 15,-3-3 400-15,-4-2 96 16,-3-3 16-16,0-2 0 0,-3-6 528 0,-3-1 0 15,-2-1 0-15,-2-2 0 0,0-7 464 0,-12 0 48 0,4-7 16 0,4-2 0 16,2 1 48-16,5-5 0 0,2-9 0 0,2-1 0 0,5-3-352 16,1-4-64-16,4-8-16 0,3-5 0 0,5-7-144 0,3-5 0 15,5-4 0-15,4-4 0 0,4-1-240 0,-2 21 80 16,2-4 16-16,5-2 0 0,0-2 144 0,4 2 0 16,1 3 0-16,-1 3 0 0,2 2 0 0,-1 8 0 15,-2 4 0-15,-3 6 0 0,-3 6 0 16,-3 4 0-16,-4 3 0 0,-2 3 0 0,-4 5 0 15,-8 2 256-15,0 0-48 0,5 8 0 0,-4 2 304 16,-1 3 64-16,-1 3 16 0,-2 2 0 0,-1 2-320 0,1 0-64 0,-3 1-16 16,2 0 0-16,0 0-192 0,-1-1 128 0,3-2-128 0,0-3 0 15,2 0 0-15,2-3 0 0,0 1 0 0,2-6 0 16,-4-7 0-16,7 6-128 0,1-3-16 0,2 0 0 16,0-4-192-16,3-3-48 0,2-1 0 15,2-3 0-15,-3 0 144 0,0-5 32 0,1-1 0 16,-1-3 0-16,2-2 208 0,-2 1-192 0,-1-3 192 0,-1 2-192 15,0 1 192-15,-2-1 0 0,-2 2 0 0,-2 3 0 0,-2-2 0 16,-1 5 0-16,-1 3 0 0,-2 1 0 16,-2 1 240-16,-2 1-16 0,4 5 0 0,0 0 0 15,-8 0 144-15,2 1 16 0,6-1 16 0,-7 9 0 16,2-3-128-16,1 5-16 0,0 2-16 0,3 1 0 0,1-1-240 16,1 3 144-16,2 0-144 0,2 1 128 0,4 0-128 15,1-3 0-15,1 2 144 0,1-2-144 0,-2-1 0 16,4-3 0-16,2 2 0 0,0-3 0 15,1 0 0-15,0 0-208 0,-2-2 80 0,2-2 128 0,0-1-240 0,0-4 80 16,0 0 16-16,0 0 0 0,-1-4 144 16,-2 2 0-16,-1-5 0 0,0 1-128 0,-1-4 128 15,-2-1 0-15,-1-2 0 0,-1 0 0 0,-1 0 128 0,-2-4-128 16,-1-2 128-16,1 1-128 0,-2 1 0 0,-1-1 0 16,-1-2 0-16,1 2-128 15,-1 0-768-15,0 3-160 16,1 0-32-16,-1 3 0 0,0 3-1808 15,2 0-368-15,2 4-80 0,2 1-13984 0</inkml:trace>
  <inkml:trace contextRef="#ctx0" brushRef="#br0" timeOffset="13408.69">17495 4723 12895 0,'0'0'1152'0,"-2"-6"-928"0,1-3-224 0,0-1 0 15,-1-2 6880-15,2 0 1328 0,-2-1 272 0,-2 2 48 16,-3-1-5680-16,0 1-1136 0,-3 2-240 0,0 2-32 16,-2 1-384-16,0 2-80 0,1 2-16 0,-4 2 0 15,0 1-352-15,-1 3-80 0,0 3-16 0,0 3 0 0,-1 3-272 0,-2 3-64 16,1 5-16-16,1-1 0 0,0 3-160 0,4 0 0 16,1 2 0-16,5 0 0 0,3-2 0 0,2 0-144 15,4 0 144-15,4-3 0 16,5 0-848-1,4-3-64-15,2-3-16 0,3-2 0 0,2-2-544 16,3-3-96-16,2-3-32 0,4-3 0 0,2-2-1312 0,2-3-272 0,2-3-48 16,-1 0-8224-16,1-5-1664 0</inkml:trace>
  <inkml:trace contextRef="#ctx0" brushRef="#br0" timeOffset="13704.87">17888 4678 13823 0,'3'-7'1216'0,"0"0"-960"0,-3-2-256 0,0 4 0 0,-6-2 4528 0,1 5 848 15,-3 0 192-15,-1 4 16 0,-3 1-1680 0,-1 4-320 16,-2 1-80-16,-2 4-16 0,-3-1-1600 0,3 4-320 15,0 2-64-15,0-1-16 0,2 0-896 0,0 1-176 16,2 0-32-16,3-1-16 0,3-1-368 0,5 1 0 16,2-2 0-16,4-1 128 15,2-1-448-15,5-3-64 0,0-1-32 0,4-1 0 16,2-1-1104-16,1-5-208 0,0 2-64 0,0-4 0 16,1-2 672-16,0-3 128 0,-2-2 32 0,-1-1 0 15,-3-1 64-15,0 1 0 0,-3-2 16 16,1-1 0-16,-1 0 656 0,-2 0 224 15,-3 2-144-15,0 1 144 0,-1 1 144 0,-1-1 112 0,-2 4 32 0,-1 5 0 0,0 0 352 0,0 0 64 0,0 0 0 0,0 0 16 16,0 0-144-16,0 0-48 16,0 0 0-16,0 0 0 0,0 0-240 0,-5 7-48 0,5 0-16 15,1 2 0-15,2 0-224 0,2-1 0 0,0 0 0 16,2 1 0 0,1-2-1536-16,2-1-192 0,2-1-32 0,1 1-10400 0,1 0-2064 0</inkml:trace>
  <inkml:trace contextRef="#ctx0" brushRef="#br0" timeOffset="14041.08">18188 4614 41183 0,'0'0'1824'0,"0"0"368"0,0 0-1744 0,0 0-448 0,-8 7 0 0,2-1 0 0,1 4 1984 0,-1 1 304 16,2 5 64-16,3 0 16 0,-1 4-960 0,0-1-176 16,2 2-32-16,2-1-16 0,-1 0-688 0,3 0-144 15,0-2-32-15,2-1 0 0,2 1-320 0,1-5 0 16,-2 0 0-16,-1-2 0 0,3-5 0 0,-1-2 0 15,-1 0-160-15,-1-4 160 0,-6 0-224 0,5-4 64 16,1-3 16-16,-1 0 0 0,0-3 144 0,2 0 0 16,-2-2 0-16,0-3-128 0,-1-4 128 0,1 1 0 15,2-1 0-15,0-2 128 0,4-3-128 0,-1 0 0 16,3-1 0-16,-1 4 0 0,1 0 0 0,-1 4 0 16,0 3 0-16,-2 5 0 0,-1 2 0 0,-1 3 0 15,0 3 0-15,-2 3 128 0,1 5 176 0,1 3 32 16,-2 3 16-16,3 3 0 0,2 2-64 0,-1 5-16 0,2 0 0 0,0-3 0 15,-1 0-272-15,4 0 0 16,-1 1 0-16,4-2 0 16,2-2-544-16,1-1-224 0,2-3-32 0,3-3-16 15,3-2-2384-15,4-3-496 0,4-1-80 0</inkml:trace>
  <inkml:trace contextRef="#ctx0" brushRef="#br0" timeOffset="14286.59">19217 4587 43887 0,'0'0'1936'0,"0"0"416"0,0 0-1888 0,0 0-464 0,0 0 0 0,-9 1 0 16,-2 2 1232-16,0-2 160 0,-1 2 16 0,0 2 16 15,0 0-192-15,-1 4-32 0,0 1-16 0,1 3 0 0,-1 2-864 0,2 1-160 16,2 0-32-16,-2 0-128 0,2 3 0 0,1-1 0 16,3 2 0-16,0-2 0 0,3-1 0 0,1 1 0 15,0-4-144-15,2 2 144 0,2 0-384 0,1-1 0 16,2-2 0-16,3-1 0 15,2-2-384-15,2-2-80 0,2-2-16 0,5-4 0 16,2 2-1312-16,3-7-256 0,4 1-48 0,3-3-10496 16,6-5-2096-16</inkml:trace>
  <inkml:trace contextRef="#ctx0" brushRef="#br0" timeOffset="14784.37">19751 4612 16575 0,'2'-3'1472'0,"-2"1"-1168"15,-6-1-304-15,-1 2 0 0,-4 1 6544 0,2 1 1264 16,1-1 240-16,-1 1 48 0,0 2-4896 0,-4 3-960 15,-1-3-208-15,-3 5-48 0,0 4-1120 0,0 1-224 16,0 1-64-16,1 0 0 0,4-1-336 0,1 3-80 0,2-4-16 0,1 1 0 16,-1 1-144-16,3 0 0 0,4 2 0 0,-1-3 0 31,3 0-496-31,1-2 32 0,5-1 0 0,-1-2 0 16,4-2-768-16,0 1-160 0,2-3-16 0,0-2-16 0,6-3 560 0,0-1 112 0,-1-2 32 0,-3-2 0 15,-1 0-368 1,1 1-64-16,-2-3 0 0,0 0-16 0,-1-4 368 0,1 1 80 15,-2-3 16-15,-1-4 0 0,-3 7 512 0,0-3 192 0,-1 5-144 0,-1 2 144 0,-3 0 192 16,0 3 112-16,0 4 16 0,-4-3 16 0,-3 5 736 0,-1 3 144 16,3 0 16-16,0 4 16 15,0 3-320-15,1 0-64 0,-1 0-16 0,3 1 0 0,4-3-560 0,0 2-112 16,2-2-32-16,3-1 0 0,2 0-144 0,2 1 0 16,2-4 0-16,3 1-176 15,2-5-192-15,3 0-32 0,-1-4-16 16,7 1 0-16,1-3-480 0,-4-1-80 0,0-4-32 15,-9 2 0-15,0-1 0 16,-2-1 0-16,-3-3 0 0,1-1 0 0,-2-4 288 0,-1-3 48 16,2-3 16-16,-2 0 0 0,-2-6 256 0,1 2 48 0,-1 0 16 0,1-5 0 15,2-8 512-15,-1 2 96 0,-2 5 32 0,1 2 0 0,-2 6 432 0,-1 6 96 0,-3 2 0 16,1 5 16-16,-2 4 928 0,0 4 176 16,0 4 32-16,0 0 16 0,0 0-256 0,-4 10-48 0,-1 3-16 15,1 4 0-15,0 2-912 0,-1 3-192 0,-2 0-48 0,0 3 0 16,1 1-272-16,2 4-64 0,1-2-16 0,2 2 0 15,0 0-176-15,2-2 0 0,2 0 0 16,1-4 0 0,1 2-400-16,3-3-176 0,1-3-16 0,4-3-15536 0,1-1-3120 0</inkml:trace>
  <inkml:trace contextRef="#ctx0" brushRef="#br0" timeOffset="15664.79">20637 4660 27647 0,'0'0'2448'0,"0"0"-1952"15,0 0-496-15,0 0 0 0,0-6 2816 0,0 6 448 16,0 0 112-16,0 0 16 0,0 0-1008 0,0 0-192 0,0 0-32 0,-6 5-16 15,0 1-208-15,-1 2-32 16,1 0-16-16,-1 1 0 0,1 1-1120 0,-1-2-240 16,3 3-32-16,-1-3-16 0,1-2-288 0,4-6-64 0,0 0-128 15,0 0 192-15,-4 5-192 0,4-5 0 0,0 0 0 0,0 0 0 32,0 0-448-32,0 0 32 0,0 0 0 0,-2-5 0 0,0-1-96 0,0-2-32 15,-2-1 0-15,0-1 0 0,0 1 160 0,0 0 48 0,-2 0 0 0,-2 0 0 0,0 2 336 16,-2 0-144-16,-4 3 144 0,0 2 0 0,-4 4 0 15,1 3 224-15,-1 3-16 0,-1 1 0 0,1 3 176 16,1 2 48-16,0-1 0 0,4 3 0 16,3-1-128-16,2 0-32 0,3 2 0 15,2 0 0-15,4-3-128 0,5 2-16 0,3-3-128 16,4-3 192-16,4 0-192 16,4 0-128-16,3-4 128 0,4-1-208 0,2-5-336 15,-2-2-64-15,0-1-16 0,2-3 0 0,0-1-208 0,1-1-32 16,-1-2-16-16,-1-1 0 0,-2 0 48 0,-2 0 0 0,-3-1 0 15,-2 2 0-15,-2-6 368 0,-4 2 80 0,-3 1 0 0,-5-1 16 16,-2 1 368-16,-3 1 0 0,-3 1 160 16,-2 2-160-16,-1 3 704 0,-3 1 48 0,-3 2 0 0,0 3 0 0,-2 1 176 0,0 2 32 15,1 2 16-15,-1 3 0 0,0 2-336 16,0 3-64-16,1 2 0 0,2 0-16 0,2 1-256 0,1 0-48 0,2-1-16 0,4 2 0 16,2-1-240-16,3 0 144 0,2-1-144 15,6 0 128-15,3-4-128 0,3 0-176 0,3-2 48 16,2-3 0-1,5 0-320-15,0-6-64 0,3 0-16 0,-1-3 0 16,-2-1-240-16,1-1-64 0,-5-2 0 0,-2-1 0 16,-2-1 240-16,0-1 32 0,-5-2 16 0,-2 0 0 0,-1-1 368 0,-2 0 176 0,0 0-160 0,-1 0 160 15,-3-1 0-15,-2 0 0 0,-1 1 0 0,-2 1 0 16,-1 0 0-16,0 3 0 0,-3 2 128 16,3 7-128-16,0 0 512 0,0 0-16 0,-6 0 0 0,-1 4 0 15,1 4 16-15,1 1 16 0,1 2 0 16,2 2 0-16,1 2-336 0,1 2-64 0,1 2 0 15,2-1-128-15,2 0 0 0,3 0 0 16,2-1 0-16,2-1 0 0,1-2-496 0,3-2-208 0,1-4-32 16,1-3-16-16,4-4-1648 0,2-1-336 0,1-2-64 15</inkml:trace>
  <inkml:trace contextRef="#ctx0" brushRef="#br0" timeOffset="15863.62">21371 4408 32255 0,'-15'0'1424'0,"9"2"304"0,-1-1-1392 0,1 2-336 0,6-3 0 0,-6 6 0 0,3 2 3920 0,0 1 720 16,0 2 144-16,2 3 16 0,1 0-3056 0,1 4-608 15,2 3-128-15,1 3-32 0,1 1-624 0,3 2-128 16,0 3-32-16,1-3 0 0,1 3-192 0,2 2 0 16,1-2 0-16,3-2 0 15,1 0-896-15,2-1-240 0,-2-3-32 0,1-4-16 16,2 0-1680-16,1-4-336 0,0-7-64 0,-1 0-9440 15,1-1-1888-15</inkml:trace>
  <inkml:trace contextRef="#ctx0" brushRef="#br0" timeOffset="16224.28">21891 4603 40191 0,'-12'-3'1792'0,"4"3"352"0,-1 0-1712 0,-1 0-432 0,-3 3 0 0,-2 3 0 15,-2 2 1968-15,0 2 304 0,-1 4 64 0,-1 0 16 0,-2 3-1024 16,1 1-208-16,2 0-32 0,2 2-16 0,1-1-496 15,0 1-80-15,3 0-32 0,3-2 0 0,3 0-464 0,2-1 0 16,3 0 0-16,2-3 0 16,2-1-784-16,2-1-208 0,3-5-32 0,2-1-16 15,2-1-624-15,1-1-128 0,1-1-32 0,2-3 0 16,-2-3-352-16,0-1-80 0,1-1-16 0,-1-1 0 16,0-1 736-16,0-3 128 0,-3-2 48 0,1 0 0 15,-2-2 16-15,-2-1 16 16,0 0 0-16,0 0 0 0,-3 2 752 15,-1 0 160-15,0 0 32 0,-1 2 0 0,-3 2 384 0,-2-1 0 0,0 4 0 0,-2 1 0 0,-2 2 1104 16,0 3 256-16,-2 1 48 0,2 2 16 16,-2 5 416-16,1 1 80 0,2 0 0 0,0 1 16 0,2 3-976 15,3 1-192-15,2-3-32 0,0 2-16 0,3 0-720 0,4-1 0 16,2 0 0-16,3 0 0 16,2-3-832-16,3-2-176 0,4 0-16 0,3-3-16 15,4-4-2128-15,0-1-416 0</inkml:trace>
  <inkml:trace contextRef="#ctx0" brushRef="#br0" timeOffset="16590.75">22290 4578 6447 0,'6'-33'272'0,"-3"20"80"0,-3-2-352 0,1-2 0 0,-1 2 0 0,0 2 0 0,-3 3 6528 0,1 1 1216 16,-3 1 256-16,-2 5 64 0,-1 5-3776 0,0 3-768 0,-1 1-128 0,0 7-48 16,0 0-1680-16,-1 6-352 0,-2 4-64 0,2 2-16 15,-1 5-720-15,2 0-160 0,1 1-32 0,3 1 0 16,2-3-96-16,3 1-32 0,3-3 0 0,2-1 0 15,3-2-192-15,2-1-240 0,3-4 48 16,3-2 16-16,2-5-544 16,2 0-112-16,3-9-32 0,2 1 0 0,-1-4-336 0,0-1-64 0,0-4-16 0,1-2 0 15,-5-3 192-15,0-1 16 0,-3-2 16 16,0-1 0-16,1-3 736 0,-2-1 160 0,-2-2 32 0,-1 2 0 16,-2-1 288-16,-2-2 64 0,-1 1 16 0,-1 3 0 15,-3 3-16-15,-2 2 0 0,-4 4 0 0,0 3 0 0,-5 1 800 0,2 3 144 16,-2 2 48-16,-2 3 0 0,-1 3-128 0,-1 3 0 15,4 3-16-15,0 1 0 0,-1 3-624 0,4 0-112 16,2 2-16-16,0-4-16 16,5 2-176-16,4 0-128 0,3 0 144 0,3 3-144 0,3-5 0 0,1 1 0 15,1-2 0-15,1-2 0 0,2-3-192 16,0-2 0-16,-1-2 16 0,-1-1 0 16,1-3-1280-16,-1-1-256 0,0-1-48 0,-2-3-16 15,0-1-1936-15,-3-2-400 0,-4 1-80 0</inkml:trace>
  <inkml:trace contextRef="#ctx0" brushRef="#br0" timeOffset="16782.5">22067 4548 50911 0,'0'0'2256'0,"0"0"464"0,0 0-2176 0,10 3-544 0,1 0 0 0,4 0 0 16,2-2 0-16,4 1 0 0,2-2 0 0,7 0 0 0,6 0 0 15,7 1 0-15,6 0 128 0,7-2-128 16,3-2-2528-16,1 1-608 0</inkml:trace>
  <inkml:trace contextRef="#ctx0" brushRef="#br0" timeOffset="18299.31">23811 4754 41631 0,'0'0'1856'0,"1"-9"368"16,-2-2-1776-16,-2 0-448 0,-2-2 0 0,1 1 0 0,-1 1 640 0,-1 1 32 15,-2 0 16-15,-1 0 0 0,-3 3 688 0,-2 1 144 16,-5 1 16-16,0 4 16 0,-3 2-1072 0,-2 3-224 16,-2 3-32-16,0 3-16 0,-3 3 32 0,2 4 0 15,1 1 0-15,2 2 0 0,4 2-80 0,1-2-16 16,4 2 0-16,3-1 0 0,3-3-144 0,4-2 0 15,2-3 0-15,3 0 0 0,4-2 0 0,2-3-256 16,4-1 48-16,1-2 0 16,4 0-176-16,0-4-48 0,4-1 0 0,0-2 0 0,3-3 128 0,0-5 32 15,-1 0 0-15,0 0 0 0,0-1 96 16,0-1 32-16,-3-1 0 16,0 0 0-16,1-1 144 0,-2 1-128 0,-3 3 128 0,-1-2-128 15,-1 1 128-15,-2 2 0 0,-1 4 0 0,0-1 0 16,-9 6 0-16,0 0 0 0,8 2 0 0,-1 2 0 0,-7-4 128 0,6 9 48 0,1 2 16 15,-2 3 0-15,0-1-32 0,0 1 0 0,3 1 0 0,1-1 0 16,0 0-160-16,2 1 0 0,1-2 0 16,2-2 0-16,-2-1-1712 15,1-4-208-15,1-1-64 0,0-2-11328 0,1-2-2256 0</inkml:trace>
  <inkml:trace contextRef="#ctx0" brushRef="#br0" timeOffset="19087.84">24003 4631 42383 0,'0'0'1872'0,"0"0"400"0,0 0-1824 0,-4 6-448 16,0 1 0-16,1 4 0 0,1 5 1536 0,0-2 192 16,2 3 64-16,2 2 0 0,0 0-368 0,1 1-64 15,1 3-16-15,1-1 0 0,0-1-768 0,2 0-176 16,-1-2-16-16,1-2-16 0,1-3-192 0,-2-3-48 16,2-2 0-16,1 0 0 0,0-2-128 0,0-1 0 15,-9-6 0-15,9 0 128 0,1 1-128 0,-3-1 0 16,-7 0 0-16,8-4 0 0,0-2-160 0,-1-2 160 0,-1-1-208 0,1-1 80 15,-1-2-16-15,1-1 0 16,-1-4 0-16,1-1 0 0,1-2-80 0,1-2-16 16,0 1 0-16,0 0 0 15,0-1-144-15,-1 2-16 0,-2 3-16 0,1 3 0 16,-2 4 80-16,-1 5 16 0,-4 5 0 0,0 0 0 0,0 0 320 16,0 0 0-16,0 0 0 0,3 9 0 0,-1 5 368 15,1-1-16-15,-1 1 0 0,2 2 0 0,0 1-208 16,1 0-144-16,1 0 192 0,0 0-192 0,1-2 128 0,-1 0-128 0,2-2 0 15,0-1 0-15,0-2 0 0,1-2 0 0,0-2 0 0,1 0 0 16,0-6-128-16,-1 1-48 0,0 0 0 16,1-2 0-16,1-3-48 0,-1 0-16 0,-1-3 0 0,2 1 0 15,-1-2 240-15,-1-1-192 0,-1-1 192 0,-1-2-192 16,0-1 192-16,2 0-144 0,-1 0 144 0,1-2-128 0,-1-2-64 16,0 2 0-16,-1 0 0 0,-2 1 0 15,-1 1 0-15,-2 4 0 0,-2 9 0 0,0 0 0 16,0 0 192-16,0 0 0 0,0 0 0 0,0 0 0 15,-6 8 320-15,-1 2 32 0,1 3 16 0,1 2 0 16,1 0-112-16,1 1-32 0,0 0 0 0,3 0 0 0,2 1-224 0,0 0 128 16,2-1-128-16,3-3 0 0,1-4 0 0,2 0 0 15,2-1 0-15,1-1 0 0,1-2-224 0,2-3 16 16,2-4 0-16,3 1 0 16,0-2-112-16,0 0 0 0,-2-3-16 0,-1-2 0 15,-1-1 112-15,-1-2 32 0,-2 1 0 0,-1-4 0 16,0 1 192-16,-2 1 0 0,-2-1 0 0,-1-1-144 0,-3-3 144 15,0 0 176-15,0 1-48 0,-2-2 0 0,-2 1 96 0,1 2 16 0,-2 1 0 16,0 5 0-16,0 0-16 0,0 9 0 16,-3-5 0-16,3 5 0 0,0 0 208 0,0 0 32 15,-5 1 16-15,0 5 0 0,1 2-160 0,0 5-16 0,1 4-16 16,2 3 0-16,1 2-160 16,2 3-128-16,1 2 192 0,2 4-192 0,2 5 0 15,2 0 0-15,1 2 0 0,2-3 0 0,0-4 0 0,1 3 0 0,3 0 0 16,-1 1 0-16,0 1-144 0,-1 0-48 15,0-2 0-15,-2 3 0 0,-3-4-32 0,-4 1-16 0,-3 0 0 0,-5-1 0 16,-4-3 240-16,-2 0 0 0,-4 0-160 0,-2-3 160 16,-2-1 256-16,-4-5 112 0,-3 1 16 15,-2-5 16-15,-1-1 176 0,-3-3 16 0,-1-1 16 16,-1-3 0-16,1-1-304 0,0-3-64 0,1-3-16 0,1 0 0 16,2 0-784-16,1-6-144 15,1 2-48-15,1-3-15568 0,1-2-3136 0</inkml:trace>
  <inkml:trace contextRef="#ctx0" brushRef="#br0" timeOffset="19945.48">25690 4617 23951 0,'0'0'2128'0,"0"0"-1696"0,-3-3-432 0,1 0 0 0,2 3 5536 0,0 0 1024 16,0 0 208-16,-4 10 32 0,1 3-5264 0,-1 4-1072 15,-4 5-208-15,3 5-32 0,0 0 496 0,-3 1 112 16,2-3 0-16,0 0 16 0,5 2-544 0,0 1-112 16,2-4-32-16,2 0 0 0,2-5-160 0,1 0-224 15,1-5 48-15,-1-1 16 16,2-4-2304-16,0-4-464 0,1-2-80 0</inkml:trace>
  <inkml:trace contextRef="#ctx0" brushRef="#br0" timeOffset="20561.08">25754 4462 4607 0,'-7'-5'192'0,"7"5"64"0,0 0-256 0,0 0 0 0,0 0 0 0,0 0 0 0,0 0 4544 16,-1 9 848-16,1 0 176 0,1 3 48 0,0-1-4496 0,3 0-896 16,2 1-224-16,1 2 0 0,1-1 0 0,1 3 0 15,0-2 128-15,1 2-128 0,-1-1 752 0,0 3 96 16,0 1 32-16,0 2 0 0,-1-1 1808 0,0 3 384 15,0 0 64-15,-2 2 0 0,-1 0-752 0,0-1-144 0,-1 1-48 0,0-1 0 16,-1-4-576-16,0 0-112 16,-1-3-32-16,-1 0 0 0,1-1-704 15,-1-6-128-15,2-1-48 0,-2-2 0 0,-1-7-256 0,0 0-48 0,0 0-16 16,0 0 0-16,0 0-128 0,0 0-16 0,0 0-128 16,0 0 192-16,0 0-192 0,3-8 0 0,-2-1 0 0,1-3 0 0,1-2 0 15,0-3-208-15,1-3 64 0,1-2 16 0,1-3-64 16,2-1-16-16,1 0 0 0,2-1 0 0,-1-2-32 0,2 3 0 15,0 1 0-15,-1 4 0 0,1 3 80 0,0 5 16 16,0 1 0-16,-2 6 0 16,-4 2 144-16,-6 4-160 0,0 0 160 0,11 9-160 0,-2 4 160 0,-1 3 128 15,0 5-128-15,0-1 176 0,-2 4-176 0,3 1 192 16,0 1-192-16,2-3 192 0,-1-2-192 0,2 0 0 16,1-3 0-16,0-1 0 15,1-1-656-15,1-2-176 0,-1-5-16 0,2-2-16 16,1-6-1248-16,2-2-256 15,1-3-64-15,1 1 0 0,-2 1-1168 0,-1-8-240 0,1-1-64 0,-1-2 0 16,-3-3-640-16,0-2-128 0,-1 0-16 0,-2-3-16 16,-3-2 3408-16,1 0 672 0,-2-4 144 0,-1-2 32 0,-1-5 2688 0,1 1 560 15,-1-3 96-15,0 5 32 0,-1 1 800 0,0 5 176 16,-1 5 16-16,0 5 16 0,-3 3-560 0,0 4-112 16,-1 3-32-16,0 5 0 0,0 0-848 15,0 0-160-15,-1 8-48 0,1 4 0 0,1 1-1296 0,-1 5-272 0,0 4-48 16,0 3-16-16,0 1-336 0,3 2-64 0,-2 2-16 0,1 0 0 15,-1 0-128-15,2 2 0 0,0-1 0 0,0-1 0 32,0 0-320-32,2-4-160 0,-1 1-32 0,0 0 0 15,0-7-1152-15,0 0-256 0,-1-4-32 0,1-1-16 16,-2 0-1936-16,-1-5-384 0</inkml:trace>
  <inkml:trace contextRef="#ctx0" brushRef="#br0" timeOffset="21470.85">26429 4753 18431 0,'0'0'816'0,"-8"1"160"0,-1-1-784 0,1 0-192 0,2-1 0 0,6 1 0 0,0 0 7568 0,0 0 1472 16,0 0 304-16,0 0 48 0,6-6-6912 0,2 3-1392 15,2-4-256-15,5 0-64 0,2 0-416 0,2 0-80 16,2-1-16-16,3 0 0 0,0-2-256 0,2 0 0 16,4 1 0-16,2-3 0 0,-2 1 0 0,-2 2 0 15,0-1 0-15,-3 3 0 0,-3 3-144 0,-4 2-48 16,-4 2 0-16,-3 2 0 0,-6 4 0 0,-4 1-16 15,-3 5 0-15,-5 5 0 0,-2 4 208 0,-3 5 0 16,-2 0 0-16,0 1 0 16,1 1 0-16,0 1 240 0,1-5-32 0,3 1 0 0,1 0-80 0,3-3-128 15,1-2 176-15,2-5-176 0,4-3 0 0,3-2 0 16,1 2-192-16,5-5 48 16,2-3-1216-16,4-3-240 0,5-4-64 0,4-2 0 15,3-4-560-15,1-3-112 0,0 2-32 0,-2-5 0 16,0-2-1232-16,-2-2-256 0,-1-3-48 0,-4 0-16 15,-3-3 2240-15,-3 0 448 0,0 2 80 0,-6-1 32 0,-1-1 2032 16,-3 3 416-16,-1 4 80 0,-3 2 0 0,-2 5 1648 0,0 0 320 0,-1 3 64 0,2 8 16 16,0 0-352-16,0 0-64 0,0 0-16 15,-5 7 0-15,1 2-1584 0,-1 4-320 0,1 3-64 16,1 1-16-16,2 1-528 0,1 0-128 0,1 2 0 16,2-2-16-16,1-1-176 15,1 1-16-15,0-4-16 0,3-1 0 0,-1-2-160 0,0-2 0 0,1-1 0 0,0-2 0 16,1 0 0-16,0-5 0 0,-9-1-224 0,9-1 80 15,-1-3 0-15,0 0 0 0,0-3 0 0,-2-1 0 16,1 1 144-16,0-6 0 0,-1-1 0 0,2 1 0 16,0-4 0-16,1-2 0 0,0-3 0 15,1-2-128-15,2 0 0 0,0 0 0 0,0 5 0 0,-1-1 0 0,0 6-32 0,-2 4 0 16,-1 1 0-16,-2 5 0 16,-6 4 160-16,0 0 0 0,0 0 160 0,4 10-160 0,1 3 432 0,-2 4-16 15,-2 2 0-15,1 3 0 0,-1 0-128 16,0 2-32-16,3 1 0 0,1-2 0 15,2-1-256-15,1-1 128 0,1 0-128 0,1-3 0 16,3 1-288-16,2-6-160 0,1-3-48 16,3-2 0-16,-1-2-864 0,3-3-176 0,0-3-48 0,0-1 0 15,1-2-912-15,-1-2-192 0,-1-3-48 0,3-1 0 16,-1-3-1264-16,-3-2-256 16,1-1-48-16,-2-3-16 0,0-4 1952 0,-1-1 384 0,0-2 64 15,2 0 32-15,-3-2 864 0,0 2 192 0,-2 1 16 0,-2 2 16 0,-1 0 2320 16,-5 4 464-16,-1 2 80 0,-1 4 32 0,-2 3 2096 0,-2 3 416 15,0 6 96-15,0 0 16 0,-6-5-1280 0,0 1-256 0,-2 0-48 0,-1 2-16 16,-3 4-1696-16,-1 0-336 0,-1 2-64 16,1 3 0-16,-3 2-496 0,0-1-80 0,0 2-32 15,0 1 0-15,2 0-208 0,0 1-32 0,4 2-16 0,0-1 0 16,2 1-160-16,1-3 0 0,2 1 144 0,4 1-144 16,3 0 0-16,2-1 0 0,2 0 0 0,3-3 0 15,4 1-240-15,2 0-16 0,1-2 0 16,4 1 0-16,-1-1-48 0,2 0-16 0,1 3 0 0,0-5 0 15,-1 1 64-15,1-2 0 0,-2 0 0 0,-3 2 0 0,-4-1 128 0,-1 2 128 16,-5-2-192-16,-1 2 192 0,-5 0 0 16,-2 1 0-16,-5 2 0 0,-3-4 0 0,-2 4 0 15,-4 1 224-15,2-3-64 0,-3 0-16 16,-2 0-16-16,0 0-128 0,-2-2 192 0,1-5-64 16,3 3-544-16,-1-1-112 15,2-1-32-15,0-2 0 0,4-1-1552 0,1-1-304 0,4 0-64 0,6 1-18080 16</inkml:trace>
  <inkml:trace contextRef="#ctx0" brushRef="#br0" timeOffset="21631.46">28066 4591 32255 0,'0'0'2864'0,"0"0"-2288"16,0 0-576-16,0 0 0 0,4 9 3760 0,-1 2 640 16,-2-1 128-16,1 3 16 0,0-1-2816 0,-2 3-560 15,0 2-112-15,1-1-32 0,1 2-640 0,0 0-128 0,1 2-16 0,0-3-16 31,-1 3-800-31,2-5-144 0,1 1-48 0,1-3 0 16,-3-3-2352-16,3-2-464 0,-1-1-112 0</inkml:trace>
  <inkml:trace contextRef="#ctx0" brushRef="#br0" timeOffset="21941.88">28143 4539 29487 0,'0'0'2624'0,"0"0"-2112"0,-1-4-512 0,1 4 0 15,0 0 3984-15,0 0 688 0,0 0 144 16,0 0 32-16,0 0-3312 0,0 0-672 0,8 4-128 0,0 5-32 16,-2 1 144-16,2 5 32 0,0 3 0 0,-2-1 0 15,0 2-320-15,0 4-64 0,1 0-16 0,0 1 0 0,1 0-32 0,0 0-16 16,-1-1 0-16,-1-1 0 0,3-2-240 0,2 0-64 16,-2-6 0-16,1 2 0 0,1-3-128 0,-1-2 0 15,1-2 0-15,-1-2 128 0,-1-3-128 0,0 0 0 16,0-3 0-16,0-1 0 0,-9 0 0 0,10-4 0 15,-1-1 0-15,-1-2 0 0,-3-2 0 0,0 0 0 16,-1 0 0-16,0-4 0 0,0-1 0 0,-2-1 0 16,2 1-128-16,0-4 128 0,-1-1-208 0,1-4 16 0,0 0 16 0,1-1 0 31,3 1-1008-31,-1 0-208 0,1 0-32 0,3 3-14192 16,0 7-2848-16</inkml:trace>
  <inkml:trace contextRef="#ctx0" brushRef="#br0" timeOffset="22216.24">28549 4830 11055 0,'1'5'976'0,"3"-1"-784"0,5-2-192 0,0 2 0 16,3-2 4592-16,1-2 864 0,1-3 176 0,1-1 48 15,2-1-2960-15,0 0-592 0,0-5-112 0,2 4-32 16,2-3-48-16,2-2-16 0,0 0 0 0,-1-4 0 16,1 0-1088-16,-1-4-208 0,-1-1-48 0,1 0-16 15,-3-2-336-15,-1 1-64 0,-2-3-16 0,-6 1 0 16,-2 3-144-16,-3 1-176 0,0 2 48 0,-3 4 0 0,-9 4 128 0,-2 4-128 15,-2 2 128-15,-2 4-128 0,-3 4 848 16,-1 6 176-16,-2 2 48 0,2 3 0 0,0 4-144 0,-1 3-32 16,0 4 0-16,1-1 0 0,4 3-208 15,1 1-48-15,0 1-16 0,5-4 0 0,3 1-192 0,2 0-48 16,5 2 0-16,2-3 0 16,6-4-528-16,2-3-112 0,5-7-32 15,3 0-16016-15,6 0-3200 0</inkml:trace>
  <inkml:trace contextRef="#ctx0" brushRef="#br0" timeOffset="22688.24">29611 4644 37775 0,'0'0'3360'0,"0"0"-2688"0,0 0-544 0,2-6-128 0,-1-1 2912 0,-1 7 544 0,0 0 128 0,0 0 0 0,0 0-2720 0,0 0-544 16,5 11-128-16,0 4 0 0,-1 5 624 0,-1 6 128 15,-2 8 16-15,0 2 16 0,1 8-624 0,-1-1-128 16,0 0-32-16,1 0 0 0,-2-4-192 0,1-1 128 15,2-3-128-15,1-1 0 0,-1-4 0 0,3-2 0 16,-1-3 0-16,1-3 0 16,0-4-1472-16,0-3-224 0,-1-5-48 0,1-2-16 15,-3-3-2640-15,-3-5-528 0,7 4-96 0</inkml:trace>
  <inkml:trace contextRef="#ctx0" brushRef="#br0" timeOffset="22925.29">29613 4603 46767 0,'0'0'2064'16,"0"0"432"-16,6-6-1984 0,3 1-512 0,2 0 0 0,2 2 0 0,0 0 432 0,4 1-16 0,0 1 0 15,1 1 0-15,4-5 64 0,3 3 16 16,0 1 0-16,3 0 0 0,2 3-352 0,3 1-144 16,-1 2 128-16,-3 2-128 0,-1-1 0 0,-4 1 0 15,-2 2 0-15,-5 1 0 0,-4 2-176 0,-3 1 48 0,-8 1 0 0,-4 3 0 16,-6 3 128-16,-5-3 0 0,-4 2 0 0,-4 1 0 15,-4-2 144-15,-1 1 16 0,-1-3 0 16,-2-1 0-16,-1-3-32 16,3-2-128-16,2-2 192 0,4 0-64 15,1-3-1472-15,4 0-320 0,0-5-48 0,5 0-19088 16</inkml:trace>
  <inkml:trace contextRef="#ctx0" brushRef="#br0" timeOffset="23838.61">30147 4539 44351 0,'0'0'1968'0,"0"0"400"0,0 0-1904 0,11 12-464 0,-2 2 0 0,0 2 0 0,0-1 1024 0,-3 1 96 16,0 1 32-16,-1 1 0 0,0 3 256 0,2 0 64 15,-3-2 16-15,-1 1 0 0,1-1-928 0,0 0-192 16,-1-2-48-16,-2-3 0 0,1-1-48 0,-1-4-16 16,0 2 0-16,0-5 0 0,-1-6-64 0,0 0 0 15,0 0-16-15,0 0 0 0,0 0-176 0,0 0 160 16,0 0-160-16,0 0 160 0,0 0-160 0,0 0 0 0,6-5 0 0,-1-3 0 15,0-1-160-15,3-2-16 0,2 0 0 0,3-4 0 16,3 0-176-16,0-3-32 0,2 1-16 0,3 0 0 31,1 1-224-31,1-2-32 0,2 3-16 0,-1 4 0 16,-2 2-96-16,-1 2-32 0,-4 0 0 0,-4 2 0 0,0 4 464 16,-4-2 80-16,-9 3 32 0,0 0 0 0,0 0 480 15,0 0 80-15,0 0 32 0,-4 9 0 0,0 3 240 0,-1-1 48 0,-2 0 16 16,-1 4 0-16,-1 0-368 0,0 1-80 0,0 0-16 0,1-1 0 0,0 1-208 15,2 0 144-15,1-2-144 16,1-1 128-16,2 0-128 0,4-4 0 0,0 2 0 0,4-2 0 0,0-1 0 16,3-2-176-16,4 1 16 15,3-5 0-15,1 2-96 0,2-4-32 16,2 0 0-16,4-5 0 0,0 1-48 0,0-4-16 16,-2-1 0-16,1-1 0 0,-1-3-416 0,-1-3-96 0,-2 2-16 0,-2-3 0 15,-1-3-400-15,-3 0-64 0,-1 1-32 0,-2 2 0 16,-6 1 480-16,-1 3 80 0,-3 0 32 15,-3 3 0-15,-5 2 1424 0,-1-1 272 0,0 5 64 0,-1-3 16 16,-5 2 192-16,0 1 32 0,-1 2 16 0,1 0 0 16,1 1-624-16,2 0-128 0,2 1-32 0,3 0 0 0,6 0-448 0,0 0-320 15,0 0 64-15,0 0 0 16,0 0-1328-16,11 5-256 0,3 0-48 0,1 0-16 16,2-1 1200-16,3 0 224 0,1 1 48 0,-1-2 16 0,1 1 208 15,3 1 32-15,-7 0 16 0,2 1 0 0,2-2 160 0,0 2 0 0,0 2 0 16,-2 1 0-16,0 3 384 0,-2 1 144 15,-2 1 48-15,-2 3 0 0,-2 3 560 0,-2 3 112 16,-3 3 32-16,0 3 0 0,-1 3-192 0,-1 2-16 16,-3 2-16-16,0 0 0 0,2-2-512 0,-2 1-96 0,0-1-32 15,2 1 0-15,0-1-256 0,-1-3-160 16,1-2 192-16,0-2-192 0,0-2 0 0,0-1 0 16,-2-6 0-16,1-2 0 0,-1-3 0 0,2-4 0 0,-1-3-192 15,-1 1 48-15,-1-7-368 16,0 0-64-16,0 0 0 0,0 0-16 15,0 0-1200-15,0-9-224 0,-1-3-48 0,1-2-16 0,0-7 912 16,0-1 176-16,-1-2 32 0,-2-6 16 16,2-4-144-16,-2-1-16 0,-1-7-16 0,-1-3 0 15,0-4 160-15,-2 3 16 0,-3-3 16 0,-3 2 0 16,-1 3 1232-16,-2 1 240 0,-5 0 48 0,2 6 16 0,0 1 1696 0,1 6 352 0,2 1 64 0,3 6 16 16,-1-5-512-16,8 10-112 0,0 3 0 0,4 2-16 0,3 3-1056 15,0 1-208-15,3 4-32 0,3-1-16 0,6 0-528 0,4 2-128 16,8 2 0-1,2 1-128-15,0 4 0 0,2 1 0 0,1 2 0 16,-1 0 0-16,-2 2 0 0,-2 1 0 0,-3 1 0 0,-1-2 0 16,2 5 0-16,-3 3 0 0,-6-3 0 0,-2 0 0 15,-2-1-160-15,-3 1 160 0,-2 2-160 0,-4 0 160 0,-1 0-304 0,-2 2 48 16,-3 0 0-16,1-4 0 0,-4 0-48 0,1 0 0 16,1 0 0-16,-2 1 0 15,-1-5-1904-15,1 1-384 0,3 0-80 0</inkml:trace>
  <inkml:trace contextRef="#ctx0" brushRef="#br0" timeOffset="23973.23">31576 4762 38703 0,'0'0'1712'0,"0"0"352"0,0 0-1648 0,0 0-416 16,0 0 0-16,-4 8 0 0,-1-1 3888 0,-2 0 688 0,0-2 144 0,-3 0 16 16,3-1-3536-16,-3 1-720 0,4-1-144 0,1 2-17040 15,0 0-3424-15</inkml:trace>
  <inkml:trace contextRef="#ctx0" brushRef="#br0" timeOffset="24721.29">15732 6463 41471 0,'0'0'3680'0,"0"0"-2944"15,-8-1-592-15,8 1-144 0,0 0 2224 0,-8 8 400 16,4 2 96-16,2 2 16 0,0 2-2048 0,2 4-416 16,0 5-80-16,0-1 0 0,0 4 224 0,2 1 48 15,0 1 16-15,1-2 0 0,-2-2-288 0,2 0-48 16,1-2-16-16,0-4 0 0,0-3-128 0,0-4 0 0,-4-11 0 0,3 9-176 31,-3-9-1888-31,0 0-384 0,14-2-80 0,-3-5-18896 0</inkml:trace>
  <inkml:trace contextRef="#ctx0" brushRef="#br0" timeOffset="24857.12">15819 6149 31327 0,'-8'-4'2784'0,"-1"1"-2224"0,0 1-560 0,1-1 0 0,2-1 2688 0,6 4 448 16,0 0 64-16,0 0 32 16,0 0-3744-16,0 0-768 0,6 12-128 0,7 1-10448 15,6 0-2096-15</inkml:trace>
  <inkml:trace contextRef="#ctx0" brushRef="#br0" timeOffset="25124.82">16409 6142 20271 0,'0'0'1792'0,"13"-2"-1424"0,-13 2-368 0,10-5 0 0,-10 5 4544 0,7-8 832 15,-5 1 160-15,-2 7 32 0,-2-5-2416 0,-4 2-480 16,-3-2-112-16,-1 4 0 0,-2 1-800 0,-1 0-160 16,-1 4-16-16,1 1-16 0,1 2-736 0,-2 4-128 15,-3 5-48-15,2 0 0 0,2 4-336 0,3 3-80 16,-3 4-16-16,1-1 0 0,2 3-224 0,3 3 0 15,2 4 0-15,2 1 0 0,2 2 0 0,4 1 0 16,0-1 0-16,4-4 0 0,-2-4 0 0,3-1-128 16,2 0 128-16,0 1 0 0,-3 1 0 0,3 2 0 15,-1-6 0-15,-1 0 0 0,-3-5 0 0,-1-2 0 0,1-1-128 16,-3-4 128 0,-2 0-480-16,0-5-32 0,-1-2-16 0,1-9 0 15,-5 8-944-15,0-1-176 0,5-7-32 0,-8 6-16 16,8-6-1552-16,-12 0-304 0,0-3-64 0,1-5-9008 15,2-2-1808-15</inkml:trace>
  <inkml:trace contextRef="#ctx0" brushRef="#br0" timeOffset="25252.94">16081 6690 34783 0,'-22'-21'1536'0,"13"15"320"0,3-1-1472 0,0 2-384 0,6 5 0 0,0 0 0 15,2-7 3008-15,-2 7 544 0,7-7 96 0,4 3 32 16,2 0-2032-16,3 1-416 0,2-1-80 0,4 2 0 16,4-5-736-16,1 2-144 0,1-2-16 0,6 2-16 15,5-1-240-15,-9 3 0 0,2 0 0 16,8-1-160-16,4-2-1584 0,4-1-320 0,6 1-64 0,0 1-19184 15</inkml:trace>
  <inkml:trace contextRef="#ctx0" brushRef="#br0" timeOffset="26102.73">17206 6467 44799 0,'0'0'1984'0,"-6"0"416"0,-2 1-1920 0,-1 2-480 0,1 1 0 0,0 1 0 0,-2 0 1472 0,-1 3 192 15,1 3 32-15,1-1 16 0,0 2-688 0,0-1-128 16,1 5-16-16,3-2-16 0,-1 2-608 0,4 0-112 15,-1-2-16-15,3 0-128 0,3-1 0 0,1 0 0 16,1-2 0-16,4-1 0 0,2-1-256 0,2 1-48 16,1-4-16-16,2-3 0 15,0 1-448-15,3-4-112 0,-1-4-16 0,0 1 0 16,-1-3-16-16,-2-4-16 0,-2 0 0 0,-2 2 0 0,0-1 544 0,-2 0 96 16,-1-1 32-16,-1-1 0 0,0-2 256 0,-2-1 0 15,-1-1 176-15,-1 2-176 0,-1 2 432 0,1 0-32 0,-2 2 0 16,1 3 0-16,-1-4 288 0,-1 10 48 0,-3-5 16 0,3 5 0 15,0 0 16-15,0 0 16 0,0 0 0 0,0 9 0 16,0 3-352-16,3 1-80 0,-1 0-16 16,2 4 0-16,2 1-336 0,1 4 144 0,3 3-144 0,0 3 0 0,0 2 0 15,2 2 0-15,1 2 0 0,2 3 0 16,-1 0 0-16,0 5 0 0,1-1 0 16,-2-1 0-16,-3-4-192 0,-2 0-112 15,-2-4-16-15,-2 1 0 0,-4 1-96 16,-2-4-32-16,-4-4 0 0,-1-1 0 0,-4-2 256 0,-1-3 32 0,-2-3 16 15,1-2 0-15,-3-2 144 0,1-2 0 0,-1-5 128 0,2-3-128 16,-3-3 0-16,1-5 0 0,2-2 0 0,2-1 0 0,3-5 0 16,1-2-192-16,2-5 32 0,2-5 0 0,4-5-96 15,2-4-32-15,4-2 0 0,3-3 0 0,2-7 64 16,4 0 16-16,4 1 0 0,2-1 0 0,0 1 208 16,0 0-192-16,2 2 192 0,2 4-192 0,-1-1 192 0,-2 7 0 15,0 1 0-15,0 3-144 0,-1 4 144 16,-3 3 0-16,-3 8 0 0,-4 1 0 0,0-1 0 0,-3 7 0 15,-2 1 0-15,-6 6 0 0,0 0 256 0,0 0-32 16,1 10 0-16,-1 0 0 0,-1 3 48 0,0 0 16 16,-2 1 0-16,1 3 0 0,-1 0-288 15,2 2 128-15,1-5-128 0,1 0 0 0,0-3 0 16,3-1 0-16,3 1 0 0,0-4 0 0,0-1 0 0,1-4 0 16,1-1-240-16,1-1 80 0,1 0-160 0,-1-1-16 15,1-1-16-15,-1-4 0 0,1-1 96 0,-2-3 0 0,0 0 16 16,-1 2 0-16,-2-1-128 0,-1-1-16 0,1-3-16 0,-1 1 0 31,-3 0-304-31,0 2-48 0,-2 1-16 0,0-3 0 0,1 3-400 16,-1 0-96-16,0-4-16 0,0 3 0 15,1 5-272-15,2-1-64 0,2-1-16 0,-1 1 0 0,1-2 432 16,2 1 96-16,-1 1 16 0,2 1 0 0,0 5 1088 0,0 1 0 0,-8-1 240 0,8 6-48 0,-2 3 1616 16,1 2 320-16,-2 2 64 0,-1 3 16 0,0 2 352 15,0 1 80-15,-1 1 16 16,1 0 0-16,2-1-960 0,0-2-192 0,1 0-32 0,-1-1-16 15,3-2-720-15,2-1-144 0,-1-1-16 16,2-3-16-16,1-4-368 0,1-1-192 0,1-1 192 0,2-3-192 16,-1-3 0-16,0-1 0 0,1-1 0 0,0-4 0 0,-1 0 0 15,-2-3 0-15,-1 0 0 0,-1 0 0 16,-4-1 0-16,-1 0 0 0,-1-2 0 0,-1-1 0 0,-1-2 0 0,-2 0 0 16,0-6 0-16,-2 2 0 0,0-3-192 0,-2 0-80 15,1 1-32-15,1-1 0 16,1 0-2832-16,-1 0-576 0</inkml:trace>
  <inkml:trace contextRef="#ctx0" brushRef="#br0" timeOffset="26606.22">18960 6073 47919 0,'0'0'2112'0,"0"0"448"0,-5-4-2048 0,5 4-512 16,0 0 0-16,0 0 0 0,-7 0 688 0,3 0 16 15,2 3 16-15,0 1 0 0,1 4 256 0,1 2 48 16,0 6 16-16,3 2 0 0,-2 6-480 0,2 4-112 16,1 5 0-16,1 1-16 0,-1 0-240 0,0 2-32 15,-1 5-16-15,1-5 0 0,0 1-144 0,2-1 0 0,-4-3 144 0,1-3-144 16,-2-3 0-16,0-1 0 16,-1-1 0-16,0-3-192 15,3-2-1184-15,-2-1-240 0,-1-7-48 0,3 0-16 16,1 1-3120-16,1-6-640 0</inkml:trace>
  <inkml:trace contextRef="#ctx0" brushRef="#br0" timeOffset="27115.89">19259 6335 22111 0,'-6'3'1968'0,"-2"-3"-1584"0,-1 3-384 0,-2 0 0 16,-2-1 5568-16,-2 3 1024 0,-2 4 192 0,-1 3 64 16,-2 3-4208-16,1 4-832 0,-2 0-160 0,0 3-48 15,0 2-752-15,3 2-144 0,2-6-48 0,3-1 0 0,3 2-256 0,2-1-48 16,2-5-16-16,2 0 0 15,2-2-336-15,5-6 128 0,1 1-128 0,5-1 0 0,4-2 0 16,1-2-256-16,6-1 32 0,3-2 16 16,4-2-304-16,0-4-64 0,3 0-16 0,0-2 0 15,1 0-32-15,-1-1 0 0,-1-4 0 16,-2 0 0-16,-1-3 176 16,-2 1 16-16,-1-1 16 0,-2-2 0 0,-5 1 224 15,-5 1 64-15,-1 3 0 0,-3 1 0 0,0 2 128 0,-2 2 128 0,-5 8-128 16,0 0 176-16,0 0 528 0,0 0 128 0,0 0 0 0,-5 11 16 0,0 2-80 0,0 4-32 15,-1 1 0-15,1 1 0 0,0 1-416 0,1-1-64 16,1-2-32-16,2 0 0 0,0 2-64 0,1-2-16 16,2 0 0-16,2-4 0 15,0-3-144-15,1-2 128 0,1-2-128 0,-1 0 128 0,0 0-128 16,-5-6 0-16,8 1 0 0,0 1 0 0,-1-4-240 0,1-2 80 16,0-2 16-16,1-1 0 0,0 0-32 0,-1 0 0 0,0-3 0 15,0-2 0-15,1-2 48 0,1-5 0 16,2-2 0-16,0 1 0 0,0-4-16 0,1 1 0 0,1-2 0 15,0 3 0-15,1 1 144 0,-2 4-208 16,-3 4 80-16,-2 2 128 0,0 5 0 0,-2 2 0 0,-6 4 0 16,0 0 0-16,6 8 192 0,-3 4 176 15,-3 2 16-15,3 3 16 0,-2 0-112 0,2 0-32 0,0 1 0 16,0-2 0-16,1 1-256 0,0 0 0 0,3 0 0 16,2-3 0-16,1-4-512 15,3-1-144-15,2 1-48 0,0-4 0 0,5-3-2064 16,3 1-432-16,5-4-64 0</inkml:trace>
  <inkml:trace contextRef="#ctx0" brushRef="#br0" timeOffset="27701.7">20103 6384 28559 0,'-14'7'2544'0,"6"-1"-2032"0,-2 0-512 0,-1 2 0 0,0 2 4688 0,-1 3 848 16,0 3 160-16,-1 1 48 0,0 1-3536 0,1 1-704 16,-1-1-144-16,2 0-16 0,0-2-704 0,2-1-144 15,4-2-32-15,2-1 0 0,3-1-336 0,3-2-128 16,2-2 0-16,4-1 0 15,2-2-304-15,0-2-144 0,5-2-48 0,2-1 0 16,0-3-896-16,3-3-176 0,0 1-32 0,0-2-16 16,-3-1 720-16,0 1 128 0,-1-1 48 0,0 0 0 15,-1-2 16-15,-4-2 16 0,-2 3 0 0,-2-2 0 16,-3 2 96-16,-1-1 16 0,-3 1 0 0,-1 0 0 16,-1-2-512-16,-1 1-80 0,-4 1-32 0,1 1 0 15,0 1-272-15,0 3-48 0,-1 0-16 0,3-1 0 16,3 6 512-16,-3-6 80 0,3 6 32 0,0 0 0 0,0 0 912 0,0 0 192 15,0 0 48-15,0 0 0 0,0 0 848 0,8-3 160 16,-8 3 32-16,0 0 16 0,10 7 912 0,-3 5 176 0,-1-1 48 0,-1 4 0 16,1-1-128-16,-2 3 0 0,-2 0-16 15,2 0 0-15,-1 1-784 0,1-1-160 16,0 0-16-16,1-1-16 0,-1-2-640 0,2-1-128 0,3-1-32 16,0-3 0-16,2-1-336 0,1-2-176 0,1-2 160 15,1 0-160-15,0 0 0 0,3-3 0 0,-2-2 0 0,-1 0 0 16,0-6-144-16,1 1 144 0,-1-1-208 0,-1-1 80 15,-1-1 128-15,-1 0-192 16,2-1 192-16,-2-2-192 0,-3-3 192 0,0 2-160 0,-3 0 160 0,-1 2-160 16,0 2 160-16,-4 9 0 0,0 0 0 0,0 0 0 15,0 0 0-15,0 0 256 0,0 0-64 0,0 0-16 0,-3 7 16 0,0 5 16 16,2-2 0-16,0 1 0 0,1-1-208 16,2 1 128-16,1-1-128 0,1 1 0 0,2-1 0 0,4 1 128 15,0-2-128-15,2-3 0 16,1-2 0-16,4-1 0 0,2-2 0 0,2 2 0 0,-3-3-192 0,2 0 192 15,1 0-192-15,0-4 192 0,-1-2-144 0,-1 1 144 16,-4-1 0-16,0 1-144 0,-1 1 144 0,-3-3 0 16,-2 1 0-16,0-5 0 0,-4 1 0 0,0-3 0 15,-2 0 0-15,-1-4 0 0,0-2 0 16,-2-3 0-16,-2-3-192 0,2-1 64 16,0-4-1696-16,2-1-336 0,-2-3-64 0</inkml:trace>
  <inkml:trace contextRef="#ctx0" brushRef="#br0" timeOffset="28120.79">21802 6026 24879 0,'0'0'2208'0,"-6"0"-1760"0,-2 0-448 0,1 0 0 0,1 0 6128 0,6 0 1136 16,-3 9 224-16,0 2 64 0,2 2-5584 15,0 4-1120-15,-4 2-208 0,1 5-64 0,-1 6 192 0,1 0 16 16,1 4 16-16,0 1 0 0,1-5-528 0,0 0-96 16,4 3-32-16,-1-1 0 0,-2-1-16 0,2-1 0 15,2-2 0-15,-1-2 0 0,2 0-128 0,-1-3-192 16,-1-2 32-16,1 4 16 16,0-5-896-16,-2-3-176 0,0-4-48 0,-2-3 0 15,-2 3-1440-15,1-4-304 0,-2-1-48 0,1-3-10768 16,1 0-2176-16</inkml:trace>
  <inkml:trace contextRef="#ctx0" brushRef="#br0" timeOffset="28590.58">21541 6389 21183 0,'0'0'944'0,"0"0"192"0,-4-2-912 0,4 2-224 0,0 0 0 0,6-6 0 16,1 1 6544-16,3 1 1264 0,0 0 256 0,2 0 64 16,3 0-5856-16,2 2-1168 0,3-1-224 0,2 2-48 15,3-1-320-15,-2 1-64 0,1 1-16 0,-1 3 0 16,2 1-176-16,-2-1-16 0,-2 5-16 0,0 4 0 15,-4 1 0-15,0 4 0 0,-3 0 0 0,-3 4 0 16,-2 0-32-16,-1 1 0 0,-4 0 0 0,1-1 0 16,-1-3 16-16,-2-1 0 0,-3-1 0 0,1-2 0 15,0-1-64-15,1-5-16 0,2 0 0 0,-3-8 0 16,3 8-128-16,-3-8 0 0,0 0 0 16,7 3 0-16,-7-3 0 0,11-1-176 0,1-3 48 0,-2-1 0 0,0 1-16 0,1-5 0 15,-2 0 0-15,1-3 0 0,1-1 0 0,-1-5 0 16,1 1 0-16,-2 3 0 0,-1-5-48 15,0 4-16-15,-2-1 0 16,1 2 0-16,-5 5 208 0,1 1-192 0,-3 8 192 0,0 0-192 16,0 0 192-16,0 0 0 0,0 0 144 0,0 0-144 0,0 0 272 0,0 8-32 15,0 1-16-15,0 1 0 0,0 2-224 0,2 0 176 16,1-1-176-16,2 1 160 0,3-2-160 0,1 1 0 16,2-1 0-16,0-2 128 0,4-3-128 15,0 1 0-15,1-5 0 16,4 1 0-16,2 1-144 0,2-3 144 0,1 0-192 0,1 0 192 0,-1-3-240 0,-1 0 64 15,-2-3 16-15,-4 1 0 0,-1 0 160 0,-3 0-160 16,-2-2 160-16,-3-1-160 0,-1-2 160 0,-2-1-128 16,-2 1 128-16,-1-6-128 0,-3-1-96 0,-3 1-16 0,-1-3 0 0,-1 1 0 31,-3 0-1216-31,1 3-240 0,-1 1-48 0,1 2-16 16,-1 1-1488-16,1 1-288 0,-1 4-64 0,1-1-16 15,7 7-992-15,0 0-208 0,0 0-48 0</inkml:trace>
  <inkml:trace contextRef="#ctx0" brushRef="#br0" timeOffset="28819.91">22696 6329 5519 0,'0'0'496'0,"4"6"-496"0,-4-6 0 0,3 9 0 16,-2 5 8016-16,-1-1 1520 0,-1 3 288 0,0 1 64 15,-2 4-5696-15,-1 1-1136 0,-1 1-240 0,0-1-32 0,-2 0-1136 0,2 0-240 16,-2 0-32-16,4-2-16 16,0-3-784-16,3-2-176 0,1 1-16 0,3-4-16 0,-1-2-368 15,2-2 128-15,1-1-128 0,2-1 0 0,1-2 0 0,2-1-240 16,2-2 48-16,1-2 0 15,-1-3-240-15,0-2-32 0,3 0-16 0,-3-2 0 0,-3 0 80 0,0 1 16 16,-3-3 0-16,0 0 0 0,-2-4 192 0,-1-2 32 16,-3 0 16-16,-1-1 0 0,-1 0-32 0,-2-2 0 15,-4-2 0-15,0 0 0 16,-2 2-1360-16,-2-1-256 0,1 0-64 0,-3 1-19632 0</inkml:trace>
  <inkml:trace contextRef="#ctx0" brushRef="#br0" timeOffset="29308.85">23479 6351 19343 0,'0'-7'848'0,"-2"5"192"0,1-1-832 0,1 3-208 16,5-5 0-16,-3 1 0 0,0 4 6736 0,1 1 1312 15,-3-1 256-15,4 8 48 0,-3 1-5328 0,-2 7-1056 16,-2 5-224-16,0 2-32 0,0 6-944 0,-1 1-176 15,-2-3-32-15,3 3-16 0,-3-1-288 0,4 1-48 16,-1 0-16-16,0-3 0 0,2-1-192 0,1 1 144 16,0-4-144-16,3 3 128 15,-2-5-768-15,2-5-176 0,-1-6-16 0,2-2-16 16,0-2-2224-16,1 0-432 0,2-6-80 0</inkml:trace>
  <inkml:trace contextRef="#ctx0" brushRef="#br0" timeOffset="29408.15">23539 6269 13823 0,'0'0'1216'0,"-3"-7"-960"0,2 3-256 0,-1-2 0 16,2 1 1136-16</inkml:trace>
  <inkml:trace contextRef="#ctx0" brushRef="#br0" timeOffset="30878.16">23724 6397 35007 0,'-2'10'3120'0,"1"7"-2496"0,1 1-496 0,1 7-128 0,1 0 3200 15,-4 1 608-15,2-1 128 0,-1-2 32 0,0 1-1536 16,0-1-320-16,1-3-48 0,0-1-16 16,1-2-1232-16,1-1-256 0,1-2-48 0,0 0-16 0,1-3-336 15,-1-2-160-15,0 0 160 0,-3-9-160 0,5 4 144 0,-5-4-144 16,0 0 128-16,0 0-16 0,0 0-112 0,0 0 0 16,0 0 0-16,7-4 0 0,-1-2-160 0,1-5 32 15,-2-1 0-15,0-2 0 0,1-4-128 0,0 0-32 16,1-6 0-16,0-1 0 15,1-2-176-15,1-2-48 0,0-1 0 0,1 0 0 16,-1 3-224-16,0 2-48 0,-1 3-16 0,1 4 0 16,0 2-48-16,-3 4-16 0,-2 3 0 0,0 4 0 15,-4 5 352-15,0 0 64 0,0 0 0 0,0 0 16 16,4 9 432-16,0 5 0 0,-1 5 0 0,1 3 0 16,-2 0 0-16,2 3 176 0,0 1-176 0,5 0 192 0,3 0-192 0,1-1 0 15,3 0 0-15,3-2 0 0,2-2 0 0,4-2 0 0,2-2 0 0,2-1 0 16,-1-4 0-16,1-4-192 0,0-3 64 15,0-3 128-15,-5 1-288 0,0-6 64 0,-2 1 16 0,-1-3 0 16,-2-7-128-16,0 1-32 0,-2 0 0 16,-1-2 0-16,0 0 144 0,0 0 32 0,-4 0 0 0,-1-6 0 15,-2-2 192-15,-1-1 0 0,0-2 144 16,-1-4-144-16,-2 1 240 0,-3 2-48 0,0-1-16 0,-4 4 0 0,-2 4 80 16,-1 1 0-16,-3 2 16 0,-2 5 0 0,-4 3 240 0,-1 3 64 15,-3 4 0-15,0 4 0 0,-3 5 64 16,0 6 32-16,-2 4 0 0,-1 3 0 0,1 1-272 0,0 1-48 15,3 1-16-15,0 1 0 0,3-1 112 16,5 0 32-16,3 0 0 0,5-6 0 0,3-2-272 16,4-3-48-16,2-1-16 0,4-1 0 0,1-1-144 15,5-4-192-15,-1 0 32 0,3-4 16 0,1-3-160 0,2-3-16 16,-2-2-16-16,-1-3 0 0,1-3 16 0,1 1 0 16,-2-4 0-16,1-1 0 0,0-2 64 15,-1-2 32-15,-1-2 0 0,-1-2 0 0,2-4 64 16,0-1 16-16,0-3 0 0,-1-2 0 0,-2-1 144 0,0 0 0 15,-1 0-144-15,-2 4 144 0,-3 5 0 0,-2 2 0 16,-2 5 0-16,-3 5 0 0,-1 4 256 0,-2 2 80 16,-2 4 16-16,-3 3 0 0,-2 2 288 0,0 6 48 15,-3 3 16-15,-1 5 0 0,-1 5-384 0,1 2-80 16,1 3-16-16,2 3 0 0,-1 2-96 0,2 2 0 0,1 1-128 0,2-2 192 16,2-3-64-16,3 0-128 0,2-3 176 15,2-1-176-15,1-5 0 0,1 1 0 0,4-1 0 0,4-3 0 16,3-5 0-16,1-2 0 0,2-2-160 15,2-2 160-15,0 0-336 0,1-4 48 0,0-1 16 0,0-2 0 16,-1-1-96-16,-1-6-16 0,-3 0 0 16,0 0 0-16,0-4 32 0,-3 1 0 0,-1-2 0 0,0-4 0 15,-3 1 16-15,1-1 0 0,-6-3 0 0,-1 1 0 0,-1-1 80 16,-2 3 32-16,0 2 0 0,-2 3 0 0,-3 2 224 0,-1 3 0 16,0 5 0-16,-5-1 0 0,-1 2 320 0,-1 5 128 15,0-1 0-15,0 7 16 16,-2 0 96-16,2 4 16 0,2 2 0 15,2 0 0-15,-1 1-336 0,4-1-64 0,0 4-16 0,3-3 0 0,4 3-160 0,0-3 0 16,5-2 0-16,2 2 128 0,4-3-128 0,1 2 0 16,3-3-192-16,1-4 192 15,5-1-1168-15,-3-4-112 0,1-1-32 0,-1-2 0 16,2-2-1568-16,-2-5-304 0,-2 1-64 16,0 0-16-16,-2-4-1184 0,-3-3-240 0,1-1-48 15,-3 0-16-15,-4 3 2736 0,0-6 544 0,1 2 128 0,-3-3 0 0,-1-2 1808 16,0 1 368-16,-2 1 64 0,0 3 0 0,0 3 2496 0,-2 4 480 15,-1 1 96-15,1 6 32 0,0 0-432 0,0 0-96 16,0 10-16-16,-1 0 0 0,1 2-1328 0,0 2-272 16,1 6-48-16,-1-2-16 0,0 4-976 0,1 4-208 0,2-1-32 15,-2 4-16-15,0-2-288 0,2 0-48 16,1 1-16-16,-1-1 0 0,1-2-208 0,-1-2 128 16,1-1-128-16,0-2 0 0,0-3 0 15,-3-4 0-15,2-1 0 0,-3-2 0 0,0-10 0 0,1 9 0 0,-2-4 0 0,1-5 0 16,0 0-256-16,0 0 48 0,0 0 16 0,1-6 0 31,-2-3-192-31,1-3-16 0,-1-1-16 0,2-4 0 16,2-2-560-16,-1-5-112 0,2-3-32 0,4-3 0 15,-1-3 224-15,2-2 32 0,2 2 16 0,2-3 0 16,-1 1-656-16,0-1-128 0,1 5-32 0,0 5 0 0,1 0 416 0,-1 5 80 0,-1 5 16 0,-1 2 0 0,-2 2 1312 16,-3 2 272-16,1 2 48 0,-1 3 16 0,-1 2 784 0,-1 2 144 15,-4 1 48-15,0 0 0 0,0 0-592 0,3 7-112 16,2-2-32-16,0 3 0 15,2 2-416-15,-3 4-64 0,-3-1-32 0,0 3 0 0,5-2-96 16,-4 3 0-16,-6 0-128 0,2 2 192 0,0-1 64 0,1 0 16 16,-3-2 0-16,4-1 0 0,7 4 240 0,-1-6 32 15,-2 0 16-15,1-2 0 0,2 1-176 0,-1-4-16 16,4-3-16-16,0-1 0 16,-10-4-224-16,12 3-128 0,1-5 160 0,1 1-160 15,0-5 0-15,3-2-128 0,-1-1-16 0,0-3 0 0,-2 3-160 0,0-3-16 16,1 2-16-16,-1-3 0 0,2-3 144 0,-3 2 48 15,-3-2 0-15,1 2 0 0,-2-5 144 0,-2 2 0 16,-1 3 0-16,-2 1-128 0,-3 0 128 0,-1 3 192 16,-3-1-32-16,3 11-16 0,-6-6 336 0,6 6 64 15,-13-3 16-15,0 3 0 0,1 5 0 0,-1 3 0 0,0 2 0 0,2 3 0 16,0 2-368-16,0 0-192 0,2 1 192 0,1 1-192 16,2-1 0-16,2-1 0 0,3 4 0 15,1-4 0-15,2 0-176 0,3-2-32 0,3 0-16 0,3-3 0 31,2 1-1440-31,2-4-304 0,2-4-48 0,3-2-12416 0,-1 2-2480 0</inkml:trace>
  <inkml:trace contextRef="#ctx0" brushRef="#br0" timeOffset="31846.32">25842 6442 23039 0,'0'0'1024'0,"-5"7"192"0,-1-2-960 0,2 3-256 0,1 1 0 0,0 1 0 0,0 2 5824 0,-1 1 1104 16,0 0 240-16,1 3 32 0,3 2-4624 15,0-4-912-15,0 5-192 0,3-2-48 0,-1 0-816 0,4 0-160 16,0 2-48-16,-2-5 0 0,-1-1-240 0,0-2-160 16,1 1 192-16,2-2-192 0,-1-2 0 0,0 0 0 15,-5-8 0-15,0 0 0 0,0 0 0 0,0 0 0 16,0 0 0-16,0 0 0 0,0 0 0 0,9-2-192 16,0-2 48-16,-1-2 16 0,-4-4 128 0,3-6-208 15,2 3 80-15,-2-3 128 0,1-1-256 0,0 2 80 16,1-5 16-16,2-1 0 0,-1-1-160 0,2-1-16 15,-3-1-16-15,3 2 0 16,-2 2-160-16,1 2-48 0,-1 1 0 0,2 3 0 16,-3 1 32-16,-3 2 0 0,-2 5 0 0,0 1 0 0,0 2 272 0,-4 3 64 15,0 0 16-15,0 0 0 0,0 0 304 0,0 10 64 16,0 5 16-16,-1-1 0 0,2-1-80 0,0 2 0 16,2 1-128-16,0 0 192 0,-1 1-192 0,3 0 0 15,1 0 0-15,3-3 0 0,1 1-256 0,3-5-64 0,0 0 0 0,4 0 0 31,3 0-528-31,-1-3-112 0,5 0-32 0,-1-1 0 16,1-4 96-16,2 0 0 0,-3-4 16 0,2 1 0 16,-1 0 336-16,-2-3 64 0,-4-3 16 0,0 1 0 15,0-1 16-15,-6 1 0 0,-1-4 0 0,-2 1 0 0,0-4-368 16,0-1-64-16,-3 1-16 0,0 3 0 0,-2-5-512 0,-2 3-96 0,-3 3-32 0,-2-2 0 0,-2 1 912 16,-3 7 176-16,-1 0 48 0,-3 3 0 15,-3 0 1840-15,-3 4 368 0,-1 2 80 0,-2 2 16 0,-2 3-496 16,6-1-112-16,-1 0-16 0,-2 4 0 15,3-1-272-15,2-2-64 0,0 1-16 0,4 1 0 0,1-1-432 0,1 1-96 16,4 1-16-16,4-3 0 16,5-1-656-16,2-2-144 0,-6-8-32 15,12 6 0-15,4 0-416 0,1-4-96 16,1-1 0-16,3-2-16 0,1-1-480 0,0-5-80 0,-2-1-32 16,0 0 0-16,0-2-96 0,-2 0 0 0,-2-6-16 15,-1-1 0-15,0 0 528 0,-2-4 128 16,0-2 0-16,-3-3 16 0,1 0 1616 0,0-3 320 0,1 1 64 0,0-2 16 0,-2-2 720 0,1-1 128 15,-1 1 48-15,-1 0 0 0,0 0-592 0,-2 4-112 0,0 6-32 0,-2 3 0 16,-3 2 16-16,-2 4 0 16,0 2 0-16,0 5 0 0,-1 2 96 0,1 4 0 0,-6 1 16 0,0 4 0 15,1 3-592-15,0 3-112 16,-4 4-16-16,2 2-16 0,-2 5-432 0,0 1-128 0,0 1 0 16,-2 2 0-16,4 2 288 0,0 0-48 0,3-1-16 15,2 0 0-15,2 0 0 0,2 2 0 0,3-4 0 16,3 0 0-16,0-2-224 0,4-5 0 0,2 1 0 15,3-6-160-15,7 2 160 0,-1-3-160 0,-2-7 160 0,1 0-160 16,0 1 160-16,-1-5-208 0,0-1 80 0,-2-1 128 16,0-5-192-16,0 0 192 0,1-3-160 15,-5 1 160-15,-4-3 0 0,-2 1 0 0,1-3 0 0,0-1 0 16,-3-5 0-16,3 1 0 0,-3 0 0 0,-1 0 0 0,-4 2 0 16,-2 2-176-16,-2 1 176 0,-1 3-160 15,2 4 304-15,-3 3 64 0,-4 1 16 0,-1 2 0 16,-2 1 352-16,1 4 80 0,-1 2 16 15,-3 5 0-15,-3 2-352 0,4 3-64 0,0 0 0 16,3 1-16-16,1 3-16 0,1 1 0 0,4-2 0 0,1-1 0 0,3-2-224 16,3 0 0-16,2-3 0 0,3 2 0 0,2-3 0 15,6 1-288-15,1 2 64 0,1-6 16 16,-9-4-1008-16,4-2-208 0,3-2-48 0,1 1 0 16,2-2-1616-16,1 0-336 0,-2-1-64 0,1-2-8864 15,-4-2-1760-15</inkml:trace>
  <inkml:trace contextRef="#ctx0" brushRef="#br0" timeOffset="32242.73">27137 6412 15663 0,'0'0'688'0,"0"0"144"0,-5-1-656 0,-1 1-176 16,6 0 0-16,-5 3 0 0,1 0 6528 0,0 4 1264 15,1 0 256-15,0-1 48 0,2 3-5104 0,2 3-1024 16,3 4-208-16,0-2-32 0,-2 2-720 0,0 0-144 16,-1 1-32-16,0 0 0 0,1 6-384 0,-2-4-96 15,0 1-16-15,1-2 0 0,1-1-80 0,1-3 0 16,-2-2-16-16,2 0 0 0,1-2-112 0,-2 1 0 15,1-5-128-15,-3-6 192 0,0 0-192 0,0 0 144 16,0 0-144-16,0 0 128 0,8 0-128 0,-2-1 0 0,1-3 0 0,1-1 0 16,0-2 0-16,1-2 0 0,0-1 0 0,1-1 0 15,-2-6-208-15,3 0 80 0,0 2 128 0,2-4-208 16,2 2 80-16,0 0 128 0,1-2-208 0,1-2 80 16,1-1 128-16,-4 4-160 0,-4-1 160 0,0 4-160 15,-1 7 160-15,-2 1 0 0,-2 3 128 0,0 3-128 16,3 0 0-16,-3 2 144 0,-5-1-144 15,0 0 0-15,0 13 288 0,-1 3-48 0,-3 1-16 0,0 1 0 0,0 0-96 16,0 1-128-16,-1 0 176 0,2 1-176 16,3-1 144-16,3-1-144 0,1-1 0 0,0-1 144 0,2 4-144 15,2-5 0-15,0 0 0 0,2-2 0 0,-2-3 0 0,3-1 0 16,0 2 0-16,2-4 0 0,2 0-144 0,-1-1 144 16,0 0-192-16,1-2 192 0,-1-3-240 0,2-1 64 15,-3-1 16-15,1-2 0 16,2-1-784-16,2 1-144 0,0-3-48 15,3-2-14816-15,-1-4-2976 0</inkml:trace>
  <inkml:trace contextRef="#ctx0" brushRef="#br0" timeOffset="32757.34">27823 6198 55119 0,'0'0'2432'0,"0"0"512"0,0 0-2352 0,0 0-464 0,-2 6-128 0,1 3 0 0,1 3 0 0,3 2-208 16,-3 5 48-16,0 4 16 0,0 4 464 0,1 3 112 15,0 1 16-15,2 3 0 0,1 0-240 0,1 0-32 16,1-1-16-16,1-1 0 0,1-1-160 0,0-1 0 16,-2 0 0-16,1-1 128 0,-1-7-128 0,-1 2 0 15,-2-3 0-15,1-4 0 16,2-2-704-16,-3-2-80 0,-2-2-16 0,1-2 0 15,-2-1-1328-15,0-8-272 0,5 3-48 0,-5-3-12048 16,0 0-2400-16</inkml:trace>
  <inkml:trace contextRef="#ctx0" brushRef="#br0" timeOffset="32940.17">27717 6519 25791 0,'0'0'2304'0,"0"0"-1856"0,-6-2-448 0,6 2 0 0,0 0 5536 0,0 0 1008 0,0 0 208 0,0 0 32 16,7 1-4848-16,5 0-976 0,4 2-192 0,5-1-32 15,3 1 32-15,6-2 0 0,7 2 0 0,2 0 0 16,1-3-512-16,2 1-80 0,1 0-32 0,1 0 0 16,1 2-144-16,0-2 0 0,2 2 0 0,0 0 0 15,-1-3-2112 1,-2 2-320-16,-1 3-48 0,-5 2-19904 0</inkml:trace>
  <inkml:trace contextRef="#ctx0" brushRef="#br0" timeOffset="33540.56">23863 7359 28559 0,'0'0'1264'0,"-5"-5"272"0,-3-1-1232 0,0-3-304 0,1-1 0 0,0 3 0 15,2-1 5824-15,1 5 1088 0,4 3 240 0,0 0 32 16,-1-6-5776-16,1 6-1152 0,0-6-256 0,0 6 0 16,0 0 432-16,0 0 80 0,6-4 0 0,3 1 16 15,0-1-80-15,3 2 0 0,1-1-16 0,4 2 0 16,3 1-176-16,3 1-16 0,5 2-16 0,7-3 0 0,6-3-96 0,6 2-128 16,7 0 176-16,4-1-32 0,4 2-144 15,45-4 0-15,5 2 0 0,4-2 0 0,4-4 0 16,6 0 0-16,7-2 0 0,7 1 0 0,4-1 0 15,9 3 0-15,6-1 0 0,-4-1 0 0,-8-3 0 0,9 2 0 16,5 2 0-16,-8 1 0 0,-11 5 0 16,-1-1 0-16,1 2 0 0,-8 1 0 0,-11 0 0 0,-2 2 0 15,0 2 0-15,-11 0 0 0,-13-1 0 0,-9-1 0 16,-10 2 0-16,-6-2 0 0,-7 0 0 0,-5 1 0 16,-9-2 0-16,-8 0 0 0,-8 2 0 0,-8 0 0 15,-8-2 0-15,-5-2 0 0,-4-5 0 0,-4 4 0 16,-6 2 0-16,0 0 0 0,0 0 0 0,-4-3 0 15,-3 2 0-15,7 1 0 0,-3-3 0 0,1-1 0 16,-2 2 0-16,-3 2 0 0,1 0-128 0,-1 0-32 0,1 1 0 0,1 0 0 31,-2-1-2464-31,-1 2-512 0</inkml:trace>
  <inkml:trace contextRef="#ctx0" brushRef="#br0" timeOffset="33891.97">28880 7119 47855 0,'0'0'2112'0,"0"0"448"0,1-7-2048 0,6 2-512 16,6 1 0-16,-3-1 0 0,-2-1 0 0,-4-1-352 15,-4 7 48-15,0 0 16 0,0 0 1664 0,0 0 336 16,0 0 64-16,0 0 16 0,-8 5-736 0,-1 2-144 16,-1 1-16-16,-1 2-16 0,-3 4-528 0,-1 2-96 15,0 2-32-15,-1-2 0 0,2 1-224 0,1 0 128 16,1-3-128-16,2 2 0 15,1-2-416-15,1-2-176 0,2-2-48 0,5-1 0 16,1-9-2736-16,0 0-544 0,0 0-112 0</inkml:trace>
  <inkml:trace contextRef="#ctx0" brushRef="#br0" timeOffset="34119.4">29265 6577 27647 0,'0'0'1216'0,"0"0"256"0,0 0-1168 0,0 0-304 0,-2 0 0 0,2 0 0 16,0 0 6400-16,0 0 1232 0,0 0 240 0,0 7 64 16,-1 2-6016-16,0 5-1184 0,1 1-240 0,-2 5-48 15,0 3-256-15,-1 5-64 0,1 2 0 0,-1-2 0 0,-1 0-128 0,1-1 0 16,-1-1 0-16,3 0 0 0,0-2 0 0,1-2 0 16,0-3 0-16,0-2 0 15,1-1-1072-15,3-2-240 0,-1-3-48 0,1-3-15072 16,1-3-3008-16</inkml:trace>
  <inkml:trace contextRef="#ctx0" brushRef="#br0" timeOffset="34259.76">29347 6434 49935 0,'-9'-10'2208'0,"5"3"464"0,-2-2-2144 0,3 2-528 0,-1 0 0 0,0 0 0 0,4 7 448 0,0 0-32 15,-4-9 0-15,4 9 0 0,-2-6-96 0,2 6 0 16,0 0-16-16,0 0 0 15,8-3-3120-15,1 3-640 0,2 3-112 0</inkml:trace>
  <inkml:trace contextRef="#ctx0" brushRef="#br0" timeOffset="34584.16">29491 6605 25791 0,'0'0'1152'0,"0"0"224"0,0 0-1104 0,4 8-272 0,2 2 0 0,-1 5 0 0,0 3 4480 0,-1 2 848 0,-2 0 176 0,0 4 16 0,-1-2-2576 16,0 2-512-16,-1-1-96 0,0 1-32 0,-1-2-1216 15,1-1-240-15,1-1-48 0,1-1-16 0,-2-4-448 16,0-2-80-16,1-1-32 0,0-3 0 16,1-1-96-16,-2-8-128 0,0 0 176 0,0 0-176 0,0 0 0 15,0 0 0-15,0 0 0 0,0 0 0 0,6-3 0 0,-1-2-176 16,1-1 176-16,-1-3-208 0,1-2 32 0,1-1 16 16,1-2 0-16,-1-3 0 0,3-2 0 15,0-2 0-15,2-3 0 0,1-1 0 0,1-1 32 0,2 2 0 16,-2-2 0-16,-1 3 0 0,-4 6 128 0,2 6-160 15,-2 2 160-15,-1 3-160 0,-8 6 160 16,0 0 0-16,7 0 0 0,0 7 0 0,-2 5 0 0,0 3 272 16,-1 6-32-16,0 1-16 0,0 3-224 0,1 1 0 15,2-2 0-15,-1 2 0 0,4-3-320 0,-1 1-64 16,1-2-16-16,2-1 0 16,1-2-1744-16,0-5-352 0,3-2-64 0,0-1-12128 15,3-5-2432-15</inkml:trace>
  <inkml:trace contextRef="#ctx0" brushRef="#br0" timeOffset="34791.67">30151 6372 43535 0,'-13'-13'1920'0,"10"8"416"0,3 5-1872 0,0 0-464 0,0 0 0 0,2-2 0 0,-1 4 2272 0,0-1 352 0,-1 4 80 0,2 2 16 16,0 3-1296-16,1 2-256 0,-2 2-48 0,2 4-16 15,1 2-672-15,0 2-144 0,1 4-32 0,-1 0 0 16,0 2-256-16,1 0-144 0,0 1 16 15,0 0 0-15,-2 1 128 0,-1-2-160 0,0 0 160 0,-1-1-160 32,3-1-864-32,-1 0-192 0,-3-5-16 0,0 0-16 0,0-3-2256 0,1-2-448 15,0 0-80-15</inkml:trace>
  <inkml:trace contextRef="#ctx0" brushRef="#br0" timeOffset="35443.94">29922 6720 41471 0,'0'0'3680'0,"-7"0"-2944"0,7 0-592 0,0 0-144 0,0 0 3072 0,0 0 592 16,0 0 112-16,3-1 32 0,3-3-2592 0,5 2-528 15,3 0-112-15,6-2 0 0,6 3-304 0,2 1-48 16,1-4-16-16,1 1 0 0,3-1-208 0,-2-1 0 16,-1-2 0-16,1 0 0 0,0 0 0 0,1 1 0 15,2-1 0-15,1-3 0 0,0-2 0 0,0 4-160 16,-2 2 0-16,-6-1 0 0,-6 1-64 0,-5 2-16 15,-5 0 0-15,-4 4 0 0,-7 0 240 0,-3 8 0 16,-4 2-160-16,-4 3 160 0,-6 3 0 0,-1 2 192 16,-4 3-32-16,1 5 0 0,-1 0 0 0,2 0 0 15,3 0 0-15,3 0 0 0,2-5-160 0,0 1 0 0,5-2 0 16,0-2 128 0,4-2-448-16,2-2-112 0,2-1-16 0,3-3 0 15,-4-10-1056-15,13 7-224 0,2-4-32 0,2-3-16 16,0-3-992-16,2-2-208 0,2-4-32 0,-1-2-16 15,0-3-944-15,0-2-192 0,0 1-48 0,-2-4 0 16,-5-2 2608-16,1-1 512 0,1-3 96 0,-1 1 32 0,-1-1 2160 0,0 0 432 16,-5 0 96-16,0 5 0 0,3 3 1600 0,-4 2 320 0,-5 4 64 0,1 4 16 15,-3 7-416-15,0 0-96 0,0 0-16 0,0 0 0 16,0 0-1360-16,0 0-288 0,0 0-48 0,0 9-16 16,0 4-912-16,0 1-192 0,1 1-48 0,-1 0 0 0,2 2-144 0,-1-1-16 15,3 0-16-15,-2-1 0 0,0 1-160 0,3-2 0 16,0 2 144-16,2-4-144 15,-2-2 0-15,1-1 0 0,0-1 0 0,0 0 128 0,1-3-128 0,-2-1 0 16,0-1 0-16,0-1 0 0,2-2 0 0,-2-2 0 16,0-4 0-16,3-1 0 0,0-1 0 0,1-3 0 15,-2 1 0-15,-1-4 0 0,3-2-144 0,-1-2 144 16,1-3-160-16,0 3 160 0,0-5-176 0,2 3 176 16,-3 3-192-16,0 1 192 0,-1 3-192 0,-1 3 64 15,-3 2 128-15,-3 8-208 0,0 0 208 0,0 0 0 16,0 0 0-16,0 0 0 0,0 9 0 0,-1 3 192 15,1 3-48-15,-1 2 0 0,0 0-144 0,-1 1 0 0,2 1 0 16,3-2 128-16,2-1-128 0,-1 3 0 0,0-5 0 16,1 0 0-1,3-1-704-15,4 0-80 0,2-3-16 0,2-4 0 16,3 1-1696-16,5-5-320 0,3 0-80 0,4-4-11728 0,1 0-2336 16</inkml:trace>
  <inkml:trace contextRef="#ctx0" brushRef="#br0" timeOffset="35754.76">31380 6637 34095 0,'-2'-15'1504'0,"2"13"320"0,-1-5-1456 0,-2 1-368 0,0 2 0 0,-1 0 0 0,-1 0 3120 0,-7 1 544 16,-7 1 112-16,-1 2 32 16,3-3-1536-16,8 3-304 0,9 0-64 0,0 0-16 0,0 0-1120 0,-9 4-240 15,1 0-32-15,-1 1-16 16,-1-1-192-16,-1 1-32 0,1 0-16 0,2 1 0 0,0 0-112 0,2 2-128 16,1 1 176-16,1 0-176 0,0-1 0 0,2 1 0 15,4-1 0-15,2 1 0 0,0 0 0 0,-1 2 0 16,1 3 0-16,-1-2 0 0,-3-1-160 0,8 0 160 15,10 1-160-15,-6 1 160 0,-11-3-192 0,8 3 48 16,15 0 16-16,-6-2 0 0,-9 2-48 16,4 0 0-16,5-4 0 0,-6 1 0 0,-11 1 176 0,3-1 0 15,7 0-144-15,-10 1 144 0,-11-2 0 16,3 0 192-16,8-2-32 0,-1 0 0 0,-5-1 96 0,-1-2 0 16,-2-2 16-16,0 2 0 0,0 3-80 15,0-6 0-15,-2-1-16 0,0-1 0 16,-2-2-944-16,0-1-192 0,2-2-48 0,-1 0 0 15,1 1-2256-15,3 0-464 0,5-3-96 0</inkml:trace>
  <inkml:trace contextRef="#ctx0" brushRef="#br0" timeOffset="35908.72">31448 6592 24879 0,'0'0'1088'0,"8"1"256"0,0 1-1088 0,-2-1-256 16,1 2 0-16,-1 1 0 0,1 1 5520 0,0 0 1056 0,-2 2 208 0,-1 0 32 15,0 6-4096-15,-2 0-816 0,-1 3-176 0,1-2-16 16,-2 3-1040-16,-2 3-208 0,2 2-32 0,0-2-16 15,0 1-416-15,0 5 0 0,0-3 0 0,2-2 0 32,-2-3-1136-32,1-1-256 0,2-4-48 0,-1-1-14576 0,1-2-2928 0</inkml:trace>
  <inkml:trace contextRef="#ctx0" brushRef="#br0" timeOffset="36235.99">31585 6505 38927 0,'0'-12'1728'0,"0"12"352"0,0 0-1664 0,0 0-416 0,0 0 0 0,0 0 0 0,0 0 976 0,7-3 112 16,1 2 32-16,1 1 0 0,-2 3-256 0,1 2-48 15,0 2-16-15,1 2 0 0,-1 0-288 0,0 4-64 16,0 2-16-16,-2 2 0 0,1 0 448 0,-1 3 80 16,-1 2 32-16,2 2 0 0,-3-2-128 0,0 1-32 15,-2 3 0-15,1-2 0 0,0-2-256 0,-1-1-64 16,1 0-16-16,1-2 0 0,0-6-304 0,0 2-48 15,1-4-16-15,1 0 0 0,1-3-128 16,1 1 160-16,-1-5-160 0,0-2 160 0,-7-2-160 0,8 0 128 0,0 0-128 16,-2-5 128-16,-1 0 288 0,1-2 48 15,-3 3 16-15,1-2 0 0,0-3-480 0,0-3-256 0,0-1 16 16,1-1 16-16,1-3 224 0,-1-2-176 16,1 1 176-16,3-8-160 15,1 0-992-15,0-1-192 0,0 3-32 0,1 1-16 16,-1 4-2400-16,-1 6-496 0</inkml:trace>
  <inkml:trace contextRef="#ctx0" brushRef="#br0" timeOffset="36540.3">31915 6831 39327 0,'0'0'1744'0,"3"8"368"0,1 1-1696 0,1-1-416 0,1-2 0 0,2-1 0 0,0-2 1344 0,1-1 192 16,1 0 48-16,3-2 0 0,2-2-112 0,0 1 0 16,2-3-16-16,2-1 0 0,0-1-752 0,1-2-128 15,-1 0-48-15,1-3 0 0,-1-2-336 0,1-1-64 16,-3 0 0-16,1-2-128 0,-2-2 176 0,-2 0-176 15,1-3 160-15,-4 1-160 0,-2 7 128 0,-3 1-128 16,-5 1 0-16,-2-1 0 0,-2 3 320 0,-2 0-16 16,0 2-16-16,-5 5 0 0,0-4 240 0,-3 6 48 15,3 2 16-15,-5 5 0 0,0 3-592 0,-1 3 0 16,0 1 0-16,-1 4 0 0,0 3 128 0,0 5 128 16,3-1 0-16,1 1 16 15,1-3-272-15,3 1 0 0,4-2 0 0,1-1 0 16,1 1 0-16,3-2 0 0,3-3 128 0,4-2-128 15,0 0-832-15,4-2-208 0,1-3-48 0,2-1-16 16,3-2-1152-16,1-3-240 0,2-2-32 0,3-2-11664 16,1-1-2320-16</inkml:trace>
  <inkml:trace contextRef="#ctx0" brushRef="#br0" timeOffset="37118.62">29373 7402 24879 0,'0'0'2208'0,"0"0"-1760"16,-9-4-448-16,3 1 0 0,6 3 7088 0,0 0 1328 16,6-2 272-16,1 2 48 0,8 0-6704 0,4-2-1344 15,7 4-272-15,6-2-48 0,8 0 0 0,7 2 0 0,5-2 0 0,23 0 0 16,3-2-272-16,3 0-96 16,6 1 0-16,3 0 0 0,-1-1 0 0,11 0 0 15,11-2 0-15,-21 1 0 0,-2-1 0 0,15-1 0 0,16-1 0 0,-2 2 0 16,-6-4 0-16,4 0 0 0,2 0 0 0,-2-1 0 15,-6 1 0-15,-4 1 0 0,-9-1 0 16,-8 4 0-16,55-7 0 0,-84 9 0 0,-10-2 0 16,-7 1 0-16,-8 1 0 0,-6 2 0 0,-5-3 0 15,-6 0 0-15,-4 3 0 0,-3-1 0 16,-3 1 0-16,-7 0 0 0,0 0 0 0,0 0 0 16,0 0 0-16,0 0 0 0,0 0 0 0,0 0 0 0,0 0 0 15,0 0-624-15,0 0-112 16,0 0-32-16,0 0-16240 15,-4 9-3248-15</inkml:trace>
  <inkml:trace contextRef="#ctx0" brushRef="#br0" timeOffset="37804.03">15766 8260 35935 0,'0'0'3200'0,"-4"10"-2560"16,-3-1-512-16,2 3-128 0,0 4 3248 0,1 3 624 16,0 7 128-16,0 4 32 0,-1 4-2112 0,1 1-432 15,2 4-80-15,-4 6 0 0,0 2-624 0,1-4-112 16,-1-3-32-16,2-3 0 0,2-5-400 0,-1-3-96 15,1-3-16-15,-1-1 0 0,2-3-128 0,1-1 0 16,0-6 0-16,1 0 0 16,-1-15-352-16,0 0-160 0,0 0-16 0,0 0-16 15,0 0-1376-15,0 0-256 0,0 0-64 0,10-8-13104 0,1-4-2608 0</inkml:trace>
  <inkml:trace contextRef="#ctx0" brushRef="#br0" timeOffset="39014.97">15698 8221 39615 0,'0'0'3520'0,"0"0"-2816"0,0 0-560 0,0 0-144 16,0 0 3328-16,0 0 640 0,0 0 128 0,9-3 32 0,2-2-3152 0,0 2-624 16,1-1-128-16,5 4-32 0,4 3 64 0,-5-1 0 15,0 1 0-15,1 4 0 0,4-4-256 0,0 4 0 16,-3 2 0-16,-1-1 0 0,-1 8 0 0,-2-2 0 16,-2 2 0-16,-3 0 0 0,-2 1 144 0,-3 2-144 15,-3 0 128-15,-2 2-128 0,-5-3 160 0,0 2-160 16,-2-2 192-16,-2-1-192 0,-2-1 128 0,0-2-128 15,0-1 0-15,2-1 0 0,0-2 0 0,0-2 0 16,4-4 0-16,6-4 0 0,0 0-160 16,0 0-96-16,0 0 0 0,0 0-16 15,0-8-128-15,5-1-32 0,3 0 0 0,4-1 0 0,1-4 144 0,1 0 32 0,2-2 0 16,1 2 0-16,0 1 256 0,1 0 0 16,0 1-128-16,0 3 128 0,-1 4 0 15,-2 2 0-15,-2 3 0 0,-2 3 144 0,0 1 384 0,-2 2 80 16,-1 4 16-16,-2 3 0 0,0 1-64 0,-1 3-16 15,-3 1 0-15,1 2 0 0,0-1-256 0,-2 0-48 0,-2 0-16 0,-1-1 0 16,1-1-80-16,0-1-16 0,-1-3 0 16,-2 1 0-16,1-6-128 0,3-8 0 15,0 0 0-15,0 0 112 0,0 0-112 0,0 0 0 0,0 0 0 0,0 0 0 16,0 0 0-16,0 0 0 16,-3-8 0-16,3 0 0 0,0 1 0 0,3-6 0 0,0 0 0 0,4-3 0 15,2-2 0-15,4 1 0 0,1-3 0 16,2 1 0-16,1-5 0 0,3 2-192 15,2-1 192-15,3 0-208 0,-1 2 0 0,4 5 0 0,-1 1 0 0,-2 6 0 16,0 0-112-16,-3 4-32 0,-4 2 0 0,-1 3 0 0,-4 3 352 16,-3 1 0-16,-2 2 0 0,-4 2 0 0,-1 1 176 15,-3 3 48-15,-3 0 16 0,-2 2 0 0,-2 2-32 0,-2 1 0 16,-1-1 0-16,-2 1 0 0,-1-1-80 16,3 1 0-16,-2 1-128 0,2-2 192 0,-1-3-192 15,-1 3 0-15,5-5 0 0,3-2 0 0,4-9 0 0,0 7-128 16,0-7 128-16,0 0-160 0,0 0-144 0,0 0-16 15,10-1-16-15,3-2 0 16,3-1-160-16,-1-4-16 0,5 0-16 16,0-2 0-16,0 0 80 0,1-3 32 0,1-2 0 15,1 1 0-15,-3 0 96 0,-1-1 32 16,-4 1 0-16,0 1 0 0,-2 1 160 0,-3-1 128 0,-2 0-192 16,-2 4 192-16,0 1 0 0,-6 8 0 0,0 0 0 0,0 0 0 0,0 0 400 0,0 0-16 15,0 0 0-15,0 0 0 0,0 0-16 0,0 0-16 16,5 8 0-16,0 2 0 0,0 3-352 0,2 2 0 15,-1 0 0-15,2 5 128 0,1 2-128 0,0 5 0 0,2 5 0 16,-2 2 0-16,0-3 0 0,0 2 0 16,-1-2 0-16,0 3 0 0,-2 2 0 0,1 1 0 0,-1-1 0 0,1-3 128 15,-3 1-128-15,1-6 0 0,-2 0 0 0,-2-5 0 16,-1-1 0-16,-1-1 0 0,-1-4 0 0,1-4 0 16,-2-2 0-16,1-2 0 0,-1-1 0 15,3-8 0-15,0 0 0 0,0 0-128 0,0 0 0 0,0 0 0 16,-8-4-64-16,1-3 0 0,0-2 0 0,1-1 0 15,0-5 192-15,0-3-192 0,-1-5 192 0,2-5-192 16,-1-2 48-16,0-2 0 0,2-2 0 16,2-7 0-16,1 0-16 0,2 0 0 0,1-4 0 0,4 2 0 15,0 1-32-15,2 3 0 0,0 2 0 16,1 5 0-16,0-1 0 0,0 6-16 0,2 1 0 0,-1 5 0 0,1 5 208 0,-2 3 0 16,1 4 0-16,-1 2 0 0,3 1 0 0,-2 5 0 15,-10 1 0-15,11 0 160 0,-1 3-32 0,-2 4-128 16,-1 2 192-16,-2 0-64 15,0 6-128-15,0-2 0 0,-1 0 0 0,-3 1 0 0,1 2-160 0,-1-2 160 16,0 2-208-16,1-3 80 0,-2 0 128 0,1-2 0 16,0 0 0-16,-1-1 0 0,3-2 0 0,-3-8 0 15,4 8 0-15,-4-8 0 0,8 5 0 0,-1-5 128 16,3 0-128-16,0-5 128 0,3-2-128 0,1 0 0 16,2-3-128-16,0 0 128 0,1 0-144 0,0-6 144 15,-1 2-160-15,1-5 160 0,0 1-128 0,-2 0 128 16,-2 0 0-16,-3 1-144 0,-2 2 144 0,-1 4 0 15,-4 0 0-15,0 2 128 0,-3 0 192 0,-1 1 64 16,-4 2 0-16,-2 3 0 0,-2 6 256 0,-3-1 64 16,-1 5 16-16,-1 3 0 0,-2 3-256 0,0 4-48 0,1 0-16 15,0 4 0-15,2 1-240 0,3 2-160 16,1-2 192-16,2 0-192 0,3 0 144 0,4-2-144 0,2-1 0 0,3-3 144 16,3-1-144-16,2 0-224 0,3-2 48 0,3-4 16 15,2-4-992 1,3-5-208-16,3 0-48 0,0-5 0 15,5 0-1328-15,-3-3-272 0,0-3-48 0,-1 0-16 0,-2-1-2016 16,-2-2-416-16,-3-3-64 0</inkml:trace>
  <inkml:trace contextRef="#ctx0" brushRef="#br0" timeOffset="39398.87">17392 8397 4607 0,'1'-21'400'0,"-1"10"-400"0,-1 0 0 0,-2 0 0 0,0-1 4736 0,1 5 848 15,-1 0 176-15,3 7 48 0,-5-4-1072 0,5 4-192 16,-7 1-64-16,2 3 0 0,1 2-1280 0,0 3-256 16,2 2-48-16,-1 4-16 0,2 2-1472 0,0 1-288 15,1 1-64-15,-2 1-16 0,1 0-464 0,1-1-80 16,1 1-32-16,2-1 0 0,-1 2-272 0,2-1-64 15,0-5-128-15,2 0 192 0,-1-4-192 0,1-1 0 16,-1-4 0-16,3-1 0 0,-8-5 0 0,9 4-240 16,-9-4 80-16,11 0 16 0,-2-4 144 0,3-1-208 15,-1-3 80-15,1-1 128 0,0-1-224 0,2-6 80 16,2-1 16-16,1-2 0 0,1-2 128 0,2-5-128 16,-1-2 128-16,3-2-128 0,1-2 128 0,-1-5-192 0,0-1 192 0,0 2-192 15,0 1 192-15,-1-1 0 16,0 4 0-16,-4 1-128 0,-3 1 128 15,-2 2 0-15,-2 7 0 0,-2 6 0 0,-3 4 176 0,-1 6 64 0,-4 5 16 0,0 0 0 16,0 0 192-16,0 0 64 16,2 7 0-16,-1 6 0 0,0 5-320 0,1 4-48 0,-2 1-16 15,0 4 0-15,0-4-128 0,1 3 0 0,0 1 0 16,2 3 0-16,-2 3 0 0,2-2 0 0,-1 1 0 16,2-2 112-16,-3-2-112 0,1 0-240 0,0-2 80 15,0-2 16-15,0-1-752 16,0-4-160-16,-2-1-32 0,0-3 0 0,0-3-528 15,0-2-112-15,-2 0-32 0,2-3 0 0,0-7-1088 16,0 0-224-16,0 0-32 0,0 0-16 0,0 0-976 16,-11-4-192-16,0-4-32 0</inkml:trace>
  <inkml:trace contextRef="#ctx0" brushRef="#br0" timeOffset="39598.58">17668 8437 8287 0,'-16'-17'368'0,"11"9"80"0,0-1-448 0,1 1 0 0,-1 0 0 0,2 3 0 0,-1 3 8032 0,4 2 1520 16,0 0 304-16,0 0 64 0,7-7-5952 0,1 3-1216 15,1-1-224-15,1 2-48 0,3-1-1264 0,3 3-256 16,1-4-64-16,2 4 0 0,2-5-400 0,1 5-96 15,1-4-16-15,-1 1 0 0,1 1-192 0,1 2-64 16,-4 1 0-16,1 3 0 0,-1 2-128 0,-3 4 0 16,-3 1 0-16,1 3 0 0,-4 3 0 0,0-2 0 15,-3 5 0-15,-3-1 0 0,-1 0 0 0,-3 0 0 16,-1 1 0-16,-1-2-176 16,-2-2-336-16,0 0-80 0,0-2-16 0,-1-6 0 15,0 1-1632-15,4-8-336 0,0 0-64 0</inkml:trace>
  <inkml:trace contextRef="#ctx0" brushRef="#br0" timeOffset="39766.06">18023 8148 30399 0,'0'0'2704'0,"0"0"-2160"16,0 0-544-16,0 0 0 0,0 0 3920 0,0 0 688 0,0 0 128 16,0 0 16-16,0 0-3136 0,10 2-624 0,-1 3-128 0,2 2-32 15,-1-1-1120-15,0 4-224 16,3 3-64-16,1 0 0 0,0 4-2048 15,1-2-400-15,1 2-96 0,2 1-16 0,2 1-1728 0,0-2-368 0</inkml:trace>
  <inkml:trace contextRef="#ctx0" brushRef="#br0" timeOffset="39954.42">18334 8382 7359 0,'0'0'656'0,"7"-1"-528"0,1 0-128 0,-1-5 0 0,2 0 3776 15,2-1 736-15,-2-2 144 0,1 0 16 16,1 0-1280-16,-1 0-256 0,1 0-48 0,-1-3-16 0,1-2-784 0,-2 2-176 16,-1 0-16-16,-3 4-16 15,-5 8-656-15,0 0-128 0,0 0-16 0,-5-1-16 0,-5 1 368 0,0 4 80 16,-3 5 16-16,-3 3 0 15,-1 6-704-15,-1 2-128 0,-3 3-16 0,0 2-16 0,1 0-432 16,1-1-96-16,4 1-16 0,2 0 0 0,2 0-112 0,5-2-16 16,2-2-16-16,5-1 0 0,4-3-448 0,4-2-96 15,4-3-16-15,6-3 0 16,2-5-864-16,2-3-176 0,3-2-48 0,1-4 0 16,6-3-2672-16,0-3-528 0</inkml:trace>
  <inkml:trace contextRef="#ctx0" brushRef="#br0" timeOffset="40247.33">18891 8290 18431 0,'10'-29'816'0,"-6"17"160"0,-1 0-784 0,-1 2-192 16,-2-3 0-16,-1 3 0 0,-3 0 6208 0,-2 4 1184 16,-3 2 240-16,-3 1 48 0,-4 2-4272 0,2 5-848 15,-2-1-192-15,1 2-16 0,-2 0-1248 0,0-1-240 0,0 1-48 16,2 2-16-16,2 1-480 0,0 1-112 0,3 1-16 0,2 1 0 16,4 2-192-16,2-3 0 0,0 3 128 0,2 0-128 15,7 1 0-15,1 2 0 0,1 1 0 0,2 1 0 16,4 0 0-16,0 1 0 15,4 2 0-15,2-4-160 0,-2 2 160 0,2 2 0 0,0 1 0 0,-2-2 0 16,0 1 0-16,-1-1 0 0,-3-1 0 0,-1 0 0 16,-4 2 0-16,-2-1 176 0,-2-1-48 0,-2-3 0 15,-5-2-128-15,-3 1 160 0,-1-2-160 0,-3 2 160 0,-1-4-160 16,-4 2 128-16,-4 0-128 0,-3-3 128 0,-2-2-80 0,-3-2-48 16,-2 0 0-16,0-2 0 0,-3-1 0 0,1 0 0 15,0 0 0-15,3-3 0 16,-2-4-768-1,0 1-160-15,2-2-32 0</inkml:trace>
  <inkml:trace contextRef="#ctx0" brushRef="#br0" timeOffset="43623.42">16087 10344 41471 0,'-7'-14'1840'0,"4"7"368"0,0 0-1760 0,-1-3-448 0,0 3 0 0,-2-1 0 15,3 1 1808-15,-1 3 288 0,0 2 48 0,4 2 16 16,0 0-496-16,-5 4-112 0,-2 1-16 15,3 3 0-15,0 3-896 0,-1 5-192 0,-2 8-48 0,2 6 0 16,0 5-256-16,1 5-144 0,0 5 160 0,2 3-160 16,-1 3 0-16,3-3 0 0,0-1 0 0,1-4 0 15,2-4 0-15,0-1 0 0,0-3 0 16,1-2 0-16,0-2 0 0,-1-3 0 16,-1-3 0-16,1-3 0 0,0-3-144 0,1-5-80 0,-4-1-16 0,0-3 0 15,0-2-1232-15,0-8-256 0,0 0-64 0,0 0 0 16,0 0-1152-1,0 0-256-15,0 0-32 0,-2-9-9376 0,0-4-1856 0</inkml:trace>
  <inkml:trace contextRef="#ctx0" brushRef="#br0" timeOffset="44126.6">15578 10112 33167 0,'-26'-8'2944'0,"10"3"-2352"15,1-3-464-15,6 3-128 0,-2-1 3344 0,5-1 656 16,0 1 128-16,4-1 32 0,2 2-2608 0,1 0-512 15,4-1-96-15,5 1-32 0,3 0 80 0,2-2 16 16,5 0 0-16,3-1 0 0,5 0-560 0,4-1-128 16,3-2 0-16,4 2-16 0,2 0-48 0,5 1 0 15,3 3 0-15,1 0 0 0,-1 1-256 0,1 4 0 16,-1 0 0-16,1 1 0 0,-2 5 0 0,0 3 0 0,-2 2 0 16,-2 5 0-16,-3 0 0 0,-5 6 0 0,-3 3 0 15,-5 5 0-15,-4 4 0 0,-7 1 0 0,-5 0 0 0,-7 1 0 16,-5 2 0-16,-5 3 0 15,-5-2 0-15,-5 1-144 0,-5-3 144 0,-2-1 224 0,-4-2-48 16,-1 0-16-16,-2-3 32 0,-2-3 0 0,-3-2 0 16,-3 0 0-16,-1-3-48 0,-5-4 0 0,-4-1 0 0,-2-4 0 15,-5 0-144-15,-25 5 192 0,7-9-192 0,25-5 192 16,-1-1-192-16,-3-2 0 0,0-2 0 0,3-3 0 16,1-2 0-16,4-3 0 0,4-1 0 0,5-4 48 15,6-2-48-15,5 0 0 0,5-2 0 0,6 0 0 16,6 0 0-16,6 1 0 0,5-3 0 0,5 2 0 15,9-4-208-15,4 1 64 0,5 1 16 0,3 1 0 0,3 1 128 0,2 2-128 16,2 2 128-16,2 3-128 0,1 1 128 0,-1 2 0 16,1 3 0-16,-3 4 0 0,1 2 0 0,-3 4 0 15,-3 3 0-15,-6 4-128 16,-2 2 128-16,-3 3 0 0,-4 1 0 0,-2 2 0 0,-4 1 0 16,-3 2 0-16,-3-1 0 0,-2 1 0 0,-2-6 0 15,-2 2 0-15,-3-2 0 0,-1-1 0 0,-1-5-208 0,0-2-64 16,-1-1-16-16,1-1 0 15,-1-3-1824-15,6-5-384 0,-2 7-64 0</inkml:trace>
  <inkml:trace contextRef="#ctx0" brushRef="#br0" timeOffset="44808.59">16328 11082 35935 0,'-13'-8'1600'0,"8"6"320"0,-1-2-1536 0,1-1-384 0,1-1 0 0,3 0 0 0,1-1 4400 0,2 0 800 16,1-1 176-16,2 0 16 0,2 1-3728 0,1-2-768 16,2 0-128-16,3 1-48 0,1 0-496 0,6 2-96 15,2-3-128-15,2 2 176 0,-2 1-176 0,3 1 0 16,-1-1 0-16,1 4 0 0,0-1 0 0,-2 3 0 15,-2 1 0-15,-3 1 0 0,-2-2 0 0,-3 2 0 0,-1 0 0 0,-3 2 0 16,-2 0 0-16,-7-4 0 16,0 0 128-16,1 7-128 0,-1 1 0 0,-3 1 160 0,-3 0-160 0,-2 2 160 15,-1-2-160-15,-3 1 128 16,-1 1-128-16,-4-1 128 0,-1-1-80 0,-2 2-48 16,-1-1 0-16,2 1 0 0,-2 0 0 0,1-1 0 15,2 0 0-15,1-1 0 0,3-1 0 16,2 0 0-16,3-2 0 0,2 1 0 0,2-1 0 0,3 1 0 15,2-7 0-15,2 9 0 0,3-3 0 0,2 1 0 16,2-1 0-16,2 1 0 0,0 0 0 0,4-1 0 0,0 1 0 0,2-1 0 16,1 1 0-16,1-1 0 15,0-1 0-15,1 2 0 0,-2-1 0 0,0 2 0 0,-1 0 0 16,0 2 0-16,-4 0 0 0,-1 0 0 0,-2-2 0 0,-2 1 0 16,-1 0 0-16,-5 1 0 0,0 1 0 0,-5-1 0 15,-2 1 0-15,-2 1 0 0,-2-2 0 0,-3 3 0 16,-2 0 0-16,-3-3 0 0,-2 3 0 0,-2 1 0 15,-3-5 0-15,-2 0 0 0,1 3 0 0,-1-5 0 16,-1 1 0-16,0-1 0 0,1-2 0 0,2-1 0 0,2-2-272 16,4-2-48-16,1-1-16 0,2-2 0 15,5 0-1392-15,3-5-256 16,4-4-64-16,4-4-13824 0,7-4-2768 0</inkml:trace>
  <inkml:trace contextRef="#ctx0" brushRef="#br0" timeOffset="45022.32">17080 10703 40543 0,'0'0'3600'0,"0"0"-2880"0,0 0-576 0,0 0-144 0,0 0 3248 0,8 0 608 15,-8 0 128-15,8 0 32 0,1 0-2544 0,0 1-512 16,0 0-112-16,0 1-16 0,2-2-448 0,2 2-80 16,0-2-32-16,8 0 0 0,-1 0-192 0,0 0-80 15,3 2 0-15,0-2 0 0,-1-2 0 0,2 2 0 16,3-2 0-16,-3 2 0 15,1 0-384-15,-1 2-80 0,-2-2-16 0,0 2 0 16,-1 3-1760-16,-3-1-336 0,-1-2-80 0,-3 4-12704 0,-2 0-2528 16</inkml:trace>
  <inkml:trace contextRef="#ctx0" brushRef="#br0" timeOffset="45201.49">17073 10944 32255 0,'-14'0'2864'0,"8"0"-2288"0,-4 0-576 0,4 1 0 16,1-1 4656-16,5 0 816 0,0 0 160 0,0 0 48 15,0 0-3968-15,0 0-800 0,8 0-144 0,3 0-48 16,5 0-80-16,4 0 0 0,2 0-16 0,4 2 0 16,2-2-496-16,4 0-128 0,0-2 0 0,4 1 0 0,-1-2 0 0,3 3 0 15,-1 0 0-15,2 0 0 16,2 0-896-16,-1 3-192 0,1 0-32 0,-1 1-15248 16,1-1-3040-16</inkml:trace>
  <inkml:trace contextRef="#ctx0" brushRef="#br0" timeOffset="47433.75">18658 10421 23951 0,'0'0'2128'0,"2"-6"-1696"0,-1-2-432 0,1-1 0 0,0-2 5200 0,1 0 960 16,0-4 192-16,0 2 48 0,0 0-4608 0,-2-1-896 15,-1-1-192-15,-1 0-48 0,0-1 320 0,-2-1 64 16,-1 2 16-16,-1-1 0 0,-1 0-608 0,-4 2-112 16,0 0-16-16,0 1-16 0,-1 0-144 0,-1 2-32 15,-2 2 0-15,0 1 0 0,-2 2-128 0,0 0 160 0,-1 5-160 0,2-3 160 16,-1 3-160-16,0 1 128 15,2 1-128-15,0 3 128 0,1-3-128 0,1 3 192 16,0 0-192-16,2 4 192 0,1 1-32 0,1 4 0 16,1 2 0-16,2 4 0 0,0 1-160 0,1 4 0 15,0 5 0-15,3 2 0 0,-2 5 0 0,2 3 160 0,1 2-16 0,-1 5 0 16,1 2 48-16,1 2 0 0,2 1 0 16,-1 0 0-16,2-3 0 0,-1-4 0 15,1 2 0-15,1-2 0 0,-3 2-192 0,2-3 128 0,0-2-128 16,0 0 128-16,0-2-128 0,-1-3 0 0,-1 0 0 0,0-2 128 15,-1-3-128-15,-1-2 0 0,0-6 0 0,0-3 0 16,-1-3 0-16,-1-3 0 0,1-2 0 0,0-1 0 16,-2-2-528-1,2-1-96-15,1-8-16 0,0 0 0 16,0 0-1472-16,0 0-288 0,0 0-64 0,0 0-12624 0,0 0-2512 0</inkml:trace>
  <inkml:trace contextRef="#ctx0" brushRef="#br0" timeOffset="47659.65">18021 10810 39615 0,'0'0'3520'0,"0"0"-2816"16,0 0-560-16,0 0-144 0,0 0 3104 0,0 0 592 15,9 2 112-15,2-2 32 0,2-2-2464 0,3 0-480 16,4 1-112-16,5 0-16 0,4 1-224 0,3-3-48 16,4 1-16-16,1-2 0 0,3 0-288 0,1 0-48 15,4 0-16-15,0 1 0 0,1-3 16 0,-1 1 0 16,2-1 0-16,-1 1 0 0,0 0-416 0,-3 0-96 15,-3 1-16-15,-2-1 0 16,-4 1-1088-16,-4 0-208 0,-4 0-48 0,-3 0-16 16,-2 0-2416-16,-4 0-496 0</inkml:trace>
  <inkml:trace contextRef="#ctx0" brushRef="#br0" timeOffset="48042.56">19751 10286 4607 0,'-1'-13'192'0,"1"9"64"0,-1-3-256 0,-1-1 0 0,0 2 0 0,0-2 0 0,0 1 9552 0,-2 2 1872 16,0 0 368-16,-1-1 80 0,0-2-8096 0,-2 1-1632 15,1 2-320-15,-1 1-64 0,-1 0-720 0,0 2-144 16,-2 0-16-16,0 1-16 0,-2 4-416 0,0 2-64 16,-1 4-32-16,-4 3 0 0,-4 2-112 0,-2 4-32 15,-1 6 0-15,-3 6 0 0,-3 2-208 0,0 10 128 16,-1 4-128-16,-1 3 128 0,1 3-128 0,1 2 0 16,3 2 0-16,3-4 0 0,3-1 0 0,4-2 0 15,4-2 0-15,4 0 0 0,7-1 0 0,2-2 0 16,4-2 0-16,3-3 0 0,4-1 0 0,2-2 0 15,3-3 0-15,0-4 0 0,3-2 0 0,2-6 0 16,-1-4 0-16,4 0 0 16,-2-4-912-16,0-2-176 0,0-4-48 0,1-3 0 15,-1 0-2384-15,1-5-464 0</inkml:trace>
  <inkml:trace contextRef="#ctx0" brushRef="#br0" timeOffset="48335.04">20028 10423 29487 0,'0'0'1296'0,"0"0"288"0,-6-6-1264 0,3 1-320 0,0 1 0 0,2 2 0 0,1 2 5168 0,0 0 976 16,0 0 192-16,0 0 32 0,0 0-4080 0,0 0-816 15,0 9-176-15,1 4-16 0,0 0-832 0,-1 5-144 16,2 4-48-16,0 4 0 0,1 4-128 0,-1 3-128 15,0 2 144-15,-1-1-144 0,0 2 128 0,1-2-128 16,-2-1 0-16,0-3 0 0,0-1 0 0,1-2 128 16,0-2-128-16,-1-2 0 0,2-1 0 0,-1-1 0 15,0 1 0-15,-1-6-160 16,0-2-576-16,0-1-112 0,0-2-32 0,0-3 0 16,0-8-1456-16,0 0-288 0,0 0-64 0,0 0-19072 0</inkml:trace>
  <inkml:trace contextRef="#ctx0" brushRef="#br0" timeOffset="48804.81">19676 10322 51711 0,'-11'-10'1152'16,"7"6"224"-16,-1-1 48 0,0 1 16 0,4-2-1152 0,1 6-288 0,4-6 0 0,-4 6 0 0,9-4 592 0,2 1 64 15,2-1 16-15,4 1 0 0,2 0 64 0,4 2 16 16,2-3 0-16,2 1 0 0,2-1-448 0,1 2-96 0,1-2-16 0,2 1 0 15,-1 1-64-15,2 0-128 0,0 1 176 0,0 2-176 16,0 2 128-16,-1 2-128 0,-3 2 0 0,0 2 0 16,-3 1 0-16,-4 4 0 0,0 5 0 15,-6-1 0-15,-6 4 0 0,-3 4 0 16,-4 4 0-16,-5 1 0 0,-3 1 0 0,-5 2 0 0,-4-2 0 0,-4 1 0 16,-3-2 128-16,-1-1-128 0,0-1 144 0,-2-4-144 15,-3-1 160-15,1-4-160 0,-1-2 160 0,-1-2-160 16,-1-2 144-16,0-3-144 0,-2-4 128 0,-2-1-128 0,0-1 0 0,-2-4 0 15,-1-1 128-15,1-1-128 16,1-2 0-16,3-2 0 0,0-3 0 0,3 0 0 0,3-1-176 0,6-1 176 16,5-2-128-16,3 0 128 0,2-3 0 0,4 0 0 15,5 0 0-15,6-2-128 0,3 0 128 0,7 0-128 16,4 1 128-16,4 2-128 0,2 1 128 0,3 2 0 16,0 4 0-16,0 1-128 15,-1 4 128-15,-1-2 0 0,1 3 0 0,-2 1 0 16,-1 2 128-16,-1 2-128 0,0 1 128 0,0 2-128 0,-2-1 0 0,-1 3 128 15,-5 2-128-15,-1 1 0 0,-2 1 0 0,-2 0 0 16,-3 0 0-16,-1 1 0 0,-3 2 0 0,-2-1 0 16,-3 1 0-16,-1-2 0 15,-2-1-336-15,0-1-96 0,-1 0-16 0,1-3 0 16,-1 0-1680-16,0 3-352 0,1-4-64 0</inkml:trace>
  <inkml:trace contextRef="#ctx0" brushRef="#br0" timeOffset="49285.52">20506 10987 22111 0,'-13'-4'976'0,"8"3"208"0,0-2-944 0,-1 2-240 16,3 1 0-16,0 0 0 0,0 1 7360 0,-1 3 1408 0,2 3 304 0,-2 0 48 16,0 5-6448-16,-2 3-1296 15,0 1-256-15,0 1-48 0,1 4-816 0,-1 1-256 16,4-1 128-16,0 1-48 0,0 2-80 0,2-3 0 0,0 1 0 15,2-5 0-15,1 2 0 0,2-4 0 16,0-2 0-16,2-1 0 16,2-2-1440-16,2-3-176 0,-1-2-48 0,3-1-14784 0,0-3-2944 15</inkml:trace>
  <inkml:trace contextRef="#ctx0" brushRef="#br0" timeOffset="49517.97">21037 10941 35935 0,'0'0'3200'0,"0"0"-2560"16,0 0-512-16,0 0-128 0,5 8 3536 0,0 3 688 15,-2 2 144-15,-2 1 32 0,0 2-2592 0,-1 2-512 16,-1 0-96-16,1 4-32 0,-1 0-720 0,-2 2-128 16,1-1-48-16,-2 1 0 0,-3-1-272 0,3 1 0 15,-1-2 0-15,2-2 0 16,2-2-448-16,0-3-192 0,-3-4-32 0,3-2-16 15,1-9-2048-15,0 0-400 0,0 0-96 0</inkml:trace>
  <inkml:trace contextRef="#ctx0" brushRef="#br0" timeOffset="49809.09">21574 10260 39615 0,'0'0'3520'0,"0"0"-2816"16,-5-3-560-16,-1 2-144 0,3-1 3376 0,3 2 640 0,-4 3 128 16,4-3 16-16,-3 3-2544 0,3-3-512 0,-3 9-96 0,3-2-32 15,0 4-592-15,0 2-128 0,2 1-32 0,0 5 0 16,0 3-160-16,-1 4-64 0,0 4 0 0,-1 2 0 16,0 6 0-16,0 1 0 0,0 2 0 0,0 0 0 15,-1 1 0-15,-3-3 0 0,-2-2 0 0,2-3 0 16,0 0 0-16,1-3 0 0,-2-5 0 0,1 0 0 15,0-3 0-15,-1-2 0 0,2-4 0 16,-1-1 0-16,-1-3 0 0,1-3 0 0,3-2 0 0,1-8-160 16,0 0-928-16,0 0-192 0,0 0-48 15,0 0 0-15,0 0-1328 0,3-8-272 0,-2-5-48 16,0-4-18048-16</inkml:trace>
  <inkml:trace contextRef="#ctx0" brushRef="#br0" timeOffset="50275.57">21338 10184 43247 0,'-9'-12'1920'0,"9"12"384"0,0 0-1840 0,0 0-464 0,0 0 0 0,1-5 0 0,2 1 1744 0,-3 4 256 16,5-4 48-16,1 2 16 0,5 0-512 0,2 2-96 15,3 0-32-15,-1-1 0 0,5 2-800 0,2 1-176 16,1 0-16-16,1-1-16 0,2 2 32 0,1-2 0 16,1 2 0-16,0 1 0 0,2-2-448 0,0 2 0 15,2 2 0-15,-2-2 0 0,-2 1-160 0,0 3 160 16,-4-1 0-16,-1 3-144 0,-4 0 144 0,-3 2 0 15,-4-1 0-15,-5 8 0 0,-3-4 0 0,-5 7 0 16,-2 7 0-16,-6-1 0 0,-4 2 0 0,-4 2 144 0,-1 3-144 16,-3-1 0-16,-6-4 144 0,-2 0-144 0,0 0 0 15,1-1 144-15,-2-3-96 0,1-1-48 0,-1-2 0 0,1-3 0 16,-1-5 0-16,0-2 0 0,-1-2 0 16,0-6 0-16,0 0 0 0,-1-1 0 0,1-4 0 15,2-2 0-15,1-4 0 0,-1 1 0 0,0-3 0 0,3-3 0 16,4 0 0-16,4-1 0 0,2-1 0 0,2-1 0 0,3-2 0 15,4 1 0-15,3-2 0 0,2 4 0 0,4-4 0 16,3 4 0-16,4-3-160 0,3 3 160 0,3 0 0 16,4 3 0-16,0-1 0 0,2 2-128 15,2 3 128-15,2 0 0 0,0 4 0 0,1-2 0 0,0 4 0 0,0 1 0 16,-1 2 0-16,-3-1 128 16,-2 2-128-16,-1 3 0 0,0 1 0 0,-3 1 128 0,1 1-96 0,-1 3-32 15,-4-1 0-15,0 2 0 0,-1 1 0 0,0 0 0 16,-3-2 0-16,-3 2 0 15,1 0 0-15,-1-2 0 0,-1-2 0 0,0-1 0 0,-1 1-320 16,0-2-64-16,-1-1-16 0,2-2 0 16,-4-6-2608-16,5 5-512 0</inkml:trace>
  <inkml:trace contextRef="#ctx0" brushRef="#br0" timeOffset="50667">21785 10879 51375 0,'-13'4'2272'0,"8"-2"480"0,5-2-2208 0,0 0-544 0,0 0 0 0,0 0 0 16,0 0 1200-16,0 0 128 0,0 0 16 0,4 7 16 16,4-3-672-16,2 0-144 0,3-2-32 0,4 1 0 15,3 1-320-15,2-2-192 0,3 0 192 0,-1-1-192 16,1 2 128-16,0-2-128 0,-2-1 0 0,-1 1 0 0,-5 2 128 0,0-1-128 15,-2 2 0-15,-2-1 0 0,-4 1 0 16,-1 2 160-16,-2-2-160 0,-2 2 128 16,-3 0-128-16,-1 2 0 0,-4 1 0 0,-2 1 0 0,-4 3 0 0,-2 0 0 15,-1 1 128-15,-2 0-80 16,-2 0-48-16,1 1 0 0,-1-1 0 0,0 0 0 0,1 1 0 16,-1 2 0-16,3-2 0 0,3-1 0 0,5-2 0 0,2 0 0 15,3-4 0-15,1 0 0 0,6-1 0 0,1 0 0 16,0-4 0-16,4 0 0 0,-1-3 0 0,3 0 0 15,3-2 0-15,3-2 0 16,5-1-336-16,1-2-64 16,0-2-16-16,1 0 0 0,1-3-1296 0,4-3-256 0,4-5-48 15,5-2-13792-15,3-4-2768 0</inkml:trace>
  <inkml:trace contextRef="#ctx0" brushRef="#br0" timeOffset="51005.66">22309 9823 47279 0,'0'0'2096'0,"0"0"432"0,-6-2-2016 0,6 2-512 15,0 0 0-15,0 0 0 0,0 0 1360 0,0 0 176 16,4 7 48-16,2 0 0 0,5 2-496 0,3 2-112 0,3 5-16 0,4 0 0 16,2 5-480-16,5 1-96 0,2 5-32 0,1-1 0 15,0 4-128-15,11 9-32 0,-7-6 0 0,-1 1 0 16,-1 0-192-16,-1 2 144 0,-1 2-144 0,1 4 128 15,-1 1-128-15,-1 2 0 0,-3 5 144 16,-1 1-144-16,-3 2 0 0,-4-1 144 0,-3-1-144 0,-4-1 144 16,-3-1-144-16,-3-2 0 0,-5-1 0 0,-3-1 0 15,-5 2 0-15,-3-4 0 0,-2-2 0 16,-2 1 0-16,-6 7 0 0,-2-3 0 16,-4-5 0-16,-1-8 0 0,2 0 0 0,0-5 0 0,2-3 0 15,0-3 0-15,5-6 0 0,1-3 0 0,-1 0 0 0,1-3 0 0,0 1 0 0,0-3 0 16,3-1 0-16,0-1 0 15,0-2-544-15,4-1-96 0,4 4-32 16</inkml:trace>
  <inkml:trace contextRef="#ctx0" brushRef="#br0" timeOffset="53509.71">19587 11714 42671 0,'0'0'1888'0,"0"0"400"16,-3-3-1840-16,1-5-448 0,1 1 0 0,1 7 0 0,0 0 1152 0,0 0 144 16,0 0 32-16,0 0 0 0,0 0 96 0,0 0 32 15,0 0 0-15,2 15 0 0,1 0-768 0,-2 6-160 16,2 3-16-16,-2 2-16 0,0-2-192 0,1 4-48 0,-2 0 0 16,1 1 0-16,1-3 32 0,1 0 0 0,0-1 0 0,1-3 0 15,0-2-160-15,1-2-128 0,0-4 192 16,0-2-192-16,0-3 160 0,1-2-160 0,-1-2 128 0,0-1-128 15,-5-4 128-15,8 2-128 0,-8-2 0 0,9-1 128 16,-1-1-128-16,0-2 128 0,-1-2-128 0,3 1 128 16,0-1-128-16,2-1 0 15,1-3 0-15,2 1 0 0,2 0 0 0,4 1 0 0,3-3 0 16,3 2 128-16,4 0-128 0,3-1 0 0,3-1 0 0,3 1 0 16,6-1 0-16,6 2 0 0,7-3 0 0,6 3 0 0,3 4 0 15,2 1 0-15,2-2-192 0,5-1 192 0,3 3-128 16,4 2 128-16,5 3 0 0,-5-1 0 15,-3-1 0-15,1 1 0 0,2 1 0 0,-1 2 0 0,-1 0 0 0,-4 3 0 16,-2-5 0-16,-4 4 0 0,-4-2 0 0,-3 1 0 16,-4 0 0-16,-4 1 0 0,-4 0 0 0,-8 0 0 15,-2 0-144-15,-5 1 144 0,-7-2 0 0,-5-1 0 16,-5 1 0-16,-4 0 0 0,-4-1 0 16,-4 0 0-16,-9-3 0 0,0 0 0 0,0 0 0 0,8 2 144 15,-8-2-144-15,0 0 128 0,0 0 0 0,0 0-128 16,0 0 192-16,0 0-64 0,7 3-128 0,-7-3 128 15,0 0-128-15,0 0 128 0,0 0-128 0,0 0 0 16,0 0 0-16,8-2 128 0,-8 2-128 0,6-3 0 16,-2-3 0-16,1 0 128 0,-1-1-128 0,-1-1 0 0,-1 1 0 15,0-1 0-15,-1-3 0 0,-1 0 128 16,0-1-128-16,0-2 0 0,-1-2 0 0,-1 0 0 16,0 1 0-16,-1-2 0 0,-1 1 0 0,0-1 0 0,0-2 0 0,0 2 0 15,1 2 0-15,-3 4 0 0,4 0 0 16,-1 1 0-16,0 1-224 0,2 2 32 0,1 1 0 15,0 6 0 1,7-4-2048-16,3-3-384 0,6 4-96 0</inkml:trace>
  <inkml:trace contextRef="#ctx0" brushRef="#br0" timeOffset="54004.75">19382 12594 49119 0,'-13'-6'2176'0,"8"3"448"0,-1-2-2096 0,2 1-528 0,4 4 0 0,0 0 0 15,0 0 576-15,0 0 16 0,0 0 0 0,0 7 0 16,0 4 144-16,1 6 32 0,0 4 0 0,-1 5 0 16,3 6-480-16,0 2-96 0,-2 1 0 0,-2 0-16 15,1-1-176-15,-2-2 160 0,1-2-160 0,0-2 160 31,-1-3-464-31,2-3-80 0,-1-4-32 0,1-2 0 0,0-5-2080 0,1 0-432 0,2-2-80 16</inkml:trace>
  <inkml:trace contextRef="#ctx0" brushRef="#br0" timeOffset="54150.51">19453 12390 33167 0,'0'0'2944'0,"-4"0"-2352"16,4 0-464-16,-5 2-128 0,-1 2 1920 0,0 3 352 15,1-1 80-15,1 5 16 16,0-1-3072-16,3 3-592 0,2 7-128 0,1-2-15664 0</inkml:trace>
  <inkml:trace contextRef="#ctx0" brushRef="#br0" timeOffset="57051.42">19521 12717 11967 0,'0'0'528'0,"0"0"112"0,-2 9-512 0,1 3-128 0,-2-3 0 0,1 3 0 0,0 1 6944 0,1 1 1360 0,0 0 272 16,0 3 48-16,-2 2-5088 0,2-1-1008 0,-1 1-208 0,1 1-32 15,-2 0-832-15,-1-2-176 0,3-1-16 0,0 0-16 16,0-2-672-16,-1-2-128 0,1 0-16 0,0-5-16 16,1-8-240-16,0 0-48 0,0 0-128 15,0 0 192-15,0 0-192 0,0 0 0 0,0 0 0 0,0 0 0 16,0 0 0-16,0 0 0 0,6-5 0 0,1-1 0 16,-1-4-160-16,1-3 32 0,1-1 0 0,1-2 0 15,4-1-48-15,0-5 0 0,0-2 0 0,1-3 0 0,0-5 32 16,3 2 0-16,0 1 0 0,0 4 0 15,0 1 144-15,-2 5-192 0,-1 2 192 0,-1 6-192 0,-3 3 192 0,0 1 0 16,-10 7 0-16,0 0-128 0,7 4 128 0,-1 3 0 16,-4 2 0-16,-1 4 0 0,1 4 0 0,-2 4 176 15,0 4-48 1,-2 2 0-16,2-1-128 0,2 1 0 0,-1-1 0 0,2-1 128 16,2-1-128-16,3-2 0 0,2-1 0 0,3-2 0 0,3-2-240 0,2-2-16 15,2-4-16-15,2-3 0 16,4-3-304-16,0-2-48 15,-1-4-16-15,0-2 0 0,-1-3 112 0,1-1 16 0,0-2 0 16,0 0 0-16,-3-2 240 0,0 0 48 0,-1-4 16 16,-2 1 0-16,0-2 80 0,-2-1 128 0,-4-1-208 0,-2-2 80 0,-2-2 128 0,-2 0 0 15,-3-1 0-15,-3 2 0 0,-1 1 208 0,-2 3 32 16,-5 3 0-16,-2 2 0 0,-3 4 144 0,-2 5 16 0,-3 3 16 0,-4 3 0 16,-4 7 48-16,-1 1 16 15,-1 6 0-15,2 3 0 0,-1 2-304 0,1 1-176 16,0 0 192-16,3-3-192 0,5 1 128 0,3-2-128 15,4-4 0-15,3 0 0 0,2-4 0 16,4 0 0-16,3-3-208 0,5-2 80 16,2-1-304-16,2-2-48 0,4-3-16 0,0-3 0 15,2-2 32-15,2-1 0 0,0-2 0 0,2-3 0 0,0-3 256 0,2-2 48 0,2-1 16 0,1-2 0 16,-2-5 144-16,2 0 0 0,0-4-144 16,-1-2 144-16,-1-1 0 0,0-2 0 0,-2-1 0 0,0 1 0 15,-1-1 0-15,-3 2 0 0,-2 4 192 0,-3 3-64 0,-3 5 112 16,-2 3 16-16,-1 6 0 0,-5 3 0 15,-2 1 304-15,0 7 64 0,0 0 16 0,-7 4 0 16,-4 5 112-16,-1 3 16 0,1 6 16 0,-2 2 0 0,-2 5-576 16,1 3-208-16,0 0 144 0,2 2-144 0,1 2 128 15,2 1-128-15,3-1 128 0,2 0-128 16,3-5 0-16,3-1 0 0,3-2 0 0,3-2 0 0,3-3 0 0,0-3 0 16,2-3-224-16,2-2 80 0,0-1-144 0,2-4-32 15,2 1 0-15,-2-6 0 0,0-2 80 0,1-2 16 16,0-1 0-16,-1-1 0 15,-3-4 96-15,1-1 128 0,-1-2-208 0,-1-1 80 0,0-5 128 0,1-1 0 16,-2-4 0-16,0 1 0 0,0 1 0 0,-1-1 0 16,0 1 0-16,-2 4 128 0,0 1-128 0,-5 6 0 15,-3-1 128-15,-1 11-128 0,0 0 256 0,0 0 0 16,-8 4-16-16,-1 0 0 0,0 5 64 0,0 4 16 16,-3 4 0-16,2 4 0 0,1 3-160 0,1-1-32 15,1 2 0-15,1-4 0 0,2 0-128 0,1-2 0 16,3-1 0-16,2-2-176 0,0-2 32 0,3-3 0 15,3-2 0-15,1-2 0 16,1-2-224-16,3-3-32 0,2-2-16 0,2-1 0 0,0-2 96 0,1-4 32 0,1-1 0 16,-1-3 0-16,1 1 288 0,1-4-192 0,-2-1 192 15,1 1-160-15,-3-4 160 0,1 1 0 0,-1-2 0 0,-2 3 0 16,1-1 0-16,-4 2 144 0,-1 3-144 0,-3 3 160 16,-1 3 32-16,-6 6 16 0,0 0 0 0,0 0 0 15,0 0 544-15,0 9 96 0,-3 4 32 0,-1 5 0 16,-2 4-880-16,-1-1-128 0,1 3-64 15,-1-1 0-15,2 1 192 0,1 0 224 0,1-3-48 0,2 1-16 16,0 1-160-16,2-2 0 0,0-2 0 0,2-1 0 0,0-1 0 16,0-1 0-16,1-3 0 0,0-1 0 0,0-3-128 15,1-3-16-15,-5-6 0 0,0 0 0 0,0 0-48 16,0 0-16-16,0 0 0 0,0 0 0 0,7-5 0 16,-2-3 0-16,-1-2 0 0,1-3 0 0,0-2 16 15,2-4 0-15,-1-2 0 0,2-1 0 0,0-4-112 0,3-2-16 16,-2-2 0-16,0 0 0 0,0 0-32 0,3 1-16 15,-1 0 0-15,2 1 0 0,0 4 176 0,2-1 48 16,-1 1 0-16,2 5 0 0,-3 1-48 0,0 3-16 16,0 5 0-16,-1 2 0 0,-2 4-48 0,-1 3-16 15,-9 1 0-15,9 2 0 0,-1 2 272 0,-1 3 0 16,-2 1 0-16,-1 1 0 0,-2 1 0 0,0 1 144 16,-2 0 16-16,0-1 0 0,0 0 32 0,-2 0 16 15,1 3 0-15,-1-1 0 0,-1 1-208 0,2-1 144 16,1 0-144-16,-2-1 128 0,0 2-128 15,0-3 0-15,1-1 0 0,1 0 128 0,0 0-128 0,1-3 0 0,-1-6 0 16,0 0 128-16,0 0-128 0,7 4 0 16,1-1 144-16,1-2-144 0,0-5 0 0,0 0 0 0,4-2 0 15,1-3 128-15,3-3-128 0,3-1 0 0,-2-3 0 0,3 1 0 16,0-4 0-16,-1 3 0 16,-1 0 0-16,-1-2 0 0,-2 1 0 0,-2 2 0 0,-2 0 0 15,-2 2 128-15,-2 2-128 0,-2 3 176 0,-6 8-176 16,0 0 192-16,0 0 240 0,-8 0 48 0,-3 4 16 15,-2 3 0-15,1 2 16 0,-1 4 16 0,-1 3 0 16,1 2 0-16,0 0-112 0,1 2-32 0,2-1 0 0,2 0 0 16,2-3-576-16,0 1-128 0,5-5-32 15,4 1 0-15,1-4-384 0,3 0-80 16,4-3-16-16,1-2 0 0,3-3 128 16,2-2 0-16,1-2 16 0,2-4 0 0,2-2-176 0,-1-1-32 0,-2-3-16 15,0 0 0-15,0-3-192 0,0-1-48 16,-2-2 0-16,-1 0 0 0,-1-1 768 0,-2 0 128 15,-1 0 48-15,-1 2 0 0,0 1 208 0,-2 3 0 0,0 1 0 0,0 2 0 0,-2 4 192 0,-2 1 144 16,-5 6 32-16,0 0 0 0,0 0 528 0,2 7 128 16,0 3 0-16,-2 1 16 0,0 3 224 0,-3 2 32 15,-1 1 16-15,0 0 0 0,0 1-416 16,0 1-64-16,1 1-32 0,0-2 0 0,0-1-352 16,2 0-80-16,0-2-16 0,1-2 0 15,1-3-208-15,2 0-144 0,-1-3 192 0,-2-7-192 0,5 4 0 0,2 0 0 16,-7-4 0-16,9 1 0 0,-9-1 0 0,12-3-224 15,0 0 64-15,-1-3 16 0,0 0-32 0,-2-3 0 16,0-2 0-16,0 0 0 0,0-3 16 0,2-1 0 0,0-2 0 0,2 0 0 16,1-1-32-16,0-2-16 0,0 2 0 0,-2-3 0 15,1 3 48-15,-1 1 16 0,-2 1 0 0,-1 4 0 16,-1 5-48-16,-3 1 0 0,-5 6 0 0,0 0 0 16,0 0 192-16,0 0-128 0,0 0 128 0,-2 11-128 15,-1-3 336-15,0 3 80 0,1 0 16 0,-1 2 0 16,-1 0-144-16,2 3-32 0,0-1 0 0,2 2 0 0,0 1-128 15,4-2 0-15,2 0 144 0,3-2-144 0,1 0 0 16,3-1 0-16,3 0 0 0,2-3 0 0,2-4-224 0,2-1 32 16,-1-1 16-16,1-1 0 0,1-1-176 15,-2-2-32-15,-1-3-16 0,-3 0 0 0,0-1 64 0,-3 0 16 16,0-1 0-16,-1-2 0 0,-1 0 320 16,-2-3 0-16,1 0 0 0,-3 1 0 0,-2-4 0 0,1 0 0 15,2 0 0-15,-3 1 0 0,1-1 0 0,-1 0 0 16,0 0 0-16,-1 0 128 0,-3 1-128 0,-2 2 0 15,0-1 0-15,-1 2 0 0,-1 0 0 0,-2 2 128 16,-3 5-128-16,-1-2 128 0,0 3-128 0,-1 1 160 16,0 1-160-16,-1 3 160 0,-2 0-32 0,2 4 0 15,-3 1 0-15,1 1 0 16,1 2-128-16,0 1 0 0,-2 0 144 0,1 1-144 0,1-1 0 0,5 2 0 16,-1-2 0-16,4 0 0 0,0-2 0 0,3 1 0 15,3-1 0-15,3-2 0 0,1-3-192 0,2-2-16 0,1-1 0 0,2-3 0 31,0-3-368-31,2-1-80 0,2-4-16 16,-1-1 0-16,1-1-96 0,1-3 0 16,0-4-16-16,0 4 0 0,-2-4 400 0,1-1 64 15,2-2 32-15,-1-2 0 0,-1-1 288 0,1-2 0 0,0-1 0 0,-2 0 0 0,0-2 144 0,-2 1-16 0,0-1 0 0,0 2 0 16,-1 2 96-16,-2 1 16 0,-1 5 0 0,-2 4 0 16,-2 2 368-16,-3 4 80 0,-2 8 16 0,0 0 0 15,-5-4 352-15,-1 8 80 0,-2 2 16 16,-1 3 0-16,-4 2-512 0,0 5-112 15,0 2-16-15,-2 2 0 0,1 3-272 0,1 2-64 0,0 2-16 0,2 1 0 16,4-1-32-16,1-1-128 0,4 0 192 0,4-1-64 0,4 0-128 0,1-4 0 16,7-2 0-16,0-2 0 0,3-1 0 15,1-6 0-15,2-1-160 0,0-2 160 0,3-3-208 16,-1-4 48-16,0-4 16 0,0 0 0 0,-4-2-64 16,2-4-16-16,-3-1 0 0,1-1 0 0,-1 0 224 0,-1-2-144 15,-1-3 144-15,0 0-128 0,-4-1 128 0,1-1 0 16,-1 1 0-16,-4 0-128 0,1 4 128 0,-3 3 0 15,-3 2 0-15,-2 4 0 0,-3-2 0 0,-3 5 144 16,-2 2 0-16,-1 2 0 0,0 5 240 16,-3-2 64-16,-2 4 0 0,-1 3 0 0,1 1-192 15,1 1-16-15,0 1-16 0,1 0 0 0,0 0-224 16,3-1 144-16,3 2-144 0,0-2 128 0,4 0-128 0,3 1 0 16,0-2 0-16,5-2 0 0,0 0-176 0,5-3 48 0,2-2 0 15,1 1 0-15,0-5 128 0,1 1-160 16,-1-6 160-16,3 1-160 0,-1-4-160 0,1 0-16 0,-1-3-16 0,1 0 0 15,2-2 224-15,-4 0 128 0,0-1-160 16,-2-1 160-16,-2-2 0 0,0 2 0 0,-1 0 0 0,1 3 0 16,-3 2 0-16,-2 2 0 0,-6 6 0 15,0 0 0-15,0 0 256 0,0 0 32 0,0 0 16 0,0 0 0 16,0 10 64-16,-3 4 16 0,1-2 0 0,-1 2 0 16,-1 1-160-16,0 0-32 0,-1 2 0 0,1-2 0 15,2-1-48-15,2 0-16 0,0-2 0 0,1 0 0 16,3-3-128-16,1-1 0 0,0-3-192 0,2-1 192 15,1-3-144-15,0-1 144 0,1-1 0 0,0-2 0 16,1-1-320-16,1-1 64 0,-2 0 0 0,0-4 0 0,1-3 96 16,2 0 32-16,-3-2 0 0,3 0 0 0,1-1 128 15,0-4-208-15,-1-1 80 0,2-1 128 0,2-1-272 16,1 1 64-16,-4-2 16 0,1 3 0 0,-1 0-16 0,1 4 0 16,-2 0 0-16,-3 6 0 0,-4 2-48 0,-5 8-16 15,0 0 0-15,0 0 0 0,0 0 272 0,0 0 0 16,-5 6 176-16,0 2-176 0,0 3 304 15,-2 0-48-15,-1 4-16 0,2 0 0 0,-1 1-240 0,4 2 176 16,-1-2-176-16,2 1 160 0,2 0-160 0,3-3 0 16,1 2 0-16,5-2 0 0,1 1 0 0,3-1-192 15,2-4 32-15,0 1 16 0,1-2-80 0,2-3-16 16,-1-3 0-16,2 1 0 0,-1-3 32 0,0-2 0 0,0-2 0 16,1-1 0-16,-1-5 208 0,-4 1-176 15,-2-1 176-15,1-1-160 0,-1-2 160 0,-1-2 0 16,0-2 160-16,2-2-160 0,0-2 192 0,1-3-48 0,2-2-16 15,-1 0 0-15,-1-3-128 0,0 0 0 0,0 0 144 0,2 0-144 16,-1 1 0-16,1 1 0 16,-2 2 0-16,-3 5 128 0,-3 3-128 0,-2 3 176 15,-2 5-176-15,-4 8 192 0,0 0 176 0,0 0 32 0,-6 3 16 16,-2 7 0-16,-1 3-80 0,0 4-16 16,-2 2 0-16,-1 3 0 0,-1 1-192 0,3 2-128 15,0 2 128-15,0-1-128 0,3 2 0 0,1-1 0 0,2-1 0 16,2-1 0-16,-1-2 0 0,2-2-192 0,0 0 64 15,1-1 0-15,0-2-880 16,0-1-160-16,-2-3-48 0,1-2 0 0,-2-3-752 0,1-1-144 16,-1-2-48-16,3-6 0 0,0 0-1808 0,0 0-384 0</inkml:trace>
  <inkml:trace contextRef="#ctx0" brushRef="#br0" timeOffset="57207.59">23274 12426 30399 0,'0'0'2704'0,"-5"0"-2160"0,0-2-544 0,5 2 0 0,0 0 5024 0,0 0 896 16,0 0 176-16,0 0 48 0,0 0-4448 0,10 2-880 16,3 1-176-16,4 1-48 0,3-4-160 0,4 1-48 15,5 0 0-15,6 1 0 0,3-1-240 0,4-1-144 16,2-3 160-16,3 2-160 16,-7 0-320-16,3-2-176 0,2-1-16 0,2 0-24000 0</inkml:trace>
  <inkml:trace contextRef="#ctx0" brushRef="#br0" timeOffset="57637.9">19617 13606 43311 0,'0'0'3840'0,"-8"5"-3072"15,-1-1-608-15,1 4-160 0,2 3 2448 0,-2 2 464 16,-4 2 96-16,-1 6 0 0,-2 5-1984 0,-1 3-416 16,-1 3-80-16,0 2-16 0,1 2-144 0,-1-1-48 15,0-1 0-15,0-2 0 0,3-3-320 0,0-2 0 16,1-3 0-16,2-5 128 15,2 0-704-15,4-4-144 0,0-3-32 0,3-2 0 16,6-2-3504-16,0-4-704 0</inkml:trace>
  <inkml:trace contextRef="#ctx0" brushRef="#br0" timeOffset="58073.13">19634 13490 36575 0,'0'0'1616'0,"0"0"336"0,0 0-1568 0,0 0-384 0,0 0 0 0,0 0 0 15,0 0 992-15,0 0 112 0,0 0 32 0,4 9 0 16,0 2 208-16,0-1 32 0,-2 1 16 0,0 0 0 16,-1 4-304-16,0 2-64 0,1 2-16 0,-2 2 0 15,-2 2 80-15,0 4 0 0,-2 1 16 0,-1 2 0 0,-1 0-368 0,1 1-80 16,-1-1-16-16,-1 2 0 0,-1-5-288 0,2-1-64 16,0-4-16-16,3-1 0 0,-1-4-96 0,1-1-32 15,0-4 0-15,1-3 0 16,-1-3-144-16,3-6 0 0,0 0 0 15,0 0 0-15,0 0 0 0,0 0 0 0,0 0 0 0,0 0-176 0,0 0 0 0,0 0 0 16,3-9 0-16,1-1 0 0,1-3-16 0,3-4-16 16,2-3 0-16,2-3 0 15,1-3-48-15,1-2 0 0,2 0 0 0,1-1 0 0,1 0 80 0,2 3 16 16,1 0 0-16,-2 4 0 0,-1 2 160 16,-1 6 0-16,-2 2-144 0,-2 6 144 0,-3-1 0 0,-2 7 0 15,-8 0 0-15,5 4 0 0,0 5 368 0,-3 2-16 16,-2 6 0-16,-2 3 0 0,-2 5 32 0,-1 1 0 15,-1 4 0-15,-1 2 0 0,-1-1-384 0,1-1 0 16,0-1 0-16,1-3 0 0,0-3 0 0,2-2 0 16,2-3 0-16,1-1 0 15,2-1-1168-15,1-3-304 0,2-4-64 0,4-3-16 16,3 0-1456-16,2-5-304 0,1-4-48 0,4-2-9728 0,6-3-1952 16</inkml:trace>
  <inkml:trace contextRef="#ctx0" brushRef="#br0" timeOffset="58244.88">20145 13596 27759 0,'14'-39'1216'0,"-7"20"272"0,-1-1-1184 0,2 0-304 0,0 0 0 0,-1 5 0 16,-2 6 3168-16,-1 0 576 0,-4 9 112 0,0 0 32 16,0 0-720-16,0 0-144 0,0 0-16 0,-3 9-16 15,-1 4-1456-15,-1 4-304 16,0 1-48-16,-2 4-16 0,1 4-784 0,-2 1-144 0,1 3-48 0,1 2 0 0,2-1-192 0,-1 0 0 16,1-1 0-16,0 2 0 15,1 0-544-15,2-2-160 0,0-2-16 0,-1 0-16 31,1-3-1328-31,1 0-272 0,0-2-48 0,0-2-12400 0,1-3-2496 0</inkml:trace>
  <inkml:trace contextRef="#ctx0" brushRef="#br0" timeOffset="58869.32">20025 13854 6447 0,'0'0'576'0,"-4"2"-576"0,4-2 0 0,0 0 0 0,0 0 9472 0,0 0 1792 16,0 0 368-16,0 0 64 0,7-3-8944 0,1-1-1776 15,3 0-352-15,5-5-80 0,1-2 192 0,5 1 32 16,3-1 16-16,3 0 0 0,1-2-496 0,2-2-96 16,1 2-32-16,-1-1 0 0,0 2-160 0,-2 2 0 15,-3-2 0-15,-2 3 128 0,-6 2-128 0,-3 5 0 16,-4 2 0-16,-3 1 0 0,-4 6 0 0,-4 3 0 16,-4 4 0-16,-3 7 0 0,-2 5 0 0,-3 4 160 15,-2 3-32-15,-2-1-128 0,-1 0 304 0,2-2-48 0,-1-2-16 0,4-3 0 16,2-3-112-16,2-2-128 0,2-2 176 0,2-2-176 15,2-3 0-15,4-3-352 0,2-2 48 0,1-3 16 32,4-1-416-32,1-4-64 0,2-4-32 0,2-2 0 15,2-2-768-15,1-1-160 0,-1-6-16 0,1 0-16 0,0-3 672 16,-2-1 144-16,1 0 32 0,-2-3 0 0,1-3 176 16,-2-1 32-16,0-4 16 0,0 2 0 0,1 2 688 0,-1 0 144 0,-1 0 32 0,-1 3 0 15,0 1 560-15,-1 5 112 0,-1 5 32 0,-2 4 0 16,-3 1 336-16,-4 7 80 0,0 0 16 0,0 0 0 15,0 8 96-15,-1 4 32 0,-2 1 0 16,0 3 0-16,-1 2-592 0,1 3-112 0,-3 1-32 16,1 3 0-16,0 1-432 0,0-1-80 0,-1-3-32 0,1-1 0 0,1-3 64 0,2-1 16 15,-1-3 0-15,2-2 0 0,0-3-240 0,1-1 0 16,0-8 128-16,0 0-128 0,0 0 0 0,0 0 0 16,0 0 0-16,0 0 0 0,0 0 0 0,6-1 0 15,2-5 0-15,0 0-160 0,0-3-80 0,2-2-16 16,3-4 0-16,1-2 0 0,1-3 256 0,0-1 0 15,5-5 0-15,1 3-144 0,1-1 0 0,-1 2 0 16,0 1 0-16,-2 2 0 0,-1 4 144 0,-3 6-128 16,-4 0 128-16,-1 5-128 0,-3 4 128 0,-7 0 0 15,6 7 0-15,-2 3 0 0,-2 4 256 0,1 5 0 0,-3-1-16 0,0 2 0 16,-2 0-240-16,4 1 0 0,0-3 0 16,2 1 0-16,2-2 0 0,1-2 0 15,2-2 0-15,3-2 0 16,3-1-400-16,1-3-176 0,5-5-48 0,2-2 0 15,0-2-1760-15,2-3-368 0,1-1-64 0,0-3-18416 0</inkml:trace>
  <inkml:trace contextRef="#ctx0" brushRef="#br0" timeOffset="59243.15">21414 13626 30575 0,'0'0'1344'0,"3"-7"304"0,-1-1-1328 0,-1 3-320 0,-1 5 0 0,0 0 0 0,-4-6 3440 0,-1 3 608 16,-3 2 128-16,-1 2 32 0,-3 2-1536 0,-2-2-304 15,0 4-64-15,-1-1-16 0,-2 3-1264 0,0 2-240 16,-2 1-48-16,1 3-16 0,1-1-400 0,-2 1-96 15,-2 0-16-15,3 0 0 0,3 0-208 0,3-1 128 16,0 0-128-16,3-2 0 0,1-1 128 0,2 0-128 16,0-1 0-16,4-1 0 0,2-1 0 0,2 1 0 15,2-1 0-15,2-1 0 0,1 1-176 0,4-1 32 16,2-1 0-16,0-2 0 0,0 0-48 0,1 0 0 16,3-2 0-16,1 0 0 0,-1 0 48 0,2 0 0 15,-2 0 0-15,0 0 0 0,0 0-16 0,-3 0 0 16,-2 2 0-16,-3 0 0 0,-1 2 160 0,-2 1 0 15,-6-5-144-15,0 0 144 0,0 0 0 0,-1 7 0 16,-3 1 160-16,-3 1-160 0,-2 4 320 0,-1-4-64 0,-2 0 0 16,-1-1 0-16,0 2-112 0,-1-2-16 15,-2-1-128-15,0-1 192 0,2-1-192 0,0 1 0 16,-1-1 0-16,2-4-160 0,0 2-112 0,1-1-32 16,3 0 0-16,9-2 0 15,-6-2-1328-15,6 2-272 0,0 0-48 0,0 0-16 16,4-10-1616-16,5-1-320 0,3 0-64 0,3-5 0 15,4-4-384-15,1 0-80 0,5-4-16 0</inkml:trace>
  <inkml:trace contextRef="#ctx0" brushRef="#br0" timeOffset="59394.57">21520 13614 25631 0,'15'-12'1136'0,"-9"10"224"0,1-2-1088 0,-7 4-272 0,0 0 0 0,0 0 0 15,0 0 4032-15,0 0 768 0,1 10 128 0,-1 3 48 16,-2 4-1712-16,-1 0-352 0,-1 5-64 0,-1 0-16 0,-3-2-1552 16,1 3-320-16,1 2-64 0,-1-1-16 0,2-3-560 0,0 1-128 15,0-4 0-15,2 0-16 0,1-2-304 0,0-2-64 16,1-1-16-16,2-6 0 15,-1-7-1488-15,0 0-288 0,0 0-64 0,7 5-16 16,2-4-2736-16,1-2-560 0</inkml:trace>
  <inkml:trace contextRef="#ctx0" brushRef="#br0" timeOffset="59706.44">21734 13507 50847 0,'0'0'1120'0,"0"0"224"0,0 0 64 0,0 0 16 0,0 0-1136 0,0 0-288 15,0 0 0-15,3 9 0 0,-1 2 832 0,1-4 128 16,-2 3 0-16,1 3 16 0,-2 0-32 0,0 1-16 16,0 2 0-16,1 3 0 0,0 5-592 0,-1-3-112 15,2 2-32-15,-4 0 0 0,0 1-64 0,-1 2 0 16,2-3-128-16,-1 1 192 0,0-2-192 0,-1-1 0 16,2-3 0-16,0-2 0 0,1-3 128 0,-2-3-128 15,5 1 0-15,-2-6 128 0,-1-5-128 0,0 0 0 16,0 0 0-16,0 0 0 0,0 0 0 0,0 0 0 0,0 0 0 0,8-3 0 15,-1-3-160-15,0-2 160 0,1-2-128 16,1-2 128-16,2-2-192 0,-1-3 64 16,3-3 0-16,2-2 0 0,0 0-112 0,4-6-16 15,0 0 0-15,1-1 0 16,-1 0-704-16,2 3-128 0,-1 0-48 0,-2 7 0 16,-3 2-1376-16,0 5-288 0,0 4-48 0,-3 4-11184 0,-3 4-2240 15</inkml:trace>
  <inkml:trace contextRef="#ctx0" brushRef="#br0" timeOffset="59975.71">22015 13720 7359 0,'-8'20'320'0,"5"-10"80"0,1 0-400 0,0 0 0 0,0 1 0 0,2-1 0 0,0 1 6832 0,0-5 1280 16,0-6 256-16,4 8 48 0,-4-8-5424 0,7 5-1088 16,1-1-224-16,1-4-32 0,3-2-496 0,2-1-112 15,1-1-16-15,0-1 0 0,1-3-320 0,1 0-80 16,-1-4-16-16,2 1 0 0,0-2-288 0,2 0-64 16,1-4-16-16,-1-2 0 0,-1-1-240 0,0-1 128 15,1 1-128-15,-3 1 0 0,-3 0 0 0,-5 5 0 16,-2 2 0-16,-5 4-160 0,-3 3 160 15,-4 3 0-15,-4 2 128 0,-4 4-128 16,-3 3 576-16,-2 5 64 0,-3 2 0 0,1 5 0 0,2 4-96 0,0-2-16 16,0 1 0-16,-1 3 0 0,0 0-80 0,4 1 0 0,4-1-16 15,3-2 0-15,1-1-256 0,3-1-48 16,3-3-128-16,2 1 192 16,5-4-608-16,1 0-128 0,3-4-32 0,0 0 0 15,3-2-976-15,1-1-208 0,3-3-32 0,3 0-13296 16,1-1-2640-16</inkml:trace>
  <inkml:trace contextRef="#ctx0" brushRef="#br0" timeOffset="60126.18">22646 14012 22111 0,'0'0'976'0,"0"0"208"0,0 0-944 0,0 0-240 0,0 0 0 0,0 0 0 0,0 0 3408 0,0 0 640 16,0 0 128-16,0 0 32 15,0 0-3904-15,9 5-784 0,-1 0-160 0</inkml:trace>
  <inkml:trace contextRef="#ctx0" brushRef="#br0" timeOffset="75036.5">1804 15937 24879 0,'0'0'2208'0,"0"0"-1760"15,-9 7-448-15,9-7 0 0,-4 5 3120 0,4-5 528 16,0 0 128-16,-2 6 0 0,2-6-1664 0,0 0-320 0,0 7-80 0,0-7-16 16,0 0-176-16,0 0-48 0,0 0 0 0,0 0 0 15,0 0-496-15,0 0-96 0,0 0-32 0,0 0 0 16,0 0-16-16,0 0 0 0,0 0 0 0,0 0 0 16,0 0-256-16,5-8-64 0,-2 0-16 0,-1-5 0 15,-1 0-240-15,-1-2-64 0,-1-2 0 0,0-3 0 0,0-3-192 0,-1-5 144 16,2-2-144-16,0-6 128 0,0-3-128 15,0-2 0-15,-1-2 0 0,1-5 0 0,1-4 0 0,2-4 0 16,1-5 0-16,1-1 0 16,0 1 0-16,0 6-176 0,-1 6 48 0,0 7 0 0,0 9 128 0,-1 9-128 15,-2 5 128-15,0 8-128 0,1-1 128 0,-1 7 0 16,-1 5 0-16,0 0-128 0,4 13 128 0,1 8-128 16,0 7 128-16,3 10-128 0,1 9 128 0,6 5 0 15,3 2 0-15,1 2 0 0,2 0 0 0,4-2 0 16,4 1 0-16,1-5 0 0,1-2 0 0,2-2 0 15,0-3 128-15,0-4-128 0,0-5 0 0,-1-6 128 0,-2-4-128 0,-1-5 0 16,-3-6 128-16,-3-1-128 16,0-5 128-16,-4-2-128 0,-2-5 0 0,-1 0 0 0,-3-5 0 0,-1-2 0 15,-2-1 0-15,-2-3 0 0,-2-5 128 0,0-5-128 16,-3-4 128-16,-3-1-128 16,-1-4 128-16,-1-4-128 0,-1-3 0 0,-1-5 144 0,-1-4-144 0,0-3 0 15,-2-5 0-15,1-3 0 0,-1-4 0 16,-3-22 0-1,-2 16-528-15,1 4-16 0,1 11 0 0,0 9 0 16,0 12-784-16,3 5-144 0,1 9-48 0,2 6 0 16,4 11-2384-16,0 0-496 0,-2 17-80 0,1 9-32 15,1 7-112-15,1 3-32 0</inkml:trace>
  <inkml:trace contextRef="#ctx0" brushRef="#br0" timeOffset="75342.67">2601 15589 12495 0,'16'4'544'0,"-7"-1"128"0,2-3-544 0,2-2-128 0,-1 0 0 0,0-2 0 0,-2 1 2064 0,-1-2 384 15,-2-2 80-15,-2 0 16 0,0-1 944 0,-1 1 192 16,-4 7 32-16,0 0 16 16,-4-7-384-16,1 1-80 0,3 6 0 0,-8-1-16 0,-4 2-1072 0,0 3-192 15,0 3-64-15,1 2 0 0,-2 3-1056 0,-2 3-224 16,1 5-32-16,1-2-16 0,1 0-272 0,2 1-48 16,-1 1-16-16,4 1 0 0,1-1-256 0,2-2 128 15,3 0-128-15,4-3 0 0,2-2 0 16,3-4 0-16,1 0 0 0,1-3 0 0,2 0-128 0,2-4-96 15,1-2-16-15,7-2 0 16,-1-4-192-16,-2-1-32 0,0-4-16 16,-4-1 0-16,-3 1 32 0,-2 0 16 0,0-2 0 0,-5 3 0 15,-3-2 176-15,1-1 16 0,-2-1 16 0,-1-2 0 0,-1-1-128 0,0 3-32 16,-2-3 0-16,-2-5 0 16,-3 2-864-16,0 3-176 0,-1 3-48 0,4 1 0 15,1 1-1168-15,0 2-240 0,4 10-64 0</inkml:trace>
  <inkml:trace contextRef="#ctx0" brushRef="#br0" timeOffset="75574.52">3006 15171 33167 0,'0'0'2944'0,"-6"0"-2352"0,-1 1-464 0,1 4-128 15,-1 2 3120-15,-1 2 592 0,5 1 128 0,-3 3 32 16,0 4-2224-16,1 3-448 0,-1 3-96 0,1 5-16 15,4 3-480-15,0 2-96 0,-1-2-32 0,4 0 0 16,1 0-480-16,3 1 128 0,0 0-128 0,1-2 0 0,1-2 0 0,-1 0 0 16,3 0 0-16,3 7-160 15,-2-6-896-15,1-5-176 0,-3 0-48 0,-1-7 0 16,-2-2-1328-16,0-3-272 0,-6-12-48 0,0 0-15440 0</inkml:trace>
  <inkml:trace contextRef="#ctx0" brushRef="#br0" timeOffset="75726.23">2740 15605 23951 0,'0'0'1056'0,"0"0"224"0,0 0-1024 0,0 0-256 0,0 0 0 0,0 0 0 0,12-4 4416 0,1 1 816 0,3-2 160 0,7 1 48 16,6 0-4400-16,6 0-864 0,4-1-176 0,23-1 0 31,-1 0-1536-31,0 4-256 0,-1-2-48 0,-18 1-9888 16,1-2-1984-16</inkml:trace>
  <inkml:trace contextRef="#ctx0" brushRef="#br0" timeOffset="75906.13">3712 15477 4607 0,'-13'-4'400'0,"7"4"-400"0,-1 0 0 0,0 3 0 16,7-3 10304-16,0 0 1984 0,-4 8 400 0,2 2 80 0,-1 2-9824 0,0 1-1984 15,1 1-384-15,0 2-64 0,2 3-112 0,2 0-16 16,0 3 0-16,1 0 0 0,-3-1-384 0,1 1 0 15,2 0 0-15,-1 4 0 16,2-4-992-16,2-2-176 0,-1-2-48 0,-3-5 0 16,-2-13-1584-16,0 0-320 0,4 11-64 0</inkml:trace>
  <inkml:trace contextRef="#ctx0" brushRef="#br0" timeOffset="77313.61">3674 15394 27647 0,'-4'-15'1216'0,"3"9"256"0,-2-1-1168 0,2-2-304 15,1 1 0-15,0 2 0 0,1 1 3200 0,-1 5 576 0,0 0 112 0,0 0 16 16,0 0-3200-16,0 0-704 16,8 0 0-16,2 2 0 15,-10-2-3424-15,13 8-608 0,2 4-112 0,-1-4-16 16,2 1 1280-16,-3-2 272 0,-5 1 48 0,-1 3 16 16,1-2 1200-16,-1 3 256 0,-2 1 32 0,-1-4 16 0,-2 0 4560 0,1 1 928 15,-3 2 176-15,0 1 48 0,0 0-496 0,0 0-80 0,0-1-32 0,0 1 0 16,3 3-1696-16,-1-3-352 15,2 0-64-15,0 0-16 0,0 0-912 0,0 0-192 0,1 0-48 0,2-4 0 16,-2 0-448-16,1-1-80 0,2-2-32 16,0 1 0-16,-8-7-224 0,8 4 176 0,-8-4-176 0,8 2 160 15,-8-2-160-15,0 0 160 0,7-2-160 0,-1-5 160 16,-6 7-160-16,5-6 160 0,-1-5-160 0,1 0 160 16,0-2-160-16,0-2-144 0,1 0 144 0,4-10-208 31,2 0-224-31,0 0-32 0,-3 0-16 0,0 2 0 0,0 2-160 0,-1 4-16 15,-2 4-16-15,0 7 0 0,-6 6 256 0,0 0 48 0,0 0 16 0,0 0 0 0,0 0 352 16,0 0 0-16,3 9 0 0,0 4 128 0,-2 4 128 0,1 1 0 16,-1 0 16-16,0 2 0 0,2 1-128 0,-1 2-16 15,2 2-128-15,3 0 192 0,1 1-192 0,2-3 0 16,2 1 0-16,2-2 0 0,2-1 0 0,1-6-208 16,2 0 16-16,9 2 0 15,-6-7-448-15,1-3-64 0,1-5-32 0,-1-3 0 16,-1-2 112-16,-1-2 32 0,0-3 0 0,-1-2 0 0,-3-3 336 0,0-2 80 15,0 0 16-15,-2-5 0 0,0-1 160 0,-1-1-160 16,0-4 160-16,-1 1-160 16,-1 1-400-16,0-1-80 0,-3-1 0 15,-4 1-16-15,-2 2-496 0,-3 3-80 0,-4 3-32 16,-1 4 0-16,-3 3 688 0,-1 3 128 0,-2 3 16 0,1 3 16 0,-2 1 1024 16,0 4 208-16,-1 2 32 0,0 5 16 0,-1-1-128 15,1 4-32-15,0 2 0 0,0 2 0 0,0 3-96 0,1-4-32 0,2 0 0 0,0 1 0 16,4 2-256-16,3-2-64 0,2-3-16 0,1-1 0 15,1-1-240-15,3-1 144 0,1-1-144 16,2-3 128-16,2-3-256 0,3-1-64 0,0-2-16 0,1-4 0 16,-2 0 16-16,2-5 0 0,2-2 0 0,0-3 0 15,1-1 192-15,1-4 128 0,0-1 0 0,-1 0-128 0,-1-2 224 16,1-2-64-16,-2-4-16 0,2-3 0 16,1-3-16-16,0-2 0 0,0-3 0 0,1-2 0 0,0-2-256 15,-1-2-64-15,3-1-16 0,1 3 0 16,-1 0-176-16,-1 7-48 0,-5 4 0 0,-4 10 0 0,-4 4 208 0,-5 7 32 15,-1 9 16-15,0 0 0 0,0 0 768 0,0 0 160 16,-8 8 16-16,-2 3 16 0,-3 6-144 0,-2 4-48 16,0 3 0-16,-1 6 0 15,0 6 80-15,1-3 16 0,-1 2 0 0,3 1 0 16,1 2-240-16,4-1-32 0,2-2-16 0,1 11 0 0,2-7-272 0,7-8-128 16,4-2 0-16,2-3 128 0,5-7-128 0,-1 0 0 15,3-6-192-15,2-2 192 16,2 0-464-16,0-5 16 15,-1-3 16-15,-1-3 0 0,0-3-16 0,-2 1 0 0,-2-2 0 0,1-3 0 16,-2-6 320-16,0-1 128 0,2-2-128 16,-3-1 128-16,-1-5 0 0,-2 1 0 0,-1-7 0 0,1 0 0 0,-1 1-192 0,0-1-128 0,-4 1 0 15,0 6-16 1,-3 3-576-16,-4 6-112 0,-2 6-32 0,4 6 0 0,-11-3 1056 0,-2 7 192 16,-4 4 64-16,0 6 0 0,-2-1 592 0,1 4 128 15,1 3 32-15,2-2 0 0,3 3-240 0,1 1-64 16,5 0 0-16,2-1 0 0,3 1-368 0,3-2-80 15,4-5 0-15,4 0-16 0,2-2-368 0,3 0-80 16,5-4-16-16,2-1 0 0,-4-2-608 16,1-6-128-16,-1-5-32 0,0 0 0 0,-1-3-160 15,1-2-16-15,-1-3-16 0,0-1 0 0,0-1-208 0,-1-3-32 16,-2-2-16-16,-1-1 0 0,-1-5 80 16,-2 1 16-16,-1-1 0 0,1 0 0 0,-1-1 864 15,-2-1 176-15,1 1 48 0,-1 4 0 0,-1 3 624 0,0 6 128 0,-4 2 16 0,1 4 16 0,-3 8 416 16,0 0 80-16,0 0 0 0,0 0 16 0,0 0 816 0,-5 13 144 15,-2 4 48-15,1 3 0 0,-2-3-528 0,0 3-112 16,1 3 0-16,2 0-16 0,-1 3-336 0,0-2-64 16,1-1-16-16,1-1 0 0,2 2-496 15,2-6-96-15,0 0-32 0,2-1 0 0,5 0-224 0,-2-3-128 16,2 1 128-16,-1-2-128 0,2-3 0 0,0-2 0 16,-2-1 0-16,1-1 128 0,-7-6-128 0,0 0 0 15,0 0 0-15,0 0 0 0,0 0 0 0,9-4 0 16,-3-2 0-16,0-1 128 0,-2-2-128 0,-2 1 0 15,1-2 0-15,2-2 128 0,1-1-128 0,2-1-256 16,3-6 64-16,2-1 0 16,0-2-224-16,4 1-48 0,1-2-16 0,0 3 0 15,-1 0-224-15,0 3-32 0,-3 0-16 0,-2 5 0 16,-3 3 256-16,-2 2 48 0,-7 8 16 16,0 0 0-16,0 0 560 0,0 0 96 0,0 0 32 0,4 13 0 0,-3 0 320 0,-1 4 64 15,-1-2 0-15,-2 6 16 0,1-1-224 0,-1-1-48 0,0 0-16 0,2 0 0 16,1 2-144-16,4-3-32 0,-1-2 0 0,-1-2 0 15,-1-1-192-15,3-1 144 0,2 0-144 0,0-3 128 16,-6-9-128-16,12 6 160 0,-2 0-160 0,1-2 160 16,-1-2-160-16,2-2 0 0,0-1 0 15,-1-2 0-15,1-1-800 0,2-1-32 16,2 0-16-16,1 0-14784 0,3 1-2960 0</inkml:trace>
  <inkml:trace contextRef="#ctx0" brushRef="#br0" timeOffset="78107.03">5081 15528 4607 0,'2'-16'192'0,"1"2"64"0,-2-2-256 0,2 1 0 0,-1-2 0 0,1 1 0 0,1 0 6432 0,-2 2 1248 0,4 1 240 0,-2 1 48 16,-1-1-4448-16,1 3-880 0,2 2-176 0,-1 1-32 16,-5 7-848-16,0 0-176 0,0 0-16 0,0 0-16 15,10 7-672-15,-2 5-144 0,-1 1-32 0,-3 6 0 16,-3 5 112-16,-1 6 32 0,0 1 0 0,0 4 0 15,-1-3-160-15,1 3-48 0,-2 3 0 0,2-1 0 16,2-1-272-16,0-3-64 0,1 1-128 0,-1-4 192 16,2-5-192-16,-1 0 0 0,-2-6 0 0,0 0 0 15,-1-6 0-15,-1-2-192 0,0 0 48 0,1-11 0 16,0 0-864-16,0 0-160 16,-5 8-48-16,5-8 0 0,0 0-384 0,-8 1-64 0,8-1-32 0,-8-3 0 15,8 3-832-15,-9-15-160 16,0-5-48-16,2-3-8176 0,3-5-1632 0</inkml:trace>
  <inkml:trace contextRef="#ctx0" brushRef="#br0" timeOffset="79990.69">5090 15489 34271 0,'-6'-25'1520'0,"5"11"304"0,0 1-1456 0,0 0-368 0,1 1 0 0,1 0 0 0,1 2 2800 0,2-1 480 15,3 1 112-15,2 1 0 0,4-2-1920 0,5 2-400 16,3 0-80-16,4 1-16 0,2-4-656 0,1 5-128 16,-2 1-16-16,-7 2-16 0,4 3-160 0,-1-1 0 15,0 2 0-15,0 2 0 0,-1-2 0 0,-2 4 0 16,0 1-144-16,-4 2 144 0,-2 1 0 0,-2 2-128 15,-2 2 128-15,-4 2 0 0,-2 2 0 0,-3 1 176 16,-3 0 0-16,-2 1 0 0,-3 2 80 0,-1-1 32 16,-1-2 0-16,-1 0 0 0,-1-1-16 0,2-1 0 0,-3 0 0 15,0-4 0-15,1 0-48 0,0-2-16 0,2-1 0 16,1 0 0-16,2-3-64 0,7-5-16 16,0 0 0-16,-5 2 0 0,5-2-128 0,0 0 0 15,0 0 0-15,0 0 128 0,0 0-128 0,0 0 0 16,0 0-160-16,8-2 160 0,2-3-192 0,3-2 192 15,4 0-208-15,0 0 80 0,2-4 128 0,1 0 0 0,4-3 0 0,1 3 0 16,1-6 0-16,1 0 0 0,0 0 0 16,1-1-128-16,1 1 128 0,-1-4 0 0,0 0 0 15,-2 0-128-15,-2 0-32 0,-1 2 0 0,-4-1 0 0,-3 6 0 16,-2-2 16-16,-5 6 0 0,-1 1 0 0,-3 2 0 16,-5 7 144-16,0 0 0 0,0 0 0 0,0 0 0 15,-9 8 224-15,-3 4 32 0,-2 2 0 16,-2 4 0-16,1 6 16 0,-2-1 16 0,-1 1 0 0,2 2 0 15,0-2-80-15,5 1-16 0,0 0 0 0,5-4 0 16,2-3-192-16,2-1 0 0,4-1 0 0,3-1 0 0,3 0 0 16,2-2-128-16,2 0-16 0,6-1 0 15,2-3-272-15,-1-5-48 0,0-4-16 16,0-2 0-16,1-4-256 16,-1-2-48-16,-1-1-16 0,-1-3 0 0,0-2-224 0,-2-3-32 15,-2-4-16-15,0-1 0 0,0-2 176 0,-3 1 16 0,-2-2 16 0,-3 8 0 0,-1 0 528 0,-1 0 96 16,-2 0 32-16,0 4 0 0,1 0 912 0,-2 1 192 15,0 5 48-15,0 7 0 0,0 0 400 0,0 0 64 16,0 0 32-16,0 0 0 0,0 0-560 0,-2 7-112 16,1 5-32-16,1 1 0 0,1 3-272 15,1 1-48-15,0 1-16 0,2 2 0 0,0-1-80 0,3 1-32 16,-2-3 0-16,1 2 0 0,2-4-48 0,0 0-16 16,0-2 0-16,0 0 0 0,0 0-96 0,-1-2-128 15,1-3 176-15,-1-2-176 0,-2-1 160 0,1-1-160 16,2-1 128-16,-8-3-128 0,8-1 128 0,0-2-128 15,0 0 128-15,-2-2-128 0,1-1 0 0,-1-2 0 16,2-1 0-16,1-2 0 0,0 1 0 0,2-3 0 16,-1-7 0-16,2 3 0 0,0-5-400 0,1 1 32 0,-2-1 16 15,5-8 0 1,-3 3-96-16,-1 5 0 0,-3 2-16 0,-4 10 0 0,0 2 176 0,1-1 32 16,-4 5 16-16,-2 4 0 0,0 0 240 0,0 0-144 15,0 0 144-15,0 0-128 0,5 6 128 0,1 2 256 0,-1 4-64 16,0 2-16-16,0 2-176 0,2 1 0 0,-1 2 0 0,2 1 0 15,1-1 0-15,2 1 0 0,0-2 0 0,1-1 0 16,0 0 0-16,2-3 0 0,2-3-192 0,1 1 192 16,1-3-144-16,2 0 144 0,-1-3 0 15,1-2 0-15,-2-4-192 0,0-1 192 0,-1-2-192 0,3 1 192 16,-2-4-208-16,-1-1 64 0,-3-4 16 0,-1 0 0 16,0-3-32-16,-1 0 0 0,-1-3 0 0,-2 0 0 0,-2-2-112 15,0-1-32-15,-2-1 0 0,-1-9 0 16,-1 4-256-1,-3 1-48-15,-3 7-16 0,1 6 0 0,-4 5 272 16,0-1 48-16,-3 5 16 0,-4 1 0 0,-3 2 528 16,0 3 96-16,2 4 32 0,0 1 0 0,-2 4 176 15,0 1 32-15,2 2 16 0,1 2 0 0,3-1-272 0,2 1-48 0,3 0-16 0,2 1 0 0,4-2-256 16,3-3 160-16,3 0-160 0,2-4 128 0,1 0-128 0,2-1 0 16,1-2 0-16,1-2-176 0,2-4 176 0,1 0-208 15,0-5 80-15,0-2 128 0,0 0-192 0,0-4 192 16,-2 1-160-16,2-5 160 0,-1-1-160 15,0-3 160-15,-1 0-160 0,1-6 160 0,0-2-208 0,-1-1 48 0,1-4 16 0,-1-1 0 16,1-1-176-16,0-1-16 0,-2-3-16 0,3-9 0 31,-5 8-160-31,-6 6-48 0,-2 9 0 0,-2 12 0 0,-4 3 560 16,0 4 176-16,-4-1 0 0,0 5 0 0,-2 4 464 0,-1 3 80 0,-2 2 32 16,1 5 0-16,0 0-240 0,-1 5-32 0,-1 3-16 0,2 4 0 15,1 2-80-15,2 5-32 0,3 0 0 0,2 3 0 16,2-3-176-16,1-1-48 0,3 0 0 0,3-1 0 15,0-2-128-15,4-1 0 0,3-3 0 0,-1-2 128 16,0-5-128-16,2 0 0 0,0-2-192 0,2-6 192 16,0-1-288-16,1-1 64 0,1-1 16 15,-2-6 0-15,-2 0-16 0,0-2 0 0,-2-4 0 0,1 0 0 0,-2-1 32 0,-1-2 16 16,-1-4 0-16,-1-1 0 0,-1-2-16 0,-2-1-16 16,-1-2 0-16,3-10 0 15,-1 4-432-15,-4 6-96 16,-1-1-16-16,-4 6 0 0,0 5 80 0,-1 0 16 15,3 9 0-15,-6-4 0 0,-3 0 656 0,0 5 0 0,1 3 208 0,-1 2-48 0,-1 0 176 0,3 4 48 16,0 3 0-16,2 3 0 0,0 2-64 0,1 0-16 16,2 1 0-16,5-4 0 0,1 0-304 15,2 1 128-15,2 3-128 0,5 2 0 0,3-3 0 0,1-4 0 16,-1-1 0-16,1-5 0 0,-1 0-160 0,0-4 16 0,0-3 0 16,-1-2 0-16,2-4 144 0,-1-1-160 15,0-1 160-15,-2-3-160 0,-1-1 160 0,0-2 0 0,-1-2 128 16,0-2-128-16,1-1 0 0,0 1 128 15,1 0-128-15,-1-2 0 0,-1 2 0 0,-1 1 0 0,-3 2 0 16,0 5 0-16,-1 2 176 0,-7 7-48 0,0 0 0 0,0 0 0 16,0 0 560-16,0 0 96 0,5 16 32 15,-1-3 0-15,-2 4-192 0,1-3-48 0,0 0 0 16,0 2 0-16,1 0-272 0,0-1-64 16,0 0-16-16,1-1 0 0,1-1-224 0,0-1 128 0,2-4-128 0,1-2 0 15,-9-6 0-15,12 5 0 0,0 1 0 0,-1-6 0 16,1-2 0-16,0-3 0 0,-2-2-208 0,-1 1 64 15,-1-3-48-15,-1 0-16 0,-1-4 0 0,1 0 0 0,-1 0-48 16,1-2 0-16,-1 0 0 0,1-4 0 16,-1-1-176-16,1-1-32 0,-1 0-16 15,2 0 0-15,0 0-224 0,-1 2-64 16,-2-1 0-16,0 4 0 0,-1 3 144 0,-2 5 32 16,-2 8 0-16,0 0 0 0,0 0 336 0,0 0 80 0,0 0 16 0,4 12 0 0,-4 5 320 15,2-1 64-15,-1 2 16 0,0 4 0 0,1-2 112 16,1 2 32-16,3 0 0 0,-1 0 0 0,3 2-128 0,1-5-32 15,1 0 0-15,5-1 0 0,2-1-224 0,1-3 176 16,1-2-176-16,4-2 160 0,-1-3-160 0,1-5 160 16,-1-2-160-16,3-2 160 0,1-3-32 0,-1-3-128 0,-3 0 192 15,0-4-64-15,0-1 64 0,-1-3 16 0,-1-2 0 16,-1 0 0-16,0-3-16 0,-1-4 0 0,-1-2 0 16,0-4 0-16,0-3-64 0,0-3-128 15,0-2 176-15,1-4-176 0,1 0 0 0,2 0-192 16,0-1 0-16,-1 3 0 15,-3 2-432-15,-4 11-80 0,-4 4 0 0,-4 11-16 0,-2 3 464 0,-3 10 112 0,0 0 16 0,0 0 0 16,-9 5 656-16,-2 8 144 0,-2 5 32 0,-1 6 0 16,-2 3-96-16,0 6-16 0,1 3 0 0,0 3 0 15,4 2-144-15,0 2-48 0,3 2 0 0,3-2 0 16,3-2-256-16,2-4-144 0,2 0 160 0,2-2-160 16,0-5 0-16,3-1-128 0,-2-4-16 0,0-3 0 15,-1-4-1200 1,0-4-256-16,0 1-32 0,-3-7-16 0,-1-8-1472 15,0 0-288-15,-1 13-64 0,-2-6-14080 0</inkml:trace>
  <inkml:trace contextRef="#ctx0" brushRef="#br0" timeOffset="80161.42">8032 15248 45439 0,'0'0'2016'15,"0"0"416"-15,0 0-1952 0,0 0-480 0,13-4 0 0,2 0 0 0,0 1 560 0,5 1 16 16,1-2 0-16,3 1 0 0,4 0-160 0,3 2-32 15,2 1 0-15,2-3 0 0,3 0-384 0,1-1 0 16,0 0-144-16,4 1 144 16,1-2-1312-16,3 4-160 0,1-5-16 0</inkml:trace>
  <inkml:trace contextRef="#ctx0" brushRef="#br0" timeOffset="80306.75">8839 15111 46015 0,'0'0'2048'0,"0"0"400"0,0 0-1952 0,0 0-496 0,0 0 0 0,0 0 0 16,0 0 544-16,0 0 16 0,0 0 0 0,0 0 0 31,0 0-848-31,0 0-160 0,7 13-48 0,-2 0-13440 0,-1 2-2688 0</inkml:trace>
  <inkml:trace contextRef="#ctx0" brushRef="#br0" timeOffset="80432.2">8907 15403 27647 0,'0'0'2448'0,"0"0"-1952"0,-7 9-496 15,2 0 0-15,5-9 5744 0,-2 12 1040 0,2-12 224 0,-3 9 32 0,3-9-4608 0,0 10-944 16,-1 1-176-16,1-11-32 0,1 10-768 0,-1-10-160 16,3 12-32-16,1-2 0 0,-4-10-560 15,3 12-112-15,0 0-32 0,-2 1-16784 16,-1 6-3376-16</inkml:trace>
  <inkml:trace contextRef="#ctx0" brushRef="#br0" timeOffset="81112.5">10095 14992 46015 0,'-8'-10'2048'0,"8"10"400"0,0 0-1952 0,0 0-496 0,0 0 0 0,0 0 0 0,0 0 1072 0,0 7 112 16,1 9 32-16,-1 1 0 0,0 6-64 0,0 10 0 15,1 4 0-15,2 6 0 0,2 2-432 0,2 2-80 16,-1-4-32-16,2 0 0 0,0-2-272 0,2-5-48 16,0-2-16-16,0-5 0 0,-1-5-128 0,2-1-16 15,-2-5-128-15,1-4 192 0,-1-1-192 0,2-4 176 16,-1-1-176-16,0-1 160 0,1-6-160 0,-2-2 128 15,0-3-128-15,0-3 128 0,0-1-128 0,1 1 0 16,0-4 144-16,-1-4-144 0,-1-2 0 0,-2-3 144 16,1-1-144-16,-1-4 144 0,1-5-144 0,0-1 0 15,-2-4 0-15,-1-3 0 0,-2-1 0 0,1 0 0 16,-2 2 0-16,2 2 0 0,-1 4 0 0,1 4-128 16,0 3 128-16,-1 5-160 0,0 2-48 0,-1 4-16 15,0 0 0-15,6-2 0 16,-2 6-1264-16,4 4-256 0,3 5-48 0,-2 5-14272 0,2 2-2864 15</inkml:trace>
  <inkml:trace contextRef="#ctx0" brushRef="#br0" timeOffset="81893.67">11321 15232 16575 0,'-13'-9'1472'0,"10"5"-1168"16,-3-1-304-16,2-1 0 0,2 1 3056 0,2 5 544 16,0 0 112-16,0 0 32 0,-4-2-2528 0,1-5-512 15,1 3-112-15,2 4-16 0,0 0 256 0,0 0 32 16,0 0 16-16,0 0 0 0,0 0-400 0,0 0-80 16,0 0-16-16,0 0 0 0,0 0 688 0,0 0 128 15,0 0 16-15,0 0 16 0,-2-4-80 0,2 4 0 16,0 0-16-16,-2-4 0 0,2 4-192 0,-3-4-48 0,1-2 0 0,-2 2 0 15,4 4-256-15,0 0-64 0,0 0-16 0,-4-4 0 16,0-1-112-16,4 5-32 0,0 0 0 0,0 0 0 16,-4-4-16-16,0 0 0 0,4 4 0 0,0 0 0 15,0 0-16-15,0 0 0 0,-4-5 0 0,4 5 0 16,0 0-144-16,0 0-48 0,0 0 0 0,0 0 0 16,-4-4 0-16,4 4 0 0,-4-4 0 0,4 4 0 15,-5-3-192-15,0 2 0 0,5 1 0 0,-8 1 0 0,-1 2 128 0,-2 2-128 16,-3 3 0-16,0 5 0 0,-3 1 160 0,-3 5-160 15,-2 2 160-15,0-1-160 16,0 3 176-16,2-1-176 0,2-1 192 16,1-1-192-16,1 1 0 0,3 0 0 0,3-5 0 0,2 1 0 0,4-3 0 0,4-1 0 15,3 0 128-15,2-5-128 0,2 1 0 0,2-2 0 16,2-3 0-16,4-3 0 0,0-2 0 16,4-3-144-16,-1-2 144 0,1-1-192 0,1-2-16 0,0-2-16 15,-1-2 0-15,1-1 0 16,-2-3 224-16,-1-1-192 0,-3-3 192 0,1 0-192 0,-2-1 48 0,-2-1 16 15,-2 1 0-15,1 1 0 0,-4 1 128 0,-1 3 0 16,-2 0 0-16,-1 4 0 0,1 0 0 0,-2 5 144 16,-1 8-144-16,0 0 0 0,-1-5 224 0,1 5-64 15,0 0-16-15,0 0 0 0,-4 7-144 0,2 5 0 16,-1 1 0-16,2 3 0 0,-1 5 0 0,4-2 0 0,0 5 0 16,2-1 0-16,1-1 0 0,3 0 0 0,0 1-160 0,5 3 160 31,0-5-1040-31,-1-3-112 0,0-4-32 0,-1-1 0 15,0-2-864-15,-2-5-160 0,-9-6-32 0,10 4-16 16,-10-4-1248-16,0 0-240 0,8 4-48 0,-8-4-11568 0</inkml:trace>
  <inkml:trace contextRef="#ctx0" brushRef="#br0" timeOffset="82579.75">11507 15172 22111 0,'0'0'976'0,"0"0"208"0,0 0-944 0,0 0-240 0,0 0 0 0,0 0 0 15,0 0 6144-15,-4 10 1168 0,1 1 240 0,2 3 64 16,1-2-5232-16,1 6-1040 0,2-1-192 0,1 3-64 15,0-1-400-15,-1-1-96 0,1 1-16 0,0-1 0 0,0 0-320 0,0-3-80 16,1-2-16-16,1 0 0 0,-1-4-160 0,-1-1 128 16,-4-8-128-16,0 0 128 0,0 0-128 0,0 0 128 15,0 0-128-15,0 0 128 0,0 0-128 0,0 0 160 16,7 0-160-16,-7 0 160 0,8-7-160 0,-1 1 128 16,2-2-128-16,0-5 128 0,0 0-128 0,2-3-176 15,0-1 48-15,8-8 0 16,-2 0-320-16,-1 2-48 0,1 0-16 0,-4 4 0 15,-2 4-144-15,-3 3-48 0,0 3 0 0,-2 2 0 0,-6 7 288 0,0 0 48 16,0 0 16-16,0 0 0 0,0 0 352 0,0 0 0 16,0 0 0-16,5 17 0 0,2 0 0 0,-1 1 0 15,1 1 0-15,2-1 128 0,1 3-128 0,3 1 0 16,2 0 0-16,3 0 0 0,2-2 0 0,2-2 0 16,3-1 0-16,-1 0 0 0,1-4-256 0,1-3-48 15,2-2 0-15,-1-3 0 16,-1 1-528-16,1-6-128 0,-1 0 0 0,0-6-16 15,-1 1 128-15,-3-3 16 0,1-2 16 0,-3 0 0 0,0-2 416 0,-2 0 80 16,-1-1 0-16,-2-3 16 0,-4-2 304 0,0-1 0 16,-3-2 0-16,-3 0 0 0,-3 0 0 0,0 0 144 15,-5 3-144-15,-2 4 192 0,-3 3 64 0,-4 5 0 16,-2-1 16-16,-3 2 0 0,-4 4 240 0,-1 3 32 0,-2 3 16 0,1 6 0 16,-2 1 128-16,2 2 16 0,1 3 16 0,1 1 0 15,-1-5-208-15,3 3-64 0,5 1 0 0,4-2 0 0,2 4-256 16,3-5-64-16,1 0-128 0,1-2 192 15,2-3-192-15,1-9 0 0,6 9 128 0,1-1-128 0,-7-8 0 16,10 3 0-16,2-3 0 0,0-3 0 16,1-2-128-16,1-4 128 0,0-3 0 0,2-1 0 0,1-1 0 15,0-6 0-15,0-1 0 0,1-2 0 0,2-6 0 0,1-1 0 16,-1-1 0-16,3-4 0 0,-3-3 0 16,1-1 0-16,0 0 0 0,-1-4 0 0,-2-3 0 0,-1 3-240 15,-1 3 80-15,-5 3 16 0,-2 6 144 0,-3 7 0 16,-5 7 0-16,-1 7 0 0,-3 3 384 0,3 7 176 15,-8-2 16-15,-1 4 16 0,-1 8-16 0,-2 4-16 0,0 8 0 16,1 5 0-16,-2 3-128 0,2 2-32 16,1-1 0-16,2 2 0 0,3-3-112 0,2 2-32 15,3 1 0-15,3 1 0 0,1-4-256 0,1 2 0 16,0 3 0-16,2-1 0 16,0-1-976-16,4-1-112 0,-1 1 0 0,3 1-14912 0,3 1-2960 0</inkml:trace>
  <inkml:trace contextRef="#ctx0" brushRef="#br0" timeOffset="90166.89">8925 17158 51135 0,'-11'-7'2272'0,"4"4"464"0,-2 1-2192 0,9 2-544 0,0 0 0 0,0 0 0 0,0 0 384 0,0 0-48 16,0 0 0-16,0 0 0 0,0 0-336 0,0 0 0 15,0 0 0-15,0 0 0 16,0 0-1472-16,0 0-192 0,6 12-64 0,1 2-12688 16,-1 1-2544-16</inkml:trace>
  <inkml:trace contextRef="#ctx0" brushRef="#br0" timeOffset="90265.38">8908 17482 35935 0,'0'0'3200'0,"0"0"-2560"0,-8 5-512 0,8-5-128 16,-6 7 3136-16,6-7 624 0,0 0 112 0,0 0 32 15,0 0-3200-15,-1 10-704 0,1-10 0 0,0 0 0 32,0 0-1216-32,7 13-208 0,4-4-48 0</inkml:trace>
  <inkml:trace contextRef="#ctx0" brushRef="#br0" timeOffset="90763.93">9937 16828 32255 0,'0'0'1424'0,"0"0"304"0,-5-11-1392 0,5 11-336 0,0 0 0 0,0 0 0 16,0 0 2768-16,0 0 496 0,0 0 80 0,-2 15 32 16,1 4-2112-16,0 5-432 0,0 6-64 0,-1 5-32 15,1 5 176-15,0-1 48 0,-1 3 0 0,4-2 0 16,-2 0-512-16,0-1-80 0,0-2-32 0,0 1 0 16,0-1-144-16,1-5-48 0,0-2 0 0,1-2 0 15,-1-2-144-15,0-5 0 0,0-4 0 0,-1-3 128 16,0-2-128-16,0-12-224 0,0 0 48 0,0 0 16 15,0 0-1200-15,0 0-240 0,0 0-64 0,0 0 0 16,0 0-1984-16,0 0-384 0</inkml:trace>
  <inkml:trace contextRef="#ctx0" brushRef="#br0" timeOffset="91080.35">9727 16894 25791 0,'0'0'1152'0,"-5"-6"224"0,0-1-1104 0,5 7-272 0,0 0 0 0,1-9 0 0,4 1 4944 0,6 2 944 15,0-5 176-15,5 2 32 0,3-1-4128 0,8-1-832 16,3 0-176-16,2-3-16 0,5 3-560 0,2 2-128 16,1-3 0-16,1 3-16 0,-2 1-240 0,-1 3 0 0,-2 2 0 0,-1 3 0 15,-1 0 0-15,-3 3 0 0,-1 2 0 0,-2 3 0 16,-3 1 0-16,-3 3 0 0,-3 1 0 0,-2 0 0 16,-4 1 0-16,-4 2 0 0,-3 1-128 0,-4 0 128 15,-3-2 0-15,-3 2 0 0,-4-3 0 0,-2 3 144 16,-5 3 80-16,0 0 16 0,-2-3 0 0,0-1 0 15,-4 3 16-15,0-2 0 0,0-2 0 0,-1 0 0 16,-1-1-112-16,-1-2-16 0,-1-2 0 0,2 1 0 16,-1-2-128-16,5-1 0 0,2-2 0 0,4 1 128 15,5-4-832 1,8-3-192-16,0 0-16 0,0 0-16 0,0 0-2032 0,20 7-416 16,4-4-80-16,10-3-15744 0</inkml:trace>
  <inkml:trace contextRef="#ctx0" brushRef="#br0" timeOffset="95105.18">12959 15937 35007 0,'0'0'3120'0,"-8"-5"-2496"15,-2 0-496-15,10 5-128 0,-7-4 2064 0,7 4 400 16,-6-11 80-16,2 2 16 0,0-4-1344 0,0-1-272 16,0-3-48-16,1-1-16 0,-1-2 256 0,2-1 48 15,-1-3 16-15,1-4 0 0,-1 1-528 0,3-8-96 16,-3-2-32-16,3-2 0 0,3-3-288 0,1-3-48 0,0-5-16 0,1-3 0 15,0-6-192-15,3 3 0 0,1 1 128 0,0 0-128 16,2 2 0-16,-1 6 0 0,-1 7 0 0,2 4 0 16,-1 5 0-16,1 6 0 0,-2 6 0 15,0 7 0-15,0 2-176 0,0 3 176 0,0 3-160 0,-9 4 160 16,16 3-144-16,-2 3 144 0,1 6-128 0,-2 0 128 16,-3 3-144-16,1 4 144 0,-1 0-160 0,-1 5 160 15,-1 3-144-15,-2-2 144 0,1 0-128 0,-3 1 128 16,-2 1 0-16,-2 0 0 0,-3-2 0 0,-1-3 0 0,-3 1 0 0,-1-3 0 15,-2-1 0-15,-2-4 0 0,-1 0 0 16,-4-1 0-16,0 0 0 0,-4 1 176 0,-1-2-16 16,1-5 0-16,2-2 0 0,-1-1 0 15,2-1-16-15,1-1 0 0,0-3 0 0,3-2 0 0,-1 1-144 0,4-1 160 16,2-2-160-16,9 4 160 16,-8-7-160-16,2 1 0 0,4-3 0 0,3-2-176 15,3 1-1424-15,7-3-304 0,4-2-48 0,7 1-20400 0</inkml:trace>
  <inkml:trace contextRef="#ctx0" brushRef="#br0" timeOffset="95924.95">10949 17347 43135 0,'1'-17'1920'0,"2"5"384"0,-1-2-1856 0,1-2-448 0,-3 0 0 0,0-1 0 15,0 0 1168-15,0 3 144 0,-2 2 32 0,0 1 0 16,-1 0-176-16,-2 5-16 0,-4 3-16 0,-2 2 0 16,-2 1-480-16,-1 5-80 0,-2 4-32 0,-2 4 0 15,-1 4-304-15,-4 4-64 0,0 2-16 0,1 3 0 0,0 2-160 0,2-2 0 16,3-1 0-16,4-1 128 0,4-3-128 0,4 0 0 15,1-3 0-15,4-1 128 0,4-6-128 0,1-1 0 16,2-2 0-16,0-3 0 0,-7-5-128 0,15 3-16 16,0-3 0-16,2-3 0 0,2-1 16 0,-1-2 0 15,-1-3 0-15,0-2 0 0,-2-4 128 0,2-1-208 16,0 0 80-16,0-2 128 0,0 0-240 0,-1 0 80 16,-3-1 16-16,-1 0 0 0,-3 2 144 0,-2 4-192 15,0 1 192-15,-2 4-192 0,-5 8 192 0,0 0 0 16,0 0 0-16,0 0-128 0,0 0 128 0,0 0 0 15,3 12 160-15,-2 2-160 0,0 1 160 0,2 2-160 16,1 1 160-16,0-3-160 0,1 2 0 0,2-1 0 16,-1-4 0-16,5 2-160 15,-1-1-1920-15,0 0-384 0,1-2-80 0,1 0-11536 16,1-3-2304-16</inkml:trace>
  <inkml:trace contextRef="#ctx0" brushRef="#br0" timeOffset="96647.83">11230 17214 31327 0,'0'0'1392'0,"0"0"272"0,0 0-1328 0,0 0-336 0,0 0 0 0,0 0 0 16,-1 13 3824-16,1 0 688 0,0 0 144 0,1 1 16 15,1 4-2752-15,-1-1-576 0,0 3-96 0,2-1-32 16,-1 1-688-16,1-2-144 0,0-2-16 0,-1-1-16 16,2-3-144-16,0 0-16 0,-4-12-16 0,3 10 0 15,-3-10-48-15,0 0 0 0,0 0 0 0,0 0 0 0,0 0 0 0,0 0-128 16,0 0 192-16,0 0-64 0,0 0-128 15,9-5 128-15,0-1-128 0,0-4 128 0,-1-1-128 0,2-4 0 16,1-3 0-16,0-3 0 0,2-3-272 0,0-1 16 16,2 1 0-16,0-2 0 15,2 3-320-15,-2 2-48 0,-4 3-16 0,1 5 0 16,-1 5 80-16,-2 3 16 0,-9 5 0 16,0 0 0-16,0 0 272 0,10 6 48 0,-10-6 16 0,7 13 0 0,-2 3 208 0,0-3 0 15,2 4-160-15,-2-3 160 0,0 3 0 0,2 1 0 16,2 1 0-16,2-1 0 0,4-3-128 0,2 0 128 15,1-1-160-15,3-2 160 16,1-2-688-16,3-1-32 0,2-2-16 0,1-3 0 16,3-3-64-16,0-1-16 0,0-1 0 0,-2 1 0 15,-2-5 304-15,0-1 48 0,-4-1 16 0,-2-1 0 0,-3-1 80 16,-2-2 32-16,-1 1 0 0,0-3 0 0,-3 0 336 0,-2-2-144 16,-2 2 144-16,-2-2 0 0,-4-2-192 0,-4 0 192 0,0 1-192 15,-4 3 192-15,-3 1 0 0,-1 3 0 0,-2 4 0 0,-2 1 0 16,-6 0 0-16,-1 4 144 15,-3 7-16-15,-4 2 0 0,-3 1 48 0,0 3 0 0,-2 0 0 0,2 2 0 16,0-1 208-16,3 4 32 0,3-1 16 0,5 3 0 16,1-5-16-16,6 2 0 0,3-2 0 0,5-1 0 15,1-1-288-15,4-1-128 0,0-12 0 16,7 13 128-16,3-3-128 0,3-3 0 0,1-5-160 16,4 2 160-16,2-4-304 0,1-2 48 0,2-2 0 0,2-3 0 15,-2-2-80-15,2-1-16 0,0-3 0 0,-3 0 0 16,-2-2 64-16,-1-3 16 0,-2-1 0 0,0-2 0 15,-3-3 128-15,-1-2 144 0,-2-5-208 0,-1 0 80 16,-2-1-48-16,1-2 0 0,-1-3 0 0,-1 0 0 16,-2 3-48-16,-1 3-16 0,-2 2 0 15,-2 6 0-15,-2 6 240 0,-2 4 256 0,-1 4-48 0,5 9-16 0,0 0 832 16,0 0 144-16,-11 3 48 0,2 8 0 0,0 5-640 0,1 4-128 16,0 5-32-16,2 3 0 0,1 4-224 0,1-2-32 15,2-1-16-15,4 2 0 0,3 2-144 0,1-3 192 16,5 0-192-16,3 0 192 0,4-2-192 15,2 0 0-15,1-3 0 0,6-5 0 16,4-3-1952-16,6-2-272 0,2-5-48 0,7-5-16080 0</inkml:trace>
  <inkml:trace contextRef="#ctx0" brushRef="#br0" timeOffset="96885.28">12982 16768 47567 0,'-15'-3'2112'0,"6"3"432"0,-3 0-2032 0,1 4-512 0,1 1 0 0,0 6 0 16,-2 2 928-16,3 4 96 0,0 5 0 0,0 4 16 16,1 5-256-16,0 3-48 0,0 0-16 0,2 1 0 15,2 0-464-15,1 1-80 0,0-1-32 0,2 0 0 16,0 3-144-16,2-2 0 0,0-3 0 0,3 1 128 16,-1-2-128-16,0-3 0 0,-1-3 0 0,1-5 0 15,-2 0 0-15,2-7 0 0,-1-1 0 0,0-2 0 31,-2-11-864-31,0 0-96 0,0 0-32 0,0 0 0 0,0 0-688 0,0 0-144 16,-10-7-32-16,-1-1-18880 0</inkml:trace>
  <inkml:trace contextRef="#ctx0" brushRef="#br0" timeOffset="97079.58">12299 16812 15663 0,'-4'-6'1392'0,"0"-1"-1120"0,4 7-272 0,0 0 0 0,8-9 8096 0,4 1 1568 15,2 2 304-15,6-4 64 0,5 1-7488 0,6-1-1504 16,7-1-288-16,6 1-64 0,7-2-128 0,5 1-32 16,7-3 0-16,-1 4 0 0,-1 0-336 0,-1 0-192 15,0 1 192-15,2 2-192 0,0-3 0 0,2 4-352 16,1 1 48-16,6 2 16 16,3 0-3552-16,7 3-720 0</inkml:trace>
  <inkml:trace contextRef="#ctx0" brushRef="#br0" timeOffset="97491.04">13938 17057 11967 0,'0'0'1072'0,"0"0"-864"0,0 0-208 0,0 0 0 0,0 0 7216 0,0 0 1392 16,0 0 288-16,-1 11 48 0,-2 0-5168 0,-1 4-1024 16,-2 2-192-16,-2 2-64 0,-1 3-1408 0,0 2-304 15,-2 2-48-15,1-1-16 0,-1 1-432 0,4 1-96 16,-1-1 0-16,1-1-16 0,2-2-176 0,0-2 0 16,1-4 0-16,-1-1 128 0,2-2-128 0,0-1 0 15,2-2-192-15,0 2 192 16,1-13-2304-16,0 0-320 0,0 0-80 0,0 0-19568 0</inkml:trace>
  <inkml:trace contextRef="#ctx0" brushRef="#br0" timeOffset="97892.04">14037 16965 35007 0,'0'0'3120'0,"0"0"-2496"0,0 0-496 0,0 0-128 16,0 0 2208-16,0 0 416 0,0 0 96 15,0 0 16-15,0 0-2208 0,8 5-528 0,-2 1 0 0,1 3 0 16,-2 3 400-16,0 1 16 0,1 3 0 0,-2 2 0 15,-3-1 384-15,0 1 80 0,-1-1 16 0,-1 7 0 16,0-1 16-16,-1 3 16 0,0-4 0 0,-1 2 0 16,0-1-448-16,1 1-96 0,-1-1 0 0,2-2-16 0,0-1-160 0,1-3-16 15,0-2-16-15,0-4 0 0,0-2-176 0,0-1 192 16,0-8-192 0,0 0 192-16,0 0-192 0,0 0 160 0,0 0-160 0,0 0 160 0,0 0-160 0,0 0 128 15,6-6-128-15,1-1 128 0,-1-5-128 16,2-2 0-16,1-3 0 0,0-3 0 0,2-2 0 0,2-2-176 15,1 2 48-15,0-3 0 16,-2 5-64-16,-1 1-16 0,-4 4 0 0,5-4 0 16,-4 9 208-16,-8 10-192 0,0 0 192 0,0 0-192 0,0 0 192 0,0 0 0 15,0 0 192-15,3 14-192 0,-5 5 224 0,2 1-64 16,2 3-16-16,0-1 0 0,-2-1-144 0,3 1 0 16,1 1 0-16,2 1 128 0,2-6-128 15,2 0 0-15,0-5 0 0,1 0 0 16,2-2-704-16,0-5-64 0,0-3 0 0,2-2-16 15,0-2-1056-15,4-2-208 0,-1-3-32 0,4-3-12128 16,5-2-2416-16</inkml:trace>
  <inkml:trace contextRef="#ctx0" brushRef="#br0" timeOffset="98203.46">14744 16996 33167 0,'0'0'2944'0,"-9"0"-2352"15,-2 1-464-15,-2 2-128 0,-1 1 3456 0,1 2 656 0,0-3 144 0,-2 3 32 16,1 2-2608-16,0 3-512 0,1-1-96 0,0 2-32 15,-2-1-560-15,1 1-112 0,1 1-32 0,1 0 0 16,0 0-208-16,3-1-128 0,0 0 128 0,1 0-128 0,3-1 144 0,3 0-144 16,0-1 192-16,4 1-192 15,-2-11 0-15,5 11 0 0,3 1 0 0,1-3 0 0,1-2 0 0,3-1 0 16,3 1 0-16,-1-2 0 0,0-1-128 0,0 0 128 16,1 0 0-16,-2 0-144 0,-1 1 144 0,1-3 0 15,0 4 0-15,-2 0 0 0,-12-6 0 0,10 7 0 16,-1 2 0-16,-4 0 0 0,-5-9 0 0,0 13 0 15,-5-3 0-15,0 3 0 0,-4 0 0 0,-2 0 128 16,0 2-128-16,-2-2 0 0,-2-1 128 0,1 1-128 16,-2-2 160-16,2 1-160 0,1-2 0 0,0 0 128 15,0-4-128-15,2-1 0 16,2-1-624-16,9-4-160 0,-10 2-48 0,10-2 0 16,0 0-2032-16,0 0-400 0,0 0-96 0</inkml:trace>
  <inkml:trace contextRef="#ctx0" brushRef="#br0" timeOffset="98479.42">14886 17069 25791 0,'0'0'2304'0,"0"0"-1856"0,0 0-448 0,-1 10 0 16,1-10 5200-16,0 13 944 0,0 0 192 0,0 2 48 15,-2-2-4272-15,1 1-832 0,0 4-192 0,-1 2-16 16,2 1-672-16,0-2-128 0,-1 1-16 0,1-2-16 16,0 0-240-16,0-1 0 0,0 0 0 0,0-4 0 31,0-1-912-31,0-12-240 0,0 12-32 0,0-12-16 15,0 0-1568-15,0 0-320 0,0 0-64 0,0 0-16 16,0 0-544-16,0 0-96 0,0 0-32 0,1-13 0 0,-1-2 1216 0,2-2 256 0,0 2 32 16,3-9 16-16,2 0 704 0,-1-4 144 15,1 1 16-15,0-6 16 0,-1-3 3024 0,2-1 592 0,1 2 128 0,-1 6 32 0,-2 5-96 16,1 5-32-16,-3 5 0 0,0 5 0 0,-4 9-1184 16,0 0-224-16,0 0-48 0,0 0-16 15,10 12-992-15,-1 3-208 16,2 5-48-16</inkml:trace>
  <inkml:trace contextRef="#ctx0" brushRef="#br0" timeOffset="99064.07">15310 17217 23951 0,'10'-3'2128'0,"2"-4"-1696"0,1-1-432 0,0-4 0 0,-3 3 4176 0,1 0 752 16,-2-1 160-16,-1 1 32 0,-2-3-2304 0,-2 3-464 16,-1 0-96-16,-5 0-16 0,2 9-768 0,-5-7-176 15,-4 2-16-15,-3 2-16 0,-2 3-448 0,-4 4-96 0,-6 3-16 0,-1 3 0 16,1 2-448-16,-4 2-80 0,0 3-32 0,0 3 0 15,2 2-144-15,4-1 0 0,4-2 0 0,5-1 0 16,1 1 0-16,5-1 0 0,2-2 0 0,4-1 0 16,1-2 0-16,4-1 0 0,1 0 0 0,-5-12-176 15,12 6-80-15,1 0 0 0,1-4-16 0,2-2 0 32,-1-4-144-32,5 0-32 0,1-6 0 0,0 1 0 15,-2-7 0-15,2-1-16 0,1-2 0 0,3-2 0 16,0-5 64-16,1 0 16 0,0-2 0 0,0-2 0 15,0-4 0-15,2-1 16 0,-2-3 0 0,-2 1 0 0,-1-3 48 16,-3 3 0-16,-1-3 0 0,-2 8 0 0,-4 5 320 0,-4 4-176 0,-3 6 176 0,-3 6-128 0,-3 11 256 0,0 0 64 16,0 0 16-16,-12 1 0 0,-1 4 368 15,0 8 80-15,-1 7 16 0,-1 7 0 0,0 3-336 16,2 3-64-16,1 1-16 0,2-3 0 0,0 3-64 16,5 0-32-16,3-4 0 0,2-3 0 15,1-1-160-15,3 0 128 0,1-1-128 0,3-3 128 0,0-2-128 0,2-5 0 16,2 0 0-16,2-2 0 0,-1-7-160 0,3 1 160 15,-1-3 0-15,2-3-144 0,0-2 144 0,0-3-160 16,-1-3 160-16,0 1-160 0,-1-6 32 16,2 0 0-16,0-5 0 0,1-1 0 0,2-3 128 15,-2-2-160-15,-1-5 160 0,0 1-160 0,0-3-32 0,0-1 0 16,-3-4 0-16,-1 2 0 0,-1 2 48 0,-3 5 0 16,-4 2 0-16,-2 7 0 0,-3 4 144 0,-3 4 0 0,3 9 0 15,-9-3 128-15,0 5 352 0,-1 3 80 16,-1 7 16-16,1 1 0 0,-2 1-192 0,0 8-48 15,2 2 0-15,0 3 0 0,0 2-144 0,3-2-16 0,0-2-16 16,5-2 0-16,2-1-32 0,2 2 0 0,3 1 0 0,1-2 0 16,-1-2-128-16,1-1 0 15,2-1 0-15,4-1 0 16,2-1-896-16,4-1-224 0,5-2-32 0,3-2-22704 16</inkml:trace>
  <inkml:trace contextRef="#ctx0" brushRef="#br0" timeOffset="100390.27">16613 16832 26719 0,'5'-7'2368'0,"1"1"-1888"0,2-1-480 16,-1 3 0-16,-7 4 4464 0,12-5 784 0,-12 5 176 0,0 0 16 15,12 12-2944-15,-2 1-576 0,-2 6-128 0,-1 9-32 16,-2 4-688-16,-1 3-144 0,-2 3-32 0,1-1 0 16,0-5-368-16,0 2-80 0,3-6 0 0,-2-10-16 15,-1 0-176-15,1 2-48 16,2-1 0-16,-1-2 0 0,0-3-80 0,0-2-128 16,2-3 176-16,-1-2-176 0,0-2 176 0,-6-5-176 15,7 3 160-15,-7-3-160 0,11-4 128 0,-3-1-128 16,-1-2 0-16,0-3 128 0,-1-3-128 0,0-2 0 0,-1-4 0 0,1 2 0 15,2-2 0-15,1-1 0 16,2-4 0-16,0-1 0 0,1-2 0 0,0-3 0 16,-3-1 0-16,4-1 0 15,1 5-528-15,1 2-112 0,2 3 0 0,1 1-16 16,0 6-992-16,2 2-192 0,-2 5-32 0,2 5-16 16,-1 1-1312-16,2 4-256 0,1-1-48 0,0 7-16 15,-2 1 1280-15,-1 3 256 0,1-3 64 0,-2 3 0 0,-2 1 576 16,-3 0 128-16,-3-1 32 0,-2 2 0 0,-3-1 2784 0,-1-1 544 0,-4-12 112 15,-2 13 32-15,-2 0 1008 0,-3 0 208 16,-2-1 32-16,-1 1 16 0,-2 1-1200 0,0 0-240 0,-1 0-64 0,2-1 0 0,-1 0-1040 0,3-2-224 16,0 0-32-16,2-1-16 0,2-2-432 0,0 0-96 15,5-8-16-15,0 0 0 0,0 0-192 0,0 0 0 16,0 0 0-16,0 0 0 0,0 12 0 0,0-12 0 16,0 0 0-16,0 0 0 0,0 0-208 0,10 3 16 15,0-3 0-15,1-1 0 0,-1-3-112 0,2-2-16 16,1-3 0-16,1-3 0 15,3-2-160-15,-1-3-32 0,-3-3-16 0,1-1 0 16,1 0-160-16,-2 0-16 0,0-2-16 0,0 3 0 16,-1 2-208-16,-3 5-32 0,-4 1-16 0,-5 12 0 15,0 0 432-15,0 0 96 0,0 0 0 0,0 0 16 0,0 0 864 0,0 0 160 0,0 0 48 0,0 0 0 16,-4 12-32-16,1 1 0 0,2 3 0 0,1 2 0 16,0 2-176-16,3 0-48 0,-1 3 0 0,4-1 0 15,3-1-160-15,0-2-32 0,1 1-16 0,1-1 0 16,-1 2-176-16,0-1 192 0,1-2-192 0,-2 2 192 15,-1-2-192-15,-2 0 0 0,1-1 0 0,-1 1 128 16,-2 2-128-16,-1-2 0 0,-2 0 0 0,-1-1 128 16,-1 0-128-16,-2-1 192 0,1-3-192 15,-2-3 192-15,3 2 80 0,1-12 32 0,0 0 0 0,-3 12 0 16,3-12-112-16,0 13-32 0,0-13 0 0,0 0 0 0,1 9-160 16,-1-9 128-16,0 0-128 0,0 0 128 0,0 0-128 15,0 0 128-15,0 0-128 0,0 0 128 0,0 0-128 0,0 0 0 16,0 0 144-16,0 0-144 0,0 12 0 0,0-12 144 15,0 0-144-15,0 0 0 0,2 10 176 0,-2-10-176 16,0 0 160-16,0 0-160 0,3 11 0 0,-3-11 0 16,0 0 0-16,6 10 0 0,-6-10 0 0,0 0 176 15,0 0-176-15,0 0 160 0,0 0-32 0,0 0 0 16,0 0 0-16,0 0 0 0,0 0-128 0,0 0 0 16,0 0 0-16,0 0 0 0,0 0 128 0,0 0 0 15,0 0 0-15,0 0 0 0,0 0-128 0,0 0 0 16,0 0 0-16,0 0 0 0,0 0 0 0,2-12 0 15,0-1 0-15,-1 1 0 0,0 1 0 0,0-2 0 16,1-4 0-16,-1-3 0 0,-1-3 0 0,1-3 0 16,1 0 0-16,-1-4 0 0,-1-2-240 0,0 2 80 15,-1-1 16-15,-1 1 0 0,0 3 0 0,-1 1 0 16,-1 0 0-16,2 2 0 0,-1 3 144 0,2-1-128 0,-2 2 128 0,4 2-128 16,2 1 128-16,2 3 0 15,2 1 0-15,1 2-128 0,1 4 128 0,4 0-128 0,2-1 128 0,4 3-128 16,0 0 128-16,2 0-160 0,1 2 160 0,-1 3-160 15,1 3 160-15,0-2-208 0,-2 3 80 16,0 1 128-16,-2 2-144 0,1 0 144 0,-3 3 0 0,-2-1 0 16,-2 0 0-16,-2 1 0 0,-2 2 0 0,-1 1 0 15,-5 0 0-15,-2 0 0 0,-1 1 0 0,-1-1 0 16,-4 1 0-16,-2 0 0 0,-2 0 0 0,0-1 0 16,-3 0 128-16,0-1-128 0,0 0 176 0,-2-3-176 15,1-1 160-15,-2 0-160 0,-1-2 128 0,-1-1-128 16,0 2 0-16,1-5 0 0,2 1 0 0,1 0 0 15,1-2-1200-15,3 1-320 0,10-2-64 0,0 0-13952 16,0 0-2784-16</inkml:trace>
  <inkml:trace contextRef="#ctx0" brushRef="#br0" timeOffset="100938.03">18208 16946 40479 0,'0'0'1792'0,"-8"-2"384"0,-3-2-1744 0,1 2-432 0,-3 4 0 16,-1 0 0-16,-2 2 2160 0,-1 2 336 0,-2-1 80 0,-1 5 16 15,-1-1-992-15,0 3-208 0,0 0-48 0,2 2 0 16,1 0-800-16,1 1-160 0,2-1-48 0,4 2 0 16,3-3-160-16,3 0-48 0,2-1 0 15,4-2 0-15,-1-10-128 0,5 12 0 0,2-2 0 0,3-1 0 16,3 2-160-16,0-5 160 0,0-3-208 0,3 1 80 15,2-3-192-15,2-1-16 0,-2-1-16 0,0-2 0 32,-1 1-144-32,0-2-16 0,0 0-16 0,-1-3 0 0,-2 1-48 15,-1-2 0-15,-1-1 0 0,-2 0 0 0,0-2 128 16,-4-1 0-16,-2-2 16 0,-1 0 0 0,-1 1 128 0,1 0 32 0,-2-2 0 0,-1 2 0 0,-1-1-32 16,0 2 0-16,-1 3 0 0,2 9 0 0,-2-9 128 0,0 2 32 15,2 7 0-15,0 0 0 16,0 0 144-16,0 0-208 0,0 0 80 0,0 0 128 0,0 0 0 15,0 0 0-15,0 0 0 0,0 0 0 0,11 7 0 0,-2 1 0 16,-3 2 192-16,1 2-64 0,-2 1 288 0,0 1 48 16,1 2 16-16,0 1 0 0,1 1-48 0,0-1-16 15,3-1 0-15,0 1 0 0,-1-4-144 0,2 1-16 16,-2-1-16-16,1-2 0 0,-1-5-16 0,-9-6 0 16,11 9 0-16,-4-2 0 0,-7-7 112 0,0 0 32 15,0 0 0-15,0 0 0 0,10-7 64 0,-4-1 16 16,-1 1 0-16,-1-1 0 0,0-3-64 0,-1 2-16 15,-1-4 0-15,2 0 0 0,0-4-208 0,3 0-32 16,1-2-128-16,1-1 192 0,1-5-192 0,6 1 0 0,5-4 0 16,1 0 0-1,1 0-720-15,2 1-96 0,1 2-16 16,4 2 0-16,1 2-912 0,2 4-192 0,1 8-48 0,2 6-12496 0,3 7-2512 0</inkml:trace>
  <inkml:trace contextRef="#ctx0" brushRef="#br0" timeOffset="101373.84">19286 17078 25791 0,'0'0'2304'0,"4"-10"-1856"0,0-1-448 0,0 1 0 15,0-3 3568-15,-1 0 608 0,0 0 128 0,-2 0 32 16,-2 0-1936-16,-2-1-384 0,1 3-80 0,-3 0-16 16,-5 2-720-16,-1 3-160 0,-4 0-16 0,-3 5-16 0,-4 1-304 15,-4 4-64-15,-4 5-16 0,-1 4 0 0,-2 4-304 0,-1 1-48 16,-1 1-16-16,2-2 0 0,5 2-16 0,3 2-16 15,7 1 0-15,2-5 0 0,4-1-224 0,7 1 128 16,4-6-128-16,3 1 0 0,4-3 0 0,3-1-128 16,2 0-16-16,4-3 0 15,3-2-240-15,4-3-32 0,4-3-16 0,2-1 0 16,0-2-80-16,2-5-32 0,2 2 0 16,-2-4 0-16,-2 0 64 0,2-3 16 0,2-2 0 0,-4-3 0 0,-3-1 192 15,0-4 32-15,-2 0 16 0,1-1 0 0,-3-7 224 0,-2 0 0 16,-1-1 0-16,-1-1 0 0,-1 1 0 0,-3 7 0 15,-4 0 0-15,-2 6 0 0,-3 5 176 16,-2 4-32-16,-2 13 0 0,0 0 0 0,-4-6 480 0,4 6 80 16,0 0 32-16,-10 7 0 0,-1 5-224 0,2 1-64 0,0 4 0 15,0 5 0-15,-1 3-448 0,2 4 128 0,3 1-128 16,3 1 0-16,2 2 0 0,4-1 0 0,3-4 0 16,2 2 0-1,1-2-704-15,3 0-176 0,0-4-32 0,4-3-16 16,2-3-1712-16,1-4-352 0,3-3-64 0,0 0-16 15,2-1-1040-15,0-3-224 0,-1-5-32 0,0-2-9088 0</inkml:trace>
  <inkml:trace contextRef="#ctx0" brushRef="#br0" timeOffset="102225.69">19835 17081 6447 0,'1'-19'576'0,"-1"1"-576"0,0 0 0 0,-1 2 0 15,-3 3 6656-15,-3 3 1216 0,-3 1 240 0,-3 5 48 16,-1-2-3680-16,-2 5-752 0,-2 1-144 0,-1 4-16 16,-1 3-1488-16,0 2-288 0,0 1-64 0,2 3-16 15,0-1-1072-15,4 2-224 0,3 1-32 0,2-1-16 0,2-1-240 0,4 0-128 16,0 0 160-16,3-1-160 15,4-2 0-15,1-1 0 0,0 0 0 0,6-1 0 0,2-2 0 0,2-1 0 16,4-1-192-16,0-2 192 0,2-2-304 0,1-4 48 16,0-1 16-16,2 1 0 0,-1-4 32 15,1-1 0-15,-2-1 0 0,1-3 0 0,2-3 32 0,0-1 16 16,0-2 0-16,0-1 0 0,-1-1-64 0,0 2-16 16,-1-5 0-16,1 5 0 0,-3 0 96 0,-3 4 16 15,-4 2 0-15,-5 4 0 0,-9 9 128 0,0 0 0 16,0 0 0-16,0 0 0 0,0 0 288 0,0 0 96 15,0 0 0-15,0 15 16 0,-4 5-80 0,0 1-32 16,1-2 0-16,-3-1 0 0,0 1-128 0,2-1-32 16,1 0 0-16,1-3 0 0,0 0-128 15,2-2 128-15,2-2-128 0,-2-11 128 0,4 13-128 0,1-7 0 16,-5-6 0-16,8 7 128 0,-8-7-128 0,9 5 0 0,-9-5 0 0,0 0 0 16,0 0 0-16,11 0 0 0,0-3 128 0,-2 1-128 15,-1-5 0-15,1 1 0 0,1-5 0 16,2-2 128-16,1 0-128 0,2-4 0 0,-1-2 0 15,3 0-176-15,0-1-96 0,0 0-32 0,-3 2 0 16,0 1 0-16,1 1 32 0,-2 3 0 0,-3 1 0 0,-10 12 0 16,0 0 272-16,0 0-160 0,0 0 160 0,0 0-128 15,0 0 272-15,0 0 64 0,0 0 16 0,0 13 0 16,-1 0 0-16,0 1 0 0,-2-1 0 0,2 0 0 16,-1 1-224-16,1-1 144 0,0-1-144 0,2 1 128 15,4-2-128-15,2 1 0 0,-7-12 0 0,10 11 0 16,5-1 0-16,-2-1 0 0,1-5 0 0,2 1 0 0,-1-1 0 15,2-1 0-15,0-3-144 0,1-3 144 0,2-2 0 16,1 0 0-16,-2 2 0 0,1-6 0 0,-1-1 0 16,5-1 0-16,2-4 0 0,-1-1 0 0,-2-2 0 15,3-3-128-15,0 0 128 0,2 1-160 0,-2 2-112 16,-1-3-32-16,-2 0 0 0,-2 3 0 0,-3 3 32 0,-5 3 0 16,-2 4 0-16,-11 8 0 0,5-8 272 0,-5 8-128 15,0 0 128-15,0 0 0 0,0 0 144 0,0 0 144 16,-12 8 32-16,2 2 0 0,-2 2-16 15,2 1 0-15,-2 0 0 0,0 2 0 0,-1-1-304 16,0 4 160-16,0-1-160 0,1 3 128 0,1-3-128 0,0 1 0 16,2-3 0-16,0 2 0 0,0 2 0 0,2-5 0 15,2 0 0-15,1 1 0 0,1-4 0 0,3 1 0 0,0-3 128 16,3 2-128-16,-3-11 0 0,5 10 0 0,0-2 0 0,3-1 0 16,-8-7 0-16,12 6 0 0,0-1 128 0,1-1-128 15,1-1 0-15,3-3 0 16,1 0 0-16,3-4 0 0,3 1-208 15,0-2 80-15,1-1 128 0,0-2-208 0,0-1 64 0,1-2 16 0,0-2 0 0,-1 0 0 16,-2 0 128-16,-1 0-160 0,-1-3 160 0,-3 5-160 16,-3 0 160-16,-3 3 0 0,-5 1 0 15,-7 7-128-15,0 0 128 0,0 0 0 0,0 0 0 0,0 0 0 16,0 0 0-16,0 0 128 0,0 0-128 0,9-3 0 16,-9 3 0-16,11 0-160 0,-11 0 16 0,12 4 0 15,-2 0-1504 1,2 0-288-16,0-2-64 0,2 5-19824 0</inkml:trace>
  <inkml:trace contextRef="#ctx0" brushRef="#br0" timeOffset="102775.24">21073 17104 42495 0,'0'0'1888'0,"0"0"384"0,-5-6-1824 0,5 6-448 0,0 0 0 0,0 0 0 15,0 0 1792-15,0 0 256 0,0 0 48 0,0 0 16 16,8-8-1024-16,1 1-192 0,1 3-32 0,3-1-16 16,2 0-528-16,0-2-128 0,0-2 0 0,0 3-16 15,4-1-48-15,-4-2 0 0,-2 0 0 0,0 0 0 16,0 0-128-16,-1-2 160 0,-1 0-160 0,-2-3 160 15,-1 1-160-15,-2 0 160 0,-1 2-160 0,-2 0 160 0,-3 1-160 0,-3 1 0 16,-3 0 0-16,-3 2 128 0,-4 3-128 0,-2 2 0 16,-3 2 144-16,-4 3-144 0,-6 7 256 0,0 3-32 15,-2 2 0-15,4 3 0 16,1 5 0-16,4-2 0 0,3 3 0 0,5 0 0 0,2-1-16 0,6-2 0 16,4 1 0-16,3-1 0 0,5-1-208 0,2-1 144 15,3-2-144-15,4-1 128 0,3-2-128 0,3-2 0 16,3-2 0-16,2 1 0 0,1-5 0 15,0 1-192-15,1-1 32 0,2-3 16 16,2-3-1264-16,0 1-256 0,0-1-64 0,4 0-21952 0</inkml:trace>
  <inkml:trace contextRef="#ctx0" brushRef="#br0" timeOffset="121753.01">24146 14456 38703 0,'-6'-10'3440'15,"0"1"-2752"-15,0 3-560 0,6 6-128 0,0 0 960 0,-13 11 176 16,-3 2 16-16,-2 4 16 0,-3 4-672 0,-5 6-144 15,-3 7-32-15,1 8 0 0,2 5 384 0,0 1 80 16,-1 0 16-16,5-1 0 0,4-1-544 0,2-5-128 16,5-4 0-16,3-7-128 0,4-1 160 0,0-9-160 15,1-4 128-15,2-3-128 0,1-13 192 0,0 0-64 16,0 0 0-16,0 0 0 0,0 0 144 0,9-4 32 16,2-4 0-16,0-6 0 0,1-7-96 0,2-6-16 15,2-6 0-15,2-3 0 0,3-6-192 0,1-4 0 16,2-3 0-16,-1 1 0 0,1 1 0 0,-5 5 0 15,-2 4 0-15,0 7 0 0,-4 6 0 0,-2 7-128 16,-3 6 128-16,-8 12 0 0,0 0 0 0,0 0 144 0,0 0 16 0,0 0 0 16,3 12 32-16,0 3 16 15,-3 4 0-15,3 0 0 0,1 3-208 16,2 3 0-16,1 0 0 0,2 1 0 0,0 0 0 16,0-1 0-16,1-3 0 0,1 2 0 0,-1-4-192 0,2 3 0 0,0-5 16 0,-4 0 0 31,-3-4-1264-31,0 2-256 0,-1-3-48 0,-2-3-16 15,-3 4-496-15,1-4-112 0,0 4 0 0,0-2-16 16,-2-2-608-16,-2 0-112 0,4-10-32 0</inkml:trace>
  <inkml:trace contextRef="#ctx0" brushRef="#br0" timeOffset="122102.78">24069 14701 8287 0,'-1'-11'736'15,"0"0"-592"-15,-1 1-144 0,1 2 0 0,1 8 5328 0,0 0 1040 0,0 0 208 0,0 0 32 16,0 0-3616-16,0 0-736 0,-3 17-144 0,1 2-16 0,-3 2-832 0,1 5-176 15,-2 6-16-15,1 3-16 0,-3 4-240 0,1 4-48 16,-3 3-16-16,0 2 0 0,0 9-176 0,-1 6-48 16,-1 7 0-16,1 4 0 0,-1 7-288 0,2 0-64 15,0-1-16-15,4 4 0 0,-1 6-16 0,3 0 0 16,1 0 0-16,-1-2 0 0,0-4-144 0,2 6 0 16,1 4 0-16,0-1 128 0,1-2-128 0,-1-4 0 15,-3-1 0-15,1 3-176 0,2 4 176 0,-1-2 0 0,0-4 0 16,3-1 0-16,-1-5 0 0,0-4 0 15,0-1 0-15,0-6 0 0,0-3 0 0,0-4 144 0,-3-3-144 16,1-5 0-16,-2-7 176 0,1-1-176 0,2-1 160 16,-2-4-160-16,0-5 160 0,-1-1-160 0,0-1 160 15,1-6-160-15,-1-5 192 0,2-2-64 0,-1-3-128 0,2-4 192 16,-2-3-192-16,3-12 176 0,0 12-176 0,0-12 160 16,0 0-384-16,0 0-80 0,0 0-16 0,0 0 0 31,0 0-1728-31,7-8-336 0,-1-2-80 0,2-3-17024 0</inkml:trace>
  <inkml:trace contextRef="#ctx0" brushRef="#br0" timeOffset="122521.6">24028 17938 45327 0,'0'0'2000'0,"0"0"432"0,0 0-1952 0,0 0-480 15,0 0 0-15,0 0 0 0,0 0-160 0,0 0-128 16,0 0-32-16,11-2 0 0,2-1 656 0,6 1 128 16,1-1 32-16,5 0 0 0,4 1-112 0,3 0-32 15,6-1 0-15,1 0 0 0,4-2 0 0,7 1 0 16,6 0 0-16,10-1 0 0,10 1-224 0,2 1-128 16,2-1 160-16,5 2-160 0,3 0 0 0,13 0 0 15,8-2 0-15,3 1 0 0,0 2 0 0,10-3 0 16,7 1 0-16,-2 0 0 0,-1 0 0 0,5 0 0 0,9-1 0 15,-6 2 0-15,-5-2 0 0,4 1 0 0,5 3 0 0,-5 0 0 16,-8 0 0-16,5 0 0 0,4 0 0 0,-6 2 0 16,-10-1 0-16,-2-1 0 0,-1 0 128 0,-7 1-128 15,-6 0 0-15,-8-1 0 0,-10 0 0 0,-7-1 0 16,-8 0 160-16,-7 0-160 0,-7-2 160 0,-9-1-160 16,-8 1 128-16,-8 0-128 0,-8 0 0 0,-6 0 144 15,-6-1-144-15,-10 4 0 0,0 0 0 0,0 0 0 16,0 0-416-16,0 0 32 0,0 0 16 0,0 0 0 31,0 0-2496-31,-9-4-496 0,9 4-96 0,-11 0-14336 0</inkml:trace>
  <inkml:trace contextRef="#ctx0" brushRef="#br0" timeOffset="122793.42">28408 17809 17503 0,'0'0'1552'0,"0"0"-1232"0,5-5-320 0,2 0 0 0,2 0 3776 0,0 1 704 16,0 3 144-16,0-1 32 0,0-2-2032 0,-1 3-416 15,-8 1-80-15,12-1-16 0,-2-1-352 0,1 1-80 16,-11 1-16-16,12 1 0 0,-2-1-848 0,2 2-176 16,1-2-48-16,0 5 0 0,0-1-336 0,2 2-64 15,0 1 0-15,-1 1-16 0,2-1-176 0,-1 4 0 16,0-5 0-16,-1 4 0 0,-1 1 0 0,-1 0 0 16,-4-2 0-16,-8-9 0 0,8 10 192 0,-8-10-32 15,2 12-16-15,-2-12 0 0,-5 10 512 0,-3 0 112 16,-2-1 0-16,-2-1 16 0,-2-2-128 0,-1 2-16 0,0 1-16 15,-4 0 0-15,0 0-368 0,1 0-80 16,1 0-16-16,0-1 0 0,1-1-160 0,3-1 0 16,1 1 0-16,3 2 0 15,4-2-1072-15,5-7-288 0,1 11-64 0,8 1-22432 0</inkml:trace>
  <inkml:trace contextRef="#ctx0" brushRef="#br0" timeOffset="123767.2">22629 14957 26719 0,'-11'-22'1184'0,"7"10"240"0,0 0-1136 0,2 3-288 0,0 3 0 0,2 6 0 16,0 0 3392-16,0 0 640 0,0 0 112 0,0 0 16 15,0 0-2496-15,3 11-496 0,0 5-96 0,-2 3-32 16,-1 8-448-16,0-1-80 0,-3 2-32 16,3 4 0-16,-1 0-64 0,1 2-16 0,0-5 0 0,0 5 0 15,0 0-144-15,3-2-16 0,1-4-16 0,-2-2 0 16,1 0-224-16,-1-8 144 0,1-2-144 0,0-2 128 16,-2-2-128-16,-1-12 0 0,0 0 0 0,0 0 0 15,0 0-176-15,0 0-112 0,0 0-32 0,0 0 0 16,0 0-1344-16,0 0-256 0,0 0-64 0,0 0-16 31,-5-9-912-31,-2-3-176 0,-2-4-48 0,-4-5-12128 0</inkml:trace>
  <inkml:trace contextRef="#ctx0" brushRef="#br0" timeOffset="123931.26">22372 15078 29711 0,'-21'-10'1312'0,"8"1"288"0,0-2-1280 0,0-1-320 0,-2 6 0 0,4-1 0 0,0 3 2880 0,6 0 512 16,5 4 96-16,0 0 32 0,0 0-1024 0,7-6-208 15,2-1-48-15,4 1 0 0,2-2-1072 0,10 2-208 16,6-4-64-16,7 1 0 0,3-1-448 0,0-1-112 15,0 1-16-15,1-2 0 0,2 1-144 0,3-1-48 16,2-1 0-16,2 2 0 0,3 1-128 0,-1 2 0 16,2 6 0-16,0-2 0 15,-2 2-1600-15,2 4-336 0,0 2-80 16</inkml:trace>
  <inkml:trace contextRef="#ctx0" brushRef="#br0" timeOffset="124567.53">29232 18097 27647 0,'-9'-15'1216'0,"4"7"256"0,-1-2-1168 0,2 3-304 0,2 2 0 0,2 5 0 15,0 0 4896-15,0 0 928 0,0 0 176 0,0 0 32 16,1 18-3904-16,2 2-784 0,1-2-144 0,0 1-48 16,1 1-512-16,-1 0-128 0,0 0 0 0,1 0-16 15,1 0-48-15,1-2-16 0,-1 0 0 0,2-4 0 16,1 2-192-16,0-6-48 0,-1 0 0 0,-8-10 0 16,0 0 48-16,11 5 0 0,-1 0 0 0,-10-5 0 15,0 0-240-15,13-4 0 0,-2 2 0 0,-1-5 0 16,0-3 160-16,0-1-16 0,-1-1 0 0,0-2 0 15,3-3-96-15,-1 0-48 0,1-1 0 0,2-3 0 0,2-5 0 16,1-3 0-16,0-2 0 0,0-4 0 0,1 0 0 16,0 1 0-16,-2-1 0 0,-2 5-160 15,-2 3-720-15,0 4-144 16,0 3-16-16,1 5-15744 0,1 3-3152 0</inkml:trace>
  <inkml:trace contextRef="#ctx0" brushRef="#br0" timeOffset="125475.79">24655 17550 40319 0,'0'0'1792'0,"-4"-8"352"0,0-2-1712 0,1 2-432 15,-1-3 0-15,3 1 0 0,2-2 1296 0,-1-1 176 16,-1-2 48-16,1-1 0 0,3 0 160 0,0-5 48 16,0-2 0-16,2-2 0 0,1-1-912 0,0-1-176 0,1-3-48 0,-1 0 0 15,1-7-144-15,0 1-48 0,3-5 0 0,0-3 0 16,0-4-176-16,1-10-32 0,1-5-16 0,1-7 0 15,1-1-176-15,3-4 0 0,2 0 144 16,2-6-144-16,0-5 0 0,1-4 0 16,4-7 0-16,0 6 128 0,-1 6-128 0,1 1 0 0,2 0 0 0,0 1 0 15,2-1 0-15,0 9 0 0,2 6 0 0,-5 9 0 16,-1 2 0-16,-2 6 0 0,-1-1 0 0,-1 3 0 16,0 2 0-16,2 5-128 0,-1 4 128 0,3 4 0 15,0 1 0-15,2 2 0 0,-1 1 0 0,3 5-128 16,0 4 128-16,1 1 0 0,3 0 0 0,2 3 0 15,1 5 0-15,1 4 0 0,-1 2 0 0,-2 5 0 16,-4 2 0-16,2 4 0 0,1 2 0 0,0 5 0 16,-1 2 0-16,5 2 0 0,4 6 0 0,2 4-128 15,1 6 128-15,7 7 0 0,6 8 0 0,0 3-128 0,-2 3 128 16,-1 6 0-16,1 0 0 0,4 1 0 0,4-2 0 16,10 5 0-16,8 3 0 0,-1 4-128 0,-3 4 128 0,4-1 224 15,6-3-48-15,1-3-16 0,7-1-160 0,-8-2 0 16,-6 1-192-16,-2-2 192 0,-2 0 0 0,0-1 0 15,-1-5 0-15,-1 0 0 0,-4-2 0 0,-5-1 0 16,-4-3 0-16,-2-1 0 0,-1 1 0 16,-4-2 0-16,-2-4 0 0,-5-3 0 0,-2-5 0 0,-2-2 0 15,-5-4 0-15,-5-4 0 0,-6-2 0 0,-4-6 0 16,-5-4-128-16,1-1 128 0,-5-4-240 0,-2-1 32 16,-2-3 0-16,-1 1 0 15,-4-4-1440-15,-7-2-272 0,9 3-64 0,-9-3-20576 16</inkml:trace>
  <inkml:trace contextRef="#ctx0" brushRef="#br0" timeOffset="126630.6">24915 16460 31327 0,'0'0'2784'0,"0"0"-2224"0,3-9-560 0,-3 9 0 15,8-7 2112-15,-8 7 320 0,9-4 64 0,-9 4 16 16,0 0-1264-16,0 0-256 0,10-1-48 0,-10 1-16 16,0 0-160-16,0 0-48 0,0 0 0 0,0 0 0 15,-4 12 224-15,-2-2 32 0,-3-2 16 0,-2 0 0 0,0-2-160 0,-2 2-48 16,0-1 0-16,-1-1 0 0,3 0-400 0,0-4-64 16,1-3-32-16,10 1 0 0,-12-1-128 0,2-3-32 15,1-2 0-15,9 6 0 0,-7-9 32 0,3 0 0 16,2-3 0-16,2 2 0 0,1-3-32 0,3-1 0 15,4-2 0-15,1-4 0 0,0 0-128 0,4 0 0 16,3 0 0-16,0 4 0 0,1-3 0 16,0 4 0-16,2 0 0 0,-2 4 0 15,-2 1 0-15,-2 5 0 0,-4 1 0 0,-9 4 0 0,0 0 0 0,12 6 0 16,-12-6 0-16,8 10 0 0,-8-10 0 16,5 13 0-16,-2 1 0 0,-3 2 0 0,0-3 0 0,-2 0 0 15,0 4 0-15,-2-4 0 0,0-1 0 0,0-1 0 16,4-11 0-16,-6 12 0 0,-1-1 0 0,-1-2 128 15,-1-3-128-15,-1 0 0 0,-2-3 128 0,0 1-128 0,2-1 0 0,-1-2 128 16,0-1-128-16,0-1 160 0,11 1-160 0,-10-4 160 16,1 0-160-16,9 4 0 0,-7-9 144 0,3 2-144 15,3-2 0-15,1 0 128 0,3-1-128 0,3-1 0 16,2 1 0-16,4 0 0 0,2-4 0 0,3 4 0 16,0 0 0-16,0 2 0 0,-2 1 0 0,1 2 0 15,0 2 0-15,-1 3 0 0,0 3 0 0,-1 1-128 16,-1 2 128-16,-1 1 0 0,-3 3 0 0,-1 3 0 15,-3 1 0-15,-1 0 0 0,-1 1 0 16,-2 1-128-16,-1 2 128 0,-1 1 0 0,-3-4 0 16,0 0 0-16,-2-2 0 0,0-2 0 0,-2 0 128 0,0-2-128 0,-1-1 0 15,0 0 144-15,-3-4-144 0,2-1 0 16,-1 0 224-16,1-2-64 0,-2-1-16 0,1-1 0 0,-2-4-16 0,-3 1 0 16,0-1 0-16,-1-2 0 0,3 1-128 15,0-2 160-15,-2 0-160 0,4-4 160 0,2 1-160 0,2-1 0 16,1 0 144-16,2 0-144 0,3 1 0 0,2-1 0 15,2 1 0-15,3 1 128 0,2 1-128 16,2 1 0-16,2 2 0 0,2 0 0 0,0 2 0 0,2 2 0 16,1 1-144-16,-2 2 144 0,1 1 0 15,-1 2 0-15,-1 2-144 0,-4-1 144 0,-9-5 0 0,0 0-128 16,0 0 128-16,8 9 0 0,-8-9 0 0,0 0-128 16,-1 12 128-16,-2-2 0 0,0 0 0 0,-3-2-160 15,-3 0 160-15,-2 0-128 16,0 0-496-16,1 0-80 0,0-2-32 0,1 1 0 15,1-1-1824-15,3 3-352 0,4 3-80 0</inkml:trace>
  <inkml:trace contextRef="#ctx0" brushRef="#br0" timeOffset="127108.55">24602 15613 26719 0,'0'0'2368'0,"-9"-2"-1888"0,9 2-480 0,-10 3 0 15,1 1 3712-15,0 1 640 0,0 2 128 16,-1 0 16-16,3 4-3152 0,-1-1-624 0,1 3-128 0,2 3-16 16,0 1-288-16,1 0-48 0,1-2-16 0,2 1 0 15,1 0-224-15,1-3 0 0,1-3 0 0,0 1 0 32,-2-11-704-32,5 10-192 0,1-2-48 0,-6-8 0 15,7 6-2080-15,-7-6-432 0,0 0-64 0</inkml:trace>
  <inkml:trace contextRef="#ctx0" brushRef="#br0" timeOffset="127446.1">24656 15588 19343 0,'-5'-18'848'16,"1"10"192"-16,0 1-832 0,4 7-208 0,0 0 0 0,-5-6 0 0,-1 1 4464 0,1 2 848 0,-3 0 160 0,1 2 32 0,-3 1-2912 0,1 1-592 15,-2 1-112-15,-2 2-32 0,-3 2-832 0,-1 6-192 16,-3-3-16-16,2 7-16 0,0 2-272 0,-2 3-48 15,1 1-16-15,1 3 0 0,1-1-128 0,4 2-16 16,2-1-16-16,2-3 0 0,0 2-176 0,4-6-128 16,2 0 192-16,3-3-192 0,1 0 144 0,3 0-144 15,1-5 0-15,2 1 144 0,2-4-144 0,3 0 160 16,2-1-160-16,1-4 160 0,-1-1-160 0,4-1 0 16,2-1 0-16,1-1 0 0,1-3 0 0,1 0 0 15,2-3 0-15,-3 0-176 0,3 0 32 16,-3-1 0-16,-1-4 0 0,-3 0 0 0,2-2-48 0,-3-4 0 15,0 0 0-15,-3-3 0 0,-1 1-64 0,-1-1 0 16,-2-2-16-16,-2 1 0 0,-3-1 32 0,-2 1 16 16,-3-1 0-16,-3 5 0 0,-1 0 16 0,-2 3 0 15,-2-3 0-15,0 2 0 16,-1 2-192-16,0 3-48 0,2 4 0 0,7 8 0 16,-7-8-2176-16,-3 3-448 0,10 5-96 0</inkml:trace>
  <inkml:trace contextRef="#ctx0" brushRef="#br0" timeOffset="128829.57">25000 16513 24639 0,'0'0'1088'0,"0"0"240"0,-4-6-1072 0,4 6-256 0,-2-9 0 0,-2 1 0 0,-2 1 1728 0,3 4 304 16,3 3 48-16,0 0 16 0,-4-6-32 0,4 6 0 16,-6-4 0-16,6 4 0 0,0 0-816 0,0 0-160 0,0 0-48 0,0 0 0 15,0 0 16-15,0 0 0 0,0 0 0 0,0 0 0 16,0 0-224-16,0 0-32 0,0 0-16 0,0 0 0 16,0 0-224-16,0 0-48 0,0 0-16 0,0 0 0 15,0 0-224-15,8-3-32 0,-8 3-16 0,0 0 0 16,11-4-96-16,-11 4 0 0,10-3-128 0,1 3 192 15,-11 0-64-15,13-3 0 0,-2 1-128 0,1 1 192 16,1 1-64-16,1 0-128 0,1 0 176 0,3-4-176 16,2 2 144-16,0 1-144 0,1 0 0 0,3-1 144 15,1 1-144-15,1 0 0 0,-2-2 0 0,4 1 128 16,-1-2-128-16,4 1 0 0,2-2 0 0,2 1 128 16,4-3-128-16,0 3 0 0,1 1 0 0,1 0 0 0,4 2 0 15,0 1 0-15,0 0 0 0,-2 0 0 16,-4-2 0-16,0 1 0 0,0-3 0 0,4 0 0 0,4 0 0 0,1 0 0 15,0 0 0-15,3 1 0 0,4-3 0 0,-2 1 0 16,0-3 0-16,-4 3 0 0,-3 0 0 16,-1 2 0-16,1 2 0 0,-2-3 0 0,-1 1 0 0,2 0 0 15,-1 0 0-15,0 0 0 0,1 2 0 0,-5 0 0 16,-2 1 0-16,-4 0 0 0,-3-2 0 0,-2 2 0 16,-3 3 0-16,-3-2 0 0,-2-1 0 0,-1 2 0 15,-2-1 0-15,-2-1 0 0,-2 0 0 0,0 0 0 16,-3 0 0-16,-2 0 0 0,-9 0 0 0,0 0 0 15,0 0 0-15,9-1 0 0,-9 1 0 0,0 0 0 16,0 0 0-16,0 0 128 0,0 0-128 0,9-3 0 0,-9 3 0 16,0 0 128-16,8-4-128 0,-8 4 0 0,0 0 0 0,8-4 0 15,-8 4 0-15,0 0 0 0,9-4 0 0,-9 4 0 16,0 0 0-16,0 0 0 0,8-4 0 0,-8 4 0 16,0 0 0-16,0 0 0 0,0 0 0 0,0 0 0 15,0 0 0-15,9-4 0 0,-9 4 0 0,0 0 0 16,0 0 0-16,11-3 0 0,1 0 0 0,0-2 0 15,0 3 0-15,-1-1 0 0,2-1 0 0,0 1 0 16,-1 0 0-16,3-1 0 0,-1 1 0 0,0-3 0 16,-1 4 0-16,0 0 0 0,-1-3 0 0,0 4 0 15,-2-3 0-15,-10 4 0 0,0 0 0 0,11-1 0 16,-11 1 0-16,0 0 0 0,0 0 0 0,0 0 0 16,10-2 0-16,-10 2 128 0,0 0-128 0,0 0 128 15,12 0-128-15,-12 0 0 0,0 0 0 0,0 0 128 0,10 3-128 16,-10-3 0-16,0 0 0 0,0 0 0 0,0 0 0 15,0 0 0-15,0 0 0 0,0 0 0 0,0 0 0 16,0 0 0-16,0 0 0 0,0 0 0 0,0 0 0 0,0 0 0 16,0 0 0-16,0 0 0 0,0 0 0 0,0 0 0 15,0 0 0-15,0 0 0 16,0 0-528-16,0 0-96 0,0 0-16 0,0 0 0 16,0 0-2448-16,0 0-496 0</inkml:trace>
  <inkml:trace contextRef="#ctx0" brushRef="#br0" timeOffset="129960.69">27366 16264 15663 0,'0'0'1392'0,"-5"-6"-1120"0,5 6-272 0,0 0 0 0,0 0 5168 0,0 0 976 16,0 0 192-16,0 0 32 0,0 0-4288 0,0 0-864 16,0 0-160-16,0 0-32 0,0 0-384 0,0 13-80 0,-1-3-16 0,-2 3 0 15,3-13 96-15,-5 13 32 0,-2-2 0 0,1-2 0 16,-2-1-64-16,2 1-16 0,-2-2 0 0,8-7 0 16,-9 5-176-16,0 0-32 0,9-5-16 0,-10 1 0 15,10-1-96-15,0 0-16 0,0 0 0 0,-9-2 0 16,3-5-32-16,6 7-16 0,0 0 0 0,0-9 0 15,1 0 0-15,4-2 0 0,3-2 0 0,4 0 0 16,1-1-208-16,4 1 0 0,1-3 0 0,2 3 0 16,-1 2 0-16,1 1 0 15,-2 1 0-15,0 3 0 0,-1-1-160 0,-2 3 160 0,-2 2-128 0,-2 0 128 16,-11 2-128-16,12 2 128 0,-12-2-128 0,0 0 128 16,8 8 0-16,-3 2 0 0,-5-10 0 0,3 17 0 15,-5-4 0-15,0 4 0 0,-2-3 128 0,-1 2-128 16,-2-2 128-16,2-2-128 0,-2-2 160 0,1 0-160 0,-2-3 192 15,0 3-64-15,-1-8-128 0,0 3 192 16,-1-1 32-16,-1-1 0 0,1-3 0 0,-1-1 0 0,0-2-48 0,-1 2-16 16,0-3 0-16,0 0 0 0,-1-1-16 15,2 2 0-15,0-2 0 0,2 0 0 0,2-2-16 0,2-1-128 16,1-1 192-16,3 0-64 0,2-3-128 0,3 0 0 16,1 1 0-16,3-1 0 0,4 2-160 15,1 0 160-15,0 0-208 0,1 2 80 0,1 2 128 16,-1-1-128-16,0 3 128 0,0 2-128 0,-1 2 128 0,0 0-160 15,-2-2 160-15,1 5-160 0,-2 1 160 0,0 1-128 0,-10-5 128 16,10 8-128-16,-1 2 128 0,-2 1 0 16,-3-2 0-16,-2 4 0 0,0-3 0 0,-2 3 0 0,-2 0 0 15,-2 0 0-15,-2-5 144 0,-1 1-144 16,1 2 192-16,-3-2-192 0,-2-2 240 0,1-1-64 16,-1-1-16-16,1-1 0 0,1-1 16 0,0-1 0 0,0-2 0 0,-2-1 0 15,1-2-48-15,-2 1 0 0,-1-1 0 0,0-2 0 16,0-1-128-16,1-1 160 0,0 0-160 0,1-2 160 15,0-1-160-15,2-1 160 0,3-4-160 0,0 2 160 16,2 0-160-16,4-2 0 0,2-2 0 0,3 1 0 16,3 0 0-16,3 2 0 0,4 1 0 0,3-2-176 15,0 0 48-15,2 3 0 0,-1 1 0 0,2 2 0 16,-1 1 128-16,-1 3-192 0,0 1 192 0,-2 2-192 16,-3 0 192-16,-1 2-128 0,-1 0 128 0,-2 3-128 15,-10-3 128-15,9 5 0 0,-1 2 0 0,-4 2-128 16,-4-9 128-16,0 13 0 0,-3-3 0 0,-1 2 0 0,-2 0 128 15,-2 0-128-15,-1-2 128 0,-1 0-128 0,-2 1 128 16,0-1-128-16,0-2 128 0,1 2-128 0,-2-4 144 0,1 0-144 16,0 1 192-16,0-2-192 15,1-2 0-15,-1 0 0 0,0-1 0 0,2-1 0 16,1-1-336-16,-2 0-176 0,0 0-48 0,3-3 0 16,8 3-2512-16,0 0-496 0</inkml:trace>
  <inkml:trace contextRef="#ctx0" brushRef="#br0" timeOffset="130410.48">27834 15348 17503 0,'-2'-16'1552'0,"0"7"-1232"0,0-5-320 0,3 1 0 16,3 4 6240-16,4-3 1184 0,2 2 256 0,2-2 32 16,1 0-5440-16,0 2-1088 0,0-1-224 0,1 2-32 15,1 3-208-15,-1 2-32 0,-1-2-16 0,-1 4 0 16,0 1-480-16,-1 2-192 0,0 0 176 0,1 6-176 15,-1-1 160-15,-2 5-160 0,-2 0 160 0,-2 1-160 0,-2 1 144 0,-3 1-144 16,-4 2 128-16,-1 2-128 0,-3 3 224 16,-1-1-32-16,-2-1-16 0,1 2 0 0,-2 0 32 0,0-1 16 15,1-2 0-15,-2 0 0 0,0-2-16 0,1-2 0 16,0-1 0-16,2-1 0 0,2-2-32 0,3-2-16 16,-1 0 0-16,6-8 0 0,0 0-160 0,2 10 160 15,2-2-160-15,2-1 160 0,3-2-160 0,3-1 192 16,1-2-192-16,1 1 192 0,1-3-192 0,0 0 0 15,2-4 0-15,2 1 0 0,-1 1-128 0,0-1-64 16,-1 1-16-16,0-2 0 16,0-3-1712-16,0 2-352 0,-1 0-64 0,-2 1-12384 15,0 3-2496-15</inkml:trace>
  <inkml:trace contextRef="#ctx0" brushRef="#br0" timeOffset="130789.14">28193 15262 22111 0,'-11'-21'1968'0,"5"11"-1584"0,-1-1-384 0,-2 1 0 16,-1-2 1776-16,-2-1 272 0,-2-1 48 0,-2 1 16 16,1-2-432-16,-4 4-80 0,-3 0 0 0,0 2-16 15,-2 1-64-15,-2 3-16 0,-5 1 0 0,0 3 0 16,-2 5-288-16,-2 2-64 0,-3 3-16 0,-1 3 0 16,0 2-48-16,0 6 0 0,1 6 0 0,2 3 0 15,0 1-224-15,5 1-48 0,4 3-16 0,6 1 0 16,5 0-224-16,7 2-32 0,5-1-16 0,5-2 0 15,5 1-208-15,4-1-64 0,4-2 0 0,5-1 0 16,0-1-64-16,6 0-32 0,1-3 0 0,4-1 0 16,3-4-160-16,2-3 128 0,4-4-128 0,3-4 128 0,2-2-128 15,0-3 192-15,-1-2-192 0,-2-2 192 0,-2-5-192 16,0 0 0-16,1-1 0 0,-2-3 0 0,-1-6-128 16,-2-3 128-16,-1-2-160 0,-3-4 160 0,-3-3-176 0,-2-4 176 15,-4-1-192-15,-4-1 192 0,-4-2-128 0,-3-2 128 16,-3-1 0-16,-5-2 0 0,-4-1 0 0,-4 1 0 15,-4-4 0-15,-3 3 0 0,-4 1-176 0,-2 2 176 16,-4-1-160-16,-4 7 160 16,-3 0-880-16,-2 11-80 0,-2 2 0 0,-2 11-14624 15,-3 10-2912-15</inkml:trace>
  <inkml:trace contextRef="#ctx0" brushRef="#br0" timeOffset="131323.14">26067 16221 18431 0,'-6'-10'1632'0,"1"3"-1312"16,5 7-320-16,0 0 0 0,0 0 5664 0,0 0 1056 16,0 0 224-16,0 0 32 0,0 0-3776 0,0 0-768 15,0 0-160-15,0 0-32 0,0 0-1216 0,0 12-240 16,1 1-48-16,2 2-16 0,1-1-384 0,0 2-80 15,0-1 0-15,2 0-16 0,2-2-64 0,1 1-16 16,0 0 0-16,2-1 0 0,0-4-160 0,3 2 192 16,-1-1-192-16,1 2 192 0,2-2-192 0,1 0 192 15,-1-3-192-15,1 1 192 0,-1-1-192 0,-2-2 0 16,-1-1 0-16,-1 0 0 0,-1-2 0 0,-11-2 0 16,0 0 0-16,0 0 0 0,0 0 0 0,0 0 128 15,0 0-128-15,0 0 128 0,0 0-128 0,0 0 0 0,-4 10 0 16,-4-4 0-16,-4 3 0 0,-2-1 0 0,-3 0 0 15,-1 1 0-15,-1 1 0 0,0 1 0 0,-1 1 0 16,1-3 0-16,-1 2 0 0,4 1 0 0,3 0 0 0,2-2 0 16,-1 2-176-16,0 1 48 0,0-1 0 0,3 2 0 31,4 0-1936-31,3 2-384 0,2 4-80 16</inkml:trace>
  <inkml:trace contextRef="#ctx0" brushRef="#br0" timeOffset="133819.9">27943 16240 25791 0,'0'0'2304'0,"0"0"-1856"0,1-9-448 0,4 2 0 16,4 1 2672-16,4-1 432 0,2-1 96 0,5-2 0 15,3-3-2368-15,1-2-496 0,2 0-80 0,4-2-32 16,3-3 128-16,5 1 32 0,5-2 0 0,3 0 0 16,2 1-256-16,1-2-128 0,1 1 128 0,-3 2-128 15,-4 3 0-15,-5 4 0 0,-5 5 0 0,-3 1 0 16,-5 4 128-16,-3 3-128 0,-3 3 128 0,-4 4-128 0,0 2 608 16,-4 3 48-16,0 3 16 0,-1 1 0 0,2 0 208 15,1 0 32-15,-1-2 16 0,3 2 0 0,4-1-288 0,1 1-48 16,3 0-16-16,1-3 0 0,3-5-320 0,-1 2-64 15,0-1 0-15,1-5-16 0,-1-5-16 0,0-1 0 16,-2-4 0-16,-1 0 0 0,-1 0-160 0,-1-1 160 16,-3-3-160-16,-2 1 160 0,-3 2-160 0,-1-3-272 15,0-2 64-15,-1 1 16 16,0-1-1296-16,-1 0-256 0,1-1-48 0,0-1-11552 16,4 1-2304-16</inkml:trace>
  <inkml:trace contextRef="#ctx0" brushRef="#br0" timeOffset="134119.79">29829 15600 32255 0,'-4'-12'2864'0,"0"0"-2288"0,0 2-576 0,2 1 0 15,2 9 3120-15,0 0 512 0,-2-8 96 0,2 8 32 16,0 0-2064-16,0 0-416 0,0 0-64 0,0 0-32 15,0 0-736-15,0 0-128 0,0 0-48 0,-1 13 0 16,-3 1-272-16,0 8 160 0,0 0-160 0,-1 6 128 16,0-2-128-16,0 8 128 0,0 0-128 0,-1 0 128 15,-2-3-128-15,3 0 0 0,0 0 0 0,1-2 0 16,2-3 0-16,-1-2 0 0,0-3 0 0,2-1 0 16,0-3 0-16,-1-2-144 0,1-2 144 15,0-2-208-15,-1 0-1232 0,2-11-240 0,0 0-48 16,-1 13-16-16,1-3-1424 15,-1-2-288-15,0-1-48 0</inkml:trace>
  <inkml:trace contextRef="#ctx0" brushRef="#br0" timeOffset="134343.54">29325 15528 33167 0,'-3'-21'1472'0,"2"9"304"0,-2 2-1424 0,2 1-352 15,-1-2 0-15,5 3 0 0,-3 8 3696 0,12-9 656 16,1 0 144-16,4 0 32 0,4 1-2480 0,5 0-480 15,6 1-96-15,5-1-32 0,1 0-800 0,2 0-144 0,3-1-48 0,5-1 0 16,4-1-144-16,4 2-48 0,3 0 0 0,5 4 0 16,4-2-256-16,-6 3 128 15,-4-1-128-15,-4 2 0 0,-3 1 0 0,0 1 0 0,-1 1 0 0,-3 2 0 32,-3 1-640-32,-4 1-192 0,-4 0-48 0,-8 2 0 15,-6 5-1328-15,-5 0-272 0,-5 1-48 0,-5 6-11984 0,-6 6-2384 0</inkml:trace>
  <inkml:trace contextRef="#ctx0" brushRef="#br0" timeOffset="134644.35">30150 15919 24879 0,'0'0'2208'0,"0"0"-1760"0,0 0-448 0,6-9 0 16,3 0 4160-16,1-2 768 0,-1 1 128 0,1-2 48 0,2 2-2656 15,1-2-528-15,1-1-96 0,2 4-32 0,2-3-1024 16,0 3-192-16,1 0-64 0,-1-2 0 0,1 4-512 0,0 0 0 15,-2 2 0-15,-2-2 0 0,1 2-160 0,-3 0-144 16,-13 5-16-16,10-1-16 16,-10 1-1392-16,0 0-288 0,0 0-48 0,0 0-16 15,0 0-912-15,-6 13-176 0,-5 2-32 0,-4 1-16 16,-5 0 320-16,-1 2 64 0,-1 4 16 0,0-1 0 0,0-6 2160 0,2 1 432 16,3-3 96-16,3 1 128 0,1 2 1792 0,3-2 496 15,3-2 80-15,3 0 32 0,4 0-624 16,4-2-128-16,1-3-32 0,3 0 0 0,3-1-272 0,3-1-48 15,1-1-16-15,2-2 0 0,2-2-992 0,3 0-288 16,3-2 0-16,2 4-17616 0</inkml:trace>
  <inkml:trace contextRef="#ctx0" brushRef="#br0" timeOffset="134885.96">30803 15925 22111 0,'-7'-15'976'0,"5"3"208"0,-1 0-944 0,2 1-240 0,1-2 0 0,0 1 0 16,-1 0 5568-16,-1 4 1056 0,0-1 224 0,-1 1 32 15,0-1-4128-15,0 5-816 0,-3-2-160 0,1 3-48 16,-3 1-1152-16,-1 2-224 0,-1 1-48 0,-3 3-16 16,-3 2-288-16,-1 3 0 0,-1 6 0 0,-3 0 0 15,-1 4 0-15,-2-1 0 0,1 2 0 0,1 0 0 16,1-3 0-16,4 3 0 0,1-4 0 0,5-1 0 16,0 1-128-16,6-2-144 0,2-2-32 0,5-2 0 31,2 1-1408-31,2-2-272 0,4-1-64 0,5-2-16 0,2-1-768 0,5-1-160 0,4 2-16 15,4-3-16-15,4 1-688 16,0-4-144-16,1-2-32 0</inkml:trace>
  <inkml:trace contextRef="#ctx0" brushRef="#br0" timeOffset="135329.06">30982 15920 30063 0,'3'-14'1328'0,"-3"14"272"0,0-10-1280 0,0-1-320 0,-1 1 0 0,-1 2 0 0,-1 1 2688 0,3 7 480 16,-7-6 96-16,1 1 0 0,6 5-1440 0,-9-2-288 15,9 2-64-15,-11 3-16 0,0 1-736 0,0 2-144 16,1 2-16-16,1 4-16 0,1 1-352 0,0 0-64 15,1 0 0-15,1 0-128 0,1 1 0 0,2-3 0 16,2 1 0-16,0-2 0 0,1 0 160 0,0-10-160 16,0 0 128-16,6 11-128 0,-6-11 176 0,8 8-48 15,0-3-128-15,2-1 192 0,3-6-192 0,0 0 128 0,-1-2-128 0,1-1 0 16,3-2 128-16,2-1-128 0,1-2 0 0,2-2 144 16,1 0-144-16,1-1 0 15,0 0 0-15,1-2 0 0,-2 0 0 0,-3 2 0 16,-2 0-192-16,-4 3 192 0,-2 1 0 15,-5 2 0-15,-6 7 0 0,0 0 0 0,0 0 256 0,0 0 160 0,0 0 32 0,0 0 16 16,0 0 48-16,0 11 16 0,0-11 0 0,-1 15 0 16,0 1-352-16,1-2-176 0,-2-1 160 0,4 0-160 15,0-1 0-15,2 0 0 0,0-3 0 0,0 0 0 16,-4-9 0-16,6 8 128 16,-6-8-128-16,10 8 0 0,-3-2 0 0,-7-6 0 0,0 0 0 0,12 6 0 15,-12-6 0-15,11 3 0 0,-11-3 0 0,11-1 0 16,-11 1 0-16,12-2 0 0,-2-1 0 0,1-4 0 15,-1 2 0-15,1-1-192 0,-1-1 192 0,1-1-160 16,-1 0 160-16,2 1-192 0,1-1 192 0,-3 1-192 0,-2 1 0 0,-8 6 0 16,8-7 0-16,-2 3 0 0,-6 4-80 0,0 0-32 15,0 0 0-15,0 0 0 16,0 0-1152-16,0 0-224 16,0 0-48-16,0 0-16 0,11 8-1616 0,-1 3-320 0,1 0-64 0</inkml:trace>
  <inkml:trace contextRef="#ctx0" brushRef="#br0" timeOffset="135677.15">31864 15854 18431 0,'-8'-21'816'0,"4"12"160"0,-1-2-784 16,0 2-192-16,0-1 0 0,-2-1 0 0,-1 1 5872 0,1 2 1120 0,-3 0 240 16,1 3 32-16,0 0-4704 0,1 2-928 0,2-1-192 0,6 4-32 15,-11 0-1088-15,2 0-320 0,-1 4 128 0,1-1-128 16,0 2 0-16,-2 2 0 0,-1 0 0 0,3 1 0 15,3-1 0-15,6-7-128 0,-7 10 128 0,7-10-128 16,-2 9-112-16,2-9-16 0,0 13 0 0,4-2 0 31,-4-11-144-31,10 13-48 0,2-4 0 0,0 1 0 0,1 1 48 0,1-2 0 0,0 0 0 0,3-1 0 16,3 0 160-16,-2 1 48 0,0-3 0 0,-1 2 0 16,-1 0 192-16,-2 1-144 0,-2 3 144 0,-3-3-128 15,-2 1 128-15,-4 2 0 0,-3 1 0 0,-1-1-128 16,-3-2 256-16,-2 3 48 0,-3-2 16 15,-3 1 0-15,-1-3 160 0,-1 0 32 0,-2 1 16 0,0-1 0 16,-1-2-240-16,2-1-160 0,0 1 192 0,1-6-192 16,1 1-624-16,1 1-224 15,2-1-48-15,1-1-12480 0,9-1-2480 0</inkml:trace>
  <inkml:trace contextRef="#ctx0" brushRef="#br0" timeOffset="135888.43">32086 15631 25791 0,'2'-8'2304'0,"-2"8"-1856"0,4-5-448 0,-4 5 0 0,0 0 4800 0,0 0 880 0,0 0 160 0,0 0 48 16,0 0-3760-16,0 0-736 0,7 10-160 0,-5 1-16 15,-4 2-688-15,-2 4-128 0,-1 1-16 0,-3 3-16 16,-1 0-128-16,0 1-32 0,-2 1 0 0,2 3 0 16,1-2-80-16,0-1 0 0,1 3-128 0,0 0 192 15,-1-2-192-15,4-1 0 0,2 0 0 0,-2-1 0 16,0-4 0-16,1-1 0 0,2-4-192 0,-2 0 192 31,-1-3-2048-31,2 3-320 0,-1-1-48 0,1 1-18896 0</inkml:trace>
  <inkml:trace contextRef="#ctx0" brushRef="#br0" timeOffset="136065.32">31890 15821 33167 0,'0'0'2944'0,"-4"-6"-2352"0,4 6-464 0,0 0-128 15,0 0 3328-15,0 0 656 0,12-3 128 0,2 3 32 0,2 0-2960 16,6 1-592-16,6 2-112 0,2 1-32 0,1 2-304 0,3 1-144 16,4-2 128-16,-1 4-128 0,1 2 0 0,-3 0 0 15,-2 1 0-15,-2 0-176 16,-2 0-2880-16,-4 1-576 0</inkml:trace>
  <inkml:trace contextRef="#ctx0" brushRef="#br0" timeOffset="136500.66">29135 16675 24879 0,'-11'-13'1088'0,"6"7"256"0,1-6-1088 0,4 12-256 0,0 0 0 0,0 0 0 15,-3-7 5248-15,3 7 1008 0,0 0 192 0,0 0 32 16,0 0-4464-16,-1 12-896 0,-1 1-176 0,1 4-48 16,0 4-576-16,-2 2-112 0,1 5-16 0,-2 3-16 0,-2 3-16 0,3 2 0 15,-1 2 0-15,1-1 0 0,0-3-160 0,2-2 0 16,0-3 144-16,1-2-144 0,0-1 0 0,1-3 0 16,0-4 0-16,2-2 0 0,0-1 0 0,1-3-256 15,-2 0 32-15,2-7 16 16,-4-6-1904-16,0 0-384 0,0 0-80 0,0 0-16 15,8 5-1056-15,-8-5-192 0,9-11-64 0,-6-9 0 0</inkml:trace>
  <inkml:trace contextRef="#ctx0" brushRef="#br0" timeOffset="136781.1">29035 16649 11967 0,'0'-10'1072'0,"0"-1"-864"0,3-1-208 16,1 3 0-16,0 3 7152 0,2-1 1376 0,2 2 288 0,0-1 48 15,0-1-5600-15,2 1-1104 0,6-1-240 0,2 3-32 16,1 0-976-16,4 2-192 0,1-1-32 0,2 0-16 15,2 3-432-15,0 2-96 0,1-1-16 16,-1 3 0-16,0-2-128 0,0 5 0 0,-2 1 0 0,-4 1 0 16,-4 0 0-16,-1 2 0 0,-1 2 0 0,-5-3 0 15,-4 2 0-15,-3 2 0 0,-3-1 0 0,-3 1 0 16,-5 2 0-16,-3-2 0 0,-5 1 0 0,-3 3 128 16,-4 2 32-16,-2-1 0 0,-2 1 0 0,-2-2 0 15,-2-1 32-15,0 1 16 0,-2 0 0 0,2 1 0 16,2-6-208-16,2 1 176 0,2-2-176 0,3-1 160 0,2 0-160 15,2-2-144-15,2-2 144 0,5-2-208 16,10-5-1904-16,0 0-384 0,0 0-80 16,0 0-19232-16</inkml:trace>
  <inkml:trace contextRef="#ctx0" brushRef="#br0" timeOffset="136946.12">29613 16782 35935 0,'5'-6'3200'16,"3"-2"-2560"-16,2-1-512 0,2-1-128 0,0 0 2816 0,-1 1 560 15,1 1 96-15,0 2 32 0,0-1-1760 0,1 3-336 16,1-2-80-16,0 2-16 0,-1 1-1008 0,0 3-304 16,0-3 128-16,2 3-128 15,0 0-512-15,0 3-192 0,-2-2-16 0,0 2-16 16,1 0-1776-16,0 3-368 0,2 1-64 0,-3 0 0 0</inkml:trace>
  <inkml:trace contextRef="#ctx0" brushRef="#br0" timeOffset="137112.67">29607 17026 33167 0,'0'0'2944'0,"0"0"-2352"0,-9 0-464 0,9 0-128 16,0 0 2912-16,0 0 560 0,0 0 112 15,0 0 32-15,0 0-1920 0,12-5-384 0,4 1-80 0,3 0-16 16,3-1-1024-16,3 1-192 0,0-2 0 0,2 1-160 31,6 0-368-31,1 0-80 0,0 0-16 0,4-2 0 16,2 3-2144-16,4 0-432 0,4 2-96 0</inkml:trace>
  <inkml:trace contextRef="#ctx0" brushRef="#br0" timeOffset="137372.01">30551 16785 36799 0,'0'0'1632'0,"0"0"336"0,4-9-1584 0,-4 9-384 16,0 0 0-16,-4-10 0 0,-1 4 2480 0,-1 2 400 16,-5 1 96-16,-2 6 16 0,-5 2-1328 0,-3 6-272 15,-4-1-48-15,-1 3-16 0,-1 3-816 0,-1 1-176 16,0 0-16-16,2 1-16 0,1 1-176 0,5 1-128 0,6 2 144 0,2-4-144 16,3 3 0-16,3-1 0 0,2-2-128 0,4-2 128 31,2-2-2464-31,5-1-384 0,3-1-80 0,3-2-16 15,3-1-1184-15,3-3-240 0</inkml:trace>
  <inkml:trace contextRef="#ctx0" brushRef="#br0" timeOffset="138381.44">30813 16873 18431 0,'-10'-6'1632'16,"2"2"-1312"-16,-2 0-320 0,-2 0 0 0,-4 0 5568 0,1 2 1024 0,-2 0 224 0,-2 2 32 15,0 4-4080-15,-1-1-816 0,-2 1-160 0,1 1-48 16,0 5-832-16,1 2-160 0,-1 0-48 0,2 2 0 15,4 2-512-15,3-1-192 0,2 1 144 0,3 0-144 16,3-3 0-16,3 1 0 0,2-1 0 0,3 0 0 0,1-2-128 0,3-2-16 16,3-1 0-16,0-2 0 15,2-1-160-15,2-2-16 0,0-1-16 0,0-2 0 0,0-1 32 0,2-1 16 16,0-4 0-16,2 0 0 0,-1-1 144 16,0-2 144-16,-1-3-208 0,1 1 80 0,2-2 0 15,-1-2 0-15,1 0 0 0,-1-2 0 0,1-2-64 16,0 3-16-16,-2 0 0 0,-4 4 0 0,-5 0 208 15,-1 7-192-15,-8 5 192 0,0 0-192 0,0 0 512 0,0 0 128 16,0 0 0-16,0 0 16 0,0 0 256 0,-8 11 48 16,0-4 16-16,1 4 0 0,3-1-448 0,0 5-80 15,1-1-32-15,2 2 0 0,1-2-224 0,3 0 0 16,-1 1 0-16,2-2 0 0,1-3 128 0,0 1-128 16,1-2 0-16,0-3 144 0,-6-6-144 0,8 7 0 15,-8-7 0-15,0 0 0 0,0 0 0 0,0 0 0 0,10-3 128 0,-10 3-128 16,0 0 128-16,11-6-128 0,-3-2 192 15,1 0-64-15,0-1-128 0,1 0 0 0,2-3 0 0,2-1 0 16,3-1-192-16,2-2-64 16,2-2 0-16,1-1-16 15,0 1-304-15,-1 3-48 0,-3 4-16 0,-4 1 0 16,-3 3 96-16,-11 7 16 0,0 0 0 0,0 0 0 0,0 0 528 0,0 0 0 0,0 0 192 0,-11 1-48 16,1 6 240-16,-2 2 32 0,2 2 16 0,1 2 0 15,1 1-304-15,1 0-128 16,2-1 128-16,1 2-128 0,3-2 0 0,1 0 0 0,2-2 0 15,2 1 0-15,3-1 0 0,1-2 0 0,-1-3-160 0,4 1 160 16,1-1-208-16,1 1 48 0,0-3 16 0,1-4 0 16,-2 0-64-16,1-3-16 0,0 2 0 0,1-2 0 15,-1-1 16-15,2-1 0 0,-1-3 0 0,2-1 0 0,2 0 208 0,1-1 0 16,1-2 0-16,2-2-144 0,4-3 144 0,0-2-160 16,-1-2 160-16,2-1-160 15,1 0-288-15,-3-1-48 0,-1-7-16 0,-3 1 0 16,-3 2 48-16,-3 3 0 15,-6 5 0-15,-3-2 0 0,-2 2 464 0,-4 5 160 0,-2 2 0 16,-1 1 0-16,1 2 528 0,2 9 96 0,0 0 32 0,0 0 0 0,0 0-176 0,0 0-48 16,0 0 0-16,0 0 0 0,-10 6-448 0,10-6-144 15,-4 10 0-15,2 4 0 0,1-1 0 0,2 1 0 16,1 2 0-16,4-1 0 0,-1 0 0 16,1 1 0-16,2 3 0 0,1-1 0 0,2-2 0 15,1-1-192-15,-1 0 192 0,1-1-192 0,1 0 192 0,-1 1 0 16,-4-2 0-16,-1 0-144 0,0-2-96 0,-1 1-16 0,0-3 0 15,-6-9 0-15,2 12-64 0,0-3 0 0,-2-9-16 16,0 0 0-16,-6 9 80 0,6-9 0 0,-7 9 16 0,7-9 0 16,-11 4 96-16,2-2 16 0,9-2 0 0,-9 0 0 15,9 0 128-15,0 0 0 0,-8-4 0 0,8 4 0 16,0 0-176-16,1-9 0 0,5-1 0 0,3 0 0 16,2-2-80-16,6-1 0 0,2-2-16 0,3-1 0 15,4 2 64-15,4-6 16 0,1-2 0 16,0 0 0-1,-1-2-256-15,2 2-32 0,0-3-16 0,0 3 0 16,-5 3 64-16,-2 2 16 0,-6 2 0 0,-4 5 0 0,-6 2 704 0,-9 8 144 0,0 0 16 0,0 0 16 16,0 0 1088-16,0 0 224 0,0 0 32 0,-9 3 16 15,-1 1-736-15,1 3-160 0,-1 3-32 0,-1 3 0 16,1 7-640-16,1 3-128 0,1-3-128 0,0 5 192 16,0 3-192-16,2-4 0 0,1 0 0 0,0 1 0 0,-3-3 0 15,2 0 0-15,4 0 0 0,-3 0 0 16,-1-3-928-16,3-4-64 0,-1-2-16 0,0-1 0 15,0 0-1248-15,0 1-256 0,1-2-48 0,1 1-16304 0</inkml:trace>
  <inkml:trace contextRef="#ctx0" brushRef="#br0" timeOffset="138565.49">31765 16830 43823 0,'0'0'1936'0,"0"-9"416"0,0 9-1888 0,8-6-464 0,2-1 0 0,2 2 0 15,1 0 1376-15,4 2 176 0,4 2 48 0,5 1 0 16,5 0-656-16,4 1-128 0,3 2-32 0,3 1 0 16,-1 2-528-16,3 2-128 0,-1 0 0 0,-2 1-128 31,-2 3-464-31,-1-3-208 0,-2 0-32 0,0 1-14528 16,0 5-2880-16</inkml:trace>
  <inkml:trace contextRef="#ctx0" brushRef="#br0" timeOffset="140051.56">24733 17786 31215 0,'0'-22'1376'0,"1"9"288"0,0 0-1328 0,2-2-336 0,0 1 0 0,-1 2 0 0,1 2 2416 0,-2-1 400 16,0 1 96-16,-1 3 16 0,0 7-336 0,0 0-64 15,0 0-16-15,0 0 0 0,0 0-1232 0,0 0-256 16,-1 12-64-16,0 3 0 0,0 0-624 0,-2 5-128 16,0 4-16-16,1 5-16 0,-1 5 16 0,2 1 0 15,0 0 0-15,-1 2 0 0,1 1-192 0,1 0 192 16,0-3-192-16,0-4 192 0,0-2-192 0,0-1 0 15,0-1 0-15,1-8 128 0,-1-1-128 0,0-1 0 16,0 2 0-16,2-6 0 0,-1 0 0 0,1-2 0 0,1 1-192 16,1-2 192-1,0 1-2304-15,4-1-320 0,3 2-80 0,5-5-19328 0</inkml:trace>
  <inkml:trace contextRef="#ctx0" brushRef="#br0" timeOffset="140626.5">27615 17529 45663 0,'0'0'2032'0,"-4"-9"400"0,1 4-1936 0,3 5-496 16,0 0 0-16,0 0 0 0,0 0 1072 0,0 0 112 0,-10 10 32 0,3 4 0 16,-1 7-192-16,0 0-48 0,0 3 0 0,2 2 0 15,0 0-608-15,2 3-128 0,1-1-32 0,1 1 0 16,1-2-208-16,1 5 176 0,0 1-176 0,0-5 160 16,0-2-160-16,1 0 0 0,2-4 0 0,-2 0 0 15,-1-2 0-15,1-1-176 0,1-3 16 0,-2 1 0 16,0-1-1584-16,0-1-320 0,0-3-64 0,2 5-12608 15,1 9-2528-15</inkml:trace>
  <inkml:trace contextRef="#ctx0" brushRef="#br0" timeOffset="141565.16">24425 18416 35935 0,'0'0'3200'0,"0"0"-2560"0,0 0-512 0,0 0-128 16,0 0 1920-16,0 0 384 0,0 0 64 0,0 0 0 15,0 0-672-15,4 13-144 0,-1 0-16 0,-1 5-16 0,1 4-880 16,1 2-192-16,0-1-16 0,-2 0-16 16,1 1-80-16,1-2-16 0,2-1 0 0,3-1 0 0,2-4-48 0,1-1-16 15,1-3 0-15,-2-2 0 0,0-4-32 0,1 0-16 16,1-4 0-16,0 1 0 0,-2-4-16 16,1-2 0-16,0-1 0 0,-2 0 0 0,1-2-16 0,-2-1-16 15,0-5 0-15,0 1 0 0,-1-2 0 0,1-4 0 16,-1-2 0-16,1 1 0 0,0-1-160 0,0-6 128 15,0-1-128-15,0 1 128 0,-1 0-128 16,1 3 0-16,-1-4 0 16,-1 6 0-16,-1 2-368 0,0 5 0 0,0 3 0 0,-1 2 0 15,-5 8-928-15,0 0-192 0,0 0-48 0,11-1 0 16,-11 1-1600-16,14 7-320 0,-2 3-64 0,-2 3-14912 16</inkml:trace>
  <inkml:trace contextRef="#ctx0" brushRef="#br0" timeOffset="141733.43">24949 18566 11055 0,'0'0'976'0,"0"0"-784"0,0 0-192 16,0 0 0-16,0 0 7104 0,0 0 1360 0,0 0 288 0,0 0 48 16,0 0-5856-16,0 0-1184 0,0 0-224 0,-5 9-64 15,1 0-256-15,0 1-64 0,0 1-16 0,0 2 0 16,2-4-880-16,-1 1-256 0,1 1 0 0,0-1 128 16,1 2-128-16,1 0 0 0,0-12 0 0,0 13-128 15,1-3-1824 1,2 2-352-16,1 1-80 0,1 0-18384 0</inkml:trace>
  <inkml:trace contextRef="#ctx0" brushRef="#br0" timeOffset="142399.21">27126 18318 44863 0,'0'0'1984'16,"0"0"416"-16,-5-5-1920 0,5 5-480 0,0 0 0 0,0 0 0 0,0 0 1440 0,0 0 192 16,0 0 32-16,0 0 16 0,4 18-592 0,1 1-128 15,-1 1-32-15,1-2 0 0,1 3-544 0,-2-1-128 16,0-2 0-16,1 0-16 0,1 0-32 0,2-2 0 15,1 0 0-15,0-3 0 0,-1-3 0 0,1-1 0 16,2-2 0-16,-2-2 0 0,-9-5-80 0,12 4 0 16,-2-1-128-16,-10-3 192 0,13-2 0 0,-3 0-16 15,-10 2 0-15,14-6 0 0,-4 1-16 0,-1-1 0 16,-1-6 0-16,1-1 0 0,1-3-160 0,2 1 192 16,1-1-192-16,0-4 192 0,2-3-192 0,-1-3-144 15,0 1 144-15,3-1-208 0,0 3 208 0,-1 0 0 0,-2 0 0 0,0 2 0 31,0 2-448-31,-4 2-32 0,-2 4-16 0,-2 2 0 16,0 2-1280-16,-6 9-256 0,0 0-48 0,0 0-16 16,6 9-3312-16,-2 4-672 0</inkml:trace>
  <inkml:trace contextRef="#ctx0" brushRef="#br0" timeOffset="143036.23">27617 18529 26719 0,'0'0'2368'0,"0"0"-1888"0,0 0-480 0,0 0 0 16,-2-7 4336-16,2 7 768 0,7-6 144 0,1-1 48 16,0 2-2944-16,5-1-592 0,2 3-112 0,2-2-32 15,0 1-880-15,3 0-176 0,0-1-48 0,1 2 0 16,-2 2-352-16,0 0-160 0,-1 1 128 0,-2 2-128 15,-4 0 0-15,-12-2 128 0,10 5-128 0,-10-5 0 16,0 0 160-16,4 10-160 0,-4-10 192 0,-4 12-192 0,-5 0 352 0,-3-1-32 16,-2 1-16-16,-3-1 0 0,-1 0 16 0,0 0 0 15,-1-1 0-15,4 1 0 0,-1-1-64 16,3-1-16-16,3-1 0 0,0 1 0 0,1-1-80 0,9-8-16 16,0 0 0-16,4 12 0 0,3-6-144 15,2 1 192-15,1-2-192 0,6-1 192 0,3-3-192 0,5-1 192 16,2-1-192-16,3 0 192 0,1-1-192 0,0 0 0 15,-2-2 0-15,0 1 0 0,-3 0 0 16,2 0 0-16,-1-1-176 0,-1-3 176 16,0 2-1088-16,-3 1-128 0,-1 1-16 0,1 5-15264 15,0 0-3040-15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422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03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61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05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85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2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9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97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86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30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4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CF5C4AB-CF16-4773-9EC1-7BE1C819535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4A389B3-F9DE-40AA-994E-2A314CD9B0C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866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E639-96CF-65CF-5716-FC44C353D7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ME300 Office Hours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C30EB-CC8E-C00C-F97B-C47B18B317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June 21, 2023</a:t>
            </a:r>
          </a:p>
        </p:txBody>
      </p:sp>
    </p:spTree>
    <p:extLst>
      <p:ext uri="{BB962C8B-B14F-4D97-AF65-F5344CB8AC3E}">
        <p14:creationId xmlns:p14="http://schemas.microsoft.com/office/powerpoint/2010/main" val="193078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34281E-E3A5-66EB-2EA0-84B619EDAB74}"/>
                  </a:ext>
                </a:extLst>
              </p14:cNvPr>
              <p14:cNvContentPartPr/>
              <p14:nvPr/>
            </p14:nvContentPartPr>
            <p14:xfrm>
              <a:off x="288000" y="102600"/>
              <a:ext cx="11286720" cy="590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34281E-E3A5-66EB-2EA0-84B619EDAB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8640" y="93240"/>
                <a:ext cx="11305440" cy="59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AE783AD-EB67-2532-1E02-9AE619F3BFF3}"/>
                  </a:ext>
                </a:extLst>
              </p14:cNvPr>
              <p14:cNvContentPartPr/>
              <p14:nvPr/>
            </p14:nvContentPartPr>
            <p14:xfrm>
              <a:off x="2334600" y="1269720"/>
              <a:ext cx="9752760" cy="3446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AE783AD-EB67-2532-1E02-9AE619F3BF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5240" y="1260360"/>
                <a:ext cx="9771480" cy="346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8226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92CCC63-B9BD-B33B-5BE7-EE0006F3B78C}"/>
                  </a:ext>
                </a:extLst>
              </p14:cNvPr>
              <p14:cNvContentPartPr/>
              <p14:nvPr/>
            </p14:nvContentPartPr>
            <p14:xfrm>
              <a:off x="398880" y="186480"/>
              <a:ext cx="11100240" cy="573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92CCC63-B9BD-B33B-5BE7-EE0006F3B7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9520" y="177120"/>
                <a:ext cx="11118960" cy="57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19E6904-E925-8D65-1E6B-1DE69EC669DA}"/>
                  </a:ext>
                </a:extLst>
              </p14:cNvPr>
              <p14:cNvContentPartPr/>
              <p14:nvPr/>
            </p14:nvContentPartPr>
            <p14:xfrm>
              <a:off x="1301400" y="929880"/>
              <a:ext cx="10512360" cy="3912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19E6904-E925-8D65-1E6B-1DE69EC669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2040" y="920520"/>
                <a:ext cx="10531080" cy="39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205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A7D20D-A2EC-8FB3-3DF2-6994ACFA1017}"/>
                  </a:ext>
                </a:extLst>
              </p14:cNvPr>
              <p14:cNvContentPartPr/>
              <p14:nvPr/>
            </p14:nvContentPartPr>
            <p14:xfrm>
              <a:off x="679680" y="156600"/>
              <a:ext cx="10202760" cy="6535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A7D20D-A2EC-8FB3-3DF2-6994ACFA10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0320" y="147240"/>
                <a:ext cx="10221480" cy="655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462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AE1B703-7727-6B29-CD80-15E47F8A9F22}"/>
                  </a:ext>
                </a:extLst>
              </p14:cNvPr>
              <p14:cNvContentPartPr/>
              <p14:nvPr/>
            </p14:nvContentPartPr>
            <p14:xfrm>
              <a:off x="275400" y="207720"/>
              <a:ext cx="9684000" cy="5286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AE1B703-7727-6B29-CD80-15E47F8A9F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040" y="198360"/>
                <a:ext cx="9702720" cy="530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913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EEA8CF-030A-B250-C5A3-7E2C42E15C35}"/>
                  </a:ext>
                </a:extLst>
              </p14:cNvPr>
              <p14:cNvContentPartPr/>
              <p14:nvPr/>
            </p14:nvContentPartPr>
            <p14:xfrm>
              <a:off x="296280" y="274320"/>
              <a:ext cx="11480760" cy="4664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EEA8CF-030A-B250-C5A3-7E2C42E15C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6920" y="264960"/>
                <a:ext cx="11499480" cy="468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4167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71A533-0619-A190-721B-446C7FCEA804}"/>
                  </a:ext>
                </a:extLst>
              </p14:cNvPr>
              <p14:cNvContentPartPr/>
              <p14:nvPr/>
            </p14:nvContentPartPr>
            <p14:xfrm>
              <a:off x="216720" y="37800"/>
              <a:ext cx="9617040" cy="425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71A533-0619-A190-721B-446C7FCEA8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360" y="28440"/>
                <a:ext cx="9635760" cy="427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166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A07755-BF58-0CB1-B402-CB3C45C794C4}"/>
                  </a:ext>
                </a:extLst>
              </p14:cNvPr>
              <p14:cNvContentPartPr/>
              <p14:nvPr/>
            </p14:nvContentPartPr>
            <p14:xfrm>
              <a:off x="355680" y="404640"/>
              <a:ext cx="9135000" cy="4835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A07755-BF58-0CB1-B402-CB3C45C794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320" y="395280"/>
                <a:ext cx="9153720" cy="485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171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36102B-FC97-2724-EC5E-9D6CEB779051}"/>
                  </a:ext>
                </a:extLst>
              </p14:cNvPr>
              <p14:cNvContentPartPr/>
              <p14:nvPr/>
            </p14:nvContentPartPr>
            <p14:xfrm>
              <a:off x="241560" y="438120"/>
              <a:ext cx="11753280" cy="554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36102B-FC97-2724-EC5E-9D6CEB7790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200" y="428760"/>
                <a:ext cx="11772000" cy="556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8584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580729-18F0-5177-8A7D-112D5EDFC13D}"/>
                  </a:ext>
                </a:extLst>
              </p14:cNvPr>
              <p14:cNvContentPartPr/>
              <p14:nvPr/>
            </p14:nvContentPartPr>
            <p14:xfrm>
              <a:off x="644040" y="1524960"/>
              <a:ext cx="11006640" cy="5222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580729-18F0-5177-8A7D-112D5EDFC1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4680" y="1515600"/>
                <a:ext cx="11025360" cy="524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70941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83</TotalTime>
  <Words>7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Tw Cen MT</vt:lpstr>
      <vt:lpstr>Tw Cen MT Condensed</vt:lpstr>
      <vt:lpstr>Wingdings 3</vt:lpstr>
      <vt:lpstr>Integral</vt:lpstr>
      <vt:lpstr>ME300 Office Hours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ME300 Office Hours</dc:title>
  <dc:creator>O'Connor, Jacqueline Antonia</dc:creator>
  <cp:lastModifiedBy>O'Connor, Jacqueline Antonia</cp:lastModifiedBy>
  <cp:revision>1</cp:revision>
  <dcterms:created xsi:type="dcterms:W3CDTF">2023-06-21T15:38:39Z</dcterms:created>
  <dcterms:modified xsi:type="dcterms:W3CDTF">2023-06-21T17:01:53Z</dcterms:modified>
</cp:coreProperties>
</file>