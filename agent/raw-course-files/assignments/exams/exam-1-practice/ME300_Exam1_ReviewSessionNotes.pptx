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ink/ink2350.xml" ContentType="application/inkml+xml"/>
  <Override PartName="/ppt/ink/ink2351.xml" ContentType="application/inkml+xml"/>
  <Override PartName="/ppt/ink/ink2352.xml" ContentType="application/inkml+xml"/>
  <Override PartName="/ppt/ink/ink2353.xml" ContentType="application/inkml+xml"/>
  <Override PartName="/ppt/ink/ink2354.xml" ContentType="application/inkml+xml"/>
  <Override PartName="/ppt/ink/ink2355.xml" ContentType="application/inkml+xml"/>
  <Override PartName="/ppt/ink/ink2356.xml" ContentType="application/inkml+xml"/>
  <Override PartName="/ppt/ink/ink2357.xml" ContentType="application/inkml+xml"/>
  <Override PartName="/ppt/ink/ink2358.xml" ContentType="application/inkml+xml"/>
  <Override PartName="/ppt/ink/ink2359.xml" ContentType="application/inkml+xml"/>
  <Override PartName="/ppt/ink/ink2360.xml" ContentType="application/inkml+xml"/>
  <Override PartName="/ppt/ink/ink2361.xml" ContentType="application/inkml+xml"/>
  <Override PartName="/ppt/ink/ink2362.xml" ContentType="application/inkml+xml"/>
  <Override PartName="/ppt/ink/ink2363.xml" ContentType="application/inkml+xml"/>
  <Override PartName="/ppt/ink/ink2364.xml" ContentType="application/inkml+xml"/>
  <Override PartName="/ppt/ink/ink2365.xml" ContentType="application/inkml+xml"/>
  <Override PartName="/ppt/ink/ink2366.xml" ContentType="application/inkml+xml"/>
  <Override PartName="/ppt/ink/ink2367.xml" ContentType="application/inkml+xml"/>
  <Override PartName="/ppt/ink/ink2368.xml" ContentType="application/inkml+xml"/>
  <Override PartName="/ppt/ink/ink2369.xml" ContentType="application/inkml+xml"/>
  <Override PartName="/ppt/ink/ink2370.xml" ContentType="application/inkml+xml"/>
  <Override PartName="/ppt/ink/ink2371.xml" ContentType="application/inkml+xml"/>
  <Override PartName="/ppt/ink/ink2372.xml" ContentType="application/inkml+xml"/>
  <Override PartName="/ppt/ink/ink2373.xml" ContentType="application/inkml+xml"/>
  <Override PartName="/ppt/ink/ink2374.xml" ContentType="application/inkml+xml"/>
  <Override PartName="/ppt/ink/ink2375.xml" ContentType="application/inkml+xml"/>
  <Override PartName="/ppt/ink/ink2376.xml" ContentType="application/inkml+xml"/>
  <Override PartName="/ppt/ink/ink2377.xml" ContentType="application/inkml+xml"/>
  <Override PartName="/ppt/ink/ink2378.xml" ContentType="application/inkml+xml"/>
  <Override PartName="/ppt/ink/ink2379.xml" ContentType="application/inkml+xml"/>
  <Override PartName="/ppt/ink/ink2380.xml" ContentType="application/inkml+xml"/>
  <Override PartName="/ppt/ink/ink2381.xml" ContentType="application/inkml+xml"/>
  <Override PartName="/ppt/ink/ink2382.xml" ContentType="application/inkml+xml"/>
  <Override PartName="/ppt/ink/ink2383.xml" ContentType="application/inkml+xml"/>
  <Override PartName="/ppt/ink/ink2384.xml" ContentType="application/inkml+xml"/>
  <Override PartName="/ppt/ink/ink2385.xml" ContentType="application/inkml+xml"/>
  <Override PartName="/ppt/ink/ink2386.xml" ContentType="application/inkml+xml"/>
  <Override PartName="/ppt/ink/ink2387.xml" ContentType="application/inkml+xml"/>
  <Override PartName="/ppt/ink/ink2388.xml" ContentType="application/inkml+xml"/>
  <Override PartName="/ppt/ink/ink2389.xml" ContentType="application/inkml+xml"/>
  <Override PartName="/ppt/ink/ink2390.xml" ContentType="application/inkml+xml"/>
  <Override PartName="/ppt/ink/ink2391.xml" ContentType="application/inkml+xml"/>
  <Override PartName="/ppt/ink/ink2392.xml" ContentType="application/inkml+xml"/>
  <Override PartName="/ppt/ink/ink2393.xml" ContentType="application/inkml+xml"/>
  <Override PartName="/ppt/ink/ink2394.xml" ContentType="application/inkml+xml"/>
  <Override PartName="/ppt/ink/ink2395.xml" ContentType="application/inkml+xml"/>
  <Override PartName="/ppt/ink/ink2396.xml" ContentType="application/inkml+xml"/>
  <Override PartName="/ppt/ink/ink2397.xml" ContentType="application/inkml+xml"/>
  <Override PartName="/ppt/ink/ink2398.xml" ContentType="application/inkml+xml"/>
  <Override PartName="/ppt/ink/ink2399.xml" ContentType="application/inkml+xml"/>
  <Override PartName="/ppt/ink/ink2400.xml" ContentType="application/inkml+xml"/>
  <Override PartName="/ppt/ink/ink2401.xml" ContentType="application/inkml+xml"/>
  <Override PartName="/ppt/ink/ink2402.xml" ContentType="application/inkml+xml"/>
  <Override PartName="/ppt/ink/ink2403.xml" ContentType="application/inkml+xml"/>
  <Override PartName="/ppt/ink/ink2404.xml" ContentType="application/inkml+xml"/>
  <Override PartName="/ppt/ink/ink2405.xml" ContentType="application/inkml+xml"/>
  <Override PartName="/ppt/ink/ink2406.xml" ContentType="application/inkml+xml"/>
  <Override PartName="/ppt/ink/ink2407.xml" ContentType="application/inkml+xml"/>
  <Override PartName="/ppt/ink/ink2408.xml" ContentType="application/inkml+xml"/>
  <Override PartName="/ppt/ink/ink2409.xml" ContentType="application/inkml+xml"/>
  <Override PartName="/ppt/ink/ink2410.xml" ContentType="application/inkml+xml"/>
  <Override PartName="/ppt/ink/ink241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15B688-85A3-4F26-94E9-C96B7C17EB84}" v="271" dt="2022-06-22T22:18:19.6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6" autoAdjust="0"/>
    <p:restoredTop sz="94660"/>
  </p:normalViewPr>
  <p:slideViewPr>
    <p:cSldViewPr snapToGrid="0">
      <p:cViewPr>
        <p:scale>
          <a:sx n="86" d="100"/>
          <a:sy n="86" d="100"/>
        </p:scale>
        <p:origin x="48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'Connor, Jacqueline Antonia" userId="3b9bfa0c-75a1-427e-ae61-7069a76100c3" providerId="ADAL" clId="{8515B688-85A3-4F26-94E9-C96B7C17EB84}"/>
    <pc:docChg chg="addSld modSld">
      <pc:chgData name="O'Connor, Jacqueline Antonia" userId="3b9bfa0c-75a1-427e-ae61-7069a76100c3" providerId="ADAL" clId="{8515B688-85A3-4F26-94E9-C96B7C17EB84}" dt="2022-06-22T22:18:19.631" v="2089"/>
      <pc:docMkLst>
        <pc:docMk/>
      </pc:docMkLst>
      <pc:sldChg chg="addSp delSp modSp mod">
        <pc:chgData name="O'Connor, Jacqueline Antonia" userId="3b9bfa0c-75a1-427e-ae61-7069a76100c3" providerId="ADAL" clId="{8515B688-85A3-4F26-94E9-C96B7C17EB84}" dt="2022-06-22T21:25:06.315" v="299"/>
        <pc:sldMkLst>
          <pc:docMk/>
          <pc:sldMk cId="2551148128" sldId="259"/>
        </pc:sldMkLst>
        <pc:grpChg chg="del mod">
          <ac:chgData name="O'Connor, Jacqueline Antonia" userId="3b9bfa0c-75a1-427e-ae61-7069a76100c3" providerId="ADAL" clId="{8515B688-85A3-4F26-94E9-C96B7C17EB84}" dt="2022-06-22T21:17:37.873" v="16"/>
          <ac:grpSpMkLst>
            <pc:docMk/>
            <pc:sldMk cId="2551148128" sldId="259"/>
            <ac:grpSpMk id="14" creationId="{795211A8-8DEE-76ED-6D0C-11B7C25BADEC}"/>
          </ac:grpSpMkLst>
        </pc:grpChg>
        <pc:grpChg chg="mod">
          <ac:chgData name="O'Connor, Jacqueline Antonia" userId="3b9bfa0c-75a1-427e-ae61-7069a76100c3" providerId="ADAL" clId="{8515B688-85A3-4F26-94E9-C96B7C17EB84}" dt="2022-06-22T21:17:36.380" v="12"/>
          <ac:grpSpMkLst>
            <pc:docMk/>
            <pc:sldMk cId="2551148128" sldId="259"/>
            <ac:grpSpMk id="15" creationId="{3474113A-3DDD-258F-19F2-B85B127DD356}"/>
          </ac:grpSpMkLst>
        </pc:grpChg>
        <pc:grpChg chg="mod">
          <ac:chgData name="O'Connor, Jacqueline Antonia" userId="3b9bfa0c-75a1-427e-ae61-7069a76100c3" providerId="ADAL" clId="{8515B688-85A3-4F26-94E9-C96B7C17EB84}" dt="2022-06-22T21:17:36.380" v="12"/>
          <ac:grpSpMkLst>
            <pc:docMk/>
            <pc:sldMk cId="2551148128" sldId="259"/>
            <ac:grpSpMk id="16" creationId="{4B1AE70D-2955-F52A-B372-8CC640D91320}"/>
          </ac:grpSpMkLst>
        </pc:grpChg>
        <pc:grpChg chg="mod">
          <ac:chgData name="O'Connor, Jacqueline Antonia" userId="3b9bfa0c-75a1-427e-ae61-7069a76100c3" providerId="ADAL" clId="{8515B688-85A3-4F26-94E9-C96B7C17EB84}" dt="2022-06-22T21:17:37.873" v="16"/>
          <ac:grpSpMkLst>
            <pc:docMk/>
            <pc:sldMk cId="2551148128" sldId="259"/>
            <ac:grpSpMk id="20" creationId="{C5953D7C-056D-621E-8AE1-E13FA7DD38D7}"/>
          </ac:grpSpMkLst>
        </pc:grpChg>
        <pc:grpChg chg="mod">
          <ac:chgData name="O'Connor, Jacqueline Antonia" userId="3b9bfa0c-75a1-427e-ae61-7069a76100c3" providerId="ADAL" clId="{8515B688-85A3-4F26-94E9-C96B7C17EB84}" dt="2022-06-22T21:17:38.864" v="18"/>
          <ac:grpSpMkLst>
            <pc:docMk/>
            <pc:sldMk cId="2551148128" sldId="259"/>
            <ac:grpSpMk id="22" creationId="{7DB40296-A69C-5322-8362-94803FAE5A30}"/>
          </ac:grpSpMkLst>
        </pc:grpChg>
        <pc:grpChg chg="mod">
          <ac:chgData name="O'Connor, Jacqueline Antonia" userId="3b9bfa0c-75a1-427e-ae61-7069a76100c3" providerId="ADAL" clId="{8515B688-85A3-4F26-94E9-C96B7C17EB84}" dt="2022-06-22T21:17:51.824" v="32"/>
          <ac:grpSpMkLst>
            <pc:docMk/>
            <pc:sldMk cId="2551148128" sldId="259"/>
            <ac:grpSpMk id="36" creationId="{3814CDE6-EC8A-A7C8-E309-3BCAFCDD2D39}"/>
          </ac:grpSpMkLst>
        </pc:grpChg>
        <pc:grpChg chg="del mod">
          <ac:chgData name="O'Connor, Jacqueline Antonia" userId="3b9bfa0c-75a1-427e-ae61-7069a76100c3" providerId="ADAL" clId="{8515B688-85A3-4F26-94E9-C96B7C17EB84}" dt="2022-06-22T21:18:05.036" v="54"/>
          <ac:grpSpMkLst>
            <pc:docMk/>
            <pc:sldMk cId="2551148128" sldId="259"/>
            <ac:grpSpMk id="52" creationId="{673E94D4-D1FD-BA1C-2679-2F49491FAFB9}"/>
          </ac:grpSpMkLst>
        </pc:grpChg>
        <pc:grpChg chg="mod">
          <ac:chgData name="O'Connor, Jacqueline Antonia" userId="3b9bfa0c-75a1-427e-ae61-7069a76100c3" providerId="ADAL" clId="{8515B688-85A3-4F26-94E9-C96B7C17EB84}" dt="2022-06-22T21:18:02.063" v="48"/>
          <ac:grpSpMkLst>
            <pc:docMk/>
            <pc:sldMk cId="2551148128" sldId="259"/>
            <ac:grpSpMk id="53" creationId="{27AB1F0E-DD28-ED9B-E673-26D65CAF440C}"/>
          </ac:grpSpMkLst>
        </pc:grpChg>
        <pc:grpChg chg="mod">
          <ac:chgData name="O'Connor, Jacqueline Antonia" userId="3b9bfa0c-75a1-427e-ae61-7069a76100c3" providerId="ADAL" clId="{8515B688-85A3-4F26-94E9-C96B7C17EB84}" dt="2022-06-22T21:18:02.063" v="48"/>
          <ac:grpSpMkLst>
            <pc:docMk/>
            <pc:sldMk cId="2551148128" sldId="259"/>
            <ac:grpSpMk id="54" creationId="{058529BB-725D-9F89-39BE-F306D9C06592}"/>
          </ac:grpSpMkLst>
        </pc:grpChg>
        <pc:grpChg chg="mod">
          <ac:chgData name="O'Connor, Jacqueline Antonia" userId="3b9bfa0c-75a1-427e-ae61-7069a76100c3" providerId="ADAL" clId="{8515B688-85A3-4F26-94E9-C96B7C17EB84}" dt="2022-06-22T21:18:05.036" v="54"/>
          <ac:grpSpMkLst>
            <pc:docMk/>
            <pc:sldMk cId="2551148128" sldId="259"/>
            <ac:grpSpMk id="60" creationId="{CF572D0B-9B28-0E7D-79CC-461793203370}"/>
          </ac:grpSpMkLst>
        </pc:grpChg>
        <pc:grpChg chg="mod">
          <ac:chgData name="O'Connor, Jacqueline Antonia" userId="3b9bfa0c-75a1-427e-ae61-7069a76100c3" providerId="ADAL" clId="{8515B688-85A3-4F26-94E9-C96B7C17EB84}" dt="2022-06-22T21:18:05.036" v="54"/>
          <ac:grpSpMkLst>
            <pc:docMk/>
            <pc:sldMk cId="2551148128" sldId="259"/>
            <ac:grpSpMk id="61" creationId="{D8136C45-3C0E-3C9A-64AB-B64C23026219}"/>
          </ac:grpSpMkLst>
        </pc:grpChg>
        <pc:grpChg chg="mod">
          <ac:chgData name="O'Connor, Jacqueline Antonia" userId="3b9bfa0c-75a1-427e-ae61-7069a76100c3" providerId="ADAL" clId="{8515B688-85A3-4F26-94E9-C96B7C17EB84}" dt="2022-06-22T21:18:18.903" v="63"/>
          <ac:grpSpMkLst>
            <pc:docMk/>
            <pc:sldMk cId="2551148128" sldId="259"/>
            <ac:grpSpMk id="70" creationId="{44CC7EAB-0F57-39C5-9FB1-646DEE3E35AE}"/>
          </ac:grpSpMkLst>
        </pc:grpChg>
        <pc:grpChg chg="del mod">
          <ac:chgData name="O'Connor, Jacqueline Antonia" userId="3b9bfa0c-75a1-427e-ae61-7069a76100c3" providerId="ADAL" clId="{8515B688-85A3-4F26-94E9-C96B7C17EB84}" dt="2022-06-22T21:24:23.478" v="293"/>
          <ac:grpSpMkLst>
            <pc:docMk/>
            <pc:sldMk cId="2551148128" sldId="259"/>
            <ac:grpSpMk id="76" creationId="{5314985D-722B-FFBD-7649-306E2C48F1C6}"/>
          </ac:grpSpMkLst>
        </pc:grpChg>
        <pc:grpChg chg="del mod">
          <ac:chgData name="O'Connor, Jacqueline Antonia" userId="3b9bfa0c-75a1-427e-ae61-7069a76100c3" providerId="ADAL" clId="{8515B688-85A3-4F26-94E9-C96B7C17EB84}" dt="2022-06-22T21:18:38.372" v="79"/>
          <ac:grpSpMkLst>
            <pc:docMk/>
            <pc:sldMk cId="2551148128" sldId="259"/>
            <ac:grpSpMk id="79" creationId="{8A0A1461-9AB7-BA41-B559-1B9A197E3AA2}"/>
          </ac:grpSpMkLst>
        </pc:grpChg>
        <pc:grpChg chg="mod">
          <ac:chgData name="O'Connor, Jacqueline Antonia" userId="3b9bfa0c-75a1-427e-ae61-7069a76100c3" providerId="ADAL" clId="{8515B688-85A3-4F26-94E9-C96B7C17EB84}" dt="2022-06-22T21:18:38.372" v="79"/>
          <ac:grpSpMkLst>
            <pc:docMk/>
            <pc:sldMk cId="2551148128" sldId="259"/>
            <ac:grpSpMk id="86" creationId="{6B11F086-D5A2-DEF2-80E3-46A5653B2EE4}"/>
          </ac:grpSpMkLst>
        </pc:grpChg>
        <pc:grpChg chg="mod">
          <ac:chgData name="O'Connor, Jacqueline Antonia" userId="3b9bfa0c-75a1-427e-ae61-7069a76100c3" providerId="ADAL" clId="{8515B688-85A3-4F26-94E9-C96B7C17EB84}" dt="2022-06-22T21:19:11.057" v="94"/>
          <ac:grpSpMkLst>
            <pc:docMk/>
            <pc:sldMk cId="2551148128" sldId="259"/>
            <ac:grpSpMk id="101" creationId="{EAE05B8B-E64E-D58A-BFC1-C17476EAC1E9}"/>
          </ac:grpSpMkLst>
        </pc:grpChg>
        <pc:grpChg chg="del mod">
          <ac:chgData name="O'Connor, Jacqueline Antonia" userId="3b9bfa0c-75a1-427e-ae61-7069a76100c3" providerId="ADAL" clId="{8515B688-85A3-4F26-94E9-C96B7C17EB84}" dt="2022-06-22T21:19:21.061" v="115"/>
          <ac:grpSpMkLst>
            <pc:docMk/>
            <pc:sldMk cId="2551148128" sldId="259"/>
            <ac:grpSpMk id="118" creationId="{D976700D-7D25-220D-EA18-A222BD5253D1}"/>
          </ac:grpSpMkLst>
        </pc:grpChg>
        <pc:grpChg chg="mod">
          <ac:chgData name="O'Connor, Jacqueline Antonia" userId="3b9bfa0c-75a1-427e-ae61-7069a76100c3" providerId="ADAL" clId="{8515B688-85A3-4F26-94E9-C96B7C17EB84}" dt="2022-06-22T21:19:19.545" v="111"/>
          <ac:grpSpMkLst>
            <pc:docMk/>
            <pc:sldMk cId="2551148128" sldId="259"/>
            <ac:grpSpMk id="119" creationId="{BF891027-36AB-EEB5-26CF-4FD8ABD9FDA3}"/>
          </ac:grpSpMkLst>
        </pc:grpChg>
        <pc:grpChg chg="del mod">
          <ac:chgData name="O'Connor, Jacqueline Antonia" userId="3b9bfa0c-75a1-427e-ae61-7069a76100c3" providerId="ADAL" clId="{8515B688-85A3-4F26-94E9-C96B7C17EB84}" dt="2022-06-22T21:19:25.772" v="123"/>
          <ac:grpSpMkLst>
            <pc:docMk/>
            <pc:sldMk cId="2551148128" sldId="259"/>
            <ac:grpSpMk id="123" creationId="{DE50D71A-0596-91D3-556F-333745B19F07}"/>
          </ac:grpSpMkLst>
        </pc:grpChg>
        <pc:grpChg chg="del mod">
          <ac:chgData name="O'Connor, Jacqueline Antonia" userId="3b9bfa0c-75a1-427e-ae61-7069a76100c3" providerId="ADAL" clId="{8515B688-85A3-4F26-94E9-C96B7C17EB84}" dt="2022-06-22T21:19:26.756" v="125"/>
          <ac:grpSpMkLst>
            <pc:docMk/>
            <pc:sldMk cId="2551148128" sldId="259"/>
            <ac:grpSpMk id="131" creationId="{46CD0DA2-786D-A219-FC15-9FE2836BC73D}"/>
          </ac:grpSpMkLst>
        </pc:grpChg>
        <pc:grpChg chg="mod">
          <ac:chgData name="O'Connor, Jacqueline Antonia" userId="3b9bfa0c-75a1-427e-ae61-7069a76100c3" providerId="ADAL" clId="{8515B688-85A3-4F26-94E9-C96B7C17EB84}" dt="2022-06-22T21:19:26.756" v="125"/>
          <ac:grpSpMkLst>
            <pc:docMk/>
            <pc:sldMk cId="2551148128" sldId="259"/>
            <ac:grpSpMk id="133" creationId="{558B2D47-8565-189D-BE29-B77B9F601526}"/>
          </ac:grpSpMkLst>
        </pc:grpChg>
        <pc:grpChg chg="mod">
          <ac:chgData name="O'Connor, Jacqueline Antonia" userId="3b9bfa0c-75a1-427e-ae61-7069a76100c3" providerId="ADAL" clId="{8515B688-85A3-4F26-94E9-C96B7C17EB84}" dt="2022-06-22T21:19:34.414" v="142"/>
          <ac:grpSpMkLst>
            <pc:docMk/>
            <pc:sldMk cId="2551148128" sldId="259"/>
            <ac:grpSpMk id="150" creationId="{050D4913-C8D7-4493-8F7A-7E0794B73D83}"/>
          </ac:grpSpMkLst>
        </pc:grpChg>
        <pc:grpChg chg="mod">
          <ac:chgData name="O'Connor, Jacqueline Antonia" userId="3b9bfa0c-75a1-427e-ae61-7069a76100c3" providerId="ADAL" clId="{8515B688-85A3-4F26-94E9-C96B7C17EB84}" dt="2022-06-22T21:19:34.414" v="142"/>
          <ac:grpSpMkLst>
            <pc:docMk/>
            <pc:sldMk cId="2551148128" sldId="259"/>
            <ac:grpSpMk id="151" creationId="{A89A9C50-5A57-A2FA-373A-5E124BDB4051}"/>
          </ac:grpSpMkLst>
        </pc:grpChg>
        <pc:grpChg chg="mod">
          <ac:chgData name="O'Connor, Jacqueline Antonia" userId="3b9bfa0c-75a1-427e-ae61-7069a76100c3" providerId="ADAL" clId="{8515B688-85A3-4F26-94E9-C96B7C17EB84}" dt="2022-06-22T21:19:44.494" v="159"/>
          <ac:grpSpMkLst>
            <pc:docMk/>
            <pc:sldMk cId="2551148128" sldId="259"/>
            <ac:grpSpMk id="168" creationId="{20B4D44D-8809-2778-1229-EF97CE31E259}"/>
          </ac:grpSpMkLst>
        </pc:grpChg>
        <pc:grpChg chg="mod">
          <ac:chgData name="O'Connor, Jacqueline Antonia" userId="3b9bfa0c-75a1-427e-ae61-7069a76100c3" providerId="ADAL" clId="{8515B688-85A3-4F26-94E9-C96B7C17EB84}" dt="2022-06-22T21:19:44.494" v="159"/>
          <ac:grpSpMkLst>
            <pc:docMk/>
            <pc:sldMk cId="2551148128" sldId="259"/>
            <ac:grpSpMk id="169" creationId="{311A9868-C067-7F7D-FB2E-1B6AC04121BE}"/>
          </ac:grpSpMkLst>
        </pc:grpChg>
        <pc:grpChg chg="mod">
          <ac:chgData name="O'Connor, Jacqueline Antonia" userId="3b9bfa0c-75a1-427e-ae61-7069a76100c3" providerId="ADAL" clId="{8515B688-85A3-4F26-94E9-C96B7C17EB84}" dt="2022-06-22T21:19:44.494" v="159"/>
          <ac:grpSpMkLst>
            <pc:docMk/>
            <pc:sldMk cId="2551148128" sldId="259"/>
            <ac:grpSpMk id="170" creationId="{B2BC37E1-CAFD-ADF8-8907-F3716EC5AC21}"/>
          </ac:grpSpMkLst>
        </pc:grpChg>
        <pc:grpChg chg="del mod">
          <ac:chgData name="O'Connor, Jacqueline Antonia" userId="3b9bfa0c-75a1-427e-ae61-7069a76100c3" providerId="ADAL" clId="{8515B688-85A3-4F26-94E9-C96B7C17EB84}" dt="2022-06-22T21:20:24.681" v="172"/>
          <ac:grpSpMkLst>
            <pc:docMk/>
            <pc:sldMk cId="2551148128" sldId="259"/>
            <ac:grpSpMk id="177" creationId="{5089B54D-BDB4-0556-850D-899D91EE18BD}"/>
          </ac:grpSpMkLst>
        </pc:grpChg>
        <pc:grpChg chg="mod">
          <ac:chgData name="O'Connor, Jacqueline Antonia" userId="3b9bfa0c-75a1-427e-ae61-7069a76100c3" providerId="ADAL" clId="{8515B688-85A3-4F26-94E9-C96B7C17EB84}" dt="2022-06-22T21:20:24.681" v="172"/>
          <ac:grpSpMkLst>
            <pc:docMk/>
            <pc:sldMk cId="2551148128" sldId="259"/>
            <ac:grpSpMk id="182" creationId="{BBD60DAA-4D6D-9369-2B12-AC50AE68F3BE}"/>
          </ac:grpSpMkLst>
        </pc:grpChg>
        <pc:grpChg chg="del mod">
          <ac:chgData name="O'Connor, Jacqueline Antonia" userId="3b9bfa0c-75a1-427e-ae61-7069a76100c3" providerId="ADAL" clId="{8515B688-85A3-4F26-94E9-C96B7C17EB84}" dt="2022-06-22T21:21:18.342" v="202"/>
          <ac:grpSpMkLst>
            <pc:docMk/>
            <pc:sldMk cId="2551148128" sldId="259"/>
            <ac:grpSpMk id="191" creationId="{FB4B7EE9-DBCC-2B91-9706-1ABFBFA74729}"/>
          </ac:grpSpMkLst>
        </pc:grpChg>
        <pc:grpChg chg="del mod">
          <ac:chgData name="O'Connor, Jacqueline Antonia" userId="3b9bfa0c-75a1-427e-ae61-7069a76100c3" providerId="ADAL" clId="{8515B688-85A3-4F26-94E9-C96B7C17EB84}" dt="2022-06-22T21:20:55.364" v="188"/>
          <ac:grpSpMkLst>
            <pc:docMk/>
            <pc:sldMk cId="2551148128" sldId="259"/>
            <ac:grpSpMk id="196" creationId="{102ACA7E-12AC-5C01-CD4D-6C7576FA275E}"/>
          </ac:grpSpMkLst>
        </pc:grpChg>
        <pc:grpChg chg="del mod">
          <ac:chgData name="O'Connor, Jacqueline Antonia" userId="3b9bfa0c-75a1-427e-ae61-7069a76100c3" providerId="ADAL" clId="{8515B688-85A3-4F26-94E9-C96B7C17EB84}" dt="2022-06-22T21:21:05.067" v="200"/>
          <ac:grpSpMkLst>
            <pc:docMk/>
            <pc:sldMk cId="2551148128" sldId="259"/>
            <ac:grpSpMk id="198" creationId="{2DA8C3F1-2488-587F-5C53-3DB17D837A6B}"/>
          </ac:grpSpMkLst>
        </pc:grpChg>
        <pc:grpChg chg="del mod">
          <ac:chgData name="O'Connor, Jacqueline Antonia" userId="3b9bfa0c-75a1-427e-ae61-7069a76100c3" providerId="ADAL" clId="{8515B688-85A3-4F26-94E9-C96B7C17EB84}" dt="2022-06-22T21:25:06.315" v="299"/>
          <ac:grpSpMkLst>
            <pc:docMk/>
            <pc:sldMk cId="2551148128" sldId="259"/>
            <ac:grpSpMk id="210" creationId="{D4D9B99B-CF9D-6D87-0309-C282851479FC}"/>
          </ac:grpSpMkLst>
        </pc:grpChg>
        <pc:grpChg chg="mod">
          <ac:chgData name="O'Connor, Jacqueline Antonia" userId="3b9bfa0c-75a1-427e-ae61-7069a76100c3" providerId="ADAL" clId="{8515B688-85A3-4F26-94E9-C96B7C17EB84}" dt="2022-06-22T21:21:18.342" v="202"/>
          <ac:grpSpMkLst>
            <pc:docMk/>
            <pc:sldMk cId="2551148128" sldId="259"/>
            <ac:grpSpMk id="212" creationId="{7BDA639B-5F35-C4BF-1502-9F3D127A4FE0}"/>
          </ac:grpSpMkLst>
        </pc:grpChg>
        <pc:grpChg chg="del mod">
          <ac:chgData name="O'Connor, Jacqueline Antonia" userId="3b9bfa0c-75a1-427e-ae61-7069a76100c3" providerId="ADAL" clId="{8515B688-85A3-4F26-94E9-C96B7C17EB84}" dt="2022-06-22T21:21:28.791" v="209"/>
          <ac:grpSpMkLst>
            <pc:docMk/>
            <pc:sldMk cId="2551148128" sldId="259"/>
            <ac:grpSpMk id="215" creationId="{84EA747E-AEAD-6D13-A9D2-2061E989BF04}"/>
          </ac:grpSpMkLst>
        </pc:grpChg>
        <pc:grpChg chg="del mod">
          <ac:chgData name="O'Connor, Jacqueline Antonia" userId="3b9bfa0c-75a1-427e-ae61-7069a76100c3" providerId="ADAL" clId="{8515B688-85A3-4F26-94E9-C96B7C17EB84}" dt="2022-06-22T21:21:34.177" v="211"/>
          <ac:grpSpMkLst>
            <pc:docMk/>
            <pc:sldMk cId="2551148128" sldId="259"/>
            <ac:grpSpMk id="219" creationId="{6EC75B77-1AE8-1D7C-8C42-4F52C7EF83FD}"/>
          </ac:grpSpMkLst>
        </pc:grpChg>
        <pc:grpChg chg="del mod">
          <ac:chgData name="O'Connor, Jacqueline Antonia" userId="3b9bfa0c-75a1-427e-ae61-7069a76100c3" providerId="ADAL" clId="{8515B688-85A3-4F26-94E9-C96B7C17EB84}" dt="2022-06-22T21:22:08.142" v="218"/>
          <ac:grpSpMkLst>
            <pc:docMk/>
            <pc:sldMk cId="2551148128" sldId="259"/>
            <ac:grpSpMk id="221" creationId="{28854603-6B8B-382A-8404-F37DBC9FD897}"/>
          </ac:grpSpMkLst>
        </pc:grpChg>
        <pc:grpChg chg="mod">
          <ac:chgData name="O'Connor, Jacqueline Antonia" userId="3b9bfa0c-75a1-427e-ae61-7069a76100c3" providerId="ADAL" clId="{8515B688-85A3-4F26-94E9-C96B7C17EB84}" dt="2022-06-22T21:22:08.142" v="218"/>
          <ac:grpSpMkLst>
            <pc:docMk/>
            <pc:sldMk cId="2551148128" sldId="259"/>
            <ac:grpSpMk id="228" creationId="{897C9CFA-CD66-FEB3-1CAE-AC60334A1EE4}"/>
          </ac:grpSpMkLst>
        </pc:grpChg>
        <pc:grpChg chg="mod">
          <ac:chgData name="O'Connor, Jacqueline Antonia" userId="3b9bfa0c-75a1-427e-ae61-7069a76100c3" providerId="ADAL" clId="{8515B688-85A3-4F26-94E9-C96B7C17EB84}" dt="2022-06-22T21:22:13.839" v="227"/>
          <ac:grpSpMkLst>
            <pc:docMk/>
            <pc:sldMk cId="2551148128" sldId="259"/>
            <ac:grpSpMk id="237" creationId="{078F1AC9-801F-7FEC-3CB5-B7587178E1B5}"/>
          </ac:grpSpMkLst>
        </pc:grpChg>
        <pc:grpChg chg="del mod">
          <ac:chgData name="O'Connor, Jacqueline Antonia" userId="3b9bfa0c-75a1-427e-ae61-7069a76100c3" providerId="ADAL" clId="{8515B688-85A3-4F26-94E9-C96B7C17EB84}" dt="2022-06-22T21:22:51.345" v="241"/>
          <ac:grpSpMkLst>
            <pc:docMk/>
            <pc:sldMk cId="2551148128" sldId="259"/>
            <ac:grpSpMk id="248" creationId="{0CBFCF74-00C6-3633-3CA2-7494E2640B55}"/>
          </ac:grpSpMkLst>
        </pc:grpChg>
        <pc:grpChg chg="mod">
          <ac:chgData name="O'Connor, Jacqueline Antonia" userId="3b9bfa0c-75a1-427e-ae61-7069a76100c3" providerId="ADAL" clId="{8515B688-85A3-4F26-94E9-C96B7C17EB84}" dt="2022-06-22T21:22:21.817" v="238"/>
          <ac:grpSpMkLst>
            <pc:docMk/>
            <pc:sldMk cId="2551148128" sldId="259"/>
            <ac:grpSpMk id="249" creationId="{683A8FAA-2F31-9044-B287-112A6571CBAA}"/>
          </ac:grpSpMkLst>
        </pc:grpChg>
        <pc:grpChg chg="mod">
          <ac:chgData name="O'Connor, Jacqueline Antonia" userId="3b9bfa0c-75a1-427e-ae61-7069a76100c3" providerId="ADAL" clId="{8515B688-85A3-4F26-94E9-C96B7C17EB84}" dt="2022-06-22T21:22:51.345" v="241"/>
          <ac:grpSpMkLst>
            <pc:docMk/>
            <pc:sldMk cId="2551148128" sldId="259"/>
            <ac:grpSpMk id="252" creationId="{4E544002-E418-F51E-1D18-78D730586E4C}"/>
          </ac:grpSpMkLst>
        </pc:grpChg>
        <pc:grpChg chg="mod">
          <ac:chgData name="O'Connor, Jacqueline Antonia" userId="3b9bfa0c-75a1-427e-ae61-7069a76100c3" providerId="ADAL" clId="{8515B688-85A3-4F26-94E9-C96B7C17EB84}" dt="2022-06-22T21:22:57.891" v="246"/>
          <ac:grpSpMkLst>
            <pc:docMk/>
            <pc:sldMk cId="2551148128" sldId="259"/>
            <ac:grpSpMk id="257" creationId="{665F3500-569B-F2C7-C360-BCAC291282CC}"/>
          </ac:grpSpMkLst>
        </pc:grpChg>
        <pc:grpChg chg="del mod">
          <ac:chgData name="O'Connor, Jacqueline Antonia" userId="3b9bfa0c-75a1-427e-ae61-7069a76100c3" providerId="ADAL" clId="{8515B688-85A3-4F26-94E9-C96B7C17EB84}" dt="2022-06-22T21:23:32.950" v="254"/>
          <ac:grpSpMkLst>
            <pc:docMk/>
            <pc:sldMk cId="2551148128" sldId="259"/>
            <ac:grpSpMk id="260" creationId="{414ABDB5-4D42-4F82-F160-E98556802F73}"/>
          </ac:grpSpMkLst>
        </pc:grpChg>
        <pc:grpChg chg="mod">
          <ac:chgData name="O'Connor, Jacqueline Antonia" userId="3b9bfa0c-75a1-427e-ae61-7069a76100c3" providerId="ADAL" clId="{8515B688-85A3-4F26-94E9-C96B7C17EB84}" dt="2022-06-22T21:23:32.950" v="254"/>
          <ac:grpSpMkLst>
            <pc:docMk/>
            <pc:sldMk cId="2551148128" sldId="259"/>
            <ac:grpSpMk id="265" creationId="{7AE376F2-F8CD-2F7A-823D-BCBF61A6BF7C}"/>
          </ac:grpSpMkLst>
        </pc:grpChg>
        <pc:grpChg chg="del mod">
          <ac:chgData name="O'Connor, Jacqueline Antonia" userId="3b9bfa0c-75a1-427e-ae61-7069a76100c3" providerId="ADAL" clId="{8515B688-85A3-4F26-94E9-C96B7C17EB84}" dt="2022-06-22T21:24:58.868" v="297"/>
          <ac:grpSpMkLst>
            <pc:docMk/>
            <pc:sldMk cId="2551148128" sldId="259"/>
            <ac:grpSpMk id="268" creationId="{7DCDE96B-C824-9757-7827-485E8BF353DB}"/>
          </ac:grpSpMkLst>
        </pc:grpChg>
        <pc:grpChg chg="del mod">
          <ac:chgData name="O'Connor, Jacqueline Antonia" userId="3b9bfa0c-75a1-427e-ae61-7069a76100c3" providerId="ADAL" clId="{8515B688-85A3-4F26-94E9-C96B7C17EB84}" dt="2022-06-22T21:23:40.240" v="262"/>
          <ac:grpSpMkLst>
            <pc:docMk/>
            <pc:sldMk cId="2551148128" sldId="259"/>
            <ac:grpSpMk id="271" creationId="{22FA6524-A836-B370-E10D-F39574CC9046}"/>
          </ac:grpSpMkLst>
        </pc:grpChg>
        <pc:grpChg chg="del mod">
          <ac:chgData name="O'Connor, Jacqueline Antonia" userId="3b9bfa0c-75a1-427e-ae61-7069a76100c3" providerId="ADAL" clId="{8515B688-85A3-4F26-94E9-C96B7C17EB84}" dt="2022-06-22T21:23:42.632" v="267"/>
          <ac:grpSpMkLst>
            <pc:docMk/>
            <pc:sldMk cId="2551148128" sldId="259"/>
            <ac:grpSpMk id="273" creationId="{34E720F0-AFA9-6F99-6137-FB97CDCBBE8A}"/>
          </ac:grpSpMkLst>
        </pc:grpChg>
        <pc:grpChg chg="del mod">
          <ac:chgData name="O'Connor, Jacqueline Antonia" userId="3b9bfa0c-75a1-427e-ae61-7069a76100c3" providerId="ADAL" clId="{8515B688-85A3-4F26-94E9-C96B7C17EB84}" dt="2022-06-22T21:24:58.868" v="297"/>
          <ac:grpSpMkLst>
            <pc:docMk/>
            <pc:sldMk cId="2551148128" sldId="259"/>
            <ac:grpSpMk id="278" creationId="{F27481EF-1BBA-C44B-722F-9C21D6597E8E}"/>
          </ac:grpSpMkLst>
        </pc:grpChg>
        <pc:grpChg chg="mod">
          <ac:chgData name="O'Connor, Jacqueline Antonia" userId="3b9bfa0c-75a1-427e-ae61-7069a76100c3" providerId="ADAL" clId="{8515B688-85A3-4F26-94E9-C96B7C17EB84}" dt="2022-06-22T21:23:54.788" v="283"/>
          <ac:grpSpMkLst>
            <pc:docMk/>
            <pc:sldMk cId="2551148128" sldId="259"/>
            <ac:grpSpMk id="294" creationId="{2DF5CADF-7EE3-A4BC-1082-439BD84E7F3C}"/>
          </ac:grpSpMkLst>
        </pc:grpChg>
        <pc:grpChg chg="mod">
          <ac:chgData name="O'Connor, Jacqueline Antonia" userId="3b9bfa0c-75a1-427e-ae61-7069a76100c3" providerId="ADAL" clId="{8515B688-85A3-4F26-94E9-C96B7C17EB84}" dt="2022-06-22T21:23:54.788" v="283"/>
          <ac:grpSpMkLst>
            <pc:docMk/>
            <pc:sldMk cId="2551148128" sldId="259"/>
            <ac:grpSpMk id="295" creationId="{396AA14D-F0AC-67AB-0FF7-624F01A2F470}"/>
          </ac:grpSpMkLst>
        </pc:grpChg>
        <pc:grpChg chg="mod">
          <ac:chgData name="O'Connor, Jacqueline Antonia" userId="3b9bfa0c-75a1-427e-ae61-7069a76100c3" providerId="ADAL" clId="{8515B688-85A3-4F26-94E9-C96B7C17EB84}" dt="2022-06-22T21:23:54.788" v="283"/>
          <ac:grpSpMkLst>
            <pc:docMk/>
            <pc:sldMk cId="2551148128" sldId="259"/>
            <ac:grpSpMk id="296" creationId="{C43269D6-3C38-1D81-5D53-33C533A64C87}"/>
          </ac:grpSpMkLst>
        </pc:grpChg>
        <pc:grpChg chg="mod">
          <ac:chgData name="O'Connor, Jacqueline Antonia" userId="3b9bfa0c-75a1-427e-ae61-7069a76100c3" providerId="ADAL" clId="{8515B688-85A3-4F26-94E9-C96B7C17EB84}" dt="2022-06-22T21:23:54.788" v="283"/>
          <ac:grpSpMkLst>
            <pc:docMk/>
            <pc:sldMk cId="2551148128" sldId="259"/>
            <ac:grpSpMk id="297" creationId="{81BB541F-FA74-DA89-F586-B200C5B62B42}"/>
          </ac:grpSpMkLst>
        </pc:grpChg>
        <pc:grpChg chg="mod">
          <ac:chgData name="O'Connor, Jacqueline Antonia" userId="3b9bfa0c-75a1-427e-ae61-7069a76100c3" providerId="ADAL" clId="{8515B688-85A3-4F26-94E9-C96B7C17EB84}" dt="2022-06-22T21:24:00.331" v="291"/>
          <ac:grpSpMkLst>
            <pc:docMk/>
            <pc:sldMk cId="2551148128" sldId="259"/>
            <ac:grpSpMk id="305" creationId="{AE5C4C97-58EE-5D09-B37D-91D9A7CD8A51}"/>
          </ac:grpSpMkLst>
        </pc:grpChg>
        <pc:grpChg chg="mod">
          <ac:chgData name="O'Connor, Jacqueline Antonia" userId="3b9bfa0c-75a1-427e-ae61-7069a76100c3" providerId="ADAL" clId="{8515B688-85A3-4F26-94E9-C96B7C17EB84}" dt="2022-06-22T21:24:00.331" v="291"/>
          <ac:grpSpMkLst>
            <pc:docMk/>
            <pc:sldMk cId="2551148128" sldId="259"/>
            <ac:grpSpMk id="306" creationId="{EB78979E-2A0C-33AE-7353-4275CEAA5D98}"/>
          </ac:grpSpMkLst>
        </pc:grpChg>
        <pc:grpChg chg="mod">
          <ac:chgData name="O'Connor, Jacqueline Antonia" userId="3b9bfa0c-75a1-427e-ae61-7069a76100c3" providerId="ADAL" clId="{8515B688-85A3-4F26-94E9-C96B7C17EB84}" dt="2022-06-22T21:24:00.331" v="291"/>
          <ac:grpSpMkLst>
            <pc:docMk/>
            <pc:sldMk cId="2551148128" sldId="259"/>
            <ac:grpSpMk id="307" creationId="{674CE032-0E0B-D451-F69B-7D37732F6B06}"/>
          </ac:grpSpMkLst>
        </pc:grpChg>
        <pc:grpChg chg="mod">
          <ac:chgData name="O'Connor, Jacqueline Antonia" userId="3b9bfa0c-75a1-427e-ae61-7069a76100c3" providerId="ADAL" clId="{8515B688-85A3-4F26-94E9-C96B7C17EB84}" dt="2022-06-22T21:24:23.478" v="293"/>
          <ac:grpSpMkLst>
            <pc:docMk/>
            <pc:sldMk cId="2551148128" sldId="259"/>
            <ac:grpSpMk id="309" creationId="{9F529389-53E0-3441-8E72-CCA2E343D155}"/>
          </ac:grpSpMkLst>
        </pc:grpChg>
        <pc:grpChg chg="mod">
          <ac:chgData name="O'Connor, Jacqueline Antonia" userId="3b9bfa0c-75a1-427e-ae61-7069a76100c3" providerId="ADAL" clId="{8515B688-85A3-4F26-94E9-C96B7C17EB84}" dt="2022-06-22T21:24:58.868" v="297"/>
          <ac:grpSpMkLst>
            <pc:docMk/>
            <pc:sldMk cId="2551148128" sldId="259"/>
            <ac:grpSpMk id="313" creationId="{141B0DF1-E8C8-4C17-E4F5-30F93197D1D5}"/>
          </ac:grpSpMkLst>
        </pc:grpChg>
        <pc:grpChg chg="mod">
          <ac:chgData name="O'Connor, Jacqueline Antonia" userId="3b9bfa0c-75a1-427e-ae61-7069a76100c3" providerId="ADAL" clId="{8515B688-85A3-4F26-94E9-C96B7C17EB84}" dt="2022-06-22T21:25:06.315" v="299"/>
          <ac:grpSpMkLst>
            <pc:docMk/>
            <pc:sldMk cId="2551148128" sldId="259"/>
            <ac:grpSpMk id="315" creationId="{C9F2151C-C990-8119-6BBD-D3E61BDEFCDE}"/>
          </ac:grpSpMkLst>
        </pc:grpChg>
        <pc:inkChg chg="add mod">
          <ac:chgData name="O'Connor, Jacqueline Antonia" userId="3b9bfa0c-75a1-427e-ae61-7069a76100c3" providerId="ADAL" clId="{8515B688-85A3-4F26-94E9-C96B7C17EB84}" dt="2022-06-22T21:17:36.380" v="12"/>
          <ac:inkMkLst>
            <pc:docMk/>
            <pc:sldMk cId="2551148128" sldId="259"/>
            <ac:inkMk id="2" creationId="{FEF885AB-6C14-3A72-B3D5-E02CA2FDED45}"/>
          </ac:inkMkLst>
        </pc:inkChg>
        <pc:inkChg chg="add mod">
          <ac:chgData name="O'Connor, Jacqueline Antonia" userId="3b9bfa0c-75a1-427e-ae61-7069a76100c3" providerId="ADAL" clId="{8515B688-85A3-4F26-94E9-C96B7C17EB84}" dt="2022-06-22T21:17:36.380" v="12"/>
          <ac:inkMkLst>
            <pc:docMk/>
            <pc:sldMk cId="2551148128" sldId="259"/>
            <ac:inkMk id="3" creationId="{9AE4346B-C86A-301C-C7FB-B497AA4AA7C8}"/>
          </ac:inkMkLst>
        </pc:inkChg>
        <pc:inkChg chg="add mod">
          <ac:chgData name="O'Connor, Jacqueline Antonia" userId="3b9bfa0c-75a1-427e-ae61-7069a76100c3" providerId="ADAL" clId="{8515B688-85A3-4F26-94E9-C96B7C17EB84}" dt="2022-06-22T21:17:36.380" v="12"/>
          <ac:inkMkLst>
            <pc:docMk/>
            <pc:sldMk cId="2551148128" sldId="259"/>
            <ac:inkMk id="4" creationId="{803CC126-F22E-C5C8-69A7-C61F6A553996}"/>
          </ac:inkMkLst>
        </pc:inkChg>
        <pc:inkChg chg="add mod">
          <ac:chgData name="O'Connor, Jacqueline Antonia" userId="3b9bfa0c-75a1-427e-ae61-7069a76100c3" providerId="ADAL" clId="{8515B688-85A3-4F26-94E9-C96B7C17EB84}" dt="2022-06-22T21:17:36.380" v="12"/>
          <ac:inkMkLst>
            <pc:docMk/>
            <pc:sldMk cId="2551148128" sldId="259"/>
            <ac:inkMk id="5" creationId="{0B125DFE-8FF4-6113-B2A3-1696B1263789}"/>
          </ac:inkMkLst>
        </pc:inkChg>
        <pc:inkChg chg="add mod">
          <ac:chgData name="O'Connor, Jacqueline Antonia" userId="3b9bfa0c-75a1-427e-ae61-7069a76100c3" providerId="ADAL" clId="{8515B688-85A3-4F26-94E9-C96B7C17EB84}" dt="2022-06-22T21:17:36.380" v="12"/>
          <ac:inkMkLst>
            <pc:docMk/>
            <pc:sldMk cId="2551148128" sldId="259"/>
            <ac:inkMk id="6" creationId="{A7D6F7CA-2AE6-6DA9-148B-465A098E5508}"/>
          </ac:inkMkLst>
        </pc:inkChg>
        <pc:inkChg chg="add">
          <ac:chgData name="O'Connor, Jacqueline Antonia" userId="3b9bfa0c-75a1-427e-ae61-7069a76100c3" providerId="ADAL" clId="{8515B688-85A3-4F26-94E9-C96B7C17EB84}" dt="2022-06-22T21:17:31.667" v="5" actId="9405"/>
          <ac:inkMkLst>
            <pc:docMk/>
            <pc:sldMk cId="2551148128" sldId="259"/>
            <ac:inkMk id="7" creationId="{34DC15ED-8C9D-D967-7940-E9B3E0D42DC4}"/>
          </ac:inkMkLst>
        </pc:inkChg>
        <pc:inkChg chg="add">
          <ac:chgData name="O'Connor, Jacqueline Antonia" userId="3b9bfa0c-75a1-427e-ae61-7069a76100c3" providerId="ADAL" clId="{8515B688-85A3-4F26-94E9-C96B7C17EB84}" dt="2022-06-22T21:17:32.471" v="6" actId="9405"/>
          <ac:inkMkLst>
            <pc:docMk/>
            <pc:sldMk cId="2551148128" sldId="259"/>
            <ac:inkMk id="8" creationId="{A9C1F392-B606-0F43-C7EC-310BDEA4863D}"/>
          </ac:inkMkLst>
        </pc:inkChg>
        <pc:inkChg chg="add mod">
          <ac:chgData name="O'Connor, Jacqueline Antonia" userId="3b9bfa0c-75a1-427e-ae61-7069a76100c3" providerId="ADAL" clId="{8515B688-85A3-4F26-94E9-C96B7C17EB84}" dt="2022-06-22T21:17:36.380" v="12"/>
          <ac:inkMkLst>
            <pc:docMk/>
            <pc:sldMk cId="2551148128" sldId="259"/>
            <ac:inkMk id="9" creationId="{9BAA606F-BCD9-1BEE-FFA8-58424CEE8E4F}"/>
          </ac:inkMkLst>
        </pc:inkChg>
        <pc:inkChg chg="add mod">
          <ac:chgData name="O'Connor, Jacqueline Antonia" userId="3b9bfa0c-75a1-427e-ae61-7069a76100c3" providerId="ADAL" clId="{8515B688-85A3-4F26-94E9-C96B7C17EB84}" dt="2022-06-22T21:17:36.380" v="12"/>
          <ac:inkMkLst>
            <pc:docMk/>
            <pc:sldMk cId="2551148128" sldId="259"/>
            <ac:inkMk id="10" creationId="{8925ABD0-70B2-ED82-2D59-5B086ACB7D5B}"/>
          </ac:inkMkLst>
        </pc:inkChg>
        <pc:inkChg chg="add mod">
          <ac:chgData name="O'Connor, Jacqueline Antonia" userId="3b9bfa0c-75a1-427e-ae61-7069a76100c3" providerId="ADAL" clId="{8515B688-85A3-4F26-94E9-C96B7C17EB84}" dt="2022-06-22T21:17:37.873" v="16"/>
          <ac:inkMkLst>
            <pc:docMk/>
            <pc:sldMk cId="2551148128" sldId="259"/>
            <ac:inkMk id="11" creationId="{DEF31FAE-8572-80EE-75B6-6850F1835A99}"/>
          </ac:inkMkLst>
        </pc:inkChg>
        <pc:inkChg chg="add mod">
          <ac:chgData name="O'Connor, Jacqueline Antonia" userId="3b9bfa0c-75a1-427e-ae61-7069a76100c3" providerId="ADAL" clId="{8515B688-85A3-4F26-94E9-C96B7C17EB84}" dt="2022-06-22T21:17:37.873" v="16"/>
          <ac:inkMkLst>
            <pc:docMk/>
            <pc:sldMk cId="2551148128" sldId="259"/>
            <ac:inkMk id="12" creationId="{235F47DF-7B41-73DF-D4C4-8D1F89974E38}"/>
          </ac:inkMkLst>
        </pc:inkChg>
        <pc:inkChg chg="add mod">
          <ac:chgData name="O'Connor, Jacqueline Antonia" userId="3b9bfa0c-75a1-427e-ae61-7069a76100c3" providerId="ADAL" clId="{8515B688-85A3-4F26-94E9-C96B7C17EB84}" dt="2022-06-22T21:17:37.873" v="16"/>
          <ac:inkMkLst>
            <pc:docMk/>
            <pc:sldMk cId="2551148128" sldId="259"/>
            <ac:inkMk id="13" creationId="{B24BCF73-8F08-603D-CA7D-411411A896DB}"/>
          </ac:inkMkLst>
        </pc:inkChg>
        <pc:inkChg chg="add mod">
          <ac:chgData name="O'Connor, Jacqueline Antonia" userId="3b9bfa0c-75a1-427e-ae61-7069a76100c3" providerId="ADAL" clId="{8515B688-85A3-4F26-94E9-C96B7C17EB84}" dt="2022-06-22T21:17:37.873" v="16"/>
          <ac:inkMkLst>
            <pc:docMk/>
            <pc:sldMk cId="2551148128" sldId="259"/>
            <ac:inkMk id="17" creationId="{BDCF186C-ABA9-B1C9-2999-9569A4E00682}"/>
          </ac:inkMkLst>
        </pc:inkChg>
        <pc:inkChg chg="add">
          <ac:chgData name="O'Connor, Jacqueline Antonia" userId="3b9bfa0c-75a1-427e-ae61-7069a76100c3" providerId="ADAL" clId="{8515B688-85A3-4F26-94E9-C96B7C17EB84}" dt="2022-06-22T21:17:36.818" v="14" actId="9405"/>
          <ac:inkMkLst>
            <pc:docMk/>
            <pc:sldMk cId="2551148128" sldId="259"/>
            <ac:inkMk id="18" creationId="{219CCAA3-F3BA-DF57-F752-8B91E5B8999B}"/>
          </ac:inkMkLst>
        </pc:inkChg>
        <pc:inkChg chg="add mod">
          <ac:chgData name="O'Connor, Jacqueline Antonia" userId="3b9bfa0c-75a1-427e-ae61-7069a76100c3" providerId="ADAL" clId="{8515B688-85A3-4F26-94E9-C96B7C17EB84}" dt="2022-06-22T21:17:38.864" v="18"/>
          <ac:inkMkLst>
            <pc:docMk/>
            <pc:sldMk cId="2551148128" sldId="259"/>
            <ac:inkMk id="19" creationId="{2A8B8962-5C8E-F634-22C4-342211D1CE65}"/>
          </ac:inkMkLst>
        </pc:inkChg>
        <pc:inkChg chg="add mod">
          <ac:chgData name="O'Connor, Jacqueline Antonia" userId="3b9bfa0c-75a1-427e-ae61-7069a76100c3" providerId="ADAL" clId="{8515B688-85A3-4F26-94E9-C96B7C17EB84}" dt="2022-06-22T21:17:38.864" v="18"/>
          <ac:inkMkLst>
            <pc:docMk/>
            <pc:sldMk cId="2551148128" sldId="259"/>
            <ac:inkMk id="21" creationId="{8A1BD115-2FE1-5721-3822-7488B49F85E1}"/>
          </ac:inkMkLst>
        </pc:inkChg>
        <pc:inkChg chg="add mod">
          <ac:chgData name="O'Connor, Jacqueline Antonia" userId="3b9bfa0c-75a1-427e-ae61-7069a76100c3" providerId="ADAL" clId="{8515B688-85A3-4F26-94E9-C96B7C17EB84}" dt="2022-06-22T21:17:51.824" v="32"/>
          <ac:inkMkLst>
            <pc:docMk/>
            <pc:sldMk cId="2551148128" sldId="259"/>
            <ac:inkMk id="23" creationId="{DA54D2D7-2CBE-F974-43B0-71334DD6DD7E}"/>
          </ac:inkMkLst>
        </pc:inkChg>
        <pc:inkChg chg="add mod">
          <ac:chgData name="O'Connor, Jacqueline Antonia" userId="3b9bfa0c-75a1-427e-ae61-7069a76100c3" providerId="ADAL" clId="{8515B688-85A3-4F26-94E9-C96B7C17EB84}" dt="2022-06-22T21:17:51.824" v="32"/>
          <ac:inkMkLst>
            <pc:docMk/>
            <pc:sldMk cId="2551148128" sldId="259"/>
            <ac:inkMk id="24" creationId="{30514C92-2335-C95F-CA72-733936BFB5B7}"/>
          </ac:inkMkLst>
        </pc:inkChg>
        <pc:inkChg chg="add mod">
          <ac:chgData name="O'Connor, Jacqueline Antonia" userId="3b9bfa0c-75a1-427e-ae61-7069a76100c3" providerId="ADAL" clId="{8515B688-85A3-4F26-94E9-C96B7C17EB84}" dt="2022-06-22T21:17:51.824" v="32"/>
          <ac:inkMkLst>
            <pc:docMk/>
            <pc:sldMk cId="2551148128" sldId="259"/>
            <ac:inkMk id="25" creationId="{0125552B-3E20-9550-BB57-01C4181D63FD}"/>
          </ac:inkMkLst>
        </pc:inkChg>
        <pc:inkChg chg="add mod">
          <ac:chgData name="O'Connor, Jacqueline Antonia" userId="3b9bfa0c-75a1-427e-ae61-7069a76100c3" providerId="ADAL" clId="{8515B688-85A3-4F26-94E9-C96B7C17EB84}" dt="2022-06-22T21:17:51.824" v="32"/>
          <ac:inkMkLst>
            <pc:docMk/>
            <pc:sldMk cId="2551148128" sldId="259"/>
            <ac:inkMk id="26" creationId="{81280460-0BF0-23D3-C256-4D3D8691A88B}"/>
          </ac:inkMkLst>
        </pc:inkChg>
        <pc:inkChg chg="add mod">
          <ac:chgData name="O'Connor, Jacqueline Antonia" userId="3b9bfa0c-75a1-427e-ae61-7069a76100c3" providerId="ADAL" clId="{8515B688-85A3-4F26-94E9-C96B7C17EB84}" dt="2022-06-22T21:17:51.824" v="32"/>
          <ac:inkMkLst>
            <pc:docMk/>
            <pc:sldMk cId="2551148128" sldId="259"/>
            <ac:inkMk id="27" creationId="{61A1BEC8-6257-A011-8ABE-806DEC44E117}"/>
          </ac:inkMkLst>
        </pc:inkChg>
        <pc:inkChg chg="add mod">
          <ac:chgData name="O'Connor, Jacqueline Antonia" userId="3b9bfa0c-75a1-427e-ae61-7069a76100c3" providerId="ADAL" clId="{8515B688-85A3-4F26-94E9-C96B7C17EB84}" dt="2022-06-22T21:17:51.824" v="32"/>
          <ac:inkMkLst>
            <pc:docMk/>
            <pc:sldMk cId="2551148128" sldId="259"/>
            <ac:inkMk id="28" creationId="{A064E6E2-D2D8-0175-8BE8-D442A5FD836D}"/>
          </ac:inkMkLst>
        </pc:inkChg>
        <pc:inkChg chg="add mod">
          <ac:chgData name="O'Connor, Jacqueline Antonia" userId="3b9bfa0c-75a1-427e-ae61-7069a76100c3" providerId="ADAL" clId="{8515B688-85A3-4F26-94E9-C96B7C17EB84}" dt="2022-06-22T21:17:51.824" v="32"/>
          <ac:inkMkLst>
            <pc:docMk/>
            <pc:sldMk cId="2551148128" sldId="259"/>
            <ac:inkMk id="29" creationId="{DE00B9FD-88CE-F604-AADB-37E541F30C13}"/>
          </ac:inkMkLst>
        </pc:inkChg>
        <pc:inkChg chg="add mod">
          <ac:chgData name="O'Connor, Jacqueline Antonia" userId="3b9bfa0c-75a1-427e-ae61-7069a76100c3" providerId="ADAL" clId="{8515B688-85A3-4F26-94E9-C96B7C17EB84}" dt="2022-06-22T21:17:51.824" v="32"/>
          <ac:inkMkLst>
            <pc:docMk/>
            <pc:sldMk cId="2551148128" sldId="259"/>
            <ac:inkMk id="30" creationId="{98DD7D10-EA79-4068-05A8-A1341235174A}"/>
          </ac:inkMkLst>
        </pc:inkChg>
        <pc:inkChg chg="add mod">
          <ac:chgData name="O'Connor, Jacqueline Antonia" userId="3b9bfa0c-75a1-427e-ae61-7069a76100c3" providerId="ADAL" clId="{8515B688-85A3-4F26-94E9-C96B7C17EB84}" dt="2022-06-22T21:17:51.824" v="32"/>
          <ac:inkMkLst>
            <pc:docMk/>
            <pc:sldMk cId="2551148128" sldId="259"/>
            <ac:inkMk id="31" creationId="{7A2AFFC6-81CD-724B-6969-FCED5DD6C32A}"/>
          </ac:inkMkLst>
        </pc:inkChg>
        <pc:inkChg chg="add mod">
          <ac:chgData name="O'Connor, Jacqueline Antonia" userId="3b9bfa0c-75a1-427e-ae61-7069a76100c3" providerId="ADAL" clId="{8515B688-85A3-4F26-94E9-C96B7C17EB84}" dt="2022-06-22T21:17:51.824" v="32"/>
          <ac:inkMkLst>
            <pc:docMk/>
            <pc:sldMk cId="2551148128" sldId="259"/>
            <ac:inkMk id="32" creationId="{6CB0948C-63E0-EC83-F817-F0A75BA24366}"/>
          </ac:inkMkLst>
        </pc:inkChg>
        <pc:inkChg chg="add mod">
          <ac:chgData name="O'Connor, Jacqueline Antonia" userId="3b9bfa0c-75a1-427e-ae61-7069a76100c3" providerId="ADAL" clId="{8515B688-85A3-4F26-94E9-C96B7C17EB84}" dt="2022-06-22T21:17:51.824" v="32"/>
          <ac:inkMkLst>
            <pc:docMk/>
            <pc:sldMk cId="2551148128" sldId="259"/>
            <ac:inkMk id="33" creationId="{F0ED22C3-42E9-B84A-FF67-94639E13991A}"/>
          </ac:inkMkLst>
        </pc:inkChg>
        <pc:inkChg chg="add mod">
          <ac:chgData name="O'Connor, Jacqueline Antonia" userId="3b9bfa0c-75a1-427e-ae61-7069a76100c3" providerId="ADAL" clId="{8515B688-85A3-4F26-94E9-C96B7C17EB84}" dt="2022-06-22T21:17:51.824" v="32"/>
          <ac:inkMkLst>
            <pc:docMk/>
            <pc:sldMk cId="2551148128" sldId="259"/>
            <ac:inkMk id="34" creationId="{049998D5-D257-2851-884A-EE3995BFD125}"/>
          </ac:inkMkLst>
        </pc:inkChg>
        <pc:inkChg chg="add">
          <ac:chgData name="O'Connor, Jacqueline Antonia" userId="3b9bfa0c-75a1-427e-ae61-7069a76100c3" providerId="ADAL" clId="{8515B688-85A3-4F26-94E9-C96B7C17EB84}" dt="2022-06-22T21:17:51.146" v="31" actId="9405"/>
          <ac:inkMkLst>
            <pc:docMk/>
            <pc:sldMk cId="2551148128" sldId="259"/>
            <ac:inkMk id="35" creationId="{AAB42300-9E4E-BF53-4FDB-BE4B2A2190FE}"/>
          </ac:inkMkLst>
        </pc:inkChg>
        <pc:inkChg chg="add mod">
          <ac:chgData name="O'Connor, Jacqueline Antonia" userId="3b9bfa0c-75a1-427e-ae61-7069a76100c3" providerId="ADAL" clId="{8515B688-85A3-4F26-94E9-C96B7C17EB84}" dt="2022-06-22T21:18:02.063" v="48"/>
          <ac:inkMkLst>
            <pc:docMk/>
            <pc:sldMk cId="2551148128" sldId="259"/>
            <ac:inkMk id="37" creationId="{94B15383-CF3A-4E23-F8A8-5A0A928253A0}"/>
          </ac:inkMkLst>
        </pc:inkChg>
        <pc:inkChg chg="add mod">
          <ac:chgData name="O'Connor, Jacqueline Antonia" userId="3b9bfa0c-75a1-427e-ae61-7069a76100c3" providerId="ADAL" clId="{8515B688-85A3-4F26-94E9-C96B7C17EB84}" dt="2022-06-22T21:18:02.063" v="48"/>
          <ac:inkMkLst>
            <pc:docMk/>
            <pc:sldMk cId="2551148128" sldId="259"/>
            <ac:inkMk id="38" creationId="{F060EE40-F211-44F3-FE06-A7476BEC7FA2}"/>
          </ac:inkMkLst>
        </pc:inkChg>
        <pc:inkChg chg="add mod">
          <ac:chgData name="O'Connor, Jacqueline Antonia" userId="3b9bfa0c-75a1-427e-ae61-7069a76100c3" providerId="ADAL" clId="{8515B688-85A3-4F26-94E9-C96B7C17EB84}" dt="2022-06-22T21:18:02.063" v="48"/>
          <ac:inkMkLst>
            <pc:docMk/>
            <pc:sldMk cId="2551148128" sldId="259"/>
            <ac:inkMk id="39" creationId="{CE759C7D-8F8A-383F-76F3-920B659852D2}"/>
          </ac:inkMkLst>
        </pc:inkChg>
        <pc:inkChg chg="add mod">
          <ac:chgData name="O'Connor, Jacqueline Antonia" userId="3b9bfa0c-75a1-427e-ae61-7069a76100c3" providerId="ADAL" clId="{8515B688-85A3-4F26-94E9-C96B7C17EB84}" dt="2022-06-22T21:18:02.063" v="48"/>
          <ac:inkMkLst>
            <pc:docMk/>
            <pc:sldMk cId="2551148128" sldId="259"/>
            <ac:inkMk id="40" creationId="{5CE21683-F7AF-B839-FAEA-FF4FDAF8CCF2}"/>
          </ac:inkMkLst>
        </pc:inkChg>
        <pc:inkChg chg="add mod">
          <ac:chgData name="O'Connor, Jacqueline Antonia" userId="3b9bfa0c-75a1-427e-ae61-7069a76100c3" providerId="ADAL" clId="{8515B688-85A3-4F26-94E9-C96B7C17EB84}" dt="2022-06-22T21:18:02.063" v="48"/>
          <ac:inkMkLst>
            <pc:docMk/>
            <pc:sldMk cId="2551148128" sldId="259"/>
            <ac:inkMk id="41" creationId="{D715685B-9FCB-95EB-5948-3D762B8F76E1}"/>
          </ac:inkMkLst>
        </pc:inkChg>
        <pc:inkChg chg="add mod">
          <ac:chgData name="O'Connor, Jacqueline Antonia" userId="3b9bfa0c-75a1-427e-ae61-7069a76100c3" providerId="ADAL" clId="{8515B688-85A3-4F26-94E9-C96B7C17EB84}" dt="2022-06-22T21:18:02.063" v="48"/>
          <ac:inkMkLst>
            <pc:docMk/>
            <pc:sldMk cId="2551148128" sldId="259"/>
            <ac:inkMk id="42" creationId="{C9BDB6DA-B19A-7045-1E65-BB4ABE0D1BE9}"/>
          </ac:inkMkLst>
        </pc:inkChg>
        <pc:inkChg chg="add mod">
          <ac:chgData name="O'Connor, Jacqueline Antonia" userId="3b9bfa0c-75a1-427e-ae61-7069a76100c3" providerId="ADAL" clId="{8515B688-85A3-4F26-94E9-C96B7C17EB84}" dt="2022-06-22T21:18:02.063" v="48"/>
          <ac:inkMkLst>
            <pc:docMk/>
            <pc:sldMk cId="2551148128" sldId="259"/>
            <ac:inkMk id="43" creationId="{6999141C-F575-9B59-6ED8-F62D017B2CC5}"/>
          </ac:inkMkLst>
        </pc:inkChg>
        <pc:inkChg chg="add mod">
          <ac:chgData name="O'Connor, Jacqueline Antonia" userId="3b9bfa0c-75a1-427e-ae61-7069a76100c3" providerId="ADAL" clId="{8515B688-85A3-4F26-94E9-C96B7C17EB84}" dt="2022-06-22T21:18:02.063" v="48"/>
          <ac:inkMkLst>
            <pc:docMk/>
            <pc:sldMk cId="2551148128" sldId="259"/>
            <ac:inkMk id="44" creationId="{4E9B5DEE-4F43-DC98-C8C5-33588FFA8533}"/>
          </ac:inkMkLst>
        </pc:inkChg>
        <pc:inkChg chg="add mod">
          <ac:chgData name="O'Connor, Jacqueline Antonia" userId="3b9bfa0c-75a1-427e-ae61-7069a76100c3" providerId="ADAL" clId="{8515B688-85A3-4F26-94E9-C96B7C17EB84}" dt="2022-06-22T21:18:02.063" v="48"/>
          <ac:inkMkLst>
            <pc:docMk/>
            <pc:sldMk cId="2551148128" sldId="259"/>
            <ac:inkMk id="45" creationId="{AD81E468-2A75-5A6D-FC39-856F2534410C}"/>
          </ac:inkMkLst>
        </pc:inkChg>
        <pc:inkChg chg="add mod">
          <ac:chgData name="O'Connor, Jacqueline Antonia" userId="3b9bfa0c-75a1-427e-ae61-7069a76100c3" providerId="ADAL" clId="{8515B688-85A3-4F26-94E9-C96B7C17EB84}" dt="2022-06-22T21:18:02.063" v="48"/>
          <ac:inkMkLst>
            <pc:docMk/>
            <pc:sldMk cId="2551148128" sldId="259"/>
            <ac:inkMk id="46" creationId="{46D26EB7-2520-5BB8-809B-504428FF2190}"/>
          </ac:inkMkLst>
        </pc:inkChg>
        <pc:inkChg chg="add mod">
          <ac:chgData name="O'Connor, Jacqueline Antonia" userId="3b9bfa0c-75a1-427e-ae61-7069a76100c3" providerId="ADAL" clId="{8515B688-85A3-4F26-94E9-C96B7C17EB84}" dt="2022-06-22T21:18:02.063" v="48"/>
          <ac:inkMkLst>
            <pc:docMk/>
            <pc:sldMk cId="2551148128" sldId="259"/>
            <ac:inkMk id="47" creationId="{77AAF7F2-2A97-3A79-C7B3-B2B1AA497F0D}"/>
          </ac:inkMkLst>
        </pc:inkChg>
        <pc:inkChg chg="add mod">
          <ac:chgData name="O'Connor, Jacqueline Antonia" userId="3b9bfa0c-75a1-427e-ae61-7069a76100c3" providerId="ADAL" clId="{8515B688-85A3-4F26-94E9-C96B7C17EB84}" dt="2022-06-22T21:18:05.036" v="54"/>
          <ac:inkMkLst>
            <pc:docMk/>
            <pc:sldMk cId="2551148128" sldId="259"/>
            <ac:inkMk id="48" creationId="{9653412B-7CD8-F3D4-A9D3-A5346B741617}"/>
          </ac:inkMkLst>
        </pc:inkChg>
        <pc:inkChg chg="add mod">
          <ac:chgData name="O'Connor, Jacqueline Antonia" userId="3b9bfa0c-75a1-427e-ae61-7069a76100c3" providerId="ADAL" clId="{8515B688-85A3-4F26-94E9-C96B7C17EB84}" dt="2022-06-22T21:18:05.036" v="54"/>
          <ac:inkMkLst>
            <pc:docMk/>
            <pc:sldMk cId="2551148128" sldId="259"/>
            <ac:inkMk id="49" creationId="{E5F7D696-CFD2-7086-0604-2744D639C1FC}"/>
          </ac:inkMkLst>
        </pc:inkChg>
        <pc:inkChg chg="add mod">
          <ac:chgData name="O'Connor, Jacqueline Antonia" userId="3b9bfa0c-75a1-427e-ae61-7069a76100c3" providerId="ADAL" clId="{8515B688-85A3-4F26-94E9-C96B7C17EB84}" dt="2022-06-22T21:18:05.036" v="54"/>
          <ac:inkMkLst>
            <pc:docMk/>
            <pc:sldMk cId="2551148128" sldId="259"/>
            <ac:inkMk id="50" creationId="{85ECBDA9-95D5-1FA4-6C1B-B50E06E1CAB6}"/>
          </ac:inkMkLst>
        </pc:inkChg>
        <pc:inkChg chg="add mod">
          <ac:chgData name="O'Connor, Jacqueline Antonia" userId="3b9bfa0c-75a1-427e-ae61-7069a76100c3" providerId="ADAL" clId="{8515B688-85A3-4F26-94E9-C96B7C17EB84}" dt="2022-06-22T21:18:05.036" v="54"/>
          <ac:inkMkLst>
            <pc:docMk/>
            <pc:sldMk cId="2551148128" sldId="259"/>
            <ac:inkMk id="51" creationId="{19BA4617-81E1-E168-4607-96BFC53D452F}"/>
          </ac:inkMkLst>
        </pc:inkChg>
        <pc:inkChg chg="add mod">
          <ac:chgData name="O'Connor, Jacqueline Antonia" userId="3b9bfa0c-75a1-427e-ae61-7069a76100c3" providerId="ADAL" clId="{8515B688-85A3-4F26-94E9-C96B7C17EB84}" dt="2022-06-22T21:18:05.036" v="54"/>
          <ac:inkMkLst>
            <pc:docMk/>
            <pc:sldMk cId="2551148128" sldId="259"/>
            <ac:inkMk id="55" creationId="{B582685E-66C3-2D22-547D-9176B290EA93}"/>
          </ac:inkMkLst>
        </pc:inkChg>
        <pc:inkChg chg="add mod">
          <ac:chgData name="O'Connor, Jacqueline Antonia" userId="3b9bfa0c-75a1-427e-ae61-7069a76100c3" providerId="ADAL" clId="{8515B688-85A3-4F26-94E9-C96B7C17EB84}" dt="2022-06-22T21:18:05.036" v="54"/>
          <ac:inkMkLst>
            <pc:docMk/>
            <pc:sldMk cId="2551148128" sldId="259"/>
            <ac:inkMk id="56" creationId="{D63804F4-E0A1-33E3-C9C1-F29F5068A433}"/>
          </ac:inkMkLst>
        </pc:inkChg>
        <pc:inkChg chg="add mod">
          <ac:chgData name="O'Connor, Jacqueline Antonia" userId="3b9bfa0c-75a1-427e-ae61-7069a76100c3" providerId="ADAL" clId="{8515B688-85A3-4F26-94E9-C96B7C17EB84}" dt="2022-06-22T21:18:05.036" v="54"/>
          <ac:inkMkLst>
            <pc:docMk/>
            <pc:sldMk cId="2551148128" sldId="259"/>
            <ac:inkMk id="57" creationId="{5FDCC68F-1AC5-A9A0-D898-587E0FEDBBD9}"/>
          </ac:inkMkLst>
        </pc:inkChg>
        <pc:inkChg chg="add mod">
          <ac:chgData name="O'Connor, Jacqueline Antonia" userId="3b9bfa0c-75a1-427e-ae61-7069a76100c3" providerId="ADAL" clId="{8515B688-85A3-4F26-94E9-C96B7C17EB84}" dt="2022-06-22T21:18:05.036" v="54"/>
          <ac:inkMkLst>
            <pc:docMk/>
            <pc:sldMk cId="2551148128" sldId="259"/>
            <ac:inkMk id="58" creationId="{1DC02ED7-53FC-E265-609B-110763272880}"/>
          </ac:inkMkLst>
        </pc:inkChg>
        <pc:inkChg chg="add mod">
          <ac:chgData name="O'Connor, Jacqueline Antonia" userId="3b9bfa0c-75a1-427e-ae61-7069a76100c3" providerId="ADAL" clId="{8515B688-85A3-4F26-94E9-C96B7C17EB84}" dt="2022-06-22T21:18:05.036" v="54"/>
          <ac:inkMkLst>
            <pc:docMk/>
            <pc:sldMk cId="2551148128" sldId="259"/>
            <ac:inkMk id="59" creationId="{1F5F65CA-52DB-5361-A63F-C21201DA5DC7}"/>
          </ac:inkMkLst>
        </pc:inkChg>
        <pc:inkChg chg="add">
          <ac:chgData name="O'Connor, Jacqueline Antonia" userId="3b9bfa0c-75a1-427e-ae61-7069a76100c3" providerId="ADAL" clId="{8515B688-85A3-4F26-94E9-C96B7C17EB84}" dt="2022-06-22T21:18:14.046" v="55" actId="9405"/>
          <ac:inkMkLst>
            <pc:docMk/>
            <pc:sldMk cId="2551148128" sldId="259"/>
            <ac:inkMk id="62" creationId="{64CB47AA-FF9B-A8B0-2F1B-C0C0F6C9E56F}"/>
          </ac:inkMkLst>
        </pc:inkChg>
        <pc:inkChg chg="add">
          <ac:chgData name="O'Connor, Jacqueline Antonia" userId="3b9bfa0c-75a1-427e-ae61-7069a76100c3" providerId="ADAL" clId="{8515B688-85A3-4F26-94E9-C96B7C17EB84}" dt="2022-06-22T21:18:14.487" v="56" actId="9405"/>
          <ac:inkMkLst>
            <pc:docMk/>
            <pc:sldMk cId="2551148128" sldId="259"/>
            <ac:inkMk id="63" creationId="{C8EC1990-9198-2A85-C5EC-17F73D358473}"/>
          </ac:inkMkLst>
        </pc:inkChg>
        <pc:inkChg chg="add mod">
          <ac:chgData name="O'Connor, Jacqueline Antonia" userId="3b9bfa0c-75a1-427e-ae61-7069a76100c3" providerId="ADAL" clId="{8515B688-85A3-4F26-94E9-C96B7C17EB84}" dt="2022-06-22T21:18:18.903" v="63"/>
          <ac:inkMkLst>
            <pc:docMk/>
            <pc:sldMk cId="2551148128" sldId="259"/>
            <ac:inkMk id="64" creationId="{8AA64EB2-090C-BF17-5131-C05B7B736999}"/>
          </ac:inkMkLst>
        </pc:inkChg>
        <pc:inkChg chg="add mod">
          <ac:chgData name="O'Connor, Jacqueline Antonia" userId="3b9bfa0c-75a1-427e-ae61-7069a76100c3" providerId="ADAL" clId="{8515B688-85A3-4F26-94E9-C96B7C17EB84}" dt="2022-06-22T21:18:18.903" v="63"/>
          <ac:inkMkLst>
            <pc:docMk/>
            <pc:sldMk cId="2551148128" sldId="259"/>
            <ac:inkMk id="65" creationId="{EAF7CA14-D017-EA38-E09C-5DE886A13AE4}"/>
          </ac:inkMkLst>
        </pc:inkChg>
        <pc:inkChg chg="add mod">
          <ac:chgData name="O'Connor, Jacqueline Antonia" userId="3b9bfa0c-75a1-427e-ae61-7069a76100c3" providerId="ADAL" clId="{8515B688-85A3-4F26-94E9-C96B7C17EB84}" dt="2022-06-22T21:18:18.903" v="63"/>
          <ac:inkMkLst>
            <pc:docMk/>
            <pc:sldMk cId="2551148128" sldId="259"/>
            <ac:inkMk id="66" creationId="{1A60A74D-A7F6-26C1-9B25-A815A56B08CC}"/>
          </ac:inkMkLst>
        </pc:inkChg>
        <pc:inkChg chg="add mod">
          <ac:chgData name="O'Connor, Jacqueline Antonia" userId="3b9bfa0c-75a1-427e-ae61-7069a76100c3" providerId="ADAL" clId="{8515B688-85A3-4F26-94E9-C96B7C17EB84}" dt="2022-06-22T21:18:18.903" v="63"/>
          <ac:inkMkLst>
            <pc:docMk/>
            <pc:sldMk cId="2551148128" sldId="259"/>
            <ac:inkMk id="67" creationId="{FF839951-2BB9-89C2-5D21-A72B2EDC770D}"/>
          </ac:inkMkLst>
        </pc:inkChg>
        <pc:inkChg chg="add mod">
          <ac:chgData name="O'Connor, Jacqueline Antonia" userId="3b9bfa0c-75a1-427e-ae61-7069a76100c3" providerId="ADAL" clId="{8515B688-85A3-4F26-94E9-C96B7C17EB84}" dt="2022-06-22T21:18:18.903" v="63"/>
          <ac:inkMkLst>
            <pc:docMk/>
            <pc:sldMk cId="2551148128" sldId="259"/>
            <ac:inkMk id="68" creationId="{DC227727-AD1F-A991-EFC1-8EA8C0149C86}"/>
          </ac:inkMkLst>
        </pc:inkChg>
        <pc:inkChg chg="add mod">
          <ac:chgData name="O'Connor, Jacqueline Antonia" userId="3b9bfa0c-75a1-427e-ae61-7069a76100c3" providerId="ADAL" clId="{8515B688-85A3-4F26-94E9-C96B7C17EB84}" dt="2022-06-22T21:18:18.903" v="63"/>
          <ac:inkMkLst>
            <pc:docMk/>
            <pc:sldMk cId="2551148128" sldId="259"/>
            <ac:inkMk id="69" creationId="{0AE5167E-D375-E46F-A9FE-05332FC69102}"/>
          </ac:inkMkLst>
        </pc:inkChg>
        <pc:inkChg chg="add mod">
          <ac:chgData name="O'Connor, Jacqueline Antonia" userId="3b9bfa0c-75a1-427e-ae61-7069a76100c3" providerId="ADAL" clId="{8515B688-85A3-4F26-94E9-C96B7C17EB84}" dt="2022-06-22T21:24:23.478" v="293"/>
          <ac:inkMkLst>
            <pc:docMk/>
            <pc:sldMk cId="2551148128" sldId="259"/>
            <ac:inkMk id="71" creationId="{A2B4AB60-0AA8-61E1-781A-6832D84276D2}"/>
          </ac:inkMkLst>
        </pc:inkChg>
        <pc:inkChg chg="add mod">
          <ac:chgData name="O'Connor, Jacqueline Antonia" userId="3b9bfa0c-75a1-427e-ae61-7069a76100c3" providerId="ADAL" clId="{8515B688-85A3-4F26-94E9-C96B7C17EB84}" dt="2022-06-22T21:24:23.478" v="293"/>
          <ac:inkMkLst>
            <pc:docMk/>
            <pc:sldMk cId="2551148128" sldId="259"/>
            <ac:inkMk id="72" creationId="{98C5C6C0-37E5-6820-B922-083995BE0561}"/>
          </ac:inkMkLst>
        </pc:inkChg>
        <pc:inkChg chg="add mod">
          <ac:chgData name="O'Connor, Jacqueline Antonia" userId="3b9bfa0c-75a1-427e-ae61-7069a76100c3" providerId="ADAL" clId="{8515B688-85A3-4F26-94E9-C96B7C17EB84}" dt="2022-06-22T21:24:23.478" v="293"/>
          <ac:inkMkLst>
            <pc:docMk/>
            <pc:sldMk cId="2551148128" sldId="259"/>
            <ac:inkMk id="73" creationId="{8C6E2ABC-5C99-C40D-5596-30E9A539BA15}"/>
          </ac:inkMkLst>
        </pc:inkChg>
        <pc:inkChg chg="add mod">
          <ac:chgData name="O'Connor, Jacqueline Antonia" userId="3b9bfa0c-75a1-427e-ae61-7069a76100c3" providerId="ADAL" clId="{8515B688-85A3-4F26-94E9-C96B7C17EB84}" dt="2022-06-22T21:24:23.478" v="293"/>
          <ac:inkMkLst>
            <pc:docMk/>
            <pc:sldMk cId="2551148128" sldId="259"/>
            <ac:inkMk id="74" creationId="{B50ACB6A-4221-84C1-EE18-40F046E22D2A}"/>
          </ac:inkMkLst>
        </pc:inkChg>
        <pc:inkChg chg="add mod">
          <ac:chgData name="O'Connor, Jacqueline Antonia" userId="3b9bfa0c-75a1-427e-ae61-7069a76100c3" providerId="ADAL" clId="{8515B688-85A3-4F26-94E9-C96B7C17EB84}" dt="2022-06-22T21:24:23.478" v="293"/>
          <ac:inkMkLst>
            <pc:docMk/>
            <pc:sldMk cId="2551148128" sldId="259"/>
            <ac:inkMk id="75" creationId="{B4660549-3838-602F-2D7D-5AAC6880C4A5}"/>
          </ac:inkMkLst>
        </pc:inkChg>
        <pc:inkChg chg="add mod">
          <ac:chgData name="O'Connor, Jacqueline Antonia" userId="3b9bfa0c-75a1-427e-ae61-7069a76100c3" providerId="ADAL" clId="{8515B688-85A3-4F26-94E9-C96B7C17EB84}" dt="2022-06-22T21:18:38.372" v="79"/>
          <ac:inkMkLst>
            <pc:docMk/>
            <pc:sldMk cId="2551148128" sldId="259"/>
            <ac:inkMk id="77" creationId="{97A12181-66AC-E54D-47D5-D28C5C6E8010}"/>
          </ac:inkMkLst>
        </pc:inkChg>
        <pc:inkChg chg="add mod">
          <ac:chgData name="O'Connor, Jacqueline Antonia" userId="3b9bfa0c-75a1-427e-ae61-7069a76100c3" providerId="ADAL" clId="{8515B688-85A3-4F26-94E9-C96B7C17EB84}" dt="2022-06-22T21:18:38.372" v="79"/>
          <ac:inkMkLst>
            <pc:docMk/>
            <pc:sldMk cId="2551148128" sldId="259"/>
            <ac:inkMk id="78" creationId="{29A3A769-497F-AB4F-C8C7-D37BA5763A11}"/>
          </ac:inkMkLst>
        </pc:inkChg>
        <pc:inkChg chg="add mod">
          <ac:chgData name="O'Connor, Jacqueline Antonia" userId="3b9bfa0c-75a1-427e-ae61-7069a76100c3" providerId="ADAL" clId="{8515B688-85A3-4F26-94E9-C96B7C17EB84}" dt="2022-06-22T21:18:38.372" v="79"/>
          <ac:inkMkLst>
            <pc:docMk/>
            <pc:sldMk cId="2551148128" sldId="259"/>
            <ac:inkMk id="80" creationId="{25E190D1-D0BA-0A0B-50E5-E67F79392D8A}"/>
          </ac:inkMkLst>
        </pc:inkChg>
        <pc:inkChg chg="add mod">
          <ac:chgData name="O'Connor, Jacqueline Antonia" userId="3b9bfa0c-75a1-427e-ae61-7069a76100c3" providerId="ADAL" clId="{8515B688-85A3-4F26-94E9-C96B7C17EB84}" dt="2022-06-22T21:18:38.372" v="79"/>
          <ac:inkMkLst>
            <pc:docMk/>
            <pc:sldMk cId="2551148128" sldId="259"/>
            <ac:inkMk id="81" creationId="{9C298B11-2187-0DEA-8A86-9390A9455221}"/>
          </ac:inkMkLst>
        </pc:inkChg>
        <pc:inkChg chg="add mod">
          <ac:chgData name="O'Connor, Jacqueline Antonia" userId="3b9bfa0c-75a1-427e-ae61-7069a76100c3" providerId="ADAL" clId="{8515B688-85A3-4F26-94E9-C96B7C17EB84}" dt="2022-06-22T21:18:38.372" v="79"/>
          <ac:inkMkLst>
            <pc:docMk/>
            <pc:sldMk cId="2551148128" sldId="259"/>
            <ac:inkMk id="82" creationId="{27320324-12FB-2A81-EA4A-6722D5091396}"/>
          </ac:inkMkLst>
        </pc:inkChg>
        <pc:inkChg chg="add mod">
          <ac:chgData name="O'Connor, Jacqueline Antonia" userId="3b9bfa0c-75a1-427e-ae61-7069a76100c3" providerId="ADAL" clId="{8515B688-85A3-4F26-94E9-C96B7C17EB84}" dt="2022-06-22T21:18:38.372" v="79"/>
          <ac:inkMkLst>
            <pc:docMk/>
            <pc:sldMk cId="2551148128" sldId="259"/>
            <ac:inkMk id="83" creationId="{AA869CA1-515A-9D58-D66C-9C1220A97D59}"/>
          </ac:inkMkLst>
        </pc:inkChg>
        <pc:inkChg chg="add mod">
          <ac:chgData name="O'Connor, Jacqueline Antonia" userId="3b9bfa0c-75a1-427e-ae61-7069a76100c3" providerId="ADAL" clId="{8515B688-85A3-4F26-94E9-C96B7C17EB84}" dt="2022-06-22T21:18:38.372" v="79"/>
          <ac:inkMkLst>
            <pc:docMk/>
            <pc:sldMk cId="2551148128" sldId="259"/>
            <ac:inkMk id="84" creationId="{2FF820D9-8AA0-7E99-B18C-DC75B9EBEEE0}"/>
          </ac:inkMkLst>
        </pc:inkChg>
        <pc:inkChg chg="add mod">
          <ac:chgData name="O'Connor, Jacqueline Antonia" userId="3b9bfa0c-75a1-427e-ae61-7069a76100c3" providerId="ADAL" clId="{8515B688-85A3-4F26-94E9-C96B7C17EB84}" dt="2022-06-22T21:18:38.372" v="79"/>
          <ac:inkMkLst>
            <pc:docMk/>
            <pc:sldMk cId="2551148128" sldId="259"/>
            <ac:inkMk id="85" creationId="{92BB68D3-3F51-AE84-A414-042606A7785E}"/>
          </ac:inkMkLst>
        </pc:inkChg>
        <pc:inkChg chg="add mod">
          <ac:chgData name="O'Connor, Jacqueline Antonia" userId="3b9bfa0c-75a1-427e-ae61-7069a76100c3" providerId="ADAL" clId="{8515B688-85A3-4F26-94E9-C96B7C17EB84}" dt="2022-06-22T21:19:11.057" v="94"/>
          <ac:inkMkLst>
            <pc:docMk/>
            <pc:sldMk cId="2551148128" sldId="259"/>
            <ac:inkMk id="87" creationId="{E1C3FE9D-D80E-6B90-FD67-07760876AFB2}"/>
          </ac:inkMkLst>
        </pc:inkChg>
        <pc:inkChg chg="add mod">
          <ac:chgData name="O'Connor, Jacqueline Antonia" userId="3b9bfa0c-75a1-427e-ae61-7069a76100c3" providerId="ADAL" clId="{8515B688-85A3-4F26-94E9-C96B7C17EB84}" dt="2022-06-22T21:19:11.057" v="94"/>
          <ac:inkMkLst>
            <pc:docMk/>
            <pc:sldMk cId="2551148128" sldId="259"/>
            <ac:inkMk id="88" creationId="{366A889C-C69E-C88A-3148-960C5414C81E}"/>
          </ac:inkMkLst>
        </pc:inkChg>
        <pc:inkChg chg="add mod">
          <ac:chgData name="O'Connor, Jacqueline Antonia" userId="3b9bfa0c-75a1-427e-ae61-7069a76100c3" providerId="ADAL" clId="{8515B688-85A3-4F26-94E9-C96B7C17EB84}" dt="2022-06-22T21:19:11.057" v="94"/>
          <ac:inkMkLst>
            <pc:docMk/>
            <pc:sldMk cId="2551148128" sldId="259"/>
            <ac:inkMk id="89" creationId="{927A1B18-482E-15B0-BF07-9EA4DE301A3D}"/>
          </ac:inkMkLst>
        </pc:inkChg>
        <pc:inkChg chg="add mod">
          <ac:chgData name="O'Connor, Jacqueline Antonia" userId="3b9bfa0c-75a1-427e-ae61-7069a76100c3" providerId="ADAL" clId="{8515B688-85A3-4F26-94E9-C96B7C17EB84}" dt="2022-06-22T21:19:11.057" v="94"/>
          <ac:inkMkLst>
            <pc:docMk/>
            <pc:sldMk cId="2551148128" sldId="259"/>
            <ac:inkMk id="90" creationId="{65CF562E-D124-001E-C1A4-39B0D2D61CC3}"/>
          </ac:inkMkLst>
        </pc:inkChg>
        <pc:inkChg chg="add mod">
          <ac:chgData name="O'Connor, Jacqueline Antonia" userId="3b9bfa0c-75a1-427e-ae61-7069a76100c3" providerId="ADAL" clId="{8515B688-85A3-4F26-94E9-C96B7C17EB84}" dt="2022-06-22T21:19:11.057" v="94"/>
          <ac:inkMkLst>
            <pc:docMk/>
            <pc:sldMk cId="2551148128" sldId="259"/>
            <ac:inkMk id="91" creationId="{BDF944E9-7EA9-4C90-34C9-C206B07F43C4}"/>
          </ac:inkMkLst>
        </pc:inkChg>
        <pc:inkChg chg="add mod">
          <ac:chgData name="O'Connor, Jacqueline Antonia" userId="3b9bfa0c-75a1-427e-ae61-7069a76100c3" providerId="ADAL" clId="{8515B688-85A3-4F26-94E9-C96B7C17EB84}" dt="2022-06-22T21:19:11.057" v="94"/>
          <ac:inkMkLst>
            <pc:docMk/>
            <pc:sldMk cId="2551148128" sldId="259"/>
            <ac:inkMk id="92" creationId="{FE18CBA6-4E3D-127C-CAAB-CA57E9803872}"/>
          </ac:inkMkLst>
        </pc:inkChg>
        <pc:inkChg chg="add mod">
          <ac:chgData name="O'Connor, Jacqueline Antonia" userId="3b9bfa0c-75a1-427e-ae61-7069a76100c3" providerId="ADAL" clId="{8515B688-85A3-4F26-94E9-C96B7C17EB84}" dt="2022-06-22T21:19:11.057" v="94"/>
          <ac:inkMkLst>
            <pc:docMk/>
            <pc:sldMk cId="2551148128" sldId="259"/>
            <ac:inkMk id="93" creationId="{A9262E35-D8F5-2BAE-9546-CCCDE080FB08}"/>
          </ac:inkMkLst>
        </pc:inkChg>
        <pc:inkChg chg="add mod">
          <ac:chgData name="O'Connor, Jacqueline Antonia" userId="3b9bfa0c-75a1-427e-ae61-7069a76100c3" providerId="ADAL" clId="{8515B688-85A3-4F26-94E9-C96B7C17EB84}" dt="2022-06-22T21:19:11.057" v="94"/>
          <ac:inkMkLst>
            <pc:docMk/>
            <pc:sldMk cId="2551148128" sldId="259"/>
            <ac:inkMk id="94" creationId="{350CD829-5B08-768D-8DCD-F190474491CD}"/>
          </ac:inkMkLst>
        </pc:inkChg>
        <pc:inkChg chg="add mod">
          <ac:chgData name="O'Connor, Jacqueline Antonia" userId="3b9bfa0c-75a1-427e-ae61-7069a76100c3" providerId="ADAL" clId="{8515B688-85A3-4F26-94E9-C96B7C17EB84}" dt="2022-06-22T21:19:11.057" v="94"/>
          <ac:inkMkLst>
            <pc:docMk/>
            <pc:sldMk cId="2551148128" sldId="259"/>
            <ac:inkMk id="95" creationId="{11AF14A7-CA8D-D81C-2556-CAFD8C6E66D9}"/>
          </ac:inkMkLst>
        </pc:inkChg>
        <pc:inkChg chg="add mod">
          <ac:chgData name="O'Connor, Jacqueline Antonia" userId="3b9bfa0c-75a1-427e-ae61-7069a76100c3" providerId="ADAL" clId="{8515B688-85A3-4F26-94E9-C96B7C17EB84}" dt="2022-06-22T21:19:11.057" v="94"/>
          <ac:inkMkLst>
            <pc:docMk/>
            <pc:sldMk cId="2551148128" sldId="259"/>
            <ac:inkMk id="96" creationId="{5C5B2439-C82A-20B3-3F33-C22569F0713F}"/>
          </ac:inkMkLst>
        </pc:inkChg>
        <pc:inkChg chg="add mod">
          <ac:chgData name="O'Connor, Jacqueline Antonia" userId="3b9bfa0c-75a1-427e-ae61-7069a76100c3" providerId="ADAL" clId="{8515B688-85A3-4F26-94E9-C96B7C17EB84}" dt="2022-06-22T21:19:11.057" v="94"/>
          <ac:inkMkLst>
            <pc:docMk/>
            <pc:sldMk cId="2551148128" sldId="259"/>
            <ac:inkMk id="97" creationId="{7165F257-F97B-2A3A-E249-D9A8DBD81921}"/>
          </ac:inkMkLst>
        </pc:inkChg>
        <pc:inkChg chg="add mod">
          <ac:chgData name="O'Connor, Jacqueline Antonia" userId="3b9bfa0c-75a1-427e-ae61-7069a76100c3" providerId="ADAL" clId="{8515B688-85A3-4F26-94E9-C96B7C17EB84}" dt="2022-06-22T21:19:11.057" v="94"/>
          <ac:inkMkLst>
            <pc:docMk/>
            <pc:sldMk cId="2551148128" sldId="259"/>
            <ac:inkMk id="98" creationId="{82001CFD-310E-F502-A975-7EE29DED0245}"/>
          </ac:inkMkLst>
        </pc:inkChg>
        <pc:inkChg chg="add mod">
          <ac:chgData name="O'Connor, Jacqueline Antonia" userId="3b9bfa0c-75a1-427e-ae61-7069a76100c3" providerId="ADAL" clId="{8515B688-85A3-4F26-94E9-C96B7C17EB84}" dt="2022-06-22T21:19:11.057" v="94"/>
          <ac:inkMkLst>
            <pc:docMk/>
            <pc:sldMk cId="2551148128" sldId="259"/>
            <ac:inkMk id="99" creationId="{C561F6C0-7B54-7F90-FE5E-85CEB33AE4DF}"/>
          </ac:inkMkLst>
        </pc:inkChg>
        <pc:inkChg chg="add mod">
          <ac:chgData name="O'Connor, Jacqueline Antonia" userId="3b9bfa0c-75a1-427e-ae61-7069a76100c3" providerId="ADAL" clId="{8515B688-85A3-4F26-94E9-C96B7C17EB84}" dt="2022-06-22T21:19:11.057" v="94"/>
          <ac:inkMkLst>
            <pc:docMk/>
            <pc:sldMk cId="2551148128" sldId="259"/>
            <ac:inkMk id="100" creationId="{3B27DE5A-6143-654D-7230-48D075C51699}"/>
          </ac:inkMkLst>
        </pc:inkChg>
        <pc:inkChg chg="add mod">
          <ac:chgData name="O'Connor, Jacqueline Antonia" userId="3b9bfa0c-75a1-427e-ae61-7069a76100c3" providerId="ADAL" clId="{8515B688-85A3-4F26-94E9-C96B7C17EB84}" dt="2022-06-22T21:19:19.545" v="111"/>
          <ac:inkMkLst>
            <pc:docMk/>
            <pc:sldMk cId="2551148128" sldId="259"/>
            <ac:inkMk id="102" creationId="{C49211A0-4D22-7673-E010-F1B39A230940}"/>
          </ac:inkMkLst>
        </pc:inkChg>
        <pc:inkChg chg="add mod">
          <ac:chgData name="O'Connor, Jacqueline Antonia" userId="3b9bfa0c-75a1-427e-ae61-7069a76100c3" providerId="ADAL" clId="{8515B688-85A3-4F26-94E9-C96B7C17EB84}" dt="2022-06-22T21:19:19.545" v="111"/>
          <ac:inkMkLst>
            <pc:docMk/>
            <pc:sldMk cId="2551148128" sldId="259"/>
            <ac:inkMk id="103" creationId="{42ECA38C-CA24-4491-CD03-712DBBF00EE6}"/>
          </ac:inkMkLst>
        </pc:inkChg>
        <pc:inkChg chg="add mod">
          <ac:chgData name="O'Connor, Jacqueline Antonia" userId="3b9bfa0c-75a1-427e-ae61-7069a76100c3" providerId="ADAL" clId="{8515B688-85A3-4F26-94E9-C96B7C17EB84}" dt="2022-06-22T21:19:19.545" v="111"/>
          <ac:inkMkLst>
            <pc:docMk/>
            <pc:sldMk cId="2551148128" sldId="259"/>
            <ac:inkMk id="104" creationId="{A3FF2DAF-D97D-2E10-529C-FF9DF3FC66FF}"/>
          </ac:inkMkLst>
        </pc:inkChg>
        <pc:inkChg chg="add mod">
          <ac:chgData name="O'Connor, Jacqueline Antonia" userId="3b9bfa0c-75a1-427e-ae61-7069a76100c3" providerId="ADAL" clId="{8515B688-85A3-4F26-94E9-C96B7C17EB84}" dt="2022-06-22T21:19:19.545" v="111"/>
          <ac:inkMkLst>
            <pc:docMk/>
            <pc:sldMk cId="2551148128" sldId="259"/>
            <ac:inkMk id="105" creationId="{300F9BD2-56B6-DDA1-58F7-F6F41F5C8473}"/>
          </ac:inkMkLst>
        </pc:inkChg>
        <pc:inkChg chg="add mod">
          <ac:chgData name="O'Connor, Jacqueline Antonia" userId="3b9bfa0c-75a1-427e-ae61-7069a76100c3" providerId="ADAL" clId="{8515B688-85A3-4F26-94E9-C96B7C17EB84}" dt="2022-06-22T21:19:19.545" v="111"/>
          <ac:inkMkLst>
            <pc:docMk/>
            <pc:sldMk cId="2551148128" sldId="259"/>
            <ac:inkMk id="106" creationId="{743F3F38-1DC5-4A12-3913-34C5CE493018}"/>
          </ac:inkMkLst>
        </pc:inkChg>
        <pc:inkChg chg="add mod">
          <ac:chgData name="O'Connor, Jacqueline Antonia" userId="3b9bfa0c-75a1-427e-ae61-7069a76100c3" providerId="ADAL" clId="{8515B688-85A3-4F26-94E9-C96B7C17EB84}" dt="2022-06-22T21:19:19.545" v="111"/>
          <ac:inkMkLst>
            <pc:docMk/>
            <pc:sldMk cId="2551148128" sldId="259"/>
            <ac:inkMk id="107" creationId="{1F5B727B-6B69-10F2-7B09-72F981D69335}"/>
          </ac:inkMkLst>
        </pc:inkChg>
        <pc:inkChg chg="add mod">
          <ac:chgData name="O'Connor, Jacqueline Antonia" userId="3b9bfa0c-75a1-427e-ae61-7069a76100c3" providerId="ADAL" clId="{8515B688-85A3-4F26-94E9-C96B7C17EB84}" dt="2022-06-22T21:19:19.545" v="111"/>
          <ac:inkMkLst>
            <pc:docMk/>
            <pc:sldMk cId="2551148128" sldId="259"/>
            <ac:inkMk id="108" creationId="{47CDBA37-B43A-B133-9884-69CA13579458}"/>
          </ac:inkMkLst>
        </pc:inkChg>
        <pc:inkChg chg="add mod">
          <ac:chgData name="O'Connor, Jacqueline Antonia" userId="3b9bfa0c-75a1-427e-ae61-7069a76100c3" providerId="ADAL" clId="{8515B688-85A3-4F26-94E9-C96B7C17EB84}" dt="2022-06-22T21:19:19.545" v="111"/>
          <ac:inkMkLst>
            <pc:docMk/>
            <pc:sldMk cId="2551148128" sldId="259"/>
            <ac:inkMk id="109" creationId="{61A020B5-ECE6-E05E-17C0-845F47C2ADFD}"/>
          </ac:inkMkLst>
        </pc:inkChg>
        <pc:inkChg chg="add mod">
          <ac:chgData name="O'Connor, Jacqueline Antonia" userId="3b9bfa0c-75a1-427e-ae61-7069a76100c3" providerId="ADAL" clId="{8515B688-85A3-4F26-94E9-C96B7C17EB84}" dt="2022-06-22T21:19:19.545" v="111"/>
          <ac:inkMkLst>
            <pc:docMk/>
            <pc:sldMk cId="2551148128" sldId="259"/>
            <ac:inkMk id="110" creationId="{5AE4A6BC-73AC-F69B-9B41-63FE8AA7EDA6}"/>
          </ac:inkMkLst>
        </pc:inkChg>
        <pc:inkChg chg="add mod">
          <ac:chgData name="O'Connor, Jacqueline Antonia" userId="3b9bfa0c-75a1-427e-ae61-7069a76100c3" providerId="ADAL" clId="{8515B688-85A3-4F26-94E9-C96B7C17EB84}" dt="2022-06-22T21:19:26.756" v="125"/>
          <ac:inkMkLst>
            <pc:docMk/>
            <pc:sldMk cId="2551148128" sldId="259"/>
            <ac:inkMk id="111" creationId="{1686F730-C940-8D50-7D39-93CEA8EA6CBD}"/>
          </ac:inkMkLst>
        </pc:inkChg>
        <pc:inkChg chg="add mod">
          <ac:chgData name="O'Connor, Jacqueline Antonia" userId="3b9bfa0c-75a1-427e-ae61-7069a76100c3" providerId="ADAL" clId="{8515B688-85A3-4F26-94E9-C96B7C17EB84}" dt="2022-06-22T21:19:26.756" v="125"/>
          <ac:inkMkLst>
            <pc:docMk/>
            <pc:sldMk cId="2551148128" sldId="259"/>
            <ac:inkMk id="112" creationId="{9FA66ADC-28A5-EEB0-F7F6-A765AD3FCB57}"/>
          </ac:inkMkLst>
        </pc:inkChg>
        <pc:inkChg chg="add mod">
          <ac:chgData name="O'Connor, Jacqueline Antonia" userId="3b9bfa0c-75a1-427e-ae61-7069a76100c3" providerId="ADAL" clId="{8515B688-85A3-4F26-94E9-C96B7C17EB84}" dt="2022-06-22T21:19:26.756" v="125"/>
          <ac:inkMkLst>
            <pc:docMk/>
            <pc:sldMk cId="2551148128" sldId="259"/>
            <ac:inkMk id="113" creationId="{41C279EA-1538-810C-230A-F77F7124E24E}"/>
          </ac:inkMkLst>
        </pc:inkChg>
        <pc:inkChg chg="add mod">
          <ac:chgData name="O'Connor, Jacqueline Antonia" userId="3b9bfa0c-75a1-427e-ae61-7069a76100c3" providerId="ADAL" clId="{8515B688-85A3-4F26-94E9-C96B7C17EB84}" dt="2022-06-22T21:19:26.756" v="125"/>
          <ac:inkMkLst>
            <pc:docMk/>
            <pc:sldMk cId="2551148128" sldId="259"/>
            <ac:inkMk id="114" creationId="{46B5D038-3161-76C6-D2D4-99C2E291A018}"/>
          </ac:inkMkLst>
        </pc:inkChg>
        <pc:inkChg chg="add mod">
          <ac:chgData name="O'Connor, Jacqueline Antonia" userId="3b9bfa0c-75a1-427e-ae61-7069a76100c3" providerId="ADAL" clId="{8515B688-85A3-4F26-94E9-C96B7C17EB84}" dt="2022-06-22T21:19:26.756" v="125"/>
          <ac:inkMkLst>
            <pc:docMk/>
            <pc:sldMk cId="2551148128" sldId="259"/>
            <ac:inkMk id="115" creationId="{1EC8B28E-3D77-6AF7-95A1-4731890F2260}"/>
          </ac:inkMkLst>
        </pc:inkChg>
        <pc:inkChg chg="add mod">
          <ac:chgData name="O'Connor, Jacqueline Antonia" userId="3b9bfa0c-75a1-427e-ae61-7069a76100c3" providerId="ADAL" clId="{8515B688-85A3-4F26-94E9-C96B7C17EB84}" dt="2022-06-22T21:19:26.756" v="125"/>
          <ac:inkMkLst>
            <pc:docMk/>
            <pc:sldMk cId="2551148128" sldId="259"/>
            <ac:inkMk id="116" creationId="{59832666-85F0-DAF2-5BB7-C3B99BE19902}"/>
          </ac:inkMkLst>
        </pc:inkChg>
        <pc:inkChg chg="add mod">
          <ac:chgData name="O'Connor, Jacqueline Antonia" userId="3b9bfa0c-75a1-427e-ae61-7069a76100c3" providerId="ADAL" clId="{8515B688-85A3-4F26-94E9-C96B7C17EB84}" dt="2022-06-22T21:19:26.756" v="125"/>
          <ac:inkMkLst>
            <pc:docMk/>
            <pc:sldMk cId="2551148128" sldId="259"/>
            <ac:inkMk id="117" creationId="{048F6377-2A37-B62A-0326-ABD22EFF5246}"/>
          </ac:inkMkLst>
        </pc:inkChg>
        <pc:inkChg chg="add mod">
          <ac:chgData name="O'Connor, Jacqueline Antonia" userId="3b9bfa0c-75a1-427e-ae61-7069a76100c3" providerId="ADAL" clId="{8515B688-85A3-4F26-94E9-C96B7C17EB84}" dt="2022-06-22T21:19:26.756" v="125"/>
          <ac:inkMkLst>
            <pc:docMk/>
            <pc:sldMk cId="2551148128" sldId="259"/>
            <ac:inkMk id="120" creationId="{CA456022-4A09-21E8-A403-B229729E235A}"/>
          </ac:inkMkLst>
        </pc:inkChg>
        <pc:inkChg chg="add mod">
          <ac:chgData name="O'Connor, Jacqueline Antonia" userId="3b9bfa0c-75a1-427e-ae61-7069a76100c3" providerId="ADAL" clId="{8515B688-85A3-4F26-94E9-C96B7C17EB84}" dt="2022-06-22T21:19:26.756" v="125"/>
          <ac:inkMkLst>
            <pc:docMk/>
            <pc:sldMk cId="2551148128" sldId="259"/>
            <ac:inkMk id="121" creationId="{0CE0BCFF-2C33-8A8C-0060-F610815F4CFA}"/>
          </ac:inkMkLst>
        </pc:inkChg>
        <pc:inkChg chg="add mod">
          <ac:chgData name="O'Connor, Jacqueline Antonia" userId="3b9bfa0c-75a1-427e-ae61-7069a76100c3" providerId="ADAL" clId="{8515B688-85A3-4F26-94E9-C96B7C17EB84}" dt="2022-06-22T21:19:26.756" v="125"/>
          <ac:inkMkLst>
            <pc:docMk/>
            <pc:sldMk cId="2551148128" sldId="259"/>
            <ac:inkMk id="122" creationId="{5CB54A6B-D05C-20FA-6745-2B371ACD70FC}"/>
          </ac:inkMkLst>
        </pc:inkChg>
        <pc:inkChg chg="add mod">
          <ac:chgData name="O'Connor, Jacqueline Antonia" userId="3b9bfa0c-75a1-427e-ae61-7069a76100c3" providerId="ADAL" clId="{8515B688-85A3-4F26-94E9-C96B7C17EB84}" dt="2022-06-22T21:19:26.756" v="125"/>
          <ac:inkMkLst>
            <pc:docMk/>
            <pc:sldMk cId="2551148128" sldId="259"/>
            <ac:inkMk id="124" creationId="{D474D86B-DE08-91BC-FBF8-78ED6004C23B}"/>
          </ac:inkMkLst>
        </pc:inkChg>
        <pc:inkChg chg="add mod">
          <ac:chgData name="O'Connor, Jacqueline Antonia" userId="3b9bfa0c-75a1-427e-ae61-7069a76100c3" providerId="ADAL" clId="{8515B688-85A3-4F26-94E9-C96B7C17EB84}" dt="2022-06-22T21:19:26.756" v="125"/>
          <ac:inkMkLst>
            <pc:docMk/>
            <pc:sldMk cId="2551148128" sldId="259"/>
            <ac:inkMk id="125" creationId="{E7FE4CF4-1C2F-3DDB-4CE8-0712B56B2C9D}"/>
          </ac:inkMkLst>
        </pc:inkChg>
        <pc:inkChg chg="add mod">
          <ac:chgData name="O'Connor, Jacqueline Antonia" userId="3b9bfa0c-75a1-427e-ae61-7069a76100c3" providerId="ADAL" clId="{8515B688-85A3-4F26-94E9-C96B7C17EB84}" dt="2022-06-22T21:19:26.756" v="125"/>
          <ac:inkMkLst>
            <pc:docMk/>
            <pc:sldMk cId="2551148128" sldId="259"/>
            <ac:inkMk id="126" creationId="{CF285C2A-8827-DC52-2915-EB96C9FB4706}"/>
          </ac:inkMkLst>
        </pc:inkChg>
        <pc:inkChg chg="add mod">
          <ac:chgData name="O'Connor, Jacqueline Antonia" userId="3b9bfa0c-75a1-427e-ae61-7069a76100c3" providerId="ADAL" clId="{8515B688-85A3-4F26-94E9-C96B7C17EB84}" dt="2022-06-22T21:19:26.756" v="125"/>
          <ac:inkMkLst>
            <pc:docMk/>
            <pc:sldMk cId="2551148128" sldId="259"/>
            <ac:inkMk id="127" creationId="{948F6538-E4C4-99CD-0E04-C760E2D2E2DC}"/>
          </ac:inkMkLst>
        </pc:inkChg>
        <pc:inkChg chg="add mod">
          <ac:chgData name="O'Connor, Jacqueline Antonia" userId="3b9bfa0c-75a1-427e-ae61-7069a76100c3" providerId="ADAL" clId="{8515B688-85A3-4F26-94E9-C96B7C17EB84}" dt="2022-06-22T21:19:26.756" v="125"/>
          <ac:inkMkLst>
            <pc:docMk/>
            <pc:sldMk cId="2551148128" sldId="259"/>
            <ac:inkMk id="128" creationId="{0A4FFC0F-3828-E990-98C9-1618EF082619}"/>
          </ac:inkMkLst>
        </pc:inkChg>
        <pc:inkChg chg="add mod">
          <ac:chgData name="O'Connor, Jacqueline Antonia" userId="3b9bfa0c-75a1-427e-ae61-7069a76100c3" providerId="ADAL" clId="{8515B688-85A3-4F26-94E9-C96B7C17EB84}" dt="2022-06-22T21:19:26.756" v="125"/>
          <ac:inkMkLst>
            <pc:docMk/>
            <pc:sldMk cId="2551148128" sldId="259"/>
            <ac:inkMk id="129" creationId="{A85B9AAB-4A57-DEA0-7233-EEE9942B5AE6}"/>
          </ac:inkMkLst>
        </pc:inkChg>
        <pc:inkChg chg="add mod">
          <ac:chgData name="O'Connor, Jacqueline Antonia" userId="3b9bfa0c-75a1-427e-ae61-7069a76100c3" providerId="ADAL" clId="{8515B688-85A3-4F26-94E9-C96B7C17EB84}" dt="2022-06-22T21:19:26.756" v="125"/>
          <ac:inkMkLst>
            <pc:docMk/>
            <pc:sldMk cId="2551148128" sldId="259"/>
            <ac:inkMk id="130" creationId="{CE6E48E2-8480-0F91-68E1-3EBF999C82B5}"/>
          </ac:inkMkLst>
        </pc:inkChg>
        <pc:inkChg chg="add mod">
          <ac:chgData name="O'Connor, Jacqueline Antonia" userId="3b9bfa0c-75a1-427e-ae61-7069a76100c3" providerId="ADAL" clId="{8515B688-85A3-4F26-94E9-C96B7C17EB84}" dt="2022-06-22T21:19:26.756" v="125"/>
          <ac:inkMkLst>
            <pc:docMk/>
            <pc:sldMk cId="2551148128" sldId="259"/>
            <ac:inkMk id="132" creationId="{E3575890-87FB-AE79-BA3A-A246407B2857}"/>
          </ac:inkMkLst>
        </pc:inkChg>
        <pc:inkChg chg="add mod">
          <ac:chgData name="O'Connor, Jacqueline Antonia" userId="3b9bfa0c-75a1-427e-ae61-7069a76100c3" providerId="ADAL" clId="{8515B688-85A3-4F26-94E9-C96B7C17EB84}" dt="2022-06-22T21:19:34.414" v="142"/>
          <ac:inkMkLst>
            <pc:docMk/>
            <pc:sldMk cId="2551148128" sldId="259"/>
            <ac:inkMk id="134" creationId="{AE8EDE39-B291-E971-76AC-8AB3422D4D36}"/>
          </ac:inkMkLst>
        </pc:inkChg>
        <pc:inkChg chg="add mod">
          <ac:chgData name="O'Connor, Jacqueline Antonia" userId="3b9bfa0c-75a1-427e-ae61-7069a76100c3" providerId="ADAL" clId="{8515B688-85A3-4F26-94E9-C96B7C17EB84}" dt="2022-06-22T21:19:34.414" v="142"/>
          <ac:inkMkLst>
            <pc:docMk/>
            <pc:sldMk cId="2551148128" sldId="259"/>
            <ac:inkMk id="135" creationId="{FFC54059-762A-E28D-6963-092B8C5880CD}"/>
          </ac:inkMkLst>
        </pc:inkChg>
        <pc:inkChg chg="add mod">
          <ac:chgData name="O'Connor, Jacqueline Antonia" userId="3b9bfa0c-75a1-427e-ae61-7069a76100c3" providerId="ADAL" clId="{8515B688-85A3-4F26-94E9-C96B7C17EB84}" dt="2022-06-22T21:19:34.414" v="142"/>
          <ac:inkMkLst>
            <pc:docMk/>
            <pc:sldMk cId="2551148128" sldId="259"/>
            <ac:inkMk id="136" creationId="{FC9AF808-A026-D882-404B-81D7B0A023AF}"/>
          </ac:inkMkLst>
        </pc:inkChg>
        <pc:inkChg chg="add mod">
          <ac:chgData name="O'Connor, Jacqueline Antonia" userId="3b9bfa0c-75a1-427e-ae61-7069a76100c3" providerId="ADAL" clId="{8515B688-85A3-4F26-94E9-C96B7C17EB84}" dt="2022-06-22T21:19:34.414" v="142"/>
          <ac:inkMkLst>
            <pc:docMk/>
            <pc:sldMk cId="2551148128" sldId="259"/>
            <ac:inkMk id="137" creationId="{37D604DD-11F4-C776-AC30-0617A7370312}"/>
          </ac:inkMkLst>
        </pc:inkChg>
        <pc:inkChg chg="add mod">
          <ac:chgData name="O'Connor, Jacqueline Antonia" userId="3b9bfa0c-75a1-427e-ae61-7069a76100c3" providerId="ADAL" clId="{8515B688-85A3-4F26-94E9-C96B7C17EB84}" dt="2022-06-22T21:19:34.414" v="142"/>
          <ac:inkMkLst>
            <pc:docMk/>
            <pc:sldMk cId="2551148128" sldId="259"/>
            <ac:inkMk id="138" creationId="{90BEA727-07F0-653B-6D70-4F59351CD02B}"/>
          </ac:inkMkLst>
        </pc:inkChg>
        <pc:inkChg chg="add mod">
          <ac:chgData name="O'Connor, Jacqueline Antonia" userId="3b9bfa0c-75a1-427e-ae61-7069a76100c3" providerId="ADAL" clId="{8515B688-85A3-4F26-94E9-C96B7C17EB84}" dt="2022-06-22T21:19:34.414" v="142"/>
          <ac:inkMkLst>
            <pc:docMk/>
            <pc:sldMk cId="2551148128" sldId="259"/>
            <ac:inkMk id="139" creationId="{5531DC7C-BDFC-4319-726E-9BA4B30B1D44}"/>
          </ac:inkMkLst>
        </pc:inkChg>
        <pc:inkChg chg="add mod">
          <ac:chgData name="O'Connor, Jacqueline Antonia" userId="3b9bfa0c-75a1-427e-ae61-7069a76100c3" providerId="ADAL" clId="{8515B688-85A3-4F26-94E9-C96B7C17EB84}" dt="2022-06-22T21:19:34.414" v="142"/>
          <ac:inkMkLst>
            <pc:docMk/>
            <pc:sldMk cId="2551148128" sldId="259"/>
            <ac:inkMk id="140" creationId="{58BB267F-0D78-7A90-BF2A-317395267E46}"/>
          </ac:inkMkLst>
        </pc:inkChg>
        <pc:inkChg chg="add mod">
          <ac:chgData name="O'Connor, Jacqueline Antonia" userId="3b9bfa0c-75a1-427e-ae61-7069a76100c3" providerId="ADAL" clId="{8515B688-85A3-4F26-94E9-C96B7C17EB84}" dt="2022-06-22T21:19:34.414" v="142"/>
          <ac:inkMkLst>
            <pc:docMk/>
            <pc:sldMk cId="2551148128" sldId="259"/>
            <ac:inkMk id="141" creationId="{37DE8BE5-4D45-A8C6-AF63-CF8196712B54}"/>
          </ac:inkMkLst>
        </pc:inkChg>
        <pc:inkChg chg="add mod">
          <ac:chgData name="O'Connor, Jacqueline Antonia" userId="3b9bfa0c-75a1-427e-ae61-7069a76100c3" providerId="ADAL" clId="{8515B688-85A3-4F26-94E9-C96B7C17EB84}" dt="2022-06-22T21:19:34.414" v="142"/>
          <ac:inkMkLst>
            <pc:docMk/>
            <pc:sldMk cId="2551148128" sldId="259"/>
            <ac:inkMk id="142" creationId="{7FD45F21-D156-7188-47CA-6A9AF557793E}"/>
          </ac:inkMkLst>
        </pc:inkChg>
        <pc:inkChg chg="add mod">
          <ac:chgData name="O'Connor, Jacqueline Antonia" userId="3b9bfa0c-75a1-427e-ae61-7069a76100c3" providerId="ADAL" clId="{8515B688-85A3-4F26-94E9-C96B7C17EB84}" dt="2022-06-22T21:19:34.414" v="142"/>
          <ac:inkMkLst>
            <pc:docMk/>
            <pc:sldMk cId="2551148128" sldId="259"/>
            <ac:inkMk id="143" creationId="{2B2DA39F-461D-5B12-77FC-C5DD1A1D5E59}"/>
          </ac:inkMkLst>
        </pc:inkChg>
        <pc:inkChg chg="add mod">
          <ac:chgData name="O'Connor, Jacqueline Antonia" userId="3b9bfa0c-75a1-427e-ae61-7069a76100c3" providerId="ADAL" clId="{8515B688-85A3-4F26-94E9-C96B7C17EB84}" dt="2022-06-22T21:19:34.414" v="142"/>
          <ac:inkMkLst>
            <pc:docMk/>
            <pc:sldMk cId="2551148128" sldId="259"/>
            <ac:inkMk id="144" creationId="{B588B42E-DF4B-6D5E-F573-C6892453C280}"/>
          </ac:inkMkLst>
        </pc:inkChg>
        <pc:inkChg chg="add mod">
          <ac:chgData name="O'Connor, Jacqueline Antonia" userId="3b9bfa0c-75a1-427e-ae61-7069a76100c3" providerId="ADAL" clId="{8515B688-85A3-4F26-94E9-C96B7C17EB84}" dt="2022-06-22T21:19:34.414" v="142"/>
          <ac:inkMkLst>
            <pc:docMk/>
            <pc:sldMk cId="2551148128" sldId="259"/>
            <ac:inkMk id="145" creationId="{01C1577B-C47E-A872-A629-F7C008BEB4AA}"/>
          </ac:inkMkLst>
        </pc:inkChg>
        <pc:inkChg chg="add mod">
          <ac:chgData name="O'Connor, Jacqueline Antonia" userId="3b9bfa0c-75a1-427e-ae61-7069a76100c3" providerId="ADAL" clId="{8515B688-85A3-4F26-94E9-C96B7C17EB84}" dt="2022-06-22T21:19:34.414" v="142"/>
          <ac:inkMkLst>
            <pc:docMk/>
            <pc:sldMk cId="2551148128" sldId="259"/>
            <ac:inkMk id="146" creationId="{2E62BE89-FC16-5B94-145D-276C6E9E48AC}"/>
          </ac:inkMkLst>
        </pc:inkChg>
        <pc:inkChg chg="add mod">
          <ac:chgData name="O'Connor, Jacqueline Antonia" userId="3b9bfa0c-75a1-427e-ae61-7069a76100c3" providerId="ADAL" clId="{8515B688-85A3-4F26-94E9-C96B7C17EB84}" dt="2022-06-22T21:19:34.414" v="142"/>
          <ac:inkMkLst>
            <pc:docMk/>
            <pc:sldMk cId="2551148128" sldId="259"/>
            <ac:inkMk id="147" creationId="{881D8AE8-08ED-A906-FE4A-F0BEADE1DE37}"/>
          </ac:inkMkLst>
        </pc:inkChg>
        <pc:inkChg chg="add mod">
          <ac:chgData name="O'Connor, Jacqueline Antonia" userId="3b9bfa0c-75a1-427e-ae61-7069a76100c3" providerId="ADAL" clId="{8515B688-85A3-4F26-94E9-C96B7C17EB84}" dt="2022-06-22T21:19:34.414" v="142"/>
          <ac:inkMkLst>
            <pc:docMk/>
            <pc:sldMk cId="2551148128" sldId="259"/>
            <ac:inkMk id="148" creationId="{2F66C4A4-F6E6-F6F6-6BE4-C79E34FC4E46}"/>
          </ac:inkMkLst>
        </pc:inkChg>
        <pc:inkChg chg="add mod">
          <ac:chgData name="O'Connor, Jacqueline Antonia" userId="3b9bfa0c-75a1-427e-ae61-7069a76100c3" providerId="ADAL" clId="{8515B688-85A3-4F26-94E9-C96B7C17EB84}" dt="2022-06-22T21:19:34.414" v="142"/>
          <ac:inkMkLst>
            <pc:docMk/>
            <pc:sldMk cId="2551148128" sldId="259"/>
            <ac:inkMk id="149" creationId="{E357E2EC-420C-B3D3-A157-CE37064B244A}"/>
          </ac:inkMkLst>
        </pc:inkChg>
        <pc:inkChg chg="add mod">
          <ac:chgData name="O'Connor, Jacqueline Antonia" userId="3b9bfa0c-75a1-427e-ae61-7069a76100c3" providerId="ADAL" clId="{8515B688-85A3-4F26-94E9-C96B7C17EB84}" dt="2022-06-22T21:19:44.494" v="159"/>
          <ac:inkMkLst>
            <pc:docMk/>
            <pc:sldMk cId="2551148128" sldId="259"/>
            <ac:inkMk id="152" creationId="{B869B25A-13EA-85B6-DC4B-09E1E3A200FA}"/>
          </ac:inkMkLst>
        </pc:inkChg>
        <pc:inkChg chg="add mod">
          <ac:chgData name="O'Connor, Jacqueline Antonia" userId="3b9bfa0c-75a1-427e-ae61-7069a76100c3" providerId="ADAL" clId="{8515B688-85A3-4F26-94E9-C96B7C17EB84}" dt="2022-06-22T21:19:44.494" v="159"/>
          <ac:inkMkLst>
            <pc:docMk/>
            <pc:sldMk cId="2551148128" sldId="259"/>
            <ac:inkMk id="153" creationId="{8DC656A4-5BAF-623E-89DE-C34C876A064A}"/>
          </ac:inkMkLst>
        </pc:inkChg>
        <pc:inkChg chg="add mod">
          <ac:chgData name="O'Connor, Jacqueline Antonia" userId="3b9bfa0c-75a1-427e-ae61-7069a76100c3" providerId="ADAL" clId="{8515B688-85A3-4F26-94E9-C96B7C17EB84}" dt="2022-06-22T21:19:44.494" v="159"/>
          <ac:inkMkLst>
            <pc:docMk/>
            <pc:sldMk cId="2551148128" sldId="259"/>
            <ac:inkMk id="154" creationId="{C188320C-34B1-0411-1D08-F647D2F5F619}"/>
          </ac:inkMkLst>
        </pc:inkChg>
        <pc:inkChg chg="add mod">
          <ac:chgData name="O'Connor, Jacqueline Antonia" userId="3b9bfa0c-75a1-427e-ae61-7069a76100c3" providerId="ADAL" clId="{8515B688-85A3-4F26-94E9-C96B7C17EB84}" dt="2022-06-22T21:19:44.494" v="159"/>
          <ac:inkMkLst>
            <pc:docMk/>
            <pc:sldMk cId="2551148128" sldId="259"/>
            <ac:inkMk id="155" creationId="{32970B88-58C7-E052-7DC2-4C320156F7A8}"/>
          </ac:inkMkLst>
        </pc:inkChg>
        <pc:inkChg chg="add mod">
          <ac:chgData name="O'Connor, Jacqueline Antonia" userId="3b9bfa0c-75a1-427e-ae61-7069a76100c3" providerId="ADAL" clId="{8515B688-85A3-4F26-94E9-C96B7C17EB84}" dt="2022-06-22T21:19:44.494" v="159"/>
          <ac:inkMkLst>
            <pc:docMk/>
            <pc:sldMk cId="2551148128" sldId="259"/>
            <ac:inkMk id="156" creationId="{BF653700-1515-E1D5-AB5A-327E762F23D4}"/>
          </ac:inkMkLst>
        </pc:inkChg>
        <pc:inkChg chg="add mod">
          <ac:chgData name="O'Connor, Jacqueline Antonia" userId="3b9bfa0c-75a1-427e-ae61-7069a76100c3" providerId="ADAL" clId="{8515B688-85A3-4F26-94E9-C96B7C17EB84}" dt="2022-06-22T21:19:44.494" v="159"/>
          <ac:inkMkLst>
            <pc:docMk/>
            <pc:sldMk cId="2551148128" sldId="259"/>
            <ac:inkMk id="157" creationId="{38F6932F-F89E-5848-D8C6-954AE05962EB}"/>
          </ac:inkMkLst>
        </pc:inkChg>
        <pc:inkChg chg="add mod">
          <ac:chgData name="O'Connor, Jacqueline Antonia" userId="3b9bfa0c-75a1-427e-ae61-7069a76100c3" providerId="ADAL" clId="{8515B688-85A3-4F26-94E9-C96B7C17EB84}" dt="2022-06-22T21:19:44.494" v="159"/>
          <ac:inkMkLst>
            <pc:docMk/>
            <pc:sldMk cId="2551148128" sldId="259"/>
            <ac:inkMk id="158" creationId="{3BD61156-2A7E-449D-690F-B5D9147A9D49}"/>
          </ac:inkMkLst>
        </pc:inkChg>
        <pc:inkChg chg="add mod">
          <ac:chgData name="O'Connor, Jacqueline Antonia" userId="3b9bfa0c-75a1-427e-ae61-7069a76100c3" providerId="ADAL" clId="{8515B688-85A3-4F26-94E9-C96B7C17EB84}" dt="2022-06-22T21:19:44.494" v="159"/>
          <ac:inkMkLst>
            <pc:docMk/>
            <pc:sldMk cId="2551148128" sldId="259"/>
            <ac:inkMk id="159" creationId="{99E2DA7D-1939-A199-72A3-549D9A94D923}"/>
          </ac:inkMkLst>
        </pc:inkChg>
        <pc:inkChg chg="add mod">
          <ac:chgData name="O'Connor, Jacqueline Antonia" userId="3b9bfa0c-75a1-427e-ae61-7069a76100c3" providerId="ADAL" clId="{8515B688-85A3-4F26-94E9-C96B7C17EB84}" dt="2022-06-22T21:19:44.494" v="159"/>
          <ac:inkMkLst>
            <pc:docMk/>
            <pc:sldMk cId="2551148128" sldId="259"/>
            <ac:inkMk id="160" creationId="{2947FBAB-747D-1F6F-E774-75F9EF029777}"/>
          </ac:inkMkLst>
        </pc:inkChg>
        <pc:inkChg chg="add mod">
          <ac:chgData name="O'Connor, Jacqueline Antonia" userId="3b9bfa0c-75a1-427e-ae61-7069a76100c3" providerId="ADAL" clId="{8515B688-85A3-4F26-94E9-C96B7C17EB84}" dt="2022-06-22T21:19:44.494" v="159"/>
          <ac:inkMkLst>
            <pc:docMk/>
            <pc:sldMk cId="2551148128" sldId="259"/>
            <ac:inkMk id="161" creationId="{2CA686EC-EB9A-BADE-CB66-960C1B2CB6F4}"/>
          </ac:inkMkLst>
        </pc:inkChg>
        <pc:inkChg chg="add mod">
          <ac:chgData name="O'Connor, Jacqueline Antonia" userId="3b9bfa0c-75a1-427e-ae61-7069a76100c3" providerId="ADAL" clId="{8515B688-85A3-4F26-94E9-C96B7C17EB84}" dt="2022-06-22T21:19:44.494" v="159"/>
          <ac:inkMkLst>
            <pc:docMk/>
            <pc:sldMk cId="2551148128" sldId="259"/>
            <ac:inkMk id="162" creationId="{5C56DB81-F4EE-0C00-048E-7566642B6D9A}"/>
          </ac:inkMkLst>
        </pc:inkChg>
        <pc:inkChg chg="add mod">
          <ac:chgData name="O'Connor, Jacqueline Antonia" userId="3b9bfa0c-75a1-427e-ae61-7069a76100c3" providerId="ADAL" clId="{8515B688-85A3-4F26-94E9-C96B7C17EB84}" dt="2022-06-22T21:19:44.494" v="159"/>
          <ac:inkMkLst>
            <pc:docMk/>
            <pc:sldMk cId="2551148128" sldId="259"/>
            <ac:inkMk id="163" creationId="{1CEF78FB-5FAE-8A06-61DC-B9ED09EC0334}"/>
          </ac:inkMkLst>
        </pc:inkChg>
        <pc:inkChg chg="add mod">
          <ac:chgData name="O'Connor, Jacqueline Antonia" userId="3b9bfa0c-75a1-427e-ae61-7069a76100c3" providerId="ADAL" clId="{8515B688-85A3-4F26-94E9-C96B7C17EB84}" dt="2022-06-22T21:19:44.494" v="159"/>
          <ac:inkMkLst>
            <pc:docMk/>
            <pc:sldMk cId="2551148128" sldId="259"/>
            <ac:inkMk id="164" creationId="{CB4650F6-EBB9-B162-71D1-58E7D464297E}"/>
          </ac:inkMkLst>
        </pc:inkChg>
        <pc:inkChg chg="add mod">
          <ac:chgData name="O'Connor, Jacqueline Antonia" userId="3b9bfa0c-75a1-427e-ae61-7069a76100c3" providerId="ADAL" clId="{8515B688-85A3-4F26-94E9-C96B7C17EB84}" dt="2022-06-22T21:19:44.494" v="159"/>
          <ac:inkMkLst>
            <pc:docMk/>
            <pc:sldMk cId="2551148128" sldId="259"/>
            <ac:inkMk id="165" creationId="{6502C89A-772C-42B8-8E89-B36B05637CCD}"/>
          </ac:inkMkLst>
        </pc:inkChg>
        <pc:inkChg chg="add mod">
          <ac:chgData name="O'Connor, Jacqueline Antonia" userId="3b9bfa0c-75a1-427e-ae61-7069a76100c3" providerId="ADAL" clId="{8515B688-85A3-4F26-94E9-C96B7C17EB84}" dt="2022-06-22T21:19:44.494" v="159"/>
          <ac:inkMkLst>
            <pc:docMk/>
            <pc:sldMk cId="2551148128" sldId="259"/>
            <ac:inkMk id="166" creationId="{6C55FB2C-0E60-02F8-8AFB-DEA8FA408861}"/>
          </ac:inkMkLst>
        </pc:inkChg>
        <pc:inkChg chg="add mod">
          <ac:chgData name="O'Connor, Jacqueline Antonia" userId="3b9bfa0c-75a1-427e-ae61-7069a76100c3" providerId="ADAL" clId="{8515B688-85A3-4F26-94E9-C96B7C17EB84}" dt="2022-06-22T21:19:44.494" v="159"/>
          <ac:inkMkLst>
            <pc:docMk/>
            <pc:sldMk cId="2551148128" sldId="259"/>
            <ac:inkMk id="167" creationId="{5601712D-67D1-70DE-9C12-FF58A1E4FC57}"/>
          </ac:inkMkLst>
        </pc:inkChg>
        <pc:inkChg chg="add mod">
          <ac:chgData name="O'Connor, Jacqueline Antonia" userId="3b9bfa0c-75a1-427e-ae61-7069a76100c3" providerId="ADAL" clId="{8515B688-85A3-4F26-94E9-C96B7C17EB84}" dt="2022-06-22T21:20:24.681" v="172"/>
          <ac:inkMkLst>
            <pc:docMk/>
            <pc:sldMk cId="2551148128" sldId="259"/>
            <ac:inkMk id="171" creationId="{AD56DFB8-F7EA-D7BC-F7E1-0BFB7F9D6914}"/>
          </ac:inkMkLst>
        </pc:inkChg>
        <pc:inkChg chg="add mod">
          <ac:chgData name="O'Connor, Jacqueline Antonia" userId="3b9bfa0c-75a1-427e-ae61-7069a76100c3" providerId="ADAL" clId="{8515B688-85A3-4F26-94E9-C96B7C17EB84}" dt="2022-06-22T21:20:24.681" v="172"/>
          <ac:inkMkLst>
            <pc:docMk/>
            <pc:sldMk cId="2551148128" sldId="259"/>
            <ac:inkMk id="172" creationId="{6D1B9557-4726-D25C-2E68-622F05FBFD78}"/>
          </ac:inkMkLst>
        </pc:inkChg>
        <pc:inkChg chg="add mod">
          <ac:chgData name="O'Connor, Jacqueline Antonia" userId="3b9bfa0c-75a1-427e-ae61-7069a76100c3" providerId="ADAL" clId="{8515B688-85A3-4F26-94E9-C96B7C17EB84}" dt="2022-06-22T21:20:24.681" v="172"/>
          <ac:inkMkLst>
            <pc:docMk/>
            <pc:sldMk cId="2551148128" sldId="259"/>
            <ac:inkMk id="173" creationId="{45D5768E-5CF6-7BD3-0E49-3EBD7D1E5B89}"/>
          </ac:inkMkLst>
        </pc:inkChg>
        <pc:inkChg chg="add mod">
          <ac:chgData name="O'Connor, Jacqueline Antonia" userId="3b9bfa0c-75a1-427e-ae61-7069a76100c3" providerId="ADAL" clId="{8515B688-85A3-4F26-94E9-C96B7C17EB84}" dt="2022-06-22T21:20:24.681" v="172"/>
          <ac:inkMkLst>
            <pc:docMk/>
            <pc:sldMk cId="2551148128" sldId="259"/>
            <ac:inkMk id="174" creationId="{A92B22C6-1EA8-D8B5-0F99-32EC723CE88E}"/>
          </ac:inkMkLst>
        </pc:inkChg>
        <pc:inkChg chg="add mod">
          <ac:chgData name="O'Connor, Jacqueline Antonia" userId="3b9bfa0c-75a1-427e-ae61-7069a76100c3" providerId="ADAL" clId="{8515B688-85A3-4F26-94E9-C96B7C17EB84}" dt="2022-06-22T21:20:24.681" v="172"/>
          <ac:inkMkLst>
            <pc:docMk/>
            <pc:sldMk cId="2551148128" sldId="259"/>
            <ac:inkMk id="175" creationId="{BF5E05BE-B69F-B90D-E407-5DA84246B901}"/>
          </ac:inkMkLst>
        </pc:inkChg>
        <pc:inkChg chg="add del">
          <ac:chgData name="O'Connor, Jacqueline Antonia" userId="3b9bfa0c-75a1-427e-ae61-7069a76100c3" providerId="ADAL" clId="{8515B688-85A3-4F26-94E9-C96B7C17EB84}" dt="2022-06-22T21:20:21.726" v="166"/>
          <ac:inkMkLst>
            <pc:docMk/>
            <pc:sldMk cId="2551148128" sldId="259"/>
            <ac:inkMk id="176" creationId="{F464359C-5BBF-B333-7C69-5264245D509A}"/>
          </ac:inkMkLst>
        </pc:inkChg>
        <pc:inkChg chg="add mod">
          <ac:chgData name="O'Connor, Jacqueline Antonia" userId="3b9bfa0c-75a1-427e-ae61-7069a76100c3" providerId="ADAL" clId="{8515B688-85A3-4F26-94E9-C96B7C17EB84}" dt="2022-06-22T21:20:24.681" v="172"/>
          <ac:inkMkLst>
            <pc:docMk/>
            <pc:sldMk cId="2551148128" sldId="259"/>
            <ac:inkMk id="178" creationId="{DDED7B2B-B2E8-772B-2A5B-6D76071EC02C}"/>
          </ac:inkMkLst>
        </pc:inkChg>
        <pc:inkChg chg="add mod">
          <ac:chgData name="O'Connor, Jacqueline Antonia" userId="3b9bfa0c-75a1-427e-ae61-7069a76100c3" providerId="ADAL" clId="{8515B688-85A3-4F26-94E9-C96B7C17EB84}" dt="2022-06-22T21:20:24.681" v="172"/>
          <ac:inkMkLst>
            <pc:docMk/>
            <pc:sldMk cId="2551148128" sldId="259"/>
            <ac:inkMk id="179" creationId="{2D5D9AC6-99C3-6529-07EC-8A4EB92EA640}"/>
          </ac:inkMkLst>
        </pc:inkChg>
        <pc:inkChg chg="add mod">
          <ac:chgData name="O'Connor, Jacqueline Antonia" userId="3b9bfa0c-75a1-427e-ae61-7069a76100c3" providerId="ADAL" clId="{8515B688-85A3-4F26-94E9-C96B7C17EB84}" dt="2022-06-22T21:20:24.681" v="172"/>
          <ac:inkMkLst>
            <pc:docMk/>
            <pc:sldMk cId="2551148128" sldId="259"/>
            <ac:inkMk id="180" creationId="{A4357509-13AB-E66D-3DFF-1B9A9B054CA2}"/>
          </ac:inkMkLst>
        </pc:inkChg>
        <pc:inkChg chg="add mod">
          <ac:chgData name="O'Connor, Jacqueline Antonia" userId="3b9bfa0c-75a1-427e-ae61-7069a76100c3" providerId="ADAL" clId="{8515B688-85A3-4F26-94E9-C96B7C17EB84}" dt="2022-06-22T21:20:24.681" v="172"/>
          <ac:inkMkLst>
            <pc:docMk/>
            <pc:sldMk cId="2551148128" sldId="259"/>
            <ac:inkMk id="181" creationId="{4BA153F0-59B1-B16A-8EEF-9E050CECA86B}"/>
          </ac:inkMkLst>
        </pc:inkChg>
        <pc:inkChg chg="add mod">
          <ac:chgData name="O'Connor, Jacqueline Antonia" userId="3b9bfa0c-75a1-427e-ae61-7069a76100c3" providerId="ADAL" clId="{8515B688-85A3-4F26-94E9-C96B7C17EB84}" dt="2022-06-22T21:21:18.342" v="202"/>
          <ac:inkMkLst>
            <pc:docMk/>
            <pc:sldMk cId="2551148128" sldId="259"/>
            <ac:inkMk id="183" creationId="{193850E0-A233-38FE-02B0-AC9B8BA5268B}"/>
          </ac:inkMkLst>
        </pc:inkChg>
        <pc:inkChg chg="add mod">
          <ac:chgData name="O'Connor, Jacqueline Antonia" userId="3b9bfa0c-75a1-427e-ae61-7069a76100c3" providerId="ADAL" clId="{8515B688-85A3-4F26-94E9-C96B7C17EB84}" dt="2022-06-22T21:21:18.342" v="202"/>
          <ac:inkMkLst>
            <pc:docMk/>
            <pc:sldMk cId="2551148128" sldId="259"/>
            <ac:inkMk id="184" creationId="{B0DCD479-FBBB-DD3E-3F56-140169688589}"/>
          </ac:inkMkLst>
        </pc:inkChg>
        <pc:inkChg chg="add mod">
          <ac:chgData name="O'Connor, Jacqueline Antonia" userId="3b9bfa0c-75a1-427e-ae61-7069a76100c3" providerId="ADAL" clId="{8515B688-85A3-4F26-94E9-C96B7C17EB84}" dt="2022-06-22T21:21:18.342" v="202"/>
          <ac:inkMkLst>
            <pc:docMk/>
            <pc:sldMk cId="2551148128" sldId="259"/>
            <ac:inkMk id="185" creationId="{B296D15C-D6A9-31E4-055C-93E87AA4F2B9}"/>
          </ac:inkMkLst>
        </pc:inkChg>
        <pc:inkChg chg="add mod">
          <ac:chgData name="O'Connor, Jacqueline Antonia" userId="3b9bfa0c-75a1-427e-ae61-7069a76100c3" providerId="ADAL" clId="{8515B688-85A3-4F26-94E9-C96B7C17EB84}" dt="2022-06-22T21:21:18.342" v="202"/>
          <ac:inkMkLst>
            <pc:docMk/>
            <pc:sldMk cId="2551148128" sldId="259"/>
            <ac:inkMk id="186" creationId="{30E1CE90-4F9B-218C-DDA9-0C1BC2006E7B}"/>
          </ac:inkMkLst>
        </pc:inkChg>
        <pc:inkChg chg="add mod">
          <ac:chgData name="O'Connor, Jacqueline Antonia" userId="3b9bfa0c-75a1-427e-ae61-7069a76100c3" providerId="ADAL" clId="{8515B688-85A3-4F26-94E9-C96B7C17EB84}" dt="2022-06-22T21:21:18.342" v="202"/>
          <ac:inkMkLst>
            <pc:docMk/>
            <pc:sldMk cId="2551148128" sldId="259"/>
            <ac:inkMk id="187" creationId="{3B041721-C413-1FAF-8F19-1C6DCD14C6CE}"/>
          </ac:inkMkLst>
        </pc:inkChg>
        <pc:inkChg chg="add mod">
          <ac:chgData name="O'Connor, Jacqueline Antonia" userId="3b9bfa0c-75a1-427e-ae61-7069a76100c3" providerId="ADAL" clId="{8515B688-85A3-4F26-94E9-C96B7C17EB84}" dt="2022-06-22T21:21:18.342" v="202"/>
          <ac:inkMkLst>
            <pc:docMk/>
            <pc:sldMk cId="2551148128" sldId="259"/>
            <ac:inkMk id="188" creationId="{038994F9-6545-6856-8356-205A5E46B1D3}"/>
          </ac:inkMkLst>
        </pc:inkChg>
        <pc:inkChg chg="add mod">
          <ac:chgData name="O'Connor, Jacqueline Antonia" userId="3b9bfa0c-75a1-427e-ae61-7069a76100c3" providerId="ADAL" clId="{8515B688-85A3-4F26-94E9-C96B7C17EB84}" dt="2022-06-22T21:21:18.342" v="202"/>
          <ac:inkMkLst>
            <pc:docMk/>
            <pc:sldMk cId="2551148128" sldId="259"/>
            <ac:inkMk id="189" creationId="{6786BE40-F3CE-F1CE-A7AC-C01D290E86FC}"/>
          </ac:inkMkLst>
        </pc:inkChg>
        <pc:inkChg chg="add mod">
          <ac:chgData name="O'Connor, Jacqueline Antonia" userId="3b9bfa0c-75a1-427e-ae61-7069a76100c3" providerId="ADAL" clId="{8515B688-85A3-4F26-94E9-C96B7C17EB84}" dt="2022-06-22T21:21:18.342" v="202"/>
          <ac:inkMkLst>
            <pc:docMk/>
            <pc:sldMk cId="2551148128" sldId="259"/>
            <ac:inkMk id="190" creationId="{724C0323-DFC4-CB76-67CE-0337F69FE0B8}"/>
          </ac:inkMkLst>
        </pc:inkChg>
        <pc:inkChg chg="add mod">
          <ac:chgData name="O'Connor, Jacqueline Antonia" userId="3b9bfa0c-75a1-427e-ae61-7069a76100c3" providerId="ADAL" clId="{8515B688-85A3-4F26-94E9-C96B7C17EB84}" dt="2022-06-22T21:25:06.315" v="299"/>
          <ac:inkMkLst>
            <pc:docMk/>
            <pc:sldMk cId="2551148128" sldId="259"/>
            <ac:inkMk id="192" creationId="{76114469-A7C6-B219-6B9F-DF9117409612}"/>
          </ac:inkMkLst>
        </pc:inkChg>
        <pc:inkChg chg="add mod">
          <ac:chgData name="O'Connor, Jacqueline Antonia" userId="3b9bfa0c-75a1-427e-ae61-7069a76100c3" providerId="ADAL" clId="{8515B688-85A3-4F26-94E9-C96B7C17EB84}" dt="2022-06-22T21:25:06.315" v="299"/>
          <ac:inkMkLst>
            <pc:docMk/>
            <pc:sldMk cId="2551148128" sldId="259"/>
            <ac:inkMk id="193" creationId="{6E71A29E-1F83-3731-D061-BE04AF42D995}"/>
          </ac:inkMkLst>
        </pc:inkChg>
        <pc:inkChg chg="add mod">
          <ac:chgData name="O'Connor, Jacqueline Antonia" userId="3b9bfa0c-75a1-427e-ae61-7069a76100c3" providerId="ADAL" clId="{8515B688-85A3-4F26-94E9-C96B7C17EB84}" dt="2022-06-22T21:25:06.315" v="299"/>
          <ac:inkMkLst>
            <pc:docMk/>
            <pc:sldMk cId="2551148128" sldId="259"/>
            <ac:inkMk id="194" creationId="{09B60679-FE71-FD4A-3A21-F61C830384F4}"/>
          </ac:inkMkLst>
        </pc:inkChg>
        <pc:inkChg chg="add mod">
          <ac:chgData name="O'Connor, Jacqueline Antonia" userId="3b9bfa0c-75a1-427e-ae61-7069a76100c3" providerId="ADAL" clId="{8515B688-85A3-4F26-94E9-C96B7C17EB84}" dt="2022-06-22T21:25:06.315" v="299"/>
          <ac:inkMkLst>
            <pc:docMk/>
            <pc:sldMk cId="2551148128" sldId="259"/>
            <ac:inkMk id="195" creationId="{CBB3D59C-9BB8-AF81-E971-78A1822B6272}"/>
          </ac:inkMkLst>
        </pc:inkChg>
        <pc:inkChg chg="add mod">
          <ac:chgData name="O'Connor, Jacqueline Antonia" userId="3b9bfa0c-75a1-427e-ae61-7069a76100c3" providerId="ADAL" clId="{8515B688-85A3-4F26-94E9-C96B7C17EB84}" dt="2022-06-22T21:25:06.315" v="299"/>
          <ac:inkMkLst>
            <pc:docMk/>
            <pc:sldMk cId="2551148128" sldId="259"/>
            <ac:inkMk id="197" creationId="{FBCF126E-1E6A-D0E1-AEB3-FAFEC0D36925}"/>
          </ac:inkMkLst>
        </pc:inkChg>
        <pc:inkChg chg="add mod">
          <ac:chgData name="O'Connor, Jacqueline Antonia" userId="3b9bfa0c-75a1-427e-ae61-7069a76100c3" providerId="ADAL" clId="{8515B688-85A3-4F26-94E9-C96B7C17EB84}" dt="2022-06-22T21:25:06.315" v="299"/>
          <ac:inkMkLst>
            <pc:docMk/>
            <pc:sldMk cId="2551148128" sldId="259"/>
            <ac:inkMk id="199" creationId="{11CC2F8C-3E19-28E7-CACE-E8DD2B0AE3DC}"/>
          </ac:inkMkLst>
        </pc:inkChg>
        <pc:inkChg chg="add mod">
          <ac:chgData name="O'Connor, Jacqueline Antonia" userId="3b9bfa0c-75a1-427e-ae61-7069a76100c3" providerId="ADAL" clId="{8515B688-85A3-4F26-94E9-C96B7C17EB84}" dt="2022-06-22T21:25:06.315" v="299"/>
          <ac:inkMkLst>
            <pc:docMk/>
            <pc:sldMk cId="2551148128" sldId="259"/>
            <ac:inkMk id="200" creationId="{957158D3-FD2D-5A8F-4355-FA2F83E6136B}"/>
          </ac:inkMkLst>
        </pc:inkChg>
        <pc:inkChg chg="add mod">
          <ac:chgData name="O'Connor, Jacqueline Antonia" userId="3b9bfa0c-75a1-427e-ae61-7069a76100c3" providerId="ADAL" clId="{8515B688-85A3-4F26-94E9-C96B7C17EB84}" dt="2022-06-22T21:25:06.315" v="299"/>
          <ac:inkMkLst>
            <pc:docMk/>
            <pc:sldMk cId="2551148128" sldId="259"/>
            <ac:inkMk id="201" creationId="{234AACAE-B4D3-E3A2-F59F-FF5285579761}"/>
          </ac:inkMkLst>
        </pc:inkChg>
        <pc:inkChg chg="add mod">
          <ac:chgData name="O'Connor, Jacqueline Antonia" userId="3b9bfa0c-75a1-427e-ae61-7069a76100c3" providerId="ADAL" clId="{8515B688-85A3-4F26-94E9-C96B7C17EB84}" dt="2022-06-22T21:25:06.315" v="299"/>
          <ac:inkMkLst>
            <pc:docMk/>
            <pc:sldMk cId="2551148128" sldId="259"/>
            <ac:inkMk id="202" creationId="{BF3502CE-19A0-245C-7CC7-04D77A559A55}"/>
          </ac:inkMkLst>
        </pc:inkChg>
        <pc:inkChg chg="add mod">
          <ac:chgData name="O'Connor, Jacqueline Antonia" userId="3b9bfa0c-75a1-427e-ae61-7069a76100c3" providerId="ADAL" clId="{8515B688-85A3-4F26-94E9-C96B7C17EB84}" dt="2022-06-22T21:25:06.315" v="299"/>
          <ac:inkMkLst>
            <pc:docMk/>
            <pc:sldMk cId="2551148128" sldId="259"/>
            <ac:inkMk id="203" creationId="{5B94E0CE-F221-7F6B-D7B5-9D90CBE17959}"/>
          </ac:inkMkLst>
        </pc:inkChg>
        <pc:inkChg chg="add mod">
          <ac:chgData name="O'Connor, Jacqueline Antonia" userId="3b9bfa0c-75a1-427e-ae61-7069a76100c3" providerId="ADAL" clId="{8515B688-85A3-4F26-94E9-C96B7C17EB84}" dt="2022-06-22T21:25:06.315" v="299"/>
          <ac:inkMkLst>
            <pc:docMk/>
            <pc:sldMk cId="2551148128" sldId="259"/>
            <ac:inkMk id="204" creationId="{DEFDFD96-F6FE-1CCB-3D27-7383FE376195}"/>
          </ac:inkMkLst>
        </pc:inkChg>
        <pc:inkChg chg="add mod">
          <ac:chgData name="O'Connor, Jacqueline Antonia" userId="3b9bfa0c-75a1-427e-ae61-7069a76100c3" providerId="ADAL" clId="{8515B688-85A3-4F26-94E9-C96B7C17EB84}" dt="2022-06-22T21:25:06.315" v="299"/>
          <ac:inkMkLst>
            <pc:docMk/>
            <pc:sldMk cId="2551148128" sldId="259"/>
            <ac:inkMk id="205" creationId="{A596087B-87E9-3E64-BEC4-E012BB617CC4}"/>
          </ac:inkMkLst>
        </pc:inkChg>
        <pc:inkChg chg="add mod">
          <ac:chgData name="O'Connor, Jacqueline Antonia" userId="3b9bfa0c-75a1-427e-ae61-7069a76100c3" providerId="ADAL" clId="{8515B688-85A3-4F26-94E9-C96B7C17EB84}" dt="2022-06-22T21:25:06.315" v="299"/>
          <ac:inkMkLst>
            <pc:docMk/>
            <pc:sldMk cId="2551148128" sldId="259"/>
            <ac:inkMk id="206" creationId="{52897AEB-327D-1E98-D550-A3BB7A10F159}"/>
          </ac:inkMkLst>
        </pc:inkChg>
        <pc:inkChg chg="add mod">
          <ac:chgData name="O'Connor, Jacqueline Antonia" userId="3b9bfa0c-75a1-427e-ae61-7069a76100c3" providerId="ADAL" clId="{8515B688-85A3-4F26-94E9-C96B7C17EB84}" dt="2022-06-22T21:25:06.315" v="299"/>
          <ac:inkMkLst>
            <pc:docMk/>
            <pc:sldMk cId="2551148128" sldId="259"/>
            <ac:inkMk id="207" creationId="{A2A150A9-E82D-3335-ACE9-907EC5D7231C}"/>
          </ac:inkMkLst>
        </pc:inkChg>
        <pc:inkChg chg="add mod">
          <ac:chgData name="O'Connor, Jacqueline Antonia" userId="3b9bfa0c-75a1-427e-ae61-7069a76100c3" providerId="ADAL" clId="{8515B688-85A3-4F26-94E9-C96B7C17EB84}" dt="2022-06-22T21:25:06.315" v="299"/>
          <ac:inkMkLst>
            <pc:docMk/>
            <pc:sldMk cId="2551148128" sldId="259"/>
            <ac:inkMk id="208" creationId="{9C080DC1-25CF-BD7C-9E2C-49DB614CC18A}"/>
          </ac:inkMkLst>
        </pc:inkChg>
        <pc:inkChg chg="add mod">
          <ac:chgData name="O'Connor, Jacqueline Antonia" userId="3b9bfa0c-75a1-427e-ae61-7069a76100c3" providerId="ADAL" clId="{8515B688-85A3-4F26-94E9-C96B7C17EB84}" dt="2022-06-22T21:25:06.315" v="299"/>
          <ac:inkMkLst>
            <pc:docMk/>
            <pc:sldMk cId="2551148128" sldId="259"/>
            <ac:inkMk id="209" creationId="{527140FC-E7BE-9D80-4526-D38F6EF5ABF3}"/>
          </ac:inkMkLst>
        </pc:inkChg>
        <pc:inkChg chg="add mod">
          <ac:chgData name="O'Connor, Jacqueline Antonia" userId="3b9bfa0c-75a1-427e-ae61-7069a76100c3" providerId="ADAL" clId="{8515B688-85A3-4F26-94E9-C96B7C17EB84}" dt="2022-06-22T21:21:18.342" v="202"/>
          <ac:inkMkLst>
            <pc:docMk/>
            <pc:sldMk cId="2551148128" sldId="259"/>
            <ac:inkMk id="211" creationId="{406D48E2-3366-CCCE-620B-B739E7592932}"/>
          </ac:inkMkLst>
        </pc:inkChg>
        <pc:inkChg chg="add mod">
          <ac:chgData name="O'Connor, Jacqueline Antonia" userId="3b9bfa0c-75a1-427e-ae61-7069a76100c3" providerId="ADAL" clId="{8515B688-85A3-4F26-94E9-C96B7C17EB84}" dt="2022-06-22T21:22:08.142" v="218"/>
          <ac:inkMkLst>
            <pc:docMk/>
            <pc:sldMk cId="2551148128" sldId="259"/>
            <ac:inkMk id="213" creationId="{13175E8F-C498-048C-3E16-B60ED40071E2}"/>
          </ac:inkMkLst>
        </pc:inkChg>
        <pc:inkChg chg="add mod">
          <ac:chgData name="O'Connor, Jacqueline Antonia" userId="3b9bfa0c-75a1-427e-ae61-7069a76100c3" providerId="ADAL" clId="{8515B688-85A3-4F26-94E9-C96B7C17EB84}" dt="2022-06-22T21:22:08.142" v="218"/>
          <ac:inkMkLst>
            <pc:docMk/>
            <pc:sldMk cId="2551148128" sldId="259"/>
            <ac:inkMk id="214" creationId="{AF114C91-3E27-32D4-7989-37DB27547511}"/>
          </ac:inkMkLst>
        </pc:inkChg>
        <pc:inkChg chg="add mod">
          <ac:chgData name="O'Connor, Jacqueline Antonia" userId="3b9bfa0c-75a1-427e-ae61-7069a76100c3" providerId="ADAL" clId="{8515B688-85A3-4F26-94E9-C96B7C17EB84}" dt="2022-06-22T21:22:08.142" v="218"/>
          <ac:inkMkLst>
            <pc:docMk/>
            <pc:sldMk cId="2551148128" sldId="259"/>
            <ac:inkMk id="216" creationId="{908A8BB4-3B80-C66E-16B5-328E419A25AE}"/>
          </ac:inkMkLst>
        </pc:inkChg>
        <pc:inkChg chg="add mod">
          <ac:chgData name="O'Connor, Jacqueline Antonia" userId="3b9bfa0c-75a1-427e-ae61-7069a76100c3" providerId="ADAL" clId="{8515B688-85A3-4F26-94E9-C96B7C17EB84}" dt="2022-06-22T21:22:08.142" v="218"/>
          <ac:inkMkLst>
            <pc:docMk/>
            <pc:sldMk cId="2551148128" sldId="259"/>
            <ac:inkMk id="217" creationId="{2C535E1C-2A33-2390-6A6E-C5FE86716EFA}"/>
          </ac:inkMkLst>
        </pc:inkChg>
        <pc:inkChg chg="add mod">
          <ac:chgData name="O'Connor, Jacqueline Antonia" userId="3b9bfa0c-75a1-427e-ae61-7069a76100c3" providerId="ADAL" clId="{8515B688-85A3-4F26-94E9-C96B7C17EB84}" dt="2022-06-22T21:22:08.142" v="218"/>
          <ac:inkMkLst>
            <pc:docMk/>
            <pc:sldMk cId="2551148128" sldId="259"/>
            <ac:inkMk id="218" creationId="{034129D4-3AA1-A241-2BB1-0A6CE8433935}"/>
          </ac:inkMkLst>
        </pc:inkChg>
        <pc:inkChg chg="add mod">
          <ac:chgData name="O'Connor, Jacqueline Antonia" userId="3b9bfa0c-75a1-427e-ae61-7069a76100c3" providerId="ADAL" clId="{8515B688-85A3-4F26-94E9-C96B7C17EB84}" dt="2022-06-22T21:22:08.142" v="218"/>
          <ac:inkMkLst>
            <pc:docMk/>
            <pc:sldMk cId="2551148128" sldId="259"/>
            <ac:inkMk id="220" creationId="{2DB9DC96-8DE0-1B29-F0FD-7276E11EF432}"/>
          </ac:inkMkLst>
        </pc:inkChg>
        <pc:inkChg chg="add mod">
          <ac:chgData name="O'Connor, Jacqueline Antonia" userId="3b9bfa0c-75a1-427e-ae61-7069a76100c3" providerId="ADAL" clId="{8515B688-85A3-4F26-94E9-C96B7C17EB84}" dt="2022-06-22T21:22:08.142" v="218"/>
          <ac:inkMkLst>
            <pc:docMk/>
            <pc:sldMk cId="2551148128" sldId="259"/>
            <ac:inkMk id="222" creationId="{AA0E6A3D-E472-859A-813D-0AA048C61BC4}"/>
          </ac:inkMkLst>
        </pc:inkChg>
        <pc:inkChg chg="add mod">
          <ac:chgData name="O'Connor, Jacqueline Antonia" userId="3b9bfa0c-75a1-427e-ae61-7069a76100c3" providerId="ADAL" clId="{8515B688-85A3-4F26-94E9-C96B7C17EB84}" dt="2022-06-22T21:22:08.142" v="218"/>
          <ac:inkMkLst>
            <pc:docMk/>
            <pc:sldMk cId="2551148128" sldId="259"/>
            <ac:inkMk id="223" creationId="{F7A4CD53-EA72-0C5E-E320-A0BD06ACF636}"/>
          </ac:inkMkLst>
        </pc:inkChg>
        <pc:inkChg chg="add mod">
          <ac:chgData name="O'Connor, Jacqueline Antonia" userId="3b9bfa0c-75a1-427e-ae61-7069a76100c3" providerId="ADAL" clId="{8515B688-85A3-4F26-94E9-C96B7C17EB84}" dt="2022-06-22T21:22:08.142" v="218"/>
          <ac:inkMkLst>
            <pc:docMk/>
            <pc:sldMk cId="2551148128" sldId="259"/>
            <ac:inkMk id="224" creationId="{C9666DE2-EB91-0998-BCBA-73CE2C77868B}"/>
          </ac:inkMkLst>
        </pc:inkChg>
        <pc:inkChg chg="add mod">
          <ac:chgData name="O'Connor, Jacqueline Antonia" userId="3b9bfa0c-75a1-427e-ae61-7069a76100c3" providerId="ADAL" clId="{8515B688-85A3-4F26-94E9-C96B7C17EB84}" dt="2022-06-22T21:22:08.142" v="218"/>
          <ac:inkMkLst>
            <pc:docMk/>
            <pc:sldMk cId="2551148128" sldId="259"/>
            <ac:inkMk id="225" creationId="{16331749-4167-EAFA-E673-883045CE8671}"/>
          </ac:inkMkLst>
        </pc:inkChg>
        <pc:inkChg chg="add mod">
          <ac:chgData name="O'Connor, Jacqueline Antonia" userId="3b9bfa0c-75a1-427e-ae61-7069a76100c3" providerId="ADAL" clId="{8515B688-85A3-4F26-94E9-C96B7C17EB84}" dt="2022-06-22T21:22:08.142" v="218"/>
          <ac:inkMkLst>
            <pc:docMk/>
            <pc:sldMk cId="2551148128" sldId="259"/>
            <ac:inkMk id="226" creationId="{66462734-0385-B045-72DE-17E3C6F9A116}"/>
          </ac:inkMkLst>
        </pc:inkChg>
        <pc:inkChg chg="add mod">
          <ac:chgData name="O'Connor, Jacqueline Antonia" userId="3b9bfa0c-75a1-427e-ae61-7069a76100c3" providerId="ADAL" clId="{8515B688-85A3-4F26-94E9-C96B7C17EB84}" dt="2022-06-22T21:22:08.142" v="218"/>
          <ac:inkMkLst>
            <pc:docMk/>
            <pc:sldMk cId="2551148128" sldId="259"/>
            <ac:inkMk id="227" creationId="{C9CC199D-F993-A8E4-1E38-6BF687D6F987}"/>
          </ac:inkMkLst>
        </pc:inkChg>
        <pc:inkChg chg="add mod">
          <ac:chgData name="O'Connor, Jacqueline Antonia" userId="3b9bfa0c-75a1-427e-ae61-7069a76100c3" providerId="ADAL" clId="{8515B688-85A3-4F26-94E9-C96B7C17EB84}" dt="2022-06-22T21:22:13.839" v="227"/>
          <ac:inkMkLst>
            <pc:docMk/>
            <pc:sldMk cId="2551148128" sldId="259"/>
            <ac:inkMk id="229" creationId="{4B7C58BB-DC8C-6BCA-559E-052259E17616}"/>
          </ac:inkMkLst>
        </pc:inkChg>
        <pc:inkChg chg="add mod">
          <ac:chgData name="O'Connor, Jacqueline Antonia" userId="3b9bfa0c-75a1-427e-ae61-7069a76100c3" providerId="ADAL" clId="{8515B688-85A3-4F26-94E9-C96B7C17EB84}" dt="2022-06-22T21:22:13.839" v="227"/>
          <ac:inkMkLst>
            <pc:docMk/>
            <pc:sldMk cId="2551148128" sldId="259"/>
            <ac:inkMk id="230" creationId="{7CCD9597-956A-F6FC-E9D6-BEB13B08EB3C}"/>
          </ac:inkMkLst>
        </pc:inkChg>
        <pc:inkChg chg="add mod">
          <ac:chgData name="O'Connor, Jacqueline Antonia" userId="3b9bfa0c-75a1-427e-ae61-7069a76100c3" providerId="ADAL" clId="{8515B688-85A3-4F26-94E9-C96B7C17EB84}" dt="2022-06-22T21:22:13.839" v="227"/>
          <ac:inkMkLst>
            <pc:docMk/>
            <pc:sldMk cId="2551148128" sldId="259"/>
            <ac:inkMk id="231" creationId="{2B8D88A0-25BC-8CCC-59D5-E18854FCEBAB}"/>
          </ac:inkMkLst>
        </pc:inkChg>
        <pc:inkChg chg="add mod">
          <ac:chgData name="O'Connor, Jacqueline Antonia" userId="3b9bfa0c-75a1-427e-ae61-7069a76100c3" providerId="ADAL" clId="{8515B688-85A3-4F26-94E9-C96B7C17EB84}" dt="2022-06-22T21:22:13.839" v="227"/>
          <ac:inkMkLst>
            <pc:docMk/>
            <pc:sldMk cId="2551148128" sldId="259"/>
            <ac:inkMk id="232" creationId="{6832F88A-8264-D48E-3C18-E7374CEDCD84}"/>
          </ac:inkMkLst>
        </pc:inkChg>
        <pc:inkChg chg="add mod">
          <ac:chgData name="O'Connor, Jacqueline Antonia" userId="3b9bfa0c-75a1-427e-ae61-7069a76100c3" providerId="ADAL" clId="{8515B688-85A3-4F26-94E9-C96B7C17EB84}" dt="2022-06-22T21:22:13.839" v="227"/>
          <ac:inkMkLst>
            <pc:docMk/>
            <pc:sldMk cId="2551148128" sldId="259"/>
            <ac:inkMk id="233" creationId="{B737D0CF-9A77-1787-E520-61137777C45B}"/>
          </ac:inkMkLst>
        </pc:inkChg>
        <pc:inkChg chg="add mod">
          <ac:chgData name="O'Connor, Jacqueline Antonia" userId="3b9bfa0c-75a1-427e-ae61-7069a76100c3" providerId="ADAL" clId="{8515B688-85A3-4F26-94E9-C96B7C17EB84}" dt="2022-06-22T21:22:13.839" v="227"/>
          <ac:inkMkLst>
            <pc:docMk/>
            <pc:sldMk cId="2551148128" sldId="259"/>
            <ac:inkMk id="234" creationId="{0DDA01C5-A078-448A-B74D-08DDD196B41E}"/>
          </ac:inkMkLst>
        </pc:inkChg>
        <pc:inkChg chg="add mod">
          <ac:chgData name="O'Connor, Jacqueline Antonia" userId="3b9bfa0c-75a1-427e-ae61-7069a76100c3" providerId="ADAL" clId="{8515B688-85A3-4F26-94E9-C96B7C17EB84}" dt="2022-06-22T21:22:13.839" v="227"/>
          <ac:inkMkLst>
            <pc:docMk/>
            <pc:sldMk cId="2551148128" sldId="259"/>
            <ac:inkMk id="235" creationId="{0DE7E05F-C380-4725-CBD5-4E47F28BFAF8}"/>
          </ac:inkMkLst>
        </pc:inkChg>
        <pc:inkChg chg="add mod">
          <ac:chgData name="O'Connor, Jacqueline Antonia" userId="3b9bfa0c-75a1-427e-ae61-7069a76100c3" providerId="ADAL" clId="{8515B688-85A3-4F26-94E9-C96B7C17EB84}" dt="2022-06-22T21:22:13.839" v="227"/>
          <ac:inkMkLst>
            <pc:docMk/>
            <pc:sldMk cId="2551148128" sldId="259"/>
            <ac:inkMk id="236" creationId="{9D62D78D-D0D5-D52C-13F2-7FAAE9504EC7}"/>
          </ac:inkMkLst>
        </pc:inkChg>
        <pc:inkChg chg="add mod">
          <ac:chgData name="O'Connor, Jacqueline Antonia" userId="3b9bfa0c-75a1-427e-ae61-7069a76100c3" providerId="ADAL" clId="{8515B688-85A3-4F26-94E9-C96B7C17EB84}" dt="2022-06-22T21:22:21.817" v="238"/>
          <ac:inkMkLst>
            <pc:docMk/>
            <pc:sldMk cId="2551148128" sldId="259"/>
            <ac:inkMk id="238" creationId="{ED4FA2F8-11AE-C64C-CA15-2C634C07C647}"/>
          </ac:inkMkLst>
        </pc:inkChg>
        <pc:inkChg chg="add mod">
          <ac:chgData name="O'Connor, Jacqueline Antonia" userId="3b9bfa0c-75a1-427e-ae61-7069a76100c3" providerId="ADAL" clId="{8515B688-85A3-4F26-94E9-C96B7C17EB84}" dt="2022-06-22T21:22:21.817" v="238"/>
          <ac:inkMkLst>
            <pc:docMk/>
            <pc:sldMk cId="2551148128" sldId="259"/>
            <ac:inkMk id="239" creationId="{8D5FE38A-71CC-2122-376E-ACFE5B94F68B}"/>
          </ac:inkMkLst>
        </pc:inkChg>
        <pc:inkChg chg="add mod">
          <ac:chgData name="O'Connor, Jacqueline Antonia" userId="3b9bfa0c-75a1-427e-ae61-7069a76100c3" providerId="ADAL" clId="{8515B688-85A3-4F26-94E9-C96B7C17EB84}" dt="2022-06-22T21:22:21.817" v="238"/>
          <ac:inkMkLst>
            <pc:docMk/>
            <pc:sldMk cId="2551148128" sldId="259"/>
            <ac:inkMk id="240" creationId="{CD94E1AD-ED5C-D52A-BB3B-7CC182CE6612}"/>
          </ac:inkMkLst>
        </pc:inkChg>
        <pc:inkChg chg="add mod">
          <ac:chgData name="O'Connor, Jacqueline Antonia" userId="3b9bfa0c-75a1-427e-ae61-7069a76100c3" providerId="ADAL" clId="{8515B688-85A3-4F26-94E9-C96B7C17EB84}" dt="2022-06-22T21:22:21.817" v="238"/>
          <ac:inkMkLst>
            <pc:docMk/>
            <pc:sldMk cId="2551148128" sldId="259"/>
            <ac:inkMk id="241" creationId="{E9878C64-EFEE-BD8E-7EDB-685DF4B11E20}"/>
          </ac:inkMkLst>
        </pc:inkChg>
        <pc:inkChg chg="add mod">
          <ac:chgData name="O'Connor, Jacqueline Antonia" userId="3b9bfa0c-75a1-427e-ae61-7069a76100c3" providerId="ADAL" clId="{8515B688-85A3-4F26-94E9-C96B7C17EB84}" dt="2022-06-22T21:22:21.817" v="238"/>
          <ac:inkMkLst>
            <pc:docMk/>
            <pc:sldMk cId="2551148128" sldId="259"/>
            <ac:inkMk id="242" creationId="{E3C8233A-8580-6AF0-2C21-E008772FEE78}"/>
          </ac:inkMkLst>
        </pc:inkChg>
        <pc:inkChg chg="add mod">
          <ac:chgData name="O'Connor, Jacqueline Antonia" userId="3b9bfa0c-75a1-427e-ae61-7069a76100c3" providerId="ADAL" clId="{8515B688-85A3-4F26-94E9-C96B7C17EB84}" dt="2022-06-22T21:22:51.345" v="241"/>
          <ac:inkMkLst>
            <pc:docMk/>
            <pc:sldMk cId="2551148128" sldId="259"/>
            <ac:inkMk id="243" creationId="{F58DC513-B1F6-288F-F638-81B9AA6C1D69}"/>
          </ac:inkMkLst>
        </pc:inkChg>
        <pc:inkChg chg="add mod">
          <ac:chgData name="O'Connor, Jacqueline Antonia" userId="3b9bfa0c-75a1-427e-ae61-7069a76100c3" providerId="ADAL" clId="{8515B688-85A3-4F26-94E9-C96B7C17EB84}" dt="2022-06-22T21:22:51.345" v="241"/>
          <ac:inkMkLst>
            <pc:docMk/>
            <pc:sldMk cId="2551148128" sldId="259"/>
            <ac:inkMk id="244" creationId="{FC376A91-6FF2-B86C-DC44-89DB3D4C087A}"/>
          </ac:inkMkLst>
        </pc:inkChg>
        <pc:inkChg chg="add mod">
          <ac:chgData name="O'Connor, Jacqueline Antonia" userId="3b9bfa0c-75a1-427e-ae61-7069a76100c3" providerId="ADAL" clId="{8515B688-85A3-4F26-94E9-C96B7C17EB84}" dt="2022-06-22T21:22:51.345" v="241"/>
          <ac:inkMkLst>
            <pc:docMk/>
            <pc:sldMk cId="2551148128" sldId="259"/>
            <ac:inkMk id="245" creationId="{C1289B37-AB1D-3D4A-25BB-8E76C096B015}"/>
          </ac:inkMkLst>
        </pc:inkChg>
        <pc:inkChg chg="add mod">
          <ac:chgData name="O'Connor, Jacqueline Antonia" userId="3b9bfa0c-75a1-427e-ae61-7069a76100c3" providerId="ADAL" clId="{8515B688-85A3-4F26-94E9-C96B7C17EB84}" dt="2022-06-22T21:22:51.345" v="241"/>
          <ac:inkMkLst>
            <pc:docMk/>
            <pc:sldMk cId="2551148128" sldId="259"/>
            <ac:inkMk id="246" creationId="{2C58D478-A29A-67DD-83BD-EE07EC483A8F}"/>
          </ac:inkMkLst>
        </pc:inkChg>
        <pc:inkChg chg="add mod">
          <ac:chgData name="O'Connor, Jacqueline Antonia" userId="3b9bfa0c-75a1-427e-ae61-7069a76100c3" providerId="ADAL" clId="{8515B688-85A3-4F26-94E9-C96B7C17EB84}" dt="2022-06-22T21:22:51.345" v="241"/>
          <ac:inkMkLst>
            <pc:docMk/>
            <pc:sldMk cId="2551148128" sldId="259"/>
            <ac:inkMk id="247" creationId="{024514A1-F88F-1EF8-014C-3FE650D5E770}"/>
          </ac:inkMkLst>
        </pc:inkChg>
        <pc:inkChg chg="add mod">
          <ac:chgData name="O'Connor, Jacqueline Antonia" userId="3b9bfa0c-75a1-427e-ae61-7069a76100c3" providerId="ADAL" clId="{8515B688-85A3-4F26-94E9-C96B7C17EB84}" dt="2022-06-22T21:22:51.345" v="241"/>
          <ac:inkMkLst>
            <pc:docMk/>
            <pc:sldMk cId="2551148128" sldId="259"/>
            <ac:inkMk id="250" creationId="{B1577B89-EFE0-6B6E-83E2-836193A4DB43}"/>
          </ac:inkMkLst>
        </pc:inkChg>
        <pc:inkChg chg="add mod">
          <ac:chgData name="O'Connor, Jacqueline Antonia" userId="3b9bfa0c-75a1-427e-ae61-7069a76100c3" providerId="ADAL" clId="{8515B688-85A3-4F26-94E9-C96B7C17EB84}" dt="2022-06-22T21:22:51.345" v="241"/>
          <ac:inkMkLst>
            <pc:docMk/>
            <pc:sldMk cId="2551148128" sldId="259"/>
            <ac:inkMk id="251" creationId="{923C698A-C67B-E663-8B5C-9331A5F50EEA}"/>
          </ac:inkMkLst>
        </pc:inkChg>
        <pc:inkChg chg="add mod">
          <ac:chgData name="O'Connor, Jacqueline Antonia" userId="3b9bfa0c-75a1-427e-ae61-7069a76100c3" providerId="ADAL" clId="{8515B688-85A3-4F26-94E9-C96B7C17EB84}" dt="2022-06-22T21:22:57.891" v="246"/>
          <ac:inkMkLst>
            <pc:docMk/>
            <pc:sldMk cId="2551148128" sldId="259"/>
            <ac:inkMk id="253" creationId="{040A6FEF-2C8A-8500-55D8-57F970D8579A}"/>
          </ac:inkMkLst>
        </pc:inkChg>
        <pc:inkChg chg="add mod">
          <ac:chgData name="O'Connor, Jacqueline Antonia" userId="3b9bfa0c-75a1-427e-ae61-7069a76100c3" providerId="ADAL" clId="{8515B688-85A3-4F26-94E9-C96B7C17EB84}" dt="2022-06-22T21:22:57.891" v="246"/>
          <ac:inkMkLst>
            <pc:docMk/>
            <pc:sldMk cId="2551148128" sldId="259"/>
            <ac:inkMk id="254" creationId="{68148643-9796-6E3A-7934-56569B6F5912}"/>
          </ac:inkMkLst>
        </pc:inkChg>
        <pc:inkChg chg="add mod">
          <ac:chgData name="O'Connor, Jacqueline Antonia" userId="3b9bfa0c-75a1-427e-ae61-7069a76100c3" providerId="ADAL" clId="{8515B688-85A3-4F26-94E9-C96B7C17EB84}" dt="2022-06-22T21:22:57.891" v="246"/>
          <ac:inkMkLst>
            <pc:docMk/>
            <pc:sldMk cId="2551148128" sldId="259"/>
            <ac:inkMk id="255" creationId="{49E7CB9B-2011-2A55-0D2A-F99546302D6A}"/>
          </ac:inkMkLst>
        </pc:inkChg>
        <pc:inkChg chg="add">
          <ac:chgData name="O'Connor, Jacqueline Antonia" userId="3b9bfa0c-75a1-427e-ae61-7069a76100c3" providerId="ADAL" clId="{8515B688-85A3-4F26-94E9-C96B7C17EB84}" dt="2022-06-22T21:22:57.302" v="245" actId="9405"/>
          <ac:inkMkLst>
            <pc:docMk/>
            <pc:sldMk cId="2551148128" sldId="259"/>
            <ac:inkMk id="256" creationId="{B014600C-BC54-F439-0F77-DB2FEB397073}"/>
          </ac:inkMkLst>
        </pc:inkChg>
        <pc:inkChg chg="add mod">
          <ac:chgData name="O'Connor, Jacqueline Antonia" userId="3b9bfa0c-75a1-427e-ae61-7069a76100c3" providerId="ADAL" clId="{8515B688-85A3-4F26-94E9-C96B7C17EB84}" dt="2022-06-22T21:23:32.950" v="254"/>
          <ac:inkMkLst>
            <pc:docMk/>
            <pc:sldMk cId="2551148128" sldId="259"/>
            <ac:inkMk id="258" creationId="{46A431E0-F0E5-B770-3DD5-5322C3D171B0}"/>
          </ac:inkMkLst>
        </pc:inkChg>
        <pc:inkChg chg="add mod">
          <ac:chgData name="O'Connor, Jacqueline Antonia" userId="3b9bfa0c-75a1-427e-ae61-7069a76100c3" providerId="ADAL" clId="{8515B688-85A3-4F26-94E9-C96B7C17EB84}" dt="2022-06-22T21:23:32.950" v="254"/>
          <ac:inkMkLst>
            <pc:docMk/>
            <pc:sldMk cId="2551148128" sldId="259"/>
            <ac:inkMk id="259" creationId="{489FB9D4-B3B1-0316-8953-C6BF4E3371D9}"/>
          </ac:inkMkLst>
        </pc:inkChg>
        <pc:inkChg chg="add mod">
          <ac:chgData name="O'Connor, Jacqueline Antonia" userId="3b9bfa0c-75a1-427e-ae61-7069a76100c3" providerId="ADAL" clId="{8515B688-85A3-4F26-94E9-C96B7C17EB84}" dt="2022-06-22T21:23:32.950" v="254"/>
          <ac:inkMkLst>
            <pc:docMk/>
            <pc:sldMk cId="2551148128" sldId="259"/>
            <ac:inkMk id="261" creationId="{3A5A6F60-4662-21C7-51D4-214C1B5540EC}"/>
          </ac:inkMkLst>
        </pc:inkChg>
        <pc:inkChg chg="add mod">
          <ac:chgData name="O'Connor, Jacqueline Antonia" userId="3b9bfa0c-75a1-427e-ae61-7069a76100c3" providerId="ADAL" clId="{8515B688-85A3-4F26-94E9-C96B7C17EB84}" dt="2022-06-22T21:23:32.950" v="254"/>
          <ac:inkMkLst>
            <pc:docMk/>
            <pc:sldMk cId="2551148128" sldId="259"/>
            <ac:inkMk id="262" creationId="{AC91B713-C020-E8D8-B0E4-5ED3078928FE}"/>
          </ac:inkMkLst>
        </pc:inkChg>
        <pc:inkChg chg="add mod">
          <ac:chgData name="O'Connor, Jacqueline Antonia" userId="3b9bfa0c-75a1-427e-ae61-7069a76100c3" providerId="ADAL" clId="{8515B688-85A3-4F26-94E9-C96B7C17EB84}" dt="2022-06-22T21:23:32.950" v="254"/>
          <ac:inkMkLst>
            <pc:docMk/>
            <pc:sldMk cId="2551148128" sldId="259"/>
            <ac:inkMk id="263" creationId="{CA2E2B1B-7B72-0D3B-EA85-7CB699FD6834}"/>
          </ac:inkMkLst>
        </pc:inkChg>
        <pc:inkChg chg="add">
          <ac:chgData name="O'Connor, Jacqueline Antonia" userId="3b9bfa0c-75a1-427e-ae61-7069a76100c3" providerId="ADAL" clId="{8515B688-85A3-4F26-94E9-C96B7C17EB84}" dt="2022-06-22T21:23:32.251" v="253" actId="9405"/>
          <ac:inkMkLst>
            <pc:docMk/>
            <pc:sldMk cId="2551148128" sldId="259"/>
            <ac:inkMk id="264" creationId="{18D8CE0F-24AE-FDF0-9883-30989ABF5931}"/>
          </ac:inkMkLst>
        </pc:inkChg>
        <pc:inkChg chg="add mod">
          <ac:chgData name="O'Connor, Jacqueline Antonia" userId="3b9bfa0c-75a1-427e-ae61-7069a76100c3" providerId="ADAL" clId="{8515B688-85A3-4F26-94E9-C96B7C17EB84}" dt="2022-06-22T21:24:58.868" v="297"/>
          <ac:inkMkLst>
            <pc:docMk/>
            <pc:sldMk cId="2551148128" sldId="259"/>
            <ac:inkMk id="266" creationId="{FE3004EE-25B1-A012-E0D7-51F5AC56CAEF}"/>
          </ac:inkMkLst>
        </pc:inkChg>
        <pc:inkChg chg="add mod">
          <ac:chgData name="O'Connor, Jacqueline Antonia" userId="3b9bfa0c-75a1-427e-ae61-7069a76100c3" providerId="ADAL" clId="{8515B688-85A3-4F26-94E9-C96B7C17EB84}" dt="2022-06-22T21:24:58.868" v="297"/>
          <ac:inkMkLst>
            <pc:docMk/>
            <pc:sldMk cId="2551148128" sldId="259"/>
            <ac:inkMk id="267" creationId="{7E799500-D042-48E6-19BD-C00D9AEE3D2C}"/>
          </ac:inkMkLst>
        </pc:inkChg>
        <pc:inkChg chg="add mod">
          <ac:chgData name="O'Connor, Jacqueline Antonia" userId="3b9bfa0c-75a1-427e-ae61-7069a76100c3" providerId="ADAL" clId="{8515B688-85A3-4F26-94E9-C96B7C17EB84}" dt="2022-06-22T21:24:58.868" v="297"/>
          <ac:inkMkLst>
            <pc:docMk/>
            <pc:sldMk cId="2551148128" sldId="259"/>
            <ac:inkMk id="269" creationId="{57CF7487-2713-4A85-DAFB-8D9D7A6960E6}"/>
          </ac:inkMkLst>
        </pc:inkChg>
        <pc:inkChg chg="add mod">
          <ac:chgData name="O'Connor, Jacqueline Antonia" userId="3b9bfa0c-75a1-427e-ae61-7069a76100c3" providerId="ADAL" clId="{8515B688-85A3-4F26-94E9-C96B7C17EB84}" dt="2022-06-22T21:24:58.868" v="297"/>
          <ac:inkMkLst>
            <pc:docMk/>
            <pc:sldMk cId="2551148128" sldId="259"/>
            <ac:inkMk id="270" creationId="{251FCFFC-BA99-48CD-3EB2-B055CCDF390A}"/>
          </ac:inkMkLst>
        </pc:inkChg>
        <pc:inkChg chg="add mod">
          <ac:chgData name="O'Connor, Jacqueline Antonia" userId="3b9bfa0c-75a1-427e-ae61-7069a76100c3" providerId="ADAL" clId="{8515B688-85A3-4F26-94E9-C96B7C17EB84}" dt="2022-06-22T21:24:58.868" v="297"/>
          <ac:inkMkLst>
            <pc:docMk/>
            <pc:sldMk cId="2551148128" sldId="259"/>
            <ac:inkMk id="272" creationId="{45E7E8C1-F8C1-0227-7CDD-0B88103FCC4F}"/>
          </ac:inkMkLst>
        </pc:inkChg>
        <pc:inkChg chg="add mod">
          <ac:chgData name="O'Connor, Jacqueline Antonia" userId="3b9bfa0c-75a1-427e-ae61-7069a76100c3" providerId="ADAL" clId="{8515B688-85A3-4F26-94E9-C96B7C17EB84}" dt="2022-06-22T21:24:58.868" v="297"/>
          <ac:inkMkLst>
            <pc:docMk/>
            <pc:sldMk cId="2551148128" sldId="259"/>
            <ac:inkMk id="274" creationId="{ABF901BF-E741-FC54-A4A4-5DF9E6085244}"/>
          </ac:inkMkLst>
        </pc:inkChg>
        <pc:inkChg chg="add mod">
          <ac:chgData name="O'Connor, Jacqueline Antonia" userId="3b9bfa0c-75a1-427e-ae61-7069a76100c3" providerId="ADAL" clId="{8515B688-85A3-4F26-94E9-C96B7C17EB84}" dt="2022-06-22T21:24:58.868" v="297"/>
          <ac:inkMkLst>
            <pc:docMk/>
            <pc:sldMk cId="2551148128" sldId="259"/>
            <ac:inkMk id="275" creationId="{89B06BDB-5D87-16EA-7532-FE9237D0A4E3}"/>
          </ac:inkMkLst>
        </pc:inkChg>
        <pc:inkChg chg="add mod">
          <ac:chgData name="O'Connor, Jacqueline Antonia" userId="3b9bfa0c-75a1-427e-ae61-7069a76100c3" providerId="ADAL" clId="{8515B688-85A3-4F26-94E9-C96B7C17EB84}" dt="2022-06-22T21:24:58.868" v="297"/>
          <ac:inkMkLst>
            <pc:docMk/>
            <pc:sldMk cId="2551148128" sldId="259"/>
            <ac:inkMk id="276" creationId="{1F7D1006-9017-9E5C-AFA0-ADD5DD096196}"/>
          </ac:inkMkLst>
        </pc:inkChg>
        <pc:inkChg chg="add mod">
          <ac:chgData name="O'Connor, Jacqueline Antonia" userId="3b9bfa0c-75a1-427e-ae61-7069a76100c3" providerId="ADAL" clId="{8515B688-85A3-4F26-94E9-C96B7C17EB84}" dt="2022-06-22T21:24:58.868" v="297"/>
          <ac:inkMkLst>
            <pc:docMk/>
            <pc:sldMk cId="2551148128" sldId="259"/>
            <ac:inkMk id="277" creationId="{9D79FDA8-BE73-9A09-24C9-42C09B0EE405}"/>
          </ac:inkMkLst>
        </pc:inkChg>
        <pc:inkChg chg="add mod">
          <ac:chgData name="O'Connor, Jacqueline Antonia" userId="3b9bfa0c-75a1-427e-ae61-7069a76100c3" providerId="ADAL" clId="{8515B688-85A3-4F26-94E9-C96B7C17EB84}" dt="2022-06-22T21:23:54.788" v="283"/>
          <ac:inkMkLst>
            <pc:docMk/>
            <pc:sldMk cId="2551148128" sldId="259"/>
            <ac:inkMk id="279" creationId="{FB3F04D7-439A-FEE9-331C-7D5496567B3F}"/>
          </ac:inkMkLst>
        </pc:inkChg>
        <pc:inkChg chg="add mod">
          <ac:chgData name="O'Connor, Jacqueline Antonia" userId="3b9bfa0c-75a1-427e-ae61-7069a76100c3" providerId="ADAL" clId="{8515B688-85A3-4F26-94E9-C96B7C17EB84}" dt="2022-06-22T21:23:54.788" v="283"/>
          <ac:inkMkLst>
            <pc:docMk/>
            <pc:sldMk cId="2551148128" sldId="259"/>
            <ac:inkMk id="280" creationId="{79727DA5-C745-EDE2-D369-22DB2F6ADD3B}"/>
          </ac:inkMkLst>
        </pc:inkChg>
        <pc:inkChg chg="add mod">
          <ac:chgData name="O'Connor, Jacqueline Antonia" userId="3b9bfa0c-75a1-427e-ae61-7069a76100c3" providerId="ADAL" clId="{8515B688-85A3-4F26-94E9-C96B7C17EB84}" dt="2022-06-22T21:23:54.788" v="283"/>
          <ac:inkMkLst>
            <pc:docMk/>
            <pc:sldMk cId="2551148128" sldId="259"/>
            <ac:inkMk id="281" creationId="{74448933-CFF6-F295-B225-A452FDE77517}"/>
          </ac:inkMkLst>
        </pc:inkChg>
        <pc:inkChg chg="add mod">
          <ac:chgData name="O'Connor, Jacqueline Antonia" userId="3b9bfa0c-75a1-427e-ae61-7069a76100c3" providerId="ADAL" clId="{8515B688-85A3-4F26-94E9-C96B7C17EB84}" dt="2022-06-22T21:23:54.788" v="283"/>
          <ac:inkMkLst>
            <pc:docMk/>
            <pc:sldMk cId="2551148128" sldId="259"/>
            <ac:inkMk id="282" creationId="{2844CBA0-ADCF-4479-8333-0E11DF585F2C}"/>
          </ac:inkMkLst>
        </pc:inkChg>
        <pc:inkChg chg="add mod">
          <ac:chgData name="O'Connor, Jacqueline Antonia" userId="3b9bfa0c-75a1-427e-ae61-7069a76100c3" providerId="ADAL" clId="{8515B688-85A3-4F26-94E9-C96B7C17EB84}" dt="2022-06-22T21:23:54.788" v="283"/>
          <ac:inkMkLst>
            <pc:docMk/>
            <pc:sldMk cId="2551148128" sldId="259"/>
            <ac:inkMk id="283" creationId="{9D0CE7BC-6104-8B18-D0F4-EAE178E6BA7A}"/>
          </ac:inkMkLst>
        </pc:inkChg>
        <pc:inkChg chg="add mod">
          <ac:chgData name="O'Connor, Jacqueline Antonia" userId="3b9bfa0c-75a1-427e-ae61-7069a76100c3" providerId="ADAL" clId="{8515B688-85A3-4F26-94E9-C96B7C17EB84}" dt="2022-06-22T21:23:54.788" v="283"/>
          <ac:inkMkLst>
            <pc:docMk/>
            <pc:sldMk cId="2551148128" sldId="259"/>
            <ac:inkMk id="284" creationId="{8F00331B-3290-78BD-9DF1-724E4C795DCE}"/>
          </ac:inkMkLst>
        </pc:inkChg>
        <pc:inkChg chg="add mod">
          <ac:chgData name="O'Connor, Jacqueline Antonia" userId="3b9bfa0c-75a1-427e-ae61-7069a76100c3" providerId="ADAL" clId="{8515B688-85A3-4F26-94E9-C96B7C17EB84}" dt="2022-06-22T21:23:54.788" v="283"/>
          <ac:inkMkLst>
            <pc:docMk/>
            <pc:sldMk cId="2551148128" sldId="259"/>
            <ac:inkMk id="285" creationId="{04F9CE71-7245-7E07-633F-CE10E061522B}"/>
          </ac:inkMkLst>
        </pc:inkChg>
        <pc:inkChg chg="add mod">
          <ac:chgData name="O'Connor, Jacqueline Antonia" userId="3b9bfa0c-75a1-427e-ae61-7069a76100c3" providerId="ADAL" clId="{8515B688-85A3-4F26-94E9-C96B7C17EB84}" dt="2022-06-22T21:23:54.788" v="283"/>
          <ac:inkMkLst>
            <pc:docMk/>
            <pc:sldMk cId="2551148128" sldId="259"/>
            <ac:inkMk id="286" creationId="{6AB97C5E-40BD-966F-F59A-D2E59DA76123}"/>
          </ac:inkMkLst>
        </pc:inkChg>
        <pc:inkChg chg="add mod">
          <ac:chgData name="O'Connor, Jacqueline Antonia" userId="3b9bfa0c-75a1-427e-ae61-7069a76100c3" providerId="ADAL" clId="{8515B688-85A3-4F26-94E9-C96B7C17EB84}" dt="2022-06-22T21:23:54.788" v="283"/>
          <ac:inkMkLst>
            <pc:docMk/>
            <pc:sldMk cId="2551148128" sldId="259"/>
            <ac:inkMk id="287" creationId="{B33CBB3B-4091-7EE1-5522-E4258F2C503B}"/>
          </ac:inkMkLst>
        </pc:inkChg>
        <pc:inkChg chg="add mod">
          <ac:chgData name="O'Connor, Jacqueline Antonia" userId="3b9bfa0c-75a1-427e-ae61-7069a76100c3" providerId="ADAL" clId="{8515B688-85A3-4F26-94E9-C96B7C17EB84}" dt="2022-06-22T21:23:54.788" v="283"/>
          <ac:inkMkLst>
            <pc:docMk/>
            <pc:sldMk cId="2551148128" sldId="259"/>
            <ac:inkMk id="288" creationId="{61CC0224-0DEF-8E9D-3C4C-B6219697B799}"/>
          </ac:inkMkLst>
        </pc:inkChg>
        <pc:inkChg chg="add mod">
          <ac:chgData name="O'Connor, Jacqueline Antonia" userId="3b9bfa0c-75a1-427e-ae61-7069a76100c3" providerId="ADAL" clId="{8515B688-85A3-4F26-94E9-C96B7C17EB84}" dt="2022-06-22T21:23:54.788" v="283"/>
          <ac:inkMkLst>
            <pc:docMk/>
            <pc:sldMk cId="2551148128" sldId="259"/>
            <ac:inkMk id="289" creationId="{3861ED6A-E5CF-AA72-9A39-3502BE08EAFE}"/>
          </ac:inkMkLst>
        </pc:inkChg>
        <pc:inkChg chg="add mod">
          <ac:chgData name="O'Connor, Jacqueline Antonia" userId="3b9bfa0c-75a1-427e-ae61-7069a76100c3" providerId="ADAL" clId="{8515B688-85A3-4F26-94E9-C96B7C17EB84}" dt="2022-06-22T21:23:54.788" v="283"/>
          <ac:inkMkLst>
            <pc:docMk/>
            <pc:sldMk cId="2551148128" sldId="259"/>
            <ac:inkMk id="290" creationId="{D2761D7D-2716-BF74-D973-4AA67D20022F}"/>
          </ac:inkMkLst>
        </pc:inkChg>
        <pc:inkChg chg="add mod">
          <ac:chgData name="O'Connor, Jacqueline Antonia" userId="3b9bfa0c-75a1-427e-ae61-7069a76100c3" providerId="ADAL" clId="{8515B688-85A3-4F26-94E9-C96B7C17EB84}" dt="2022-06-22T21:23:54.788" v="283"/>
          <ac:inkMkLst>
            <pc:docMk/>
            <pc:sldMk cId="2551148128" sldId="259"/>
            <ac:inkMk id="291" creationId="{21B07257-E79E-D803-40B4-AEA7E6EED6E2}"/>
          </ac:inkMkLst>
        </pc:inkChg>
        <pc:inkChg chg="add mod">
          <ac:chgData name="O'Connor, Jacqueline Antonia" userId="3b9bfa0c-75a1-427e-ae61-7069a76100c3" providerId="ADAL" clId="{8515B688-85A3-4F26-94E9-C96B7C17EB84}" dt="2022-06-22T21:23:54.788" v="283"/>
          <ac:inkMkLst>
            <pc:docMk/>
            <pc:sldMk cId="2551148128" sldId="259"/>
            <ac:inkMk id="292" creationId="{BBDAB2AD-A540-08DB-8262-3165FB02D187}"/>
          </ac:inkMkLst>
        </pc:inkChg>
        <pc:inkChg chg="add mod">
          <ac:chgData name="O'Connor, Jacqueline Antonia" userId="3b9bfa0c-75a1-427e-ae61-7069a76100c3" providerId="ADAL" clId="{8515B688-85A3-4F26-94E9-C96B7C17EB84}" dt="2022-06-22T21:23:54.788" v="283"/>
          <ac:inkMkLst>
            <pc:docMk/>
            <pc:sldMk cId="2551148128" sldId="259"/>
            <ac:inkMk id="293" creationId="{52EB1DD3-E66C-9C20-688B-8C5973CD69F2}"/>
          </ac:inkMkLst>
        </pc:inkChg>
        <pc:inkChg chg="add mod">
          <ac:chgData name="O'Connor, Jacqueline Antonia" userId="3b9bfa0c-75a1-427e-ae61-7069a76100c3" providerId="ADAL" clId="{8515B688-85A3-4F26-94E9-C96B7C17EB84}" dt="2022-06-22T21:24:00.331" v="291"/>
          <ac:inkMkLst>
            <pc:docMk/>
            <pc:sldMk cId="2551148128" sldId="259"/>
            <ac:inkMk id="298" creationId="{3786DB2A-097B-5665-D0E0-61B5DE6F5A16}"/>
          </ac:inkMkLst>
        </pc:inkChg>
        <pc:inkChg chg="add mod">
          <ac:chgData name="O'Connor, Jacqueline Antonia" userId="3b9bfa0c-75a1-427e-ae61-7069a76100c3" providerId="ADAL" clId="{8515B688-85A3-4F26-94E9-C96B7C17EB84}" dt="2022-06-22T21:24:00.331" v="291"/>
          <ac:inkMkLst>
            <pc:docMk/>
            <pc:sldMk cId="2551148128" sldId="259"/>
            <ac:inkMk id="299" creationId="{632B4A91-5187-A049-C55A-1EC1279099F1}"/>
          </ac:inkMkLst>
        </pc:inkChg>
        <pc:inkChg chg="add mod">
          <ac:chgData name="O'Connor, Jacqueline Antonia" userId="3b9bfa0c-75a1-427e-ae61-7069a76100c3" providerId="ADAL" clId="{8515B688-85A3-4F26-94E9-C96B7C17EB84}" dt="2022-06-22T21:24:00.331" v="291"/>
          <ac:inkMkLst>
            <pc:docMk/>
            <pc:sldMk cId="2551148128" sldId="259"/>
            <ac:inkMk id="300" creationId="{CAC601B2-016F-BDAB-8C13-D4F4AC882591}"/>
          </ac:inkMkLst>
        </pc:inkChg>
        <pc:inkChg chg="add mod">
          <ac:chgData name="O'Connor, Jacqueline Antonia" userId="3b9bfa0c-75a1-427e-ae61-7069a76100c3" providerId="ADAL" clId="{8515B688-85A3-4F26-94E9-C96B7C17EB84}" dt="2022-06-22T21:24:00.331" v="291"/>
          <ac:inkMkLst>
            <pc:docMk/>
            <pc:sldMk cId="2551148128" sldId="259"/>
            <ac:inkMk id="301" creationId="{F5C9E940-1CE7-C618-89FD-9926816151EC}"/>
          </ac:inkMkLst>
        </pc:inkChg>
        <pc:inkChg chg="add mod">
          <ac:chgData name="O'Connor, Jacqueline Antonia" userId="3b9bfa0c-75a1-427e-ae61-7069a76100c3" providerId="ADAL" clId="{8515B688-85A3-4F26-94E9-C96B7C17EB84}" dt="2022-06-22T21:24:00.331" v="291"/>
          <ac:inkMkLst>
            <pc:docMk/>
            <pc:sldMk cId="2551148128" sldId="259"/>
            <ac:inkMk id="302" creationId="{248D7F2D-73AF-F665-8B62-9FD004E6E328}"/>
          </ac:inkMkLst>
        </pc:inkChg>
        <pc:inkChg chg="add mod">
          <ac:chgData name="O'Connor, Jacqueline Antonia" userId="3b9bfa0c-75a1-427e-ae61-7069a76100c3" providerId="ADAL" clId="{8515B688-85A3-4F26-94E9-C96B7C17EB84}" dt="2022-06-22T21:24:00.331" v="291"/>
          <ac:inkMkLst>
            <pc:docMk/>
            <pc:sldMk cId="2551148128" sldId="259"/>
            <ac:inkMk id="303" creationId="{3F7F045F-096B-E9D7-5DA4-62698C7691F0}"/>
          </ac:inkMkLst>
        </pc:inkChg>
        <pc:inkChg chg="add mod">
          <ac:chgData name="O'Connor, Jacqueline Antonia" userId="3b9bfa0c-75a1-427e-ae61-7069a76100c3" providerId="ADAL" clId="{8515B688-85A3-4F26-94E9-C96B7C17EB84}" dt="2022-06-22T21:24:00.331" v="291"/>
          <ac:inkMkLst>
            <pc:docMk/>
            <pc:sldMk cId="2551148128" sldId="259"/>
            <ac:inkMk id="304" creationId="{5A28A236-403A-28CC-7D9F-0EC565CC6869}"/>
          </ac:inkMkLst>
        </pc:inkChg>
        <pc:inkChg chg="add mod">
          <ac:chgData name="O'Connor, Jacqueline Antonia" userId="3b9bfa0c-75a1-427e-ae61-7069a76100c3" providerId="ADAL" clId="{8515B688-85A3-4F26-94E9-C96B7C17EB84}" dt="2022-06-22T21:24:23.478" v="293"/>
          <ac:inkMkLst>
            <pc:docMk/>
            <pc:sldMk cId="2551148128" sldId="259"/>
            <ac:inkMk id="308" creationId="{8B56F130-79E9-9EBB-644B-25E3A2789909}"/>
          </ac:inkMkLst>
        </pc:inkChg>
        <pc:inkChg chg="add mod">
          <ac:chgData name="O'Connor, Jacqueline Antonia" userId="3b9bfa0c-75a1-427e-ae61-7069a76100c3" providerId="ADAL" clId="{8515B688-85A3-4F26-94E9-C96B7C17EB84}" dt="2022-06-22T21:24:58.868" v="297"/>
          <ac:inkMkLst>
            <pc:docMk/>
            <pc:sldMk cId="2551148128" sldId="259"/>
            <ac:inkMk id="310" creationId="{2196C33F-54E8-5693-C615-79F72749404B}"/>
          </ac:inkMkLst>
        </pc:inkChg>
        <pc:inkChg chg="add mod">
          <ac:chgData name="O'Connor, Jacqueline Antonia" userId="3b9bfa0c-75a1-427e-ae61-7069a76100c3" providerId="ADAL" clId="{8515B688-85A3-4F26-94E9-C96B7C17EB84}" dt="2022-06-22T21:24:58.868" v="297"/>
          <ac:inkMkLst>
            <pc:docMk/>
            <pc:sldMk cId="2551148128" sldId="259"/>
            <ac:inkMk id="311" creationId="{CD542477-E16E-EADD-95AA-5A3F3A7C0D80}"/>
          </ac:inkMkLst>
        </pc:inkChg>
        <pc:inkChg chg="add mod">
          <ac:chgData name="O'Connor, Jacqueline Antonia" userId="3b9bfa0c-75a1-427e-ae61-7069a76100c3" providerId="ADAL" clId="{8515B688-85A3-4F26-94E9-C96B7C17EB84}" dt="2022-06-22T21:24:58.868" v="297"/>
          <ac:inkMkLst>
            <pc:docMk/>
            <pc:sldMk cId="2551148128" sldId="259"/>
            <ac:inkMk id="312" creationId="{EEA18DAD-FE36-D171-7FAB-032849F1F13C}"/>
          </ac:inkMkLst>
        </pc:inkChg>
        <pc:inkChg chg="add mod">
          <ac:chgData name="O'Connor, Jacqueline Antonia" userId="3b9bfa0c-75a1-427e-ae61-7069a76100c3" providerId="ADAL" clId="{8515B688-85A3-4F26-94E9-C96B7C17EB84}" dt="2022-06-22T21:25:06.315" v="299"/>
          <ac:inkMkLst>
            <pc:docMk/>
            <pc:sldMk cId="2551148128" sldId="259"/>
            <ac:inkMk id="314" creationId="{BE9A2A91-0F02-8911-C8F3-607E7F0BBA22}"/>
          </ac:inkMkLst>
        </pc:inkChg>
      </pc:sldChg>
      <pc:sldChg chg="addSp delSp modSp mod">
        <pc:chgData name="O'Connor, Jacqueline Antonia" userId="3b9bfa0c-75a1-427e-ae61-7069a76100c3" providerId="ADAL" clId="{8515B688-85A3-4F26-94E9-C96B7C17EB84}" dt="2022-06-22T21:46:32.176" v="1010"/>
        <pc:sldMkLst>
          <pc:docMk/>
          <pc:sldMk cId="1495175939" sldId="260"/>
        </pc:sldMkLst>
        <pc:grpChg chg="mod">
          <ac:chgData name="O'Connor, Jacqueline Antonia" userId="3b9bfa0c-75a1-427e-ae61-7069a76100c3" providerId="ADAL" clId="{8515B688-85A3-4F26-94E9-C96B7C17EB84}" dt="2022-06-22T21:28:43.974" v="307"/>
          <ac:grpSpMkLst>
            <pc:docMk/>
            <pc:sldMk cId="1495175939" sldId="260"/>
            <ac:grpSpMk id="9" creationId="{34BE1221-9BFA-E376-3B44-73AA2F094C6C}"/>
          </ac:grpSpMkLst>
        </pc:grpChg>
        <pc:grpChg chg="mod">
          <ac:chgData name="O'Connor, Jacqueline Antonia" userId="3b9bfa0c-75a1-427e-ae61-7069a76100c3" providerId="ADAL" clId="{8515B688-85A3-4F26-94E9-C96B7C17EB84}" dt="2022-06-22T21:28:43.974" v="307"/>
          <ac:grpSpMkLst>
            <pc:docMk/>
            <pc:sldMk cId="1495175939" sldId="260"/>
            <ac:grpSpMk id="10" creationId="{7BA0418B-BACD-E20E-2E55-834BFED4E585}"/>
          </ac:grpSpMkLst>
        </pc:grpChg>
        <pc:grpChg chg="mod">
          <ac:chgData name="O'Connor, Jacqueline Antonia" userId="3b9bfa0c-75a1-427e-ae61-7069a76100c3" providerId="ADAL" clId="{8515B688-85A3-4F26-94E9-C96B7C17EB84}" dt="2022-06-22T21:28:48.709" v="314"/>
          <ac:grpSpMkLst>
            <pc:docMk/>
            <pc:sldMk cId="1495175939" sldId="260"/>
            <ac:grpSpMk id="17" creationId="{03547A4D-BEE4-2471-08A4-4FC79976D31C}"/>
          </ac:grpSpMkLst>
        </pc:grpChg>
        <pc:grpChg chg="del mod">
          <ac:chgData name="O'Connor, Jacqueline Antonia" userId="3b9bfa0c-75a1-427e-ae61-7069a76100c3" providerId="ADAL" clId="{8515B688-85A3-4F26-94E9-C96B7C17EB84}" dt="2022-06-22T21:34:07.865" v="510"/>
          <ac:grpSpMkLst>
            <pc:docMk/>
            <pc:sldMk cId="1495175939" sldId="260"/>
            <ac:grpSpMk id="20" creationId="{CDD33953-BBD0-DCE0-1354-02B43CE18D54}"/>
          </ac:grpSpMkLst>
        </pc:grpChg>
        <pc:grpChg chg="del mod">
          <ac:chgData name="O'Connor, Jacqueline Antonia" userId="3b9bfa0c-75a1-427e-ae61-7069a76100c3" providerId="ADAL" clId="{8515B688-85A3-4F26-94E9-C96B7C17EB84}" dt="2022-06-22T21:34:07.865" v="510"/>
          <ac:grpSpMkLst>
            <pc:docMk/>
            <pc:sldMk cId="1495175939" sldId="260"/>
            <ac:grpSpMk id="43" creationId="{956DABF1-A25F-C9A1-D493-ED3ED6E2C149}"/>
          </ac:grpSpMkLst>
        </pc:grpChg>
        <pc:grpChg chg="del mod">
          <ac:chgData name="O'Connor, Jacqueline Antonia" userId="3b9bfa0c-75a1-427e-ae61-7069a76100c3" providerId="ADAL" clId="{8515B688-85A3-4F26-94E9-C96B7C17EB84}" dt="2022-06-22T21:34:07.865" v="510"/>
          <ac:grpSpMkLst>
            <pc:docMk/>
            <pc:sldMk cId="1495175939" sldId="260"/>
            <ac:grpSpMk id="44" creationId="{68A257A1-DE8B-326A-FB59-AE3A9D0BCB52}"/>
          </ac:grpSpMkLst>
        </pc:grpChg>
        <pc:grpChg chg="del mod">
          <ac:chgData name="O'Connor, Jacqueline Antonia" userId="3b9bfa0c-75a1-427e-ae61-7069a76100c3" providerId="ADAL" clId="{8515B688-85A3-4F26-94E9-C96B7C17EB84}" dt="2022-06-22T21:34:07.865" v="510"/>
          <ac:grpSpMkLst>
            <pc:docMk/>
            <pc:sldMk cId="1495175939" sldId="260"/>
            <ac:grpSpMk id="45" creationId="{196C5685-E2CF-F22E-10AA-5587C6815757}"/>
          </ac:grpSpMkLst>
        </pc:grpChg>
        <pc:grpChg chg="del mod">
          <ac:chgData name="O'Connor, Jacqueline Antonia" userId="3b9bfa0c-75a1-427e-ae61-7069a76100c3" providerId="ADAL" clId="{8515B688-85A3-4F26-94E9-C96B7C17EB84}" dt="2022-06-22T21:34:07.865" v="510"/>
          <ac:grpSpMkLst>
            <pc:docMk/>
            <pc:sldMk cId="1495175939" sldId="260"/>
            <ac:grpSpMk id="46" creationId="{2518A5B5-898F-3CA5-9A23-FFF46ACDFE21}"/>
          </ac:grpSpMkLst>
        </pc:grpChg>
        <pc:grpChg chg="del mod">
          <ac:chgData name="O'Connor, Jacqueline Antonia" userId="3b9bfa0c-75a1-427e-ae61-7069a76100c3" providerId="ADAL" clId="{8515B688-85A3-4F26-94E9-C96B7C17EB84}" dt="2022-06-22T21:31:20.191" v="389"/>
          <ac:grpSpMkLst>
            <pc:docMk/>
            <pc:sldMk cId="1495175939" sldId="260"/>
            <ac:grpSpMk id="49" creationId="{9D09767F-EBF9-6C14-5D11-D769E778E684}"/>
          </ac:grpSpMkLst>
        </pc:grpChg>
        <pc:grpChg chg="del mod">
          <ac:chgData name="O'Connor, Jacqueline Antonia" userId="3b9bfa0c-75a1-427e-ae61-7069a76100c3" providerId="ADAL" clId="{8515B688-85A3-4F26-94E9-C96B7C17EB84}" dt="2022-06-22T21:31:20.191" v="389"/>
          <ac:grpSpMkLst>
            <pc:docMk/>
            <pc:sldMk cId="1495175939" sldId="260"/>
            <ac:grpSpMk id="79" creationId="{9D426D68-BBD3-FAFB-6893-7118C431AC5E}"/>
          </ac:grpSpMkLst>
        </pc:grpChg>
        <pc:grpChg chg="del mod">
          <ac:chgData name="O'Connor, Jacqueline Antonia" userId="3b9bfa0c-75a1-427e-ae61-7069a76100c3" providerId="ADAL" clId="{8515B688-85A3-4F26-94E9-C96B7C17EB84}" dt="2022-06-22T21:31:20.191" v="389"/>
          <ac:grpSpMkLst>
            <pc:docMk/>
            <pc:sldMk cId="1495175939" sldId="260"/>
            <ac:grpSpMk id="80" creationId="{5D87CE83-189E-C31A-BB5B-083914B32864}"/>
          </ac:grpSpMkLst>
        </pc:grpChg>
        <pc:grpChg chg="del mod">
          <ac:chgData name="O'Connor, Jacqueline Antonia" userId="3b9bfa0c-75a1-427e-ae61-7069a76100c3" providerId="ADAL" clId="{8515B688-85A3-4F26-94E9-C96B7C17EB84}" dt="2022-06-22T21:31:20.191" v="389"/>
          <ac:grpSpMkLst>
            <pc:docMk/>
            <pc:sldMk cId="1495175939" sldId="260"/>
            <ac:grpSpMk id="81" creationId="{74958807-68B9-9805-3827-A804F023E307}"/>
          </ac:grpSpMkLst>
        </pc:grpChg>
        <pc:grpChg chg="del mod">
          <ac:chgData name="O'Connor, Jacqueline Antonia" userId="3b9bfa0c-75a1-427e-ae61-7069a76100c3" providerId="ADAL" clId="{8515B688-85A3-4F26-94E9-C96B7C17EB84}" dt="2022-06-22T21:31:20.191" v="389"/>
          <ac:grpSpMkLst>
            <pc:docMk/>
            <pc:sldMk cId="1495175939" sldId="260"/>
            <ac:grpSpMk id="82" creationId="{8E59B1B8-5CC8-7007-3F94-756F897E3515}"/>
          </ac:grpSpMkLst>
        </pc:grpChg>
        <pc:grpChg chg="del mod">
          <ac:chgData name="O'Connor, Jacqueline Antonia" userId="3b9bfa0c-75a1-427e-ae61-7069a76100c3" providerId="ADAL" clId="{8515B688-85A3-4F26-94E9-C96B7C17EB84}" dt="2022-06-22T21:31:20.191" v="389"/>
          <ac:grpSpMkLst>
            <pc:docMk/>
            <pc:sldMk cId="1495175939" sldId="260"/>
            <ac:grpSpMk id="83" creationId="{7BBD5C9B-2718-E18F-D376-356EF40B69DC}"/>
          </ac:grpSpMkLst>
        </pc:grpChg>
        <pc:grpChg chg="del mod">
          <ac:chgData name="O'Connor, Jacqueline Antonia" userId="3b9bfa0c-75a1-427e-ae61-7069a76100c3" providerId="ADAL" clId="{8515B688-85A3-4F26-94E9-C96B7C17EB84}" dt="2022-06-22T21:31:20.191" v="389"/>
          <ac:grpSpMkLst>
            <pc:docMk/>
            <pc:sldMk cId="1495175939" sldId="260"/>
            <ac:grpSpMk id="84" creationId="{C24C510C-B2BB-70B5-5622-8592C6C74886}"/>
          </ac:grpSpMkLst>
        </pc:grpChg>
        <pc:grpChg chg="del mod">
          <ac:chgData name="O'Connor, Jacqueline Antonia" userId="3b9bfa0c-75a1-427e-ae61-7069a76100c3" providerId="ADAL" clId="{8515B688-85A3-4F26-94E9-C96B7C17EB84}" dt="2022-06-22T21:31:20.191" v="389"/>
          <ac:grpSpMkLst>
            <pc:docMk/>
            <pc:sldMk cId="1495175939" sldId="260"/>
            <ac:grpSpMk id="90" creationId="{A3EB0415-44F5-0214-15E4-3D327694C915}"/>
          </ac:grpSpMkLst>
        </pc:grpChg>
        <pc:grpChg chg="del mod">
          <ac:chgData name="O'Connor, Jacqueline Antonia" userId="3b9bfa0c-75a1-427e-ae61-7069a76100c3" providerId="ADAL" clId="{8515B688-85A3-4F26-94E9-C96B7C17EB84}" dt="2022-06-22T21:31:20.191" v="389"/>
          <ac:grpSpMkLst>
            <pc:docMk/>
            <pc:sldMk cId="1495175939" sldId="260"/>
            <ac:grpSpMk id="91" creationId="{7D850F09-E07C-69E3-9B79-D60B61CE9A8A}"/>
          </ac:grpSpMkLst>
        </pc:grpChg>
        <pc:grpChg chg="mod">
          <ac:chgData name="O'Connor, Jacqueline Antonia" userId="3b9bfa0c-75a1-427e-ae61-7069a76100c3" providerId="ADAL" clId="{8515B688-85A3-4F26-94E9-C96B7C17EB84}" dt="2022-06-22T21:31:10.146" v="384"/>
          <ac:grpSpMkLst>
            <pc:docMk/>
            <pc:sldMk cId="1495175939" sldId="260"/>
            <ac:grpSpMk id="96" creationId="{E03B35DA-615A-572B-587F-F5E9B018EEB8}"/>
          </ac:grpSpMkLst>
        </pc:grpChg>
        <pc:grpChg chg="del mod">
          <ac:chgData name="O'Connor, Jacqueline Antonia" userId="3b9bfa0c-75a1-427e-ae61-7069a76100c3" providerId="ADAL" clId="{8515B688-85A3-4F26-94E9-C96B7C17EB84}" dt="2022-06-22T21:34:07.865" v="510"/>
          <ac:grpSpMkLst>
            <pc:docMk/>
            <pc:sldMk cId="1495175939" sldId="260"/>
            <ac:grpSpMk id="101" creationId="{0B36264A-86B8-128A-1264-DDBC1CD34E1F}"/>
          </ac:grpSpMkLst>
        </pc:grpChg>
        <pc:grpChg chg="del mod">
          <ac:chgData name="O'Connor, Jacqueline Antonia" userId="3b9bfa0c-75a1-427e-ae61-7069a76100c3" providerId="ADAL" clId="{8515B688-85A3-4F26-94E9-C96B7C17EB84}" dt="2022-06-22T21:34:07.865" v="510"/>
          <ac:grpSpMkLst>
            <pc:docMk/>
            <pc:sldMk cId="1495175939" sldId="260"/>
            <ac:grpSpMk id="105" creationId="{A01AC9D5-DA58-3E26-9FD1-6B90728973B9}"/>
          </ac:grpSpMkLst>
        </pc:grpChg>
        <pc:grpChg chg="del mod">
          <ac:chgData name="O'Connor, Jacqueline Antonia" userId="3b9bfa0c-75a1-427e-ae61-7069a76100c3" providerId="ADAL" clId="{8515B688-85A3-4F26-94E9-C96B7C17EB84}" dt="2022-06-22T21:34:07.865" v="510"/>
          <ac:grpSpMkLst>
            <pc:docMk/>
            <pc:sldMk cId="1495175939" sldId="260"/>
            <ac:grpSpMk id="111" creationId="{D5AAF7FA-7AB5-4870-DDBB-2ED08E484F2D}"/>
          </ac:grpSpMkLst>
        </pc:grpChg>
        <pc:grpChg chg="del mod">
          <ac:chgData name="O'Connor, Jacqueline Antonia" userId="3b9bfa0c-75a1-427e-ae61-7069a76100c3" providerId="ADAL" clId="{8515B688-85A3-4F26-94E9-C96B7C17EB84}" dt="2022-06-22T21:32:00.508" v="443"/>
          <ac:grpSpMkLst>
            <pc:docMk/>
            <pc:sldMk cId="1495175939" sldId="260"/>
            <ac:grpSpMk id="125" creationId="{65489595-C450-D26C-2E8A-13B53CE7B2E2}"/>
          </ac:grpSpMkLst>
        </pc:grpChg>
        <pc:grpChg chg="del mod">
          <ac:chgData name="O'Connor, Jacqueline Antonia" userId="3b9bfa0c-75a1-427e-ae61-7069a76100c3" providerId="ADAL" clId="{8515B688-85A3-4F26-94E9-C96B7C17EB84}" dt="2022-06-22T21:31:41.736" v="413"/>
          <ac:grpSpMkLst>
            <pc:docMk/>
            <pc:sldMk cId="1495175939" sldId="260"/>
            <ac:grpSpMk id="126" creationId="{9CAC783D-43DE-5D81-4BA1-B320FC65240B}"/>
          </ac:grpSpMkLst>
        </pc:grpChg>
        <pc:grpChg chg="mod">
          <ac:chgData name="O'Connor, Jacqueline Antonia" userId="3b9bfa0c-75a1-427e-ae61-7069a76100c3" providerId="ADAL" clId="{8515B688-85A3-4F26-94E9-C96B7C17EB84}" dt="2022-06-22T21:31:41.736" v="413"/>
          <ac:grpSpMkLst>
            <pc:docMk/>
            <pc:sldMk cId="1495175939" sldId="260"/>
            <ac:grpSpMk id="127" creationId="{1180071C-BC60-F6BF-97AC-BA0D8499A054}"/>
          </ac:grpSpMkLst>
        </pc:grpChg>
        <pc:grpChg chg="del mod">
          <ac:chgData name="O'Connor, Jacqueline Antonia" userId="3b9bfa0c-75a1-427e-ae61-7069a76100c3" providerId="ADAL" clId="{8515B688-85A3-4F26-94E9-C96B7C17EB84}" dt="2022-06-22T21:31:47.737" v="421"/>
          <ac:grpSpMkLst>
            <pc:docMk/>
            <pc:sldMk cId="1495175939" sldId="260"/>
            <ac:grpSpMk id="135" creationId="{96CBC0EA-E156-16C4-0A46-848BDB67D122}"/>
          </ac:grpSpMkLst>
        </pc:grpChg>
        <pc:grpChg chg="mod">
          <ac:chgData name="O'Connor, Jacqueline Antonia" userId="3b9bfa0c-75a1-427e-ae61-7069a76100c3" providerId="ADAL" clId="{8515B688-85A3-4F26-94E9-C96B7C17EB84}" dt="2022-06-22T21:31:47.737" v="421"/>
          <ac:grpSpMkLst>
            <pc:docMk/>
            <pc:sldMk cId="1495175939" sldId="260"/>
            <ac:grpSpMk id="136" creationId="{64C1498A-8262-3388-B5C1-A033FB784954}"/>
          </ac:grpSpMkLst>
        </pc:grpChg>
        <pc:grpChg chg="del mod">
          <ac:chgData name="O'Connor, Jacqueline Antonia" userId="3b9bfa0c-75a1-427e-ae61-7069a76100c3" providerId="ADAL" clId="{8515B688-85A3-4F26-94E9-C96B7C17EB84}" dt="2022-06-22T21:32:00.508" v="443"/>
          <ac:grpSpMkLst>
            <pc:docMk/>
            <pc:sldMk cId="1495175939" sldId="260"/>
            <ac:grpSpMk id="151" creationId="{3BB99F23-44AF-A8B9-0C2A-B59F87C980F8}"/>
          </ac:grpSpMkLst>
        </pc:grpChg>
        <pc:grpChg chg="mod">
          <ac:chgData name="O'Connor, Jacqueline Antonia" userId="3b9bfa0c-75a1-427e-ae61-7069a76100c3" providerId="ADAL" clId="{8515B688-85A3-4F26-94E9-C96B7C17EB84}" dt="2022-06-22T21:32:00.508" v="443"/>
          <ac:grpSpMkLst>
            <pc:docMk/>
            <pc:sldMk cId="1495175939" sldId="260"/>
            <ac:grpSpMk id="152" creationId="{00D5CD76-C185-1DCC-DBEB-70245CFB3920}"/>
          </ac:grpSpMkLst>
        </pc:grpChg>
        <pc:grpChg chg="mod">
          <ac:chgData name="O'Connor, Jacqueline Antonia" userId="3b9bfa0c-75a1-427e-ae61-7069a76100c3" providerId="ADAL" clId="{8515B688-85A3-4F26-94E9-C96B7C17EB84}" dt="2022-06-22T21:32:08.357" v="450"/>
          <ac:grpSpMkLst>
            <pc:docMk/>
            <pc:sldMk cId="1495175939" sldId="260"/>
            <ac:grpSpMk id="159" creationId="{446EF02B-E74D-B67C-3852-0A212FA3F5F0}"/>
          </ac:grpSpMkLst>
        </pc:grpChg>
        <pc:grpChg chg="del mod">
          <ac:chgData name="O'Connor, Jacqueline Antonia" userId="3b9bfa0c-75a1-427e-ae61-7069a76100c3" providerId="ADAL" clId="{8515B688-85A3-4F26-94E9-C96B7C17EB84}" dt="2022-06-22T21:32:19.363" v="468"/>
          <ac:grpSpMkLst>
            <pc:docMk/>
            <pc:sldMk cId="1495175939" sldId="260"/>
            <ac:grpSpMk id="164" creationId="{9F4ED292-131B-23AA-1DA5-926A04F922A8}"/>
          </ac:grpSpMkLst>
        </pc:grpChg>
        <pc:grpChg chg="mod">
          <ac:chgData name="O'Connor, Jacqueline Antonia" userId="3b9bfa0c-75a1-427e-ae61-7069a76100c3" providerId="ADAL" clId="{8515B688-85A3-4F26-94E9-C96B7C17EB84}" dt="2022-06-22T21:32:19.363" v="468"/>
          <ac:grpSpMkLst>
            <pc:docMk/>
            <pc:sldMk cId="1495175939" sldId="260"/>
            <ac:grpSpMk id="177" creationId="{0F4E6552-BA1B-80A4-6B4F-2682352802FB}"/>
          </ac:grpSpMkLst>
        </pc:grpChg>
        <pc:grpChg chg="mod">
          <ac:chgData name="O'Connor, Jacqueline Antonia" userId="3b9bfa0c-75a1-427e-ae61-7069a76100c3" providerId="ADAL" clId="{8515B688-85A3-4F26-94E9-C96B7C17EB84}" dt="2022-06-22T21:32:37.042" v="501"/>
          <ac:grpSpMkLst>
            <pc:docMk/>
            <pc:sldMk cId="1495175939" sldId="260"/>
            <ac:grpSpMk id="210" creationId="{BA132908-D0AA-33D6-917F-F20429B94722}"/>
          </ac:grpSpMkLst>
        </pc:grpChg>
        <pc:grpChg chg="mod">
          <ac:chgData name="O'Connor, Jacqueline Antonia" userId="3b9bfa0c-75a1-427e-ae61-7069a76100c3" providerId="ADAL" clId="{8515B688-85A3-4F26-94E9-C96B7C17EB84}" dt="2022-06-22T21:32:37.042" v="501"/>
          <ac:grpSpMkLst>
            <pc:docMk/>
            <pc:sldMk cId="1495175939" sldId="260"/>
            <ac:grpSpMk id="211" creationId="{3A8643B6-4ED7-E202-D70E-84CEA61A1089}"/>
          </ac:grpSpMkLst>
        </pc:grpChg>
        <pc:grpChg chg="mod">
          <ac:chgData name="O'Connor, Jacqueline Antonia" userId="3b9bfa0c-75a1-427e-ae61-7069a76100c3" providerId="ADAL" clId="{8515B688-85A3-4F26-94E9-C96B7C17EB84}" dt="2022-06-22T21:32:37.042" v="501"/>
          <ac:grpSpMkLst>
            <pc:docMk/>
            <pc:sldMk cId="1495175939" sldId="260"/>
            <ac:grpSpMk id="212" creationId="{8F9FF2B7-6658-FEE0-94EE-53D900479D03}"/>
          </ac:grpSpMkLst>
        </pc:grpChg>
        <pc:grpChg chg="del mod">
          <ac:chgData name="O'Connor, Jacqueline Antonia" userId="3b9bfa0c-75a1-427e-ae61-7069a76100c3" providerId="ADAL" clId="{8515B688-85A3-4F26-94E9-C96B7C17EB84}" dt="2022-06-22T21:34:41.534" v="530"/>
          <ac:grpSpMkLst>
            <pc:docMk/>
            <pc:sldMk cId="1495175939" sldId="260"/>
            <ac:grpSpMk id="221" creationId="{BA637EEF-B9EB-EC61-CC5B-480E5A483CF0}"/>
          </ac:grpSpMkLst>
        </pc:grpChg>
        <pc:grpChg chg="del mod">
          <ac:chgData name="O'Connor, Jacqueline Antonia" userId="3b9bfa0c-75a1-427e-ae61-7069a76100c3" providerId="ADAL" clId="{8515B688-85A3-4F26-94E9-C96B7C17EB84}" dt="2022-06-22T21:34:41.534" v="530"/>
          <ac:grpSpMkLst>
            <pc:docMk/>
            <pc:sldMk cId="1495175939" sldId="260"/>
            <ac:grpSpMk id="226" creationId="{134B65B1-B86C-3013-7BCF-D33A19FA9D70}"/>
          </ac:grpSpMkLst>
        </pc:grpChg>
        <pc:grpChg chg="del mod">
          <ac:chgData name="O'Connor, Jacqueline Antonia" userId="3b9bfa0c-75a1-427e-ae61-7069a76100c3" providerId="ADAL" clId="{8515B688-85A3-4F26-94E9-C96B7C17EB84}" dt="2022-06-22T21:34:41.534" v="530"/>
          <ac:grpSpMkLst>
            <pc:docMk/>
            <pc:sldMk cId="1495175939" sldId="260"/>
            <ac:grpSpMk id="241" creationId="{26D9F4C9-BA22-1C1B-F0C2-27A5DC9ACC8B}"/>
          </ac:grpSpMkLst>
        </pc:grpChg>
        <pc:grpChg chg="del mod">
          <ac:chgData name="O'Connor, Jacqueline Antonia" userId="3b9bfa0c-75a1-427e-ae61-7069a76100c3" providerId="ADAL" clId="{8515B688-85A3-4F26-94E9-C96B7C17EB84}" dt="2022-06-22T21:34:41.534" v="530"/>
          <ac:grpSpMkLst>
            <pc:docMk/>
            <pc:sldMk cId="1495175939" sldId="260"/>
            <ac:grpSpMk id="242" creationId="{9FE70D27-7A7C-D3FF-7E6A-7605668EC94A}"/>
          </ac:grpSpMkLst>
        </pc:grpChg>
        <pc:grpChg chg="del mod">
          <ac:chgData name="O'Connor, Jacqueline Antonia" userId="3b9bfa0c-75a1-427e-ae61-7069a76100c3" providerId="ADAL" clId="{8515B688-85A3-4F26-94E9-C96B7C17EB84}" dt="2022-06-22T21:34:41.534" v="530"/>
          <ac:grpSpMkLst>
            <pc:docMk/>
            <pc:sldMk cId="1495175939" sldId="260"/>
            <ac:grpSpMk id="243" creationId="{C5FEC5CF-1906-6845-FEC9-E89FD8806886}"/>
          </ac:grpSpMkLst>
        </pc:grpChg>
        <pc:grpChg chg="del mod">
          <ac:chgData name="O'Connor, Jacqueline Antonia" userId="3b9bfa0c-75a1-427e-ae61-7069a76100c3" providerId="ADAL" clId="{8515B688-85A3-4F26-94E9-C96B7C17EB84}" dt="2022-06-22T21:35:09.092" v="549"/>
          <ac:grpSpMkLst>
            <pc:docMk/>
            <pc:sldMk cId="1495175939" sldId="260"/>
            <ac:grpSpMk id="244" creationId="{1FFD8732-F74D-12EE-55C4-55D5AE26C9FF}"/>
          </ac:grpSpMkLst>
        </pc:grpChg>
        <pc:grpChg chg="del mod">
          <ac:chgData name="O'Connor, Jacqueline Antonia" userId="3b9bfa0c-75a1-427e-ae61-7069a76100c3" providerId="ADAL" clId="{8515B688-85A3-4F26-94E9-C96B7C17EB84}" dt="2022-06-22T21:36:20.461" v="588"/>
          <ac:grpSpMkLst>
            <pc:docMk/>
            <pc:sldMk cId="1495175939" sldId="260"/>
            <ac:grpSpMk id="260" creationId="{2A6EADA0-11BA-778C-42C1-668B7096AABC}"/>
          </ac:grpSpMkLst>
        </pc:grpChg>
        <pc:grpChg chg="del mod">
          <ac:chgData name="O'Connor, Jacqueline Antonia" userId="3b9bfa0c-75a1-427e-ae61-7069a76100c3" providerId="ADAL" clId="{8515B688-85A3-4F26-94E9-C96B7C17EB84}" dt="2022-06-22T21:36:20.461" v="588"/>
          <ac:grpSpMkLst>
            <pc:docMk/>
            <pc:sldMk cId="1495175939" sldId="260"/>
            <ac:grpSpMk id="261" creationId="{656A80DC-78A4-D4F6-CEA1-D10EB39E186F}"/>
          </ac:grpSpMkLst>
        </pc:grpChg>
        <pc:grpChg chg="del mod">
          <ac:chgData name="O'Connor, Jacqueline Antonia" userId="3b9bfa0c-75a1-427e-ae61-7069a76100c3" providerId="ADAL" clId="{8515B688-85A3-4F26-94E9-C96B7C17EB84}" dt="2022-06-22T21:36:20.461" v="588"/>
          <ac:grpSpMkLst>
            <pc:docMk/>
            <pc:sldMk cId="1495175939" sldId="260"/>
            <ac:grpSpMk id="262" creationId="{A3075E3B-6799-7FF4-3F6D-7E6B60003023}"/>
          </ac:grpSpMkLst>
        </pc:grpChg>
        <pc:grpChg chg="del mod">
          <ac:chgData name="O'Connor, Jacqueline Antonia" userId="3b9bfa0c-75a1-427e-ae61-7069a76100c3" providerId="ADAL" clId="{8515B688-85A3-4F26-94E9-C96B7C17EB84}" dt="2022-06-22T21:35:14.119" v="557"/>
          <ac:grpSpMkLst>
            <pc:docMk/>
            <pc:sldMk cId="1495175939" sldId="260"/>
            <ac:grpSpMk id="265" creationId="{099DC05F-619A-FB80-646D-BC83B63E8511}"/>
          </ac:grpSpMkLst>
        </pc:grpChg>
        <pc:grpChg chg="del mod">
          <ac:chgData name="O'Connor, Jacqueline Antonia" userId="3b9bfa0c-75a1-427e-ae61-7069a76100c3" providerId="ADAL" clId="{8515B688-85A3-4F26-94E9-C96B7C17EB84}" dt="2022-06-22T21:36:20.461" v="588"/>
          <ac:grpSpMkLst>
            <pc:docMk/>
            <pc:sldMk cId="1495175939" sldId="260"/>
            <ac:grpSpMk id="273" creationId="{6508065B-5B24-4BA1-EE7F-8A40836959A6}"/>
          </ac:grpSpMkLst>
        </pc:grpChg>
        <pc:grpChg chg="del mod">
          <ac:chgData name="O'Connor, Jacqueline Antonia" userId="3b9bfa0c-75a1-427e-ae61-7069a76100c3" providerId="ADAL" clId="{8515B688-85A3-4F26-94E9-C96B7C17EB84}" dt="2022-06-22T21:36:01.383" v="584"/>
          <ac:grpSpMkLst>
            <pc:docMk/>
            <pc:sldMk cId="1495175939" sldId="260"/>
            <ac:grpSpMk id="282" creationId="{873090BB-AA5C-C10F-298E-C6EA47690F9B}"/>
          </ac:grpSpMkLst>
        </pc:grpChg>
        <pc:grpChg chg="mod">
          <ac:chgData name="O'Connor, Jacqueline Antonia" userId="3b9bfa0c-75a1-427e-ae61-7069a76100c3" providerId="ADAL" clId="{8515B688-85A3-4F26-94E9-C96B7C17EB84}" dt="2022-06-22T21:35:47.413" v="574"/>
          <ac:grpSpMkLst>
            <pc:docMk/>
            <pc:sldMk cId="1495175939" sldId="260"/>
            <ac:grpSpMk id="290" creationId="{302F96E4-93A8-A064-81C9-897E659B9599}"/>
          </ac:grpSpMkLst>
        </pc:grpChg>
        <pc:grpChg chg="mod">
          <ac:chgData name="O'Connor, Jacqueline Antonia" userId="3b9bfa0c-75a1-427e-ae61-7069a76100c3" providerId="ADAL" clId="{8515B688-85A3-4F26-94E9-C96B7C17EB84}" dt="2022-06-22T21:36:00.085" v="582"/>
          <ac:grpSpMkLst>
            <pc:docMk/>
            <pc:sldMk cId="1495175939" sldId="260"/>
            <ac:grpSpMk id="298" creationId="{A692D930-E04C-5126-B1E8-4BE96B62B589}"/>
          </ac:grpSpMkLst>
        </pc:grpChg>
        <pc:grpChg chg="mod">
          <ac:chgData name="O'Connor, Jacqueline Antonia" userId="3b9bfa0c-75a1-427e-ae61-7069a76100c3" providerId="ADAL" clId="{8515B688-85A3-4F26-94E9-C96B7C17EB84}" dt="2022-06-22T21:36:01.383" v="584"/>
          <ac:grpSpMkLst>
            <pc:docMk/>
            <pc:sldMk cId="1495175939" sldId="260"/>
            <ac:grpSpMk id="300" creationId="{39A8C46C-5B71-37CC-6E57-0EE9DFC95175}"/>
          </ac:grpSpMkLst>
        </pc:grpChg>
        <pc:grpChg chg="del mod">
          <ac:chgData name="O'Connor, Jacqueline Antonia" userId="3b9bfa0c-75a1-427e-ae61-7069a76100c3" providerId="ADAL" clId="{8515B688-85A3-4F26-94E9-C96B7C17EB84}" dt="2022-06-22T21:36:23.687" v="591"/>
          <ac:grpSpMkLst>
            <pc:docMk/>
            <pc:sldMk cId="1495175939" sldId="260"/>
            <ac:grpSpMk id="304" creationId="{B33AF93B-8CFA-D734-466A-1574D225F996}"/>
          </ac:grpSpMkLst>
        </pc:grpChg>
        <pc:grpChg chg="del mod">
          <ac:chgData name="O'Connor, Jacqueline Antonia" userId="3b9bfa0c-75a1-427e-ae61-7069a76100c3" providerId="ADAL" clId="{8515B688-85A3-4F26-94E9-C96B7C17EB84}" dt="2022-06-22T21:36:36.033" v="599"/>
          <ac:grpSpMkLst>
            <pc:docMk/>
            <pc:sldMk cId="1495175939" sldId="260"/>
            <ac:grpSpMk id="307" creationId="{74B33A66-4E80-EC87-C184-A9BDB9D0E63F}"/>
          </ac:grpSpMkLst>
        </pc:grpChg>
        <pc:grpChg chg="del mod">
          <ac:chgData name="O'Connor, Jacqueline Antonia" userId="3b9bfa0c-75a1-427e-ae61-7069a76100c3" providerId="ADAL" clId="{8515B688-85A3-4F26-94E9-C96B7C17EB84}" dt="2022-06-22T21:36:36.033" v="599"/>
          <ac:grpSpMkLst>
            <pc:docMk/>
            <pc:sldMk cId="1495175939" sldId="260"/>
            <ac:grpSpMk id="311" creationId="{9D366EDF-D096-AA5B-99BC-608FB37BACA2}"/>
          </ac:grpSpMkLst>
        </pc:grpChg>
        <pc:grpChg chg="mod">
          <ac:chgData name="O'Connor, Jacqueline Antonia" userId="3b9bfa0c-75a1-427e-ae61-7069a76100c3" providerId="ADAL" clId="{8515B688-85A3-4F26-94E9-C96B7C17EB84}" dt="2022-06-22T21:36:36.033" v="599"/>
          <ac:grpSpMkLst>
            <pc:docMk/>
            <pc:sldMk cId="1495175939" sldId="260"/>
            <ac:grpSpMk id="315" creationId="{C4B60E79-9B08-433B-518E-8725DCF913F0}"/>
          </ac:grpSpMkLst>
        </pc:grpChg>
        <pc:grpChg chg="mod">
          <ac:chgData name="O'Connor, Jacqueline Antonia" userId="3b9bfa0c-75a1-427e-ae61-7069a76100c3" providerId="ADAL" clId="{8515B688-85A3-4F26-94E9-C96B7C17EB84}" dt="2022-06-22T21:46:32.176" v="1010"/>
          <ac:grpSpMkLst>
            <pc:docMk/>
            <pc:sldMk cId="1495175939" sldId="260"/>
            <ac:grpSpMk id="319" creationId="{C2E6986E-F166-06A6-D8D7-C5A0B4F6D26E}"/>
          </ac:grpSpMkLst>
        </pc:grpChg>
        <pc:inkChg chg="add mod">
          <ac:chgData name="O'Connor, Jacqueline Antonia" userId="3b9bfa0c-75a1-427e-ae61-7069a76100c3" providerId="ADAL" clId="{8515B688-85A3-4F26-94E9-C96B7C17EB84}" dt="2022-06-22T21:28:43.974" v="307"/>
          <ac:inkMkLst>
            <pc:docMk/>
            <pc:sldMk cId="1495175939" sldId="260"/>
            <ac:inkMk id="2" creationId="{2E8C8BDC-4F8F-BC58-9BE1-A8C930CD0FEB}"/>
          </ac:inkMkLst>
        </pc:inkChg>
        <pc:inkChg chg="add mod">
          <ac:chgData name="O'Connor, Jacqueline Antonia" userId="3b9bfa0c-75a1-427e-ae61-7069a76100c3" providerId="ADAL" clId="{8515B688-85A3-4F26-94E9-C96B7C17EB84}" dt="2022-06-22T21:28:43.974" v="307"/>
          <ac:inkMkLst>
            <pc:docMk/>
            <pc:sldMk cId="1495175939" sldId="260"/>
            <ac:inkMk id="3" creationId="{B0AE7DF7-1398-D3C6-733E-63FE860B96B0}"/>
          </ac:inkMkLst>
        </pc:inkChg>
        <pc:inkChg chg="add mod">
          <ac:chgData name="O'Connor, Jacqueline Antonia" userId="3b9bfa0c-75a1-427e-ae61-7069a76100c3" providerId="ADAL" clId="{8515B688-85A3-4F26-94E9-C96B7C17EB84}" dt="2022-06-22T21:28:43.974" v="307"/>
          <ac:inkMkLst>
            <pc:docMk/>
            <pc:sldMk cId="1495175939" sldId="260"/>
            <ac:inkMk id="4" creationId="{F2374E54-DE13-772C-BC58-140C4350F84A}"/>
          </ac:inkMkLst>
        </pc:inkChg>
        <pc:inkChg chg="add mod">
          <ac:chgData name="O'Connor, Jacqueline Antonia" userId="3b9bfa0c-75a1-427e-ae61-7069a76100c3" providerId="ADAL" clId="{8515B688-85A3-4F26-94E9-C96B7C17EB84}" dt="2022-06-22T21:28:43.974" v="307"/>
          <ac:inkMkLst>
            <pc:docMk/>
            <pc:sldMk cId="1495175939" sldId="260"/>
            <ac:inkMk id="5" creationId="{673F758A-9C76-216D-ED6D-7BF6EECDC468}"/>
          </ac:inkMkLst>
        </pc:inkChg>
        <pc:inkChg chg="add mod">
          <ac:chgData name="O'Connor, Jacqueline Antonia" userId="3b9bfa0c-75a1-427e-ae61-7069a76100c3" providerId="ADAL" clId="{8515B688-85A3-4F26-94E9-C96B7C17EB84}" dt="2022-06-22T21:28:43.974" v="307"/>
          <ac:inkMkLst>
            <pc:docMk/>
            <pc:sldMk cId="1495175939" sldId="260"/>
            <ac:inkMk id="6" creationId="{5848689B-EBB2-B25F-3944-1F4E2912CD11}"/>
          </ac:inkMkLst>
        </pc:inkChg>
        <pc:inkChg chg="add mod">
          <ac:chgData name="O'Connor, Jacqueline Antonia" userId="3b9bfa0c-75a1-427e-ae61-7069a76100c3" providerId="ADAL" clId="{8515B688-85A3-4F26-94E9-C96B7C17EB84}" dt="2022-06-22T21:28:43.974" v="307"/>
          <ac:inkMkLst>
            <pc:docMk/>
            <pc:sldMk cId="1495175939" sldId="260"/>
            <ac:inkMk id="7" creationId="{32719BA4-FC1C-F9F1-FF8B-36E8502DC58F}"/>
          </ac:inkMkLst>
        </pc:inkChg>
        <pc:inkChg chg="add mod">
          <ac:chgData name="O'Connor, Jacqueline Antonia" userId="3b9bfa0c-75a1-427e-ae61-7069a76100c3" providerId="ADAL" clId="{8515B688-85A3-4F26-94E9-C96B7C17EB84}" dt="2022-06-22T21:28:43.974" v="307"/>
          <ac:inkMkLst>
            <pc:docMk/>
            <pc:sldMk cId="1495175939" sldId="260"/>
            <ac:inkMk id="8" creationId="{C7335888-24B1-8592-8E6C-57837307D8C2}"/>
          </ac:inkMkLst>
        </pc:inkChg>
        <pc:inkChg chg="add mod">
          <ac:chgData name="O'Connor, Jacqueline Antonia" userId="3b9bfa0c-75a1-427e-ae61-7069a76100c3" providerId="ADAL" clId="{8515B688-85A3-4F26-94E9-C96B7C17EB84}" dt="2022-06-22T21:28:48.709" v="314"/>
          <ac:inkMkLst>
            <pc:docMk/>
            <pc:sldMk cId="1495175939" sldId="260"/>
            <ac:inkMk id="11" creationId="{372AC3EE-0D51-63FD-185E-D47DBBD1CEAC}"/>
          </ac:inkMkLst>
        </pc:inkChg>
        <pc:inkChg chg="add mod">
          <ac:chgData name="O'Connor, Jacqueline Antonia" userId="3b9bfa0c-75a1-427e-ae61-7069a76100c3" providerId="ADAL" clId="{8515B688-85A3-4F26-94E9-C96B7C17EB84}" dt="2022-06-22T21:28:48.709" v="314"/>
          <ac:inkMkLst>
            <pc:docMk/>
            <pc:sldMk cId="1495175939" sldId="260"/>
            <ac:inkMk id="12" creationId="{991DBC92-E181-0EAF-ED53-3F0206AB09F1}"/>
          </ac:inkMkLst>
        </pc:inkChg>
        <pc:inkChg chg="add mod">
          <ac:chgData name="O'Connor, Jacqueline Antonia" userId="3b9bfa0c-75a1-427e-ae61-7069a76100c3" providerId="ADAL" clId="{8515B688-85A3-4F26-94E9-C96B7C17EB84}" dt="2022-06-22T21:28:48.709" v="314"/>
          <ac:inkMkLst>
            <pc:docMk/>
            <pc:sldMk cId="1495175939" sldId="260"/>
            <ac:inkMk id="13" creationId="{28C1CA19-C0A3-693E-868E-56523D14FE24}"/>
          </ac:inkMkLst>
        </pc:inkChg>
        <pc:inkChg chg="add mod">
          <ac:chgData name="O'Connor, Jacqueline Antonia" userId="3b9bfa0c-75a1-427e-ae61-7069a76100c3" providerId="ADAL" clId="{8515B688-85A3-4F26-94E9-C96B7C17EB84}" dt="2022-06-22T21:28:48.709" v="314"/>
          <ac:inkMkLst>
            <pc:docMk/>
            <pc:sldMk cId="1495175939" sldId="260"/>
            <ac:inkMk id="14" creationId="{A4C5473C-4701-482B-040C-D5D703B6AFC4}"/>
          </ac:inkMkLst>
        </pc:inkChg>
        <pc:inkChg chg="add mod">
          <ac:chgData name="O'Connor, Jacqueline Antonia" userId="3b9bfa0c-75a1-427e-ae61-7069a76100c3" providerId="ADAL" clId="{8515B688-85A3-4F26-94E9-C96B7C17EB84}" dt="2022-06-22T21:28:48.709" v="314"/>
          <ac:inkMkLst>
            <pc:docMk/>
            <pc:sldMk cId="1495175939" sldId="260"/>
            <ac:inkMk id="15" creationId="{0E93CF3F-0D7F-45FB-CC1A-877745F59B7D}"/>
          </ac:inkMkLst>
        </pc:inkChg>
        <pc:inkChg chg="add mod">
          <ac:chgData name="O'Connor, Jacqueline Antonia" userId="3b9bfa0c-75a1-427e-ae61-7069a76100c3" providerId="ADAL" clId="{8515B688-85A3-4F26-94E9-C96B7C17EB84}" dt="2022-06-22T21:28:48.709" v="314"/>
          <ac:inkMkLst>
            <pc:docMk/>
            <pc:sldMk cId="1495175939" sldId="260"/>
            <ac:inkMk id="16" creationId="{91C114C2-9553-B6A1-207E-4EA28E8B1F6D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18" creationId="{13F0133D-56C9-607A-0E0A-7BF6DFE57B58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19" creationId="{30DDACA6-BE52-1D2F-8B9B-4CBE1ABBABDC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1" creationId="{A33E56A3-ED33-53E2-75B8-13CE60CED1B1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2" creationId="{60D9B7EA-62B8-419F-3A73-F70F00627DD4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3" creationId="{522B7481-4365-4EBA-B83F-45372997EDE3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4" creationId="{FE4C5BB0-3795-A0C3-C329-3FFBDA54B49D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5" creationId="{BF5C6A73-E596-30E6-0568-C7BEFC51D891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6" creationId="{0955B234-E1F6-DC42-069B-59393D5D2001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7" creationId="{D2BCED2B-9535-BF93-18E1-24BBDB885636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8" creationId="{861F3AF0-F903-3FD6-DA73-5251A5FA0C11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9" creationId="{CADB817D-62D5-7FC4-FADB-F03EB4CA813F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30" creationId="{BB48AECC-A51D-03AD-44A4-C48BC06092F6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31" creationId="{6018A54B-D0B5-1EAE-E612-7079F741252C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32" creationId="{3F6B93FB-8EE0-18C2-51D5-0648F3F5EAD2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33" creationId="{C4FF95B0-7634-B97F-742E-08B258091709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34" creationId="{17ED19E6-B8D0-585C-B378-2573306F7DF7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35" creationId="{571F5971-53B0-18AD-ABCF-3D1E4CDA3312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36" creationId="{5D37BCAA-6DAB-3E7C-99AE-ABE46A2C6164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37" creationId="{451FFCFF-D61F-5718-49C0-124B27605A3A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38" creationId="{F8DD7AEB-B150-25B5-4479-325EE51F53BB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39" creationId="{1EEE0B06-92BF-99C0-4C4B-F5B5BC3B3FF3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40" creationId="{1EE8EE26-119F-5FF9-9AE1-81D1110E9ADF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41" creationId="{1739F33E-5AAF-08AD-8D19-359186261D80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42" creationId="{1E016F76-14A6-B4F1-EF7D-F85141D300E8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47" creationId="{C10AEF10-7EDD-07A5-1CCC-7A21B5E4A5D2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48" creationId="{5D130BD3-03C2-D51F-05F7-84C4AB1E1BB6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50" creationId="{C1DC47ED-5E71-C723-A140-2964EA6A4799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51" creationId="{E8B7A4D6-F69E-BF79-007A-832BACE08B38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52" creationId="{9A7C532D-D487-6C99-8690-AAB748A36CE4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53" creationId="{0417C471-8F91-BC66-F592-A7F247A88128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54" creationId="{7CBF4D91-8E8D-DE93-5DA7-B94293A99CF2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55" creationId="{F7B50FFC-A01E-E961-B6BB-31DC6F5E29AE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56" creationId="{AADB33B2-2872-AF36-D158-3C1CC3D2809C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57" creationId="{E7765724-6DCA-2058-CD90-C9FEF8705641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58" creationId="{7BCC9121-84E2-A909-CD5A-0BFE1D059218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59" creationId="{3D386F7F-9140-9297-6937-20C3E6CDB9FC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60" creationId="{24E6825D-B4EA-D13E-E7D4-C1303386FDA0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61" creationId="{462BD2A6-0521-F744-8C6D-ED6A771AECB3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62" creationId="{499EBDD3-170C-A8F7-9F55-D60887F5FA73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63" creationId="{4D50170D-93AB-1F4D-6C04-DBAB801C0A39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64" creationId="{B47F4F1F-DD12-1ED5-BCC5-5D26881206E1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65" creationId="{DB2D331F-B128-ABA6-DC83-45F914482B33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66" creationId="{F9D854EB-834A-DD96-E22F-25C8920A0E24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67" creationId="{8D0EA86C-8292-A1CB-81C9-AA5F20490BAE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68" creationId="{44E489A6-A413-98B7-02D6-174E214A49FE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69" creationId="{A454B660-7E73-D8F4-0C5A-0761EE4BD3EF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70" creationId="{D4D3155A-CD08-726F-EC54-B83FED93AB5E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71" creationId="{EC7A2145-798D-A622-4814-D25924420468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72" creationId="{31F38145-2A2B-71AA-32DC-77FE09078AD9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73" creationId="{2F774B53-4A05-CCEC-BC86-B452203C7ED7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74" creationId="{02482E6F-F7E4-1376-6154-0B63CA4B1E77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75" creationId="{AB7E161B-F6D8-B420-A320-55F13BC8F4C7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76" creationId="{2BDAF616-8889-1C22-5A84-3637FE725788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77" creationId="{C08BF453-B720-88E2-1D58-9C14C18AC131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78" creationId="{F4DE4122-5F90-F7C8-C28D-28354DC79B8D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85" creationId="{493F854C-FD5F-6C18-6FBF-21FC505664B2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86" creationId="{AB955480-A14B-A4F1-F9CB-E031EED03EA9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87" creationId="{2545C6C6-EF17-BBDD-0633-82F63DE0D1B6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88" creationId="{1CB6CD73-91A9-6D3C-3AEA-60DCE9A63407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89" creationId="{FCCF14BF-5CC8-395B-743B-C9FD46974E39}"/>
          </ac:inkMkLst>
        </pc:inkChg>
        <pc:inkChg chg="add mod">
          <ac:chgData name="O'Connor, Jacqueline Antonia" userId="3b9bfa0c-75a1-427e-ae61-7069a76100c3" providerId="ADAL" clId="{8515B688-85A3-4F26-94E9-C96B7C17EB84}" dt="2022-06-22T21:31:10.146" v="384"/>
          <ac:inkMkLst>
            <pc:docMk/>
            <pc:sldMk cId="1495175939" sldId="260"/>
            <ac:inkMk id="92" creationId="{B2742B18-9C13-9840-2AE7-D63E61D1206F}"/>
          </ac:inkMkLst>
        </pc:inkChg>
        <pc:inkChg chg="add mod">
          <ac:chgData name="O'Connor, Jacqueline Antonia" userId="3b9bfa0c-75a1-427e-ae61-7069a76100c3" providerId="ADAL" clId="{8515B688-85A3-4F26-94E9-C96B7C17EB84}" dt="2022-06-22T21:31:10.146" v="384"/>
          <ac:inkMkLst>
            <pc:docMk/>
            <pc:sldMk cId="1495175939" sldId="260"/>
            <ac:inkMk id="93" creationId="{BFFA1362-B392-CF4C-FA02-9D3B3C7E3CAF}"/>
          </ac:inkMkLst>
        </pc:inkChg>
        <pc:inkChg chg="add mod">
          <ac:chgData name="O'Connor, Jacqueline Antonia" userId="3b9bfa0c-75a1-427e-ae61-7069a76100c3" providerId="ADAL" clId="{8515B688-85A3-4F26-94E9-C96B7C17EB84}" dt="2022-06-22T21:31:10.146" v="384"/>
          <ac:inkMkLst>
            <pc:docMk/>
            <pc:sldMk cId="1495175939" sldId="260"/>
            <ac:inkMk id="94" creationId="{4EFC76EF-E243-06FB-32C8-78C4006118FC}"/>
          </ac:inkMkLst>
        </pc:inkChg>
        <pc:inkChg chg="add mod">
          <ac:chgData name="O'Connor, Jacqueline Antonia" userId="3b9bfa0c-75a1-427e-ae61-7069a76100c3" providerId="ADAL" clId="{8515B688-85A3-4F26-94E9-C96B7C17EB84}" dt="2022-06-22T21:31:10.146" v="384"/>
          <ac:inkMkLst>
            <pc:docMk/>
            <pc:sldMk cId="1495175939" sldId="260"/>
            <ac:inkMk id="95" creationId="{770F131F-A66C-7C73-5880-640FBDBF93F7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97" creationId="{F45F20AE-54A3-0710-4187-AFC5D492DFEC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98" creationId="{180E5117-0B6A-FDD1-62B4-2512151F1ACD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99" creationId="{9C895B91-BF61-1CD2-BC07-74EB11AB17F1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100" creationId="{B1187E3E-9F17-D3DA-079C-0F1930B27F04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102" creationId="{466DAC83-198E-CFE7-241D-8C4416D100BC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103" creationId="{6DB6ECF4-7B93-CCC5-499F-07893CEB1173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104" creationId="{5E014CAA-22C8-CA18-8BBE-9268BEC22F3D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106" creationId="{8939CCC4-FD7C-94D8-6948-07E128574E87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107" creationId="{CB205DB7-D4DD-B754-47EE-0C92D7BA28ED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108" creationId="{EFF152C2-D6C4-7A07-7C73-9DFB43CE632C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109" creationId="{F965E1F1-8DAC-C033-F912-622E822E8081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110" creationId="{28D430B9-13AE-CC75-7ACB-8454E2B10CC9}"/>
          </ac:inkMkLst>
        </pc:inkChg>
        <pc:inkChg chg="add mod">
          <ac:chgData name="O'Connor, Jacqueline Antonia" userId="3b9bfa0c-75a1-427e-ae61-7069a76100c3" providerId="ADAL" clId="{8515B688-85A3-4F26-94E9-C96B7C17EB84}" dt="2022-06-22T21:31:41.736" v="413"/>
          <ac:inkMkLst>
            <pc:docMk/>
            <pc:sldMk cId="1495175939" sldId="260"/>
            <ac:inkMk id="112" creationId="{B0C787AD-42A6-088E-F71A-F92DE86BD874}"/>
          </ac:inkMkLst>
        </pc:inkChg>
        <pc:inkChg chg="add mod">
          <ac:chgData name="O'Connor, Jacqueline Antonia" userId="3b9bfa0c-75a1-427e-ae61-7069a76100c3" providerId="ADAL" clId="{8515B688-85A3-4F26-94E9-C96B7C17EB84}" dt="2022-06-22T21:31:41.736" v="413"/>
          <ac:inkMkLst>
            <pc:docMk/>
            <pc:sldMk cId="1495175939" sldId="260"/>
            <ac:inkMk id="113" creationId="{DDEE4667-ABA0-3529-B2C0-5FB9946BA13A}"/>
          </ac:inkMkLst>
        </pc:inkChg>
        <pc:inkChg chg="add mod">
          <ac:chgData name="O'Connor, Jacqueline Antonia" userId="3b9bfa0c-75a1-427e-ae61-7069a76100c3" providerId="ADAL" clId="{8515B688-85A3-4F26-94E9-C96B7C17EB84}" dt="2022-06-22T21:31:41.736" v="413"/>
          <ac:inkMkLst>
            <pc:docMk/>
            <pc:sldMk cId="1495175939" sldId="260"/>
            <ac:inkMk id="114" creationId="{7A8FAB14-746B-D5B4-8413-0977B0DA3BAF}"/>
          </ac:inkMkLst>
        </pc:inkChg>
        <pc:inkChg chg="add mod">
          <ac:chgData name="O'Connor, Jacqueline Antonia" userId="3b9bfa0c-75a1-427e-ae61-7069a76100c3" providerId="ADAL" clId="{8515B688-85A3-4F26-94E9-C96B7C17EB84}" dt="2022-06-22T21:31:41.736" v="413"/>
          <ac:inkMkLst>
            <pc:docMk/>
            <pc:sldMk cId="1495175939" sldId="260"/>
            <ac:inkMk id="115" creationId="{33C7B148-5200-0C65-43BA-F7E1C3C3CB17}"/>
          </ac:inkMkLst>
        </pc:inkChg>
        <pc:inkChg chg="add mod">
          <ac:chgData name="O'Connor, Jacqueline Antonia" userId="3b9bfa0c-75a1-427e-ae61-7069a76100c3" providerId="ADAL" clId="{8515B688-85A3-4F26-94E9-C96B7C17EB84}" dt="2022-06-22T21:31:41.736" v="413"/>
          <ac:inkMkLst>
            <pc:docMk/>
            <pc:sldMk cId="1495175939" sldId="260"/>
            <ac:inkMk id="116" creationId="{DCF38B4C-C7DA-8876-88C7-BF464976BB56}"/>
          </ac:inkMkLst>
        </pc:inkChg>
        <pc:inkChg chg="add mod">
          <ac:chgData name="O'Connor, Jacqueline Antonia" userId="3b9bfa0c-75a1-427e-ae61-7069a76100c3" providerId="ADAL" clId="{8515B688-85A3-4F26-94E9-C96B7C17EB84}" dt="2022-06-22T21:32:00.508" v="443"/>
          <ac:inkMkLst>
            <pc:docMk/>
            <pc:sldMk cId="1495175939" sldId="260"/>
            <ac:inkMk id="117" creationId="{84C98E3E-B422-941B-4BFD-31D42310CE39}"/>
          </ac:inkMkLst>
        </pc:inkChg>
        <pc:inkChg chg="add mod">
          <ac:chgData name="O'Connor, Jacqueline Antonia" userId="3b9bfa0c-75a1-427e-ae61-7069a76100c3" providerId="ADAL" clId="{8515B688-85A3-4F26-94E9-C96B7C17EB84}" dt="2022-06-22T21:32:00.508" v="443"/>
          <ac:inkMkLst>
            <pc:docMk/>
            <pc:sldMk cId="1495175939" sldId="260"/>
            <ac:inkMk id="118" creationId="{2330B666-8DB8-9105-D8E5-855820EFF333}"/>
          </ac:inkMkLst>
        </pc:inkChg>
        <pc:inkChg chg="add del mod">
          <ac:chgData name="O'Connor, Jacqueline Antonia" userId="3b9bfa0c-75a1-427e-ae61-7069a76100c3" providerId="ADAL" clId="{8515B688-85A3-4F26-94E9-C96B7C17EB84}" dt="2022-06-22T21:31:50.276" v="426"/>
          <ac:inkMkLst>
            <pc:docMk/>
            <pc:sldMk cId="1495175939" sldId="260"/>
            <ac:inkMk id="119" creationId="{64368856-53BF-8050-8906-0DD21C3F9F03}"/>
          </ac:inkMkLst>
        </pc:inkChg>
        <pc:inkChg chg="add del mod">
          <ac:chgData name="O'Connor, Jacqueline Antonia" userId="3b9bfa0c-75a1-427e-ae61-7069a76100c3" providerId="ADAL" clId="{8515B688-85A3-4F26-94E9-C96B7C17EB84}" dt="2022-06-22T21:31:50.276" v="427"/>
          <ac:inkMkLst>
            <pc:docMk/>
            <pc:sldMk cId="1495175939" sldId="260"/>
            <ac:inkMk id="120" creationId="{2D323E7E-510C-C675-7341-161FE5BDE479}"/>
          </ac:inkMkLst>
        </pc:inkChg>
        <pc:inkChg chg="add del mod">
          <ac:chgData name="O'Connor, Jacqueline Antonia" userId="3b9bfa0c-75a1-427e-ae61-7069a76100c3" providerId="ADAL" clId="{8515B688-85A3-4F26-94E9-C96B7C17EB84}" dt="2022-06-22T21:31:50.274" v="425"/>
          <ac:inkMkLst>
            <pc:docMk/>
            <pc:sldMk cId="1495175939" sldId="260"/>
            <ac:inkMk id="121" creationId="{AF098FB9-0C3E-A490-DC0F-5279DB7397CB}"/>
          </ac:inkMkLst>
        </pc:inkChg>
        <pc:inkChg chg="add del mod">
          <ac:chgData name="O'Connor, Jacqueline Antonia" userId="3b9bfa0c-75a1-427e-ae61-7069a76100c3" providerId="ADAL" clId="{8515B688-85A3-4F26-94E9-C96B7C17EB84}" dt="2022-06-22T21:31:50.273" v="424"/>
          <ac:inkMkLst>
            <pc:docMk/>
            <pc:sldMk cId="1495175939" sldId="260"/>
            <ac:inkMk id="122" creationId="{5D6A9FB3-7D90-B102-4F16-74E8EFEBACB5}"/>
          </ac:inkMkLst>
        </pc:inkChg>
        <pc:inkChg chg="add del mod">
          <ac:chgData name="O'Connor, Jacqueline Antonia" userId="3b9bfa0c-75a1-427e-ae61-7069a76100c3" providerId="ADAL" clId="{8515B688-85A3-4F26-94E9-C96B7C17EB84}" dt="2022-06-22T21:31:49.210" v="423"/>
          <ac:inkMkLst>
            <pc:docMk/>
            <pc:sldMk cId="1495175939" sldId="260"/>
            <ac:inkMk id="123" creationId="{0DAD6ADF-3B01-95F7-1215-AEE0758F33D3}"/>
          </ac:inkMkLst>
        </pc:inkChg>
        <pc:inkChg chg="add del mod">
          <ac:chgData name="O'Connor, Jacqueline Antonia" userId="3b9bfa0c-75a1-427e-ae61-7069a76100c3" providerId="ADAL" clId="{8515B688-85A3-4F26-94E9-C96B7C17EB84}" dt="2022-06-22T21:31:49.209" v="422"/>
          <ac:inkMkLst>
            <pc:docMk/>
            <pc:sldMk cId="1495175939" sldId="260"/>
            <ac:inkMk id="124" creationId="{D351D87A-4B82-5E29-16EF-3FA39C918B27}"/>
          </ac:inkMkLst>
        </pc:inkChg>
        <pc:inkChg chg="add">
          <ac:chgData name="O'Connor, Jacqueline Antonia" userId="3b9bfa0c-75a1-427e-ae61-7069a76100c3" providerId="ADAL" clId="{8515B688-85A3-4F26-94E9-C96B7C17EB84}" dt="2022-06-22T21:31:42.768" v="414" actId="9405"/>
          <ac:inkMkLst>
            <pc:docMk/>
            <pc:sldMk cId="1495175939" sldId="260"/>
            <ac:inkMk id="128" creationId="{CBF01FF9-093C-CF7F-EC76-2C98AC1132D2}"/>
          </ac:inkMkLst>
        </pc:inkChg>
        <pc:inkChg chg="add">
          <ac:chgData name="O'Connor, Jacqueline Antonia" userId="3b9bfa0c-75a1-427e-ae61-7069a76100c3" providerId="ADAL" clId="{8515B688-85A3-4F26-94E9-C96B7C17EB84}" dt="2022-06-22T21:31:43.178" v="415" actId="9405"/>
          <ac:inkMkLst>
            <pc:docMk/>
            <pc:sldMk cId="1495175939" sldId="260"/>
            <ac:inkMk id="129" creationId="{B9E99AB7-38C4-CD03-D460-574FD087F9C8}"/>
          </ac:inkMkLst>
        </pc:inkChg>
        <pc:inkChg chg="add mod">
          <ac:chgData name="O'Connor, Jacqueline Antonia" userId="3b9bfa0c-75a1-427e-ae61-7069a76100c3" providerId="ADAL" clId="{8515B688-85A3-4F26-94E9-C96B7C17EB84}" dt="2022-06-22T21:31:47.737" v="421"/>
          <ac:inkMkLst>
            <pc:docMk/>
            <pc:sldMk cId="1495175939" sldId="260"/>
            <ac:inkMk id="130" creationId="{97FCD45E-1D7F-A64E-C3E1-C276C15CE637}"/>
          </ac:inkMkLst>
        </pc:inkChg>
        <pc:inkChg chg="add mod">
          <ac:chgData name="O'Connor, Jacqueline Antonia" userId="3b9bfa0c-75a1-427e-ae61-7069a76100c3" providerId="ADAL" clId="{8515B688-85A3-4F26-94E9-C96B7C17EB84}" dt="2022-06-22T21:31:47.737" v="421"/>
          <ac:inkMkLst>
            <pc:docMk/>
            <pc:sldMk cId="1495175939" sldId="260"/>
            <ac:inkMk id="131" creationId="{289928EA-1B5A-082A-7315-3502FCE24882}"/>
          </ac:inkMkLst>
        </pc:inkChg>
        <pc:inkChg chg="add mod">
          <ac:chgData name="O'Connor, Jacqueline Antonia" userId="3b9bfa0c-75a1-427e-ae61-7069a76100c3" providerId="ADAL" clId="{8515B688-85A3-4F26-94E9-C96B7C17EB84}" dt="2022-06-22T21:31:47.737" v="421"/>
          <ac:inkMkLst>
            <pc:docMk/>
            <pc:sldMk cId="1495175939" sldId="260"/>
            <ac:inkMk id="132" creationId="{492948EE-D1F2-79BB-5B08-E7F147F9376A}"/>
          </ac:inkMkLst>
        </pc:inkChg>
        <pc:inkChg chg="add mod">
          <ac:chgData name="O'Connor, Jacqueline Antonia" userId="3b9bfa0c-75a1-427e-ae61-7069a76100c3" providerId="ADAL" clId="{8515B688-85A3-4F26-94E9-C96B7C17EB84}" dt="2022-06-22T21:31:47.737" v="421"/>
          <ac:inkMkLst>
            <pc:docMk/>
            <pc:sldMk cId="1495175939" sldId="260"/>
            <ac:inkMk id="133" creationId="{8E5F7D0C-FF40-BB9A-A380-4EF89A231179}"/>
          </ac:inkMkLst>
        </pc:inkChg>
        <pc:inkChg chg="add del">
          <ac:chgData name="O'Connor, Jacqueline Antonia" userId="3b9bfa0c-75a1-427e-ae61-7069a76100c3" providerId="ADAL" clId="{8515B688-85A3-4F26-94E9-C96B7C17EB84}" dt="2022-06-22T21:31:51.304" v="428"/>
          <ac:inkMkLst>
            <pc:docMk/>
            <pc:sldMk cId="1495175939" sldId="260"/>
            <ac:inkMk id="134" creationId="{CD007A70-729B-22B2-D48A-4B55A1025637}"/>
          </ac:inkMkLst>
        </pc:inkChg>
        <pc:inkChg chg="add mod">
          <ac:chgData name="O'Connor, Jacqueline Antonia" userId="3b9bfa0c-75a1-427e-ae61-7069a76100c3" providerId="ADAL" clId="{8515B688-85A3-4F26-94E9-C96B7C17EB84}" dt="2022-06-22T21:32:00.508" v="443"/>
          <ac:inkMkLst>
            <pc:docMk/>
            <pc:sldMk cId="1495175939" sldId="260"/>
            <ac:inkMk id="137" creationId="{9CC51D38-E067-00A6-8011-8DDB0FA4F8C1}"/>
          </ac:inkMkLst>
        </pc:inkChg>
        <pc:inkChg chg="add mod">
          <ac:chgData name="O'Connor, Jacqueline Antonia" userId="3b9bfa0c-75a1-427e-ae61-7069a76100c3" providerId="ADAL" clId="{8515B688-85A3-4F26-94E9-C96B7C17EB84}" dt="2022-06-22T21:32:00.508" v="443"/>
          <ac:inkMkLst>
            <pc:docMk/>
            <pc:sldMk cId="1495175939" sldId="260"/>
            <ac:inkMk id="138" creationId="{94959B4A-E221-90CE-40C1-3F60F76C13B7}"/>
          </ac:inkMkLst>
        </pc:inkChg>
        <pc:inkChg chg="add mod">
          <ac:chgData name="O'Connor, Jacqueline Antonia" userId="3b9bfa0c-75a1-427e-ae61-7069a76100c3" providerId="ADAL" clId="{8515B688-85A3-4F26-94E9-C96B7C17EB84}" dt="2022-06-22T21:32:00.508" v="443"/>
          <ac:inkMkLst>
            <pc:docMk/>
            <pc:sldMk cId="1495175939" sldId="260"/>
            <ac:inkMk id="139" creationId="{77C3D29A-C9E7-54D1-20FA-F96D35AFF9B9}"/>
          </ac:inkMkLst>
        </pc:inkChg>
        <pc:inkChg chg="add mod">
          <ac:chgData name="O'Connor, Jacqueline Antonia" userId="3b9bfa0c-75a1-427e-ae61-7069a76100c3" providerId="ADAL" clId="{8515B688-85A3-4F26-94E9-C96B7C17EB84}" dt="2022-06-22T21:32:00.508" v="443"/>
          <ac:inkMkLst>
            <pc:docMk/>
            <pc:sldMk cId="1495175939" sldId="260"/>
            <ac:inkMk id="140" creationId="{F83100A2-7CD4-FE7D-C42E-2BF09F8AC0D8}"/>
          </ac:inkMkLst>
        </pc:inkChg>
        <pc:inkChg chg="add mod">
          <ac:chgData name="O'Connor, Jacqueline Antonia" userId="3b9bfa0c-75a1-427e-ae61-7069a76100c3" providerId="ADAL" clId="{8515B688-85A3-4F26-94E9-C96B7C17EB84}" dt="2022-06-22T21:32:00.508" v="443"/>
          <ac:inkMkLst>
            <pc:docMk/>
            <pc:sldMk cId="1495175939" sldId="260"/>
            <ac:inkMk id="141" creationId="{AF430063-2EF7-C42E-F67B-260B0816CDBD}"/>
          </ac:inkMkLst>
        </pc:inkChg>
        <pc:inkChg chg="add mod">
          <ac:chgData name="O'Connor, Jacqueline Antonia" userId="3b9bfa0c-75a1-427e-ae61-7069a76100c3" providerId="ADAL" clId="{8515B688-85A3-4F26-94E9-C96B7C17EB84}" dt="2022-06-22T21:32:00.508" v="443"/>
          <ac:inkMkLst>
            <pc:docMk/>
            <pc:sldMk cId="1495175939" sldId="260"/>
            <ac:inkMk id="142" creationId="{BDDB7BC4-9C1F-5DB6-03FC-29EC3E2812B7}"/>
          </ac:inkMkLst>
        </pc:inkChg>
        <pc:inkChg chg="add mod">
          <ac:chgData name="O'Connor, Jacqueline Antonia" userId="3b9bfa0c-75a1-427e-ae61-7069a76100c3" providerId="ADAL" clId="{8515B688-85A3-4F26-94E9-C96B7C17EB84}" dt="2022-06-22T21:32:00.508" v="443"/>
          <ac:inkMkLst>
            <pc:docMk/>
            <pc:sldMk cId="1495175939" sldId="260"/>
            <ac:inkMk id="143" creationId="{8803E98A-10BE-C441-112B-DE33D8A34D10}"/>
          </ac:inkMkLst>
        </pc:inkChg>
        <pc:inkChg chg="add mod">
          <ac:chgData name="O'Connor, Jacqueline Antonia" userId="3b9bfa0c-75a1-427e-ae61-7069a76100c3" providerId="ADAL" clId="{8515B688-85A3-4F26-94E9-C96B7C17EB84}" dt="2022-06-22T21:32:00.508" v="443"/>
          <ac:inkMkLst>
            <pc:docMk/>
            <pc:sldMk cId="1495175939" sldId="260"/>
            <ac:inkMk id="144" creationId="{2C21ED71-B48D-4C92-9225-2BC90AB3C9E3}"/>
          </ac:inkMkLst>
        </pc:inkChg>
        <pc:inkChg chg="add mod">
          <ac:chgData name="O'Connor, Jacqueline Antonia" userId="3b9bfa0c-75a1-427e-ae61-7069a76100c3" providerId="ADAL" clId="{8515B688-85A3-4F26-94E9-C96B7C17EB84}" dt="2022-06-22T21:32:00.508" v="443"/>
          <ac:inkMkLst>
            <pc:docMk/>
            <pc:sldMk cId="1495175939" sldId="260"/>
            <ac:inkMk id="145" creationId="{64B0FF2D-7824-8577-756D-8BB443179C7A}"/>
          </ac:inkMkLst>
        </pc:inkChg>
        <pc:inkChg chg="add mod">
          <ac:chgData name="O'Connor, Jacqueline Antonia" userId="3b9bfa0c-75a1-427e-ae61-7069a76100c3" providerId="ADAL" clId="{8515B688-85A3-4F26-94E9-C96B7C17EB84}" dt="2022-06-22T21:32:00.508" v="443"/>
          <ac:inkMkLst>
            <pc:docMk/>
            <pc:sldMk cId="1495175939" sldId="260"/>
            <ac:inkMk id="146" creationId="{5069DCBE-2AC9-B55B-651B-4048336BD9FF}"/>
          </ac:inkMkLst>
        </pc:inkChg>
        <pc:inkChg chg="add mod">
          <ac:chgData name="O'Connor, Jacqueline Antonia" userId="3b9bfa0c-75a1-427e-ae61-7069a76100c3" providerId="ADAL" clId="{8515B688-85A3-4F26-94E9-C96B7C17EB84}" dt="2022-06-22T21:32:00.508" v="443"/>
          <ac:inkMkLst>
            <pc:docMk/>
            <pc:sldMk cId="1495175939" sldId="260"/>
            <ac:inkMk id="147" creationId="{B3F0B48E-44DF-5401-413E-12A06CC83E5A}"/>
          </ac:inkMkLst>
        </pc:inkChg>
        <pc:inkChg chg="add mod">
          <ac:chgData name="O'Connor, Jacqueline Antonia" userId="3b9bfa0c-75a1-427e-ae61-7069a76100c3" providerId="ADAL" clId="{8515B688-85A3-4F26-94E9-C96B7C17EB84}" dt="2022-06-22T21:32:00.508" v="443"/>
          <ac:inkMkLst>
            <pc:docMk/>
            <pc:sldMk cId="1495175939" sldId="260"/>
            <ac:inkMk id="148" creationId="{FB31FBB8-BF00-990E-3DE4-CD96F6F36669}"/>
          </ac:inkMkLst>
        </pc:inkChg>
        <pc:inkChg chg="add mod">
          <ac:chgData name="O'Connor, Jacqueline Antonia" userId="3b9bfa0c-75a1-427e-ae61-7069a76100c3" providerId="ADAL" clId="{8515B688-85A3-4F26-94E9-C96B7C17EB84}" dt="2022-06-22T21:32:00.508" v="443"/>
          <ac:inkMkLst>
            <pc:docMk/>
            <pc:sldMk cId="1495175939" sldId="260"/>
            <ac:inkMk id="149" creationId="{365AA8E3-666F-A2F9-0BDC-56438BBEC0EF}"/>
          </ac:inkMkLst>
        </pc:inkChg>
        <pc:inkChg chg="add mod">
          <ac:chgData name="O'Connor, Jacqueline Antonia" userId="3b9bfa0c-75a1-427e-ae61-7069a76100c3" providerId="ADAL" clId="{8515B688-85A3-4F26-94E9-C96B7C17EB84}" dt="2022-06-22T21:32:00.508" v="443"/>
          <ac:inkMkLst>
            <pc:docMk/>
            <pc:sldMk cId="1495175939" sldId="260"/>
            <ac:inkMk id="150" creationId="{20838982-1CF6-D6B3-0FC9-42333EE0C9AA}"/>
          </ac:inkMkLst>
        </pc:inkChg>
        <pc:inkChg chg="add mod">
          <ac:chgData name="O'Connor, Jacqueline Antonia" userId="3b9bfa0c-75a1-427e-ae61-7069a76100c3" providerId="ADAL" clId="{8515B688-85A3-4F26-94E9-C96B7C17EB84}" dt="2022-06-22T21:32:08.357" v="450"/>
          <ac:inkMkLst>
            <pc:docMk/>
            <pc:sldMk cId="1495175939" sldId="260"/>
            <ac:inkMk id="153" creationId="{4342B79B-8825-662E-AA48-9D6624D81BFD}"/>
          </ac:inkMkLst>
        </pc:inkChg>
        <pc:inkChg chg="add mod">
          <ac:chgData name="O'Connor, Jacqueline Antonia" userId="3b9bfa0c-75a1-427e-ae61-7069a76100c3" providerId="ADAL" clId="{8515B688-85A3-4F26-94E9-C96B7C17EB84}" dt="2022-06-22T21:32:08.357" v="450"/>
          <ac:inkMkLst>
            <pc:docMk/>
            <pc:sldMk cId="1495175939" sldId="260"/>
            <ac:inkMk id="154" creationId="{AE0FF645-180B-5DB1-4194-D3DAA8631D72}"/>
          </ac:inkMkLst>
        </pc:inkChg>
        <pc:inkChg chg="add mod">
          <ac:chgData name="O'Connor, Jacqueline Antonia" userId="3b9bfa0c-75a1-427e-ae61-7069a76100c3" providerId="ADAL" clId="{8515B688-85A3-4F26-94E9-C96B7C17EB84}" dt="2022-06-22T21:32:08.357" v="450"/>
          <ac:inkMkLst>
            <pc:docMk/>
            <pc:sldMk cId="1495175939" sldId="260"/>
            <ac:inkMk id="155" creationId="{4DEF5012-092D-9D96-743B-78C35A58BCE3}"/>
          </ac:inkMkLst>
        </pc:inkChg>
        <pc:inkChg chg="add mod">
          <ac:chgData name="O'Connor, Jacqueline Antonia" userId="3b9bfa0c-75a1-427e-ae61-7069a76100c3" providerId="ADAL" clId="{8515B688-85A3-4F26-94E9-C96B7C17EB84}" dt="2022-06-22T21:32:08.357" v="450"/>
          <ac:inkMkLst>
            <pc:docMk/>
            <pc:sldMk cId="1495175939" sldId="260"/>
            <ac:inkMk id="156" creationId="{90A2F6EB-CCDB-C422-B54F-55B2968FF291}"/>
          </ac:inkMkLst>
        </pc:inkChg>
        <pc:inkChg chg="add mod">
          <ac:chgData name="O'Connor, Jacqueline Antonia" userId="3b9bfa0c-75a1-427e-ae61-7069a76100c3" providerId="ADAL" clId="{8515B688-85A3-4F26-94E9-C96B7C17EB84}" dt="2022-06-22T21:32:08.357" v="450"/>
          <ac:inkMkLst>
            <pc:docMk/>
            <pc:sldMk cId="1495175939" sldId="260"/>
            <ac:inkMk id="157" creationId="{2BCD8054-71FF-EB63-8552-652D82E65B0C}"/>
          </ac:inkMkLst>
        </pc:inkChg>
        <pc:inkChg chg="add mod">
          <ac:chgData name="O'Connor, Jacqueline Antonia" userId="3b9bfa0c-75a1-427e-ae61-7069a76100c3" providerId="ADAL" clId="{8515B688-85A3-4F26-94E9-C96B7C17EB84}" dt="2022-06-22T21:32:08.357" v="450"/>
          <ac:inkMkLst>
            <pc:docMk/>
            <pc:sldMk cId="1495175939" sldId="260"/>
            <ac:inkMk id="158" creationId="{59DB8DDF-ECFB-F322-6644-F121BE661237}"/>
          </ac:inkMkLst>
        </pc:inkChg>
        <pc:inkChg chg="add mod">
          <ac:chgData name="O'Connor, Jacqueline Antonia" userId="3b9bfa0c-75a1-427e-ae61-7069a76100c3" providerId="ADAL" clId="{8515B688-85A3-4F26-94E9-C96B7C17EB84}" dt="2022-06-22T21:32:19.363" v="468"/>
          <ac:inkMkLst>
            <pc:docMk/>
            <pc:sldMk cId="1495175939" sldId="260"/>
            <ac:inkMk id="160" creationId="{97BECCF8-7294-2369-0298-CA895470C15E}"/>
          </ac:inkMkLst>
        </pc:inkChg>
        <pc:inkChg chg="add mod">
          <ac:chgData name="O'Connor, Jacqueline Antonia" userId="3b9bfa0c-75a1-427e-ae61-7069a76100c3" providerId="ADAL" clId="{8515B688-85A3-4F26-94E9-C96B7C17EB84}" dt="2022-06-22T21:32:19.363" v="468"/>
          <ac:inkMkLst>
            <pc:docMk/>
            <pc:sldMk cId="1495175939" sldId="260"/>
            <ac:inkMk id="161" creationId="{3D780E17-06EE-AB64-CD87-C638CBB43381}"/>
          </ac:inkMkLst>
        </pc:inkChg>
        <pc:inkChg chg="add mod">
          <ac:chgData name="O'Connor, Jacqueline Antonia" userId="3b9bfa0c-75a1-427e-ae61-7069a76100c3" providerId="ADAL" clId="{8515B688-85A3-4F26-94E9-C96B7C17EB84}" dt="2022-06-22T21:32:19.363" v="468"/>
          <ac:inkMkLst>
            <pc:docMk/>
            <pc:sldMk cId="1495175939" sldId="260"/>
            <ac:inkMk id="162" creationId="{3BC6FF99-FA65-8857-745A-C75EDAFA857B}"/>
          </ac:inkMkLst>
        </pc:inkChg>
        <pc:inkChg chg="add mod">
          <ac:chgData name="O'Connor, Jacqueline Antonia" userId="3b9bfa0c-75a1-427e-ae61-7069a76100c3" providerId="ADAL" clId="{8515B688-85A3-4F26-94E9-C96B7C17EB84}" dt="2022-06-22T21:32:19.363" v="468"/>
          <ac:inkMkLst>
            <pc:docMk/>
            <pc:sldMk cId="1495175939" sldId="260"/>
            <ac:inkMk id="163" creationId="{2A60139A-11E4-B9DA-DDDB-5EB9E888F96E}"/>
          </ac:inkMkLst>
        </pc:inkChg>
        <pc:inkChg chg="add mod">
          <ac:chgData name="O'Connor, Jacqueline Antonia" userId="3b9bfa0c-75a1-427e-ae61-7069a76100c3" providerId="ADAL" clId="{8515B688-85A3-4F26-94E9-C96B7C17EB84}" dt="2022-06-22T21:32:19.363" v="468"/>
          <ac:inkMkLst>
            <pc:docMk/>
            <pc:sldMk cId="1495175939" sldId="260"/>
            <ac:inkMk id="165" creationId="{FBD277A3-A374-5BCF-25EE-7EC69FDDC07A}"/>
          </ac:inkMkLst>
        </pc:inkChg>
        <pc:inkChg chg="add mod">
          <ac:chgData name="O'Connor, Jacqueline Antonia" userId="3b9bfa0c-75a1-427e-ae61-7069a76100c3" providerId="ADAL" clId="{8515B688-85A3-4F26-94E9-C96B7C17EB84}" dt="2022-06-22T21:32:19.363" v="468"/>
          <ac:inkMkLst>
            <pc:docMk/>
            <pc:sldMk cId="1495175939" sldId="260"/>
            <ac:inkMk id="166" creationId="{B8314E2C-9146-7195-34F1-02BE6259E95A}"/>
          </ac:inkMkLst>
        </pc:inkChg>
        <pc:inkChg chg="add mod">
          <ac:chgData name="O'Connor, Jacqueline Antonia" userId="3b9bfa0c-75a1-427e-ae61-7069a76100c3" providerId="ADAL" clId="{8515B688-85A3-4F26-94E9-C96B7C17EB84}" dt="2022-06-22T21:32:19.363" v="468"/>
          <ac:inkMkLst>
            <pc:docMk/>
            <pc:sldMk cId="1495175939" sldId="260"/>
            <ac:inkMk id="167" creationId="{33A01AA9-A34D-ACA8-6A32-FAF2DFE051DD}"/>
          </ac:inkMkLst>
        </pc:inkChg>
        <pc:inkChg chg="add mod">
          <ac:chgData name="O'Connor, Jacqueline Antonia" userId="3b9bfa0c-75a1-427e-ae61-7069a76100c3" providerId="ADAL" clId="{8515B688-85A3-4F26-94E9-C96B7C17EB84}" dt="2022-06-22T21:32:19.363" v="468"/>
          <ac:inkMkLst>
            <pc:docMk/>
            <pc:sldMk cId="1495175939" sldId="260"/>
            <ac:inkMk id="168" creationId="{B594A07A-B2F9-454F-A55E-1AF0252067E9}"/>
          </ac:inkMkLst>
        </pc:inkChg>
        <pc:inkChg chg="add mod">
          <ac:chgData name="O'Connor, Jacqueline Antonia" userId="3b9bfa0c-75a1-427e-ae61-7069a76100c3" providerId="ADAL" clId="{8515B688-85A3-4F26-94E9-C96B7C17EB84}" dt="2022-06-22T21:32:19.363" v="468"/>
          <ac:inkMkLst>
            <pc:docMk/>
            <pc:sldMk cId="1495175939" sldId="260"/>
            <ac:inkMk id="169" creationId="{82A10455-989E-13EF-706D-4358FF03AF84}"/>
          </ac:inkMkLst>
        </pc:inkChg>
        <pc:inkChg chg="add mod">
          <ac:chgData name="O'Connor, Jacqueline Antonia" userId="3b9bfa0c-75a1-427e-ae61-7069a76100c3" providerId="ADAL" clId="{8515B688-85A3-4F26-94E9-C96B7C17EB84}" dt="2022-06-22T21:32:19.363" v="468"/>
          <ac:inkMkLst>
            <pc:docMk/>
            <pc:sldMk cId="1495175939" sldId="260"/>
            <ac:inkMk id="170" creationId="{6AF2D083-C4EE-DA49-E8B6-2014A6E5C2CD}"/>
          </ac:inkMkLst>
        </pc:inkChg>
        <pc:inkChg chg="add mod">
          <ac:chgData name="O'Connor, Jacqueline Antonia" userId="3b9bfa0c-75a1-427e-ae61-7069a76100c3" providerId="ADAL" clId="{8515B688-85A3-4F26-94E9-C96B7C17EB84}" dt="2022-06-22T21:32:19.363" v="468"/>
          <ac:inkMkLst>
            <pc:docMk/>
            <pc:sldMk cId="1495175939" sldId="260"/>
            <ac:inkMk id="171" creationId="{E79D7007-BFC1-3C05-E51D-CFB61C593937}"/>
          </ac:inkMkLst>
        </pc:inkChg>
        <pc:inkChg chg="add mod">
          <ac:chgData name="O'Connor, Jacqueline Antonia" userId="3b9bfa0c-75a1-427e-ae61-7069a76100c3" providerId="ADAL" clId="{8515B688-85A3-4F26-94E9-C96B7C17EB84}" dt="2022-06-22T21:32:19.363" v="468"/>
          <ac:inkMkLst>
            <pc:docMk/>
            <pc:sldMk cId="1495175939" sldId="260"/>
            <ac:inkMk id="172" creationId="{E29B27DB-870B-FEDD-F36C-A21FD75E2C84}"/>
          </ac:inkMkLst>
        </pc:inkChg>
        <pc:inkChg chg="add mod">
          <ac:chgData name="O'Connor, Jacqueline Antonia" userId="3b9bfa0c-75a1-427e-ae61-7069a76100c3" providerId="ADAL" clId="{8515B688-85A3-4F26-94E9-C96B7C17EB84}" dt="2022-06-22T21:32:19.363" v="468"/>
          <ac:inkMkLst>
            <pc:docMk/>
            <pc:sldMk cId="1495175939" sldId="260"/>
            <ac:inkMk id="173" creationId="{316B1681-6D6F-73BC-FDE3-4953D8FDEDEA}"/>
          </ac:inkMkLst>
        </pc:inkChg>
        <pc:inkChg chg="add mod">
          <ac:chgData name="O'Connor, Jacqueline Antonia" userId="3b9bfa0c-75a1-427e-ae61-7069a76100c3" providerId="ADAL" clId="{8515B688-85A3-4F26-94E9-C96B7C17EB84}" dt="2022-06-22T21:32:19.363" v="468"/>
          <ac:inkMkLst>
            <pc:docMk/>
            <pc:sldMk cId="1495175939" sldId="260"/>
            <ac:inkMk id="174" creationId="{F0E8B3C3-5552-6363-92E7-F73462DE35DB}"/>
          </ac:inkMkLst>
        </pc:inkChg>
        <pc:inkChg chg="add mod">
          <ac:chgData name="O'Connor, Jacqueline Antonia" userId="3b9bfa0c-75a1-427e-ae61-7069a76100c3" providerId="ADAL" clId="{8515B688-85A3-4F26-94E9-C96B7C17EB84}" dt="2022-06-22T21:32:19.363" v="468"/>
          <ac:inkMkLst>
            <pc:docMk/>
            <pc:sldMk cId="1495175939" sldId="260"/>
            <ac:inkMk id="175" creationId="{E4D9BCC5-656D-B968-E27A-3944BD84FBF5}"/>
          </ac:inkMkLst>
        </pc:inkChg>
        <pc:inkChg chg="add mod">
          <ac:chgData name="O'Connor, Jacqueline Antonia" userId="3b9bfa0c-75a1-427e-ae61-7069a76100c3" providerId="ADAL" clId="{8515B688-85A3-4F26-94E9-C96B7C17EB84}" dt="2022-06-22T21:32:19.363" v="468"/>
          <ac:inkMkLst>
            <pc:docMk/>
            <pc:sldMk cId="1495175939" sldId="260"/>
            <ac:inkMk id="176" creationId="{F273FC32-1170-D90E-D782-004F8C9EBC66}"/>
          </ac:inkMkLst>
        </pc:inkChg>
        <pc:inkChg chg="add mod">
          <ac:chgData name="O'Connor, Jacqueline Antonia" userId="3b9bfa0c-75a1-427e-ae61-7069a76100c3" providerId="ADAL" clId="{8515B688-85A3-4F26-94E9-C96B7C17EB84}" dt="2022-06-22T21:32:37.042" v="501"/>
          <ac:inkMkLst>
            <pc:docMk/>
            <pc:sldMk cId="1495175939" sldId="260"/>
            <ac:inkMk id="178" creationId="{BA9F39B8-13C0-EDB8-6726-AFA4C4CEF2B3}"/>
          </ac:inkMkLst>
        </pc:inkChg>
        <pc:inkChg chg="add mod">
          <ac:chgData name="O'Connor, Jacqueline Antonia" userId="3b9bfa0c-75a1-427e-ae61-7069a76100c3" providerId="ADAL" clId="{8515B688-85A3-4F26-94E9-C96B7C17EB84}" dt="2022-06-22T21:32:37.042" v="501"/>
          <ac:inkMkLst>
            <pc:docMk/>
            <pc:sldMk cId="1495175939" sldId="260"/>
            <ac:inkMk id="179" creationId="{86F3D007-107F-D490-7A8B-F9145D3C7E31}"/>
          </ac:inkMkLst>
        </pc:inkChg>
        <pc:inkChg chg="add mod">
          <ac:chgData name="O'Connor, Jacqueline Antonia" userId="3b9bfa0c-75a1-427e-ae61-7069a76100c3" providerId="ADAL" clId="{8515B688-85A3-4F26-94E9-C96B7C17EB84}" dt="2022-06-22T21:32:37.042" v="501"/>
          <ac:inkMkLst>
            <pc:docMk/>
            <pc:sldMk cId="1495175939" sldId="260"/>
            <ac:inkMk id="180" creationId="{34D47A94-6030-3D0A-C925-FF29FB670BAD}"/>
          </ac:inkMkLst>
        </pc:inkChg>
        <pc:inkChg chg="add mod">
          <ac:chgData name="O'Connor, Jacqueline Antonia" userId="3b9bfa0c-75a1-427e-ae61-7069a76100c3" providerId="ADAL" clId="{8515B688-85A3-4F26-94E9-C96B7C17EB84}" dt="2022-06-22T21:32:37.042" v="501"/>
          <ac:inkMkLst>
            <pc:docMk/>
            <pc:sldMk cId="1495175939" sldId="260"/>
            <ac:inkMk id="181" creationId="{6D0C3C17-BB5F-256A-7A6C-E33C43A40277}"/>
          </ac:inkMkLst>
        </pc:inkChg>
        <pc:inkChg chg="add mod">
          <ac:chgData name="O'Connor, Jacqueline Antonia" userId="3b9bfa0c-75a1-427e-ae61-7069a76100c3" providerId="ADAL" clId="{8515B688-85A3-4F26-94E9-C96B7C17EB84}" dt="2022-06-22T21:32:37.042" v="501"/>
          <ac:inkMkLst>
            <pc:docMk/>
            <pc:sldMk cId="1495175939" sldId="260"/>
            <ac:inkMk id="182" creationId="{D72170F0-010E-85F1-4048-9993951F0349}"/>
          </ac:inkMkLst>
        </pc:inkChg>
        <pc:inkChg chg="add mod">
          <ac:chgData name="O'Connor, Jacqueline Antonia" userId="3b9bfa0c-75a1-427e-ae61-7069a76100c3" providerId="ADAL" clId="{8515B688-85A3-4F26-94E9-C96B7C17EB84}" dt="2022-06-22T21:32:37.042" v="501"/>
          <ac:inkMkLst>
            <pc:docMk/>
            <pc:sldMk cId="1495175939" sldId="260"/>
            <ac:inkMk id="183" creationId="{02E8B71C-5F87-76C2-48B7-6EB5C6E3DE22}"/>
          </ac:inkMkLst>
        </pc:inkChg>
        <pc:inkChg chg="add mod">
          <ac:chgData name="O'Connor, Jacqueline Antonia" userId="3b9bfa0c-75a1-427e-ae61-7069a76100c3" providerId="ADAL" clId="{8515B688-85A3-4F26-94E9-C96B7C17EB84}" dt="2022-06-22T21:32:37.042" v="501"/>
          <ac:inkMkLst>
            <pc:docMk/>
            <pc:sldMk cId="1495175939" sldId="260"/>
            <ac:inkMk id="184" creationId="{F5F8ECAD-8EDA-1418-9821-67EBDDF5310F}"/>
          </ac:inkMkLst>
        </pc:inkChg>
        <pc:inkChg chg="add mod">
          <ac:chgData name="O'Connor, Jacqueline Antonia" userId="3b9bfa0c-75a1-427e-ae61-7069a76100c3" providerId="ADAL" clId="{8515B688-85A3-4F26-94E9-C96B7C17EB84}" dt="2022-06-22T21:32:37.042" v="501"/>
          <ac:inkMkLst>
            <pc:docMk/>
            <pc:sldMk cId="1495175939" sldId="260"/>
            <ac:inkMk id="185" creationId="{A2D92898-465D-7948-31AD-D1D2518F380C}"/>
          </ac:inkMkLst>
        </pc:inkChg>
        <pc:inkChg chg="add mod">
          <ac:chgData name="O'Connor, Jacqueline Antonia" userId="3b9bfa0c-75a1-427e-ae61-7069a76100c3" providerId="ADAL" clId="{8515B688-85A3-4F26-94E9-C96B7C17EB84}" dt="2022-06-22T21:32:37.042" v="501"/>
          <ac:inkMkLst>
            <pc:docMk/>
            <pc:sldMk cId="1495175939" sldId="260"/>
            <ac:inkMk id="186" creationId="{AA514AB2-B972-D7EA-DEFF-4B4C3CD2DC52}"/>
          </ac:inkMkLst>
        </pc:inkChg>
        <pc:inkChg chg="add mod">
          <ac:chgData name="O'Connor, Jacqueline Antonia" userId="3b9bfa0c-75a1-427e-ae61-7069a76100c3" providerId="ADAL" clId="{8515B688-85A3-4F26-94E9-C96B7C17EB84}" dt="2022-06-22T21:32:37.042" v="501"/>
          <ac:inkMkLst>
            <pc:docMk/>
            <pc:sldMk cId="1495175939" sldId="260"/>
            <ac:inkMk id="187" creationId="{0A0F5103-F7D9-B80C-8615-78358390453D}"/>
          </ac:inkMkLst>
        </pc:inkChg>
        <pc:inkChg chg="add mod">
          <ac:chgData name="O'Connor, Jacqueline Antonia" userId="3b9bfa0c-75a1-427e-ae61-7069a76100c3" providerId="ADAL" clId="{8515B688-85A3-4F26-94E9-C96B7C17EB84}" dt="2022-06-22T21:32:37.042" v="501"/>
          <ac:inkMkLst>
            <pc:docMk/>
            <pc:sldMk cId="1495175939" sldId="260"/>
            <ac:inkMk id="188" creationId="{4B6F7775-5C22-36EA-67F0-75A9EDD809FB}"/>
          </ac:inkMkLst>
        </pc:inkChg>
        <pc:inkChg chg="add mod">
          <ac:chgData name="O'Connor, Jacqueline Antonia" userId="3b9bfa0c-75a1-427e-ae61-7069a76100c3" providerId="ADAL" clId="{8515B688-85A3-4F26-94E9-C96B7C17EB84}" dt="2022-06-22T21:32:37.042" v="501"/>
          <ac:inkMkLst>
            <pc:docMk/>
            <pc:sldMk cId="1495175939" sldId="260"/>
            <ac:inkMk id="189" creationId="{BB74D76F-1E41-5578-B1BA-34576088FE14}"/>
          </ac:inkMkLst>
        </pc:inkChg>
        <pc:inkChg chg="add mod">
          <ac:chgData name="O'Connor, Jacqueline Antonia" userId="3b9bfa0c-75a1-427e-ae61-7069a76100c3" providerId="ADAL" clId="{8515B688-85A3-4F26-94E9-C96B7C17EB84}" dt="2022-06-22T21:32:37.042" v="501"/>
          <ac:inkMkLst>
            <pc:docMk/>
            <pc:sldMk cId="1495175939" sldId="260"/>
            <ac:inkMk id="190" creationId="{2F4DF7F2-5595-EDA2-6769-E7E4E334FCA0}"/>
          </ac:inkMkLst>
        </pc:inkChg>
        <pc:inkChg chg="add mod">
          <ac:chgData name="O'Connor, Jacqueline Antonia" userId="3b9bfa0c-75a1-427e-ae61-7069a76100c3" providerId="ADAL" clId="{8515B688-85A3-4F26-94E9-C96B7C17EB84}" dt="2022-06-22T21:32:37.042" v="501"/>
          <ac:inkMkLst>
            <pc:docMk/>
            <pc:sldMk cId="1495175939" sldId="260"/>
            <ac:inkMk id="191" creationId="{C3EB68A3-1F81-692B-46A7-BF768F81AA36}"/>
          </ac:inkMkLst>
        </pc:inkChg>
        <pc:inkChg chg="add mod">
          <ac:chgData name="O'Connor, Jacqueline Antonia" userId="3b9bfa0c-75a1-427e-ae61-7069a76100c3" providerId="ADAL" clId="{8515B688-85A3-4F26-94E9-C96B7C17EB84}" dt="2022-06-22T21:32:37.042" v="501"/>
          <ac:inkMkLst>
            <pc:docMk/>
            <pc:sldMk cId="1495175939" sldId="260"/>
            <ac:inkMk id="192" creationId="{648E0BB2-5997-F9B8-D755-BCF6847B248C}"/>
          </ac:inkMkLst>
        </pc:inkChg>
        <pc:inkChg chg="add mod">
          <ac:chgData name="O'Connor, Jacqueline Antonia" userId="3b9bfa0c-75a1-427e-ae61-7069a76100c3" providerId="ADAL" clId="{8515B688-85A3-4F26-94E9-C96B7C17EB84}" dt="2022-06-22T21:32:37.042" v="501"/>
          <ac:inkMkLst>
            <pc:docMk/>
            <pc:sldMk cId="1495175939" sldId="260"/>
            <ac:inkMk id="193" creationId="{C19497B1-E4FD-72BF-A833-CB56C85E77CD}"/>
          </ac:inkMkLst>
        </pc:inkChg>
        <pc:inkChg chg="add">
          <ac:chgData name="O'Connor, Jacqueline Antonia" userId="3b9bfa0c-75a1-427e-ae61-7069a76100c3" providerId="ADAL" clId="{8515B688-85A3-4F26-94E9-C96B7C17EB84}" dt="2022-06-22T21:32:29.225" v="485" actId="9405"/>
          <ac:inkMkLst>
            <pc:docMk/>
            <pc:sldMk cId="1495175939" sldId="260"/>
            <ac:inkMk id="194" creationId="{10B32A36-5B4D-6BAE-7355-E6B24DED52B0}"/>
          </ac:inkMkLst>
        </pc:inkChg>
        <pc:inkChg chg="add mod">
          <ac:chgData name="O'Connor, Jacqueline Antonia" userId="3b9bfa0c-75a1-427e-ae61-7069a76100c3" providerId="ADAL" clId="{8515B688-85A3-4F26-94E9-C96B7C17EB84}" dt="2022-06-22T21:32:37.042" v="501"/>
          <ac:inkMkLst>
            <pc:docMk/>
            <pc:sldMk cId="1495175939" sldId="260"/>
            <ac:inkMk id="195" creationId="{3DDE2198-63AD-220F-4CC2-E9841CD0B9F1}"/>
          </ac:inkMkLst>
        </pc:inkChg>
        <pc:inkChg chg="add mod">
          <ac:chgData name="O'Connor, Jacqueline Antonia" userId="3b9bfa0c-75a1-427e-ae61-7069a76100c3" providerId="ADAL" clId="{8515B688-85A3-4F26-94E9-C96B7C17EB84}" dt="2022-06-22T21:32:37.042" v="501"/>
          <ac:inkMkLst>
            <pc:docMk/>
            <pc:sldMk cId="1495175939" sldId="260"/>
            <ac:inkMk id="196" creationId="{3083519F-FB72-B4AB-7268-F3B17F8C7355}"/>
          </ac:inkMkLst>
        </pc:inkChg>
        <pc:inkChg chg="add mod">
          <ac:chgData name="O'Connor, Jacqueline Antonia" userId="3b9bfa0c-75a1-427e-ae61-7069a76100c3" providerId="ADAL" clId="{8515B688-85A3-4F26-94E9-C96B7C17EB84}" dt="2022-06-22T21:32:37.042" v="501"/>
          <ac:inkMkLst>
            <pc:docMk/>
            <pc:sldMk cId="1495175939" sldId="260"/>
            <ac:inkMk id="197" creationId="{037043C6-CA18-2EE1-5341-E8097A405EEC}"/>
          </ac:inkMkLst>
        </pc:inkChg>
        <pc:inkChg chg="add mod">
          <ac:chgData name="O'Connor, Jacqueline Antonia" userId="3b9bfa0c-75a1-427e-ae61-7069a76100c3" providerId="ADAL" clId="{8515B688-85A3-4F26-94E9-C96B7C17EB84}" dt="2022-06-22T21:32:37.042" v="501"/>
          <ac:inkMkLst>
            <pc:docMk/>
            <pc:sldMk cId="1495175939" sldId="260"/>
            <ac:inkMk id="198" creationId="{5015E827-6723-B9A3-4315-BFBCAEAAF6C4}"/>
          </ac:inkMkLst>
        </pc:inkChg>
        <pc:inkChg chg="add mod">
          <ac:chgData name="O'Connor, Jacqueline Antonia" userId="3b9bfa0c-75a1-427e-ae61-7069a76100c3" providerId="ADAL" clId="{8515B688-85A3-4F26-94E9-C96B7C17EB84}" dt="2022-06-22T21:32:37.042" v="501"/>
          <ac:inkMkLst>
            <pc:docMk/>
            <pc:sldMk cId="1495175939" sldId="260"/>
            <ac:inkMk id="199" creationId="{606D81E4-4F07-EFCC-E036-5F5A088B2AC9}"/>
          </ac:inkMkLst>
        </pc:inkChg>
        <pc:inkChg chg="add mod">
          <ac:chgData name="O'Connor, Jacqueline Antonia" userId="3b9bfa0c-75a1-427e-ae61-7069a76100c3" providerId="ADAL" clId="{8515B688-85A3-4F26-94E9-C96B7C17EB84}" dt="2022-06-22T21:32:37.042" v="501"/>
          <ac:inkMkLst>
            <pc:docMk/>
            <pc:sldMk cId="1495175939" sldId="260"/>
            <ac:inkMk id="200" creationId="{67CB821F-E011-4CB3-5911-97038200493E}"/>
          </ac:inkMkLst>
        </pc:inkChg>
        <pc:inkChg chg="add mod">
          <ac:chgData name="O'Connor, Jacqueline Antonia" userId="3b9bfa0c-75a1-427e-ae61-7069a76100c3" providerId="ADAL" clId="{8515B688-85A3-4F26-94E9-C96B7C17EB84}" dt="2022-06-22T21:32:37.042" v="501"/>
          <ac:inkMkLst>
            <pc:docMk/>
            <pc:sldMk cId="1495175939" sldId="260"/>
            <ac:inkMk id="201" creationId="{F91C5A1E-8185-4EFF-A7D6-95C2E9D7885B}"/>
          </ac:inkMkLst>
        </pc:inkChg>
        <pc:inkChg chg="add mod">
          <ac:chgData name="O'Connor, Jacqueline Antonia" userId="3b9bfa0c-75a1-427e-ae61-7069a76100c3" providerId="ADAL" clId="{8515B688-85A3-4F26-94E9-C96B7C17EB84}" dt="2022-06-22T21:32:37.042" v="501"/>
          <ac:inkMkLst>
            <pc:docMk/>
            <pc:sldMk cId="1495175939" sldId="260"/>
            <ac:inkMk id="202" creationId="{940B2906-53EE-B774-C5FE-2A76A669F717}"/>
          </ac:inkMkLst>
        </pc:inkChg>
        <pc:inkChg chg="add mod">
          <ac:chgData name="O'Connor, Jacqueline Antonia" userId="3b9bfa0c-75a1-427e-ae61-7069a76100c3" providerId="ADAL" clId="{8515B688-85A3-4F26-94E9-C96B7C17EB84}" dt="2022-06-22T21:32:37.042" v="501"/>
          <ac:inkMkLst>
            <pc:docMk/>
            <pc:sldMk cId="1495175939" sldId="260"/>
            <ac:inkMk id="203" creationId="{023D8221-117F-3241-A154-CB5DA70A0FC9}"/>
          </ac:inkMkLst>
        </pc:inkChg>
        <pc:inkChg chg="add mod">
          <ac:chgData name="O'Connor, Jacqueline Antonia" userId="3b9bfa0c-75a1-427e-ae61-7069a76100c3" providerId="ADAL" clId="{8515B688-85A3-4F26-94E9-C96B7C17EB84}" dt="2022-06-22T21:32:37.042" v="501"/>
          <ac:inkMkLst>
            <pc:docMk/>
            <pc:sldMk cId="1495175939" sldId="260"/>
            <ac:inkMk id="204" creationId="{3C15BD30-8349-6971-8B3D-95305CDCA208}"/>
          </ac:inkMkLst>
        </pc:inkChg>
        <pc:inkChg chg="add mod">
          <ac:chgData name="O'Connor, Jacqueline Antonia" userId="3b9bfa0c-75a1-427e-ae61-7069a76100c3" providerId="ADAL" clId="{8515B688-85A3-4F26-94E9-C96B7C17EB84}" dt="2022-06-22T21:32:37.042" v="501"/>
          <ac:inkMkLst>
            <pc:docMk/>
            <pc:sldMk cId="1495175939" sldId="260"/>
            <ac:inkMk id="205" creationId="{3A89BD48-7625-ED40-6862-7F7E0A2AC237}"/>
          </ac:inkMkLst>
        </pc:inkChg>
        <pc:inkChg chg="add mod">
          <ac:chgData name="O'Connor, Jacqueline Antonia" userId="3b9bfa0c-75a1-427e-ae61-7069a76100c3" providerId="ADAL" clId="{8515B688-85A3-4F26-94E9-C96B7C17EB84}" dt="2022-06-22T21:32:37.042" v="501"/>
          <ac:inkMkLst>
            <pc:docMk/>
            <pc:sldMk cId="1495175939" sldId="260"/>
            <ac:inkMk id="206" creationId="{695E842E-2B32-0BE3-E451-4C19E55D5FDF}"/>
          </ac:inkMkLst>
        </pc:inkChg>
        <pc:inkChg chg="add mod">
          <ac:chgData name="O'Connor, Jacqueline Antonia" userId="3b9bfa0c-75a1-427e-ae61-7069a76100c3" providerId="ADAL" clId="{8515B688-85A3-4F26-94E9-C96B7C17EB84}" dt="2022-06-22T21:32:37.042" v="501"/>
          <ac:inkMkLst>
            <pc:docMk/>
            <pc:sldMk cId="1495175939" sldId="260"/>
            <ac:inkMk id="207" creationId="{565E24E7-0E15-DC43-38DD-D8450F00C8C1}"/>
          </ac:inkMkLst>
        </pc:inkChg>
        <pc:inkChg chg="add mod">
          <ac:chgData name="O'Connor, Jacqueline Antonia" userId="3b9bfa0c-75a1-427e-ae61-7069a76100c3" providerId="ADAL" clId="{8515B688-85A3-4F26-94E9-C96B7C17EB84}" dt="2022-06-22T21:32:37.042" v="501"/>
          <ac:inkMkLst>
            <pc:docMk/>
            <pc:sldMk cId="1495175939" sldId="260"/>
            <ac:inkMk id="208" creationId="{DD6F1B9F-58EA-711C-75F1-FF915709680B}"/>
          </ac:inkMkLst>
        </pc:inkChg>
        <pc:inkChg chg="add mod">
          <ac:chgData name="O'Connor, Jacqueline Antonia" userId="3b9bfa0c-75a1-427e-ae61-7069a76100c3" providerId="ADAL" clId="{8515B688-85A3-4F26-94E9-C96B7C17EB84}" dt="2022-06-22T21:32:37.042" v="501"/>
          <ac:inkMkLst>
            <pc:docMk/>
            <pc:sldMk cId="1495175939" sldId="260"/>
            <ac:inkMk id="209" creationId="{DFA5A147-DE56-43F6-45BA-6614712A0194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13" creationId="{64AB14E5-10A4-5E3A-4624-46AA7447982C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14" creationId="{C9A93397-0219-8C5B-2A48-D7DD05A57BF8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15" creationId="{3DE6CABE-FCE8-91FB-7389-2EE90231C236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16" creationId="{1901144B-0680-AB73-F933-03F8A49AB838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17" creationId="{AC547789-1135-52F3-72DA-B34A9A808B60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18" creationId="{2E9A4E38-B47F-4E7F-CC1E-1C9FE4F79737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19" creationId="{0EEBB800-5977-F25B-157A-EC21EEE166F6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20" creationId="{7EC3C62A-A7EA-C429-31F8-2EFDF33696AE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22" creationId="{A8D6ECCD-2321-7159-FB43-944E29591361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23" creationId="{64938230-3757-C943-DAE5-5ADD8158AC00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24" creationId="{46C49210-0F92-33A8-6DE6-8CA3EE058147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25" creationId="{E12DE603-2A09-D15C-BAA7-EE5C99696063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27" creationId="{6E50B40D-1D76-2551-AAE4-4AE69CB4D74F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28" creationId="{1A85E415-926A-2920-5D47-4344FE7DBAD7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29" creationId="{97871FAB-97CF-136A-3D5A-6458F88FF85F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30" creationId="{3D041EC4-DDE7-B8D2-BF6D-D75E743E6C55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31" creationId="{53660C34-6143-8290-5DE9-25488D9E5040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32" creationId="{088FCE29-BABA-A0C9-A6A7-C8A3F379A083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33" creationId="{EE1F6D3F-4191-D361-FF58-FAA195BE63F3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34" creationId="{4C0B801D-84C8-FC76-3A02-F6E661743271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35" creationId="{463E1D13-1FA1-B5C3-62A4-AB70623EFF66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36" creationId="{82352A7D-7E4A-A057-3BF3-B2B05A9957D4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37" creationId="{EC77D8B2-425F-B8ED-0804-150937E3DB90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38" creationId="{7405FDEB-27D2-FE98-98BF-3BD69CFFAFF6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39" creationId="{3C659157-C684-9C8A-DA8E-7AA99BAC7C5A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40" creationId="{BD7295AA-4A2E-8B38-48E7-61FB197F31FD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45" creationId="{96451DEA-89B7-6FA4-E232-B4D493314978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46" creationId="{F24252ED-8813-104D-A0EE-D21336A27EAB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47" creationId="{44E8E40F-40DF-36B1-D89D-8AF4A2795124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48" creationId="{5E8FB3E2-0BCC-D3A5-3286-D2127801EE2E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49" creationId="{B0526F56-7553-92D9-8340-9418DE2D0D6F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50" creationId="{1F29B901-C36D-56F0-3633-099B708FD298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51" creationId="{388F3C26-B215-A5B8-5C4E-D6982E8A4EAA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52" creationId="{F2295522-A072-5ED3-094C-13BFDAE7680B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53" creationId="{5C020DF4-61BD-660D-08AC-735595171AF9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54" creationId="{02F20738-0913-85C3-81B7-62042770DA84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55" creationId="{ED957842-D645-73C4-8F26-18EE83F17FEC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56" creationId="{5E1A5D3F-9FD4-6970-BC59-3BB5D5036F14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57" creationId="{A14EE08E-1932-EAF4-3247-BF8B2DB47E4E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58" creationId="{A9087DBC-080D-5D82-9A0E-8628D380D5F3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59" creationId="{AFA15D00-52EE-FAC2-2994-758C432FD01F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63" creationId="{D609E198-C42D-719E-B81D-43C9A591C9F9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64" creationId="{87E93E62-BCD5-0EE1-80CC-18BD87B08D65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66" creationId="{F1A43A93-C541-BE57-8FC2-BA9E25EF8329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67" creationId="{0232DF26-3872-B3E6-A654-AC456CECF183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68" creationId="{FC819A58-16A8-318C-8A90-A9314FDE36EB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69" creationId="{82FECC2D-B2F6-E156-643C-10A1C3D3C520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70" creationId="{30695911-F91A-FB01-9896-C23E64F46860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71" creationId="{6D7DD245-4550-89F1-DA3B-D1AED622333B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272" creationId="{77C988E1-3B73-C18F-9874-9759D642DD3A}"/>
          </ac:inkMkLst>
        </pc:inkChg>
        <pc:inkChg chg="add mod">
          <ac:chgData name="O'Connor, Jacqueline Antonia" userId="3b9bfa0c-75a1-427e-ae61-7069a76100c3" providerId="ADAL" clId="{8515B688-85A3-4F26-94E9-C96B7C17EB84}" dt="2022-06-22T21:36:01.383" v="584"/>
          <ac:inkMkLst>
            <pc:docMk/>
            <pc:sldMk cId="1495175939" sldId="260"/>
            <ac:inkMk id="274" creationId="{61657526-E8E0-3393-62E6-729BF43BFCF5}"/>
          </ac:inkMkLst>
        </pc:inkChg>
        <pc:inkChg chg="add mod">
          <ac:chgData name="O'Connor, Jacqueline Antonia" userId="3b9bfa0c-75a1-427e-ae61-7069a76100c3" providerId="ADAL" clId="{8515B688-85A3-4F26-94E9-C96B7C17EB84}" dt="2022-06-22T21:36:01.383" v="584"/>
          <ac:inkMkLst>
            <pc:docMk/>
            <pc:sldMk cId="1495175939" sldId="260"/>
            <ac:inkMk id="275" creationId="{86E06B71-CF2F-AB54-B2B4-3C74543C6A5E}"/>
          </ac:inkMkLst>
        </pc:inkChg>
        <pc:inkChg chg="add mod">
          <ac:chgData name="O'Connor, Jacqueline Antonia" userId="3b9bfa0c-75a1-427e-ae61-7069a76100c3" providerId="ADAL" clId="{8515B688-85A3-4F26-94E9-C96B7C17EB84}" dt="2022-06-22T21:36:01.383" v="584"/>
          <ac:inkMkLst>
            <pc:docMk/>
            <pc:sldMk cId="1495175939" sldId="260"/>
            <ac:inkMk id="276" creationId="{2D070F47-5546-4CC4-A390-8EC0B0423903}"/>
          </ac:inkMkLst>
        </pc:inkChg>
        <pc:inkChg chg="add mod">
          <ac:chgData name="O'Connor, Jacqueline Antonia" userId="3b9bfa0c-75a1-427e-ae61-7069a76100c3" providerId="ADAL" clId="{8515B688-85A3-4F26-94E9-C96B7C17EB84}" dt="2022-06-22T21:36:01.383" v="584"/>
          <ac:inkMkLst>
            <pc:docMk/>
            <pc:sldMk cId="1495175939" sldId="260"/>
            <ac:inkMk id="277" creationId="{77D97B2B-463A-D98B-881C-B0A4EF14C45B}"/>
          </ac:inkMkLst>
        </pc:inkChg>
        <pc:inkChg chg="add mod">
          <ac:chgData name="O'Connor, Jacqueline Antonia" userId="3b9bfa0c-75a1-427e-ae61-7069a76100c3" providerId="ADAL" clId="{8515B688-85A3-4F26-94E9-C96B7C17EB84}" dt="2022-06-22T21:36:01.383" v="584"/>
          <ac:inkMkLst>
            <pc:docMk/>
            <pc:sldMk cId="1495175939" sldId="260"/>
            <ac:inkMk id="278" creationId="{1E76D39B-9E72-031F-F94B-A216125B9D59}"/>
          </ac:inkMkLst>
        </pc:inkChg>
        <pc:inkChg chg="add mod">
          <ac:chgData name="O'Connor, Jacqueline Antonia" userId="3b9bfa0c-75a1-427e-ae61-7069a76100c3" providerId="ADAL" clId="{8515B688-85A3-4F26-94E9-C96B7C17EB84}" dt="2022-06-22T21:36:01.383" v="584"/>
          <ac:inkMkLst>
            <pc:docMk/>
            <pc:sldMk cId="1495175939" sldId="260"/>
            <ac:inkMk id="279" creationId="{8AF6F69C-64BE-AAFA-C5C5-304376463C2B}"/>
          </ac:inkMkLst>
        </pc:inkChg>
        <pc:inkChg chg="add mod">
          <ac:chgData name="O'Connor, Jacqueline Antonia" userId="3b9bfa0c-75a1-427e-ae61-7069a76100c3" providerId="ADAL" clId="{8515B688-85A3-4F26-94E9-C96B7C17EB84}" dt="2022-06-22T21:36:01.383" v="584"/>
          <ac:inkMkLst>
            <pc:docMk/>
            <pc:sldMk cId="1495175939" sldId="260"/>
            <ac:inkMk id="280" creationId="{320A9259-0543-DE12-48AE-9A3DCFAC3859}"/>
          </ac:inkMkLst>
        </pc:inkChg>
        <pc:inkChg chg="add mod">
          <ac:chgData name="O'Connor, Jacqueline Antonia" userId="3b9bfa0c-75a1-427e-ae61-7069a76100c3" providerId="ADAL" clId="{8515B688-85A3-4F26-94E9-C96B7C17EB84}" dt="2022-06-22T21:36:01.383" v="584"/>
          <ac:inkMkLst>
            <pc:docMk/>
            <pc:sldMk cId="1495175939" sldId="260"/>
            <ac:inkMk id="281" creationId="{F48D3AA8-8E55-CCAD-8DC9-AEDF5B535189}"/>
          </ac:inkMkLst>
        </pc:inkChg>
        <pc:inkChg chg="add mod">
          <ac:chgData name="O'Connor, Jacqueline Antonia" userId="3b9bfa0c-75a1-427e-ae61-7069a76100c3" providerId="ADAL" clId="{8515B688-85A3-4F26-94E9-C96B7C17EB84}" dt="2022-06-22T21:35:47.413" v="574"/>
          <ac:inkMkLst>
            <pc:docMk/>
            <pc:sldMk cId="1495175939" sldId="260"/>
            <ac:inkMk id="283" creationId="{6E998CD2-62C4-9060-54AE-8F7917BAD22A}"/>
          </ac:inkMkLst>
        </pc:inkChg>
        <pc:inkChg chg="add mod">
          <ac:chgData name="O'Connor, Jacqueline Antonia" userId="3b9bfa0c-75a1-427e-ae61-7069a76100c3" providerId="ADAL" clId="{8515B688-85A3-4F26-94E9-C96B7C17EB84}" dt="2022-06-22T21:35:47.413" v="574"/>
          <ac:inkMkLst>
            <pc:docMk/>
            <pc:sldMk cId="1495175939" sldId="260"/>
            <ac:inkMk id="284" creationId="{6BAB070B-0FD0-5DE7-6BA3-05E6690F48CF}"/>
          </ac:inkMkLst>
        </pc:inkChg>
        <pc:inkChg chg="add mod">
          <ac:chgData name="O'Connor, Jacqueline Antonia" userId="3b9bfa0c-75a1-427e-ae61-7069a76100c3" providerId="ADAL" clId="{8515B688-85A3-4F26-94E9-C96B7C17EB84}" dt="2022-06-22T21:35:47.413" v="574"/>
          <ac:inkMkLst>
            <pc:docMk/>
            <pc:sldMk cId="1495175939" sldId="260"/>
            <ac:inkMk id="285" creationId="{05D04481-8893-68D7-30D9-DB18D0B3F122}"/>
          </ac:inkMkLst>
        </pc:inkChg>
        <pc:inkChg chg="add mod">
          <ac:chgData name="O'Connor, Jacqueline Antonia" userId="3b9bfa0c-75a1-427e-ae61-7069a76100c3" providerId="ADAL" clId="{8515B688-85A3-4F26-94E9-C96B7C17EB84}" dt="2022-06-22T21:35:47.413" v="574"/>
          <ac:inkMkLst>
            <pc:docMk/>
            <pc:sldMk cId="1495175939" sldId="260"/>
            <ac:inkMk id="286" creationId="{4AB7E5F2-67F5-0A03-F6A6-05647025F68F}"/>
          </ac:inkMkLst>
        </pc:inkChg>
        <pc:inkChg chg="add mod">
          <ac:chgData name="O'Connor, Jacqueline Antonia" userId="3b9bfa0c-75a1-427e-ae61-7069a76100c3" providerId="ADAL" clId="{8515B688-85A3-4F26-94E9-C96B7C17EB84}" dt="2022-06-22T21:35:47.413" v="574"/>
          <ac:inkMkLst>
            <pc:docMk/>
            <pc:sldMk cId="1495175939" sldId="260"/>
            <ac:inkMk id="287" creationId="{5EA3B94B-4022-CD7D-E526-6CF422DB1CC7}"/>
          </ac:inkMkLst>
        </pc:inkChg>
        <pc:inkChg chg="add mod">
          <ac:chgData name="O'Connor, Jacqueline Antonia" userId="3b9bfa0c-75a1-427e-ae61-7069a76100c3" providerId="ADAL" clId="{8515B688-85A3-4F26-94E9-C96B7C17EB84}" dt="2022-06-22T21:35:47.413" v="574"/>
          <ac:inkMkLst>
            <pc:docMk/>
            <pc:sldMk cId="1495175939" sldId="260"/>
            <ac:inkMk id="288" creationId="{CF80829E-E070-872C-1189-79D36656FDC1}"/>
          </ac:inkMkLst>
        </pc:inkChg>
        <pc:inkChg chg="add mod">
          <ac:chgData name="O'Connor, Jacqueline Antonia" userId="3b9bfa0c-75a1-427e-ae61-7069a76100c3" providerId="ADAL" clId="{8515B688-85A3-4F26-94E9-C96B7C17EB84}" dt="2022-06-22T21:35:47.413" v="574"/>
          <ac:inkMkLst>
            <pc:docMk/>
            <pc:sldMk cId="1495175939" sldId="260"/>
            <ac:inkMk id="289" creationId="{2FE576E1-48EB-A28F-11C3-2D8283367A0B}"/>
          </ac:inkMkLst>
        </pc:inkChg>
        <pc:inkChg chg="add mod">
          <ac:chgData name="O'Connor, Jacqueline Antonia" userId="3b9bfa0c-75a1-427e-ae61-7069a76100c3" providerId="ADAL" clId="{8515B688-85A3-4F26-94E9-C96B7C17EB84}" dt="2022-06-22T21:36:00.085" v="582"/>
          <ac:inkMkLst>
            <pc:docMk/>
            <pc:sldMk cId="1495175939" sldId="260"/>
            <ac:inkMk id="291" creationId="{DF52E422-6A86-57EC-8434-03778381CEC0}"/>
          </ac:inkMkLst>
        </pc:inkChg>
        <pc:inkChg chg="add mod">
          <ac:chgData name="O'Connor, Jacqueline Antonia" userId="3b9bfa0c-75a1-427e-ae61-7069a76100c3" providerId="ADAL" clId="{8515B688-85A3-4F26-94E9-C96B7C17EB84}" dt="2022-06-22T21:36:00.085" v="582"/>
          <ac:inkMkLst>
            <pc:docMk/>
            <pc:sldMk cId="1495175939" sldId="260"/>
            <ac:inkMk id="292" creationId="{21FDCB63-C10B-2629-E66C-E9345ED0BE58}"/>
          </ac:inkMkLst>
        </pc:inkChg>
        <pc:inkChg chg="add mod">
          <ac:chgData name="O'Connor, Jacqueline Antonia" userId="3b9bfa0c-75a1-427e-ae61-7069a76100c3" providerId="ADAL" clId="{8515B688-85A3-4F26-94E9-C96B7C17EB84}" dt="2022-06-22T21:36:00.085" v="582"/>
          <ac:inkMkLst>
            <pc:docMk/>
            <pc:sldMk cId="1495175939" sldId="260"/>
            <ac:inkMk id="293" creationId="{A67B3559-7345-7661-FEEE-A721A5E1921E}"/>
          </ac:inkMkLst>
        </pc:inkChg>
        <pc:inkChg chg="add mod">
          <ac:chgData name="O'Connor, Jacqueline Antonia" userId="3b9bfa0c-75a1-427e-ae61-7069a76100c3" providerId="ADAL" clId="{8515B688-85A3-4F26-94E9-C96B7C17EB84}" dt="2022-06-22T21:36:00.085" v="582"/>
          <ac:inkMkLst>
            <pc:docMk/>
            <pc:sldMk cId="1495175939" sldId="260"/>
            <ac:inkMk id="294" creationId="{FA8B0B48-88F2-05CB-09F5-7BF9A8DEBA7A}"/>
          </ac:inkMkLst>
        </pc:inkChg>
        <pc:inkChg chg="add mod">
          <ac:chgData name="O'Connor, Jacqueline Antonia" userId="3b9bfa0c-75a1-427e-ae61-7069a76100c3" providerId="ADAL" clId="{8515B688-85A3-4F26-94E9-C96B7C17EB84}" dt="2022-06-22T21:36:00.085" v="582"/>
          <ac:inkMkLst>
            <pc:docMk/>
            <pc:sldMk cId="1495175939" sldId="260"/>
            <ac:inkMk id="295" creationId="{2EB43850-860E-43C4-FB9D-412C99AC4009}"/>
          </ac:inkMkLst>
        </pc:inkChg>
        <pc:inkChg chg="add mod">
          <ac:chgData name="O'Connor, Jacqueline Antonia" userId="3b9bfa0c-75a1-427e-ae61-7069a76100c3" providerId="ADAL" clId="{8515B688-85A3-4F26-94E9-C96B7C17EB84}" dt="2022-06-22T21:36:00.085" v="582"/>
          <ac:inkMkLst>
            <pc:docMk/>
            <pc:sldMk cId="1495175939" sldId="260"/>
            <ac:inkMk id="296" creationId="{8EBD9DF6-9461-5A51-C83F-CBE8DC780146}"/>
          </ac:inkMkLst>
        </pc:inkChg>
        <pc:inkChg chg="add mod">
          <ac:chgData name="O'Connor, Jacqueline Antonia" userId="3b9bfa0c-75a1-427e-ae61-7069a76100c3" providerId="ADAL" clId="{8515B688-85A3-4F26-94E9-C96B7C17EB84}" dt="2022-06-22T21:36:00.085" v="582"/>
          <ac:inkMkLst>
            <pc:docMk/>
            <pc:sldMk cId="1495175939" sldId="260"/>
            <ac:inkMk id="297" creationId="{0CC3E52E-76BB-82C7-BF20-09FC0A8448AF}"/>
          </ac:inkMkLst>
        </pc:inkChg>
        <pc:inkChg chg="add mod">
          <ac:chgData name="O'Connor, Jacqueline Antonia" userId="3b9bfa0c-75a1-427e-ae61-7069a76100c3" providerId="ADAL" clId="{8515B688-85A3-4F26-94E9-C96B7C17EB84}" dt="2022-06-22T21:36:01.383" v="584"/>
          <ac:inkMkLst>
            <pc:docMk/>
            <pc:sldMk cId="1495175939" sldId="260"/>
            <ac:inkMk id="299" creationId="{580ECD6A-CB88-54E4-6163-61C223381A67}"/>
          </ac:inkMkLst>
        </pc:inkChg>
        <pc:inkChg chg="add">
          <ac:chgData name="O'Connor, Jacqueline Antonia" userId="3b9bfa0c-75a1-427e-ae61-7069a76100c3" providerId="ADAL" clId="{8515B688-85A3-4F26-94E9-C96B7C17EB84}" dt="2022-06-22T21:36:15.823" v="585" actId="9405"/>
          <ac:inkMkLst>
            <pc:docMk/>
            <pc:sldMk cId="1495175939" sldId="260"/>
            <ac:inkMk id="301" creationId="{0E08EBBC-39D0-A96E-AD19-05B6B5AE7849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302" creationId="{9C4B07FE-4DFE-79C4-2E86-96CB3DDCB700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303" creationId="{8D985052-532B-FAA5-2FAC-B93C703BEF60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305" creationId="{84C1F227-8CEE-037C-97E4-05E484F2890F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306" creationId="{4E9D489E-4CD8-DC7A-41A1-481FF97D8776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308" creationId="{42F602F7-C659-1F16-92CE-3D6A48B8EE10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309" creationId="{CC2678A5-CDCF-F30B-29DC-02DBBB158092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310" creationId="{D5B3C8FF-8ADA-71C9-1DFD-25E63E31EF81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312" creationId="{9423560D-2B84-5AE9-011D-9B0FE01FCCFB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313" creationId="{1CEB7EE7-ACDD-A044-0003-293DDBD5C461}"/>
          </ac:inkMkLst>
        </pc:inkChg>
        <pc:inkChg chg="add mod">
          <ac:chgData name="O'Connor, Jacqueline Antonia" userId="3b9bfa0c-75a1-427e-ae61-7069a76100c3" providerId="ADAL" clId="{8515B688-85A3-4F26-94E9-C96B7C17EB84}" dt="2022-06-22T21:36:36.033" v="599"/>
          <ac:inkMkLst>
            <pc:docMk/>
            <pc:sldMk cId="1495175939" sldId="260"/>
            <ac:inkMk id="314" creationId="{36C5BC7F-188B-82D4-2C7D-76416965919F}"/>
          </ac:inkMkLst>
        </pc:inkChg>
        <pc:inkChg chg="add">
          <ac:chgData name="O'Connor, Jacqueline Antonia" userId="3b9bfa0c-75a1-427e-ae61-7069a76100c3" providerId="ADAL" clId="{8515B688-85A3-4F26-94E9-C96B7C17EB84}" dt="2022-06-22T21:36:37.012" v="600" actId="9405"/>
          <ac:inkMkLst>
            <pc:docMk/>
            <pc:sldMk cId="1495175939" sldId="260"/>
            <ac:inkMk id="316" creationId="{A205FA11-CF85-1DB7-8DA3-E772C52F1A74}"/>
          </ac:inkMkLst>
        </pc:inkChg>
        <pc:inkChg chg="add mod">
          <ac:chgData name="O'Connor, Jacqueline Antonia" userId="3b9bfa0c-75a1-427e-ae61-7069a76100c3" providerId="ADAL" clId="{8515B688-85A3-4F26-94E9-C96B7C17EB84}" dt="2022-06-22T21:46:32.176" v="1010"/>
          <ac:inkMkLst>
            <pc:docMk/>
            <pc:sldMk cId="1495175939" sldId="260"/>
            <ac:inkMk id="317" creationId="{8C0C2BE4-3595-E86E-502E-916651D6ECC3}"/>
          </ac:inkMkLst>
        </pc:inkChg>
        <pc:inkChg chg="add mod">
          <ac:chgData name="O'Connor, Jacqueline Antonia" userId="3b9bfa0c-75a1-427e-ae61-7069a76100c3" providerId="ADAL" clId="{8515B688-85A3-4F26-94E9-C96B7C17EB84}" dt="2022-06-22T21:46:32.176" v="1010"/>
          <ac:inkMkLst>
            <pc:docMk/>
            <pc:sldMk cId="1495175939" sldId="260"/>
            <ac:inkMk id="318" creationId="{072A2F70-45CD-31F9-98D9-0B118616E075}"/>
          </ac:inkMkLst>
        </pc:inkChg>
      </pc:sldChg>
      <pc:sldChg chg="addSp delSp modSp mod">
        <pc:chgData name="O'Connor, Jacqueline Antonia" userId="3b9bfa0c-75a1-427e-ae61-7069a76100c3" providerId="ADAL" clId="{8515B688-85A3-4F26-94E9-C96B7C17EB84}" dt="2022-06-22T21:46:22.699" v="1007" actId="9405"/>
        <pc:sldMkLst>
          <pc:docMk/>
          <pc:sldMk cId="2813762664" sldId="261"/>
        </pc:sldMkLst>
        <pc:grpChg chg="mod">
          <ac:chgData name="O'Connor, Jacqueline Antonia" userId="3b9bfa0c-75a1-427e-ae61-7069a76100c3" providerId="ADAL" clId="{8515B688-85A3-4F26-94E9-C96B7C17EB84}" dt="2022-06-22T21:37:08.777" v="610"/>
          <ac:grpSpMkLst>
            <pc:docMk/>
            <pc:sldMk cId="2813762664" sldId="261"/>
            <ac:grpSpMk id="11" creationId="{EC952220-D2DE-DE55-B89A-F6D33B4D24FD}"/>
          </ac:grpSpMkLst>
        </pc:grpChg>
        <pc:grpChg chg="mod">
          <ac:chgData name="O'Connor, Jacqueline Antonia" userId="3b9bfa0c-75a1-427e-ae61-7069a76100c3" providerId="ADAL" clId="{8515B688-85A3-4F26-94E9-C96B7C17EB84}" dt="2022-06-22T21:37:08.777" v="610"/>
          <ac:grpSpMkLst>
            <pc:docMk/>
            <pc:sldMk cId="2813762664" sldId="261"/>
            <ac:grpSpMk id="12" creationId="{27CA939A-A431-8BA7-20B9-00DB078A6C20}"/>
          </ac:grpSpMkLst>
        </pc:grpChg>
        <pc:grpChg chg="mod">
          <ac:chgData name="O'Connor, Jacqueline Antonia" userId="3b9bfa0c-75a1-427e-ae61-7069a76100c3" providerId="ADAL" clId="{8515B688-85A3-4F26-94E9-C96B7C17EB84}" dt="2022-06-22T21:37:22.157" v="629"/>
          <ac:grpSpMkLst>
            <pc:docMk/>
            <pc:sldMk cId="2813762664" sldId="261"/>
            <ac:grpSpMk id="31" creationId="{7CBF1136-BE16-1928-09A6-937F7D527D8A}"/>
          </ac:grpSpMkLst>
        </pc:grpChg>
        <pc:grpChg chg="mod">
          <ac:chgData name="O'Connor, Jacqueline Antonia" userId="3b9bfa0c-75a1-427e-ae61-7069a76100c3" providerId="ADAL" clId="{8515B688-85A3-4F26-94E9-C96B7C17EB84}" dt="2022-06-22T21:38:32.651" v="649"/>
          <ac:grpSpMkLst>
            <pc:docMk/>
            <pc:sldMk cId="2813762664" sldId="261"/>
            <ac:grpSpMk id="51" creationId="{F91B9DA3-41B4-5706-E551-1710C063A3EF}"/>
          </ac:grpSpMkLst>
        </pc:grpChg>
        <pc:grpChg chg="mod">
          <ac:chgData name="O'Connor, Jacqueline Antonia" userId="3b9bfa0c-75a1-427e-ae61-7069a76100c3" providerId="ADAL" clId="{8515B688-85A3-4F26-94E9-C96B7C17EB84}" dt="2022-06-22T21:38:32.651" v="649"/>
          <ac:grpSpMkLst>
            <pc:docMk/>
            <pc:sldMk cId="2813762664" sldId="261"/>
            <ac:grpSpMk id="52" creationId="{C69D216F-FD9A-319E-51AB-7267E61FA018}"/>
          </ac:grpSpMkLst>
        </pc:grpChg>
        <pc:grpChg chg="mod">
          <ac:chgData name="O'Connor, Jacqueline Antonia" userId="3b9bfa0c-75a1-427e-ae61-7069a76100c3" providerId="ADAL" clId="{8515B688-85A3-4F26-94E9-C96B7C17EB84}" dt="2022-06-22T21:38:32.651" v="649"/>
          <ac:grpSpMkLst>
            <pc:docMk/>
            <pc:sldMk cId="2813762664" sldId="261"/>
            <ac:grpSpMk id="53" creationId="{1A20A604-32F6-4135-22F4-6FD2CEC194EC}"/>
          </ac:grpSpMkLst>
        </pc:grpChg>
        <pc:grpChg chg="mod">
          <ac:chgData name="O'Connor, Jacqueline Antonia" userId="3b9bfa0c-75a1-427e-ae61-7069a76100c3" providerId="ADAL" clId="{8515B688-85A3-4F26-94E9-C96B7C17EB84}" dt="2022-06-22T21:38:32.651" v="649"/>
          <ac:grpSpMkLst>
            <pc:docMk/>
            <pc:sldMk cId="2813762664" sldId="261"/>
            <ac:grpSpMk id="54" creationId="{3FE8FAB4-461C-A864-B01B-AA0226787ED4}"/>
          </ac:grpSpMkLst>
        </pc:grpChg>
        <pc:grpChg chg="mod">
          <ac:chgData name="O'Connor, Jacqueline Antonia" userId="3b9bfa0c-75a1-427e-ae61-7069a76100c3" providerId="ADAL" clId="{8515B688-85A3-4F26-94E9-C96B7C17EB84}" dt="2022-06-22T21:38:51.036" v="668"/>
          <ac:grpSpMkLst>
            <pc:docMk/>
            <pc:sldMk cId="2813762664" sldId="261"/>
            <ac:grpSpMk id="73" creationId="{EBE4A963-1795-E14B-BF28-886F421D0AD6}"/>
          </ac:grpSpMkLst>
        </pc:grpChg>
        <pc:grpChg chg="mod">
          <ac:chgData name="O'Connor, Jacqueline Antonia" userId="3b9bfa0c-75a1-427e-ae61-7069a76100c3" providerId="ADAL" clId="{8515B688-85A3-4F26-94E9-C96B7C17EB84}" dt="2022-06-22T21:38:51.036" v="668"/>
          <ac:grpSpMkLst>
            <pc:docMk/>
            <pc:sldMk cId="2813762664" sldId="261"/>
            <ac:grpSpMk id="74" creationId="{D653B474-D937-FE78-70C5-31F9868704C6}"/>
          </ac:grpSpMkLst>
        </pc:grpChg>
        <pc:grpChg chg="mod">
          <ac:chgData name="O'Connor, Jacqueline Antonia" userId="3b9bfa0c-75a1-427e-ae61-7069a76100c3" providerId="ADAL" clId="{8515B688-85A3-4F26-94E9-C96B7C17EB84}" dt="2022-06-22T21:38:51.036" v="668"/>
          <ac:grpSpMkLst>
            <pc:docMk/>
            <pc:sldMk cId="2813762664" sldId="261"/>
            <ac:grpSpMk id="75" creationId="{B307DC2E-55A1-5AF2-DF54-273E7C1584F8}"/>
          </ac:grpSpMkLst>
        </pc:grpChg>
        <pc:grpChg chg="mod">
          <ac:chgData name="O'Connor, Jacqueline Antonia" userId="3b9bfa0c-75a1-427e-ae61-7069a76100c3" providerId="ADAL" clId="{8515B688-85A3-4F26-94E9-C96B7C17EB84}" dt="2022-06-22T21:38:51.036" v="668"/>
          <ac:grpSpMkLst>
            <pc:docMk/>
            <pc:sldMk cId="2813762664" sldId="261"/>
            <ac:grpSpMk id="76" creationId="{83D21FDB-088F-9105-D825-7BB6FB404F36}"/>
          </ac:grpSpMkLst>
        </pc:grpChg>
        <pc:grpChg chg="del mod">
          <ac:chgData name="O'Connor, Jacqueline Antonia" userId="3b9bfa0c-75a1-427e-ae61-7069a76100c3" providerId="ADAL" clId="{8515B688-85A3-4F26-94E9-C96B7C17EB84}" dt="2022-06-22T21:46:16.070" v="1006"/>
          <ac:grpSpMkLst>
            <pc:docMk/>
            <pc:sldMk cId="2813762664" sldId="261"/>
            <ac:grpSpMk id="87" creationId="{AC48A35D-77B2-1402-437D-1BEA9F60415D}"/>
          </ac:grpSpMkLst>
        </pc:grpChg>
        <pc:grpChg chg="del mod">
          <ac:chgData name="O'Connor, Jacqueline Antonia" userId="3b9bfa0c-75a1-427e-ae61-7069a76100c3" providerId="ADAL" clId="{8515B688-85A3-4F26-94E9-C96B7C17EB84}" dt="2022-06-22T21:46:16.070" v="1006"/>
          <ac:grpSpMkLst>
            <pc:docMk/>
            <pc:sldMk cId="2813762664" sldId="261"/>
            <ac:grpSpMk id="88" creationId="{F9B770D1-02E9-7F40-B08A-364F75AFEE47}"/>
          </ac:grpSpMkLst>
        </pc:grpChg>
        <pc:grpChg chg="mod">
          <ac:chgData name="O'Connor, Jacqueline Antonia" userId="3b9bfa0c-75a1-427e-ae61-7069a76100c3" providerId="ADAL" clId="{8515B688-85A3-4F26-94E9-C96B7C17EB84}" dt="2022-06-22T21:39:07.140" v="693"/>
          <ac:grpSpMkLst>
            <pc:docMk/>
            <pc:sldMk cId="2813762664" sldId="261"/>
            <ac:grpSpMk id="102" creationId="{14C278B5-E4CE-D989-0520-658DECED2880}"/>
          </ac:grpSpMkLst>
        </pc:grpChg>
        <pc:grpChg chg="mod">
          <ac:chgData name="O'Connor, Jacqueline Antonia" userId="3b9bfa0c-75a1-427e-ae61-7069a76100c3" providerId="ADAL" clId="{8515B688-85A3-4F26-94E9-C96B7C17EB84}" dt="2022-06-22T21:39:26.961" v="696"/>
          <ac:grpSpMkLst>
            <pc:docMk/>
            <pc:sldMk cId="2813762664" sldId="261"/>
            <ac:grpSpMk id="105" creationId="{833AA0D7-8004-2519-BD2B-F0ABD688D70A}"/>
          </ac:grpSpMkLst>
        </pc:grpChg>
        <pc:grpChg chg="mod">
          <ac:chgData name="O'Connor, Jacqueline Antonia" userId="3b9bfa0c-75a1-427e-ae61-7069a76100c3" providerId="ADAL" clId="{8515B688-85A3-4F26-94E9-C96B7C17EB84}" dt="2022-06-22T21:39:30.417" v="703"/>
          <ac:grpSpMkLst>
            <pc:docMk/>
            <pc:sldMk cId="2813762664" sldId="261"/>
            <ac:grpSpMk id="112" creationId="{7468ECB9-578F-73CF-04D6-0B359729EA80}"/>
          </ac:grpSpMkLst>
        </pc:grpChg>
        <pc:grpChg chg="mod">
          <ac:chgData name="O'Connor, Jacqueline Antonia" userId="3b9bfa0c-75a1-427e-ae61-7069a76100c3" providerId="ADAL" clId="{8515B688-85A3-4F26-94E9-C96B7C17EB84}" dt="2022-06-22T21:39:46.966" v="706"/>
          <ac:grpSpMkLst>
            <pc:docMk/>
            <pc:sldMk cId="2813762664" sldId="261"/>
            <ac:grpSpMk id="115" creationId="{C928FF43-C45B-D704-8D6F-6D3638E5D4AA}"/>
          </ac:grpSpMkLst>
        </pc:grpChg>
        <pc:grpChg chg="mod">
          <ac:chgData name="O'Connor, Jacqueline Antonia" userId="3b9bfa0c-75a1-427e-ae61-7069a76100c3" providerId="ADAL" clId="{8515B688-85A3-4F26-94E9-C96B7C17EB84}" dt="2022-06-22T21:39:51.093" v="710"/>
          <ac:grpSpMkLst>
            <pc:docMk/>
            <pc:sldMk cId="2813762664" sldId="261"/>
            <ac:grpSpMk id="119" creationId="{D2918AAD-7593-5031-3D5C-132B6C0CE6FD}"/>
          </ac:grpSpMkLst>
        </pc:grpChg>
        <pc:grpChg chg="mod">
          <ac:chgData name="O'Connor, Jacqueline Antonia" userId="3b9bfa0c-75a1-427e-ae61-7069a76100c3" providerId="ADAL" clId="{8515B688-85A3-4F26-94E9-C96B7C17EB84}" dt="2022-06-22T21:40:01.073" v="726"/>
          <ac:grpSpMkLst>
            <pc:docMk/>
            <pc:sldMk cId="2813762664" sldId="261"/>
            <ac:grpSpMk id="132" creationId="{31EC7AF7-2BB2-E2DF-7988-6BD12957F1A2}"/>
          </ac:grpSpMkLst>
        </pc:grpChg>
        <pc:grpChg chg="mod">
          <ac:chgData name="O'Connor, Jacqueline Antonia" userId="3b9bfa0c-75a1-427e-ae61-7069a76100c3" providerId="ADAL" clId="{8515B688-85A3-4F26-94E9-C96B7C17EB84}" dt="2022-06-22T21:46:12.591" v="1002"/>
          <ac:grpSpMkLst>
            <pc:docMk/>
            <pc:sldMk cId="2813762664" sldId="261"/>
            <ac:grpSpMk id="140" creationId="{C9CD1597-6877-2B02-8416-D853F446FABA}"/>
          </ac:grpSpMkLst>
        </pc:grpChg>
        <pc:grpChg chg="mod">
          <ac:chgData name="O'Connor, Jacqueline Antonia" userId="3b9bfa0c-75a1-427e-ae61-7069a76100c3" providerId="ADAL" clId="{8515B688-85A3-4F26-94E9-C96B7C17EB84}" dt="2022-06-22T21:46:12.591" v="1002"/>
          <ac:grpSpMkLst>
            <pc:docMk/>
            <pc:sldMk cId="2813762664" sldId="261"/>
            <ac:grpSpMk id="141" creationId="{FDDA909C-D9B4-FE43-D71C-D003D0175B5F}"/>
          </ac:grpSpMkLst>
        </pc:grpChg>
        <pc:grpChg chg="mod">
          <ac:chgData name="O'Connor, Jacqueline Antonia" userId="3b9bfa0c-75a1-427e-ae61-7069a76100c3" providerId="ADAL" clId="{8515B688-85A3-4F26-94E9-C96B7C17EB84}" dt="2022-06-22T21:46:16.070" v="1006"/>
          <ac:grpSpMkLst>
            <pc:docMk/>
            <pc:sldMk cId="2813762664" sldId="261"/>
            <ac:grpSpMk id="145" creationId="{9D0A5FC6-A775-CA84-FFA1-15C5C59D61C8}"/>
          </ac:grpSpMkLst>
        </pc:grpChg>
        <pc:grpChg chg="mod">
          <ac:chgData name="O'Connor, Jacqueline Antonia" userId="3b9bfa0c-75a1-427e-ae61-7069a76100c3" providerId="ADAL" clId="{8515B688-85A3-4F26-94E9-C96B7C17EB84}" dt="2022-06-22T21:46:16.070" v="1006"/>
          <ac:grpSpMkLst>
            <pc:docMk/>
            <pc:sldMk cId="2813762664" sldId="261"/>
            <ac:grpSpMk id="146" creationId="{0F544E7F-526A-3708-7C9E-D134C190CC77}"/>
          </ac:grpSpMkLst>
        </pc:grpChg>
        <pc:inkChg chg="add mod">
          <ac:chgData name="O'Connor, Jacqueline Antonia" userId="3b9bfa0c-75a1-427e-ae61-7069a76100c3" providerId="ADAL" clId="{8515B688-85A3-4F26-94E9-C96B7C17EB84}" dt="2022-06-22T21:37:08.777" v="610"/>
          <ac:inkMkLst>
            <pc:docMk/>
            <pc:sldMk cId="2813762664" sldId="261"/>
            <ac:inkMk id="2" creationId="{E06C157D-DE3D-79B9-02C1-39AC3179E9A9}"/>
          </ac:inkMkLst>
        </pc:inkChg>
        <pc:inkChg chg="add mod">
          <ac:chgData name="O'Connor, Jacqueline Antonia" userId="3b9bfa0c-75a1-427e-ae61-7069a76100c3" providerId="ADAL" clId="{8515B688-85A3-4F26-94E9-C96B7C17EB84}" dt="2022-06-22T21:37:08.777" v="610"/>
          <ac:inkMkLst>
            <pc:docMk/>
            <pc:sldMk cId="2813762664" sldId="261"/>
            <ac:inkMk id="3" creationId="{9EAAB454-3A63-ED9B-FD20-5C217AC153D0}"/>
          </ac:inkMkLst>
        </pc:inkChg>
        <pc:inkChg chg="add mod">
          <ac:chgData name="O'Connor, Jacqueline Antonia" userId="3b9bfa0c-75a1-427e-ae61-7069a76100c3" providerId="ADAL" clId="{8515B688-85A3-4F26-94E9-C96B7C17EB84}" dt="2022-06-22T21:37:08.777" v="610"/>
          <ac:inkMkLst>
            <pc:docMk/>
            <pc:sldMk cId="2813762664" sldId="261"/>
            <ac:inkMk id="4" creationId="{670FE2A7-CBFA-33D6-0CB9-BC692345836C}"/>
          </ac:inkMkLst>
        </pc:inkChg>
        <pc:inkChg chg="add mod">
          <ac:chgData name="O'Connor, Jacqueline Antonia" userId="3b9bfa0c-75a1-427e-ae61-7069a76100c3" providerId="ADAL" clId="{8515B688-85A3-4F26-94E9-C96B7C17EB84}" dt="2022-06-22T21:37:08.777" v="610"/>
          <ac:inkMkLst>
            <pc:docMk/>
            <pc:sldMk cId="2813762664" sldId="261"/>
            <ac:inkMk id="5" creationId="{B5F92F46-4DE2-E60B-35C3-90D4F7BF8927}"/>
          </ac:inkMkLst>
        </pc:inkChg>
        <pc:inkChg chg="add mod">
          <ac:chgData name="O'Connor, Jacqueline Antonia" userId="3b9bfa0c-75a1-427e-ae61-7069a76100c3" providerId="ADAL" clId="{8515B688-85A3-4F26-94E9-C96B7C17EB84}" dt="2022-06-22T21:37:08.777" v="610"/>
          <ac:inkMkLst>
            <pc:docMk/>
            <pc:sldMk cId="2813762664" sldId="261"/>
            <ac:inkMk id="6" creationId="{6E95610F-F9FB-AB33-A076-1841A5942289}"/>
          </ac:inkMkLst>
        </pc:inkChg>
        <pc:inkChg chg="add mod">
          <ac:chgData name="O'Connor, Jacqueline Antonia" userId="3b9bfa0c-75a1-427e-ae61-7069a76100c3" providerId="ADAL" clId="{8515B688-85A3-4F26-94E9-C96B7C17EB84}" dt="2022-06-22T21:37:08.777" v="610"/>
          <ac:inkMkLst>
            <pc:docMk/>
            <pc:sldMk cId="2813762664" sldId="261"/>
            <ac:inkMk id="7" creationId="{79F6D091-9C94-3169-67FD-9AF979A1E563}"/>
          </ac:inkMkLst>
        </pc:inkChg>
        <pc:inkChg chg="add mod">
          <ac:chgData name="O'Connor, Jacqueline Antonia" userId="3b9bfa0c-75a1-427e-ae61-7069a76100c3" providerId="ADAL" clId="{8515B688-85A3-4F26-94E9-C96B7C17EB84}" dt="2022-06-22T21:37:08.777" v="610"/>
          <ac:inkMkLst>
            <pc:docMk/>
            <pc:sldMk cId="2813762664" sldId="261"/>
            <ac:inkMk id="8" creationId="{4DA4E79B-7D5B-C9DF-2188-EF16A19EE2F2}"/>
          </ac:inkMkLst>
        </pc:inkChg>
        <pc:inkChg chg="add mod">
          <ac:chgData name="O'Connor, Jacqueline Antonia" userId="3b9bfa0c-75a1-427e-ae61-7069a76100c3" providerId="ADAL" clId="{8515B688-85A3-4F26-94E9-C96B7C17EB84}" dt="2022-06-22T21:37:08.777" v="610"/>
          <ac:inkMkLst>
            <pc:docMk/>
            <pc:sldMk cId="2813762664" sldId="261"/>
            <ac:inkMk id="9" creationId="{D9D70C4D-E2D2-D17E-9A68-7986F255844B}"/>
          </ac:inkMkLst>
        </pc:inkChg>
        <pc:inkChg chg="add mod">
          <ac:chgData name="O'Connor, Jacqueline Antonia" userId="3b9bfa0c-75a1-427e-ae61-7069a76100c3" providerId="ADAL" clId="{8515B688-85A3-4F26-94E9-C96B7C17EB84}" dt="2022-06-22T21:37:08.777" v="610"/>
          <ac:inkMkLst>
            <pc:docMk/>
            <pc:sldMk cId="2813762664" sldId="261"/>
            <ac:inkMk id="10" creationId="{A28CEC46-6EFF-CFDE-F29C-970D88457965}"/>
          </ac:inkMkLst>
        </pc:inkChg>
        <pc:inkChg chg="add mod">
          <ac:chgData name="O'Connor, Jacqueline Antonia" userId="3b9bfa0c-75a1-427e-ae61-7069a76100c3" providerId="ADAL" clId="{8515B688-85A3-4F26-94E9-C96B7C17EB84}" dt="2022-06-22T21:37:22.157" v="629"/>
          <ac:inkMkLst>
            <pc:docMk/>
            <pc:sldMk cId="2813762664" sldId="261"/>
            <ac:inkMk id="13" creationId="{10CBE5E3-87EF-E7EF-A810-9E13619F99B3}"/>
          </ac:inkMkLst>
        </pc:inkChg>
        <pc:inkChg chg="add mod">
          <ac:chgData name="O'Connor, Jacqueline Antonia" userId="3b9bfa0c-75a1-427e-ae61-7069a76100c3" providerId="ADAL" clId="{8515B688-85A3-4F26-94E9-C96B7C17EB84}" dt="2022-06-22T21:37:22.157" v="629"/>
          <ac:inkMkLst>
            <pc:docMk/>
            <pc:sldMk cId="2813762664" sldId="261"/>
            <ac:inkMk id="14" creationId="{4C809B9F-228B-4D88-E314-25D20E6D5B7F}"/>
          </ac:inkMkLst>
        </pc:inkChg>
        <pc:inkChg chg="add mod">
          <ac:chgData name="O'Connor, Jacqueline Antonia" userId="3b9bfa0c-75a1-427e-ae61-7069a76100c3" providerId="ADAL" clId="{8515B688-85A3-4F26-94E9-C96B7C17EB84}" dt="2022-06-22T21:37:22.157" v="629"/>
          <ac:inkMkLst>
            <pc:docMk/>
            <pc:sldMk cId="2813762664" sldId="261"/>
            <ac:inkMk id="15" creationId="{9CD66DF7-366C-0D70-0BC4-589415B4B9A9}"/>
          </ac:inkMkLst>
        </pc:inkChg>
        <pc:inkChg chg="add mod">
          <ac:chgData name="O'Connor, Jacqueline Antonia" userId="3b9bfa0c-75a1-427e-ae61-7069a76100c3" providerId="ADAL" clId="{8515B688-85A3-4F26-94E9-C96B7C17EB84}" dt="2022-06-22T21:37:22.157" v="629"/>
          <ac:inkMkLst>
            <pc:docMk/>
            <pc:sldMk cId="2813762664" sldId="261"/>
            <ac:inkMk id="16" creationId="{3E4B4FE7-51B4-1F29-E28E-A7BC3569845A}"/>
          </ac:inkMkLst>
        </pc:inkChg>
        <pc:inkChg chg="add mod">
          <ac:chgData name="O'Connor, Jacqueline Antonia" userId="3b9bfa0c-75a1-427e-ae61-7069a76100c3" providerId="ADAL" clId="{8515B688-85A3-4F26-94E9-C96B7C17EB84}" dt="2022-06-22T21:37:22.157" v="629"/>
          <ac:inkMkLst>
            <pc:docMk/>
            <pc:sldMk cId="2813762664" sldId="261"/>
            <ac:inkMk id="17" creationId="{C3227358-F795-F5E9-795F-FF250BC4846D}"/>
          </ac:inkMkLst>
        </pc:inkChg>
        <pc:inkChg chg="add mod">
          <ac:chgData name="O'Connor, Jacqueline Antonia" userId="3b9bfa0c-75a1-427e-ae61-7069a76100c3" providerId="ADAL" clId="{8515B688-85A3-4F26-94E9-C96B7C17EB84}" dt="2022-06-22T21:37:22.157" v="629"/>
          <ac:inkMkLst>
            <pc:docMk/>
            <pc:sldMk cId="2813762664" sldId="261"/>
            <ac:inkMk id="18" creationId="{A053959E-3E85-28F9-7D16-F92ACFACE294}"/>
          </ac:inkMkLst>
        </pc:inkChg>
        <pc:inkChg chg="add mod">
          <ac:chgData name="O'Connor, Jacqueline Antonia" userId="3b9bfa0c-75a1-427e-ae61-7069a76100c3" providerId="ADAL" clId="{8515B688-85A3-4F26-94E9-C96B7C17EB84}" dt="2022-06-22T21:37:22.157" v="629"/>
          <ac:inkMkLst>
            <pc:docMk/>
            <pc:sldMk cId="2813762664" sldId="261"/>
            <ac:inkMk id="19" creationId="{14E20191-C9F8-5560-37D3-FEE2F83CC5CD}"/>
          </ac:inkMkLst>
        </pc:inkChg>
        <pc:inkChg chg="add mod">
          <ac:chgData name="O'Connor, Jacqueline Antonia" userId="3b9bfa0c-75a1-427e-ae61-7069a76100c3" providerId="ADAL" clId="{8515B688-85A3-4F26-94E9-C96B7C17EB84}" dt="2022-06-22T21:37:22.157" v="629"/>
          <ac:inkMkLst>
            <pc:docMk/>
            <pc:sldMk cId="2813762664" sldId="261"/>
            <ac:inkMk id="20" creationId="{4A895A99-75FE-DF22-9D47-3057EB14AEB5}"/>
          </ac:inkMkLst>
        </pc:inkChg>
        <pc:inkChg chg="add mod">
          <ac:chgData name="O'Connor, Jacqueline Antonia" userId="3b9bfa0c-75a1-427e-ae61-7069a76100c3" providerId="ADAL" clId="{8515B688-85A3-4F26-94E9-C96B7C17EB84}" dt="2022-06-22T21:37:22.157" v="629"/>
          <ac:inkMkLst>
            <pc:docMk/>
            <pc:sldMk cId="2813762664" sldId="261"/>
            <ac:inkMk id="21" creationId="{F4D24783-26E7-DE95-B42A-938510537DE2}"/>
          </ac:inkMkLst>
        </pc:inkChg>
        <pc:inkChg chg="add mod">
          <ac:chgData name="O'Connor, Jacqueline Antonia" userId="3b9bfa0c-75a1-427e-ae61-7069a76100c3" providerId="ADAL" clId="{8515B688-85A3-4F26-94E9-C96B7C17EB84}" dt="2022-06-22T21:37:22.157" v="629"/>
          <ac:inkMkLst>
            <pc:docMk/>
            <pc:sldMk cId="2813762664" sldId="261"/>
            <ac:inkMk id="22" creationId="{59A3B2F7-FD1E-8A4A-3088-EC0D0CE3AFB9}"/>
          </ac:inkMkLst>
        </pc:inkChg>
        <pc:inkChg chg="add mod">
          <ac:chgData name="O'Connor, Jacqueline Antonia" userId="3b9bfa0c-75a1-427e-ae61-7069a76100c3" providerId="ADAL" clId="{8515B688-85A3-4F26-94E9-C96B7C17EB84}" dt="2022-06-22T21:37:22.157" v="629"/>
          <ac:inkMkLst>
            <pc:docMk/>
            <pc:sldMk cId="2813762664" sldId="261"/>
            <ac:inkMk id="23" creationId="{D01886B0-D7DE-911F-2CBC-A2093B904112}"/>
          </ac:inkMkLst>
        </pc:inkChg>
        <pc:inkChg chg="add mod">
          <ac:chgData name="O'Connor, Jacqueline Antonia" userId="3b9bfa0c-75a1-427e-ae61-7069a76100c3" providerId="ADAL" clId="{8515B688-85A3-4F26-94E9-C96B7C17EB84}" dt="2022-06-22T21:37:22.157" v="629"/>
          <ac:inkMkLst>
            <pc:docMk/>
            <pc:sldMk cId="2813762664" sldId="261"/>
            <ac:inkMk id="24" creationId="{A3E8558A-B5F6-DDE4-FE0A-C24B291F00E0}"/>
          </ac:inkMkLst>
        </pc:inkChg>
        <pc:inkChg chg="add mod">
          <ac:chgData name="O'Connor, Jacqueline Antonia" userId="3b9bfa0c-75a1-427e-ae61-7069a76100c3" providerId="ADAL" clId="{8515B688-85A3-4F26-94E9-C96B7C17EB84}" dt="2022-06-22T21:37:22.157" v="629"/>
          <ac:inkMkLst>
            <pc:docMk/>
            <pc:sldMk cId="2813762664" sldId="261"/>
            <ac:inkMk id="25" creationId="{5124C8CA-3976-B037-F5F4-60BC21D3D11B}"/>
          </ac:inkMkLst>
        </pc:inkChg>
        <pc:inkChg chg="add mod">
          <ac:chgData name="O'Connor, Jacqueline Antonia" userId="3b9bfa0c-75a1-427e-ae61-7069a76100c3" providerId="ADAL" clId="{8515B688-85A3-4F26-94E9-C96B7C17EB84}" dt="2022-06-22T21:37:22.157" v="629"/>
          <ac:inkMkLst>
            <pc:docMk/>
            <pc:sldMk cId="2813762664" sldId="261"/>
            <ac:inkMk id="26" creationId="{8FFE15C1-CEAD-E490-8FAE-F02BA209BDED}"/>
          </ac:inkMkLst>
        </pc:inkChg>
        <pc:inkChg chg="add mod">
          <ac:chgData name="O'Connor, Jacqueline Antonia" userId="3b9bfa0c-75a1-427e-ae61-7069a76100c3" providerId="ADAL" clId="{8515B688-85A3-4F26-94E9-C96B7C17EB84}" dt="2022-06-22T21:37:22.157" v="629"/>
          <ac:inkMkLst>
            <pc:docMk/>
            <pc:sldMk cId="2813762664" sldId="261"/>
            <ac:inkMk id="27" creationId="{E57188EA-A1B4-ECC6-CEE5-C14FC1FD9468}"/>
          </ac:inkMkLst>
        </pc:inkChg>
        <pc:inkChg chg="add mod">
          <ac:chgData name="O'Connor, Jacqueline Antonia" userId="3b9bfa0c-75a1-427e-ae61-7069a76100c3" providerId="ADAL" clId="{8515B688-85A3-4F26-94E9-C96B7C17EB84}" dt="2022-06-22T21:37:22.157" v="629"/>
          <ac:inkMkLst>
            <pc:docMk/>
            <pc:sldMk cId="2813762664" sldId="261"/>
            <ac:inkMk id="28" creationId="{324570C3-BF69-D119-D97F-1B30E68D7694}"/>
          </ac:inkMkLst>
        </pc:inkChg>
        <pc:inkChg chg="add mod">
          <ac:chgData name="O'Connor, Jacqueline Antonia" userId="3b9bfa0c-75a1-427e-ae61-7069a76100c3" providerId="ADAL" clId="{8515B688-85A3-4F26-94E9-C96B7C17EB84}" dt="2022-06-22T21:37:22.157" v="629"/>
          <ac:inkMkLst>
            <pc:docMk/>
            <pc:sldMk cId="2813762664" sldId="261"/>
            <ac:inkMk id="29" creationId="{12FD559F-9FEA-BAEC-21F2-B1A23FFF0D65}"/>
          </ac:inkMkLst>
        </pc:inkChg>
        <pc:inkChg chg="add mod">
          <ac:chgData name="O'Connor, Jacqueline Antonia" userId="3b9bfa0c-75a1-427e-ae61-7069a76100c3" providerId="ADAL" clId="{8515B688-85A3-4F26-94E9-C96B7C17EB84}" dt="2022-06-22T21:37:22.157" v="629"/>
          <ac:inkMkLst>
            <pc:docMk/>
            <pc:sldMk cId="2813762664" sldId="261"/>
            <ac:inkMk id="30" creationId="{EF884647-2353-4EB1-B360-153F9ED617E8}"/>
          </ac:inkMkLst>
        </pc:inkChg>
        <pc:inkChg chg="add mod">
          <ac:chgData name="O'Connor, Jacqueline Antonia" userId="3b9bfa0c-75a1-427e-ae61-7069a76100c3" providerId="ADAL" clId="{8515B688-85A3-4F26-94E9-C96B7C17EB84}" dt="2022-06-22T21:38:32.651" v="649"/>
          <ac:inkMkLst>
            <pc:docMk/>
            <pc:sldMk cId="2813762664" sldId="261"/>
            <ac:inkMk id="32" creationId="{4A3F8BB1-5D89-6D76-E91A-4305FA0E3B53}"/>
          </ac:inkMkLst>
        </pc:inkChg>
        <pc:inkChg chg="add mod">
          <ac:chgData name="O'Connor, Jacqueline Antonia" userId="3b9bfa0c-75a1-427e-ae61-7069a76100c3" providerId="ADAL" clId="{8515B688-85A3-4F26-94E9-C96B7C17EB84}" dt="2022-06-22T21:38:32.651" v="649"/>
          <ac:inkMkLst>
            <pc:docMk/>
            <pc:sldMk cId="2813762664" sldId="261"/>
            <ac:inkMk id="33" creationId="{7858A235-2E93-DB0C-1310-589CC6AF948F}"/>
          </ac:inkMkLst>
        </pc:inkChg>
        <pc:inkChg chg="add mod">
          <ac:chgData name="O'Connor, Jacqueline Antonia" userId="3b9bfa0c-75a1-427e-ae61-7069a76100c3" providerId="ADAL" clId="{8515B688-85A3-4F26-94E9-C96B7C17EB84}" dt="2022-06-22T21:38:32.651" v="649"/>
          <ac:inkMkLst>
            <pc:docMk/>
            <pc:sldMk cId="2813762664" sldId="261"/>
            <ac:inkMk id="34" creationId="{95B928C2-F2F9-50CD-E130-6DF10BDBF5C0}"/>
          </ac:inkMkLst>
        </pc:inkChg>
        <pc:inkChg chg="add mod">
          <ac:chgData name="O'Connor, Jacqueline Antonia" userId="3b9bfa0c-75a1-427e-ae61-7069a76100c3" providerId="ADAL" clId="{8515B688-85A3-4F26-94E9-C96B7C17EB84}" dt="2022-06-22T21:38:32.651" v="649"/>
          <ac:inkMkLst>
            <pc:docMk/>
            <pc:sldMk cId="2813762664" sldId="261"/>
            <ac:inkMk id="35" creationId="{3D3AA51E-6458-988A-8E37-A6CD11B15D72}"/>
          </ac:inkMkLst>
        </pc:inkChg>
        <pc:inkChg chg="add mod">
          <ac:chgData name="O'Connor, Jacqueline Antonia" userId="3b9bfa0c-75a1-427e-ae61-7069a76100c3" providerId="ADAL" clId="{8515B688-85A3-4F26-94E9-C96B7C17EB84}" dt="2022-06-22T21:38:32.651" v="649"/>
          <ac:inkMkLst>
            <pc:docMk/>
            <pc:sldMk cId="2813762664" sldId="261"/>
            <ac:inkMk id="36" creationId="{FB44B8A2-922B-31A9-172D-2742A3B450C2}"/>
          </ac:inkMkLst>
        </pc:inkChg>
        <pc:inkChg chg="add mod">
          <ac:chgData name="O'Connor, Jacqueline Antonia" userId="3b9bfa0c-75a1-427e-ae61-7069a76100c3" providerId="ADAL" clId="{8515B688-85A3-4F26-94E9-C96B7C17EB84}" dt="2022-06-22T21:38:32.651" v="649"/>
          <ac:inkMkLst>
            <pc:docMk/>
            <pc:sldMk cId="2813762664" sldId="261"/>
            <ac:inkMk id="37" creationId="{72735E11-7425-F035-9BB2-5795C21F5C4B}"/>
          </ac:inkMkLst>
        </pc:inkChg>
        <pc:inkChg chg="add mod">
          <ac:chgData name="O'Connor, Jacqueline Antonia" userId="3b9bfa0c-75a1-427e-ae61-7069a76100c3" providerId="ADAL" clId="{8515B688-85A3-4F26-94E9-C96B7C17EB84}" dt="2022-06-22T21:38:32.651" v="649"/>
          <ac:inkMkLst>
            <pc:docMk/>
            <pc:sldMk cId="2813762664" sldId="261"/>
            <ac:inkMk id="38" creationId="{02E986BC-0216-7B64-5BE2-4AA98D7321B8}"/>
          </ac:inkMkLst>
        </pc:inkChg>
        <pc:inkChg chg="add mod">
          <ac:chgData name="O'Connor, Jacqueline Antonia" userId="3b9bfa0c-75a1-427e-ae61-7069a76100c3" providerId="ADAL" clId="{8515B688-85A3-4F26-94E9-C96B7C17EB84}" dt="2022-06-22T21:38:32.651" v="649"/>
          <ac:inkMkLst>
            <pc:docMk/>
            <pc:sldMk cId="2813762664" sldId="261"/>
            <ac:inkMk id="39" creationId="{98713020-9CD0-2D82-F513-B5A448EBDD67}"/>
          </ac:inkMkLst>
        </pc:inkChg>
        <pc:inkChg chg="add mod">
          <ac:chgData name="O'Connor, Jacqueline Antonia" userId="3b9bfa0c-75a1-427e-ae61-7069a76100c3" providerId="ADAL" clId="{8515B688-85A3-4F26-94E9-C96B7C17EB84}" dt="2022-06-22T21:38:32.651" v="649"/>
          <ac:inkMkLst>
            <pc:docMk/>
            <pc:sldMk cId="2813762664" sldId="261"/>
            <ac:inkMk id="40" creationId="{1331087B-D9E8-9B6C-44CE-89D57023ED4A}"/>
          </ac:inkMkLst>
        </pc:inkChg>
        <pc:inkChg chg="add mod">
          <ac:chgData name="O'Connor, Jacqueline Antonia" userId="3b9bfa0c-75a1-427e-ae61-7069a76100c3" providerId="ADAL" clId="{8515B688-85A3-4F26-94E9-C96B7C17EB84}" dt="2022-06-22T21:38:32.651" v="649"/>
          <ac:inkMkLst>
            <pc:docMk/>
            <pc:sldMk cId="2813762664" sldId="261"/>
            <ac:inkMk id="41" creationId="{E1FEBE95-D056-8839-6C77-4547DB9AEE2A}"/>
          </ac:inkMkLst>
        </pc:inkChg>
        <pc:inkChg chg="add mod">
          <ac:chgData name="O'Connor, Jacqueline Antonia" userId="3b9bfa0c-75a1-427e-ae61-7069a76100c3" providerId="ADAL" clId="{8515B688-85A3-4F26-94E9-C96B7C17EB84}" dt="2022-06-22T21:38:32.651" v="649"/>
          <ac:inkMkLst>
            <pc:docMk/>
            <pc:sldMk cId="2813762664" sldId="261"/>
            <ac:inkMk id="42" creationId="{C0F27C27-2763-EAFA-0959-97D332C4436C}"/>
          </ac:inkMkLst>
        </pc:inkChg>
        <pc:inkChg chg="add mod">
          <ac:chgData name="O'Connor, Jacqueline Antonia" userId="3b9bfa0c-75a1-427e-ae61-7069a76100c3" providerId="ADAL" clId="{8515B688-85A3-4F26-94E9-C96B7C17EB84}" dt="2022-06-22T21:38:32.651" v="649"/>
          <ac:inkMkLst>
            <pc:docMk/>
            <pc:sldMk cId="2813762664" sldId="261"/>
            <ac:inkMk id="43" creationId="{15AA2D01-E7E0-71CC-16FA-0B6564DCD468}"/>
          </ac:inkMkLst>
        </pc:inkChg>
        <pc:inkChg chg="add mod">
          <ac:chgData name="O'Connor, Jacqueline Antonia" userId="3b9bfa0c-75a1-427e-ae61-7069a76100c3" providerId="ADAL" clId="{8515B688-85A3-4F26-94E9-C96B7C17EB84}" dt="2022-06-22T21:38:32.651" v="649"/>
          <ac:inkMkLst>
            <pc:docMk/>
            <pc:sldMk cId="2813762664" sldId="261"/>
            <ac:inkMk id="44" creationId="{EDBB9C44-5FBC-0B39-10FC-322723FAEE12}"/>
          </ac:inkMkLst>
        </pc:inkChg>
        <pc:inkChg chg="add mod">
          <ac:chgData name="O'Connor, Jacqueline Antonia" userId="3b9bfa0c-75a1-427e-ae61-7069a76100c3" providerId="ADAL" clId="{8515B688-85A3-4F26-94E9-C96B7C17EB84}" dt="2022-06-22T21:38:32.651" v="649"/>
          <ac:inkMkLst>
            <pc:docMk/>
            <pc:sldMk cId="2813762664" sldId="261"/>
            <ac:inkMk id="45" creationId="{5817D637-FEDA-A8CB-5D63-42ECC71352DC}"/>
          </ac:inkMkLst>
        </pc:inkChg>
        <pc:inkChg chg="add mod">
          <ac:chgData name="O'Connor, Jacqueline Antonia" userId="3b9bfa0c-75a1-427e-ae61-7069a76100c3" providerId="ADAL" clId="{8515B688-85A3-4F26-94E9-C96B7C17EB84}" dt="2022-06-22T21:38:32.651" v="649"/>
          <ac:inkMkLst>
            <pc:docMk/>
            <pc:sldMk cId="2813762664" sldId="261"/>
            <ac:inkMk id="46" creationId="{360250DA-311B-0813-D95C-6FECD7120A53}"/>
          </ac:inkMkLst>
        </pc:inkChg>
        <pc:inkChg chg="add mod">
          <ac:chgData name="O'Connor, Jacqueline Antonia" userId="3b9bfa0c-75a1-427e-ae61-7069a76100c3" providerId="ADAL" clId="{8515B688-85A3-4F26-94E9-C96B7C17EB84}" dt="2022-06-22T21:38:32.651" v="649"/>
          <ac:inkMkLst>
            <pc:docMk/>
            <pc:sldMk cId="2813762664" sldId="261"/>
            <ac:inkMk id="47" creationId="{1B5AC6F9-855E-1538-D96C-1E56F041D506}"/>
          </ac:inkMkLst>
        </pc:inkChg>
        <pc:inkChg chg="add mod">
          <ac:chgData name="O'Connor, Jacqueline Antonia" userId="3b9bfa0c-75a1-427e-ae61-7069a76100c3" providerId="ADAL" clId="{8515B688-85A3-4F26-94E9-C96B7C17EB84}" dt="2022-06-22T21:38:32.651" v="649"/>
          <ac:inkMkLst>
            <pc:docMk/>
            <pc:sldMk cId="2813762664" sldId="261"/>
            <ac:inkMk id="48" creationId="{D45ED0CE-C5C3-F11C-59B0-4B452313A9F8}"/>
          </ac:inkMkLst>
        </pc:inkChg>
        <pc:inkChg chg="add mod">
          <ac:chgData name="O'Connor, Jacqueline Antonia" userId="3b9bfa0c-75a1-427e-ae61-7069a76100c3" providerId="ADAL" clId="{8515B688-85A3-4F26-94E9-C96B7C17EB84}" dt="2022-06-22T21:38:32.651" v="649"/>
          <ac:inkMkLst>
            <pc:docMk/>
            <pc:sldMk cId="2813762664" sldId="261"/>
            <ac:inkMk id="49" creationId="{ECDA1D5F-9FE8-AB7C-E312-871FB2AC4A55}"/>
          </ac:inkMkLst>
        </pc:inkChg>
        <pc:inkChg chg="add mod">
          <ac:chgData name="O'Connor, Jacqueline Antonia" userId="3b9bfa0c-75a1-427e-ae61-7069a76100c3" providerId="ADAL" clId="{8515B688-85A3-4F26-94E9-C96B7C17EB84}" dt="2022-06-22T21:38:32.651" v="649"/>
          <ac:inkMkLst>
            <pc:docMk/>
            <pc:sldMk cId="2813762664" sldId="261"/>
            <ac:inkMk id="50" creationId="{C8A00273-83E5-45D1-6C2F-EF32415F9318}"/>
          </ac:inkMkLst>
        </pc:inkChg>
        <pc:inkChg chg="add mod">
          <ac:chgData name="O'Connor, Jacqueline Antonia" userId="3b9bfa0c-75a1-427e-ae61-7069a76100c3" providerId="ADAL" clId="{8515B688-85A3-4F26-94E9-C96B7C17EB84}" dt="2022-06-22T21:38:51.036" v="668"/>
          <ac:inkMkLst>
            <pc:docMk/>
            <pc:sldMk cId="2813762664" sldId="261"/>
            <ac:inkMk id="55" creationId="{05A33011-7477-71A3-3CEB-678DBF2225FC}"/>
          </ac:inkMkLst>
        </pc:inkChg>
        <pc:inkChg chg="add mod">
          <ac:chgData name="O'Connor, Jacqueline Antonia" userId="3b9bfa0c-75a1-427e-ae61-7069a76100c3" providerId="ADAL" clId="{8515B688-85A3-4F26-94E9-C96B7C17EB84}" dt="2022-06-22T21:38:51.036" v="668"/>
          <ac:inkMkLst>
            <pc:docMk/>
            <pc:sldMk cId="2813762664" sldId="261"/>
            <ac:inkMk id="56" creationId="{C382FFFA-0D51-D277-25E8-8B88A496C30F}"/>
          </ac:inkMkLst>
        </pc:inkChg>
        <pc:inkChg chg="add mod">
          <ac:chgData name="O'Connor, Jacqueline Antonia" userId="3b9bfa0c-75a1-427e-ae61-7069a76100c3" providerId="ADAL" clId="{8515B688-85A3-4F26-94E9-C96B7C17EB84}" dt="2022-06-22T21:38:51.036" v="668"/>
          <ac:inkMkLst>
            <pc:docMk/>
            <pc:sldMk cId="2813762664" sldId="261"/>
            <ac:inkMk id="57" creationId="{09A6932A-775D-DC0B-0139-5E863ED92399}"/>
          </ac:inkMkLst>
        </pc:inkChg>
        <pc:inkChg chg="add mod">
          <ac:chgData name="O'Connor, Jacqueline Antonia" userId="3b9bfa0c-75a1-427e-ae61-7069a76100c3" providerId="ADAL" clId="{8515B688-85A3-4F26-94E9-C96B7C17EB84}" dt="2022-06-22T21:38:51.036" v="668"/>
          <ac:inkMkLst>
            <pc:docMk/>
            <pc:sldMk cId="2813762664" sldId="261"/>
            <ac:inkMk id="58" creationId="{E9800ADB-445E-DCF1-AD37-EC09E72C9521}"/>
          </ac:inkMkLst>
        </pc:inkChg>
        <pc:inkChg chg="add mod">
          <ac:chgData name="O'Connor, Jacqueline Antonia" userId="3b9bfa0c-75a1-427e-ae61-7069a76100c3" providerId="ADAL" clId="{8515B688-85A3-4F26-94E9-C96B7C17EB84}" dt="2022-06-22T21:38:51.036" v="668"/>
          <ac:inkMkLst>
            <pc:docMk/>
            <pc:sldMk cId="2813762664" sldId="261"/>
            <ac:inkMk id="59" creationId="{8B3144A3-9D7C-DD39-E17D-F38CA4B54D55}"/>
          </ac:inkMkLst>
        </pc:inkChg>
        <pc:inkChg chg="add mod">
          <ac:chgData name="O'Connor, Jacqueline Antonia" userId="3b9bfa0c-75a1-427e-ae61-7069a76100c3" providerId="ADAL" clId="{8515B688-85A3-4F26-94E9-C96B7C17EB84}" dt="2022-06-22T21:38:51.036" v="668"/>
          <ac:inkMkLst>
            <pc:docMk/>
            <pc:sldMk cId="2813762664" sldId="261"/>
            <ac:inkMk id="60" creationId="{1F0A6CAF-FE94-3EE1-51B7-7B04AF7D954E}"/>
          </ac:inkMkLst>
        </pc:inkChg>
        <pc:inkChg chg="add mod">
          <ac:chgData name="O'Connor, Jacqueline Antonia" userId="3b9bfa0c-75a1-427e-ae61-7069a76100c3" providerId="ADAL" clId="{8515B688-85A3-4F26-94E9-C96B7C17EB84}" dt="2022-06-22T21:38:51.036" v="668"/>
          <ac:inkMkLst>
            <pc:docMk/>
            <pc:sldMk cId="2813762664" sldId="261"/>
            <ac:inkMk id="61" creationId="{F63D2306-01A1-AB08-254D-03411CC0DFB0}"/>
          </ac:inkMkLst>
        </pc:inkChg>
        <pc:inkChg chg="add mod">
          <ac:chgData name="O'Connor, Jacqueline Antonia" userId="3b9bfa0c-75a1-427e-ae61-7069a76100c3" providerId="ADAL" clId="{8515B688-85A3-4F26-94E9-C96B7C17EB84}" dt="2022-06-22T21:38:51.036" v="668"/>
          <ac:inkMkLst>
            <pc:docMk/>
            <pc:sldMk cId="2813762664" sldId="261"/>
            <ac:inkMk id="62" creationId="{8626D8E3-2BBB-9A67-77F9-606E869DDF2D}"/>
          </ac:inkMkLst>
        </pc:inkChg>
        <pc:inkChg chg="add mod">
          <ac:chgData name="O'Connor, Jacqueline Antonia" userId="3b9bfa0c-75a1-427e-ae61-7069a76100c3" providerId="ADAL" clId="{8515B688-85A3-4F26-94E9-C96B7C17EB84}" dt="2022-06-22T21:38:51.036" v="668"/>
          <ac:inkMkLst>
            <pc:docMk/>
            <pc:sldMk cId="2813762664" sldId="261"/>
            <ac:inkMk id="63" creationId="{814FAA56-3544-770A-6D5B-E40845675292}"/>
          </ac:inkMkLst>
        </pc:inkChg>
        <pc:inkChg chg="add mod">
          <ac:chgData name="O'Connor, Jacqueline Antonia" userId="3b9bfa0c-75a1-427e-ae61-7069a76100c3" providerId="ADAL" clId="{8515B688-85A3-4F26-94E9-C96B7C17EB84}" dt="2022-06-22T21:38:51.036" v="668"/>
          <ac:inkMkLst>
            <pc:docMk/>
            <pc:sldMk cId="2813762664" sldId="261"/>
            <ac:inkMk id="64" creationId="{75FBA7C9-24E5-B61A-078C-77714B77F63B}"/>
          </ac:inkMkLst>
        </pc:inkChg>
        <pc:inkChg chg="add mod">
          <ac:chgData name="O'Connor, Jacqueline Antonia" userId="3b9bfa0c-75a1-427e-ae61-7069a76100c3" providerId="ADAL" clId="{8515B688-85A3-4F26-94E9-C96B7C17EB84}" dt="2022-06-22T21:38:51.036" v="668"/>
          <ac:inkMkLst>
            <pc:docMk/>
            <pc:sldMk cId="2813762664" sldId="261"/>
            <ac:inkMk id="65" creationId="{76B938E9-86B0-97E6-36F8-6168C8722F57}"/>
          </ac:inkMkLst>
        </pc:inkChg>
        <pc:inkChg chg="add mod">
          <ac:chgData name="O'Connor, Jacqueline Antonia" userId="3b9bfa0c-75a1-427e-ae61-7069a76100c3" providerId="ADAL" clId="{8515B688-85A3-4F26-94E9-C96B7C17EB84}" dt="2022-06-22T21:38:51.036" v="668"/>
          <ac:inkMkLst>
            <pc:docMk/>
            <pc:sldMk cId="2813762664" sldId="261"/>
            <ac:inkMk id="66" creationId="{711BABE6-25B8-BE48-E0D5-8396C4C4E319}"/>
          </ac:inkMkLst>
        </pc:inkChg>
        <pc:inkChg chg="add mod">
          <ac:chgData name="O'Connor, Jacqueline Antonia" userId="3b9bfa0c-75a1-427e-ae61-7069a76100c3" providerId="ADAL" clId="{8515B688-85A3-4F26-94E9-C96B7C17EB84}" dt="2022-06-22T21:38:51.036" v="668"/>
          <ac:inkMkLst>
            <pc:docMk/>
            <pc:sldMk cId="2813762664" sldId="261"/>
            <ac:inkMk id="67" creationId="{A28602FA-15E2-FB8A-EF2E-4CAE9F1132E5}"/>
          </ac:inkMkLst>
        </pc:inkChg>
        <pc:inkChg chg="add mod">
          <ac:chgData name="O'Connor, Jacqueline Antonia" userId="3b9bfa0c-75a1-427e-ae61-7069a76100c3" providerId="ADAL" clId="{8515B688-85A3-4F26-94E9-C96B7C17EB84}" dt="2022-06-22T21:38:51.036" v="668"/>
          <ac:inkMkLst>
            <pc:docMk/>
            <pc:sldMk cId="2813762664" sldId="261"/>
            <ac:inkMk id="68" creationId="{B19CC37B-6D94-1579-FE11-76C41EB8AE40}"/>
          </ac:inkMkLst>
        </pc:inkChg>
        <pc:inkChg chg="add mod">
          <ac:chgData name="O'Connor, Jacqueline Antonia" userId="3b9bfa0c-75a1-427e-ae61-7069a76100c3" providerId="ADAL" clId="{8515B688-85A3-4F26-94E9-C96B7C17EB84}" dt="2022-06-22T21:38:51.036" v="668"/>
          <ac:inkMkLst>
            <pc:docMk/>
            <pc:sldMk cId="2813762664" sldId="261"/>
            <ac:inkMk id="69" creationId="{59E90391-E267-0863-F8F8-C9544F171396}"/>
          </ac:inkMkLst>
        </pc:inkChg>
        <pc:inkChg chg="add mod">
          <ac:chgData name="O'Connor, Jacqueline Antonia" userId="3b9bfa0c-75a1-427e-ae61-7069a76100c3" providerId="ADAL" clId="{8515B688-85A3-4F26-94E9-C96B7C17EB84}" dt="2022-06-22T21:38:51.036" v="668"/>
          <ac:inkMkLst>
            <pc:docMk/>
            <pc:sldMk cId="2813762664" sldId="261"/>
            <ac:inkMk id="70" creationId="{3FF31FC2-50AE-053F-BA1A-F8331CB8A42E}"/>
          </ac:inkMkLst>
        </pc:inkChg>
        <pc:inkChg chg="add mod">
          <ac:chgData name="O'Connor, Jacqueline Antonia" userId="3b9bfa0c-75a1-427e-ae61-7069a76100c3" providerId="ADAL" clId="{8515B688-85A3-4F26-94E9-C96B7C17EB84}" dt="2022-06-22T21:38:51.036" v="668"/>
          <ac:inkMkLst>
            <pc:docMk/>
            <pc:sldMk cId="2813762664" sldId="261"/>
            <ac:inkMk id="71" creationId="{78E38804-F216-7BB1-758B-D70AD6E07780}"/>
          </ac:inkMkLst>
        </pc:inkChg>
        <pc:inkChg chg="add mod">
          <ac:chgData name="O'Connor, Jacqueline Antonia" userId="3b9bfa0c-75a1-427e-ae61-7069a76100c3" providerId="ADAL" clId="{8515B688-85A3-4F26-94E9-C96B7C17EB84}" dt="2022-06-22T21:46:16.070" v="1006"/>
          <ac:inkMkLst>
            <pc:docMk/>
            <pc:sldMk cId="2813762664" sldId="261"/>
            <ac:inkMk id="72" creationId="{113B02B2-7238-8855-352F-0A04353CA8F5}"/>
          </ac:inkMkLst>
        </pc:inkChg>
        <pc:inkChg chg="add mod">
          <ac:chgData name="O'Connor, Jacqueline Antonia" userId="3b9bfa0c-75a1-427e-ae61-7069a76100c3" providerId="ADAL" clId="{8515B688-85A3-4F26-94E9-C96B7C17EB84}" dt="2022-06-22T21:46:16.070" v="1006"/>
          <ac:inkMkLst>
            <pc:docMk/>
            <pc:sldMk cId="2813762664" sldId="261"/>
            <ac:inkMk id="77" creationId="{162B2934-456C-C6F6-222A-93F732B282AE}"/>
          </ac:inkMkLst>
        </pc:inkChg>
        <pc:inkChg chg="add mod">
          <ac:chgData name="O'Connor, Jacqueline Antonia" userId="3b9bfa0c-75a1-427e-ae61-7069a76100c3" providerId="ADAL" clId="{8515B688-85A3-4F26-94E9-C96B7C17EB84}" dt="2022-06-22T21:46:16.070" v="1006"/>
          <ac:inkMkLst>
            <pc:docMk/>
            <pc:sldMk cId="2813762664" sldId="261"/>
            <ac:inkMk id="78" creationId="{4A1FE40D-A21E-6A0D-12F9-B1F20ED84594}"/>
          </ac:inkMkLst>
        </pc:inkChg>
        <pc:inkChg chg="add mod">
          <ac:chgData name="O'Connor, Jacqueline Antonia" userId="3b9bfa0c-75a1-427e-ae61-7069a76100c3" providerId="ADAL" clId="{8515B688-85A3-4F26-94E9-C96B7C17EB84}" dt="2022-06-22T21:46:16.070" v="1006"/>
          <ac:inkMkLst>
            <pc:docMk/>
            <pc:sldMk cId="2813762664" sldId="261"/>
            <ac:inkMk id="79" creationId="{880B4EFD-3124-0424-F44F-18184C71AFFB}"/>
          </ac:inkMkLst>
        </pc:inkChg>
        <pc:inkChg chg="add mod">
          <ac:chgData name="O'Connor, Jacqueline Antonia" userId="3b9bfa0c-75a1-427e-ae61-7069a76100c3" providerId="ADAL" clId="{8515B688-85A3-4F26-94E9-C96B7C17EB84}" dt="2022-06-22T21:46:16.070" v="1006"/>
          <ac:inkMkLst>
            <pc:docMk/>
            <pc:sldMk cId="2813762664" sldId="261"/>
            <ac:inkMk id="80" creationId="{ABA925A9-2DF9-5DFB-DDB8-FE0B419DB7E0}"/>
          </ac:inkMkLst>
        </pc:inkChg>
        <pc:inkChg chg="add mod">
          <ac:chgData name="O'Connor, Jacqueline Antonia" userId="3b9bfa0c-75a1-427e-ae61-7069a76100c3" providerId="ADAL" clId="{8515B688-85A3-4F26-94E9-C96B7C17EB84}" dt="2022-06-22T21:46:16.070" v="1006"/>
          <ac:inkMkLst>
            <pc:docMk/>
            <pc:sldMk cId="2813762664" sldId="261"/>
            <ac:inkMk id="81" creationId="{0385A5BB-C9F6-F13E-9707-75D70A5DBF2F}"/>
          </ac:inkMkLst>
        </pc:inkChg>
        <pc:inkChg chg="add mod">
          <ac:chgData name="O'Connor, Jacqueline Antonia" userId="3b9bfa0c-75a1-427e-ae61-7069a76100c3" providerId="ADAL" clId="{8515B688-85A3-4F26-94E9-C96B7C17EB84}" dt="2022-06-22T21:46:16.070" v="1006"/>
          <ac:inkMkLst>
            <pc:docMk/>
            <pc:sldMk cId="2813762664" sldId="261"/>
            <ac:inkMk id="82" creationId="{B5F60DBC-81E9-FCD3-C85A-95971B627846}"/>
          </ac:inkMkLst>
        </pc:inkChg>
        <pc:inkChg chg="add mod">
          <ac:chgData name="O'Connor, Jacqueline Antonia" userId="3b9bfa0c-75a1-427e-ae61-7069a76100c3" providerId="ADAL" clId="{8515B688-85A3-4F26-94E9-C96B7C17EB84}" dt="2022-06-22T21:46:16.070" v="1006"/>
          <ac:inkMkLst>
            <pc:docMk/>
            <pc:sldMk cId="2813762664" sldId="261"/>
            <ac:inkMk id="83" creationId="{C3914CCC-3C52-5529-F2BE-CDC6787DD563}"/>
          </ac:inkMkLst>
        </pc:inkChg>
        <pc:inkChg chg="add mod">
          <ac:chgData name="O'Connor, Jacqueline Antonia" userId="3b9bfa0c-75a1-427e-ae61-7069a76100c3" providerId="ADAL" clId="{8515B688-85A3-4F26-94E9-C96B7C17EB84}" dt="2022-06-22T21:46:16.070" v="1006"/>
          <ac:inkMkLst>
            <pc:docMk/>
            <pc:sldMk cId="2813762664" sldId="261"/>
            <ac:inkMk id="84" creationId="{D59879EE-66AB-9CF2-FE94-07592F8549A8}"/>
          </ac:inkMkLst>
        </pc:inkChg>
        <pc:inkChg chg="add mod">
          <ac:chgData name="O'Connor, Jacqueline Antonia" userId="3b9bfa0c-75a1-427e-ae61-7069a76100c3" providerId="ADAL" clId="{8515B688-85A3-4F26-94E9-C96B7C17EB84}" dt="2022-06-22T21:46:16.070" v="1006"/>
          <ac:inkMkLst>
            <pc:docMk/>
            <pc:sldMk cId="2813762664" sldId="261"/>
            <ac:inkMk id="85" creationId="{ECD3B0B3-13A1-C6CC-BE7C-C9777EAFADF2}"/>
          </ac:inkMkLst>
        </pc:inkChg>
        <pc:inkChg chg="add mod">
          <ac:chgData name="O'Connor, Jacqueline Antonia" userId="3b9bfa0c-75a1-427e-ae61-7069a76100c3" providerId="ADAL" clId="{8515B688-85A3-4F26-94E9-C96B7C17EB84}" dt="2022-06-22T21:46:16.070" v="1006"/>
          <ac:inkMkLst>
            <pc:docMk/>
            <pc:sldMk cId="2813762664" sldId="261"/>
            <ac:inkMk id="86" creationId="{C80D3B87-5FEC-C9EA-CA2F-052D6359A804}"/>
          </ac:inkMkLst>
        </pc:inkChg>
        <pc:inkChg chg="add mod">
          <ac:chgData name="O'Connor, Jacqueline Antonia" userId="3b9bfa0c-75a1-427e-ae61-7069a76100c3" providerId="ADAL" clId="{8515B688-85A3-4F26-94E9-C96B7C17EB84}" dt="2022-06-22T21:39:07.140" v="693"/>
          <ac:inkMkLst>
            <pc:docMk/>
            <pc:sldMk cId="2813762664" sldId="261"/>
            <ac:inkMk id="89" creationId="{92065D25-E3D6-AB39-4EB7-DD0AEF0024BA}"/>
          </ac:inkMkLst>
        </pc:inkChg>
        <pc:inkChg chg="add mod">
          <ac:chgData name="O'Connor, Jacqueline Antonia" userId="3b9bfa0c-75a1-427e-ae61-7069a76100c3" providerId="ADAL" clId="{8515B688-85A3-4F26-94E9-C96B7C17EB84}" dt="2022-06-22T21:39:07.140" v="693"/>
          <ac:inkMkLst>
            <pc:docMk/>
            <pc:sldMk cId="2813762664" sldId="261"/>
            <ac:inkMk id="90" creationId="{04CA17CA-A35D-B8A6-CF94-187F570E6B60}"/>
          </ac:inkMkLst>
        </pc:inkChg>
        <pc:inkChg chg="add mod">
          <ac:chgData name="O'Connor, Jacqueline Antonia" userId="3b9bfa0c-75a1-427e-ae61-7069a76100c3" providerId="ADAL" clId="{8515B688-85A3-4F26-94E9-C96B7C17EB84}" dt="2022-06-22T21:39:07.140" v="693"/>
          <ac:inkMkLst>
            <pc:docMk/>
            <pc:sldMk cId="2813762664" sldId="261"/>
            <ac:inkMk id="91" creationId="{578A8C35-AB08-8223-7384-7D5BA2A34C0C}"/>
          </ac:inkMkLst>
        </pc:inkChg>
        <pc:inkChg chg="add mod">
          <ac:chgData name="O'Connor, Jacqueline Antonia" userId="3b9bfa0c-75a1-427e-ae61-7069a76100c3" providerId="ADAL" clId="{8515B688-85A3-4F26-94E9-C96B7C17EB84}" dt="2022-06-22T21:39:07.140" v="693"/>
          <ac:inkMkLst>
            <pc:docMk/>
            <pc:sldMk cId="2813762664" sldId="261"/>
            <ac:inkMk id="92" creationId="{004F1CE6-A0F0-419A-E039-77A79E6F2DA4}"/>
          </ac:inkMkLst>
        </pc:inkChg>
        <pc:inkChg chg="add mod">
          <ac:chgData name="O'Connor, Jacqueline Antonia" userId="3b9bfa0c-75a1-427e-ae61-7069a76100c3" providerId="ADAL" clId="{8515B688-85A3-4F26-94E9-C96B7C17EB84}" dt="2022-06-22T21:39:07.140" v="693"/>
          <ac:inkMkLst>
            <pc:docMk/>
            <pc:sldMk cId="2813762664" sldId="261"/>
            <ac:inkMk id="93" creationId="{3484289B-BF39-7DD4-B4C0-5C5E8E49DAAE}"/>
          </ac:inkMkLst>
        </pc:inkChg>
        <pc:inkChg chg="add mod">
          <ac:chgData name="O'Connor, Jacqueline Antonia" userId="3b9bfa0c-75a1-427e-ae61-7069a76100c3" providerId="ADAL" clId="{8515B688-85A3-4F26-94E9-C96B7C17EB84}" dt="2022-06-22T21:39:07.140" v="693"/>
          <ac:inkMkLst>
            <pc:docMk/>
            <pc:sldMk cId="2813762664" sldId="261"/>
            <ac:inkMk id="94" creationId="{55085328-63B4-3539-2D03-7F4B88CA6DB8}"/>
          </ac:inkMkLst>
        </pc:inkChg>
        <pc:inkChg chg="add mod">
          <ac:chgData name="O'Connor, Jacqueline Antonia" userId="3b9bfa0c-75a1-427e-ae61-7069a76100c3" providerId="ADAL" clId="{8515B688-85A3-4F26-94E9-C96B7C17EB84}" dt="2022-06-22T21:39:07.140" v="693"/>
          <ac:inkMkLst>
            <pc:docMk/>
            <pc:sldMk cId="2813762664" sldId="261"/>
            <ac:inkMk id="95" creationId="{04FE3641-C4FD-0FFF-0F32-40848701CCAB}"/>
          </ac:inkMkLst>
        </pc:inkChg>
        <pc:inkChg chg="add mod">
          <ac:chgData name="O'Connor, Jacqueline Antonia" userId="3b9bfa0c-75a1-427e-ae61-7069a76100c3" providerId="ADAL" clId="{8515B688-85A3-4F26-94E9-C96B7C17EB84}" dt="2022-06-22T21:39:07.140" v="693"/>
          <ac:inkMkLst>
            <pc:docMk/>
            <pc:sldMk cId="2813762664" sldId="261"/>
            <ac:inkMk id="96" creationId="{56B6EA52-5132-6400-B94C-D0E77FC80A00}"/>
          </ac:inkMkLst>
        </pc:inkChg>
        <pc:inkChg chg="add mod">
          <ac:chgData name="O'Connor, Jacqueline Antonia" userId="3b9bfa0c-75a1-427e-ae61-7069a76100c3" providerId="ADAL" clId="{8515B688-85A3-4F26-94E9-C96B7C17EB84}" dt="2022-06-22T21:39:07.140" v="693"/>
          <ac:inkMkLst>
            <pc:docMk/>
            <pc:sldMk cId="2813762664" sldId="261"/>
            <ac:inkMk id="97" creationId="{819CC421-3430-D74B-0EF8-4C14E3698A87}"/>
          </ac:inkMkLst>
        </pc:inkChg>
        <pc:inkChg chg="add mod">
          <ac:chgData name="O'Connor, Jacqueline Antonia" userId="3b9bfa0c-75a1-427e-ae61-7069a76100c3" providerId="ADAL" clId="{8515B688-85A3-4F26-94E9-C96B7C17EB84}" dt="2022-06-22T21:39:07.140" v="693"/>
          <ac:inkMkLst>
            <pc:docMk/>
            <pc:sldMk cId="2813762664" sldId="261"/>
            <ac:inkMk id="98" creationId="{F026D145-2EC4-6434-69AA-4647DF199126}"/>
          </ac:inkMkLst>
        </pc:inkChg>
        <pc:inkChg chg="add mod">
          <ac:chgData name="O'Connor, Jacqueline Antonia" userId="3b9bfa0c-75a1-427e-ae61-7069a76100c3" providerId="ADAL" clId="{8515B688-85A3-4F26-94E9-C96B7C17EB84}" dt="2022-06-22T21:39:07.140" v="693"/>
          <ac:inkMkLst>
            <pc:docMk/>
            <pc:sldMk cId="2813762664" sldId="261"/>
            <ac:inkMk id="99" creationId="{7092B662-BCF9-BCDB-549C-450613BD7B2F}"/>
          </ac:inkMkLst>
        </pc:inkChg>
        <pc:inkChg chg="add mod">
          <ac:chgData name="O'Connor, Jacqueline Antonia" userId="3b9bfa0c-75a1-427e-ae61-7069a76100c3" providerId="ADAL" clId="{8515B688-85A3-4F26-94E9-C96B7C17EB84}" dt="2022-06-22T21:39:07.140" v="693"/>
          <ac:inkMkLst>
            <pc:docMk/>
            <pc:sldMk cId="2813762664" sldId="261"/>
            <ac:inkMk id="100" creationId="{71827946-6294-FE93-D00C-78999B44CFE0}"/>
          </ac:inkMkLst>
        </pc:inkChg>
        <pc:inkChg chg="add mod">
          <ac:chgData name="O'Connor, Jacqueline Antonia" userId="3b9bfa0c-75a1-427e-ae61-7069a76100c3" providerId="ADAL" clId="{8515B688-85A3-4F26-94E9-C96B7C17EB84}" dt="2022-06-22T21:39:07.140" v="693"/>
          <ac:inkMkLst>
            <pc:docMk/>
            <pc:sldMk cId="2813762664" sldId="261"/>
            <ac:inkMk id="101" creationId="{834D05D2-D5EB-F209-E0C4-A48DCCA7AC3C}"/>
          </ac:inkMkLst>
        </pc:inkChg>
        <pc:inkChg chg="add mod">
          <ac:chgData name="O'Connor, Jacqueline Antonia" userId="3b9bfa0c-75a1-427e-ae61-7069a76100c3" providerId="ADAL" clId="{8515B688-85A3-4F26-94E9-C96B7C17EB84}" dt="2022-06-22T21:39:26.961" v="696"/>
          <ac:inkMkLst>
            <pc:docMk/>
            <pc:sldMk cId="2813762664" sldId="261"/>
            <ac:inkMk id="103" creationId="{245A3135-440B-B147-A96F-AB35829BCCC2}"/>
          </ac:inkMkLst>
        </pc:inkChg>
        <pc:inkChg chg="add mod">
          <ac:chgData name="O'Connor, Jacqueline Antonia" userId="3b9bfa0c-75a1-427e-ae61-7069a76100c3" providerId="ADAL" clId="{8515B688-85A3-4F26-94E9-C96B7C17EB84}" dt="2022-06-22T21:39:26.961" v="696"/>
          <ac:inkMkLst>
            <pc:docMk/>
            <pc:sldMk cId="2813762664" sldId="261"/>
            <ac:inkMk id="104" creationId="{D0409D8B-AEAF-E52E-3C2B-3E5B5389E89E}"/>
          </ac:inkMkLst>
        </pc:inkChg>
        <pc:inkChg chg="add mod">
          <ac:chgData name="O'Connor, Jacqueline Antonia" userId="3b9bfa0c-75a1-427e-ae61-7069a76100c3" providerId="ADAL" clId="{8515B688-85A3-4F26-94E9-C96B7C17EB84}" dt="2022-06-22T21:39:30.417" v="703"/>
          <ac:inkMkLst>
            <pc:docMk/>
            <pc:sldMk cId="2813762664" sldId="261"/>
            <ac:inkMk id="106" creationId="{3A0D2ED8-59FB-9B5E-9D50-57378FC38DAB}"/>
          </ac:inkMkLst>
        </pc:inkChg>
        <pc:inkChg chg="add mod">
          <ac:chgData name="O'Connor, Jacqueline Antonia" userId="3b9bfa0c-75a1-427e-ae61-7069a76100c3" providerId="ADAL" clId="{8515B688-85A3-4F26-94E9-C96B7C17EB84}" dt="2022-06-22T21:39:30.417" v="703"/>
          <ac:inkMkLst>
            <pc:docMk/>
            <pc:sldMk cId="2813762664" sldId="261"/>
            <ac:inkMk id="107" creationId="{E7B2406B-0A76-FF06-A238-0D8F09BD7D76}"/>
          </ac:inkMkLst>
        </pc:inkChg>
        <pc:inkChg chg="add mod">
          <ac:chgData name="O'Connor, Jacqueline Antonia" userId="3b9bfa0c-75a1-427e-ae61-7069a76100c3" providerId="ADAL" clId="{8515B688-85A3-4F26-94E9-C96B7C17EB84}" dt="2022-06-22T21:39:30.417" v="703"/>
          <ac:inkMkLst>
            <pc:docMk/>
            <pc:sldMk cId="2813762664" sldId="261"/>
            <ac:inkMk id="108" creationId="{C48143EC-A30E-BF4E-4FD8-6CB6A4B49588}"/>
          </ac:inkMkLst>
        </pc:inkChg>
        <pc:inkChg chg="add mod">
          <ac:chgData name="O'Connor, Jacqueline Antonia" userId="3b9bfa0c-75a1-427e-ae61-7069a76100c3" providerId="ADAL" clId="{8515B688-85A3-4F26-94E9-C96B7C17EB84}" dt="2022-06-22T21:39:30.417" v="703"/>
          <ac:inkMkLst>
            <pc:docMk/>
            <pc:sldMk cId="2813762664" sldId="261"/>
            <ac:inkMk id="109" creationId="{8F71CEEE-1EA6-0D11-B81D-9BD3D2472137}"/>
          </ac:inkMkLst>
        </pc:inkChg>
        <pc:inkChg chg="add mod">
          <ac:chgData name="O'Connor, Jacqueline Antonia" userId="3b9bfa0c-75a1-427e-ae61-7069a76100c3" providerId="ADAL" clId="{8515B688-85A3-4F26-94E9-C96B7C17EB84}" dt="2022-06-22T21:39:30.417" v="703"/>
          <ac:inkMkLst>
            <pc:docMk/>
            <pc:sldMk cId="2813762664" sldId="261"/>
            <ac:inkMk id="110" creationId="{715F5BF7-F85E-0A5C-0ACB-11BD1A3BAAB2}"/>
          </ac:inkMkLst>
        </pc:inkChg>
        <pc:inkChg chg="add mod">
          <ac:chgData name="O'Connor, Jacqueline Antonia" userId="3b9bfa0c-75a1-427e-ae61-7069a76100c3" providerId="ADAL" clId="{8515B688-85A3-4F26-94E9-C96B7C17EB84}" dt="2022-06-22T21:39:30.417" v="703"/>
          <ac:inkMkLst>
            <pc:docMk/>
            <pc:sldMk cId="2813762664" sldId="261"/>
            <ac:inkMk id="111" creationId="{33CE9FF4-DAF1-6EAB-245B-53CDE4A2A193}"/>
          </ac:inkMkLst>
        </pc:inkChg>
        <pc:inkChg chg="add mod">
          <ac:chgData name="O'Connor, Jacqueline Antonia" userId="3b9bfa0c-75a1-427e-ae61-7069a76100c3" providerId="ADAL" clId="{8515B688-85A3-4F26-94E9-C96B7C17EB84}" dt="2022-06-22T21:39:46.966" v="706"/>
          <ac:inkMkLst>
            <pc:docMk/>
            <pc:sldMk cId="2813762664" sldId="261"/>
            <ac:inkMk id="113" creationId="{F2D1964F-131E-1BD8-A984-42465668C8C7}"/>
          </ac:inkMkLst>
        </pc:inkChg>
        <pc:inkChg chg="add mod">
          <ac:chgData name="O'Connor, Jacqueline Antonia" userId="3b9bfa0c-75a1-427e-ae61-7069a76100c3" providerId="ADAL" clId="{8515B688-85A3-4F26-94E9-C96B7C17EB84}" dt="2022-06-22T21:39:46.966" v="706"/>
          <ac:inkMkLst>
            <pc:docMk/>
            <pc:sldMk cId="2813762664" sldId="261"/>
            <ac:inkMk id="114" creationId="{E0570C17-C649-F5B8-1405-6FA370F58391}"/>
          </ac:inkMkLst>
        </pc:inkChg>
        <pc:inkChg chg="add mod">
          <ac:chgData name="O'Connor, Jacqueline Antonia" userId="3b9bfa0c-75a1-427e-ae61-7069a76100c3" providerId="ADAL" clId="{8515B688-85A3-4F26-94E9-C96B7C17EB84}" dt="2022-06-22T21:39:51.093" v="710"/>
          <ac:inkMkLst>
            <pc:docMk/>
            <pc:sldMk cId="2813762664" sldId="261"/>
            <ac:inkMk id="116" creationId="{17AD5FA2-E4EE-AFE1-B136-58BD66D1059C}"/>
          </ac:inkMkLst>
        </pc:inkChg>
        <pc:inkChg chg="add mod">
          <ac:chgData name="O'Connor, Jacqueline Antonia" userId="3b9bfa0c-75a1-427e-ae61-7069a76100c3" providerId="ADAL" clId="{8515B688-85A3-4F26-94E9-C96B7C17EB84}" dt="2022-06-22T21:39:51.093" v="710"/>
          <ac:inkMkLst>
            <pc:docMk/>
            <pc:sldMk cId="2813762664" sldId="261"/>
            <ac:inkMk id="117" creationId="{E61F37F4-5E19-47B9-AFE9-9F04145408D5}"/>
          </ac:inkMkLst>
        </pc:inkChg>
        <pc:inkChg chg="add mod">
          <ac:chgData name="O'Connor, Jacqueline Antonia" userId="3b9bfa0c-75a1-427e-ae61-7069a76100c3" providerId="ADAL" clId="{8515B688-85A3-4F26-94E9-C96B7C17EB84}" dt="2022-06-22T21:39:51.093" v="710"/>
          <ac:inkMkLst>
            <pc:docMk/>
            <pc:sldMk cId="2813762664" sldId="261"/>
            <ac:inkMk id="118" creationId="{A3135B23-F59F-99B5-8BF7-E8AE2BBD7EDE}"/>
          </ac:inkMkLst>
        </pc:inkChg>
        <pc:inkChg chg="add del">
          <ac:chgData name="O'Connor, Jacqueline Antonia" userId="3b9bfa0c-75a1-427e-ae61-7069a76100c3" providerId="ADAL" clId="{8515B688-85A3-4F26-94E9-C96B7C17EB84}" dt="2022-06-22T21:39:54.506" v="716"/>
          <ac:inkMkLst>
            <pc:docMk/>
            <pc:sldMk cId="2813762664" sldId="261"/>
            <ac:inkMk id="120" creationId="{6E37FD8F-67B9-7178-377D-D771A1E8A642}"/>
          </ac:inkMkLst>
        </pc:inkChg>
        <pc:inkChg chg="add del">
          <ac:chgData name="O'Connor, Jacqueline Antonia" userId="3b9bfa0c-75a1-427e-ae61-7069a76100c3" providerId="ADAL" clId="{8515B688-85A3-4F26-94E9-C96B7C17EB84}" dt="2022-06-22T21:39:54.504" v="714"/>
          <ac:inkMkLst>
            <pc:docMk/>
            <pc:sldMk cId="2813762664" sldId="261"/>
            <ac:inkMk id="121" creationId="{B9B4BE93-EF43-C5E6-BFFC-89C665DF077D}"/>
          </ac:inkMkLst>
        </pc:inkChg>
        <pc:inkChg chg="add del">
          <ac:chgData name="O'Connor, Jacqueline Antonia" userId="3b9bfa0c-75a1-427e-ae61-7069a76100c3" providerId="ADAL" clId="{8515B688-85A3-4F26-94E9-C96B7C17EB84}" dt="2022-06-22T21:39:54.505" v="715"/>
          <ac:inkMkLst>
            <pc:docMk/>
            <pc:sldMk cId="2813762664" sldId="261"/>
            <ac:inkMk id="122" creationId="{C77DA6ED-DD87-1485-D283-22B61C8A17F4}"/>
          </ac:inkMkLst>
        </pc:inkChg>
        <pc:inkChg chg="add mod">
          <ac:chgData name="O'Connor, Jacqueline Antonia" userId="3b9bfa0c-75a1-427e-ae61-7069a76100c3" providerId="ADAL" clId="{8515B688-85A3-4F26-94E9-C96B7C17EB84}" dt="2022-06-22T21:40:01.073" v="726"/>
          <ac:inkMkLst>
            <pc:docMk/>
            <pc:sldMk cId="2813762664" sldId="261"/>
            <ac:inkMk id="123" creationId="{44BAF457-B4BC-038C-5C52-4AB2DBD60BCA}"/>
          </ac:inkMkLst>
        </pc:inkChg>
        <pc:inkChg chg="add mod">
          <ac:chgData name="O'Connor, Jacqueline Antonia" userId="3b9bfa0c-75a1-427e-ae61-7069a76100c3" providerId="ADAL" clId="{8515B688-85A3-4F26-94E9-C96B7C17EB84}" dt="2022-06-22T21:40:01.073" v="726"/>
          <ac:inkMkLst>
            <pc:docMk/>
            <pc:sldMk cId="2813762664" sldId="261"/>
            <ac:inkMk id="124" creationId="{4FD7AE09-05A2-B9A7-1592-6D9025D7FC1B}"/>
          </ac:inkMkLst>
        </pc:inkChg>
        <pc:inkChg chg="add mod">
          <ac:chgData name="O'Connor, Jacqueline Antonia" userId="3b9bfa0c-75a1-427e-ae61-7069a76100c3" providerId="ADAL" clId="{8515B688-85A3-4F26-94E9-C96B7C17EB84}" dt="2022-06-22T21:40:01.073" v="726"/>
          <ac:inkMkLst>
            <pc:docMk/>
            <pc:sldMk cId="2813762664" sldId="261"/>
            <ac:inkMk id="125" creationId="{74A5DA76-A2B2-1026-B174-379641F4E824}"/>
          </ac:inkMkLst>
        </pc:inkChg>
        <pc:inkChg chg="add mod">
          <ac:chgData name="O'Connor, Jacqueline Antonia" userId="3b9bfa0c-75a1-427e-ae61-7069a76100c3" providerId="ADAL" clId="{8515B688-85A3-4F26-94E9-C96B7C17EB84}" dt="2022-06-22T21:40:01.073" v="726"/>
          <ac:inkMkLst>
            <pc:docMk/>
            <pc:sldMk cId="2813762664" sldId="261"/>
            <ac:inkMk id="126" creationId="{298F1E68-95FE-A074-2ABC-8B55C883C996}"/>
          </ac:inkMkLst>
        </pc:inkChg>
        <pc:inkChg chg="add mod">
          <ac:chgData name="O'Connor, Jacqueline Antonia" userId="3b9bfa0c-75a1-427e-ae61-7069a76100c3" providerId="ADAL" clId="{8515B688-85A3-4F26-94E9-C96B7C17EB84}" dt="2022-06-22T21:40:01.073" v="726"/>
          <ac:inkMkLst>
            <pc:docMk/>
            <pc:sldMk cId="2813762664" sldId="261"/>
            <ac:inkMk id="127" creationId="{5C35FC9E-EF06-1FA5-8896-71FFC5AC6ECB}"/>
          </ac:inkMkLst>
        </pc:inkChg>
        <pc:inkChg chg="add mod">
          <ac:chgData name="O'Connor, Jacqueline Antonia" userId="3b9bfa0c-75a1-427e-ae61-7069a76100c3" providerId="ADAL" clId="{8515B688-85A3-4F26-94E9-C96B7C17EB84}" dt="2022-06-22T21:40:01.073" v="726"/>
          <ac:inkMkLst>
            <pc:docMk/>
            <pc:sldMk cId="2813762664" sldId="261"/>
            <ac:inkMk id="128" creationId="{A2F55870-6EB1-C7DC-8FB6-EC64C432867C}"/>
          </ac:inkMkLst>
        </pc:inkChg>
        <pc:inkChg chg="add mod">
          <ac:chgData name="O'Connor, Jacqueline Antonia" userId="3b9bfa0c-75a1-427e-ae61-7069a76100c3" providerId="ADAL" clId="{8515B688-85A3-4F26-94E9-C96B7C17EB84}" dt="2022-06-22T21:40:01.073" v="726"/>
          <ac:inkMkLst>
            <pc:docMk/>
            <pc:sldMk cId="2813762664" sldId="261"/>
            <ac:inkMk id="129" creationId="{564E2BF0-C73D-6BEE-66E1-E66FA46B8FBB}"/>
          </ac:inkMkLst>
        </pc:inkChg>
        <pc:inkChg chg="add mod">
          <ac:chgData name="O'Connor, Jacqueline Antonia" userId="3b9bfa0c-75a1-427e-ae61-7069a76100c3" providerId="ADAL" clId="{8515B688-85A3-4F26-94E9-C96B7C17EB84}" dt="2022-06-22T21:40:01.073" v="726"/>
          <ac:inkMkLst>
            <pc:docMk/>
            <pc:sldMk cId="2813762664" sldId="261"/>
            <ac:inkMk id="130" creationId="{877BB5E6-A2D5-9098-E042-A0C1ED867220}"/>
          </ac:inkMkLst>
        </pc:inkChg>
        <pc:inkChg chg="add mod">
          <ac:chgData name="O'Connor, Jacqueline Antonia" userId="3b9bfa0c-75a1-427e-ae61-7069a76100c3" providerId="ADAL" clId="{8515B688-85A3-4F26-94E9-C96B7C17EB84}" dt="2022-06-22T21:40:01.073" v="726"/>
          <ac:inkMkLst>
            <pc:docMk/>
            <pc:sldMk cId="2813762664" sldId="261"/>
            <ac:inkMk id="131" creationId="{00D40708-56A3-CEEE-1B7D-3129DA41C1BC}"/>
          </ac:inkMkLst>
        </pc:inkChg>
        <pc:inkChg chg="add">
          <ac:chgData name="O'Connor, Jacqueline Antonia" userId="3b9bfa0c-75a1-427e-ae61-7069a76100c3" providerId="ADAL" clId="{8515B688-85A3-4F26-94E9-C96B7C17EB84}" dt="2022-06-22T21:46:06.861" v="995" actId="9405"/>
          <ac:inkMkLst>
            <pc:docMk/>
            <pc:sldMk cId="2813762664" sldId="261"/>
            <ac:inkMk id="133" creationId="{C58934C2-DDA7-C5F4-B9D0-A4AAE53F20D0}"/>
          </ac:inkMkLst>
        </pc:inkChg>
        <pc:inkChg chg="add mod">
          <ac:chgData name="O'Connor, Jacqueline Antonia" userId="3b9bfa0c-75a1-427e-ae61-7069a76100c3" providerId="ADAL" clId="{8515B688-85A3-4F26-94E9-C96B7C17EB84}" dt="2022-06-22T21:46:12.591" v="1002"/>
          <ac:inkMkLst>
            <pc:docMk/>
            <pc:sldMk cId="2813762664" sldId="261"/>
            <ac:inkMk id="134" creationId="{7679D29E-CE68-A978-FCF8-75F08D179937}"/>
          </ac:inkMkLst>
        </pc:inkChg>
        <pc:inkChg chg="add mod">
          <ac:chgData name="O'Connor, Jacqueline Antonia" userId="3b9bfa0c-75a1-427e-ae61-7069a76100c3" providerId="ADAL" clId="{8515B688-85A3-4F26-94E9-C96B7C17EB84}" dt="2022-06-22T21:46:12.591" v="1002"/>
          <ac:inkMkLst>
            <pc:docMk/>
            <pc:sldMk cId="2813762664" sldId="261"/>
            <ac:inkMk id="135" creationId="{8384FE56-9AC7-D0E8-78CF-B2222AF0D978}"/>
          </ac:inkMkLst>
        </pc:inkChg>
        <pc:inkChg chg="add mod">
          <ac:chgData name="O'Connor, Jacqueline Antonia" userId="3b9bfa0c-75a1-427e-ae61-7069a76100c3" providerId="ADAL" clId="{8515B688-85A3-4F26-94E9-C96B7C17EB84}" dt="2022-06-22T21:46:12.591" v="1002"/>
          <ac:inkMkLst>
            <pc:docMk/>
            <pc:sldMk cId="2813762664" sldId="261"/>
            <ac:inkMk id="136" creationId="{33623D85-4337-7885-37E8-19D5B32A296A}"/>
          </ac:inkMkLst>
        </pc:inkChg>
        <pc:inkChg chg="add mod">
          <ac:chgData name="O'Connor, Jacqueline Antonia" userId="3b9bfa0c-75a1-427e-ae61-7069a76100c3" providerId="ADAL" clId="{8515B688-85A3-4F26-94E9-C96B7C17EB84}" dt="2022-06-22T21:46:12.591" v="1002"/>
          <ac:inkMkLst>
            <pc:docMk/>
            <pc:sldMk cId="2813762664" sldId="261"/>
            <ac:inkMk id="137" creationId="{666F6C16-3B83-85E9-DFC1-F53766065BD6}"/>
          </ac:inkMkLst>
        </pc:inkChg>
        <pc:inkChg chg="add mod">
          <ac:chgData name="O'Connor, Jacqueline Antonia" userId="3b9bfa0c-75a1-427e-ae61-7069a76100c3" providerId="ADAL" clId="{8515B688-85A3-4F26-94E9-C96B7C17EB84}" dt="2022-06-22T21:46:12.591" v="1002"/>
          <ac:inkMkLst>
            <pc:docMk/>
            <pc:sldMk cId="2813762664" sldId="261"/>
            <ac:inkMk id="138" creationId="{56F98399-BEF4-E67C-D592-3B5B6C50F7DF}"/>
          </ac:inkMkLst>
        </pc:inkChg>
        <pc:inkChg chg="add mod">
          <ac:chgData name="O'Connor, Jacqueline Antonia" userId="3b9bfa0c-75a1-427e-ae61-7069a76100c3" providerId="ADAL" clId="{8515B688-85A3-4F26-94E9-C96B7C17EB84}" dt="2022-06-22T21:46:12.591" v="1002"/>
          <ac:inkMkLst>
            <pc:docMk/>
            <pc:sldMk cId="2813762664" sldId="261"/>
            <ac:inkMk id="139" creationId="{EB271ADC-97E4-97F9-63E4-AD2746798BB3}"/>
          </ac:inkMkLst>
        </pc:inkChg>
        <pc:inkChg chg="add mod">
          <ac:chgData name="O'Connor, Jacqueline Antonia" userId="3b9bfa0c-75a1-427e-ae61-7069a76100c3" providerId="ADAL" clId="{8515B688-85A3-4F26-94E9-C96B7C17EB84}" dt="2022-06-22T21:46:16.070" v="1006"/>
          <ac:inkMkLst>
            <pc:docMk/>
            <pc:sldMk cId="2813762664" sldId="261"/>
            <ac:inkMk id="142" creationId="{AA7E9165-A497-938D-37C2-7F6FCB334608}"/>
          </ac:inkMkLst>
        </pc:inkChg>
        <pc:inkChg chg="add mod">
          <ac:chgData name="O'Connor, Jacqueline Antonia" userId="3b9bfa0c-75a1-427e-ae61-7069a76100c3" providerId="ADAL" clId="{8515B688-85A3-4F26-94E9-C96B7C17EB84}" dt="2022-06-22T21:46:16.070" v="1006"/>
          <ac:inkMkLst>
            <pc:docMk/>
            <pc:sldMk cId="2813762664" sldId="261"/>
            <ac:inkMk id="143" creationId="{D89AB1DE-09E1-9158-741A-81B0B1247696}"/>
          </ac:inkMkLst>
        </pc:inkChg>
        <pc:inkChg chg="add mod">
          <ac:chgData name="O'Connor, Jacqueline Antonia" userId="3b9bfa0c-75a1-427e-ae61-7069a76100c3" providerId="ADAL" clId="{8515B688-85A3-4F26-94E9-C96B7C17EB84}" dt="2022-06-22T21:46:16.070" v="1006"/>
          <ac:inkMkLst>
            <pc:docMk/>
            <pc:sldMk cId="2813762664" sldId="261"/>
            <ac:inkMk id="144" creationId="{3894EC4A-0C6C-4908-FE31-E3594E4DDD23}"/>
          </ac:inkMkLst>
        </pc:inkChg>
        <pc:inkChg chg="add">
          <ac:chgData name="O'Connor, Jacqueline Antonia" userId="3b9bfa0c-75a1-427e-ae61-7069a76100c3" providerId="ADAL" clId="{8515B688-85A3-4F26-94E9-C96B7C17EB84}" dt="2022-06-22T21:46:22.699" v="1007" actId="9405"/>
          <ac:inkMkLst>
            <pc:docMk/>
            <pc:sldMk cId="2813762664" sldId="261"/>
            <ac:inkMk id="147" creationId="{59B2B5BA-E368-6FD4-F751-69550EA1BA25}"/>
          </ac:inkMkLst>
        </pc:inkChg>
      </pc:sldChg>
      <pc:sldChg chg="addSp delSp modSp mod">
        <pc:chgData name="O'Connor, Jacqueline Antonia" userId="3b9bfa0c-75a1-427e-ae61-7069a76100c3" providerId="ADAL" clId="{8515B688-85A3-4F26-94E9-C96B7C17EB84}" dt="2022-06-22T21:52:04.108" v="1017"/>
        <pc:sldMkLst>
          <pc:docMk/>
          <pc:sldMk cId="3332041848" sldId="262"/>
        </pc:sldMkLst>
        <pc:grpChg chg="mod">
          <ac:chgData name="O'Connor, Jacqueline Antonia" userId="3b9bfa0c-75a1-427e-ae61-7069a76100c3" providerId="ADAL" clId="{8515B688-85A3-4F26-94E9-C96B7C17EB84}" dt="2022-06-22T21:40:25.836" v="734"/>
          <ac:grpSpMkLst>
            <pc:docMk/>
            <pc:sldMk cId="3332041848" sldId="262"/>
            <ac:grpSpMk id="9" creationId="{C6481245-325F-F537-85AD-57E245A51E98}"/>
          </ac:grpSpMkLst>
        </pc:grpChg>
        <pc:grpChg chg="mod">
          <ac:chgData name="O'Connor, Jacqueline Antonia" userId="3b9bfa0c-75a1-427e-ae61-7069a76100c3" providerId="ADAL" clId="{8515B688-85A3-4F26-94E9-C96B7C17EB84}" dt="2022-06-22T21:40:25.836" v="734"/>
          <ac:grpSpMkLst>
            <pc:docMk/>
            <pc:sldMk cId="3332041848" sldId="262"/>
            <ac:grpSpMk id="10" creationId="{D3BDA27C-013D-81E0-8FEC-A8E40207A1A6}"/>
          </ac:grpSpMkLst>
        </pc:grpChg>
        <pc:grpChg chg="mod">
          <ac:chgData name="O'Connor, Jacqueline Antonia" userId="3b9bfa0c-75a1-427e-ae61-7069a76100c3" providerId="ADAL" clId="{8515B688-85A3-4F26-94E9-C96B7C17EB84}" dt="2022-06-22T21:41:16.808" v="743"/>
          <ac:grpSpMkLst>
            <pc:docMk/>
            <pc:sldMk cId="3332041848" sldId="262"/>
            <ac:grpSpMk id="19" creationId="{EA763DD6-0653-DEE7-EAD0-4CBD8478711D}"/>
          </ac:grpSpMkLst>
        </pc:grpChg>
        <pc:grpChg chg="mod">
          <ac:chgData name="O'Connor, Jacqueline Antonia" userId="3b9bfa0c-75a1-427e-ae61-7069a76100c3" providerId="ADAL" clId="{8515B688-85A3-4F26-94E9-C96B7C17EB84}" dt="2022-06-22T21:41:16.808" v="743"/>
          <ac:grpSpMkLst>
            <pc:docMk/>
            <pc:sldMk cId="3332041848" sldId="262"/>
            <ac:grpSpMk id="20" creationId="{610B7301-0E89-B98F-1EA5-68E46E3CD4D2}"/>
          </ac:grpSpMkLst>
        </pc:grpChg>
        <pc:grpChg chg="mod">
          <ac:chgData name="O'Connor, Jacqueline Antonia" userId="3b9bfa0c-75a1-427e-ae61-7069a76100c3" providerId="ADAL" clId="{8515B688-85A3-4F26-94E9-C96B7C17EB84}" dt="2022-06-22T21:41:22.632" v="755"/>
          <ac:grpSpMkLst>
            <pc:docMk/>
            <pc:sldMk cId="3332041848" sldId="262"/>
            <ac:grpSpMk id="32" creationId="{4A99DE10-D015-B330-EBAF-6663C6DF76BE}"/>
          </ac:grpSpMkLst>
        </pc:grpChg>
        <pc:grpChg chg="del mod">
          <ac:chgData name="O'Connor, Jacqueline Antonia" userId="3b9bfa0c-75a1-427e-ae61-7069a76100c3" providerId="ADAL" clId="{8515B688-85A3-4F26-94E9-C96B7C17EB84}" dt="2022-06-22T21:41:28.907" v="765"/>
          <ac:grpSpMkLst>
            <pc:docMk/>
            <pc:sldMk cId="3332041848" sldId="262"/>
            <ac:grpSpMk id="39" creationId="{C275DFB2-C5F9-2E85-4CBA-130FE7DE9DDA}"/>
          </ac:grpSpMkLst>
        </pc:grpChg>
        <pc:grpChg chg="del mod">
          <ac:chgData name="O'Connor, Jacqueline Antonia" userId="3b9bfa0c-75a1-427e-ae61-7069a76100c3" providerId="ADAL" clId="{8515B688-85A3-4F26-94E9-C96B7C17EB84}" dt="2022-06-22T21:41:30.727" v="767"/>
          <ac:grpSpMkLst>
            <pc:docMk/>
            <pc:sldMk cId="3332041848" sldId="262"/>
            <ac:grpSpMk id="42" creationId="{5DCDEF4A-0759-6F18-595E-4DB3CA83F58A}"/>
          </ac:grpSpMkLst>
        </pc:grpChg>
        <pc:grpChg chg="del mod">
          <ac:chgData name="O'Connor, Jacqueline Antonia" userId="3b9bfa0c-75a1-427e-ae61-7069a76100c3" providerId="ADAL" clId="{8515B688-85A3-4F26-94E9-C96B7C17EB84}" dt="2022-06-22T21:41:35.746" v="772"/>
          <ac:grpSpMkLst>
            <pc:docMk/>
            <pc:sldMk cId="3332041848" sldId="262"/>
            <ac:grpSpMk id="44" creationId="{63BE6B1F-4EB9-0AAC-EB66-BAE999F8D204}"/>
          </ac:grpSpMkLst>
        </pc:grpChg>
        <pc:grpChg chg="del mod">
          <ac:chgData name="O'Connor, Jacqueline Antonia" userId="3b9bfa0c-75a1-427e-ae61-7069a76100c3" providerId="ADAL" clId="{8515B688-85A3-4F26-94E9-C96B7C17EB84}" dt="2022-06-22T21:41:35.746" v="772"/>
          <ac:grpSpMkLst>
            <pc:docMk/>
            <pc:sldMk cId="3332041848" sldId="262"/>
            <ac:grpSpMk id="47" creationId="{1225C9C4-F053-03AA-799D-862ADE46B8AC}"/>
          </ac:grpSpMkLst>
        </pc:grpChg>
        <pc:grpChg chg="del mod">
          <ac:chgData name="O'Connor, Jacqueline Antonia" userId="3b9bfa0c-75a1-427e-ae61-7069a76100c3" providerId="ADAL" clId="{8515B688-85A3-4F26-94E9-C96B7C17EB84}" dt="2022-06-22T21:41:59.785" v="807"/>
          <ac:grpSpMkLst>
            <pc:docMk/>
            <pc:sldMk cId="3332041848" sldId="262"/>
            <ac:grpSpMk id="49" creationId="{A56E3856-D013-56BC-CFDE-AB4BDF1C9010}"/>
          </ac:grpSpMkLst>
        </pc:grpChg>
        <pc:grpChg chg="del mod">
          <ac:chgData name="O'Connor, Jacqueline Antonia" userId="3b9bfa0c-75a1-427e-ae61-7069a76100c3" providerId="ADAL" clId="{8515B688-85A3-4F26-94E9-C96B7C17EB84}" dt="2022-06-22T21:41:43.133" v="779"/>
          <ac:grpSpMkLst>
            <pc:docMk/>
            <pc:sldMk cId="3332041848" sldId="262"/>
            <ac:grpSpMk id="54" creationId="{D2777D9A-E518-77E3-FF10-7CFB5C17EC0F}"/>
          </ac:grpSpMkLst>
        </pc:grpChg>
        <pc:grpChg chg="del mod">
          <ac:chgData name="O'Connor, Jacqueline Antonia" userId="3b9bfa0c-75a1-427e-ae61-7069a76100c3" providerId="ADAL" clId="{8515B688-85A3-4F26-94E9-C96B7C17EB84}" dt="2022-06-22T21:41:45.284" v="784"/>
          <ac:grpSpMkLst>
            <pc:docMk/>
            <pc:sldMk cId="3332041848" sldId="262"/>
            <ac:grpSpMk id="56" creationId="{A0E2263E-C214-87FF-81F6-4226DC9D3B03}"/>
          </ac:grpSpMkLst>
        </pc:grpChg>
        <pc:grpChg chg="del mod">
          <ac:chgData name="O'Connor, Jacqueline Antonia" userId="3b9bfa0c-75a1-427e-ae61-7069a76100c3" providerId="ADAL" clId="{8515B688-85A3-4F26-94E9-C96B7C17EB84}" dt="2022-06-22T21:41:59.785" v="807"/>
          <ac:grpSpMkLst>
            <pc:docMk/>
            <pc:sldMk cId="3332041848" sldId="262"/>
            <ac:grpSpMk id="61" creationId="{1E06F148-6204-9F17-7A8C-91ED37D2DFA6}"/>
          </ac:grpSpMkLst>
        </pc:grpChg>
        <pc:grpChg chg="del mod">
          <ac:chgData name="O'Connor, Jacqueline Antonia" userId="3b9bfa0c-75a1-427e-ae61-7069a76100c3" providerId="ADAL" clId="{8515B688-85A3-4F26-94E9-C96B7C17EB84}" dt="2022-06-22T21:41:48.296" v="790"/>
          <ac:grpSpMkLst>
            <pc:docMk/>
            <pc:sldMk cId="3332041848" sldId="262"/>
            <ac:grpSpMk id="62" creationId="{467A9E41-18AA-8615-3206-CD2BD32F307D}"/>
          </ac:grpSpMkLst>
        </pc:grpChg>
        <pc:grpChg chg="del mod">
          <ac:chgData name="O'Connor, Jacqueline Antonia" userId="3b9bfa0c-75a1-427e-ae61-7069a76100c3" providerId="ADAL" clId="{8515B688-85A3-4F26-94E9-C96B7C17EB84}" dt="2022-06-22T21:41:59.785" v="807"/>
          <ac:grpSpMkLst>
            <pc:docMk/>
            <pc:sldMk cId="3332041848" sldId="262"/>
            <ac:grpSpMk id="68" creationId="{FF455EDC-99F5-EC8C-7B9B-1CFE696B6BE6}"/>
          </ac:grpSpMkLst>
        </pc:grpChg>
        <pc:grpChg chg="del mod">
          <ac:chgData name="O'Connor, Jacqueline Antonia" userId="3b9bfa0c-75a1-427e-ae61-7069a76100c3" providerId="ADAL" clId="{8515B688-85A3-4F26-94E9-C96B7C17EB84}" dt="2022-06-22T21:41:59.785" v="807"/>
          <ac:grpSpMkLst>
            <pc:docMk/>
            <pc:sldMk cId="3332041848" sldId="262"/>
            <ac:grpSpMk id="85" creationId="{C18510C7-D2D2-8A45-550F-EC3C5BA49608}"/>
          </ac:grpSpMkLst>
        </pc:grpChg>
        <pc:grpChg chg="del mod">
          <ac:chgData name="O'Connor, Jacqueline Antonia" userId="3b9bfa0c-75a1-427e-ae61-7069a76100c3" providerId="ADAL" clId="{8515B688-85A3-4F26-94E9-C96B7C17EB84}" dt="2022-06-22T21:42:19.857" v="839"/>
          <ac:grpSpMkLst>
            <pc:docMk/>
            <pc:sldMk cId="3332041848" sldId="262"/>
            <ac:grpSpMk id="86" creationId="{D628A31F-7738-257D-FF91-CFFEA27DD56F}"/>
          </ac:grpSpMkLst>
        </pc:grpChg>
        <pc:grpChg chg="del mod">
          <ac:chgData name="O'Connor, Jacqueline Antonia" userId="3b9bfa0c-75a1-427e-ae61-7069a76100c3" providerId="ADAL" clId="{8515B688-85A3-4F26-94E9-C96B7C17EB84}" dt="2022-06-22T21:42:11.248" v="822"/>
          <ac:grpSpMkLst>
            <pc:docMk/>
            <pc:sldMk cId="3332041848" sldId="262"/>
            <ac:grpSpMk id="95" creationId="{99ACDBBD-F7CC-A4D1-F918-5572B9F48A35}"/>
          </ac:grpSpMkLst>
        </pc:grpChg>
        <pc:grpChg chg="mod">
          <ac:chgData name="O'Connor, Jacqueline Antonia" userId="3b9bfa0c-75a1-427e-ae61-7069a76100c3" providerId="ADAL" clId="{8515B688-85A3-4F26-94E9-C96B7C17EB84}" dt="2022-06-22T21:42:08.208" v="816"/>
          <ac:grpSpMkLst>
            <pc:docMk/>
            <pc:sldMk cId="3332041848" sldId="262"/>
            <ac:grpSpMk id="96" creationId="{B80559CE-AF2D-63CC-BB45-34E529AF5B10}"/>
          </ac:grpSpMkLst>
        </pc:grpChg>
        <pc:grpChg chg="mod">
          <ac:chgData name="O'Connor, Jacqueline Antonia" userId="3b9bfa0c-75a1-427e-ae61-7069a76100c3" providerId="ADAL" clId="{8515B688-85A3-4F26-94E9-C96B7C17EB84}" dt="2022-06-22T21:42:11.248" v="822"/>
          <ac:grpSpMkLst>
            <pc:docMk/>
            <pc:sldMk cId="3332041848" sldId="262"/>
            <ac:grpSpMk id="102" creationId="{F13245A9-66F6-8BC3-90BA-13187C3369F6}"/>
          </ac:grpSpMkLst>
        </pc:grpChg>
        <pc:grpChg chg="del mod">
          <ac:chgData name="O'Connor, Jacqueline Antonia" userId="3b9bfa0c-75a1-427e-ae61-7069a76100c3" providerId="ADAL" clId="{8515B688-85A3-4F26-94E9-C96B7C17EB84}" dt="2022-06-22T21:52:00.439" v="1015"/>
          <ac:grpSpMkLst>
            <pc:docMk/>
            <pc:sldMk cId="3332041848" sldId="262"/>
            <ac:grpSpMk id="119" creationId="{CE6F2F9D-6F77-AF1A-B25B-957D5AE6797C}"/>
          </ac:grpSpMkLst>
        </pc:grpChg>
        <pc:grpChg chg="del mod">
          <ac:chgData name="O'Connor, Jacqueline Antonia" userId="3b9bfa0c-75a1-427e-ae61-7069a76100c3" providerId="ADAL" clId="{8515B688-85A3-4F26-94E9-C96B7C17EB84}" dt="2022-06-22T21:44:49.219" v="958"/>
          <ac:grpSpMkLst>
            <pc:docMk/>
            <pc:sldMk cId="3332041848" sldId="262"/>
            <ac:grpSpMk id="127" creationId="{78B9C998-1418-5DB0-6957-FA098BC79D17}"/>
          </ac:grpSpMkLst>
        </pc:grpChg>
        <pc:grpChg chg="del mod">
          <ac:chgData name="O'Connor, Jacqueline Antonia" userId="3b9bfa0c-75a1-427e-ae61-7069a76100c3" providerId="ADAL" clId="{8515B688-85A3-4F26-94E9-C96B7C17EB84}" dt="2022-06-22T21:42:42.912" v="869"/>
          <ac:grpSpMkLst>
            <pc:docMk/>
            <pc:sldMk cId="3332041848" sldId="262"/>
            <ac:grpSpMk id="144" creationId="{3F9E85E3-B26D-037B-0543-5D43EE9D7689}"/>
          </ac:grpSpMkLst>
        </pc:grpChg>
        <pc:grpChg chg="del mod">
          <ac:chgData name="O'Connor, Jacqueline Antonia" userId="3b9bfa0c-75a1-427e-ae61-7069a76100c3" providerId="ADAL" clId="{8515B688-85A3-4F26-94E9-C96B7C17EB84}" dt="2022-06-22T21:42:44.787" v="873"/>
          <ac:grpSpMkLst>
            <pc:docMk/>
            <pc:sldMk cId="3332041848" sldId="262"/>
            <ac:grpSpMk id="149" creationId="{DA71F9F6-C1CF-5CB6-73A4-56206F6866A8}"/>
          </ac:grpSpMkLst>
        </pc:grpChg>
        <pc:grpChg chg="del mod">
          <ac:chgData name="O'Connor, Jacqueline Antonia" userId="3b9bfa0c-75a1-427e-ae61-7069a76100c3" providerId="ADAL" clId="{8515B688-85A3-4F26-94E9-C96B7C17EB84}" dt="2022-06-22T21:45:09.558" v="994"/>
          <ac:grpSpMkLst>
            <pc:docMk/>
            <pc:sldMk cId="3332041848" sldId="262"/>
            <ac:grpSpMk id="153" creationId="{CEB84DDD-539A-CA8F-B2CE-3743575B3793}"/>
          </ac:grpSpMkLst>
        </pc:grpChg>
        <pc:grpChg chg="mod">
          <ac:chgData name="O'Connor, Jacqueline Antonia" userId="3b9bfa0c-75a1-427e-ae61-7069a76100c3" providerId="ADAL" clId="{8515B688-85A3-4F26-94E9-C96B7C17EB84}" dt="2022-06-22T21:44:02.239" v="881"/>
          <ac:grpSpMkLst>
            <pc:docMk/>
            <pc:sldMk cId="3332041848" sldId="262"/>
            <ac:grpSpMk id="161" creationId="{84941D9B-DC9D-DC87-D7CE-32789AC2A7D4}"/>
          </ac:grpSpMkLst>
        </pc:grpChg>
        <pc:grpChg chg="mod">
          <ac:chgData name="O'Connor, Jacqueline Antonia" userId="3b9bfa0c-75a1-427e-ae61-7069a76100c3" providerId="ADAL" clId="{8515B688-85A3-4F26-94E9-C96B7C17EB84}" dt="2022-06-22T21:44:02.239" v="881"/>
          <ac:grpSpMkLst>
            <pc:docMk/>
            <pc:sldMk cId="3332041848" sldId="262"/>
            <ac:grpSpMk id="162" creationId="{ACAA6586-7CAE-4712-9C46-8762AEAF3282}"/>
          </ac:grpSpMkLst>
        </pc:grpChg>
        <pc:grpChg chg="del mod">
          <ac:chgData name="O'Connor, Jacqueline Antonia" userId="3b9bfa0c-75a1-427e-ae61-7069a76100c3" providerId="ADAL" clId="{8515B688-85A3-4F26-94E9-C96B7C17EB84}" dt="2022-06-22T21:45:09.558" v="994"/>
          <ac:grpSpMkLst>
            <pc:docMk/>
            <pc:sldMk cId="3332041848" sldId="262"/>
            <ac:grpSpMk id="172" creationId="{63288352-E703-0045-E4BF-3EE117267064}"/>
          </ac:grpSpMkLst>
        </pc:grpChg>
        <pc:grpChg chg="del mod">
          <ac:chgData name="O'Connor, Jacqueline Antonia" userId="3b9bfa0c-75a1-427e-ae61-7069a76100c3" providerId="ADAL" clId="{8515B688-85A3-4F26-94E9-C96B7C17EB84}" dt="2022-06-22T21:44:13.902" v="898"/>
          <ac:grpSpMkLst>
            <pc:docMk/>
            <pc:sldMk cId="3332041848" sldId="262"/>
            <ac:grpSpMk id="179" creationId="{0A04BD19-B187-C2D6-8C8C-BF1C8324F4EA}"/>
          </ac:grpSpMkLst>
        </pc:grpChg>
        <pc:grpChg chg="del mod">
          <ac:chgData name="O'Connor, Jacqueline Antonia" userId="3b9bfa0c-75a1-427e-ae61-7069a76100c3" providerId="ADAL" clId="{8515B688-85A3-4F26-94E9-C96B7C17EB84}" dt="2022-06-22T21:44:18.208" v="901"/>
          <ac:grpSpMkLst>
            <pc:docMk/>
            <pc:sldMk cId="3332041848" sldId="262"/>
            <ac:grpSpMk id="180" creationId="{2945902D-3DA0-1CB8-F1BB-4770787EA1B8}"/>
          </ac:grpSpMkLst>
        </pc:grpChg>
        <pc:grpChg chg="del mod">
          <ac:chgData name="O'Connor, Jacqueline Antonia" userId="3b9bfa0c-75a1-427e-ae61-7069a76100c3" providerId="ADAL" clId="{8515B688-85A3-4F26-94E9-C96B7C17EB84}" dt="2022-06-22T21:44:19.992" v="903"/>
          <ac:grpSpMkLst>
            <pc:docMk/>
            <pc:sldMk cId="3332041848" sldId="262"/>
            <ac:grpSpMk id="183" creationId="{3F11A914-424A-98EE-D331-C1518AFBE191}"/>
          </ac:grpSpMkLst>
        </pc:grpChg>
        <pc:grpChg chg="del mod">
          <ac:chgData name="O'Connor, Jacqueline Antonia" userId="3b9bfa0c-75a1-427e-ae61-7069a76100c3" providerId="ADAL" clId="{8515B688-85A3-4F26-94E9-C96B7C17EB84}" dt="2022-06-22T21:44:22.129" v="906"/>
          <ac:grpSpMkLst>
            <pc:docMk/>
            <pc:sldMk cId="3332041848" sldId="262"/>
            <ac:grpSpMk id="185" creationId="{8D5DB2E0-52F8-FD36-BF97-23EF14D849C8}"/>
          </ac:grpSpMkLst>
        </pc:grpChg>
        <pc:grpChg chg="del mod">
          <ac:chgData name="O'Connor, Jacqueline Antonia" userId="3b9bfa0c-75a1-427e-ae61-7069a76100c3" providerId="ADAL" clId="{8515B688-85A3-4F26-94E9-C96B7C17EB84}" dt="2022-06-22T21:44:28.984" v="919"/>
          <ac:grpSpMkLst>
            <pc:docMk/>
            <pc:sldMk cId="3332041848" sldId="262"/>
            <ac:grpSpMk id="188" creationId="{6FB85C6E-DA93-EB5A-C3CC-E04A0907083D}"/>
          </ac:grpSpMkLst>
        </pc:grpChg>
        <pc:grpChg chg="del mod">
          <ac:chgData name="O'Connor, Jacqueline Antonia" userId="3b9bfa0c-75a1-427e-ae61-7069a76100c3" providerId="ADAL" clId="{8515B688-85A3-4F26-94E9-C96B7C17EB84}" dt="2022-06-22T21:44:28.984" v="919"/>
          <ac:grpSpMkLst>
            <pc:docMk/>
            <pc:sldMk cId="3332041848" sldId="262"/>
            <ac:grpSpMk id="201" creationId="{47433221-AAA3-AEFF-46B5-F79E0B246850}"/>
          </ac:grpSpMkLst>
        </pc:grpChg>
        <pc:grpChg chg="del mod">
          <ac:chgData name="O'Connor, Jacqueline Antonia" userId="3b9bfa0c-75a1-427e-ae61-7069a76100c3" providerId="ADAL" clId="{8515B688-85A3-4F26-94E9-C96B7C17EB84}" dt="2022-06-22T21:44:34.400" v="929"/>
          <ac:grpSpMkLst>
            <pc:docMk/>
            <pc:sldMk cId="3332041848" sldId="262"/>
            <ac:grpSpMk id="202" creationId="{C235C827-3EAD-2097-7447-16D81DDE09F0}"/>
          </ac:grpSpMkLst>
        </pc:grpChg>
        <pc:grpChg chg="del mod">
          <ac:chgData name="O'Connor, Jacqueline Antonia" userId="3b9bfa0c-75a1-427e-ae61-7069a76100c3" providerId="ADAL" clId="{8515B688-85A3-4F26-94E9-C96B7C17EB84}" dt="2022-06-22T21:44:40.110" v="939"/>
          <ac:grpSpMkLst>
            <pc:docMk/>
            <pc:sldMk cId="3332041848" sldId="262"/>
            <ac:grpSpMk id="212" creationId="{58834524-9EF5-F339-3E3D-A86936E32380}"/>
          </ac:grpSpMkLst>
        </pc:grpChg>
        <pc:grpChg chg="del mod">
          <ac:chgData name="O'Connor, Jacqueline Antonia" userId="3b9bfa0c-75a1-427e-ae61-7069a76100c3" providerId="ADAL" clId="{8515B688-85A3-4F26-94E9-C96B7C17EB84}" dt="2022-06-22T21:45:02.157" v="983"/>
          <ac:grpSpMkLst>
            <pc:docMk/>
            <pc:sldMk cId="3332041848" sldId="262"/>
            <ac:grpSpMk id="222" creationId="{32D055F1-4CD3-2CF7-837C-BFCCAD8E9C25}"/>
          </ac:grpSpMkLst>
        </pc:grpChg>
        <pc:grpChg chg="del mod">
          <ac:chgData name="O'Connor, Jacqueline Antonia" userId="3b9bfa0c-75a1-427e-ae61-7069a76100c3" providerId="ADAL" clId="{8515B688-85A3-4F26-94E9-C96B7C17EB84}" dt="2022-06-22T21:45:09.558" v="994"/>
          <ac:grpSpMkLst>
            <pc:docMk/>
            <pc:sldMk cId="3332041848" sldId="262"/>
            <ac:grpSpMk id="241" creationId="{2E60019E-2089-A8F0-05F2-853B851818AD}"/>
          </ac:grpSpMkLst>
        </pc:grpChg>
        <pc:grpChg chg="mod">
          <ac:chgData name="O'Connor, Jacqueline Antonia" userId="3b9bfa0c-75a1-427e-ae61-7069a76100c3" providerId="ADAL" clId="{8515B688-85A3-4F26-94E9-C96B7C17EB84}" dt="2022-06-22T21:44:49.219" v="958"/>
          <ac:grpSpMkLst>
            <pc:docMk/>
            <pc:sldMk cId="3332041848" sldId="262"/>
            <ac:grpSpMk id="242" creationId="{7037CFC7-79D3-31CA-2BE4-C868B9A59A6A}"/>
          </ac:grpSpMkLst>
        </pc:grpChg>
        <pc:grpChg chg="mod">
          <ac:chgData name="O'Connor, Jacqueline Antonia" userId="3b9bfa0c-75a1-427e-ae61-7069a76100c3" providerId="ADAL" clId="{8515B688-85A3-4F26-94E9-C96B7C17EB84}" dt="2022-06-22T21:44:49.219" v="958"/>
          <ac:grpSpMkLst>
            <pc:docMk/>
            <pc:sldMk cId="3332041848" sldId="262"/>
            <ac:grpSpMk id="243" creationId="{5D21EA73-9C8D-DA47-6671-5AFB4C3507D0}"/>
          </ac:grpSpMkLst>
        </pc:grpChg>
        <pc:grpChg chg="del mod">
          <ac:chgData name="O'Connor, Jacqueline Antonia" userId="3b9bfa0c-75a1-427e-ae61-7069a76100c3" providerId="ADAL" clId="{8515B688-85A3-4F26-94E9-C96B7C17EB84}" dt="2022-06-22T21:45:07.394" v="991"/>
          <ac:grpSpMkLst>
            <pc:docMk/>
            <pc:sldMk cId="3332041848" sldId="262"/>
            <ac:grpSpMk id="253" creationId="{601D2E24-AD1E-9E57-9BE5-D67A3436674C}"/>
          </ac:grpSpMkLst>
        </pc:grpChg>
        <pc:grpChg chg="del mod">
          <ac:chgData name="O'Connor, Jacqueline Antonia" userId="3b9bfa0c-75a1-427e-ae61-7069a76100c3" providerId="ADAL" clId="{8515B688-85A3-4F26-94E9-C96B7C17EB84}" dt="2022-06-22T21:52:04.108" v="1017"/>
          <ac:grpSpMkLst>
            <pc:docMk/>
            <pc:sldMk cId="3332041848" sldId="262"/>
            <ac:grpSpMk id="268" creationId="{AA19426C-0E28-4801-29BB-BCBC6725EA2D}"/>
          </ac:grpSpMkLst>
        </pc:grpChg>
        <pc:grpChg chg="del mod">
          <ac:chgData name="O'Connor, Jacqueline Antonia" userId="3b9bfa0c-75a1-427e-ae61-7069a76100c3" providerId="ADAL" clId="{8515B688-85A3-4F26-94E9-C96B7C17EB84}" dt="2022-06-22T21:45:09.558" v="994"/>
          <ac:grpSpMkLst>
            <pc:docMk/>
            <pc:sldMk cId="3332041848" sldId="262"/>
            <ac:grpSpMk id="276" creationId="{5D8A18BC-FE9E-5B49-DB79-B30807A2D85E}"/>
          </ac:grpSpMkLst>
        </pc:grpChg>
        <pc:grpChg chg="del mod">
          <ac:chgData name="O'Connor, Jacqueline Antonia" userId="3b9bfa0c-75a1-427e-ae61-7069a76100c3" providerId="ADAL" clId="{8515B688-85A3-4F26-94E9-C96B7C17EB84}" dt="2022-06-22T21:46:37.034" v="1013"/>
          <ac:grpSpMkLst>
            <pc:docMk/>
            <pc:sldMk cId="3332041848" sldId="262"/>
            <ac:grpSpMk id="279" creationId="{4FB2C95B-4971-E092-86C4-57238D3524DA}"/>
          </ac:grpSpMkLst>
        </pc:grpChg>
        <pc:grpChg chg="mod">
          <ac:chgData name="O'Connor, Jacqueline Antonia" userId="3b9bfa0c-75a1-427e-ae61-7069a76100c3" providerId="ADAL" clId="{8515B688-85A3-4F26-94E9-C96B7C17EB84}" dt="2022-06-22T21:46:37.034" v="1013"/>
          <ac:grpSpMkLst>
            <pc:docMk/>
            <pc:sldMk cId="3332041848" sldId="262"/>
            <ac:grpSpMk id="282" creationId="{4167AD11-B569-CF32-9CA3-BC1EBF8EED0A}"/>
          </ac:grpSpMkLst>
        </pc:grpChg>
        <pc:grpChg chg="mod">
          <ac:chgData name="O'Connor, Jacqueline Antonia" userId="3b9bfa0c-75a1-427e-ae61-7069a76100c3" providerId="ADAL" clId="{8515B688-85A3-4F26-94E9-C96B7C17EB84}" dt="2022-06-22T21:52:00.439" v="1015"/>
          <ac:grpSpMkLst>
            <pc:docMk/>
            <pc:sldMk cId="3332041848" sldId="262"/>
            <ac:grpSpMk id="284" creationId="{6A7DF749-0A36-87C0-3135-7A698B0DA186}"/>
          </ac:grpSpMkLst>
        </pc:grpChg>
        <pc:grpChg chg="mod">
          <ac:chgData name="O'Connor, Jacqueline Antonia" userId="3b9bfa0c-75a1-427e-ae61-7069a76100c3" providerId="ADAL" clId="{8515B688-85A3-4F26-94E9-C96B7C17EB84}" dt="2022-06-22T21:52:04.108" v="1017"/>
          <ac:grpSpMkLst>
            <pc:docMk/>
            <pc:sldMk cId="3332041848" sldId="262"/>
            <ac:grpSpMk id="286" creationId="{27E7CD4C-4A2E-622F-EEEA-DF6C4726EE82}"/>
          </ac:grpSpMkLst>
        </pc:grpChg>
        <pc:inkChg chg="add mod">
          <ac:chgData name="O'Connor, Jacqueline Antonia" userId="3b9bfa0c-75a1-427e-ae61-7069a76100c3" providerId="ADAL" clId="{8515B688-85A3-4F26-94E9-C96B7C17EB84}" dt="2022-06-22T21:40:25.836" v="734"/>
          <ac:inkMkLst>
            <pc:docMk/>
            <pc:sldMk cId="3332041848" sldId="262"/>
            <ac:inkMk id="2" creationId="{197D9816-733E-AE35-5761-8471DF7B1C91}"/>
          </ac:inkMkLst>
        </pc:inkChg>
        <pc:inkChg chg="add mod">
          <ac:chgData name="O'Connor, Jacqueline Antonia" userId="3b9bfa0c-75a1-427e-ae61-7069a76100c3" providerId="ADAL" clId="{8515B688-85A3-4F26-94E9-C96B7C17EB84}" dt="2022-06-22T21:40:25.836" v="734"/>
          <ac:inkMkLst>
            <pc:docMk/>
            <pc:sldMk cId="3332041848" sldId="262"/>
            <ac:inkMk id="3" creationId="{2DF230BC-7836-D0CD-9840-765C86402130}"/>
          </ac:inkMkLst>
        </pc:inkChg>
        <pc:inkChg chg="add mod">
          <ac:chgData name="O'Connor, Jacqueline Antonia" userId="3b9bfa0c-75a1-427e-ae61-7069a76100c3" providerId="ADAL" clId="{8515B688-85A3-4F26-94E9-C96B7C17EB84}" dt="2022-06-22T21:40:25.836" v="734"/>
          <ac:inkMkLst>
            <pc:docMk/>
            <pc:sldMk cId="3332041848" sldId="262"/>
            <ac:inkMk id="4" creationId="{03206574-8A95-F435-628B-386C00D61E38}"/>
          </ac:inkMkLst>
        </pc:inkChg>
        <pc:inkChg chg="add mod">
          <ac:chgData name="O'Connor, Jacqueline Antonia" userId="3b9bfa0c-75a1-427e-ae61-7069a76100c3" providerId="ADAL" clId="{8515B688-85A3-4F26-94E9-C96B7C17EB84}" dt="2022-06-22T21:40:25.836" v="734"/>
          <ac:inkMkLst>
            <pc:docMk/>
            <pc:sldMk cId="3332041848" sldId="262"/>
            <ac:inkMk id="5" creationId="{2F7910BB-4575-4533-D032-4DFCDD4E8B94}"/>
          </ac:inkMkLst>
        </pc:inkChg>
        <pc:inkChg chg="add mod">
          <ac:chgData name="O'Connor, Jacqueline Antonia" userId="3b9bfa0c-75a1-427e-ae61-7069a76100c3" providerId="ADAL" clId="{8515B688-85A3-4F26-94E9-C96B7C17EB84}" dt="2022-06-22T21:40:25.836" v="734"/>
          <ac:inkMkLst>
            <pc:docMk/>
            <pc:sldMk cId="3332041848" sldId="262"/>
            <ac:inkMk id="6" creationId="{0127CD5C-3B60-7DA9-ACFF-38110B30ABA8}"/>
          </ac:inkMkLst>
        </pc:inkChg>
        <pc:inkChg chg="add mod">
          <ac:chgData name="O'Connor, Jacqueline Antonia" userId="3b9bfa0c-75a1-427e-ae61-7069a76100c3" providerId="ADAL" clId="{8515B688-85A3-4F26-94E9-C96B7C17EB84}" dt="2022-06-22T21:40:25.836" v="734"/>
          <ac:inkMkLst>
            <pc:docMk/>
            <pc:sldMk cId="3332041848" sldId="262"/>
            <ac:inkMk id="7" creationId="{DAFFA10A-F809-7A62-EA11-DA711005202F}"/>
          </ac:inkMkLst>
        </pc:inkChg>
        <pc:inkChg chg="add mod">
          <ac:chgData name="O'Connor, Jacqueline Antonia" userId="3b9bfa0c-75a1-427e-ae61-7069a76100c3" providerId="ADAL" clId="{8515B688-85A3-4F26-94E9-C96B7C17EB84}" dt="2022-06-22T21:40:25.836" v="734"/>
          <ac:inkMkLst>
            <pc:docMk/>
            <pc:sldMk cId="3332041848" sldId="262"/>
            <ac:inkMk id="8" creationId="{9A85CD95-6F0E-0081-9362-E4EBFA160507}"/>
          </ac:inkMkLst>
        </pc:inkChg>
        <pc:inkChg chg="add mod">
          <ac:chgData name="O'Connor, Jacqueline Antonia" userId="3b9bfa0c-75a1-427e-ae61-7069a76100c3" providerId="ADAL" clId="{8515B688-85A3-4F26-94E9-C96B7C17EB84}" dt="2022-06-22T21:41:16.808" v="743"/>
          <ac:inkMkLst>
            <pc:docMk/>
            <pc:sldMk cId="3332041848" sldId="262"/>
            <ac:inkMk id="11" creationId="{C547BA59-6072-8C5F-4549-F261B481C22A}"/>
          </ac:inkMkLst>
        </pc:inkChg>
        <pc:inkChg chg="add mod">
          <ac:chgData name="O'Connor, Jacqueline Antonia" userId="3b9bfa0c-75a1-427e-ae61-7069a76100c3" providerId="ADAL" clId="{8515B688-85A3-4F26-94E9-C96B7C17EB84}" dt="2022-06-22T21:41:16.808" v="743"/>
          <ac:inkMkLst>
            <pc:docMk/>
            <pc:sldMk cId="3332041848" sldId="262"/>
            <ac:inkMk id="12" creationId="{08FCE510-277D-8713-F720-C520B1B70EBB}"/>
          </ac:inkMkLst>
        </pc:inkChg>
        <pc:inkChg chg="add mod">
          <ac:chgData name="O'Connor, Jacqueline Antonia" userId="3b9bfa0c-75a1-427e-ae61-7069a76100c3" providerId="ADAL" clId="{8515B688-85A3-4F26-94E9-C96B7C17EB84}" dt="2022-06-22T21:41:16.808" v="743"/>
          <ac:inkMkLst>
            <pc:docMk/>
            <pc:sldMk cId="3332041848" sldId="262"/>
            <ac:inkMk id="13" creationId="{FE3C81B1-B797-37E2-6B00-447EE3A527CF}"/>
          </ac:inkMkLst>
        </pc:inkChg>
        <pc:inkChg chg="add mod">
          <ac:chgData name="O'Connor, Jacqueline Antonia" userId="3b9bfa0c-75a1-427e-ae61-7069a76100c3" providerId="ADAL" clId="{8515B688-85A3-4F26-94E9-C96B7C17EB84}" dt="2022-06-22T21:41:16.808" v="743"/>
          <ac:inkMkLst>
            <pc:docMk/>
            <pc:sldMk cId="3332041848" sldId="262"/>
            <ac:inkMk id="14" creationId="{152CD575-7030-E768-BD07-68E5E4BCC24F}"/>
          </ac:inkMkLst>
        </pc:inkChg>
        <pc:inkChg chg="add mod">
          <ac:chgData name="O'Connor, Jacqueline Antonia" userId="3b9bfa0c-75a1-427e-ae61-7069a76100c3" providerId="ADAL" clId="{8515B688-85A3-4F26-94E9-C96B7C17EB84}" dt="2022-06-22T21:41:16.808" v="743"/>
          <ac:inkMkLst>
            <pc:docMk/>
            <pc:sldMk cId="3332041848" sldId="262"/>
            <ac:inkMk id="15" creationId="{B0E61A30-9861-A365-76A6-853710D5EFCF}"/>
          </ac:inkMkLst>
        </pc:inkChg>
        <pc:inkChg chg="add mod">
          <ac:chgData name="O'Connor, Jacqueline Antonia" userId="3b9bfa0c-75a1-427e-ae61-7069a76100c3" providerId="ADAL" clId="{8515B688-85A3-4F26-94E9-C96B7C17EB84}" dt="2022-06-22T21:41:16.808" v="743"/>
          <ac:inkMkLst>
            <pc:docMk/>
            <pc:sldMk cId="3332041848" sldId="262"/>
            <ac:inkMk id="16" creationId="{5064598B-3347-1CA3-6B0D-796EB3E4FAE5}"/>
          </ac:inkMkLst>
        </pc:inkChg>
        <pc:inkChg chg="add mod">
          <ac:chgData name="O'Connor, Jacqueline Antonia" userId="3b9bfa0c-75a1-427e-ae61-7069a76100c3" providerId="ADAL" clId="{8515B688-85A3-4F26-94E9-C96B7C17EB84}" dt="2022-06-22T21:41:16.808" v="743"/>
          <ac:inkMkLst>
            <pc:docMk/>
            <pc:sldMk cId="3332041848" sldId="262"/>
            <ac:inkMk id="17" creationId="{60903262-FFF1-0D13-1336-F9DE036F7891}"/>
          </ac:inkMkLst>
        </pc:inkChg>
        <pc:inkChg chg="add mod">
          <ac:chgData name="O'Connor, Jacqueline Antonia" userId="3b9bfa0c-75a1-427e-ae61-7069a76100c3" providerId="ADAL" clId="{8515B688-85A3-4F26-94E9-C96B7C17EB84}" dt="2022-06-22T21:41:16.808" v="743"/>
          <ac:inkMkLst>
            <pc:docMk/>
            <pc:sldMk cId="3332041848" sldId="262"/>
            <ac:inkMk id="18" creationId="{8FDF904A-37DF-AAD9-3029-105D0D4D1549}"/>
          </ac:inkMkLst>
        </pc:inkChg>
        <pc:inkChg chg="add mod">
          <ac:chgData name="O'Connor, Jacqueline Antonia" userId="3b9bfa0c-75a1-427e-ae61-7069a76100c3" providerId="ADAL" clId="{8515B688-85A3-4F26-94E9-C96B7C17EB84}" dt="2022-06-22T21:41:22.632" v="755"/>
          <ac:inkMkLst>
            <pc:docMk/>
            <pc:sldMk cId="3332041848" sldId="262"/>
            <ac:inkMk id="21" creationId="{C6A0E386-BBC7-9D89-EF16-D9C8F83A5D71}"/>
          </ac:inkMkLst>
        </pc:inkChg>
        <pc:inkChg chg="add mod">
          <ac:chgData name="O'Connor, Jacqueline Antonia" userId="3b9bfa0c-75a1-427e-ae61-7069a76100c3" providerId="ADAL" clId="{8515B688-85A3-4F26-94E9-C96B7C17EB84}" dt="2022-06-22T21:41:22.632" v="755"/>
          <ac:inkMkLst>
            <pc:docMk/>
            <pc:sldMk cId="3332041848" sldId="262"/>
            <ac:inkMk id="22" creationId="{E430C369-F24B-3D70-92D7-CB4029AAE650}"/>
          </ac:inkMkLst>
        </pc:inkChg>
        <pc:inkChg chg="add mod">
          <ac:chgData name="O'Connor, Jacqueline Antonia" userId="3b9bfa0c-75a1-427e-ae61-7069a76100c3" providerId="ADAL" clId="{8515B688-85A3-4F26-94E9-C96B7C17EB84}" dt="2022-06-22T21:41:22.632" v="755"/>
          <ac:inkMkLst>
            <pc:docMk/>
            <pc:sldMk cId="3332041848" sldId="262"/>
            <ac:inkMk id="23" creationId="{9B65940E-F53D-CB53-E5F8-910BB28C614D}"/>
          </ac:inkMkLst>
        </pc:inkChg>
        <pc:inkChg chg="add mod">
          <ac:chgData name="O'Connor, Jacqueline Antonia" userId="3b9bfa0c-75a1-427e-ae61-7069a76100c3" providerId="ADAL" clId="{8515B688-85A3-4F26-94E9-C96B7C17EB84}" dt="2022-06-22T21:41:22.632" v="755"/>
          <ac:inkMkLst>
            <pc:docMk/>
            <pc:sldMk cId="3332041848" sldId="262"/>
            <ac:inkMk id="24" creationId="{E40D1ED4-A81A-C3BB-9B9F-D144B82ACFFB}"/>
          </ac:inkMkLst>
        </pc:inkChg>
        <pc:inkChg chg="add mod">
          <ac:chgData name="O'Connor, Jacqueline Antonia" userId="3b9bfa0c-75a1-427e-ae61-7069a76100c3" providerId="ADAL" clId="{8515B688-85A3-4F26-94E9-C96B7C17EB84}" dt="2022-06-22T21:41:22.632" v="755"/>
          <ac:inkMkLst>
            <pc:docMk/>
            <pc:sldMk cId="3332041848" sldId="262"/>
            <ac:inkMk id="25" creationId="{6EE4B821-8FA5-D24E-D443-0BC435F032C2}"/>
          </ac:inkMkLst>
        </pc:inkChg>
        <pc:inkChg chg="add mod">
          <ac:chgData name="O'Connor, Jacqueline Antonia" userId="3b9bfa0c-75a1-427e-ae61-7069a76100c3" providerId="ADAL" clId="{8515B688-85A3-4F26-94E9-C96B7C17EB84}" dt="2022-06-22T21:41:22.632" v="755"/>
          <ac:inkMkLst>
            <pc:docMk/>
            <pc:sldMk cId="3332041848" sldId="262"/>
            <ac:inkMk id="26" creationId="{544DFDAD-9139-7AE6-0D63-52FAA3BAA726}"/>
          </ac:inkMkLst>
        </pc:inkChg>
        <pc:inkChg chg="add mod">
          <ac:chgData name="O'Connor, Jacqueline Antonia" userId="3b9bfa0c-75a1-427e-ae61-7069a76100c3" providerId="ADAL" clId="{8515B688-85A3-4F26-94E9-C96B7C17EB84}" dt="2022-06-22T21:41:22.632" v="755"/>
          <ac:inkMkLst>
            <pc:docMk/>
            <pc:sldMk cId="3332041848" sldId="262"/>
            <ac:inkMk id="27" creationId="{C13AF345-2261-A04A-9E78-F01E9ED42FB9}"/>
          </ac:inkMkLst>
        </pc:inkChg>
        <pc:inkChg chg="add mod">
          <ac:chgData name="O'Connor, Jacqueline Antonia" userId="3b9bfa0c-75a1-427e-ae61-7069a76100c3" providerId="ADAL" clId="{8515B688-85A3-4F26-94E9-C96B7C17EB84}" dt="2022-06-22T21:41:22.632" v="755"/>
          <ac:inkMkLst>
            <pc:docMk/>
            <pc:sldMk cId="3332041848" sldId="262"/>
            <ac:inkMk id="28" creationId="{C532B827-90B7-1190-A948-8C4D60BEF633}"/>
          </ac:inkMkLst>
        </pc:inkChg>
        <pc:inkChg chg="add mod">
          <ac:chgData name="O'Connor, Jacqueline Antonia" userId="3b9bfa0c-75a1-427e-ae61-7069a76100c3" providerId="ADAL" clId="{8515B688-85A3-4F26-94E9-C96B7C17EB84}" dt="2022-06-22T21:41:22.632" v="755"/>
          <ac:inkMkLst>
            <pc:docMk/>
            <pc:sldMk cId="3332041848" sldId="262"/>
            <ac:inkMk id="29" creationId="{74EA0545-EAD0-EDFA-4A56-DAE0324D0350}"/>
          </ac:inkMkLst>
        </pc:inkChg>
        <pc:inkChg chg="add mod">
          <ac:chgData name="O'Connor, Jacqueline Antonia" userId="3b9bfa0c-75a1-427e-ae61-7069a76100c3" providerId="ADAL" clId="{8515B688-85A3-4F26-94E9-C96B7C17EB84}" dt="2022-06-22T21:41:22.632" v="755"/>
          <ac:inkMkLst>
            <pc:docMk/>
            <pc:sldMk cId="3332041848" sldId="262"/>
            <ac:inkMk id="30" creationId="{5484908D-9B5D-9F71-B1F8-9B16507BD9D7}"/>
          </ac:inkMkLst>
        </pc:inkChg>
        <pc:inkChg chg="add mod">
          <ac:chgData name="O'Connor, Jacqueline Antonia" userId="3b9bfa0c-75a1-427e-ae61-7069a76100c3" providerId="ADAL" clId="{8515B688-85A3-4F26-94E9-C96B7C17EB84}" dt="2022-06-22T21:41:22.632" v="755"/>
          <ac:inkMkLst>
            <pc:docMk/>
            <pc:sldMk cId="3332041848" sldId="262"/>
            <ac:inkMk id="31" creationId="{64585BD6-258F-ADA4-F27C-1491693FD187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33" creationId="{F15C9314-5795-F3E6-3C3C-9061F820525A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34" creationId="{0FD3DE28-4BB7-B74D-F878-EECC0C7200CC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35" creationId="{292C43D3-8EFF-567E-8640-91BA88DAFA76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36" creationId="{74D86740-EE29-A67C-A4BB-3E1BAF039353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37" creationId="{A0F9E02E-5B38-7906-C7B9-E96270DB773C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38" creationId="{8FC49FE0-694E-0929-F5F0-A968BA678F86}"/>
          </ac:inkMkLst>
        </pc:inkChg>
        <pc:inkChg chg="add mod">
          <ac:chgData name="O'Connor, Jacqueline Antonia" userId="3b9bfa0c-75a1-427e-ae61-7069a76100c3" providerId="ADAL" clId="{8515B688-85A3-4F26-94E9-C96B7C17EB84}" dt="2022-06-22T21:41:59.785" v="807"/>
          <ac:inkMkLst>
            <pc:docMk/>
            <pc:sldMk cId="3332041848" sldId="262"/>
            <ac:inkMk id="40" creationId="{690DDEA1-6EF2-B441-8A4E-710812D2B6F1}"/>
          </ac:inkMkLst>
        </pc:inkChg>
        <pc:inkChg chg="add mod">
          <ac:chgData name="O'Connor, Jacqueline Antonia" userId="3b9bfa0c-75a1-427e-ae61-7069a76100c3" providerId="ADAL" clId="{8515B688-85A3-4F26-94E9-C96B7C17EB84}" dt="2022-06-22T21:41:59.785" v="807"/>
          <ac:inkMkLst>
            <pc:docMk/>
            <pc:sldMk cId="3332041848" sldId="262"/>
            <ac:inkMk id="41" creationId="{A5C33C3F-7676-FD5C-12E6-A0A62D9CBE2A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43" creationId="{B8C117E4-6492-91F3-60A2-1AC1E19DC521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45" creationId="{3439553B-1F54-C9E1-4057-47A5DAE13552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46" creationId="{075FBBF1-6D71-6CE5-5158-F0DF6D825542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48" creationId="{E04F96A4-3860-9187-3FEF-4BB7F396DE4E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50" creationId="{2A7AFD94-9697-322B-513D-47B36419C238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51" creationId="{8E816429-E906-FF6F-BAB3-B3891252AAE2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52" creationId="{912216B3-424C-F418-E70F-1DAF53143034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53" creationId="{41BBFF1D-5DF1-01E3-6BB8-14D433840BE1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55" creationId="{E5A33032-3C4D-FB69-99BE-595C03E3A0FF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57" creationId="{AC7E1224-30B9-ACCC-67C8-59BB49C2F597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58" creationId="{8A521697-52C1-95DC-D669-7BFD59504540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59" creationId="{28D81831-8BCA-29CC-2979-B36F63B1C156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60" creationId="{3F87FFA0-E28B-9D78-6A08-63287DC9E281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63" creationId="{46BAF9AF-6B73-DA4F-CC2E-C4F6D6E0B173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64" creationId="{56BFA051-F6D8-0296-3B48-E34CCD81CD2E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65" creationId="{2FC51A76-4B7F-4C7F-ABEE-C0FCC63A9605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66" creationId="{B78070E8-7300-790E-D328-1E53857ADB89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67" creationId="{0D05A3ED-773F-6F6E-8869-65D6EA01805D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69" creationId="{F351084D-465B-C486-FAFD-8FB407956E23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70" creationId="{AC96D635-2EA5-94FA-53AD-77410A015F61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71" creationId="{116044CB-6766-7645-8CAC-8CCA9C001836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72" creationId="{61F68C2B-8D1F-6C16-2096-994987CEB478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73" creationId="{8B679A29-1D55-9C8D-76EE-AE8EA2209824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74" creationId="{022AAC84-9AFA-2459-9C8B-304C0F0A0E13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75" creationId="{23881350-4899-701E-F4C2-A4B905D10860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76" creationId="{EE09098B-CC51-D412-2B1D-45788C1CE555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77" creationId="{0C15CC1C-9B2E-DF34-4358-84B3426867DE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78" creationId="{BF40B981-162F-3047-2F6D-6E8745E22DC4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79" creationId="{8480B9EB-0D7C-CCA1-1B2D-8C4479BA40BA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80" creationId="{B092BE29-B257-B8B5-16CE-C41E8A529495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81" creationId="{63517EC9-E630-ED54-5454-17A35D47054B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82" creationId="{989BB08A-1951-9919-C0AB-7B2763D7F59D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83" creationId="{982F1D47-D2D4-5BFB-ABD0-987FE703D48A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84" creationId="{BB830EE3-1F7F-BBEE-65C8-BFA5487AC11D}"/>
          </ac:inkMkLst>
        </pc:inkChg>
        <pc:inkChg chg="add">
          <ac:chgData name="O'Connor, Jacqueline Antonia" userId="3b9bfa0c-75a1-427e-ae61-7069a76100c3" providerId="ADAL" clId="{8515B688-85A3-4F26-94E9-C96B7C17EB84}" dt="2022-06-22T21:42:02.730" v="808" actId="9405"/>
          <ac:inkMkLst>
            <pc:docMk/>
            <pc:sldMk cId="3332041848" sldId="262"/>
            <ac:inkMk id="87" creationId="{8B5C133C-C653-D0F4-BB1E-F7E55AD33946}"/>
          </ac:inkMkLst>
        </pc:inkChg>
        <pc:inkChg chg="add mod">
          <ac:chgData name="O'Connor, Jacqueline Antonia" userId="3b9bfa0c-75a1-427e-ae61-7069a76100c3" providerId="ADAL" clId="{8515B688-85A3-4F26-94E9-C96B7C17EB84}" dt="2022-06-22T21:42:08.208" v="816"/>
          <ac:inkMkLst>
            <pc:docMk/>
            <pc:sldMk cId="3332041848" sldId="262"/>
            <ac:inkMk id="88" creationId="{E8239517-8E5C-9F6A-01A4-2E6D84008647}"/>
          </ac:inkMkLst>
        </pc:inkChg>
        <pc:inkChg chg="add mod">
          <ac:chgData name="O'Connor, Jacqueline Antonia" userId="3b9bfa0c-75a1-427e-ae61-7069a76100c3" providerId="ADAL" clId="{8515B688-85A3-4F26-94E9-C96B7C17EB84}" dt="2022-06-22T21:42:08.208" v="816"/>
          <ac:inkMkLst>
            <pc:docMk/>
            <pc:sldMk cId="3332041848" sldId="262"/>
            <ac:inkMk id="89" creationId="{C1B11EF6-E020-0112-9ABC-540705E6BD7E}"/>
          </ac:inkMkLst>
        </pc:inkChg>
        <pc:inkChg chg="add mod">
          <ac:chgData name="O'Connor, Jacqueline Antonia" userId="3b9bfa0c-75a1-427e-ae61-7069a76100c3" providerId="ADAL" clId="{8515B688-85A3-4F26-94E9-C96B7C17EB84}" dt="2022-06-22T21:42:08.208" v="816"/>
          <ac:inkMkLst>
            <pc:docMk/>
            <pc:sldMk cId="3332041848" sldId="262"/>
            <ac:inkMk id="90" creationId="{5FBAFBCA-CE4F-37AA-F7DA-4CCC994EDE1C}"/>
          </ac:inkMkLst>
        </pc:inkChg>
        <pc:inkChg chg="add mod">
          <ac:chgData name="O'Connor, Jacqueline Antonia" userId="3b9bfa0c-75a1-427e-ae61-7069a76100c3" providerId="ADAL" clId="{8515B688-85A3-4F26-94E9-C96B7C17EB84}" dt="2022-06-22T21:42:08.208" v="816"/>
          <ac:inkMkLst>
            <pc:docMk/>
            <pc:sldMk cId="3332041848" sldId="262"/>
            <ac:inkMk id="91" creationId="{38E19817-D1D1-12EA-B5D4-B51808ABE042}"/>
          </ac:inkMkLst>
        </pc:inkChg>
        <pc:inkChg chg="add mod">
          <ac:chgData name="O'Connor, Jacqueline Antonia" userId="3b9bfa0c-75a1-427e-ae61-7069a76100c3" providerId="ADAL" clId="{8515B688-85A3-4F26-94E9-C96B7C17EB84}" dt="2022-06-22T21:42:11.248" v="822"/>
          <ac:inkMkLst>
            <pc:docMk/>
            <pc:sldMk cId="3332041848" sldId="262"/>
            <ac:inkMk id="92" creationId="{B0867F1F-EF16-E310-209A-BF7467BDD41B}"/>
          </ac:inkMkLst>
        </pc:inkChg>
        <pc:inkChg chg="add mod">
          <ac:chgData name="O'Connor, Jacqueline Antonia" userId="3b9bfa0c-75a1-427e-ae61-7069a76100c3" providerId="ADAL" clId="{8515B688-85A3-4F26-94E9-C96B7C17EB84}" dt="2022-06-22T21:42:11.248" v="822"/>
          <ac:inkMkLst>
            <pc:docMk/>
            <pc:sldMk cId="3332041848" sldId="262"/>
            <ac:inkMk id="93" creationId="{B9AF6354-B6D7-70EC-2578-FFB973ED1E8A}"/>
          </ac:inkMkLst>
        </pc:inkChg>
        <pc:inkChg chg="add mod">
          <ac:chgData name="O'Connor, Jacqueline Antonia" userId="3b9bfa0c-75a1-427e-ae61-7069a76100c3" providerId="ADAL" clId="{8515B688-85A3-4F26-94E9-C96B7C17EB84}" dt="2022-06-22T21:42:11.248" v="822"/>
          <ac:inkMkLst>
            <pc:docMk/>
            <pc:sldMk cId="3332041848" sldId="262"/>
            <ac:inkMk id="94" creationId="{6425A4A1-B066-4E3E-CF21-C7DA829FA2E6}"/>
          </ac:inkMkLst>
        </pc:inkChg>
        <pc:inkChg chg="add mod">
          <ac:chgData name="O'Connor, Jacqueline Antonia" userId="3b9bfa0c-75a1-427e-ae61-7069a76100c3" providerId="ADAL" clId="{8515B688-85A3-4F26-94E9-C96B7C17EB84}" dt="2022-06-22T21:42:11.248" v="822"/>
          <ac:inkMkLst>
            <pc:docMk/>
            <pc:sldMk cId="3332041848" sldId="262"/>
            <ac:inkMk id="97" creationId="{40758431-CA1D-3BA4-FCC6-38C3B209B7CD}"/>
          </ac:inkMkLst>
        </pc:inkChg>
        <pc:inkChg chg="add mod">
          <ac:chgData name="O'Connor, Jacqueline Antonia" userId="3b9bfa0c-75a1-427e-ae61-7069a76100c3" providerId="ADAL" clId="{8515B688-85A3-4F26-94E9-C96B7C17EB84}" dt="2022-06-22T21:42:11.248" v="822"/>
          <ac:inkMkLst>
            <pc:docMk/>
            <pc:sldMk cId="3332041848" sldId="262"/>
            <ac:inkMk id="98" creationId="{9CB1D981-D5C0-B4B7-4677-E7AB74A1F879}"/>
          </ac:inkMkLst>
        </pc:inkChg>
        <pc:inkChg chg="add mod">
          <ac:chgData name="O'Connor, Jacqueline Antonia" userId="3b9bfa0c-75a1-427e-ae61-7069a76100c3" providerId="ADAL" clId="{8515B688-85A3-4F26-94E9-C96B7C17EB84}" dt="2022-06-22T21:42:11.248" v="822"/>
          <ac:inkMkLst>
            <pc:docMk/>
            <pc:sldMk cId="3332041848" sldId="262"/>
            <ac:inkMk id="99" creationId="{9B409028-0003-BE3F-D51F-57EC419DF9A1}"/>
          </ac:inkMkLst>
        </pc:inkChg>
        <pc:inkChg chg="add mod">
          <ac:chgData name="O'Connor, Jacqueline Antonia" userId="3b9bfa0c-75a1-427e-ae61-7069a76100c3" providerId="ADAL" clId="{8515B688-85A3-4F26-94E9-C96B7C17EB84}" dt="2022-06-22T21:42:11.248" v="822"/>
          <ac:inkMkLst>
            <pc:docMk/>
            <pc:sldMk cId="3332041848" sldId="262"/>
            <ac:inkMk id="100" creationId="{695D3847-398B-B5FA-54D1-A498872BF66E}"/>
          </ac:inkMkLst>
        </pc:inkChg>
        <pc:inkChg chg="add mod">
          <ac:chgData name="O'Connor, Jacqueline Antonia" userId="3b9bfa0c-75a1-427e-ae61-7069a76100c3" providerId="ADAL" clId="{8515B688-85A3-4F26-94E9-C96B7C17EB84}" dt="2022-06-22T21:42:11.248" v="822"/>
          <ac:inkMkLst>
            <pc:docMk/>
            <pc:sldMk cId="3332041848" sldId="262"/>
            <ac:inkMk id="101" creationId="{1DDB06BE-1B6A-314A-AB8A-0F82379318AA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103" creationId="{5119C880-BFF7-B1EC-2449-298859389577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104" creationId="{C22C981A-6EA9-E01C-CD8C-A23A8DD688E5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105" creationId="{23C7F6E6-820C-94C0-1064-289EE354D9BD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106" creationId="{2069FB41-B51F-0DC7-611C-8DF70675016A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107" creationId="{90515A9A-F5EF-772C-294E-B8D1D93B323B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108" creationId="{A6CC7F40-FD3D-4966-60A1-721CA498D382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109" creationId="{22E79FEE-3038-9586-18A9-48189D54029D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110" creationId="{34F034D3-B609-886C-8FAA-BF008565D44A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111" creationId="{087F217F-D563-F214-2870-5AA3BA02B0C9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112" creationId="{2E04ADDE-16BD-E907-70D9-117B08F551E5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113" creationId="{9DA097FA-7B27-F296-F5C0-EB8AE78D8050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114" creationId="{0CDA7294-387A-8C04-8586-8979902F9C6D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115" creationId="{551C8650-2076-D7DA-5765-8B5FA91DE864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116" creationId="{DFBC9D61-E585-0EA7-11D2-CE039D356A6A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117" creationId="{49464900-67D2-E751-30E4-F8C7496BB783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118" creationId="{CC27B5AF-3EB8-6BE3-403F-85A159759777}"/>
          </ac:inkMkLst>
        </pc:inkChg>
        <pc:inkChg chg="add mod">
          <ac:chgData name="O'Connor, Jacqueline Antonia" userId="3b9bfa0c-75a1-427e-ae61-7069a76100c3" providerId="ADAL" clId="{8515B688-85A3-4F26-94E9-C96B7C17EB84}" dt="2022-06-22T21:44:49.219" v="958"/>
          <ac:inkMkLst>
            <pc:docMk/>
            <pc:sldMk cId="3332041848" sldId="262"/>
            <ac:inkMk id="120" creationId="{95CD2185-1BC8-F826-1030-06259D09A32F}"/>
          </ac:inkMkLst>
        </pc:inkChg>
        <pc:inkChg chg="add mod">
          <ac:chgData name="O'Connor, Jacqueline Antonia" userId="3b9bfa0c-75a1-427e-ae61-7069a76100c3" providerId="ADAL" clId="{8515B688-85A3-4F26-94E9-C96B7C17EB84}" dt="2022-06-22T21:44:49.219" v="958"/>
          <ac:inkMkLst>
            <pc:docMk/>
            <pc:sldMk cId="3332041848" sldId="262"/>
            <ac:inkMk id="121" creationId="{67349460-D32F-CB16-078F-AA7B7C0460A9}"/>
          </ac:inkMkLst>
        </pc:inkChg>
        <pc:inkChg chg="add mod">
          <ac:chgData name="O'Connor, Jacqueline Antonia" userId="3b9bfa0c-75a1-427e-ae61-7069a76100c3" providerId="ADAL" clId="{8515B688-85A3-4F26-94E9-C96B7C17EB84}" dt="2022-06-22T21:44:49.219" v="958"/>
          <ac:inkMkLst>
            <pc:docMk/>
            <pc:sldMk cId="3332041848" sldId="262"/>
            <ac:inkMk id="122" creationId="{E2082F01-2C9F-95C6-FD87-5A9959F6EA0E}"/>
          </ac:inkMkLst>
        </pc:inkChg>
        <pc:inkChg chg="add mod">
          <ac:chgData name="O'Connor, Jacqueline Antonia" userId="3b9bfa0c-75a1-427e-ae61-7069a76100c3" providerId="ADAL" clId="{8515B688-85A3-4F26-94E9-C96B7C17EB84}" dt="2022-06-22T21:44:49.219" v="958"/>
          <ac:inkMkLst>
            <pc:docMk/>
            <pc:sldMk cId="3332041848" sldId="262"/>
            <ac:inkMk id="123" creationId="{B63FB531-EFB3-78FB-D035-3A8D4615451F}"/>
          </ac:inkMkLst>
        </pc:inkChg>
        <pc:inkChg chg="add mod">
          <ac:chgData name="O'Connor, Jacqueline Antonia" userId="3b9bfa0c-75a1-427e-ae61-7069a76100c3" providerId="ADAL" clId="{8515B688-85A3-4F26-94E9-C96B7C17EB84}" dt="2022-06-22T21:44:49.219" v="958"/>
          <ac:inkMkLst>
            <pc:docMk/>
            <pc:sldMk cId="3332041848" sldId="262"/>
            <ac:inkMk id="124" creationId="{22AF3CD5-173F-0D54-1B68-8DEFCE400624}"/>
          </ac:inkMkLst>
        </pc:inkChg>
        <pc:inkChg chg="add mod">
          <ac:chgData name="O'Connor, Jacqueline Antonia" userId="3b9bfa0c-75a1-427e-ae61-7069a76100c3" providerId="ADAL" clId="{8515B688-85A3-4F26-94E9-C96B7C17EB84}" dt="2022-06-22T21:44:49.219" v="958"/>
          <ac:inkMkLst>
            <pc:docMk/>
            <pc:sldMk cId="3332041848" sldId="262"/>
            <ac:inkMk id="125" creationId="{D32755C6-338D-3506-BFF5-3F0523398004}"/>
          </ac:inkMkLst>
        </pc:inkChg>
        <pc:inkChg chg="add mod">
          <ac:chgData name="O'Connor, Jacqueline Antonia" userId="3b9bfa0c-75a1-427e-ae61-7069a76100c3" providerId="ADAL" clId="{8515B688-85A3-4F26-94E9-C96B7C17EB84}" dt="2022-06-22T21:44:49.219" v="958"/>
          <ac:inkMkLst>
            <pc:docMk/>
            <pc:sldMk cId="3332041848" sldId="262"/>
            <ac:inkMk id="126" creationId="{35D0F7B1-A6AA-4CA8-48D2-BF6042C8BAAF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128" creationId="{504732CC-3E76-F6C1-FB30-65ECFA3B06C4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129" creationId="{D380D3B8-E425-B823-5355-94658BCB91A1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130" creationId="{48F0264A-7B5C-9D48-E2CD-96FBC01C3736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131" creationId="{4C679C00-4C25-7995-5040-7A88ECAAF4EB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132" creationId="{EF445268-01E4-A22E-B5EC-9F6DA9F575F0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133" creationId="{8DA98086-87CC-CEAA-F2BB-525D2CBC3919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134" creationId="{E3525B79-615A-4805-4C2A-8EEBF232A8C2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135" creationId="{A5D8CC59-9DB0-EBDF-C57F-FBC4343E02BA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136" creationId="{D82CDEBB-64D9-1BC7-6A7D-211F95277058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137" creationId="{784CB04F-C60B-F747-86A8-6107ECFB50C8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138" creationId="{25800B0A-D96D-97E2-4D7C-9C8A6A728F00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139" creationId="{F5D51137-6223-6C96-1F9E-2B6F8CE37711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140" creationId="{C677F729-1105-DED3-62A2-FE1AA6A0A602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141" creationId="{075798D8-5094-E65D-9A36-7DF64176E742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142" creationId="{C87EA8F1-921C-700B-CEEE-450E3F729595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143" creationId="{EC17E743-9053-F801-9F18-D951E2138C86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145" creationId="{88F17C15-A6BD-EF0E-9D04-850DF9273D3A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146" creationId="{65B2AA1E-A2FD-E4D1-63F8-4B1C1E916933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147" creationId="{E8EB87A1-43E8-BD85-E011-A14E105D9995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148" creationId="{09CC99D6-B8FA-340D-473A-3A014A3FA02F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150" creationId="{7060EAC5-308C-7EBB-8808-8AB7459FF2C7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151" creationId="{2901C718-B5C7-70BA-8123-A9A0516FB1A1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152" creationId="{2BB6B0ED-AFF2-1B46-3B7F-3E269E0F823E}"/>
          </ac:inkMkLst>
        </pc:inkChg>
        <pc:inkChg chg="add mod">
          <ac:chgData name="O'Connor, Jacqueline Antonia" userId="3b9bfa0c-75a1-427e-ae61-7069a76100c3" providerId="ADAL" clId="{8515B688-85A3-4F26-94E9-C96B7C17EB84}" dt="2022-06-22T21:44:02.239" v="881"/>
          <ac:inkMkLst>
            <pc:docMk/>
            <pc:sldMk cId="3332041848" sldId="262"/>
            <ac:inkMk id="154" creationId="{CB3F0C35-06BD-0D32-22B3-0E77E7102C03}"/>
          </ac:inkMkLst>
        </pc:inkChg>
        <pc:inkChg chg="add mod">
          <ac:chgData name="O'Connor, Jacqueline Antonia" userId="3b9bfa0c-75a1-427e-ae61-7069a76100c3" providerId="ADAL" clId="{8515B688-85A3-4F26-94E9-C96B7C17EB84}" dt="2022-06-22T21:44:02.239" v="881"/>
          <ac:inkMkLst>
            <pc:docMk/>
            <pc:sldMk cId="3332041848" sldId="262"/>
            <ac:inkMk id="155" creationId="{306A85E9-01C5-C524-080D-9DF7E50AAE0A}"/>
          </ac:inkMkLst>
        </pc:inkChg>
        <pc:inkChg chg="add mod">
          <ac:chgData name="O'Connor, Jacqueline Antonia" userId="3b9bfa0c-75a1-427e-ae61-7069a76100c3" providerId="ADAL" clId="{8515B688-85A3-4F26-94E9-C96B7C17EB84}" dt="2022-06-22T21:44:02.239" v="881"/>
          <ac:inkMkLst>
            <pc:docMk/>
            <pc:sldMk cId="3332041848" sldId="262"/>
            <ac:inkMk id="156" creationId="{BB8D8F2C-7E9A-49FB-D9A3-EE00EF243679}"/>
          </ac:inkMkLst>
        </pc:inkChg>
        <pc:inkChg chg="add mod">
          <ac:chgData name="O'Connor, Jacqueline Antonia" userId="3b9bfa0c-75a1-427e-ae61-7069a76100c3" providerId="ADAL" clId="{8515B688-85A3-4F26-94E9-C96B7C17EB84}" dt="2022-06-22T21:44:02.239" v="881"/>
          <ac:inkMkLst>
            <pc:docMk/>
            <pc:sldMk cId="3332041848" sldId="262"/>
            <ac:inkMk id="157" creationId="{42788C4E-C0AB-72BC-7DF2-33B609F2340D}"/>
          </ac:inkMkLst>
        </pc:inkChg>
        <pc:inkChg chg="add mod">
          <ac:chgData name="O'Connor, Jacqueline Antonia" userId="3b9bfa0c-75a1-427e-ae61-7069a76100c3" providerId="ADAL" clId="{8515B688-85A3-4F26-94E9-C96B7C17EB84}" dt="2022-06-22T21:44:02.239" v="881"/>
          <ac:inkMkLst>
            <pc:docMk/>
            <pc:sldMk cId="3332041848" sldId="262"/>
            <ac:inkMk id="158" creationId="{4D4E1268-0DB3-02E1-7072-A9D1F0A1315E}"/>
          </ac:inkMkLst>
        </pc:inkChg>
        <pc:inkChg chg="add mod">
          <ac:chgData name="O'Connor, Jacqueline Antonia" userId="3b9bfa0c-75a1-427e-ae61-7069a76100c3" providerId="ADAL" clId="{8515B688-85A3-4F26-94E9-C96B7C17EB84}" dt="2022-06-22T21:44:02.239" v="881"/>
          <ac:inkMkLst>
            <pc:docMk/>
            <pc:sldMk cId="3332041848" sldId="262"/>
            <ac:inkMk id="159" creationId="{96D1428A-AB6E-5253-4969-0C912534CB40}"/>
          </ac:inkMkLst>
        </pc:inkChg>
        <pc:inkChg chg="add mod">
          <ac:chgData name="O'Connor, Jacqueline Antonia" userId="3b9bfa0c-75a1-427e-ae61-7069a76100c3" providerId="ADAL" clId="{8515B688-85A3-4F26-94E9-C96B7C17EB84}" dt="2022-06-22T21:44:02.239" v="881"/>
          <ac:inkMkLst>
            <pc:docMk/>
            <pc:sldMk cId="3332041848" sldId="262"/>
            <ac:inkMk id="160" creationId="{7F56C5A7-DE87-A256-FAF3-44F97680AF77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163" creationId="{3389CD31-88C6-68AF-502A-3FE5269F91AF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164" creationId="{789EC68D-B749-0768-4A18-65CC035C96D3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165" creationId="{040339E0-51AB-905E-0855-B524D62F029B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166" creationId="{331599E0-DF65-4916-E788-93DF1ACDDD6D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167" creationId="{251CFC89-9DB6-9ECF-53FB-AEB4220AA0FD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168" creationId="{046B56FC-37B7-AE4C-4300-B78148EB549C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169" creationId="{8DEFEF1B-EBD3-9CDD-F6EE-1091910B093A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170" creationId="{8078D14F-0579-4893-C89E-0DB8E85AA2A0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171" creationId="{FD0FF622-5D08-CCDE-E106-1F04D9E9E158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173" creationId="{23A38141-83BE-A772-DA62-48B98F2D8F53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174" creationId="{0CE6F5F3-501C-FF23-51EE-DA98BD5AED2E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175" creationId="{79B85026-52D0-B4A8-7D9C-0DE484FB375A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176" creationId="{8FE6FFE9-6B58-C913-D421-926EC9352F58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177" creationId="{A755062C-95FE-A09B-C123-A5E2B8717AF5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178" creationId="{BD2D89B4-3091-F84A-3859-23F17C95363C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181" creationId="{2CF465A7-234A-7553-64AE-9991AA1FCEB2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182" creationId="{E04DE883-B01B-7D99-85E8-32B2C6C41B8B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184" creationId="{3DA80FCA-00B6-A43D-1D91-FC368B3FB8FC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186" creationId="{4CC53083-D726-A2AE-33F0-EB244A73700F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187" creationId="{D334A208-7370-12D6-169D-CD55E276DC17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189" creationId="{ED3A4D90-5527-3999-04CC-35C37D2CEBFF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190" creationId="{D032A077-67F6-EA46-468E-7B24B42314BE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191" creationId="{0A703EC4-AE69-D2BE-E9F3-B5F264577C1B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192" creationId="{819DFEBA-DB33-B559-E485-A60E718A0C7D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193" creationId="{EAA6F4FB-D84B-0DE2-7495-AEA03959A5B3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194" creationId="{F2B194FB-261E-88FC-DA3A-AEF194CA2171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195" creationId="{8F99D9A6-749C-7EDB-7401-6BF6792C5DEE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196" creationId="{B7B59F5C-D49E-E508-8DEC-24E3C2A7326C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197" creationId="{E0918893-2B6E-C867-E5E6-E02E7E010448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198" creationId="{A61B073E-8B47-784C-1016-BB7A12DE72DB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199" creationId="{EC17C87D-5DC8-CEA9-F20A-B6BE3C34EBA4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200" creationId="{15145EB4-EC4A-4012-EBDA-02274E6DA645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203" creationId="{FCB9BF1D-10D1-3731-F1B1-413DB8C56DEA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204" creationId="{2D096803-2CCF-B535-9FFF-7985676D6929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205" creationId="{9A6F2912-E9CC-C082-064D-97B94E59DDEA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206" creationId="{363B349D-E127-F110-D728-0F1721CBA725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207" creationId="{94D08499-5C1A-88F6-029B-153533EC8BD1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208" creationId="{DE50F8A1-B1F2-F1BF-3888-3CEAF74EEFF4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209" creationId="{1F1C625C-2D0B-4BDF-7905-C1459F63253D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210" creationId="{322F05CA-4BAE-D013-6140-03F9BE2101FF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211" creationId="{00DFDEB9-4CBC-0A30-EFCC-6E19B619194C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213" creationId="{1C6C888C-82B0-F952-9DF6-3F886F2206F3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214" creationId="{9F1FA1FC-EEFD-1E50-17CD-F134DA0F1586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215" creationId="{713F7ECB-F819-B6AD-5FC2-9A32A8E11041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216" creationId="{ED6A2662-3EF9-3D5B-C42B-2A7533E63B94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217" creationId="{808A05B4-56D3-0F8C-07E5-A33824DFBD3E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218" creationId="{1B59C220-FA93-7928-6EED-2B1F80D39970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219" creationId="{11A61F37-FA5D-D5B0-60AC-5B2B8D37ABE7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220" creationId="{38D3A7DD-584A-85AB-BDD1-A026A3441E34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221" creationId="{1EFFD66B-11B1-CCE7-71AE-7AFD58FF3328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223" creationId="{D6E79093-CA45-B451-D140-A52E83E000AE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224" creationId="{DF47050E-423E-68C4-E1ED-94848A2D8542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225" creationId="{779FF0D2-899B-5265-D890-4D48CA0AF2E3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226" creationId="{AD7E9CA6-CC0B-4AED-3FA1-0FB1ED94B9BA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227" creationId="{54CF3E3D-ED5B-9901-1993-75192C4A7BD6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228" creationId="{9D335963-F482-2A45-1DBF-AEDCE50F12FE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229" creationId="{4EBC9BA5-5A1C-E8E1-67FB-6A597C0E2764}"/>
          </ac:inkMkLst>
        </pc:inkChg>
        <pc:inkChg chg="add mod">
          <ac:chgData name="O'Connor, Jacqueline Antonia" userId="3b9bfa0c-75a1-427e-ae61-7069a76100c3" providerId="ADAL" clId="{8515B688-85A3-4F26-94E9-C96B7C17EB84}" dt="2022-06-22T21:44:49.219" v="958"/>
          <ac:inkMkLst>
            <pc:docMk/>
            <pc:sldMk cId="3332041848" sldId="262"/>
            <ac:inkMk id="230" creationId="{75C4EFAD-B269-36F8-F9D6-D4233B6920E1}"/>
          </ac:inkMkLst>
        </pc:inkChg>
        <pc:inkChg chg="add mod">
          <ac:chgData name="O'Connor, Jacqueline Antonia" userId="3b9bfa0c-75a1-427e-ae61-7069a76100c3" providerId="ADAL" clId="{8515B688-85A3-4F26-94E9-C96B7C17EB84}" dt="2022-06-22T21:44:49.219" v="958"/>
          <ac:inkMkLst>
            <pc:docMk/>
            <pc:sldMk cId="3332041848" sldId="262"/>
            <ac:inkMk id="231" creationId="{866C93A0-1C85-19EE-B11D-2ECF4C01704A}"/>
          </ac:inkMkLst>
        </pc:inkChg>
        <pc:inkChg chg="add mod">
          <ac:chgData name="O'Connor, Jacqueline Antonia" userId="3b9bfa0c-75a1-427e-ae61-7069a76100c3" providerId="ADAL" clId="{8515B688-85A3-4F26-94E9-C96B7C17EB84}" dt="2022-06-22T21:44:49.219" v="958"/>
          <ac:inkMkLst>
            <pc:docMk/>
            <pc:sldMk cId="3332041848" sldId="262"/>
            <ac:inkMk id="232" creationId="{5C652931-B6D4-A197-1775-CFAE8053BABB}"/>
          </ac:inkMkLst>
        </pc:inkChg>
        <pc:inkChg chg="add mod">
          <ac:chgData name="O'Connor, Jacqueline Antonia" userId="3b9bfa0c-75a1-427e-ae61-7069a76100c3" providerId="ADAL" clId="{8515B688-85A3-4F26-94E9-C96B7C17EB84}" dt="2022-06-22T21:44:49.219" v="958"/>
          <ac:inkMkLst>
            <pc:docMk/>
            <pc:sldMk cId="3332041848" sldId="262"/>
            <ac:inkMk id="233" creationId="{3C52FFC0-327A-E4EE-16E7-FF1BD0A7A4FE}"/>
          </ac:inkMkLst>
        </pc:inkChg>
        <pc:inkChg chg="add mod">
          <ac:chgData name="O'Connor, Jacqueline Antonia" userId="3b9bfa0c-75a1-427e-ae61-7069a76100c3" providerId="ADAL" clId="{8515B688-85A3-4F26-94E9-C96B7C17EB84}" dt="2022-06-22T21:44:49.219" v="958"/>
          <ac:inkMkLst>
            <pc:docMk/>
            <pc:sldMk cId="3332041848" sldId="262"/>
            <ac:inkMk id="234" creationId="{C1D9B379-4AEE-1911-3ACA-64AB8540E632}"/>
          </ac:inkMkLst>
        </pc:inkChg>
        <pc:inkChg chg="add mod">
          <ac:chgData name="O'Connor, Jacqueline Antonia" userId="3b9bfa0c-75a1-427e-ae61-7069a76100c3" providerId="ADAL" clId="{8515B688-85A3-4F26-94E9-C96B7C17EB84}" dt="2022-06-22T21:44:49.219" v="958"/>
          <ac:inkMkLst>
            <pc:docMk/>
            <pc:sldMk cId="3332041848" sldId="262"/>
            <ac:inkMk id="235" creationId="{257B15ED-A158-2CED-138C-E1D62B321D8C}"/>
          </ac:inkMkLst>
        </pc:inkChg>
        <pc:inkChg chg="add mod">
          <ac:chgData name="O'Connor, Jacqueline Antonia" userId="3b9bfa0c-75a1-427e-ae61-7069a76100c3" providerId="ADAL" clId="{8515B688-85A3-4F26-94E9-C96B7C17EB84}" dt="2022-06-22T21:44:49.219" v="958"/>
          <ac:inkMkLst>
            <pc:docMk/>
            <pc:sldMk cId="3332041848" sldId="262"/>
            <ac:inkMk id="236" creationId="{B47806BF-6D90-F6DC-B621-F88177FDC889}"/>
          </ac:inkMkLst>
        </pc:inkChg>
        <pc:inkChg chg="add mod">
          <ac:chgData name="O'Connor, Jacqueline Antonia" userId="3b9bfa0c-75a1-427e-ae61-7069a76100c3" providerId="ADAL" clId="{8515B688-85A3-4F26-94E9-C96B7C17EB84}" dt="2022-06-22T21:44:49.219" v="958"/>
          <ac:inkMkLst>
            <pc:docMk/>
            <pc:sldMk cId="3332041848" sldId="262"/>
            <ac:inkMk id="237" creationId="{D026986C-AA66-354D-F8AE-B14C21D4A091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238" creationId="{7CA923AA-69B7-BDC2-A7D3-574A20E03B5F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239" creationId="{1806EACB-EEE0-5C77-0D59-B0EC82981B7C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240" creationId="{38A50786-6931-8224-DC5F-2B61D7982A56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244" creationId="{A08FF738-D22D-D5AA-F23B-A93E1C23E83A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245" creationId="{E0D1A5D5-6FFB-4BA6-70FA-F9EDEE43ACE3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246" creationId="{83CED0C6-4955-E01C-A02C-795AA8EB00CE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247" creationId="{9B9D7BC8-75A0-E9F9-52E6-86EC3BD3E998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248" creationId="{19EC0F01-0364-EE6E-0177-2A4EFEA773C0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249" creationId="{472556A9-3073-D7D1-32C4-CE5281DCDB89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250" creationId="{BA78FD02-22F8-2713-320A-129C1536A387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251" creationId="{37DB3E2E-26B0-BE10-6F65-0BAC92E82EA0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252" creationId="{ABAF3A4E-20D9-FA37-A22A-20A597818FD3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254" creationId="{497A6641-F3EC-4058-B9FB-A381760750C8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255" creationId="{023321D8-6EDC-8321-F106-8D6CD056E780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256" creationId="{6E6C3225-A640-9000-F39E-5DA99B52DD97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257" creationId="{5FAB70AF-DEA0-0E3B-E33F-73095155FD8B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258" creationId="{69930ADB-4453-C6A0-18E9-8CB5AB1D8453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259" creationId="{501422DC-A00A-01C0-1D2A-BFD5BA9AE302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260" creationId="{0B4C6E49-2AF9-0F5E-834E-6FEBDA4871B5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261" creationId="{D0578A41-7984-B69C-CD3E-FA78EA503AB6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262" creationId="{F121FA1D-66C2-58B8-F741-4305085DC344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263" creationId="{371EA558-2EA3-CBC9-5B74-F0976F1F157B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264" creationId="{51DDF1C5-703A-96D8-431E-2919E17B3B8B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265" creationId="{1144D1FE-268A-73A0-20B6-4A9EE6DE9823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266" creationId="{923B4E88-969A-E364-1C34-6AE241224F8B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267" creationId="{0BCFED29-0D02-7C04-6C97-9B28E1D24F94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269" creationId="{B87B7792-15D7-EE0B-0381-E9AC8ABA5BB3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270" creationId="{4E846907-FF36-4EEB-B35B-5B59CF841268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271" creationId="{A69FDABC-C117-FA1E-A915-39C9D2CB83F4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272" creationId="{650435CC-7298-D00D-C96C-F2695A62C74C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273" creationId="{9E287B45-43EF-5CA8-9238-795E6D2173BD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274" creationId="{DDC5A552-1EA4-8EBF-6078-380656A7C704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275" creationId="{13373FC2-B83B-8241-B13C-5406F4E2FB4D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277" creationId="{BC41DBF0-795B-F4BC-CBAD-B9E7A7763FE8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278" creationId="{C5660419-7317-EE1F-5AAA-558608D846B5}"/>
          </ac:inkMkLst>
        </pc:inkChg>
        <pc:inkChg chg="add">
          <ac:chgData name="O'Connor, Jacqueline Antonia" userId="3b9bfa0c-75a1-427e-ae61-7069a76100c3" providerId="ADAL" clId="{8515B688-85A3-4F26-94E9-C96B7C17EB84}" dt="2022-06-22T21:46:35.453" v="1011" actId="9405"/>
          <ac:inkMkLst>
            <pc:docMk/>
            <pc:sldMk cId="3332041848" sldId="262"/>
            <ac:inkMk id="280" creationId="{5AC2FF8B-2661-E4FE-23B3-83452C59C803}"/>
          </ac:inkMkLst>
        </pc:inkChg>
        <pc:inkChg chg="add mod">
          <ac:chgData name="O'Connor, Jacqueline Antonia" userId="3b9bfa0c-75a1-427e-ae61-7069a76100c3" providerId="ADAL" clId="{8515B688-85A3-4F26-94E9-C96B7C17EB84}" dt="2022-06-22T21:46:37.034" v="1013"/>
          <ac:inkMkLst>
            <pc:docMk/>
            <pc:sldMk cId="3332041848" sldId="262"/>
            <ac:inkMk id="281" creationId="{E99DBF76-0D4E-4E3D-366A-BBA1BA9A8208}"/>
          </ac:inkMkLst>
        </pc:inkChg>
        <pc:inkChg chg="add mod">
          <ac:chgData name="O'Connor, Jacqueline Antonia" userId="3b9bfa0c-75a1-427e-ae61-7069a76100c3" providerId="ADAL" clId="{8515B688-85A3-4F26-94E9-C96B7C17EB84}" dt="2022-06-22T21:52:00.439" v="1015"/>
          <ac:inkMkLst>
            <pc:docMk/>
            <pc:sldMk cId="3332041848" sldId="262"/>
            <ac:inkMk id="283" creationId="{8F73E4D7-8304-F64E-3881-F61BBFCF9BF2}"/>
          </ac:inkMkLst>
        </pc:inkChg>
        <pc:inkChg chg="add mod">
          <ac:chgData name="O'Connor, Jacqueline Antonia" userId="3b9bfa0c-75a1-427e-ae61-7069a76100c3" providerId="ADAL" clId="{8515B688-85A3-4F26-94E9-C96B7C17EB84}" dt="2022-06-22T21:52:04.108" v="1017"/>
          <ac:inkMkLst>
            <pc:docMk/>
            <pc:sldMk cId="3332041848" sldId="262"/>
            <ac:inkMk id="285" creationId="{709EF3A6-C3A2-22D2-4C5D-03B73741B489}"/>
          </ac:inkMkLst>
        </pc:inkChg>
      </pc:sldChg>
      <pc:sldChg chg="addSp delSp modSp mod">
        <pc:chgData name="O'Connor, Jacqueline Antonia" userId="3b9bfa0c-75a1-427e-ae61-7069a76100c3" providerId="ADAL" clId="{8515B688-85A3-4F26-94E9-C96B7C17EB84}" dt="2022-06-22T22:02:06.856" v="1325"/>
        <pc:sldMkLst>
          <pc:docMk/>
          <pc:sldMk cId="2618662491" sldId="263"/>
        </pc:sldMkLst>
        <pc:grpChg chg="mod">
          <ac:chgData name="O'Connor, Jacqueline Antonia" userId="3b9bfa0c-75a1-427e-ae61-7069a76100c3" providerId="ADAL" clId="{8515B688-85A3-4F26-94E9-C96B7C17EB84}" dt="2022-06-22T21:53:37.098" v="1033"/>
          <ac:grpSpMkLst>
            <pc:docMk/>
            <pc:sldMk cId="2618662491" sldId="263"/>
            <ac:grpSpMk id="12" creationId="{FF870726-004C-159E-3542-62785D6798FE}"/>
          </ac:grpSpMkLst>
        </pc:grpChg>
        <pc:grpChg chg="mod">
          <ac:chgData name="O'Connor, Jacqueline Antonia" userId="3b9bfa0c-75a1-427e-ae61-7069a76100c3" providerId="ADAL" clId="{8515B688-85A3-4F26-94E9-C96B7C17EB84}" dt="2022-06-22T21:54:51.106" v="1041"/>
          <ac:grpSpMkLst>
            <pc:docMk/>
            <pc:sldMk cId="2618662491" sldId="263"/>
            <ac:grpSpMk id="20" creationId="{9D2F7975-CA45-BDD5-8C85-98C18960258D}"/>
          </ac:grpSpMkLst>
        </pc:grpChg>
        <pc:grpChg chg="mod">
          <ac:chgData name="O'Connor, Jacqueline Antonia" userId="3b9bfa0c-75a1-427e-ae61-7069a76100c3" providerId="ADAL" clId="{8515B688-85A3-4F26-94E9-C96B7C17EB84}" dt="2022-06-22T21:55:01.325" v="1049"/>
          <ac:grpSpMkLst>
            <pc:docMk/>
            <pc:sldMk cId="2618662491" sldId="263"/>
            <ac:grpSpMk id="28" creationId="{3CDEADF1-13D5-0848-4E40-CA6692F5B4A1}"/>
          </ac:grpSpMkLst>
        </pc:grpChg>
        <pc:grpChg chg="mod">
          <ac:chgData name="O'Connor, Jacqueline Antonia" userId="3b9bfa0c-75a1-427e-ae61-7069a76100c3" providerId="ADAL" clId="{8515B688-85A3-4F26-94E9-C96B7C17EB84}" dt="2022-06-22T21:55:01.325" v="1049"/>
          <ac:grpSpMkLst>
            <pc:docMk/>
            <pc:sldMk cId="2618662491" sldId="263"/>
            <ac:grpSpMk id="29" creationId="{87B522AF-357D-1AA1-C643-6336341E9321}"/>
          </ac:grpSpMkLst>
        </pc:grpChg>
        <pc:grpChg chg="mod">
          <ac:chgData name="O'Connor, Jacqueline Antonia" userId="3b9bfa0c-75a1-427e-ae61-7069a76100c3" providerId="ADAL" clId="{8515B688-85A3-4F26-94E9-C96B7C17EB84}" dt="2022-06-22T21:55:06.453" v="1059"/>
          <ac:grpSpMkLst>
            <pc:docMk/>
            <pc:sldMk cId="2618662491" sldId="263"/>
            <ac:grpSpMk id="39" creationId="{AB02BB5A-14DE-BC35-3690-626282E472AC}"/>
          </ac:grpSpMkLst>
        </pc:grpChg>
        <pc:grpChg chg="mod">
          <ac:chgData name="O'Connor, Jacqueline Antonia" userId="3b9bfa0c-75a1-427e-ae61-7069a76100c3" providerId="ADAL" clId="{8515B688-85A3-4F26-94E9-C96B7C17EB84}" dt="2022-06-22T21:55:06.453" v="1059"/>
          <ac:grpSpMkLst>
            <pc:docMk/>
            <pc:sldMk cId="2618662491" sldId="263"/>
            <ac:grpSpMk id="40" creationId="{AD093E4E-442F-AF87-800E-AF22F14D8253}"/>
          </ac:grpSpMkLst>
        </pc:grpChg>
        <pc:grpChg chg="mod">
          <ac:chgData name="O'Connor, Jacqueline Antonia" userId="3b9bfa0c-75a1-427e-ae61-7069a76100c3" providerId="ADAL" clId="{8515B688-85A3-4F26-94E9-C96B7C17EB84}" dt="2022-06-22T21:55:16.538" v="1080"/>
          <ac:grpSpMkLst>
            <pc:docMk/>
            <pc:sldMk cId="2618662491" sldId="263"/>
            <ac:grpSpMk id="61" creationId="{240C8353-DEE9-5169-21D6-A9CFF46CEBC6}"/>
          </ac:grpSpMkLst>
        </pc:grpChg>
        <pc:grpChg chg="mod">
          <ac:chgData name="O'Connor, Jacqueline Antonia" userId="3b9bfa0c-75a1-427e-ae61-7069a76100c3" providerId="ADAL" clId="{8515B688-85A3-4F26-94E9-C96B7C17EB84}" dt="2022-06-22T21:55:16.538" v="1080"/>
          <ac:grpSpMkLst>
            <pc:docMk/>
            <pc:sldMk cId="2618662491" sldId="263"/>
            <ac:grpSpMk id="62" creationId="{B44D7445-E32C-E33A-D18E-B9F2233C9D8A}"/>
          </ac:grpSpMkLst>
        </pc:grpChg>
        <pc:grpChg chg="mod">
          <ac:chgData name="O'Connor, Jacqueline Antonia" userId="3b9bfa0c-75a1-427e-ae61-7069a76100c3" providerId="ADAL" clId="{8515B688-85A3-4F26-94E9-C96B7C17EB84}" dt="2022-06-22T21:55:16.538" v="1080"/>
          <ac:grpSpMkLst>
            <pc:docMk/>
            <pc:sldMk cId="2618662491" sldId="263"/>
            <ac:grpSpMk id="63" creationId="{27D9E4D6-FAE1-E9D2-E850-CBDD8F4D2CC4}"/>
          </ac:grpSpMkLst>
        </pc:grpChg>
        <pc:grpChg chg="mod">
          <ac:chgData name="O'Connor, Jacqueline Antonia" userId="3b9bfa0c-75a1-427e-ae61-7069a76100c3" providerId="ADAL" clId="{8515B688-85A3-4F26-94E9-C96B7C17EB84}" dt="2022-06-22T21:55:16.538" v="1080"/>
          <ac:grpSpMkLst>
            <pc:docMk/>
            <pc:sldMk cId="2618662491" sldId="263"/>
            <ac:grpSpMk id="64" creationId="{72920D37-18D7-5DFB-8419-A7D96D295694}"/>
          </ac:grpSpMkLst>
        </pc:grpChg>
        <pc:grpChg chg="mod">
          <ac:chgData name="O'Connor, Jacqueline Antonia" userId="3b9bfa0c-75a1-427e-ae61-7069a76100c3" providerId="ADAL" clId="{8515B688-85A3-4F26-94E9-C96B7C17EB84}" dt="2022-06-22T21:55:26.527" v="1089"/>
          <ac:grpSpMkLst>
            <pc:docMk/>
            <pc:sldMk cId="2618662491" sldId="263"/>
            <ac:grpSpMk id="73" creationId="{5E176621-8A7E-7C23-7BB7-FB944E7E7B4B}"/>
          </ac:grpSpMkLst>
        </pc:grpChg>
        <pc:grpChg chg="del mod">
          <ac:chgData name="O'Connor, Jacqueline Antonia" userId="3b9bfa0c-75a1-427e-ae61-7069a76100c3" providerId="ADAL" clId="{8515B688-85A3-4F26-94E9-C96B7C17EB84}" dt="2022-06-22T21:55:38.109" v="1099"/>
          <ac:grpSpMkLst>
            <pc:docMk/>
            <pc:sldMk cId="2618662491" sldId="263"/>
            <ac:grpSpMk id="77" creationId="{7D555FAE-6513-DEEA-2EEA-6E572D15F190}"/>
          </ac:grpSpMkLst>
        </pc:grpChg>
        <pc:grpChg chg="mod">
          <ac:chgData name="O'Connor, Jacqueline Antonia" userId="3b9bfa0c-75a1-427e-ae61-7069a76100c3" providerId="ADAL" clId="{8515B688-85A3-4F26-94E9-C96B7C17EB84}" dt="2022-06-22T21:55:38.109" v="1099"/>
          <ac:grpSpMkLst>
            <pc:docMk/>
            <pc:sldMk cId="2618662491" sldId="263"/>
            <ac:grpSpMk id="82" creationId="{3832599F-96A6-189B-B8F2-ED137F3393D9}"/>
          </ac:grpSpMkLst>
        </pc:grpChg>
        <pc:grpChg chg="mod">
          <ac:chgData name="O'Connor, Jacqueline Antonia" userId="3b9bfa0c-75a1-427e-ae61-7069a76100c3" providerId="ADAL" clId="{8515B688-85A3-4F26-94E9-C96B7C17EB84}" dt="2022-06-22T21:55:50.868" v="1107"/>
          <ac:grpSpMkLst>
            <pc:docMk/>
            <pc:sldMk cId="2618662491" sldId="263"/>
            <ac:grpSpMk id="90" creationId="{65A391C8-5308-7080-8F2D-A134087D4F14}"/>
          </ac:grpSpMkLst>
        </pc:grpChg>
        <pc:grpChg chg="mod">
          <ac:chgData name="O'Connor, Jacqueline Antonia" userId="3b9bfa0c-75a1-427e-ae61-7069a76100c3" providerId="ADAL" clId="{8515B688-85A3-4F26-94E9-C96B7C17EB84}" dt="2022-06-22T21:56:22.224" v="1115"/>
          <ac:grpSpMkLst>
            <pc:docMk/>
            <pc:sldMk cId="2618662491" sldId="263"/>
            <ac:grpSpMk id="98" creationId="{B286D47D-9C45-14D5-C9FE-A9E04B5ADE60}"/>
          </ac:grpSpMkLst>
        </pc:grpChg>
        <pc:grpChg chg="mod">
          <ac:chgData name="O'Connor, Jacqueline Antonia" userId="3b9bfa0c-75a1-427e-ae61-7069a76100c3" providerId="ADAL" clId="{8515B688-85A3-4F26-94E9-C96B7C17EB84}" dt="2022-06-22T21:56:22.224" v="1115"/>
          <ac:grpSpMkLst>
            <pc:docMk/>
            <pc:sldMk cId="2618662491" sldId="263"/>
            <ac:grpSpMk id="99" creationId="{D218684F-A3EF-3D58-AA64-7E83468E15DB}"/>
          </ac:grpSpMkLst>
        </pc:grpChg>
        <pc:grpChg chg="mod">
          <ac:chgData name="O'Connor, Jacqueline Antonia" userId="3b9bfa0c-75a1-427e-ae61-7069a76100c3" providerId="ADAL" clId="{8515B688-85A3-4F26-94E9-C96B7C17EB84}" dt="2022-06-22T21:56:26.270" v="1121"/>
          <ac:grpSpMkLst>
            <pc:docMk/>
            <pc:sldMk cId="2618662491" sldId="263"/>
            <ac:grpSpMk id="105" creationId="{40F236CB-EF70-6637-2528-BF7AB74D359B}"/>
          </ac:grpSpMkLst>
        </pc:grpChg>
        <pc:grpChg chg="mod">
          <ac:chgData name="O'Connor, Jacqueline Antonia" userId="3b9bfa0c-75a1-427e-ae61-7069a76100c3" providerId="ADAL" clId="{8515B688-85A3-4F26-94E9-C96B7C17EB84}" dt="2022-06-22T21:56:26.270" v="1121"/>
          <ac:grpSpMkLst>
            <pc:docMk/>
            <pc:sldMk cId="2618662491" sldId="263"/>
            <ac:grpSpMk id="106" creationId="{C24EA34F-F55B-ACC4-F166-516C554C7A15}"/>
          </ac:grpSpMkLst>
        </pc:grpChg>
        <pc:grpChg chg="mod">
          <ac:chgData name="O'Connor, Jacqueline Antonia" userId="3b9bfa0c-75a1-427e-ae61-7069a76100c3" providerId="ADAL" clId="{8515B688-85A3-4F26-94E9-C96B7C17EB84}" dt="2022-06-22T21:56:43.720" v="1134"/>
          <ac:grpSpMkLst>
            <pc:docMk/>
            <pc:sldMk cId="2618662491" sldId="263"/>
            <ac:grpSpMk id="119" creationId="{F5AA7C46-AEAD-1EA4-0AA9-A6ABEB5C2432}"/>
          </ac:grpSpMkLst>
        </pc:grpChg>
        <pc:grpChg chg="mod">
          <ac:chgData name="O'Connor, Jacqueline Antonia" userId="3b9bfa0c-75a1-427e-ae61-7069a76100c3" providerId="ADAL" clId="{8515B688-85A3-4F26-94E9-C96B7C17EB84}" dt="2022-06-22T21:57:11.884" v="1153"/>
          <ac:grpSpMkLst>
            <pc:docMk/>
            <pc:sldMk cId="2618662491" sldId="263"/>
            <ac:grpSpMk id="138" creationId="{C5F96817-A95D-CBC9-DF7F-AD6A3367B301}"/>
          </ac:grpSpMkLst>
        </pc:grpChg>
        <pc:grpChg chg="mod">
          <ac:chgData name="O'Connor, Jacqueline Antonia" userId="3b9bfa0c-75a1-427e-ae61-7069a76100c3" providerId="ADAL" clId="{8515B688-85A3-4F26-94E9-C96B7C17EB84}" dt="2022-06-22T21:57:11.884" v="1153"/>
          <ac:grpSpMkLst>
            <pc:docMk/>
            <pc:sldMk cId="2618662491" sldId="263"/>
            <ac:grpSpMk id="139" creationId="{83EE7038-61E4-F1E2-FDA7-C221803731D1}"/>
          </ac:grpSpMkLst>
        </pc:grpChg>
        <pc:grpChg chg="del mod">
          <ac:chgData name="O'Connor, Jacqueline Antonia" userId="3b9bfa0c-75a1-427e-ae61-7069a76100c3" providerId="ADAL" clId="{8515B688-85A3-4F26-94E9-C96B7C17EB84}" dt="2022-06-22T21:57:18.578" v="1165"/>
          <ac:grpSpMkLst>
            <pc:docMk/>
            <pc:sldMk cId="2618662491" sldId="263"/>
            <ac:grpSpMk id="146" creationId="{702008DB-7C42-17EA-9E65-C63B24E5A87F}"/>
          </ac:grpSpMkLst>
        </pc:grpChg>
        <pc:grpChg chg="del mod">
          <ac:chgData name="O'Connor, Jacqueline Antonia" userId="3b9bfa0c-75a1-427e-ae61-7069a76100c3" providerId="ADAL" clId="{8515B688-85A3-4F26-94E9-C96B7C17EB84}" dt="2022-06-22T21:57:22.505" v="1173"/>
          <ac:grpSpMkLst>
            <pc:docMk/>
            <pc:sldMk cId="2618662491" sldId="263"/>
            <ac:grpSpMk id="151" creationId="{CA32CD63-8733-4F0F-78EF-06266773E440}"/>
          </ac:grpSpMkLst>
        </pc:grpChg>
        <pc:grpChg chg="del mod">
          <ac:chgData name="O'Connor, Jacqueline Antonia" userId="3b9bfa0c-75a1-427e-ae61-7069a76100c3" providerId="ADAL" clId="{8515B688-85A3-4F26-94E9-C96B7C17EB84}" dt="2022-06-22T21:57:27.479" v="1184"/>
          <ac:grpSpMkLst>
            <pc:docMk/>
            <pc:sldMk cId="2618662491" sldId="263"/>
            <ac:grpSpMk id="152" creationId="{63991EEE-25CC-638F-E3D0-CEAC66EE3747}"/>
          </ac:grpSpMkLst>
        </pc:grpChg>
        <pc:grpChg chg="del mod">
          <ac:chgData name="O'Connor, Jacqueline Antonia" userId="3b9bfa0c-75a1-427e-ae61-7069a76100c3" providerId="ADAL" clId="{8515B688-85A3-4F26-94E9-C96B7C17EB84}" dt="2022-06-22T21:57:27.479" v="1184"/>
          <ac:grpSpMkLst>
            <pc:docMk/>
            <pc:sldMk cId="2618662491" sldId="263"/>
            <ac:grpSpMk id="160" creationId="{D851CCB6-E4B2-D216-7C29-F7597788B745}"/>
          </ac:grpSpMkLst>
        </pc:grpChg>
        <pc:grpChg chg="mod">
          <ac:chgData name="O'Connor, Jacqueline Antonia" userId="3b9bfa0c-75a1-427e-ae61-7069a76100c3" providerId="ADAL" clId="{8515B688-85A3-4F26-94E9-C96B7C17EB84}" dt="2022-06-22T21:57:27.479" v="1184"/>
          <ac:grpSpMkLst>
            <pc:docMk/>
            <pc:sldMk cId="2618662491" sldId="263"/>
            <ac:grpSpMk id="171" creationId="{CB2FC633-DB2F-5F0D-6950-D1C676F1A6D8}"/>
          </ac:grpSpMkLst>
        </pc:grpChg>
        <pc:grpChg chg="mod">
          <ac:chgData name="O'Connor, Jacqueline Antonia" userId="3b9bfa0c-75a1-427e-ae61-7069a76100c3" providerId="ADAL" clId="{8515B688-85A3-4F26-94E9-C96B7C17EB84}" dt="2022-06-22T21:57:40.076" v="1191"/>
          <ac:grpSpMkLst>
            <pc:docMk/>
            <pc:sldMk cId="2618662491" sldId="263"/>
            <ac:grpSpMk id="178" creationId="{41F8F10B-D75B-C9BB-01E8-B6EE051C2D53}"/>
          </ac:grpSpMkLst>
        </pc:grpChg>
        <pc:grpChg chg="mod">
          <ac:chgData name="O'Connor, Jacqueline Antonia" userId="3b9bfa0c-75a1-427e-ae61-7069a76100c3" providerId="ADAL" clId="{8515B688-85A3-4F26-94E9-C96B7C17EB84}" dt="2022-06-22T21:57:43.084" v="1196"/>
          <ac:grpSpMkLst>
            <pc:docMk/>
            <pc:sldMk cId="2618662491" sldId="263"/>
            <ac:grpSpMk id="183" creationId="{2A34C85D-D784-A84A-A1E0-9F099A0E0F46}"/>
          </ac:grpSpMkLst>
        </pc:grpChg>
        <pc:grpChg chg="mod">
          <ac:chgData name="O'Connor, Jacqueline Antonia" userId="3b9bfa0c-75a1-427e-ae61-7069a76100c3" providerId="ADAL" clId="{8515B688-85A3-4F26-94E9-C96B7C17EB84}" dt="2022-06-22T21:57:54.189" v="1207"/>
          <ac:grpSpMkLst>
            <pc:docMk/>
            <pc:sldMk cId="2618662491" sldId="263"/>
            <ac:grpSpMk id="194" creationId="{3B7FF275-9C08-FCDF-0C94-B8E591B82347}"/>
          </ac:grpSpMkLst>
        </pc:grpChg>
        <pc:grpChg chg="mod">
          <ac:chgData name="O'Connor, Jacqueline Antonia" userId="3b9bfa0c-75a1-427e-ae61-7069a76100c3" providerId="ADAL" clId="{8515B688-85A3-4F26-94E9-C96B7C17EB84}" dt="2022-06-22T21:57:54.189" v="1207"/>
          <ac:grpSpMkLst>
            <pc:docMk/>
            <pc:sldMk cId="2618662491" sldId="263"/>
            <ac:grpSpMk id="195" creationId="{21951ECA-0433-A110-7322-DB61FC00A959}"/>
          </ac:grpSpMkLst>
        </pc:grpChg>
        <pc:grpChg chg="mod">
          <ac:chgData name="O'Connor, Jacqueline Antonia" userId="3b9bfa0c-75a1-427e-ae61-7069a76100c3" providerId="ADAL" clId="{8515B688-85A3-4F26-94E9-C96B7C17EB84}" dt="2022-06-22T21:58:29.822" v="1216"/>
          <ac:grpSpMkLst>
            <pc:docMk/>
            <pc:sldMk cId="2618662491" sldId="263"/>
            <ac:grpSpMk id="204" creationId="{6D54101F-839B-7332-4635-6ADEDD8148B8}"/>
          </ac:grpSpMkLst>
        </pc:grpChg>
        <pc:grpChg chg="mod">
          <ac:chgData name="O'Connor, Jacqueline Antonia" userId="3b9bfa0c-75a1-427e-ae61-7069a76100c3" providerId="ADAL" clId="{8515B688-85A3-4F26-94E9-C96B7C17EB84}" dt="2022-06-22T21:58:58.681" v="1223"/>
          <ac:grpSpMkLst>
            <pc:docMk/>
            <pc:sldMk cId="2618662491" sldId="263"/>
            <ac:grpSpMk id="211" creationId="{7C248E5B-B041-C4CC-5531-C8AA5106E11F}"/>
          </ac:grpSpMkLst>
        </pc:grpChg>
        <pc:grpChg chg="del mod">
          <ac:chgData name="O'Connor, Jacqueline Antonia" userId="3b9bfa0c-75a1-427e-ae61-7069a76100c3" providerId="ADAL" clId="{8515B688-85A3-4F26-94E9-C96B7C17EB84}" dt="2022-06-22T21:59:03.601" v="1232"/>
          <ac:grpSpMkLst>
            <pc:docMk/>
            <pc:sldMk cId="2618662491" sldId="263"/>
            <ac:grpSpMk id="218" creationId="{E748C43D-E9CC-358E-789D-D651ACD5C103}"/>
          </ac:grpSpMkLst>
        </pc:grpChg>
        <pc:grpChg chg="del mod">
          <ac:chgData name="O'Connor, Jacqueline Antonia" userId="3b9bfa0c-75a1-427e-ae61-7069a76100c3" providerId="ADAL" clId="{8515B688-85A3-4F26-94E9-C96B7C17EB84}" dt="2022-06-22T21:59:18.816" v="1243"/>
          <ac:grpSpMkLst>
            <pc:docMk/>
            <pc:sldMk cId="2618662491" sldId="263"/>
            <ac:grpSpMk id="220" creationId="{DA8C8602-ECDB-0B06-19A2-3333838FC296}"/>
          </ac:grpSpMkLst>
        </pc:grpChg>
        <pc:grpChg chg="mod">
          <ac:chgData name="O'Connor, Jacqueline Antonia" userId="3b9bfa0c-75a1-427e-ae61-7069a76100c3" providerId="ADAL" clId="{8515B688-85A3-4F26-94E9-C96B7C17EB84}" dt="2022-06-22T21:59:18.816" v="1243"/>
          <ac:grpSpMkLst>
            <pc:docMk/>
            <pc:sldMk cId="2618662491" sldId="263"/>
            <ac:grpSpMk id="231" creationId="{398D60B3-779F-0C4C-8AF6-9D5048A68615}"/>
          </ac:grpSpMkLst>
        </pc:grpChg>
        <pc:grpChg chg="mod">
          <ac:chgData name="O'Connor, Jacqueline Antonia" userId="3b9bfa0c-75a1-427e-ae61-7069a76100c3" providerId="ADAL" clId="{8515B688-85A3-4F26-94E9-C96B7C17EB84}" dt="2022-06-22T21:59:46.060" v="1254"/>
          <ac:grpSpMkLst>
            <pc:docMk/>
            <pc:sldMk cId="2618662491" sldId="263"/>
            <ac:grpSpMk id="240" creationId="{AD11FFF5-BAB7-89DE-14EA-8D3B3DC028B4}"/>
          </ac:grpSpMkLst>
        </pc:grpChg>
        <pc:grpChg chg="del mod">
          <ac:chgData name="O'Connor, Jacqueline Antonia" userId="3b9bfa0c-75a1-427e-ae61-7069a76100c3" providerId="ADAL" clId="{8515B688-85A3-4F26-94E9-C96B7C17EB84}" dt="2022-06-22T21:59:59.801" v="1279"/>
          <ac:grpSpMkLst>
            <pc:docMk/>
            <pc:sldMk cId="2618662491" sldId="263"/>
            <ac:grpSpMk id="258" creationId="{02006507-7345-1B00-70B2-704AA840A79A}"/>
          </ac:grpSpMkLst>
        </pc:grpChg>
        <pc:grpChg chg="mod">
          <ac:chgData name="O'Connor, Jacqueline Antonia" userId="3b9bfa0c-75a1-427e-ae61-7069a76100c3" providerId="ADAL" clId="{8515B688-85A3-4F26-94E9-C96B7C17EB84}" dt="2022-06-22T21:59:55.617" v="1272"/>
          <ac:grpSpMkLst>
            <pc:docMk/>
            <pc:sldMk cId="2618662491" sldId="263"/>
            <ac:grpSpMk id="259" creationId="{BE112F8D-526B-28D5-182F-7568C446F6D2}"/>
          </ac:grpSpMkLst>
        </pc:grpChg>
        <pc:grpChg chg="mod">
          <ac:chgData name="O'Connor, Jacqueline Antonia" userId="3b9bfa0c-75a1-427e-ae61-7069a76100c3" providerId="ADAL" clId="{8515B688-85A3-4F26-94E9-C96B7C17EB84}" dt="2022-06-22T21:59:55.617" v="1272"/>
          <ac:grpSpMkLst>
            <pc:docMk/>
            <pc:sldMk cId="2618662491" sldId="263"/>
            <ac:grpSpMk id="260" creationId="{5C4B1896-A510-9F80-2FFE-BD0AFD582120}"/>
          </ac:grpSpMkLst>
        </pc:grpChg>
        <pc:grpChg chg="mod">
          <ac:chgData name="O'Connor, Jacqueline Antonia" userId="3b9bfa0c-75a1-427e-ae61-7069a76100c3" providerId="ADAL" clId="{8515B688-85A3-4F26-94E9-C96B7C17EB84}" dt="2022-06-22T21:59:55.617" v="1272"/>
          <ac:grpSpMkLst>
            <pc:docMk/>
            <pc:sldMk cId="2618662491" sldId="263"/>
            <ac:grpSpMk id="261" creationId="{D42CD993-FCAB-244A-450B-DF7C49195F1C}"/>
          </ac:grpSpMkLst>
        </pc:grpChg>
        <pc:grpChg chg="mod">
          <ac:chgData name="O'Connor, Jacqueline Antonia" userId="3b9bfa0c-75a1-427e-ae61-7069a76100c3" providerId="ADAL" clId="{8515B688-85A3-4F26-94E9-C96B7C17EB84}" dt="2022-06-22T21:59:59.801" v="1279"/>
          <ac:grpSpMkLst>
            <pc:docMk/>
            <pc:sldMk cId="2618662491" sldId="263"/>
            <ac:grpSpMk id="268" creationId="{48655A7E-01E4-E725-9BA6-76D582938155}"/>
          </ac:grpSpMkLst>
        </pc:grpChg>
        <pc:grpChg chg="del mod">
          <ac:chgData name="O'Connor, Jacqueline Antonia" userId="3b9bfa0c-75a1-427e-ae61-7069a76100c3" providerId="ADAL" clId="{8515B688-85A3-4F26-94E9-C96B7C17EB84}" dt="2022-06-22T22:02:06.856" v="1325"/>
          <ac:grpSpMkLst>
            <pc:docMk/>
            <pc:sldMk cId="2618662491" sldId="263"/>
            <ac:grpSpMk id="276" creationId="{7D2232E7-3DF3-DC73-1EBB-2C88710A79B1}"/>
          </ac:grpSpMkLst>
        </pc:grpChg>
        <pc:grpChg chg="del mod">
          <ac:chgData name="O'Connor, Jacqueline Antonia" userId="3b9bfa0c-75a1-427e-ae61-7069a76100c3" providerId="ADAL" clId="{8515B688-85A3-4F26-94E9-C96B7C17EB84}" dt="2022-06-22T22:02:06.856" v="1325"/>
          <ac:grpSpMkLst>
            <pc:docMk/>
            <pc:sldMk cId="2618662491" sldId="263"/>
            <ac:grpSpMk id="284" creationId="{3CBB5672-6F2E-2AA2-54C5-2B18C8CA5677}"/>
          </ac:grpSpMkLst>
        </pc:grpChg>
        <pc:grpChg chg="del mod">
          <ac:chgData name="O'Connor, Jacqueline Antonia" userId="3b9bfa0c-75a1-427e-ae61-7069a76100c3" providerId="ADAL" clId="{8515B688-85A3-4F26-94E9-C96B7C17EB84}" dt="2022-06-22T22:02:06.856" v="1325"/>
          <ac:grpSpMkLst>
            <pc:docMk/>
            <pc:sldMk cId="2618662491" sldId="263"/>
            <ac:grpSpMk id="291" creationId="{EB36AB22-9A11-6C55-999A-297094D81D8E}"/>
          </ac:grpSpMkLst>
        </pc:grpChg>
        <pc:grpChg chg="del mod">
          <ac:chgData name="O'Connor, Jacqueline Antonia" userId="3b9bfa0c-75a1-427e-ae61-7069a76100c3" providerId="ADAL" clId="{8515B688-85A3-4F26-94E9-C96B7C17EB84}" dt="2022-06-22T22:02:06.856" v="1325"/>
          <ac:grpSpMkLst>
            <pc:docMk/>
            <pc:sldMk cId="2618662491" sldId="263"/>
            <ac:grpSpMk id="302" creationId="{1AF67DF6-C256-D09C-8C88-460D3D1E4B1E}"/>
          </ac:grpSpMkLst>
        </pc:grpChg>
        <pc:grpChg chg="del mod">
          <ac:chgData name="O'Connor, Jacqueline Antonia" userId="3b9bfa0c-75a1-427e-ae61-7069a76100c3" providerId="ADAL" clId="{8515B688-85A3-4F26-94E9-C96B7C17EB84}" dt="2022-06-22T22:02:06.856" v="1325"/>
          <ac:grpSpMkLst>
            <pc:docMk/>
            <pc:sldMk cId="2618662491" sldId="263"/>
            <ac:grpSpMk id="311" creationId="{8FC9B7F5-A9A3-EED2-154E-560A484BF28A}"/>
          </ac:grpSpMkLst>
        </pc:grpChg>
        <pc:grpChg chg="mod">
          <ac:chgData name="O'Connor, Jacqueline Antonia" userId="3b9bfa0c-75a1-427e-ae61-7069a76100c3" providerId="ADAL" clId="{8515B688-85A3-4F26-94E9-C96B7C17EB84}" dt="2022-06-22T22:02:06.856" v="1325"/>
          <ac:grpSpMkLst>
            <pc:docMk/>
            <pc:sldMk cId="2618662491" sldId="263"/>
            <ac:grpSpMk id="314" creationId="{B0DB1246-45AB-C446-9763-1A14E64215B8}"/>
          </ac:grpSpMkLst>
        </pc:grpChg>
        <pc:inkChg chg="add mod">
          <ac:chgData name="O'Connor, Jacqueline Antonia" userId="3b9bfa0c-75a1-427e-ae61-7069a76100c3" providerId="ADAL" clId="{8515B688-85A3-4F26-94E9-C96B7C17EB84}" dt="2022-06-22T21:53:37.098" v="1033"/>
          <ac:inkMkLst>
            <pc:docMk/>
            <pc:sldMk cId="2618662491" sldId="263"/>
            <ac:inkMk id="2" creationId="{8D1712D3-ADA0-1F45-60E6-C5B88A14BB80}"/>
          </ac:inkMkLst>
        </pc:inkChg>
        <pc:inkChg chg="add mod">
          <ac:chgData name="O'Connor, Jacqueline Antonia" userId="3b9bfa0c-75a1-427e-ae61-7069a76100c3" providerId="ADAL" clId="{8515B688-85A3-4F26-94E9-C96B7C17EB84}" dt="2022-06-22T21:53:37.098" v="1033"/>
          <ac:inkMkLst>
            <pc:docMk/>
            <pc:sldMk cId="2618662491" sldId="263"/>
            <ac:inkMk id="3" creationId="{C5D98C15-6D67-482E-D1B4-AFD2D09885C9}"/>
          </ac:inkMkLst>
        </pc:inkChg>
        <pc:inkChg chg="add mod">
          <ac:chgData name="O'Connor, Jacqueline Antonia" userId="3b9bfa0c-75a1-427e-ae61-7069a76100c3" providerId="ADAL" clId="{8515B688-85A3-4F26-94E9-C96B7C17EB84}" dt="2022-06-22T21:53:37.098" v="1033"/>
          <ac:inkMkLst>
            <pc:docMk/>
            <pc:sldMk cId="2618662491" sldId="263"/>
            <ac:inkMk id="4" creationId="{E550FF49-8929-5D21-9C24-869B1F996932}"/>
          </ac:inkMkLst>
        </pc:inkChg>
        <pc:inkChg chg="add mod">
          <ac:chgData name="O'Connor, Jacqueline Antonia" userId="3b9bfa0c-75a1-427e-ae61-7069a76100c3" providerId="ADAL" clId="{8515B688-85A3-4F26-94E9-C96B7C17EB84}" dt="2022-06-22T21:53:37.098" v="1033"/>
          <ac:inkMkLst>
            <pc:docMk/>
            <pc:sldMk cId="2618662491" sldId="263"/>
            <ac:inkMk id="5" creationId="{BF2EA12E-06F4-AA57-2AFD-8FFE88323BA4}"/>
          </ac:inkMkLst>
        </pc:inkChg>
        <pc:inkChg chg="add mod">
          <ac:chgData name="O'Connor, Jacqueline Antonia" userId="3b9bfa0c-75a1-427e-ae61-7069a76100c3" providerId="ADAL" clId="{8515B688-85A3-4F26-94E9-C96B7C17EB84}" dt="2022-06-22T21:53:37.098" v="1033"/>
          <ac:inkMkLst>
            <pc:docMk/>
            <pc:sldMk cId="2618662491" sldId="263"/>
            <ac:inkMk id="6" creationId="{E2CD5CE8-C17B-82AF-072F-472FA89AE182}"/>
          </ac:inkMkLst>
        </pc:inkChg>
        <pc:inkChg chg="add mod">
          <ac:chgData name="O'Connor, Jacqueline Antonia" userId="3b9bfa0c-75a1-427e-ae61-7069a76100c3" providerId="ADAL" clId="{8515B688-85A3-4F26-94E9-C96B7C17EB84}" dt="2022-06-22T21:53:37.098" v="1033"/>
          <ac:inkMkLst>
            <pc:docMk/>
            <pc:sldMk cId="2618662491" sldId="263"/>
            <ac:inkMk id="7" creationId="{21FFBD73-6DAC-EF13-3F79-9A55657132FA}"/>
          </ac:inkMkLst>
        </pc:inkChg>
        <pc:inkChg chg="add mod">
          <ac:chgData name="O'Connor, Jacqueline Antonia" userId="3b9bfa0c-75a1-427e-ae61-7069a76100c3" providerId="ADAL" clId="{8515B688-85A3-4F26-94E9-C96B7C17EB84}" dt="2022-06-22T21:53:37.098" v="1033"/>
          <ac:inkMkLst>
            <pc:docMk/>
            <pc:sldMk cId="2618662491" sldId="263"/>
            <ac:inkMk id="8" creationId="{6FE099BF-B48A-20D1-301A-7905B0B7E279}"/>
          </ac:inkMkLst>
        </pc:inkChg>
        <pc:inkChg chg="add mod">
          <ac:chgData name="O'Connor, Jacqueline Antonia" userId="3b9bfa0c-75a1-427e-ae61-7069a76100c3" providerId="ADAL" clId="{8515B688-85A3-4F26-94E9-C96B7C17EB84}" dt="2022-06-22T21:53:37.098" v="1033"/>
          <ac:inkMkLst>
            <pc:docMk/>
            <pc:sldMk cId="2618662491" sldId="263"/>
            <ac:inkMk id="9" creationId="{D2235757-C47D-7806-007A-F682FB865F8A}"/>
          </ac:inkMkLst>
        </pc:inkChg>
        <pc:inkChg chg="add mod">
          <ac:chgData name="O'Connor, Jacqueline Antonia" userId="3b9bfa0c-75a1-427e-ae61-7069a76100c3" providerId="ADAL" clId="{8515B688-85A3-4F26-94E9-C96B7C17EB84}" dt="2022-06-22T21:53:37.098" v="1033"/>
          <ac:inkMkLst>
            <pc:docMk/>
            <pc:sldMk cId="2618662491" sldId="263"/>
            <ac:inkMk id="10" creationId="{6C0F8082-A4E6-C330-A7F8-8CA13DAB5EF7}"/>
          </ac:inkMkLst>
        </pc:inkChg>
        <pc:inkChg chg="add mod">
          <ac:chgData name="O'Connor, Jacqueline Antonia" userId="3b9bfa0c-75a1-427e-ae61-7069a76100c3" providerId="ADAL" clId="{8515B688-85A3-4F26-94E9-C96B7C17EB84}" dt="2022-06-22T21:53:37.098" v="1033"/>
          <ac:inkMkLst>
            <pc:docMk/>
            <pc:sldMk cId="2618662491" sldId="263"/>
            <ac:inkMk id="11" creationId="{D1195D4A-D7B7-B68C-5896-2F975761FC7A}"/>
          </ac:inkMkLst>
        </pc:inkChg>
        <pc:inkChg chg="add mod">
          <ac:chgData name="O'Connor, Jacqueline Antonia" userId="3b9bfa0c-75a1-427e-ae61-7069a76100c3" providerId="ADAL" clId="{8515B688-85A3-4F26-94E9-C96B7C17EB84}" dt="2022-06-22T21:54:51.106" v="1041"/>
          <ac:inkMkLst>
            <pc:docMk/>
            <pc:sldMk cId="2618662491" sldId="263"/>
            <ac:inkMk id="13" creationId="{25D27E35-5CEE-E89A-C7CD-61BE9650E13E}"/>
          </ac:inkMkLst>
        </pc:inkChg>
        <pc:inkChg chg="add mod">
          <ac:chgData name="O'Connor, Jacqueline Antonia" userId="3b9bfa0c-75a1-427e-ae61-7069a76100c3" providerId="ADAL" clId="{8515B688-85A3-4F26-94E9-C96B7C17EB84}" dt="2022-06-22T21:54:51.106" v="1041"/>
          <ac:inkMkLst>
            <pc:docMk/>
            <pc:sldMk cId="2618662491" sldId="263"/>
            <ac:inkMk id="14" creationId="{6768E6E3-2C74-9E6F-7D34-5481E44DC9BC}"/>
          </ac:inkMkLst>
        </pc:inkChg>
        <pc:inkChg chg="add mod">
          <ac:chgData name="O'Connor, Jacqueline Antonia" userId="3b9bfa0c-75a1-427e-ae61-7069a76100c3" providerId="ADAL" clId="{8515B688-85A3-4F26-94E9-C96B7C17EB84}" dt="2022-06-22T21:54:51.106" v="1041"/>
          <ac:inkMkLst>
            <pc:docMk/>
            <pc:sldMk cId="2618662491" sldId="263"/>
            <ac:inkMk id="15" creationId="{FB0E31A9-5FAF-D938-E3D3-AED715A4DF6E}"/>
          </ac:inkMkLst>
        </pc:inkChg>
        <pc:inkChg chg="add mod">
          <ac:chgData name="O'Connor, Jacqueline Antonia" userId="3b9bfa0c-75a1-427e-ae61-7069a76100c3" providerId="ADAL" clId="{8515B688-85A3-4F26-94E9-C96B7C17EB84}" dt="2022-06-22T21:54:51.106" v="1041"/>
          <ac:inkMkLst>
            <pc:docMk/>
            <pc:sldMk cId="2618662491" sldId="263"/>
            <ac:inkMk id="16" creationId="{BD18A60B-41AC-6245-372E-720669725D00}"/>
          </ac:inkMkLst>
        </pc:inkChg>
        <pc:inkChg chg="add mod">
          <ac:chgData name="O'Connor, Jacqueline Antonia" userId="3b9bfa0c-75a1-427e-ae61-7069a76100c3" providerId="ADAL" clId="{8515B688-85A3-4F26-94E9-C96B7C17EB84}" dt="2022-06-22T21:54:51.106" v="1041"/>
          <ac:inkMkLst>
            <pc:docMk/>
            <pc:sldMk cId="2618662491" sldId="263"/>
            <ac:inkMk id="17" creationId="{7A6EF721-BB52-DA04-603B-48374C9D0F0C}"/>
          </ac:inkMkLst>
        </pc:inkChg>
        <pc:inkChg chg="add mod">
          <ac:chgData name="O'Connor, Jacqueline Antonia" userId="3b9bfa0c-75a1-427e-ae61-7069a76100c3" providerId="ADAL" clId="{8515B688-85A3-4F26-94E9-C96B7C17EB84}" dt="2022-06-22T21:54:51.106" v="1041"/>
          <ac:inkMkLst>
            <pc:docMk/>
            <pc:sldMk cId="2618662491" sldId="263"/>
            <ac:inkMk id="18" creationId="{26510E06-71CE-BAE6-00CF-425DC16FEF1C}"/>
          </ac:inkMkLst>
        </pc:inkChg>
        <pc:inkChg chg="add mod">
          <ac:chgData name="O'Connor, Jacqueline Antonia" userId="3b9bfa0c-75a1-427e-ae61-7069a76100c3" providerId="ADAL" clId="{8515B688-85A3-4F26-94E9-C96B7C17EB84}" dt="2022-06-22T21:54:51.106" v="1041"/>
          <ac:inkMkLst>
            <pc:docMk/>
            <pc:sldMk cId="2618662491" sldId="263"/>
            <ac:inkMk id="19" creationId="{F38D11EC-38A2-FE36-AD68-CC2602D7A253}"/>
          </ac:inkMkLst>
        </pc:inkChg>
        <pc:inkChg chg="add mod">
          <ac:chgData name="O'Connor, Jacqueline Antonia" userId="3b9bfa0c-75a1-427e-ae61-7069a76100c3" providerId="ADAL" clId="{8515B688-85A3-4F26-94E9-C96B7C17EB84}" dt="2022-06-22T21:55:01.325" v="1049"/>
          <ac:inkMkLst>
            <pc:docMk/>
            <pc:sldMk cId="2618662491" sldId="263"/>
            <ac:inkMk id="21" creationId="{9AD5991E-5576-FC23-D034-D0244C04D403}"/>
          </ac:inkMkLst>
        </pc:inkChg>
        <pc:inkChg chg="add mod">
          <ac:chgData name="O'Connor, Jacqueline Antonia" userId="3b9bfa0c-75a1-427e-ae61-7069a76100c3" providerId="ADAL" clId="{8515B688-85A3-4F26-94E9-C96B7C17EB84}" dt="2022-06-22T21:55:01.325" v="1049"/>
          <ac:inkMkLst>
            <pc:docMk/>
            <pc:sldMk cId="2618662491" sldId="263"/>
            <ac:inkMk id="22" creationId="{29F240F4-36A1-7377-DD0D-5D3D588386D2}"/>
          </ac:inkMkLst>
        </pc:inkChg>
        <pc:inkChg chg="add mod">
          <ac:chgData name="O'Connor, Jacqueline Antonia" userId="3b9bfa0c-75a1-427e-ae61-7069a76100c3" providerId="ADAL" clId="{8515B688-85A3-4F26-94E9-C96B7C17EB84}" dt="2022-06-22T21:55:01.325" v="1049"/>
          <ac:inkMkLst>
            <pc:docMk/>
            <pc:sldMk cId="2618662491" sldId="263"/>
            <ac:inkMk id="23" creationId="{9B3A1BB1-0077-8FD3-F40A-22EEE5BDF6C6}"/>
          </ac:inkMkLst>
        </pc:inkChg>
        <pc:inkChg chg="add mod">
          <ac:chgData name="O'Connor, Jacqueline Antonia" userId="3b9bfa0c-75a1-427e-ae61-7069a76100c3" providerId="ADAL" clId="{8515B688-85A3-4F26-94E9-C96B7C17EB84}" dt="2022-06-22T21:55:01.325" v="1049"/>
          <ac:inkMkLst>
            <pc:docMk/>
            <pc:sldMk cId="2618662491" sldId="263"/>
            <ac:inkMk id="24" creationId="{17632994-D93E-21C5-6EE1-FAE30228ADB0}"/>
          </ac:inkMkLst>
        </pc:inkChg>
        <pc:inkChg chg="add mod">
          <ac:chgData name="O'Connor, Jacqueline Antonia" userId="3b9bfa0c-75a1-427e-ae61-7069a76100c3" providerId="ADAL" clId="{8515B688-85A3-4F26-94E9-C96B7C17EB84}" dt="2022-06-22T21:55:01.325" v="1049"/>
          <ac:inkMkLst>
            <pc:docMk/>
            <pc:sldMk cId="2618662491" sldId="263"/>
            <ac:inkMk id="25" creationId="{9EBE053E-3F6E-9FF5-045C-8138F9F0F46C}"/>
          </ac:inkMkLst>
        </pc:inkChg>
        <pc:inkChg chg="add mod">
          <ac:chgData name="O'Connor, Jacqueline Antonia" userId="3b9bfa0c-75a1-427e-ae61-7069a76100c3" providerId="ADAL" clId="{8515B688-85A3-4F26-94E9-C96B7C17EB84}" dt="2022-06-22T21:55:01.325" v="1049"/>
          <ac:inkMkLst>
            <pc:docMk/>
            <pc:sldMk cId="2618662491" sldId="263"/>
            <ac:inkMk id="26" creationId="{9274BB74-8665-D35E-D3CC-CD22C4D62EEB}"/>
          </ac:inkMkLst>
        </pc:inkChg>
        <pc:inkChg chg="add mod">
          <ac:chgData name="O'Connor, Jacqueline Antonia" userId="3b9bfa0c-75a1-427e-ae61-7069a76100c3" providerId="ADAL" clId="{8515B688-85A3-4F26-94E9-C96B7C17EB84}" dt="2022-06-22T21:55:01.325" v="1049"/>
          <ac:inkMkLst>
            <pc:docMk/>
            <pc:sldMk cId="2618662491" sldId="263"/>
            <ac:inkMk id="27" creationId="{CA41F274-FCD4-6C80-B279-2E1295301BCE}"/>
          </ac:inkMkLst>
        </pc:inkChg>
        <pc:inkChg chg="add mod">
          <ac:chgData name="O'Connor, Jacqueline Antonia" userId="3b9bfa0c-75a1-427e-ae61-7069a76100c3" providerId="ADAL" clId="{8515B688-85A3-4F26-94E9-C96B7C17EB84}" dt="2022-06-22T21:55:06.453" v="1059"/>
          <ac:inkMkLst>
            <pc:docMk/>
            <pc:sldMk cId="2618662491" sldId="263"/>
            <ac:inkMk id="30" creationId="{0743FB8F-3266-AF5C-38EF-E669C9182D29}"/>
          </ac:inkMkLst>
        </pc:inkChg>
        <pc:inkChg chg="add mod">
          <ac:chgData name="O'Connor, Jacqueline Antonia" userId="3b9bfa0c-75a1-427e-ae61-7069a76100c3" providerId="ADAL" clId="{8515B688-85A3-4F26-94E9-C96B7C17EB84}" dt="2022-06-22T21:55:06.453" v="1059"/>
          <ac:inkMkLst>
            <pc:docMk/>
            <pc:sldMk cId="2618662491" sldId="263"/>
            <ac:inkMk id="31" creationId="{0D2A3D3D-E1AF-E642-DD23-DBF96FB7FFBC}"/>
          </ac:inkMkLst>
        </pc:inkChg>
        <pc:inkChg chg="add mod">
          <ac:chgData name="O'Connor, Jacqueline Antonia" userId="3b9bfa0c-75a1-427e-ae61-7069a76100c3" providerId="ADAL" clId="{8515B688-85A3-4F26-94E9-C96B7C17EB84}" dt="2022-06-22T21:55:06.453" v="1059"/>
          <ac:inkMkLst>
            <pc:docMk/>
            <pc:sldMk cId="2618662491" sldId="263"/>
            <ac:inkMk id="32" creationId="{3E41845F-C6EF-D7BE-B33D-96E45ED10621}"/>
          </ac:inkMkLst>
        </pc:inkChg>
        <pc:inkChg chg="add mod">
          <ac:chgData name="O'Connor, Jacqueline Antonia" userId="3b9bfa0c-75a1-427e-ae61-7069a76100c3" providerId="ADAL" clId="{8515B688-85A3-4F26-94E9-C96B7C17EB84}" dt="2022-06-22T21:55:06.453" v="1059"/>
          <ac:inkMkLst>
            <pc:docMk/>
            <pc:sldMk cId="2618662491" sldId="263"/>
            <ac:inkMk id="33" creationId="{9704B6B9-B519-B189-FD0D-F21F9D1D5BE6}"/>
          </ac:inkMkLst>
        </pc:inkChg>
        <pc:inkChg chg="add mod">
          <ac:chgData name="O'Connor, Jacqueline Antonia" userId="3b9bfa0c-75a1-427e-ae61-7069a76100c3" providerId="ADAL" clId="{8515B688-85A3-4F26-94E9-C96B7C17EB84}" dt="2022-06-22T21:55:06.453" v="1059"/>
          <ac:inkMkLst>
            <pc:docMk/>
            <pc:sldMk cId="2618662491" sldId="263"/>
            <ac:inkMk id="34" creationId="{9E9D9195-43BB-0BAB-BDAB-B2B3321BF725}"/>
          </ac:inkMkLst>
        </pc:inkChg>
        <pc:inkChg chg="add mod">
          <ac:chgData name="O'Connor, Jacqueline Antonia" userId="3b9bfa0c-75a1-427e-ae61-7069a76100c3" providerId="ADAL" clId="{8515B688-85A3-4F26-94E9-C96B7C17EB84}" dt="2022-06-22T21:55:06.453" v="1059"/>
          <ac:inkMkLst>
            <pc:docMk/>
            <pc:sldMk cId="2618662491" sldId="263"/>
            <ac:inkMk id="35" creationId="{75F58407-C0BC-9F62-1E33-3AECF23EC397}"/>
          </ac:inkMkLst>
        </pc:inkChg>
        <pc:inkChg chg="add mod">
          <ac:chgData name="O'Connor, Jacqueline Antonia" userId="3b9bfa0c-75a1-427e-ae61-7069a76100c3" providerId="ADAL" clId="{8515B688-85A3-4F26-94E9-C96B7C17EB84}" dt="2022-06-22T21:55:06.453" v="1059"/>
          <ac:inkMkLst>
            <pc:docMk/>
            <pc:sldMk cId="2618662491" sldId="263"/>
            <ac:inkMk id="36" creationId="{51670B57-75AC-CFA3-B465-D3D7D41A7A8D}"/>
          </ac:inkMkLst>
        </pc:inkChg>
        <pc:inkChg chg="add mod">
          <ac:chgData name="O'Connor, Jacqueline Antonia" userId="3b9bfa0c-75a1-427e-ae61-7069a76100c3" providerId="ADAL" clId="{8515B688-85A3-4F26-94E9-C96B7C17EB84}" dt="2022-06-22T21:55:06.453" v="1059"/>
          <ac:inkMkLst>
            <pc:docMk/>
            <pc:sldMk cId="2618662491" sldId="263"/>
            <ac:inkMk id="37" creationId="{CA8F3936-98CC-9F86-F9C7-6C669E01BC1A}"/>
          </ac:inkMkLst>
        </pc:inkChg>
        <pc:inkChg chg="add mod">
          <ac:chgData name="O'Connor, Jacqueline Antonia" userId="3b9bfa0c-75a1-427e-ae61-7069a76100c3" providerId="ADAL" clId="{8515B688-85A3-4F26-94E9-C96B7C17EB84}" dt="2022-06-22T21:55:06.453" v="1059"/>
          <ac:inkMkLst>
            <pc:docMk/>
            <pc:sldMk cId="2618662491" sldId="263"/>
            <ac:inkMk id="38" creationId="{B63BDD49-AADE-7530-ECE0-76E1B2B63002}"/>
          </ac:inkMkLst>
        </pc:inkChg>
        <pc:inkChg chg="add mod">
          <ac:chgData name="O'Connor, Jacqueline Antonia" userId="3b9bfa0c-75a1-427e-ae61-7069a76100c3" providerId="ADAL" clId="{8515B688-85A3-4F26-94E9-C96B7C17EB84}" dt="2022-06-22T21:55:16.538" v="1080"/>
          <ac:inkMkLst>
            <pc:docMk/>
            <pc:sldMk cId="2618662491" sldId="263"/>
            <ac:inkMk id="41" creationId="{28DC8C15-C8B3-F88A-52BE-45D0A97F9256}"/>
          </ac:inkMkLst>
        </pc:inkChg>
        <pc:inkChg chg="add mod">
          <ac:chgData name="O'Connor, Jacqueline Antonia" userId="3b9bfa0c-75a1-427e-ae61-7069a76100c3" providerId="ADAL" clId="{8515B688-85A3-4F26-94E9-C96B7C17EB84}" dt="2022-06-22T21:55:16.538" v="1080"/>
          <ac:inkMkLst>
            <pc:docMk/>
            <pc:sldMk cId="2618662491" sldId="263"/>
            <ac:inkMk id="42" creationId="{E62E2811-47E9-DE6D-908C-1B169F1FA1F2}"/>
          </ac:inkMkLst>
        </pc:inkChg>
        <pc:inkChg chg="add mod">
          <ac:chgData name="O'Connor, Jacqueline Antonia" userId="3b9bfa0c-75a1-427e-ae61-7069a76100c3" providerId="ADAL" clId="{8515B688-85A3-4F26-94E9-C96B7C17EB84}" dt="2022-06-22T21:55:16.538" v="1080"/>
          <ac:inkMkLst>
            <pc:docMk/>
            <pc:sldMk cId="2618662491" sldId="263"/>
            <ac:inkMk id="43" creationId="{337621A4-7143-6649-4E61-B73E47654EE9}"/>
          </ac:inkMkLst>
        </pc:inkChg>
        <pc:inkChg chg="add mod">
          <ac:chgData name="O'Connor, Jacqueline Antonia" userId="3b9bfa0c-75a1-427e-ae61-7069a76100c3" providerId="ADAL" clId="{8515B688-85A3-4F26-94E9-C96B7C17EB84}" dt="2022-06-22T21:55:16.538" v="1080"/>
          <ac:inkMkLst>
            <pc:docMk/>
            <pc:sldMk cId="2618662491" sldId="263"/>
            <ac:inkMk id="44" creationId="{20A1906E-FC40-5420-66E9-75BBE1A15F02}"/>
          </ac:inkMkLst>
        </pc:inkChg>
        <pc:inkChg chg="add mod">
          <ac:chgData name="O'Connor, Jacqueline Antonia" userId="3b9bfa0c-75a1-427e-ae61-7069a76100c3" providerId="ADAL" clId="{8515B688-85A3-4F26-94E9-C96B7C17EB84}" dt="2022-06-22T21:55:16.538" v="1080"/>
          <ac:inkMkLst>
            <pc:docMk/>
            <pc:sldMk cId="2618662491" sldId="263"/>
            <ac:inkMk id="45" creationId="{4FBED4EA-E310-2625-F302-32163D271744}"/>
          </ac:inkMkLst>
        </pc:inkChg>
        <pc:inkChg chg="add mod">
          <ac:chgData name="O'Connor, Jacqueline Antonia" userId="3b9bfa0c-75a1-427e-ae61-7069a76100c3" providerId="ADAL" clId="{8515B688-85A3-4F26-94E9-C96B7C17EB84}" dt="2022-06-22T21:55:16.538" v="1080"/>
          <ac:inkMkLst>
            <pc:docMk/>
            <pc:sldMk cId="2618662491" sldId="263"/>
            <ac:inkMk id="46" creationId="{E6E27121-0094-7746-473C-B848880E7702}"/>
          </ac:inkMkLst>
        </pc:inkChg>
        <pc:inkChg chg="add mod">
          <ac:chgData name="O'Connor, Jacqueline Antonia" userId="3b9bfa0c-75a1-427e-ae61-7069a76100c3" providerId="ADAL" clId="{8515B688-85A3-4F26-94E9-C96B7C17EB84}" dt="2022-06-22T21:55:16.538" v="1080"/>
          <ac:inkMkLst>
            <pc:docMk/>
            <pc:sldMk cId="2618662491" sldId="263"/>
            <ac:inkMk id="47" creationId="{8DAC9838-349C-E3B1-9BFB-4824BF735BE8}"/>
          </ac:inkMkLst>
        </pc:inkChg>
        <pc:inkChg chg="add mod">
          <ac:chgData name="O'Connor, Jacqueline Antonia" userId="3b9bfa0c-75a1-427e-ae61-7069a76100c3" providerId="ADAL" clId="{8515B688-85A3-4F26-94E9-C96B7C17EB84}" dt="2022-06-22T21:55:16.538" v="1080"/>
          <ac:inkMkLst>
            <pc:docMk/>
            <pc:sldMk cId="2618662491" sldId="263"/>
            <ac:inkMk id="48" creationId="{925F0149-1167-D3F0-301B-6B04E9BE3366}"/>
          </ac:inkMkLst>
        </pc:inkChg>
        <pc:inkChg chg="add mod">
          <ac:chgData name="O'Connor, Jacqueline Antonia" userId="3b9bfa0c-75a1-427e-ae61-7069a76100c3" providerId="ADAL" clId="{8515B688-85A3-4F26-94E9-C96B7C17EB84}" dt="2022-06-22T21:55:16.538" v="1080"/>
          <ac:inkMkLst>
            <pc:docMk/>
            <pc:sldMk cId="2618662491" sldId="263"/>
            <ac:inkMk id="49" creationId="{13E92C8B-1327-CB4B-C827-AA6231681499}"/>
          </ac:inkMkLst>
        </pc:inkChg>
        <pc:inkChg chg="add mod">
          <ac:chgData name="O'Connor, Jacqueline Antonia" userId="3b9bfa0c-75a1-427e-ae61-7069a76100c3" providerId="ADAL" clId="{8515B688-85A3-4F26-94E9-C96B7C17EB84}" dt="2022-06-22T21:55:16.538" v="1080"/>
          <ac:inkMkLst>
            <pc:docMk/>
            <pc:sldMk cId="2618662491" sldId="263"/>
            <ac:inkMk id="50" creationId="{3BA6FE83-62B4-C5B2-B700-08D696423FF6}"/>
          </ac:inkMkLst>
        </pc:inkChg>
        <pc:inkChg chg="add mod">
          <ac:chgData name="O'Connor, Jacqueline Antonia" userId="3b9bfa0c-75a1-427e-ae61-7069a76100c3" providerId="ADAL" clId="{8515B688-85A3-4F26-94E9-C96B7C17EB84}" dt="2022-06-22T21:55:16.538" v="1080"/>
          <ac:inkMkLst>
            <pc:docMk/>
            <pc:sldMk cId="2618662491" sldId="263"/>
            <ac:inkMk id="51" creationId="{B9811810-A347-565D-38BD-E65C35F962C0}"/>
          </ac:inkMkLst>
        </pc:inkChg>
        <pc:inkChg chg="add mod">
          <ac:chgData name="O'Connor, Jacqueline Antonia" userId="3b9bfa0c-75a1-427e-ae61-7069a76100c3" providerId="ADAL" clId="{8515B688-85A3-4F26-94E9-C96B7C17EB84}" dt="2022-06-22T21:55:16.538" v="1080"/>
          <ac:inkMkLst>
            <pc:docMk/>
            <pc:sldMk cId="2618662491" sldId="263"/>
            <ac:inkMk id="52" creationId="{ADA22DD9-F930-1519-B9A1-B55114F634BB}"/>
          </ac:inkMkLst>
        </pc:inkChg>
        <pc:inkChg chg="add mod">
          <ac:chgData name="O'Connor, Jacqueline Antonia" userId="3b9bfa0c-75a1-427e-ae61-7069a76100c3" providerId="ADAL" clId="{8515B688-85A3-4F26-94E9-C96B7C17EB84}" dt="2022-06-22T21:55:16.538" v="1080"/>
          <ac:inkMkLst>
            <pc:docMk/>
            <pc:sldMk cId="2618662491" sldId="263"/>
            <ac:inkMk id="53" creationId="{FE297A8D-5E62-C25D-C0E0-38FF85F4584D}"/>
          </ac:inkMkLst>
        </pc:inkChg>
        <pc:inkChg chg="add mod">
          <ac:chgData name="O'Connor, Jacqueline Antonia" userId="3b9bfa0c-75a1-427e-ae61-7069a76100c3" providerId="ADAL" clId="{8515B688-85A3-4F26-94E9-C96B7C17EB84}" dt="2022-06-22T21:55:16.538" v="1080"/>
          <ac:inkMkLst>
            <pc:docMk/>
            <pc:sldMk cId="2618662491" sldId="263"/>
            <ac:inkMk id="54" creationId="{EF377140-494D-651F-44A4-98CAF796E79F}"/>
          </ac:inkMkLst>
        </pc:inkChg>
        <pc:inkChg chg="add mod">
          <ac:chgData name="O'Connor, Jacqueline Antonia" userId="3b9bfa0c-75a1-427e-ae61-7069a76100c3" providerId="ADAL" clId="{8515B688-85A3-4F26-94E9-C96B7C17EB84}" dt="2022-06-22T21:55:16.538" v="1080"/>
          <ac:inkMkLst>
            <pc:docMk/>
            <pc:sldMk cId="2618662491" sldId="263"/>
            <ac:inkMk id="55" creationId="{B7867EEF-33C4-DB43-9B94-2D4781FD7A66}"/>
          </ac:inkMkLst>
        </pc:inkChg>
        <pc:inkChg chg="add mod">
          <ac:chgData name="O'Connor, Jacqueline Antonia" userId="3b9bfa0c-75a1-427e-ae61-7069a76100c3" providerId="ADAL" clId="{8515B688-85A3-4F26-94E9-C96B7C17EB84}" dt="2022-06-22T21:55:16.538" v="1080"/>
          <ac:inkMkLst>
            <pc:docMk/>
            <pc:sldMk cId="2618662491" sldId="263"/>
            <ac:inkMk id="56" creationId="{0E606393-B09F-B1D6-46B0-99B84C4255F8}"/>
          </ac:inkMkLst>
        </pc:inkChg>
        <pc:inkChg chg="add mod">
          <ac:chgData name="O'Connor, Jacqueline Antonia" userId="3b9bfa0c-75a1-427e-ae61-7069a76100c3" providerId="ADAL" clId="{8515B688-85A3-4F26-94E9-C96B7C17EB84}" dt="2022-06-22T21:55:16.538" v="1080"/>
          <ac:inkMkLst>
            <pc:docMk/>
            <pc:sldMk cId="2618662491" sldId="263"/>
            <ac:inkMk id="57" creationId="{6656A1B1-DDE6-443F-CD88-4DBBFF9B30E0}"/>
          </ac:inkMkLst>
        </pc:inkChg>
        <pc:inkChg chg="add mod">
          <ac:chgData name="O'Connor, Jacqueline Antonia" userId="3b9bfa0c-75a1-427e-ae61-7069a76100c3" providerId="ADAL" clId="{8515B688-85A3-4F26-94E9-C96B7C17EB84}" dt="2022-06-22T21:55:16.538" v="1080"/>
          <ac:inkMkLst>
            <pc:docMk/>
            <pc:sldMk cId="2618662491" sldId="263"/>
            <ac:inkMk id="58" creationId="{9B6C441C-8F69-45D9-6242-49542D2AC6B0}"/>
          </ac:inkMkLst>
        </pc:inkChg>
        <pc:inkChg chg="add mod">
          <ac:chgData name="O'Connor, Jacqueline Antonia" userId="3b9bfa0c-75a1-427e-ae61-7069a76100c3" providerId="ADAL" clId="{8515B688-85A3-4F26-94E9-C96B7C17EB84}" dt="2022-06-22T21:55:16.538" v="1080"/>
          <ac:inkMkLst>
            <pc:docMk/>
            <pc:sldMk cId="2618662491" sldId="263"/>
            <ac:inkMk id="59" creationId="{E91467AB-4454-0A2A-820C-1D800AB52218}"/>
          </ac:inkMkLst>
        </pc:inkChg>
        <pc:inkChg chg="add mod">
          <ac:chgData name="O'Connor, Jacqueline Antonia" userId="3b9bfa0c-75a1-427e-ae61-7069a76100c3" providerId="ADAL" clId="{8515B688-85A3-4F26-94E9-C96B7C17EB84}" dt="2022-06-22T21:55:16.538" v="1080"/>
          <ac:inkMkLst>
            <pc:docMk/>
            <pc:sldMk cId="2618662491" sldId="263"/>
            <ac:inkMk id="60" creationId="{E6B0F979-B7CD-7C00-C030-FEEB3B2F4EC2}"/>
          </ac:inkMkLst>
        </pc:inkChg>
        <pc:inkChg chg="add mod">
          <ac:chgData name="O'Connor, Jacqueline Antonia" userId="3b9bfa0c-75a1-427e-ae61-7069a76100c3" providerId="ADAL" clId="{8515B688-85A3-4F26-94E9-C96B7C17EB84}" dt="2022-06-22T21:55:26.527" v="1089"/>
          <ac:inkMkLst>
            <pc:docMk/>
            <pc:sldMk cId="2618662491" sldId="263"/>
            <ac:inkMk id="65" creationId="{7DD60755-DCFD-E457-350B-C5C8BCE28E99}"/>
          </ac:inkMkLst>
        </pc:inkChg>
        <pc:inkChg chg="add mod">
          <ac:chgData name="O'Connor, Jacqueline Antonia" userId="3b9bfa0c-75a1-427e-ae61-7069a76100c3" providerId="ADAL" clId="{8515B688-85A3-4F26-94E9-C96B7C17EB84}" dt="2022-06-22T21:55:26.527" v="1089"/>
          <ac:inkMkLst>
            <pc:docMk/>
            <pc:sldMk cId="2618662491" sldId="263"/>
            <ac:inkMk id="66" creationId="{D601B884-6B50-C452-43B8-7BA8615B8A93}"/>
          </ac:inkMkLst>
        </pc:inkChg>
        <pc:inkChg chg="add mod">
          <ac:chgData name="O'Connor, Jacqueline Antonia" userId="3b9bfa0c-75a1-427e-ae61-7069a76100c3" providerId="ADAL" clId="{8515B688-85A3-4F26-94E9-C96B7C17EB84}" dt="2022-06-22T21:55:26.527" v="1089"/>
          <ac:inkMkLst>
            <pc:docMk/>
            <pc:sldMk cId="2618662491" sldId="263"/>
            <ac:inkMk id="67" creationId="{972186A5-CD62-7C01-DF20-9C8FC4E78E3C}"/>
          </ac:inkMkLst>
        </pc:inkChg>
        <pc:inkChg chg="add mod">
          <ac:chgData name="O'Connor, Jacqueline Antonia" userId="3b9bfa0c-75a1-427e-ae61-7069a76100c3" providerId="ADAL" clId="{8515B688-85A3-4F26-94E9-C96B7C17EB84}" dt="2022-06-22T21:55:26.527" v="1089"/>
          <ac:inkMkLst>
            <pc:docMk/>
            <pc:sldMk cId="2618662491" sldId="263"/>
            <ac:inkMk id="68" creationId="{239ECA49-7513-45C3-C1B1-08FC84381FF8}"/>
          </ac:inkMkLst>
        </pc:inkChg>
        <pc:inkChg chg="add mod">
          <ac:chgData name="O'Connor, Jacqueline Antonia" userId="3b9bfa0c-75a1-427e-ae61-7069a76100c3" providerId="ADAL" clId="{8515B688-85A3-4F26-94E9-C96B7C17EB84}" dt="2022-06-22T21:55:26.527" v="1089"/>
          <ac:inkMkLst>
            <pc:docMk/>
            <pc:sldMk cId="2618662491" sldId="263"/>
            <ac:inkMk id="69" creationId="{08D3386C-BAD2-5111-2B5E-62A510DDEBDC}"/>
          </ac:inkMkLst>
        </pc:inkChg>
        <pc:inkChg chg="add mod">
          <ac:chgData name="O'Connor, Jacqueline Antonia" userId="3b9bfa0c-75a1-427e-ae61-7069a76100c3" providerId="ADAL" clId="{8515B688-85A3-4F26-94E9-C96B7C17EB84}" dt="2022-06-22T21:55:26.527" v="1089"/>
          <ac:inkMkLst>
            <pc:docMk/>
            <pc:sldMk cId="2618662491" sldId="263"/>
            <ac:inkMk id="70" creationId="{6D4E8953-C217-E947-2BAF-36F7EFA98B32}"/>
          </ac:inkMkLst>
        </pc:inkChg>
        <pc:inkChg chg="add mod">
          <ac:chgData name="O'Connor, Jacqueline Antonia" userId="3b9bfa0c-75a1-427e-ae61-7069a76100c3" providerId="ADAL" clId="{8515B688-85A3-4F26-94E9-C96B7C17EB84}" dt="2022-06-22T21:55:26.527" v="1089"/>
          <ac:inkMkLst>
            <pc:docMk/>
            <pc:sldMk cId="2618662491" sldId="263"/>
            <ac:inkMk id="71" creationId="{9617A429-A224-E816-38B6-4B46F6F29EFA}"/>
          </ac:inkMkLst>
        </pc:inkChg>
        <pc:inkChg chg="add mod">
          <ac:chgData name="O'Connor, Jacqueline Antonia" userId="3b9bfa0c-75a1-427e-ae61-7069a76100c3" providerId="ADAL" clId="{8515B688-85A3-4F26-94E9-C96B7C17EB84}" dt="2022-06-22T21:55:26.527" v="1089"/>
          <ac:inkMkLst>
            <pc:docMk/>
            <pc:sldMk cId="2618662491" sldId="263"/>
            <ac:inkMk id="72" creationId="{B5787CFB-1A81-0AFF-0E8D-B2321211CCB2}"/>
          </ac:inkMkLst>
        </pc:inkChg>
        <pc:inkChg chg="add mod">
          <ac:chgData name="O'Connor, Jacqueline Antonia" userId="3b9bfa0c-75a1-427e-ae61-7069a76100c3" providerId="ADAL" clId="{8515B688-85A3-4F26-94E9-C96B7C17EB84}" dt="2022-06-22T21:55:38.109" v="1099"/>
          <ac:inkMkLst>
            <pc:docMk/>
            <pc:sldMk cId="2618662491" sldId="263"/>
            <ac:inkMk id="74" creationId="{61D40790-DE95-20CD-91F7-C1C40D999B53}"/>
          </ac:inkMkLst>
        </pc:inkChg>
        <pc:inkChg chg="add mod">
          <ac:chgData name="O'Connor, Jacqueline Antonia" userId="3b9bfa0c-75a1-427e-ae61-7069a76100c3" providerId="ADAL" clId="{8515B688-85A3-4F26-94E9-C96B7C17EB84}" dt="2022-06-22T21:55:38.109" v="1099"/>
          <ac:inkMkLst>
            <pc:docMk/>
            <pc:sldMk cId="2618662491" sldId="263"/>
            <ac:inkMk id="75" creationId="{0F39D4B8-B367-C8F3-14D1-67EBB27EB463}"/>
          </ac:inkMkLst>
        </pc:inkChg>
        <pc:inkChg chg="add del mod">
          <ac:chgData name="O'Connor, Jacqueline Antonia" userId="3b9bfa0c-75a1-427e-ae61-7069a76100c3" providerId="ADAL" clId="{8515B688-85A3-4F26-94E9-C96B7C17EB84}" dt="2022-06-22T21:55:34.775" v="1094"/>
          <ac:inkMkLst>
            <pc:docMk/>
            <pc:sldMk cId="2618662491" sldId="263"/>
            <ac:inkMk id="76" creationId="{081C346C-8FD5-D868-5505-A2C417C1D947}"/>
          </ac:inkMkLst>
        </pc:inkChg>
        <pc:inkChg chg="add mod">
          <ac:chgData name="O'Connor, Jacqueline Antonia" userId="3b9bfa0c-75a1-427e-ae61-7069a76100c3" providerId="ADAL" clId="{8515B688-85A3-4F26-94E9-C96B7C17EB84}" dt="2022-06-22T21:55:38.109" v="1099"/>
          <ac:inkMkLst>
            <pc:docMk/>
            <pc:sldMk cId="2618662491" sldId="263"/>
            <ac:inkMk id="78" creationId="{A178CFC2-897E-A0E6-552E-EA3770F07642}"/>
          </ac:inkMkLst>
        </pc:inkChg>
        <pc:inkChg chg="add mod">
          <ac:chgData name="O'Connor, Jacqueline Antonia" userId="3b9bfa0c-75a1-427e-ae61-7069a76100c3" providerId="ADAL" clId="{8515B688-85A3-4F26-94E9-C96B7C17EB84}" dt="2022-06-22T21:55:38.109" v="1099"/>
          <ac:inkMkLst>
            <pc:docMk/>
            <pc:sldMk cId="2618662491" sldId="263"/>
            <ac:inkMk id="79" creationId="{AFE919CA-3558-5637-AC09-F8BC0AB06A06}"/>
          </ac:inkMkLst>
        </pc:inkChg>
        <pc:inkChg chg="add mod">
          <ac:chgData name="O'Connor, Jacqueline Antonia" userId="3b9bfa0c-75a1-427e-ae61-7069a76100c3" providerId="ADAL" clId="{8515B688-85A3-4F26-94E9-C96B7C17EB84}" dt="2022-06-22T21:55:38.109" v="1099"/>
          <ac:inkMkLst>
            <pc:docMk/>
            <pc:sldMk cId="2618662491" sldId="263"/>
            <ac:inkMk id="80" creationId="{41CE6AD3-B847-E9A5-FA49-1D1794649530}"/>
          </ac:inkMkLst>
        </pc:inkChg>
        <pc:inkChg chg="add mod">
          <ac:chgData name="O'Connor, Jacqueline Antonia" userId="3b9bfa0c-75a1-427e-ae61-7069a76100c3" providerId="ADAL" clId="{8515B688-85A3-4F26-94E9-C96B7C17EB84}" dt="2022-06-22T21:55:38.109" v="1099"/>
          <ac:inkMkLst>
            <pc:docMk/>
            <pc:sldMk cId="2618662491" sldId="263"/>
            <ac:inkMk id="81" creationId="{0B61D71F-96D4-2276-FE6A-970203F02274}"/>
          </ac:inkMkLst>
        </pc:inkChg>
        <pc:inkChg chg="add mod">
          <ac:chgData name="O'Connor, Jacqueline Antonia" userId="3b9bfa0c-75a1-427e-ae61-7069a76100c3" providerId="ADAL" clId="{8515B688-85A3-4F26-94E9-C96B7C17EB84}" dt="2022-06-22T21:55:50.868" v="1107"/>
          <ac:inkMkLst>
            <pc:docMk/>
            <pc:sldMk cId="2618662491" sldId="263"/>
            <ac:inkMk id="83" creationId="{AA2D6B01-22E8-CE13-A3C9-9EF9BD67589F}"/>
          </ac:inkMkLst>
        </pc:inkChg>
        <pc:inkChg chg="add mod">
          <ac:chgData name="O'Connor, Jacqueline Antonia" userId="3b9bfa0c-75a1-427e-ae61-7069a76100c3" providerId="ADAL" clId="{8515B688-85A3-4F26-94E9-C96B7C17EB84}" dt="2022-06-22T21:55:50.868" v="1107"/>
          <ac:inkMkLst>
            <pc:docMk/>
            <pc:sldMk cId="2618662491" sldId="263"/>
            <ac:inkMk id="84" creationId="{C1211DC3-620E-50ED-0D0C-CCBF37AFA077}"/>
          </ac:inkMkLst>
        </pc:inkChg>
        <pc:inkChg chg="add mod">
          <ac:chgData name="O'Connor, Jacqueline Antonia" userId="3b9bfa0c-75a1-427e-ae61-7069a76100c3" providerId="ADAL" clId="{8515B688-85A3-4F26-94E9-C96B7C17EB84}" dt="2022-06-22T21:55:50.868" v="1107"/>
          <ac:inkMkLst>
            <pc:docMk/>
            <pc:sldMk cId="2618662491" sldId="263"/>
            <ac:inkMk id="85" creationId="{00F86FF0-D364-F3CC-3BE4-1EA50D39487E}"/>
          </ac:inkMkLst>
        </pc:inkChg>
        <pc:inkChg chg="add mod">
          <ac:chgData name="O'Connor, Jacqueline Antonia" userId="3b9bfa0c-75a1-427e-ae61-7069a76100c3" providerId="ADAL" clId="{8515B688-85A3-4F26-94E9-C96B7C17EB84}" dt="2022-06-22T21:55:50.868" v="1107"/>
          <ac:inkMkLst>
            <pc:docMk/>
            <pc:sldMk cId="2618662491" sldId="263"/>
            <ac:inkMk id="86" creationId="{9B750B8D-DB34-D5BD-811C-3205D6F20B06}"/>
          </ac:inkMkLst>
        </pc:inkChg>
        <pc:inkChg chg="add mod">
          <ac:chgData name="O'Connor, Jacqueline Antonia" userId="3b9bfa0c-75a1-427e-ae61-7069a76100c3" providerId="ADAL" clId="{8515B688-85A3-4F26-94E9-C96B7C17EB84}" dt="2022-06-22T21:55:50.868" v="1107"/>
          <ac:inkMkLst>
            <pc:docMk/>
            <pc:sldMk cId="2618662491" sldId="263"/>
            <ac:inkMk id="87" creationId="{1D3280BD-4B7E-C50E-8D4D-2866D6FFC2D9}"/>
          </ac:inkMkLst>
        </pc:inkChg>
        <pc:inkChg chg="add mod">
          <ac:chgData name="O'Connor, Jacqueline Antonia" userId="3b9bfa0c-75a1-427e-ae61-7069a76100c3" providerId="ADAL" clId="{8515B688-85A3-4F26-94E9-C96B7C17EB84}" dt="2022-06-22T21:55:50.868" v="1107"/>
          <ac:inkMkLst>
            <pc:docMk/>
            <pc:sldMk cId="2618662491" sldId="263"/>
            <ac:inkMk id="88" creationId="{2CF911C8-46E6-AB17-383C-74F5CCEB9808}"/>
          </ac:inkMkLst>
        </pc:inkChg>
        <pc:inkChg chg="add mod">
          <ac:chgData name="O'Connor, Jacqueline Antonia" userId="3b9bfa0c-75a1-427e-ae61-7069a76100c3" providerId="ADAL" clId="{8515B688-85A3-4F26-94E9-C96B7C17EB84}" dt="2022-06-22T21:55:50.868" v="1107"/>
          <ac:inkMkLst>
            <pc:docMk/>
            <pc:sldMk cId="2618662491" sldId="263"/>
            <ac:inkMk id="89" creationId="{111DB70C-E513-11AE-A946-4655E4E7789A}"/>
          </ac:inkMkLst>
        </pc:inkChg>
        <pc:inkChg chg="add mod">
          <ac:chgData name="O'Connor, Jacqueline Antonia" userId="3b9bfa0c-75a1-427e-ae61-7069a76100c3" providerId="ADAL" clId="{8515B688-85A3-4F26-94E9-C96B7C17EB84}" dt="2022-06-22T21:56:22.224" v="1115"/>
          <ac:inkMkLst>
            <pc:docMk/>
            <pc:sldMk cId="2618662491" sldId="263"/>
            <ac:inkMk id="91" creationId="{1F3C96CF-A558-6B2F-98B3-5E66837E29BC}"/>
          </ac:inkMkLst>
        </pc:inkChg>
        <pc:inkChg chg="add mod">
          <ac:chgData name="O'Connor, Jacqueline Antonia" userId="3b9bfa0c-75a1-427e-ae61-7069a76100c3" providerId="ADAL" clId="{8515B688-85A3-4F26-94E9-C96B7C17EB84}" dt="2022-06-22T21:56:22.224" v="1115"/>
          <ac:inkMkLst>
            <pc:docMk/>
            <pc:sldMk cId="2618662491" sldId="263"/>
            <ac:inkMk id="92" creationId="{AB991BAE-27ED-9980-17D9-7B72DC5B17E1}"/>
          </ac:inkMkLst>
        </pc:inkChg>
        <pc:inkChg chg="add mod">
          <ac:chgData name="O'Connor, Jacqueline Antonia" userId="3b9bfa0c-75a1-427e-ae61-7069a76100c3" providerId="ADAL" clId="{8515B688-85A3-4F26-94E9-C96B7C17EB84}" dt="2022-06-22T21:56:22.224" v="1115"/>
          <ac:inkMkLst>
            <pc:docMk/>
            <pc:sldMk cId="2618662491" sldId="263"/>
            <ac:inkMk id="93" creationId="{588BFD10-EDE4-416D-91C7-DCF39A083A61}"/>
          </ac:inkMkLst>
        </pc:inkChg>
        <pc:inkChg chg="add mod">
          <ac:chgData name="O'Connor, Jacqueline Antonia" userId="3b9bfa0c-75a1-427e-ae61-7069a76100c3" providerId="ADAL" clId="{8515B688-85A3-4F26-94E9-C96B7C17EB84}" dt="2022-06-22T21:56:22.224" v="1115"/>
          <ac:inkMkLst>
            <pc:docMk/>
            <pc:sldMk cId="2618662491" sldId="263"/>
            <ac:inkMk id="94" creationId="{69FA6795-CE2C-5B51-8929-73D87A7A455B}"/>
          </ac:inkMkLst>
        </pc:inkChg>
        <pc:inkChg chg="add mod">
          <ac:chgData name="O'Connor, Jacqueline Antonia" userId="3b9bfa0c-75a1-427e-ae61-7069a76100c3" providerId="ADAL" clId="{8515B688-85A3-4F26-94E9-C96B7C17EB84}" dt="2022-06-22T21:56:22.224" v="1115"/>
          <ac:inkMkLst>
            <pc:docMk/>
            <pc:sldMk cId="2618662491" sldId="263"/>
            <ac:inkMk id="95" creationId="{EDE50C5A-656E-6621-7C3A-89714CEED1D9}"/>
          </ac:inkMkLst>
        </pc:inkChg>
        <pc:inkChg chg="add mod">
          <ac:chgData name="O'Connor, Jacqueline Antonia" userId="3b9bfa0c-75a1-427e-ae61-7069a76100c3" providerId="ADAL" clId="{8515B688-85A3-4F26-94E9-C96B7C17EB84}" dt="2022-06-22T21:56:22.224" v="1115"/>
          <ac:inkMkLst>
            <pc:docMk/>
            <pc:sldMk cId="2618662491" sldId="263"/>
            <ac:inkMk id="96" creationId="{44E9EA2E-5538-F3B1-54E5-454D6444842E}"/>
          </ac:inkMkLst>
        </pc:inkChg>
        <pc:inkChg chg="add mod">
          <ac:chgData name="O'Connor, Jacqueline Antonia" userId="3b9bfa0c-75a1-427e-ae61-7069a76100c3" providerId="ADAL" clId="{8515B688-85A3-4F26-94E9-C96B7C17EB84}" dt="2022-06-22T21:56:22.224" v="1115"/>
          <ac:inkMkLst>
            <pc:docMk/>
            <pc:sldMk cId="2618662491" sldId="263"/>
            <ac:inkMk id="97" creationId="{A0D9B43F-9B7D-75B3-D416-85509AB6B0D7}"/>
          </ac:inkMkLst>
        </pc:inkChg>
        <pc:inkChg chg="add mod">
          <ac:chgData name="O'Connor, Jacqueline Antonia" userId="3b9bfa0c-75a1-427e-ae61-7069a76100c3" providerId="ADAL" clId="{8515B688-85A3-4F26-94E9-C96B7C17EB84}" dt="2022-06-22T21:56:26.270" v="1121"/>
          <ac:inkMkLst>
            <pc:docMk/>
            <pc:sldMk cId="2618662491" sldId="263"/>
            <ac:inkMk id="100" creationId="{FF3E9BAD-DD69-7EA5-3371-DCC89CB24ECC}"/>
          </ac:inkMkLst>
        </pc:inkChg>
        <pc:inkChg chg="add mod">
          <ac:chgData name="O'Connor, Jacqueline Antonia" userId="3b9bfa0c-75a1-427e-ae61-7069a76100c3" providerId="ADAL" clId="{8515B688-85A3-4F26-94E9-C96B7C17EB84}" dt="2022-06-22T21:56:26.270" v="1121"/>
          <ac:inkMkLst>
            <pc:docMk/>
            <pc:sldMk cId="2618662491" sldId="263"/>
            <ac:inkMk id="101" creationId="{75D49317-2DCD-63AB-7C79-5C0291B061B1}"/>
          </ac:inkMkLst>
        </pc:inkChg>
        <pc:inkChg chg="add mod">
          <ac:chgData name="O'Connor, Jacqueline Antonia" userId="3b9bfa0c-75a1-427e-ae61-7069a76100c3" providerId="ADAL" clId="{8515B688-85A3-4F26-94E9-C96B7C17EB84}" dt="2022-06-22T21:56:26.270" v="1121"/>
          <ac:inkMkLst>
            <pc:docMk/>
            <pc:sldMk cId="2618662491" sldId="263"/>
            <ac:inkMk id="102" creationId="{BD1D8014-0884-A4E9-C314-52BAE822E97B}"/>
          </ac:inkMkLst>
        </pc:inkChg>
        <pc:inkChg chg="add mod">
          <ac:chgData name="O'Connor, Jacqueline Antonia" userId="3b9bfa0c-75a1-427e-ae61-7069a76100c3" providerId="ADAL" clId="{8515B688-85A3-4F26-94E9-C96B7C17EB84}" dt="2022-06-22T21:56:26.270" v="1121"/>
          <ac:inkMkLst>
            <pc:docMk/>
            <pc:sldMk cId="2618662491" sldId="263"/>
            <ac:inkMk id="103" creationId="{3D7AC53D-489D-00FF-F0D7-C07949644106}"/>
          </ac:inkMkLst>
        </pc:inkChg>
        <pc:inkChg chg="add mod">
          <ac:chgData name="O'Connor, Jacqueline Antonia" userId="3b9bfa0c-75a1-427e-ae61-7069a76100c3" providerId="ADAL" clId="{8515B688-85A3-4F26-94E9-C96B7C17EB84}" dt="2022-06-22T21:56:26.270" v="1121"/>
          <ac:inkMkLst>
            <pc:docMk/>
            <pc:sldMk cId="2618662491" sldId="263"/>
            <ac:inkMk id="104" creationId="{8A8B4F56-B64A-D00E-A6B6-6DDAF3121A45}"/>
          </ac:inkMkLst>
        </pc:inkChg>
        <pc:inkChg chg="add mod">
          <ac:chgData name="O'Connor, Jacqueline Antonia" userId="3b9bfa0c-75a1-427e-ae61-7069a76100c3" providerId="ADAL" clId="{8515B688-85A3-4F26-94E9-C96B7C17EB84}" dt="2022-06-22T21:56:43.720" v="1134"/>
          <ac:inkMkLst>
            <pc:docMk/>
            <pc:sldMk cId="2618662491" sldId="263"/>
            <ac:inkMk id="107" creationId="{D8D46FCD-93FE-1B49-D4F2-128B676EABA2}"/>
          </ac:inkMkLst>
        </pc:inkChg>
        <pc:inkChg chg="add mod">
          <ac:chgData name="O'Connor, Jacqueline Antonia" userId="3b9bfa0c-75a1-427e-ae61-7069a76100c3" providerId="ADAL" clId="{8515B688-85A3-4F26-94E9-C96B7C17EB84}" dt="2022-06-22T21:56:43.720" v="1134"/>
          <ac:inkMkLst>
            <pc:docMk/>
            <pc:sldMk cId="2618662491" sldId="263"/>
            <ac:inkMk id="108" creationId="{F4537657-A101-CA04-8168-CA88276A8DD4}"/>
          </ac:inkMkLst>
        </pc:inkChg>
        <pc:inkChg chg="add mod">
          <ac:chgData name="O'Connor, Jacqueline Antonia" userId="3b9bfa0c-75a1-427e-ae61-7069a76100c3" providerId="ADAL" clId="{8515B688-85A3-4F26-94E9-C96B7C17EB84}" dt="2022-06-22T21:56:43.720" v="1134"/>
          <ac:inkMkLst>
            <pc:docMk/>
            <pc:sldMk cId="2618662491" sldId="263"/>
            <ac:inkMk id="109" creationId="{AD7BA309-33D7-4514-A00A-9F8C15109BDC}"/>
          </ac:inkMkLst>
        </pc:inkChg>
        <pc:inkChg chg="add mod">
          <ac:chgData name="O'Connor, Jacqueline Antonia" userId="3b9bfa0c-75a1-427e-ae61-7069a76100c3" providerId="ADAL" clId="{8515B688-85A3-4F26-94E9-C96B7C17EB84}" dt="2022-06-22T21:56:43.720" v="1134"/>
          <ac:inkMkLst>
            <pc:docMk/>
            <pc:sldMk cId="2618662491" sldId="263"/>
            <ac:inkMk id="110" creationId="{9E093F0B-F1CC-AD94-222F-959952ABC354}"/>
          </ac:inkMkLst>
        </pc:inkChg>
        <pc:inkChg chg="add mod">
          <ac:chgData name="O'Connor, Jacqueline Antonia" userId="3b9bfa0c-75a1-427e-ae61-7069a76100c3" providerId="ADAL" clId="{8515B688-85A3-4F26-94E9-C96B7C17EB84}" dt="2022-06-22T21:56:43.720" v="1134"/>
          <ac:inkMkLst>
            <pc:docMk/>
            <pc:sldMk cId="2618662491" sldId="263"/>
            <ac:inkMk id="111" creationId="{E3837DFA-5DA3-8B99-E8BC-662C418ECDC8}"/>
          </ac:inkMkLst>
        </pc:inkChg>
        <pc:inkChg chg="add mod">
          <ac:chgData name="O'Connor, Jacqueline Antonia" userId="3b9bfa0c-75a1-427e-ae61-7069a76100c3" providerId="ADAL" clId="{8515B688-85A3-4F26-94E9-C96B7C17EB84}" dt="2022-06-22T21:56:43.720" v="1134"/>
          <ac:inkMkLst>
            <pc:docMk/>
            <pc:sldMk cId="2618662491" sldId="263"/>
            <ac:inkMk id="112" creationId="{469EC04D-95E1-7F15-253A-3E2C2E9FA957}"/>
          </ac:inkMkLst>
        </pc:inkChg>
        <pc:inkChg chg="add mod">
          <ac:chgData name="O'Connor, Jacqueline Antonia" userId="3b9bfa0c-75a1-427e-ae61-7069a76100c3" providerId="ADAL" clId="{8515B688-85A3-4F26-94E9-C96B7C17EB84}" dt="2022-06-22T21:56:43.720" v="1134"/>
          <ac:inkMkLst>
            <pc:docMk/>
            <pc:sldMk cId="2618662491" sldId="263"/>
            <ac:inkMk id="113" creationId="{CD3DAFBE-C48A-19D0-993C-CBE7B7ADD65C}"/>
          </ac:inkMkLst>
        </pc:inkChg>
        <pc:inkChg chg="add mod">
          <ac:chgData name="O'Connor, Jacqueline Antonia" userId="3b9bfa0c-75a1-427e-ae61-7069a76100c3" providerId="ADAL" clId="{8515B688-85A3-4F26-94E9-C96B7C17EB84}" dt="2022-06-22T21:56:43.720" v="1134"/>
          <ac:inkMkLst>
            <pc:docMk/>
            <pc:sldMk cId="2618662491" sldId="263"/>
            <ac:inkMk id="114" creationId="{B40515ED-9B2B-3BB9-C229-6C23E83A8CFD}"/>
          </ac:inkMkLst>
        </pc:inkChg>
        <pc:inkChg chg="add mod">
          <ac:chgData name="O'Connor, Jacqueline Antonia" userId="3b9bfa0c-75a1-427e-ae61-7069a76100c3" providerId="ADAL" clId="{8515B688-85A3-4F26-94E9-C96B7C17EB84}" dt="2022-06-22T21:56:43.720" v="1134"/>
          <ac:inkMkLst>
            <pc:docMk/>
            <pc:sldMk cId="2618662491" sldId="263"/>
            <ac:inkMk id="115" creationId="{44F1537C-1D63-59E3-8682-B1EE5574EE7E}"/>
          </ac:inkMkLst>
        </pc:inkChg>
        <pc:inkChg chg="add mod">
          <ac:chgData name="O'Connor, Jacqueline Antonia" userId="3b9bfa0c-75a1-427e-ae61-7069a76100c3" providerId="ADAL" clId="{8515B688-85A3-4F26-94E9-C96B7C17EB84}" dt="2022-06-22T21:56:43.720" v="1134"/>
          <ac:inkMkLst>
            <pc:docMk/>
            <pc:sldMk cId="2618662491" sldId="263"/>
            <ac:inkMk id="116" creationId="{A3F534C0-4618-7DDC-0D3C-5F22711A1C31}"/>
          </ac:inkMkLst>
        </pc:inkChg>
        <pc:inkChg chg="add mod">
          <ac:chgData name="O'Connor, Jacqueline Antonia" userId="3b9bfa0c-75a1-427e-ae61-7069a76100c3" providerId="ADAL" clId="{8515B688-85A3-4F26-94E9-C96B7C17EB84}" dt="2022-06-22T21:56:43.720" v="1134"/>
          <ac:inkMkLst>
            <pc:docMk/>
            <pc:sldMk cId="2618662491" sldId="263"/>
            <ac:inkMk id="117" creationId="{FADAAEEC-DF09-610A-F3C3-505D3AE1F37A}"/>
          </ac:inkMkLst>
        </pc:inkChg>
        <pc:inkChg chg="add mod">
          <ac:chgData name="O'Connor, Jacqueline Antonia" userId="3b9bfa0c-75a1-427e-ae61-7069a76100c3" providerId="ADAL" clId="{8515B688-85A3-4F26-94E9-C96B7C17EB84}" dt="2022-06-22T21:56:43.720" v="1134"/>
          <ac:inkMkLst>
            <pc:docMk/>
            <pc:sldMk cId="2618662491" sldId="263"/>
            <ac:inkMk id="118" creationId="{DB1419BF-E3A4-B5E0-D375-9E6A78CAE849}"/>
          </ac:inkMkLst>
        </pc:inkChg>
        <pc:inkChg chg="add mod">
          <ac:chgData name="O'Connor, Jacqueline Antonia" userId="3b9bfa0c-75a1-427e-ae61-7069a76100c3" providerId="ADAL" clId="{8515B688-85A3-4F26-94E9-C96B7C17EB84}" dt="2022-06-22T21:57:11.884" v="1153"/>
          <ac:inkMkLst>
            <pc:docMk/>
            <pc:sldMk cId="2618662491" sldId="263"/>
            <ac:inkMk id="120" creationId="{ED1FBA8A-53FD-199D-F042-5125F9D222C8}"/>
          </ac:inkMkLst>
        </pc:inkChg>
        <pc:inkChg chg="add mod">
          <ac:chgData name="O'Connor, Jacqueline Antonia" userId="3b9bfa0c-75a1-427e-ae61-7069a76100c3" providerId="ADAL" clId="{8515B688-85A3-4F26-94E9-C96B7C17EB84}" dt="2022-06-22T21:57:11.884" v="1153"/>
          <ac:inkMkLst>
            <pc:docMk/>
            <pc:sldMk cId="2618662491" sldId="263"/>
            <ac:inkMk id="121" creationId="{7B01F677-848A-F3B9-2E9D-E082ED1FDCA6}"/>
          </ac:inkMkLst>
        </pc:inkChg>
        <pc:inkChg chg="add mod">
          <ac:chgData name="O'Connor, Jacqueline Antonia" userId="3b9bfa0c-75a1-427e-ae61-7069a76100c3" providerId="ADAL" clId="{8515B688-85A3-4F26-94E9-C96B7C17EB84}" dt="2022-06-22T21:57:11.884" v="1153"/>
          <ac:inkMkLst>
            <pc:docMk/>
            <pc:sldMk cId="2618662491" sldId="263"/>
            <ac:inkMk id="122" creationId="{42AC8897-E5E9-B5C4-495B-75C6C01FE274}"/>
          </ac:inkMkLst>
        </pc:inkChg>
        <pc:inkChg chg="add mod">
          <ac:chgData name="O'Connor, Jacqueline Antonia" userId="3b9bfa0c-75a1-427e-ae61-7069a76100c3" providerId="ADAL" clId="{8515B688-85A3-4F26-94E9-C96B7C17EB84}" dt="2022-06-22T21:57:11.884" v="1153"/>
          <ac:inkMkLst>
            <pc:docMk/>
            <pc:sldMk cId="2618662491" sldId="263"/>
            <ac:inkMk id="123" creationId="{67414BA4-E2F2-9467-0CF7-8698A0D6967E}"/>
          </ac:inkMkLst>
        </pc:inkChg>
        <pc:inkChg chg="add mod">
          <ac:chgData name="O'Connor, Jacqueline Antonia" userId="3b9bfa0c-75a1-427e-ae61-7069a76100c3" providerId="ADAL" clId="{8515B688-85A3-4F26-94E9-C96B7C17EB84}" dt="2022-06-22T21:57:11.884" v="1153"/>
          <ac:inkMkLst>
            <pc:docMk/>
            <pc:sldMk cId="2618662491" sldId="263"/>
            <ac:inkMk id="124" creationId="{3B178BBF-58EF-3FC2-EB87-44FD3320B069}"/>
          </ac:inkMkLst>
        </pc:inkChg>
        <pc:inkChg chg="add">
          <ac:chgData name="O'Connor, Jacqueline Antonia" userId="3b9bfa0c-75a1-427e-ae61-7069a76100c3" providerId="ADAL" clId="{8515B688-85A3-4F26-94E9-C96B7C17EB84}" dt="2022-06-22T21:57:06.319" v="1140" actId="9405"/>
          <ac:inkMkLst>
            <pc:docMk/>
            <pc:sldMk cId="2618662491" sldId="263"/>
            <ac:inkMk id="125" creationId="{1DB99440-B91A-A11A-D9A4-9360A4571397}"/>
          </ac:inkMkLst>
        </pc:inkChg>
        <pc:inkChg chg="add">
          <ac:chgData name="O'Connor, Jacqueline Antonia" userId="3b9bfa0c-75a1-427e-ae61-7069a76100c3" providerId="ADAL" clId="{8515B688-85A3-4F26-94E9-C96B7C17EB84}" dt="2022-06-22T21:57:06.760" v="1141" actId="9405"/>
          <ac:inkMkLst>
            <pc:docMk/>
            <pc:sldMk cId="2618662491" sldId="263"/>
            <ac:inkMk id="126" creationId="{9004351B-FE6A-4965-CECF-B7AABDE5B5FA}"/>
          </ac:inkMkLst>
        </pc:inkChg>
        <pc:inkChg chg="add mod">
          <ac:chgData name="O'Connor, Jacqueline Antonia" userId="3b9bfa0c-75a1-427e-ae61-7069a76100c3" providerId="ADAL" clId="{8515B688-85A3-4F26-94E9-C96B7C17EB84}" dt="2022-06-22T21:57:11.884" v="1153"/>
          <ac:inkMkLst>
            <pc:docMk/>
            <pc:sldMk cId="2618662491" sldId="263"/>
            <ac:inkMk id="127" creationId="{C6ED0BBC-3D27-8BAD-8694-D5A02AB7AD63}"/>
          </ac:inkMkLst>
        </pc:inkChg>
        <pc:inkChg chg="add mod">
          <ac:chgData name="O'Connor, Jacqueline Antonia" userId="3b9bfa0c-75a1-427e-ae61-7069a76100c3" providerId="ADAL" clId="{8515B688-85A3-4F26-94E9-C96B7C17EB84}" dt="2022-06-22T21:57:11.884" v="1153"/>
          <ac:inkMkLst>
            <pc:docMk/>
            <pc:sldMk cId="2618662491" sldId="263"/>
            <ac:inkMk id="128" creationId="{3509428A-52C8-67A1-A4F7-077A7AA1D5D8}"/>
          </ac:inkMkLst>
        </pc:inkChg>
        <pc:inkChg chg="add mod">
          <ac:chgData name="O'Connor, Jacqueline Antonia" userId="3b9bfa0c-75a1-427e-ae61-7069a76100c3" providerId="ADAL" clId="{8515B688-85A3-4F26-94E9-C96B7C17EB84}" dt="2022-06-22T21:57:11.884" v="1153"/>
          <ac:inkMkLst>
            <pc:docMk/>
            <pc:sldMk cId="2618662491" sldId="263"/>
            <ac:inkMk id="129" creationId="{126D10A2-57A0-B647-8EF3-61E91A5BB7DB}"/>
          </ac:inkMkLst>
        </pc:inkChg>
        <pc:inkChg chg="add mod">
          <ac:chgData name="O'Connor, Jacqueline Antonia" userId="3b9bfa0c-75a1-427e-ae61-7069a76100c3" providerId="ADAL" clId="{8515B688-85A3-4F26-94E9-C96B7C17EB84}" dt="2022-06-22T21:57:11.884" v="1153"/>
          <ac:inkMkLst>
            <pc:docMk/>
            <pc:sldMk cId="2618662491" sldId="263"/>
            <ac:inkMk id="130" creationId="{2DA381E6-5AB5-BA55-98E3-E85065264895}"/>
          </ac:inkMkLst>
        </pc:inkChg>
        <pc:inkChg chg="add mod">
          <ac:chgData name="O'Connor, Jacqueline Antonia" userId="3b9bfa0c-75a1-427e-ae61-7069a76100c3" providerId="ADAL" clId="{8515B688-85A3-4F26-94E9-C96B7C17EB84}" dt="2022-06-22T21:57:11.884" v="1153"/>
          <ac:inkMkLst>
            <pc:docMk/>
            <pc:sldMk cId="2618662491" sldId="263"/>
            <ac:inkMk id="131" creationId="{62D12440-AF34-027C-B300-7A5815849943}"/>
          </ac:inkMkLst>
        </pc:inkChg>
        <pc:inkChg chg="add mod">
          <ac:chgData name="O'Connor, Jacqueline Antonia" userId="3b9bfa0c-75a1-427e-ae61-7069a76100c3" providerId="ADAL" clId="{8515B688-85A3-4F26-94E9-C96B7C17EB84}" dt="2022-06-22T21:57:11.884" v="1153"/>
          <ac:inkMkLst>
            <pc:docMk/>
            <pc:sldMk cId="2618662491" sldId="263"/>
            <ac:inkMk id="132" creationId="{2F51E9C4-B73C-9D16-8334-6A8BD296CF32}"/>
          </ac:inkMkLst>
        </pc:inkChg>
        <pc:inkChg chg="add mod">
          <ac:chgData name="O'Connor, Jacqueline Antonia" userId="3b9bfa0c-75a1-427e-ae61-7069a76100c3" providerId="ADAL" clId="{8515B688-85A3-4F26-94E9-C96B7C17EB84}" dt="2022-06-22T21:57:11.884" v="1153"/>
          <ac:inkMkLst>
            <pc:docMk/>
            <pc:sldMk cId="2618662491" sldId="263"/>
            <ac:inkMk id="133" creationId="{EEBD3F4F-D5ED-FFAA-6C68-563D950769C8}"/>
          </ac:inkMkLst>
        </pc:inkChg>
        <pc:inkChg chg="add mod">
          <ac:chgData name="O'Connor, Jacqueline Antonia" userId="3b9bfa0c-75a1-427e-ae61-7069a76100c3" providerId="ADAL" clId="{8515B688-85A3-4F26-94E9-C96B7C17EB84}" dt="2022-06-22T21:57:11.884" v="1153"/>
          <ac:inkMkLst>
            <pc:docMk/>
            <pc:sldMk cId="2618662491" sldId="263"/>
            <ac:inkMk id="134" creationId="{27A9EEBB-B45B-6CF3-E91D-9F0F138D0874}"/>
          </ac:inkMkLst>
        </pc:inkChg>
        <pc:inkChg chg="add mod">
          <ac:chgData name="O'Connor, Jacqueline Antonia" userId="3b9bfa0c-75a1-427e-ae61-7069a76100c3" providerId="ADAL" clId="{8515B688-85A3-4F26-94E9-C96B7C17EB84}" dt="2022-06-22T21:57:11.884" v="1153"/>
          <ac:inkMkLst>
            <pc:docMk/>
            <pc:sldMk cId="2618662491" sldId="263"/>
            <ac:inkMk id="135" creationId="{EFDD3CF7-B591-7DCE-4AC0-49678453A811}"/>
          </ac:inkMkLst>
        </pc:inkChg>
        <pc:inkChg chg="add mod">
          <ac:chgData name="O'Connor, Jacqueline Antonia" userId="3b9bfa0c-75a1-427e-ae61-7069a76100c3" providerId="ADAL" clId="{8515B688-85A3-4F26-94E9-C96B7C17EB84}" dt="2022-06-22T21:57:11.884" v="1153"/>
          <ac:inkMkLst>
            <pc:docMk/>
            <pc:sldMk cId="2618662491" sldId="263"/>
            <ac:inkMk id="136" creationId="{54E733F0-2497-1754-6E96-2E2C90D6276E}"/>
          </ac:inkMkLst>
        </pc:inkChg>
        <pc:inkChg chg="add mod">
          <ac:chgData name="O'Connor, Jacqueline Antonia" userId="3b9bfa0c-75a1-427e-ae61-7069a76100c3" providerId="ADAL" clId="{8515B688-85A3-4F26-94E9-C96B7C17EB84}" dt="2022-06-22T21:57:11.884" v="1153"/>
          <ac:inkMkLst>
            <pc:docMk/>
            <pc:sldMk cId="2618662491" sldId="263"/>
            <ac:inkMk id="137" creationId="{2C20CF46-F5D6-A6CB-7007-5144FEDB27CA}"/>
          </ac:inkMkLst>
        </pc:inkChg>
        <pc:inkChg chg="add mod">
          <ac:chgData name="O'Connor, Jacqueline Antonia" userId="3b9bfa0c-75a1-427e-ae61-7069a76100c3" providerId="ADAL" clId="{8515B688-85A3-4F26-94E9-C96B7C17EB84}" dt="2022-06-22T21:57:27.479" v="1184"/>
          <ac:inkMkLst>
            <pc:docMk/>
            <pc:sldMk cId="2618662491" sldId="263"/>
            <ac:inkMk id="140" creationId="{7D6FA8CC-0438-860B-3793-B16759A9FFF0}"/>
          </ac:inkMkLst>
        </pc:inkChg>
        <pc:inkChg chg="add mod">
          <ac:chgData name="O'Connor, Jacqueline Antonia" userId="3b9bfa0c-75a1-427e-ae61-7069a76100c3" providerId="ADAL" clId="{8515B688-85A3-4F26-94E9-C96B7C17EB84}" dt="2022-06-22T21:57:27.479" v="1184"/>
          <ac:inkMkLst>
            <pc:docMk/>
            <pc:sldMk cId="2618662491" sldId="263"/>
            <ac:inkMk id="141" creationId="{C7253532-B68A-F970-F1ED-06F21D4F702C}"/>
          </ac:inkMkLst>
        </pc:inkChg>
        <pc:inkChg chg="add mod">
          <ac:chgData name="O'Connor, Jacqueline Antonia" userId="3b9bfa0c-75a1-427e-ae61-7069a76100c3" providerId="ADAL" clId="{8515B688-85A3-4F26-94E9-C96B7C17EB84}" dt="2022-06-22T21:57:27.479" v="1184"/>
          <ac:inkMkLst>
            <pc:docMk/>
            <pc:sldMk cId="2618662491" sldId="263"/>
            <ac:inkMk id="142" creationId="{40F17DD5-9220-74D9-DA33-9D7032819309}"/>
          </ac:inkMkLst>
        </pc:inkChg>
        <pc:inkChg chg="add mod">
          <ac:chgData name="O'Connor, Jacqueline Antonia" userId="3b9bfa0c-75a1-427e-ae61-7069a76100c3" providerId="ADAL" clId="{8515B688-85A3-4F26-94E9-C96B7C17EB84}" dt="2022-06-22T21:57:27.479" v="1184"/>
          <ac:inkMkLst>
            <pc:docMk/>
            <pc:sldMk cId="2618662491" sldId="263"/>
            <ac:inkMk id="143" creationId="{1951D272-695F-7F39-A7A1-44B3921453DE}"/>
          </ac:inkMkLst>
        </pc:inkChg>
        <pc:inkChg chg="add mod">
          <ac:chgData name="O'Connor, Jacqueline Antonia" userId="3b9bfa0c-75a1-427e-ae61-7069a76100c3" providerId="ADAL" clId="{8515B688-85A3-4F26-94E9-C96B7C17EB84}" dt="2022-06-22T21:57:27.479" v="1184"/>
          <ac:inkMkLst>
            <pc:docMk/>
            <pc:sldMk cId="2618662491" sldId="263"/>
            <ac:inkMk id="144" creationId="{72D23057-C082-1879-620D-E675AF51589B}"/>
          </ac:inkMkLst>
        </pc:inkChg>
        <pc:inkChg chg="add mod">
          <ac:chgData name="O'Connor, Jacqueline Antonia" userId="3b9bfa0c-75a1-427e-ae61-7069a76100c3" providerId="ADAL" clId="{8515B688-85A3-4F26-94E9-C96B7C17EB84}" dt="2022-06-22T21:57:27.479" v="1184"/>
          <ac:inkMkLst>
            <pc:docMk/>
            <pc:sldMk cId="2618662491" sldId="263"/>
            <ac:inkMk id="145" creationId="{931A9ABB-3A83-1FFC-D4D5-498C015C93F8}"/>
          </ac:inkMkLst>
        </pc:inkChg>
        <pc:inkChg chg="add mod">
          <ac:chgData name="O'Connor, Jacqueline Antonia" userId="3b9bfa0c-75a1-427e-ae61-7069a76100c3" providerId="ADAL" clId="{8515B688-85A3-4F26-94E9-C96B7C17EB84}" dt="2022-06-22T21:57:27.479" v="1184"/>
          <ac:inkMkLst>
            <pc:docMk/>
            <pc:sldMk cId="2618662491" sldId="263"/>
            <ac:inkMk id="147" creationId="{CA8C148D-8DD5-54DE-0ACF-8C685F940377}"/>
          </ac:inkMkLst>
        </pc:inkChg>
        <pc:inkChg chg="add mod">
          <ac:chgData name="O'Connor, Jacqueline Antonia" userId="3b9bfa0c-75a1-427e-ae61-7069a76100c3" providerId="ADAL" clId="{8515B688-85A3-4F26-94E9-C96B7C17EB84}" dt="2022-06-22T21:57:27.479" v="1184"/>
          <ac:inkMkLst>
            <pc:docMk/>
            <pc:sldMk cId="2618662491" sldId="263"/>
            <ac:inkMk id="148" creationId="{9B763D2D-CF5A-82AD-2E4B-BF94E1FDCA55}"/>
          </ac:inkMkLst>
        </pc:inkChg>
        <pc:inkChg chg="add mod">
          <ac:chgData name="O'Connor, Jacqueline Antonia" userId="3b9bfa0c-75a1-427e-ae61-7069a76100c3" providerId="ADAL" clId="{8515B688-85A3-4F26-94E9-C96B7C17EB84}" dt="2022-06-22T21:57:27.479" v="1184"/>
          <ac:inkMkLst>
            <pc:docMk/>
            <pc:sldMk cId="2618662491" sldId="263"/>
            <ac:inkMk id="149" creationId="{BE7820FB-50DC-8CDC-664D-149242C8C97A}"/>
          </ac:inkMkLst>
        </pc:inkChg>
        <pc:inkChg chg="add mod">
          <ac:chgData name="O'Connor, Jacqueline Antonia" userId="3b9bfa0c-75a1-427e-ae61-7069a76100c3" providerId="ADAL" clId="{8515B688-85A3-4F26-94E9-C96B7C17EB84}" dt="2022-06-22T21:57:27.479" v="1184"/>
          <ac:inkMkLst>
            <pc:docMk/>
            <pc:sldMk cId="2618662491" sldId="263"/>
            <ac:inkMk id="150" creationId="{7F44B55C-4666-7DF4-922C-9855C5D00AA9}"/>
          </ac:inkMkLst>
        </pc:inkChg>
        <pc:inkChg chg="add mod">
          <ac:chgData name="O'Connor, Jacqueline Antonia" userId="3b9bfa0c-75a1-427e-ae61-7069a76100c3" providerId="ADAL" clId="{8515B688-85A3-4F26-94E9-C96B7C17EB84}" dt="2022-06-22T21:57:27.479" v="1184"/>
          <ac:inkMkLst>
            <pc:docMk/>
            <pc:sldMk cId="2618662491" sldId="263"/>
            <ac:inkMk id="153" creationId="{41AA4C17-989E-9B28-C8B3-77736949FBD7}"/>
          </ac:inkMkLst>
        </pc:inkChg>
        <pc:inkChg chg="add mod">
          <ac:chgData name="O'Connor, Jacqueline Antonia" userId="3b9bfa0c-75a1-427e-ae61-7069a76100c3" providerId="ADAL" clId="{8515B688-85A3-4F26-94E9-C96B7C17EB84}" dt="2022-06-22T21:57:27.479" v="1184"/>
          <ac:inkMkLst>
            <pc:docMk/>
            <pc:sldMk cId="2618662491" sldId="263"/>
            <ac:inkMk id="154" creationId="{47E938A2-FABC-7191-176F-EFEE02B370DA}"/>
          </ac:inkMkLst>
        </pc:inkChg>
        <pc:inkChg chg="add mod">
          <ac:chgData name="O'Connor, Jacqueline Antonia" userId="3b9bfa0c-75a1-427e-ae61-7069a76100c3" providerId="ADAL" clId="{8515B688-85A3-4F26-94E9-C96B7C17EB84}" dt="2022-06-22T21:57:27.479" v="1184"/>
          <ac:inkMkLst>
            <pc:docMk/>
            <pc:sldMk cId="2618662491" sldId="263"/>
            <ac:inkMk id="155" creationId="{8B6654D8-0EF3-9CA9-4D90-95C02B86835C}"/>
          </ac:inkMkLst>
        </pc:inkChg>
        <pc:inkChg chg="add mod">
          <ac:chgData name="O'Connor, Jacqueline Antonia" userId="3b9bfa0c-75a1-427e-ae61-7069a76100c3" providerId="ADAL" clId="{8515B688-85A3-4F26-94E9-C96B7C17EB84}" dt="2022-06-22T21:57:27.479" v="1184"/>
          <ac:inkMkLst>
            <pc:docMk/>
            <pc:sldMk cId="2618662491" sldId="263"/>
            <ac:inkMk id="156" creationId="{6062C90D-DB71-93F8-4CDB-1C81CEA5A0B7}"/>
          </ac:inkMkLst>
        </pc:inkChg>
        <pc:inkChg chg="add mod">
          <ac:chgData name="O'Connor, Jacqueline Antonia" userId="3b9bfa0c-75a1-427e-ae61-7069a76100c3" providerId="ADAL" clId="{8515B688-85A3-4F26-94E9-C96B7C17EB84}" dt="2022-06-22T21:57:27.479" v="1184"/>
          <ac:inkMkLst>
            <pc:docMk/>
            <pc:sldMk cId="2618662491" sldId="263"/>
            <ac:inkMk id="157" creationId="{C3451BD8-6308-D706-DEB1-432B5A9CEE8B}"/>
          </ac:inkMkLst>
        </pc:inkChg>
        <pc:inkChg chg="add mod">
          <ac:chgData name="O'Connor, Jacqueline Antonia" userId="3b9bfa0c-75a1-427e-ae61-7069a76100c3" providerId="ADAL" clId="{8515B688-85A3-4F26-94E9-C96B7C17EB84}" dt="2022-06-22T21:57:27.479" v="1184"/>
          <ac:inkMkLst>
            <pc:docMk/>
            <pc:sldMk cId="2618662491" sldId="263"/>
            <ac:inkMk id="158" creationId="{B978BD9F-129A-35D2-EFBB-23587D260C17}"/>
          </ac:inkMkLst>
        </pc:inkChg>
        <pc:inkChg chg="add mod">
          <ac:chgData name="O'Connor, Jacqueline Antonia" userId="3b9bfa0c-75a1-427e-ae61-7069a76100c3" providerId="ADAL" clId="{8515B688-85A3-4F26-94E9-C96B7C17EB84}" dt="2022-06-22T21:57:27.479" v="1184"/>
          <ac:inkMkLst>
            <pc:docMk/>
            <pc:sldMk cId="2618662491" sldId="263"/>
            <ac:inkMk id="159" creationId="{54C46034-645E-A432-AA8F-1283AC721F42}"/>
          </ac:inkMkLst>
        </pc:inkChg>
        <pc:inkChg chg="add mod">
          <ac:chgData name="O'Connor, Jacqueline Antonia" userId="3b9bfa0c-75a1-427e-ae61-7069a76100c3" providerId="ADAL" clId="{8515B688-85A3-4F26-94E9-C96B7C17EB84}" dt="2022-06-22T21:57:27.479" v="1184"/>
          <ac:inkMkLst>
            <pc:docMk/>
            <pc:sldMk cId="2618662491" sldId="263"/>
            <ac:inkMk id="161" creationId="{2DD22922-A918-C690-AFB5-E532E97DEB62}"/>
          </ac:inkMkLst>
        </pc:inkChg>
        <pc:inkChg chg="add mod">
          <ac:chgData name="O'Connor, Jacqueline Antonia" userId="3b9bfa0c-75a1-427e-ae61-7069a76100c3" providerId="ADAL" clId="{8515B688-85A3-4F26-94E9-C96B7C17EB84}" dt="2022-06-22T21:57:27.479" v="1184"/>
          <ac:inkMkLst>
            <pc:docMk/>
            <pc:sldMk cId="2618662491" sldId="263"/>
            <ac:inkMk id="162" creationId="{295D3388-0B27-DA66-E417-88A6274DA559}"/>
          </ac:inkMkLst>
        </pc:inkChg>
        <pc:inkChg chg="add mod">
          <ac:chgData name="O'Connor, Jacqueline Antonia" userId="3b9bfa0c-75a1-427e-ae61-7069a76100c3" providerId="ADAL" clId="{8515B688-85A3-4F26-94E9-C96B7C17EB84}" dt="2022-06-22T21:57:27.479" v="1184"/>
          <ac:inkMkLst>
            <pc:docMk/>
            <pc:sldMk cId="2618662491" sldId="263"/>
            <ac:inkMk id="163" creationId="{9CDF1FFC-B161-9EA3-C0C2-E866F62DE1A3}"/>
          </ac:inkMkLst>
        </pc:inkChg>
        <pc:inkChg chg="add mod">
          <ac:chgData name="O'Connor, Jacqueline Antonia" userId="3b9bfa0c-75a1-427e-ae61-7069a76100c3" providerId="ADAL" clId="{8515B688-85A3-4F26-94E9-C96B7C17EB84}" dt="2022-06-22T21:57:27.479" v="1184"/>
          <ac:inkMkLst>
            <pc:docMk/>
            <pc:sldMk cId="2618662491" sldId="263"/>
            <ac:inkMk id="164" creationId="{AB2EE5F9-EF0C-A5D9-BFDF-34326BC82A7F}"/>
          </ac:inkMkLst>
        </pc:inkChg>
        <pc:inkChg chg="add mod">
          <ac:chgData name="O'Connor, Jacqueline Antonia" userId="3b9bfa0c-75a1-427e-ae61-7069a76100c3" providerId="ADAL" clId="{8515B688-85A3-4F26-94E9-C96B7C17EB84}" dt="2022-06-22T21:57:27.479" v="1184"/>
          <ac:inkMkLst>
            <pc:docMk/>
            <pc:sldMk cId="2618662491" sldId="263"/>
            <ac:inkMk id="165" creationId="{5CA632EF-CBF1-C17A-875D-89D20FA0D231}"/>
          </ac:inkMkLst>
        </pc:inkChg>
        <pc:inkChg chg="add mod">
          <ac:chgData name="O'Connor, Jacqueline Antonia" userId="3b9bfa0c-75a1-427e-ae61-7069a76100c3" providerId="ADAL" clId="{8515B688-85A3-4F26-94E9-C96B7C17EB84}" dt="2022-06-22T21:57:27.479" v="1184"/>
          <ac:inkMkLst>
            <pc:docMk/>
            <pc:sldMk cId="2618662491" sldId="263"/>
            <ac:inkMk id="166" creationId="{D5C62F0C-C41C-E0B4-8FE2-4F83DDFDFA4E}"/>
          </ac:inkMkLst>
        </pc:inkChg>
        <pc:inkChg chg="add mod">
          <ac:chgData name="O'Connor, Jacqueline Antonia" userId="3b9bfa0c-75a1-427e-ae61-7069a76100c3" providerId="ADAL" clId="{8515B688-85A3-4F26-94E9-C96B7C17EB84}" dt="2022-06-22T21:57:27.479" v="1184"/>
          <ac:inkMkLst>
            <pc:docMk/>
            <pc:sldMk cId="2618662491" sldId="263"/>
            <ac:inkMk id="167" creationId="{8F6BE80B-5496-A344-3223-EC9F657F6BB9}"/>
          </ac:inkMkLst>
        </pc:inkChg>
        <pc:inkChg chg="add mod">
          <ac:chgData name="O'Connor, Jacqueline Antonia" userId="3b9bfa0c-75a1-427e-ae61-7069a76100c3" providerId="ADAL" clId="{8515B688-85A3-4F26-94E9-C96B7C17EB84}" dt="2022-06-22T21:57:27.479" v="1184"/>
          <ac:inkMkLst>
            <pc:docMk/>
            <pc:sldMk cId="2618662491" sldId="263"/>
            <ac:inkMk id="168" creationId="{A4F0C0C7-E62C-1DFB-98FC-4D59C101793B}"/>
          </ac:inkMkLst>
        </pc:inkChg>
        <pc:inkChg chg="add mod">
          <ac:chgData name="O'Connor, Jacqueline Antonia" userId="3b9bfa0c-75a1-427e-ae61-7069a76100c3" providerId="ADAL" clId="{8515B688-85A3-4F26-94E9-C96B7C17EB84}" dt="2022-06-22T21:57:27.479" v="1184"/>
          <ac:inkMkLst>
            <pc:docMk/>
            <pc:sldMk cId="2618662491" sldId="263"/>
            <ac:inkMk id="169" creationId="{AA0A9EA7-B1AE-F6D2-FE24-4C3554B6D685}"/>
          </ac:inkMkLst>
        </pc:inkChg>
        <pc:inkChg chg="add mod">
          <ac:chgData name="O'Connor, Jacqueline Antonia" userId="3b9bfa0c-75a1-427e-ae61-7069a76100c3" providerId="ADAL" clId="{8515B688-85A3-4F26-94E9-C96B7C17EB84}" dt="2022-06-22T21:57:27.479" v="1184"/>
          <ac:inkMkLst>
            <pc:docMk/>
            <pc:sldMk cId="2618662491" sldId="263"/>
            <ac:inkMk id="170" creationId="{3C008577-D03F-4E1C-7BA9-D82954D74731}"/>
          </ac:inkMkLst>
        </pc:inkChg>
        <pc:inkChg chg="add mod">
          <ac:chgData name="O'Connor, Jacqueline Antonia" userId="3b9bfa0c-75a1-427e-ae61-7069a76100c3" providerId="ADAL" clId="{8515B688-85A3-4F26-94E9-C96B7C17EB84}" dt="2022-06-22T21:57:40.076" v="1191"/>
          <ac:inkMkLst>
            <pc:docMk/>
            <pc:sldMk cId="2618662491" sldId="263"/>
            <ac:inkMk id="172" creationId="{F58C4EBB-F16C-C9E4-4E2E-8444E12B7F78}"/>
          </ac:inkMkLst>
        </pc:inkChg>
        <pc:inkChg chg="add mod">
          <ac:chgData name="O'Connor, Jacqueline Antonia" userId="3b9bfa0c-75a1-427e-ae61-7069a76100c3" providerId="ADAL" clId="{8515B688-85A3-4F26-94E9-C96B7C17EB84}" dt="2022-06-22T21:57:40.076" v="1191"/>
          <ac:inkMkLst>
            <pc:docMk/>
            <pc:sldMk cId="2618662491" sldId="263"/>
            <ac:inkMk id="173" creationId="{56E910F0-1F54-C24B-36BD-FB50FC6F6AD1}"/>
          </ac:inkMkLst>
        </pc:inkChg>
        <pc:inkChg chg="add mod">
          <ac:chgData name="O'Connor, Jacqueline Antonia" userId="3b9bfa0c-75a1-427e-ae61-7069a76100c3" providerId="ADAL" clId="{8515B688-85A3-4F26-94E9-C96B7C17EB84}" dt="2022-06-22T21:57:40.076" v="1191"/>
          <ac:inkMkLst>
            <pc:docMk/>
            <pc:sldMk cId="2618662491" sldId="263"/>
            <ac:inkMk id="174" creationId="{F476C36F-3066-3E6C-83E7-B113BF82CEAD}"/>
          </ac:inkMkLst>
        </pc:inkChg>
        <pc:inkChg chg="add mod">
          <ac:chgData name="O'Connor, Jacqueline Antonia" userId="3b9bfa0c-75a1-427e-ae61-7069a76100c3" providerId="ADAL" clId="{8515B688-85A3-4F26-94E9-C96B7C17EB84}" dt="2022-06-22T21:57:40.076" v="1191"/>
          <ac:inkMkLst>
            <pc:docMk/>
            <pc:sldMk cId="2618662491" sldId="263"/>
            <ac:inkMk id="175" creationId="{B57B2020-2E42-E0C9-01E1-9EF00A4401DF}"/>
          </ac:inkMkLst>
        </pc:inkChg>
        <pc:inkChg chg="add mod">
          <ac:chgData name="O'Connor, Jacqueline Antonia" userId="3b9bfa0c-75a1-427e-ae61-7069a76100c3" providerId="ADAL" clId="{8515B688-85A3-4F26-94E9-C96B7C17EB84}" dt="2022-06-22T21:57:40.076" v="1191"/>
          <ac:inkMkLst>
            <pc:docMk/>
            <pc:sldMk cId="2618662491" sldId="263"/>
            <ac:inkMk id="176" creationId="{7DAF720F-36EC-A4FA-C8D8-E78E7796264F}"/>
          </ac:inkMkLst>
        </pc:inkChg>
        <pc:inkChg chg="add mod">
          <ac:chgData name="O'Connor, Jacqueline Antonia" userId="3b9bfa0c-75a1-427e-ae61-7069a76100c3" providerId="ADAL" clId="{8515B688-85A3-4F26-94E9-C96B7C17EB84}" dt="2022-06-22T21:57:40.076" v="1191"/>
          <ac:inkMkLst>
            <pc:docMk/>
            <pc:sldMk cId="2618662491" sldId="263"/>
            <ac:inkMk id="177" creationId="{5108972B-865E-F8DE-74A5-B0EA0B21E7F1}"/>
          </ac:inkMkLst>
        </pc:inkChg>
        <pc:inkChg chg="add mod">
          <ac:chgData name="O'Connor, Jacqueline Antonia" userId="3b9bfa0c-75a1-427e-ae61-7069a76100c3" providerId="ADAL" clId="{8515B688-85A3-4F26-94E9-C96B7C17EB84}" dt="2022-06-22T21:57:43.084" v="1196"/>
          <ac:inkMkLst>
            <pc:docMk/>
            <pc:sldMk cId="2618662491" sldId="263"/>
            <ac:inkMk id="179" creationId="{83D5458C-C707-2448-EB06-F52189EE2E4B}"/>
          </ac:inkMkLst>
        </pc:inkChg>
        <pc:inkChg chg="add mod">
          <ac:chgData name="O'Connor, Jacqueline Antonia" userId="3b9bfa0c-75a1-427e-ae61-7069a76100c3" providerId="ADAL" clId="{8515B688-85A3-4F26-94E9-C96B7C17EB84}" dt="2022-06-22T21:57:43.084" v="1196"/>
          <ac:inkMkLst>
            <pc:docMk/>
            <pc:sldMk cId="2618662491" sldId="263"/>
            <ac:inkMk id="180" creationId="{A99B12DA-7D83-7D5C-B4BA-34A0A2ED04CE}"/>
          </ac:inkMkLst>
        </pc:inkChg>
        <pc:inkChg chg="add mod">
          <ac:chgData name="O'Connor, Jacqueline Antonia" userId="3b9bfa0c-75a1-427e-ae61-7069a76100c3" providerId="ADAL" clId="{8515B688-85A3-4F26-94E9-C96B7C17EB84}" dt="2022-06-22T21:57:43.084" v="1196"/>
          <ac:inkMkLst>
            <pc:docMk/>
            <pc:sldMk cId="2618662491" sldId="263"/>
            <ac:inkMk id="181" creationId="{DABC6C23-C22F-C761-7D68-118BA6653103}"/>
          </ac:inkMkLst>
        </pc:inkChg>
        <pc:inkChg chg="add mod">
          <ac:chgData name="O'Connor, Jacqueline Antonia" userId="3b9bfa0c-75a1-427e-ae61-7069a76100c3" providerId="ADAL" clId="{8515B688-85A3-4F26-94E9-C96B7C17EB84}" dt="2022-06-22T21:57:43.084" v="1196"/>
          <ac:inkMkLst>
            <pc:docMk/>
            <pc:sldMk cId="2618662491" sldId="263"/>
            <ac:inkMk id="182" creationId="{5E0E9FAB-E59D-F603-8B0C-DE24CA2A9F6C}"/>
          </ac:inkMkLst>
        </pc:inkChg>
        <pc:inkChg chg="add mod">
          <ac:chgData name="O'Connor, Jacqueline Antonia" userId="3b9bfa0c-75a1-427e-ae61-7069a76100c3" providerId="ADAL" clId="{8515B688-85A3-4F26-94E9-C96B7C17EB84}" dt="2022-06-22T21:57:54.189" v="1207"/>
          <ac:inkMkLst>
            <pc:docMk/>
            <pc:sldMk cId="2618662491" sldId="263"/>
            <ac:inkMk id="184" creationId="{7884F408-543A-61E7-F56C-2061FDB902FC}"/>
          </ac:inkMkLst>
        </pc:inkChg>
        <pc:inkChg chg="add mod">
          <ac:chgData name="O'Connor, Jacqueline Antonia" userId="3b9bfa0c-75a1-427e-ae61-7069a76100c3" providerId="ADAL" clId="{8515B688-85A3-4F26-94E9-C96B7C17EB84}" dt="2022-06-22T21:57:54.189" v="1207"/>
          <ac:inkMkLst>
            <pc:docMk/>
            <pc:sldMk cId="2618662491" sldId="263"/>
            <ac:inkMk id="185" creationId="{11FDFD3F-9AAF-EB6A-6BDF-EFA81D5E876A}"/>
          </ac:inkMkLst>
        </pc:inkChg>
        <pc:inkChg chg="add mod">
          <ac:chgData name="O'Connor, Jacqueline Antonia" userId="3b9bfa0c-75a1-427e-ae61-7069a76100c3" providerId="ADAL" clId="{8515B688-85A3-4F26-94E9-C96B7C17EB84}" dt="2022-06-22T21:57:54.189" v="1207"/>
          <ac:inkMkLst>
            <pc:docMk/>
            <pc:sldMk cId="2618662491" sldId="263"/>
            <ac:inkMk id="186" creationId="{96AB9366-66D7-91FF-91DA-3C70B02464DB}"/>
          </ac:inkMkLst>
        </pc:inkChg>
        <pc:inkChg chg="add mod">
          <ac:chgData name="O'Connor, Jacqueline Antonia" userId="3b9bfa0c-75a1-427e-ae61-7069a76100c3" providerId="ADAL" clId="{8515B688-85A3-4F26-94E9-C96B7C17EB84}" dt="2022-06-22T21:57:54.189" v="1207"/>
          <ac:inkMkLst>
            <pc:docMk/>
            <pc:sldMk cId="2618662491" sldId="263"/>
            <ac:inkMk id="187" creationId="{CE962060-A07D-94D1-E96E-FC33E65251B4}"/>
          </ac:inkMkLst>
        </pc:inkChg>
        <pc:inkChg chg="add mod">
          <ac:chgData name="O'Connor, Jacqueline Antonia" userId="3b9bfa0c-75a1-427e-ae61-7069a76100c3" providerId="ADAL" clId="{8515B688-85A3-4F26-94E9-C96B7C17EB84}" dt="2022-06-22T21:57:54.189" v="1207"/>
          <ac:inkMkLst>
            <pc:docMk/>
            <pc:sldMk cId="2618662491" sldId="263"/>
            <ac:inkMk id="188" creationId="{3BCDEC93-41EE-05BE-9298-17CE10ADCBC0}"/>
          </ac:inkMkLst>
        </pc:inkChg>
        <pc:inkChg chg="add mod">
          <ac:chgData name="O'Connor, Jacqueline Antonia" userId="3b9bfa0c-75a1-427e-ae61-7069a76100c3" providerId="ADAL" clId="{8515B688-85A3-4F26-94E9-C96B7C17EB84}" dt="2022-06-22T21:57:54.189" v="1207"/>
          <ac:inkMkLst>
            <pc:docMk/>
            <pc:sldMk cId="2618662491" sldId="263"/>
            <ac:inkMk id="189" creationId="{9F0301A0-A114-A976-092B-BBB78921C036}"/>
          </ac:inkMkLst>
        </pc:inkChg>
        <pc:inkChg chg="add mod">
          <ac:chgData name="O'Connor, Jacqueline Antonia" userId="3b9bfa0c-75a1-427e-ae61-7069a76100c3" providerId="ADAL" clId="{8515B688-85A3-4F26-94E9-C96B7C17EB84}" dt="2022-06-22T21:57:54.189" v="1207"/>
          <ac:inkMkLst>
            <pc:docMk/>
            <pc:sldMk cId="2618662491" sldId="263"/>
            <ac:inkMk id="190" creationId="{620A9FEF-0460-F1C4-4A1B-83D90EA00F1E}"/>
          </ac:inkMkLst>
        </pc:inkChg>
        <pc:inkChg chg="add mod">
          <ac:chgData name="O'Connor, Jacqueline Antonia" userId="3b9bfa0c-75a1-427e-ae61-7069a76100c3" providerId="ADAL" clId="{8515B688-85A3-4F26-94E9-C96B7C17EB84}" dt="2022-06-22T21:57:54.189" v="1207"/>
          <ac:inkMkLst>
            <pc:docMk/>
            <pc:sldMk cId="2618662491" sldId="263"/>
            <ac:inkMk id="191" creationId="{05940E0E-C7AF-9BF0-5046-063EC053DC07}"/>
          </ac:inkMkLst>
        </pc:inkChg>
        <pc:inkChg chg="add mod">
          <ac:chgData name="O'Connor, Jacqueline Antonia" userId="3b9bfa0c-75a1-427e-ae61-7069a76100c3" providerId="ADAL" clId="{8515B688-85A3-4F26-94E9-C96B7C17EB84}" dt="2022-06-22T21:57:54.189" v="1207"/>
          <ac:inkMkLst>
            <pc:docMk/>
            <pc:sldMk cId="2618662491" sldId="263"/>
            <ac:inkMk id="192" creationId="{A03A50AD-7B3B-3B8D-6B7C-6596EB299444}"/>
          </ac:inkMkLst>
        </pc:inkChg>
        <pc:inkChg chg="add mod">
          <ac:chgData name="O'Connor, Jacqueline Antonia" userId="3b9bfa0c-75a1-427e-ae61-7069a76100c3" providerId="ADAL" clId="{8515B688-85A3-4F26-94E9-C96B7C17EB84}" dt="2022-06-22T21:57:54.189" v="1207"/>
          <ac:inkMkLst>
            <pc:docMk/>
            <pc:sldMk cId="2618662491" sldId="263"/>
            <ac:inkMk id="193" creationId="{3F5655A3-9715-0940-9477-DF113B7F02DB}"/>
          </ac:inkMkLst>
        </pc:inkChg>
        <pc:inkChg chg="add mod">
          <ac:chgData name="O'Connor, Jacqueline Antonia" userId="3b9bfa0c-75a1-427e-ae61-7069a76100c3" providerId="ADAL" clId="{8515B688-85A3-4F26-94E9-C96B7C17EB84}" dt="2022-06-22T21:58:29.822" v="1216"/>
          <ac:inkMkLst>
            <pc:docMk/>
            <pc:sldMk cId="2618662491" sldId="263"/>
            <ac:inkMk id="196" creationId="{72A5CECE-D417-B27E-E609-87B5D1F1FEA9}"/>
          </ac:inkMkLst>
        </pc:inkChg>
        <pc:inkChg chg="add mod">
          <ac:chgData name="O'Connor, Jacqueline Antonia" userId="3b9bfa0c-75a1-427e-ae61-7069a76100c3" providerId="ADAL" clId="{8515B688-85A3-4F26-94E9-C96B7C17EB84}" dt="2022-06-22T21:58:29.822" v="1216"/>
          <ac:inkMkLst>
            <pc:docMk/>
            <pc:sldMk cId="2618662491" sldId="263"/>
            <ac:inkMk id="197" creationId="{990733BF-5884-B6D8-02CA-D7DDB9E564A5}"/>
          </ac:inkMkLst>
        </pc:inkChg>
        <pc:inkChg chg="add mod">
          <ac:chgData name="O'Connor, Jacqueline Antonia" userId="3b9bfa0c-75a1-427e-ae61-7069a76100c3" providerId="ADAL" clId="{8515B688-85A3-4F26-94E9-C96B7C17EB84}" dt="2022-06-22T21:58:29.822" v="1216"/>
          <ac:inkMkLst>
            <pc:docMk/>
            <pc:sldMk cId="2618662491" sldId="263"/>
            <ac:inkMk id="198" creationId="{87DD1B8F-9F6F-E0E0-AAD3-C1797A9D7B57}"/>
          </ac:inkMkLst>
        </pc:inkChg>
        <pc:inkChg chg="add mod">
          <ac:chgData name="O'Connor, Jacqueline Antonia" userId="3b9bfa0c-75a1-427e-ae61-7069a76100c3" providerId="ADAL" clId="{8515B688-85A3-4F26-94E9-C96B7C17EB84}" dt="2022-06-22T21:58:29.822" v="1216"/>
          <ac:inkMkLst>
            <pc:docMk/>
            <pc:sldMk cId="2618662491" sldId="263"/>
            <ac:inkMk id="199" creationId="{82369494-ED8F-D33D-8E4C-9AAD024479F1}"/>
          </ac:inkMkLst>
        </pc:inkChg>
        <pc:inkChg chg="add mod">
          <ac:chgData name="O'Connor, Jacqueline Antonia" userId="3b9bfa0c-75a1-427e-ae61-7069a76100c3" providerId="ADAL" clId="{8515B688-85A3-4F26-94E9-C96B7C17EB84}" dt="2022-06-22T21:58:29.822" v="1216"/>
          <ac:inkMkLst>
            <pc:docMk/>
            <pc:sldMk cId="2618662491" sldId="263"/>
            <ac:inkMk id="200" creationId="{8155B89A-F93F-B2A5-A665-AFDB78514E20}"/>
          </ac:inkMkLst>
        </pc:inkChg>
        <pc:inkChg chg="add mod">
          <ac:chgData name="O'Connor, Jacqueline Antonia" userId="3b9bfa0c-75a1-427e-ae61-7069a76100c3" providerId="ADAL" clId="{8515B688-85A3-4F26-94E9-C96B7C17EB84}" dt="2022-06-22T21:58:29.822" v="1216"/>
          <ac:inkMkLst>
            <pc:docMk/>
            <pc:sldMk cId="2618662491" sldId="263"/>
            <ac:inkMk id="201" creationId="{23509968-1742-00DC-B686-353C1664E18B}"/>
          </ac:inkMkLst>
        </pc:inkChg>
        <pc:inkChg chg="add mod">
          <ac:chgData name="O'Connor, Jacqueline Antonia" userId="3b9bfa0c-75a1-427e-ae61-7069a76100c3" providerId="ADAL" clId="{8515B688-85A3-4F26-94E9-C96B7C17EB84}" dt="2022-06-22T21:58:29.822" v="1216"/>
          <ac:inkMkLst>
            <pc:docMk/>
            <pc:sldMk cId="2618662491" sldId="263"/>
            <ac:inkMk id="202" creationId="{BC5461D4-DF3A-05D3-F47E-15EC9462DB82}"/>
          </ac:inkMkLst>
        </pc:inkChg>
        <pc:inkChg chg="add mod">
          <ac:chgData name="O'Connor, Jacqueline Antonia" userId="3b9bfa0c-75a1-427e-ae61-7069a76100c3" providerId="ADAL" clId="{8515B688-85A3-4F26-94E9-C96B7C17EB84}" dt="2022-06-22T21:58:29.822" v="1216"/>
          <ac:inkMkLst>
            <pc:docMk/>
            <pc:sldMk cId="2618662491" sldId="263"/>
            <ac:inkMk id="203" creationId="{E781C075-63B6-74EA-75B2-490704578D03}"/>
          </ac:inkMkLst>
        </pc:inkChg>
        <pc:inkChg chg="add mod">
          <ac:chgData name="O'Connor, Jacqueline Antonia" userId="3b9bfa0c-75a1-427e-ae61-7069a76100c3" providerId="ADAL" clId="{8515B688-85A3-4F26-94E9-C96B7C17EB84}" dt="2022-06-22T21:58:58.681" v="1223"/>
          <ac:inkMkLst>
            <pc:docMk/>
            <pc:sldMk cId="2618662491" sldId="263"/>
            <ac:inkMk id="205" creationId="{FAB934E0-3131-2F1D-CDDA-1760BF28F291}"/>
          </ac:inkMkLst>
        </pc:inkChg>
        <pc:inkChg chg="add mod">
          <ac:chgData name="O'Connor, Jacqueline Antonia" userId="3b9bfa0c-75a1-427e-ae61-7069a76100c3" providerId="ADAL" clId="{8515B688-85A3-4F26-94E9-C96B7C17EB84}" dt="2022-06-22T21:58:58.681" v="1223"/>
          <ac:inkMkLst>
            <pc:docMk/>
            <pc:sldMk cId="2618662491" sldId="263"/>
            <ac:inkMk id="206" creationId="{12231C27-1A2F-DC3D-3D6C-301AB4BE6767}"/>
          </ac:inkMkLst>
        </pc:inkChg>
        <pc:inkChg chg="add mod">
          <ac:chgData name="O'Connor, Jacqueline Antonia" userId="3b9bfa0c-75a1-427e-ae61-7069a76100c3" providerId="ADAL" clId="{8515B688-85A3-4F26-94E9-C96B7C17EB84}" dt="2022-06-22T21:58:58.681" v="1223"/>
          <ac:inkMkLst>
            <pc:docMk/>
            <pc:sldMk cId="2618662491" sldId="263"/>
            <ac:inkMk id="207" creationId="{0CEBDDF4-FE18-A8FF-0F85-81E2D5DCD6DA}"/>
          </ac:inkMkLst>
        </pc:inkChg>
        <pc:inkChg chg="add mod">
          <ac:chgData name="O'Connor, Jacqueline Antonia" userId="3b9bfa0c-75a1-427e-ae61-7069a76100c3" providerId="ADAL" clId="{8515B688-85A3-4F26-94E9-C96B7C17EB84}" dt="2022-06-22T21:58:58.681" v="1223"/>
          <ac:inkMkLst>
            <pc:docMk/>
            <pc:sldMk cId="2618662491" sldId="263"/>
            <ac:inkMk id="208" creationId="{5F433AD3-5AF2-1C63-A305-22D3695BD2C2}"/>
          </ac:inkMkLst>
        </pc:inkChg>
        <pc:inkChg chg="add mod">
          <ac:chgData name="O'Connor, Jacqueline Antonia" userId="3b9bfa0c-75a1-427e-ae61-7069a76100c3" providerId="ADAL" clId="{8515B688-85A3-4F26-94E9-C96B7C17EB84}" dt="2022-06-22T21:58:58.681" v="1223"/>
          <ac:inkMkLst>
            <pc:docMk/>
            <pc:sldMk cId="2618662491" sldId="263"/>
            <ac:inkMk id="209" creationId="{86CB185A-D1FB-2CCA-53A4-5AEDC86F9446}"/>
          </ac:inkMkLst>
        </pc:inkChg>
        <pc:inkChg chg="add mod">
          <ac:chgData name="O'Connor, Jacqueline Antonia" userId="3b9bfa0c-75a1-427e-ae61-7069a76100c3" providerId="ADAL" clId="{8515B688-85A3-4F26-94E9-C96B7C17EB84}" dt="2022-06-22T21:58:58.681" v="1223"/>
          <ac:inkMkLst>
            <pc:docMk/>
            <pc:sldMk cId="2618662491" sldId="263"/>
            <ac:inkMk id="210" creationId="{E7C00886-6C4E-B611-C7FE-28A8D4D96B4B}"/>
          </ac:inkMkLst>
        </pc:inkChg>
        <pc:inkChg chg="add mod">
          <ac:chgData name="O'Connor, Jacqueline Antonia" userId="3b9bfa0c-75a1-427e-ae61-7069a76100c3" providerId="ADAL" clId="{8515B688-85A3-4F26-94E9-C96B7C17EB84}" dt="2022-06-22T21:59:18.816" v="1243"/>
          <ac:inkMkLst>
            <pc:docMk/>
            <pc:sldMk cId="2618662491" sldId="263"/>
            <ac:inkMk id="212" creationId="{DAFB8114-81E1-8683-4BBB-1608F37BCA1C}"/>
          </ac:inkMkLst>
        </pc:inkChg>
        <pc:inkChg chg="add mod">
          <ac:chgData name="O'Connor, Jacqueline Antonia" userId="3b9bfa0c-75a1-427e-ae61-7069a76100c3" providerId="ADAL" clId="{8515B688-85A3-4F26-94E9-C96B7C17EB84}" dt="2022-06-22T21:59:18.816" v="1243"/>
          <ac:inkMkLst>
            <pc:docMk/>
            <pc:sldMk cId="2618662491" sldId="263"/>
            <ac:inkMk id="213" creationId="{3678830F-692B-E2F3-D4C3-DC9E5E59492E}"/>
          </ac:inkMkLst>
        </pc:inkChg>
        <pc:inkChg chg="add mod">
          <ac:chgData name="O'Connor, Jacqueline Antonia" userId="3b9bfa0c-75a1-427e-ae61-7069a76100c3" providerId="ADAL" clId="{8515B688-85A3-4F26-94E9-C96B7C17EB84}" dt="2022-06-22T21:59:18.816" v="1243"/>
          <ac:inkMkLst>
            <pc:docMk/>
            <pc:sldMk cId="2618662491" sldId="263"/>
            <ac:inkMk id="214" creationId="{5AC8690A-048D-823F-76A1-B0B727CD92E1}"/>
          </ac:inkMkLst>
        </pc:inkChg>
        <pc:inkChg chg="add mod">
          <ac:chgData name="O'Connor, Jacqueline Antonia" userId="3b9bfa0c-75a1-427e-ae61-7069a76100c3" providerId="ADAL" clId="{8515B688-85A3-4F26-94E9-C96B7C17EB84}" dt="2022-06-22T21:59:18.816" v="1243"/>
          <ac:inkMkLst>
            <pc:docMk/>
            <pc:sldMk cId="2618662491" sldId="263"/>
            <ac:inkMk id="215" creationId="{588B014F-C71C-8516-BBF2-C0E94D361336}"/>
          </ac:inkMkLst>
        </pc:inkChg>
        <pc:inkChg chg="add mod">
          <ac:chgData name="O'Connor, Jacqueline Antonia" userId="3b9bfa0c-75a1-427e-ae61-7069a76100c3" providerId="ADAL" clId="{8515B688-85A3-4F26-94E9-C96B7C17EB84}" dt="2022-06-22T21:59:18.816" v="1243"/>
          <ac:inkMkLst>
            <pc:docMk/>
            <pc:sldMk cId="2618662491" sldId="263"/>
            <ac:inkMk id="216" creationId="{0EEA2DED-D417-B496-E408-79EBFFB4149E}"/>
          </ac:inkMkLst>
        </pc:inkChg>
        <pc:inkChg chg="add mod">
          <ac:chgData name="O'Connor, Jacqueline Antonia" userId="3b9bfa0c-75a1-427e-ae61-7069a76100c3" providerId="ADAL" clId="{8515B688-85A3-4F26-94E9-C96B7C17EB84}" dt="2022-06-22T21:59:18.816" v="1243"/>
          <ac:inkMkLst>
            <pc:docMk/>
            <pc:sldMk cId="2618662491" sldId="263"/>
            <ac:inkMk id="217" creationId="{939C8A51-287C-DC8C-7B49-A176B9E15692}"/>
          </ac:inkMkLst>
        </pc:inkChg>
        <pc:inkChg chg="add mod">
          <ac:chgData name="O'Connor, Jacqueline Antonia" userId="3b9bfa0c-75a1-427e-ae61-7069a76100c3" providerId="ADAL" clId="{8515B688-85A3-4F26-94E9-C96B7C17EB84}" dt="2022-06-22T21:59:18.816" v="1243"/>
          <ac:inkMkLst>
            <pc:docMk/>
            <pc:sldMk cId="2618662491" sldId="263"/>
            <ac:inkMk id="219" creationId="{1D1119EA-163F-3893-1444-D490C21E9721}"/>
          </ac:inkMkLst>
        </pc:inkChg>
        <pc:inkChg chg="add mod">
          <ac:chgData name="O'Connor, Jacqueline Antonia" userId="3b9bfa0c-75a1-427e-ae61-7069a76100c3" providerId="ADAL" clId="{8515B688-85A3-4F26-94E9-C96B7C17EB84}" dt="2022-06-22T21:59:18.816" v="1243"/>
          <ac:inkMkLst>
            <pc:docMk/>
            <pc:sldMk cId="2618662491" sldId="263"/>
            <ac:inkMk id="221" creationId="{04ECD5FE-C715-2A15-AE0E-A27DD59760AE}"/>
          </ac:inkMkLst>
        </pc:inkChg>
        <pc:inkChg chg="add mod">
          <ac:chgData name="O'Connor, Jacqueline Antonia" userId="3b9bfa0c-75a1-427e-ae61-7069a76100c3" providerId="ADAL" clId="{8515B688-85A3-4F26-94E9-C96B7C17EB84}" dt="2022-06-22T21:59:18.816" v="1243"/>
          <ac:inkMkLst>
            <pc:docMk/>
            <pc:sldMk cId="2618662491" sldId="263"/>
            <ac:inkMk id="222" creationId="{A6B812CE-0166-6A72-9277-3CA100198BB5}"/>
          </ac:inkMkLst>
        </pc:inkChg>
        <pc:inkChg chg="add mod">
          <ac:chgData name="O'Connor, Jacqueline Antonia" userId="3b9bfa0c-75a1-427e-ae61-7069a76100c3" providerId="ADAL" clId="{8515B688-85A3-4F26-94E9-C96B7C17EB84}" dt="2022-06-22T21:59:18.816" v="1243"/>
          <ac:inkMkLst>
            <pc:docMk/>
            <pc:sldMk cId="2618662491" sldId="263"/>
            <ac:inkMk id="223" creationId="{D523A889-2727-F38A-9966-52FEECCC3415}"/>
          </ac:inkMkLst>
        </pc:inkChg>
        <pc:inkChg chg="add mod">
          <ac:chgData name="O'Connor, Jacqueline Antonia" userId="3b9bfa0c-75a1-427e-ae61-7069a76100c3" providerId="ADAL" clId="{8515B688-85A3-4F26-94E9-C96B7C17EB84}" dt="2022-06-22T21:59:18.816" v="1243"/>
          <ac:inkMkLst>
            <pc:docMk/>
            <pc:sldMk cId="2618662491" sldId="263"/>
            <ac:inkMk id="224" creationId="{0ADBD69D-9407-E294-8A38-5D119AD43E0D}"/>
          </ac:inkMkLst>
        </pc:inkChg>
        <pc:inkChg chg="add mod">
          <ac:chgData name="O'Connor, Jacqueline Antonia" userId="3b9bfa0c-75a1-427e-ae61-7069a76100c3" providerId="ADAL" clId="{8515B688-85A3-4F26-94E9-C96B7C17EB84}" dt="2022-06-22T21:59:18.816" v="1243"/>
          <ac:inkMkLst>
            <pc:docMk/>
            <pc:sldMk cId="2618662491" sldId="263"/>
            <ac:inkMk id="225" creationId="{C863309F-494C-1DB2-B7E2-6163E7D38723}"/>
          </ac:inkMkLst>
        </pc:inkChg>
        <pc:inkChg chg="add mod">
          <ac:chgData name="O'Connor, Jacqueline Antonia" userId="3b9bfa0c-75a1-427e-ae61-7069a76100c3" providerId="ADAL" clId="{8515B688-85A3-4F26-94E9-C96B7C17EB84}" dt="2022-06-22T21:59:18.816" v="1243"/>
          <ac:inkMkLst>
            <pc:docMk/>
            <pc:sldMk cId="2618662491" sldId="263"/>
            <ac:inkMk id="226" creationId="{5AC40EA1-4837-177E-21AF-C2E045AA9757}"/>
          </ac:inkMkLst>
        </pc:inkChg>
        <pc:inkChg chg="add mod">
          <ac:chgData name="O'Connor, Jacqueline Antonia" userId="3b9bfa0c-75a1-427e-ae61-7069a76100c3" providerId="ADAL" clId="{8515B688-85A3-4F26-94E9-C96B7C17EB84}" dt="2022-06-22T21:59:18.816" v="1243"/>
          <ac:inkMkLst>
            <pc:docMk/>
            <pc:sldMk cId="2618662491" sldId="263"/>
            <ac:inkMk id="227" creationId="{0B665B3F-547E-BF32-5B7F-B09C757F614C}"/>
          </ac:inkMkLst>
        </pc:inkChg>
        <pc:inkChg chg="add mod">
          <ac:chgData name="O'Connor, Jacqueline Antonia" userId="3b9bfa0c-75a1-427e-ae61-7069a76100c3" providerId="ADAL" clId="{8515B688-85A3-4F26-94E9-C96B7C17EB84}" dt="2022-06-22T21:59:18.816" v="1243"/>
          <ac:inkMkLst>
            <pc:docMk/>
            <pc:sldMk cId="2618662491" sldId="263"/>
            <ac:inkMk id="228" creationId="{0CE49EFC-853F-B960-A71A-84191C28F877}"/>
          </ac:inkMkLst>
        </pc:inkChg>
        <pc:inkChg chg="add mod">
          <ac:chgData name="O'Connor, Jacqueline Antonia" userId="3b9bfa0c-75a1-427e-ae61-7069a76100c3" providerId="ADAL" clId="{8515B688-85A3-4F26-94E9-C96B7C17EB84}" dt="2022-06-22T21:59:18.816" v="1243"/>
          <ac:inkMkLst>
            <pc:docMk/>
            <pc:sldMk cId="2618662491" sldId="263"/>
            <ac:inkMk id="229" creationId="{DFC45F14-82C4-1EC0-77B3-297171E71E04}"/>
          </ac:inkMkLst>
        </pc:inkChg>
        <pc:inkChg chg="add mod">
          <ac:chgData name="O'Connor, Jacqueline Antonia" userId="3b9bfa0c-75a1-427e-ae61-7069a76100c3" providerId="ADAL" clId="{8515B688-85A3-4F26-94E9-C96B7C17EB84}" dt="2022-06-22T21:59:18.816" v="1243"/>
          <ac:inkMkLst>
            <pc:docMk/>
            <pc:sldMk cId="2618662491" sldId="263"/>
            <ac:inkMk id="230" creationId="{93E01237-2C35-F63C-F4CC-D437D6A84322}"/>
          </ac:inkMkLst>
        </pc:inkChg>
        <pc:inkChg chg="add del">
          <ac:chgData name="O'Connor, Jacqueline Antonia" userId="3b9bfa0c-75a1-427e-ae61-7069a76100c3" providerId="ADAL" clId="{8515B688-85A3-4F26-94E9-C96B7C17EB84}" dt="2022-06-22T21:59:40.950" v="1246"/>
          <ac:inkMkLst>
            <pc:docMk/>
            <pc:sldMk cId="2618662491" sldId="263"/>
            <ac:inkMk id="232" creationId="{45F354E1-AB4D-0774-2B46-E5D89930386F}"/>
          </ac:inkMkLst>
        </pc:inkChg>
        <pc:inkChg chg="add del">
          <ac:chgData name="O'Connor, Jacqueline Antonia" userId="3b9bfa0c-75a1-427e-ae61-7069a76100c3" providerId="ADAL" clId="{8515B688-85A3-4F26-94E9-C96B7C17EB84}" dt="2022-06-22T21:59:40.953" v="1247"/>
          <ac:inkMkLst>
            <pc:docMk/>
            <pc:sldMk cId="2618662491" sldId="263"/>
            <ac:inkMk id="233" creationId="{C6488909-66D9-1771-EEEB-25CC6A65E565}"/>
          </ac:inkMkLst>
        </pc:inkChg>
        <pc:inkChg chg="add mod">
          <ac:chgData name="O'Connor, Jacqueline Antonia" userId="3b9bfa0c-75a1-427e-ae61-7069a76100c3" providerId="ADAL" clId="{8515B688-85A3-4F26-94E9-C96B7C17EB84}" dt="2022-06-22T21:59:46.060" v="1254"/>
          <ac:inkMkLst>
            <pc:docMk/>
            <pc:sldMk cId="2618662491" sldId="263"/>
            <ac:inkMk id="234" creationId="{A78A4D53-FCEF-22C3-D78B-26AF54AD6EF4}"/>
          </ac:inkMkLst>
        </pc:inkChg>
        <pc:inkChg chg="add mod">
          <ac:chgData name="O'Connor, Jacqueline Antonia" userId="3b9bfa0c-75a1-427e-ae61-7069a76100c3" providerId="ADAL" clId="{8515B688-85A3-4F26-94E9-C96B7C17EB84}" dt="2022-06-22T21:59:46.060" v="1254"/>
          <ac:inkMkLst>
            <pc:docMk/>
            <pc:sldMk cId="2618662491" sldId="263"/>
            <ac:inkMk id="235" creationId="{46CEE76D-84EC-0B4F-CB70-0B76A1B0BDAD}"/>
          </ac:inkMkLst>
        </pc:inkChg>
        <pc:inkChg chg="add mod">
          <ac:chgData name="O'Connor, Jacqueline Antonia" userId="3b9bfa0c-75a1-427e-ae61-7069a76100c3" providerId="ADAL" clId="{8515B688-85A3-4F26-94E9-C96B7C17EB84}" dt="2022-06-22T21:59:46.060" v="1254"/>
          <ac:inkMkLst>
            <pc:docMk/>
            <pc:sldMk cId="2618662491" sldId="263"/>
            <ac:inkMk id="236" creationId="{80221D09-D880-47CB-CD67-6292BE698BE8}"/>
          </ac:inkMkLst>
        </pc:inkChg>
        <pc:inkChg chg="add mod">
          <ac:chgData name="O'Connor, Jacqueline Antonia" userId="3b9bfa0c-75a1-427e-ae61-7069a76100c3" providerId="ADAL" clId="{8515B688-85A3-4F26-94E9-C96B7C17EB84}" dt="2022-06-22T21:59:46.060" v="1254"/>
          <ac:inkMkLst>
            <pc:docMk/>
            <pc:sldMk cId="2618662491" sldId="263"/>
            <ac:inkMk id="237" creationId="{8DA8EC08-6B69-AFE3-F307-DC1CEDA968C7}"/>
          </ac:inkMkLst>
        </pc:inkChg>
        <pc:inkChg chg="add mod">
          <ac:chgData name="O'Connor, Jacqueline Antonia" userId="3b9bfa0c-75a1-427e-ae61-7069a76100c3" providerId="ADAL" clId="{8515B688-85A3-4F26-94E9-C96B7C17EB84}" dt="2022-06-22T21:59:46.060" v="1254"/>
          <ac:inkMkLst>
            <pc:docMk/>
            <pc:sldMk cId="2618662491" sldId="263"/>
            <ac:inkMk id="238" creationId="{AF2EE3D8-A128-9E5F-9690-676688960C44}"/>
          </ac:inkMkLst>
        </pc:inkChg>
        <pc:inkChg chg="add">
          <ac:chgData name="O'Connor, Jacqueline Antonia" userId="3b9bfa0c-75a1-427e-ae61-7069a76100c3" providerId="ADAL" clId="{8515B688-85A3-4F26-94E9-C96B7C17EB84}" dt="2022-06-22T21:59:45.525" v="1253" actId="9405"/>
          <ac:inkMkLst>
            <pc:docMk/>
            <pc:sldMk cId="2618662491" sldId="263"/>
            <ac:inkMk id="239" creationId="{4777B54E-5749-912A-E275-E1B2711C207E}"/>
          </ac:inkMkLst>
        </pc:inkChg>
        <pc:inkChg chg="add">
          <ac:chgData name="O'Connor, Jacqueline Antonia" userId="3b9bfa0c-75a1-427e-ae61-7069a76100c3" providerId="ADAL" clId="{8515B688-85A3-4F26-94E9-C96B7C17EB84}" dt="2022-06-22T21:59:46.068" v="1255" actId="9405"/>
          <ac:inkMkLst>
            <pc:docMk/>
            <pc:sldMk cId="2618662491" sldId="263"/>
            <ac:inkMk id="241" creationId="{12EECF8E-F559-BC7F-2945-B6840F064C10}"/>
          </ac:inkMkLst>
        </pc:inkChg>
        <pc:inkChg chg="add mod">
          <ac:chgData name="O'Connor, Jacqueline Antonia" userId="3b9bfa0c-75a1-427e-ae61-7069a76100c3" providerId="ADAL" clId="{8515B688-85A3-4F26-94E9-C96B7C17EB84}" dt="2022-06-22T21:59:55.617" v="1272"/>
          <ac:inkMkLst>
            <pc:docMk/>
            <pc:sldMk cId="2618662491" sldId="263"/>
            <ac:inkMk id="242" creationId="{DC7AA30E-7B08-0173-FC76-5B4A39FF3270}"/>
          </ac:inkMkLst>
        </pc:inkChg>
        <pc:inkChg chg="add mod">
          <ac:chgData name="O'Connor, Jacqueline Antonia" userId="3b9bfa0c-75a1-427e-ae61-7069a76100c3" providerId="ADAL" clId="{8515B688-85A3-4F26-94E9-C96B7C17EB84}" dt="2022-06-22T21:59:55.617" v="1272"/>
          <ac:inkMkLst>
            <pc:docMk/>
            <pc:sldMk cId="2618662491" sldId="263"/>
            <ac:inkMk id="243" creationId="{2771804D-1052-0F6C-7DEE-0E212FC3475B}"/>
          </ac:inkMkLst>
        </pc:inkChg>
        <pc:inkChg chg="add mod">
          <ac:chgData name="O'Connor, Jacqueline Antonia" userId="3b9bfa0c-75a1-427e-ae61-7069a76100c3" providerId="ADAL" clId="{8515B688-85A3-4F26-94E9-C96B7C17EB84}" dt="2022-06-22T21:59:55.617" v="1272"/>
          <ac:inkMkLst>
            <pc:docMk/>
            <pc:sldMk cId="2618662491" sldId="263"/>
            <ac:inkMk id="244" creationId="{71AAA131-DDEC-318E-FB1C-3CC64349751D}"/>
          </ac:inkMkLst>
        </pc:inkChg>
        <pc:inkChg chg="add mod">
          <ac:chgData name="O'Connor, Jacqueline Antonia" userId="3b9bfa0c-75a1-427e-ae61-7069a76100c3" providerId="ADAL" clId="{8515B688-85A3-4F26-94E9-C96B7C17EB84}" dt="2022-06-22T21:59:55.617" v="1272"/>
          <ac:inkMkLst>
            <pc:docMk/>
            <pc:sldMk cId="2618662491" sldId="263"/>
            <ac:inkMk id="245" creationId="{0641B9DA-49E3-F268-72EC-8101E7C84F5A}"/>
          </ac:inkMkLst>
        </pc:inkChg>
        <pc:inkChg chg="add mod">
          <ac:chgData name="O'Connor, Jacqueline Antonia" userId="3b9bfa0c-75a1-427e-ae61-7069a76100c3" providerId="ADAL" clId="{8515B688-85A3-4F26-94E9-C96B7C17EB84}" dt="2022-06-22T21:59:55.617" v="1272"/>
          <ac:inkMkLst>
            <pc:docMk/>
            <pc:sldMk cId="2618662491" sldId="263"/>
            <ac:inkMk id="246" creationId="{E44E9DB2-6ED2-11CC-8804-4C70EF38FCA3}"/>
          </ac:inkMkLst>
        </pc:inkChg>
        <pc:inkChg chg="add mod">
          <ac:chgData name="O'Connor, Jacqueline Antonia" userId="3b9bfa0c-75a1-427e-ae61-7069a76100c3" providerId="ADAL" clId="{8515B688-85A3-4F26-94E9-C96B7C17EB84}" dt="2022-06-22T21:59:55.617" v="1272"/>
          <ac:inkMkLst>
            <pc:docMk/>
            <pc:sldMk cId="2618662491" sldId="263"/>
            <ac:inkMk id="247" creationId="{BFD40462-AE35-AAAB-25BA-E298101371DE}"/>
          </ac:inkMkLst>
        </pc:inkChg>
        <pc:inkChg chg="add mod">
          <ac:chgData name="O'Connor, Jacqueline Antonia" userId="3b9bfa0c-75a1-427e-ae61-7069a76100c3" providerId="ADAL" clId="{8515B688-85A3-4F26-94E9-C96B7C17EB84}" dt="2022-06-22T21:59:55.617" v="1272"/>
          <ac:inkMkLst>
            <pc:docMk/>
            <pc:sldMk cId="2618662491" sldId="263"/>
            <ac:inkMk id="248" creationId="{3A29AE74-701E-5A0A-E84D-F4B41D15FCB2}"/>
          </ac:inkMkLst>
        </pc:inkChg>
        <pc:inkChg chg="add mod">
          <ac:chgData name="O'Connor, Jacqueline Antonia" userId="3b9bfa0c-75a1-427e-ae61-7069a76100c3" providerId="ADAL" clId="{8515B688-85A3-4F26-94E9-C96B7C17EB84}" dt="2022-06-22T21:59:55.617" v="1272"/>
          <ac:inkMkLst>
            <pc:docMk/>
            <pc:sldMk cId="2618662491" sldId="263"/>
            <ac:inkMk id="249" creationId="{CF6DDBBB-6BC4-586D-31D9-939A22025CFE}"/>
          </ac:inkMkLst>
        </pc:inkChg>
        <pc:inkChg chg="add mod">
          <ac:chgData name="O'Connor, Jacqueline Antonia" userId="3b9bfa0c-75a1-427e-ae61-7069a76100c3" providerId="ADAL" clId="{8515B688-85A3-4F26-94E9-C96B7C17EB84}" dt="2022-06-22T21:59:55.617" v="1272"/>
          <ac:inkMkLst>
            <pc:docMk/>
            <pc:sldMk cId="2618662491" sldId="263"/>
            <ac:inkMk id="250" creationId="{A64B6DD0-6F97-D6AE-602B-017773910CD9}"/>
          </ac:inkMkLst>
        </pc:inkChg>
        <pc:inkChg chg="add mod">
          <ac:chgData name="O'Connor, Jacqueline Antonia" userId="3b9bfa0c-75a1-427e-ae61-7069a76100c3" providerId="ADAL" clId="{8515B688-85A3-4F26-94E9-C96B7C17EB84}" dt="2022-06-22T21:59:55.617" v="1272"/>
          <ac:inkMkLst>
            <pc:docMk/>
            <pc:sldMk cId="2618662491" sldId="263"/>
            <ac:inkMk id="251" creationId="{5FC6917E-222C-560B-6051-7ABACB6633C4}"/>
          </ac:inkMkLst>
        </pc:inkChg>
        <pc:inkChg chg="add mod">
          <ac:chgData name="O'Connor, Jacqueline Antonia" userId="3b9bfa0c-75a1-427e-ae61-7069a76100c3" providerId="ADAL" clId="{8515B688-85A3-4F26-94E9-C96B7C17EB84}" dt="2022-06-22T21:59:55.617" v="1272"/>
          <ac:inkMkLst>
            <pc:docMk/>
            <pc:sldMk cId="2618662491" sldId="263"/>
            <ac:inkMk id="252" creationId="{C128E99E-40EF-C930-EC63-DFC2C24281A9}"/>
          </ac:inkMkLst>
        </pc:inkChg>
        <pc:inkChg chg="add mod">
          <ac:chgData name="O'Connor, Jacqueline Antonia" userId="3b9bfa0c-75a1-427e-ae61-7069a76100c3" providerId="ADAL" clId="{8515B688-85A3-4F26-94E9-C96B7C17EB84}" dt="2022-06-22T21:59:55.617" v="1272"/>
          <ac:inkMkLst>
            <pc:docMk/>
            <pc:sldMk cId="2618662491" sldId="263"/>
            <ac:inkMk id="253" creationId="{063C5D07-4642-BF9E-5FF4-3175445B317A}"/>
          </ac:inkMkLst>
        </pc:inkChg>
        <pc:inkChg chg="add mod">
          <ac:chgData name="O'Connor, Jacqueline Antonia" userId="3b9bfa0c-75a1-427e-ae61-7069a76100c3" providerId="ADAL" clId="{8515B688-85A3-4F26-94E9-C96B7C17EB84}" dt="2022-06-22T21:59:55.617" v="1272"/>
          <ac:inkMkLst>
            <pc:docMk/>
            <pc:sldMk cId="2618662491" sldId="263"/>
            <ac:inkMk id="254" creationId="{6FC481FE-6259-7E22-5208-FF240ED6609B}"/>
          </ac:inkMkLst>
        </pc:inkChg>
        <pc:inkChg chg="add mod">
          <ac:chgData name="O'Connor, Jacqueline Antonia" userId="3b9bfa0c-75a1-427e-ae61-7069a76100c3" providerId="ADAL" clId="{8515B688-85A3-4F26-94E9-C96B7C17EB84}" dt="2022-06-22T21:59:55.617" v="1272"/>
          <ac:inkMkLst>
            <pc:docMk/>
            <pc:sldMk cId="2618662491" sldId="263"/>
            <ac:inkMk id="255" creationId="{2046EB59-4CC1-779C-123C-4706D1DE80FF}"/>
          </ac:inkMkLst>
        </pc:inkChg>
        <pc:inkChg chg="add mod">
          <ac:chgData name="O'Connor, Jacqueline Antonia" userId="3b9bfa0c-75a1-427e-ae61-7069a76100c3" providerId="ADAL" clId="{8515B688-85A3-4F26-94E9-C96B7C17EB84}" dt="2022-06-22T21:59:59.801" v="1279"/>
          <ac:inkMkLst>
            <pc:docMk/>
            <pc:sldMk cId="2618662491" sldId="263"/>
            <ac:inkMk id="256" creationId="{EBB0E3A0-5BE1-D75A-3010-A02BD9C83C2F}"/>
          </ac:inkMkLst>
        </pc:inkChg>
        <pc:inkChg chg="add mod">
          <ac:chgData name="O'Connor, Jacqueline Antonia" userId="3b9bfa0c-75a1-427e-ae61-7069a76100c3" providerId="ADAL" clId="{8515B688-85A3-4F26-94E9-C96B7C17EB84}" dt="2022-06-22T21:59:59.801" v="1279"/>
          <ac:inkMkLst>
            <pc:docMk/>
            <pc:sldMk cId="2618662491" sldId="263"/>
            <ac:inkMk id="257" creationId="{3B18B41D-E6E3-8534-187C-119D3F931CBD}"/>
          </ac:inkMkLst>
        </pc:inkChg>
        <pc:inkChg chg="add mod">
          <ac:chgData name="O'Connor, Jacqueline Antonia" userId="3b9bfa0c-75a1-427e-ae61-7069a76100c3" providerId="ADAL" clId="{8515B688-85A3-4F26-94E9-C96B7C17EB84}" dt="2022-06-22T21:59:59.801" v="1279"/>
          <ac:inkMkLst>
            <pc:docMk/>
            <pc:sldMk cId="2618662491" sldId="263"/>
            <ac:inkMk id="262" creationId="{05E65D4E-696B-6DE1-04FB-16B385FA52BA}"/>
          </ac:inkMkLst>
        </pc:inkChg>
        <pc:inkChg chg="add mod">
          <ac:chgData name="O'Connor, Jacqueline Antonia" userId="3b9bfa0c-75a1-427e-ae61-7069a76100c3" providerId="ADAL" clId="{8515B688-85A3-4F26-94E9-C96B7C17EB84}" dt="2022-06-22T21:59:59.801" v="1279"/>
          <ac:inkMkLst>
            <pc:docMk/>
            <pc:sldMk cId="2618662491" sldId="263"/>
            <ac:inkMk id="263" creationId="{E1E0E341-2B4A-F988-6DFC-DA003327F8C9}"/>
          </ac:inkMkLst>
        </pc:inkChg>
        <pc:inkChg chg="add mod">
          <ac:chgData name="O'Connor, Jacqueline Antonia" userId="3b9bfa0c-75a1-427e-ae61-7069a76100c3" providerId="ADAL" clId="{8515B688-85A3-4F26-94E9-C96B7C17EB84}" dt="2022-06-22T21:59:59.801" v="1279"/>
          <ac:inkMkLst>
            <pc:docMk/>
            <pc:sldMk cId="2618662491" sldId="263"/>
            <ac:inkMk id="264" creationId="{9E34E0AE-EC2B-8409-8231-9D101ECABFBE}"/>
          </ac:inkMkLst>
        </pc:inkChg>
        <pc:inkChg chg="add mod">
          <ac:chgData name="O'Connor, Jacqueline Antonia" userId="3b9bfa0c-75a1-427e-ae61-7069a76100c3" providerId="ADAL" clId="{8515B688-85A3-4F26-94E9-C96B7C17EB84}" dt="2022-06-22T21:59:59.801" v="1279"/>
          <ac:inkMkLst>
            <pc:docMk/>
            <pc:sldMk cId="2618662491" sldId="263"/>
            <ac:inkMk id="265" creationId="{71A2FC08-239F-8110-AFFA-136CA89982BE}"/>
          </ac:inkMkLst>
        </pc:inkChg>
        <pc:inkChg chg="add mod">
          <ac:chgData name="O'Connor, Jacqueline Antonia" userId="3b9bfa0c-75a1-427e-ae61-7069a76100c3" providerId="ADAL" clId="{8515B688-85A3-4F26-94E9-C96B7C17EB84}" dt="2022-06-22T21:59:59.801" v="1279"/>
          <ac:inkMkLst>
            <pc:docMk/>
            <pc:sldMk cId="2618662491" sldId="263"/>
            <ac:inkMk id="266" creationId="{12ADE2DF-0D51-E596-28B8-06C6AF0ED47C}"/>
          </ac:inkMkLst>
        </pc:inkChg>
        <pc:inkChg chg="add mod">
          <ac:chgData name="O'Connor, Jacqueline Antonia" userId="3b9bfa0c-75a1-427e-ae61-7069a76100c3" providerId="ADAL" clId="{8515B688-85A3-4F26-94E9-C96B7C17EB84}" dt="2022-06-22T21:59:59.801" v="1279"/>
          <ac:inkMkLst>
            <pc:docMk/>
            <pc:sldMk cId="2618662491" sldId="263"/>
            <ac:inkMk id="267" creationId="{024765DA-293F-666A-4014-9F35892C6D84}"/>
          </ac:inkMkLst>
        </pc:inkChg>
        <pc:inkChg chg="add mod">
          <ac:chgData name="O'Connor, Jacqueline Antonia" userId="3b9bfa0c-75a1-427e-ae61-7069a76100c3" providerId="ADAL" clId="{8515B688-85A3-4F26-94E9-C96B7C17EB84}" dt="2022-06-22T22:02:06.856" v="1325"/>
          <ac:inkMkLst>
            <pc:docMk/>
            <pc:sldMk cId="2618662491" sldId="263"/>
            <ac:inkMk id="269" creationId="{12F3993F-3B8F-5744-775A-ED3FCBBE12F5}"/>
          </ac:inkMkLst>
        </pc:inkChg>
        <pc:inkChg chg="add mod">
          <ac:chgData name="O'Connor, Jacqueline Antonia" userId="3b9bfa0c-75a1-427e-ae61-7069a76100c3" providerId="ADAL" clId="{8515B688-85A3-4F26-94E9-C96B7C17EB84}" dt="2022-06-22T22:02:06.856" v="1325"/>
          <ac:inkMkLst>
            <pc:docMk/>
            <pc:sldMk cId="2618662491" sldId="263"/>
            <ac:inkMk id="270" creationId="{7A7CA085-4A76-1AC9-49F7-36748C32AA4E}"/>
          </ac:inkMkLst>
        </pc:inkChg>
        <pc:inkChg chg="add mod">
          <ac:chgData name="O'Connor, Jacqueline Antonia" userId="3b9bfa0c-75a1-427e-ae61-7069a76100c3" providerId="ADAL" clId="{8515B688-85A3-4F26-94E9-C96B7C17EB84}" dt="2022-06-22T22:02:06.856" v="1325"/>
          <ac:inkMkLst>
            <pc:docMk/>
            <pc:sldMk cId="2618662491" sldId="263"/>
            <ac:inkMk id="271" creationId="{5B58808B-E035-0602-2C19-8452BB425FF9}"/>
          </ac:inkMkLst>
        </pc:inkChg>
        <pc:inkChg chg="add mod">
          <ac:chgData name="O'Connor, Jacqueline Antonia" userId="3b9bfa0c-75a1-427e-ae61-7069a76100c3" providerId="ADAL" clId="{8515B688-85A3-4F26-94E9-C96B7C17EB84}" dt="2022-06-22T22:02:06.856" v="1325"/>
          <ac:inkMkLst>
            <pc:docMk/>
            <pc:sldMk cId="2618662491" sldId="263"/>
            <ac:inkMk id="272" creationId="{C918FB38-837B-BA2C-C953-FC85C794E38E}"/>
          </ac:inkMkLst>
        </pc:inkChg>
        <pc:inkChg chg="add mod">
          <ac:chgData name="O'Connor, Jacqueline Antonia" userId="3b9bfa0c-75a1-427e-ae61-7069a76100c3" providerId="ADAL" clId="{8515B688-85A3-4F26-94E9-C96B7C17EB84}" dt="2022-06-22T22:02:06.856" v="1325"/>
          <ac:inkMkLst>
            <pc:docMk/>
            <pc:sldMk cId="2618662491" sldId="263"/>
            <ac:inkMk id="273" creationId="{97CA7CA9-1865-F28A-1FA0-B9142BFD470A}"/>
          </ac:inkMkLst>
        </pc:inkChg>
        <pc:inkChg chg="add mod">
          <ac:chgData name="O'Connor, Jacqueline Antonia" userId="3b9bfa0c-75a1-427e-ae61-7069a76100c3" providerId="ADAL" clId="{8515B688-85A3-4F26-94E9-C96B7C17EB84}" dt="2022-06-22T22:02:06.856" v="1325"/>
          <ac:inkMkLst>
            <pc:docMk/>
            <pc:sldMk cId="2618662491" sldId="263"/>
            <ac:inkMk id="274" creationId="{0C83425C-A5B4-6685-2A95-9755E711D224}"/>
          </ac:inkMkLst>
        </pc:inkChg>
        <pc:inkChg chg="add mod">
          <ac:chgData name="O'Connor, Jacqueline Antonia" userId="3b9bfa0c-75a1-427e-ae61-7069a76100c3" providerId="ADAL" clId="{8515B688-85A3-4F26-94E9-C96B7C17EB84}" dt="2022-06-22T22:02:06.856" v="1325"/>
          <ac:inkMkLst>
            <pc:docMk/>
            <pc:sldMk cId="2618662491" sldId="263"/>
            <ac:inkMk id="275" creationId="{1BBA88B0-E8A6-1B23-ECDF-770AEB5785CD}"/>
          </ac:inkMkLst>
        </pc:inkChg>
        <pc:inkChg chg="add mod">
          <ac:chgData name="O'Connor, Jacqueline Antonia" userId="3b9bfa0c-75a1-427e-ae61-7069a76100c3" providerId="ADAL" clId="{8515B688-85A3-4F26-94E9-C96B7C17EB84}" dt="2022-06-22T22:02:06.856" v="1325"/>
          <ac:inkMkLst>
            <pc:docMk/>
            <pc:sldMk cId="2618662491" sldId="263"/>
            <ac:inkMk id="277" creationId="{130E6251-7574-BF9C-0AE3-A10E8A86A69E}"/>
          </ac:inkMkLst>
        </pc:inkChg>
        <pc:inkChg chg="add mod">
          <ac:chgData name="O'Connor, Jacqueline Antonia" userId="3b9bfa0c-75a1-427e-ae61-7069a76100c3" providerId="ADAL" clId="{8515B688-85A3-4F26-94E9-C96B7C17EB84}" dt="2022-06-22T22:02:06.856" v="1325"/>
          <ac:inkMkLst>
            <pc:docMk/>
            <pc:sldMk cId="2618662491" sldId="263"/>
            <ac:inkMk id="278" creationId="{230735B8-A066-5BB5-C5A6-C736438652F0}"/>
          </ac:inkMkLst>
        </pc:inkChg>
        <pc:inkChg chg="add mod">
          <ac:chgData name="O'Connor, Jacqueline Antonia" userId="3b9bfa0c-75a1-427e-ae61-7069a76100c3" providerId="ADAL" clId="{8515B688-85A3-4F26-94E9-C96B7C17EB84}" dt="2022-06-22T22:02:06.856" v="1325"/>
          <ac:inkMkLst>
            <pc:docMk/>
            <pc:sldMk cId="2618662491" sldId="263"/>
            <ac:inkMk id="279" creationId="{520C8701-E54A-34D8-C14D-73FB925B71CA}"/>
          </ac:inkMkLst>
        </pc:inkChg>
        <pc:inkChg chg="add mod">
          <ac:chgData name="O'Connor, Jacqueline Antonia" userId="3b9bfa0c-75a1-427e-ae61-7069a76100c3" providerId="ADAL" clId="{8515B688-85A3-4F26-94E9-C96B7C17EB84}" dt="2022-06-22T22:02:06.856" v="1325"/>
          <ac:inkMkLst>
            <pc:docMk/>
            <pc:sldMk cId="2618662491" sldId="263"/>
            <ac:inkMk id="280" creationId="{1DA0DC03-F1B8-AC51-4D04-16761242CB09}"/>
          </ac:inkMkLst>
        </pc:inkChg>
        <pc:inkChg chg="add mod">
          <ac:chgData name="O'Connor, Jacqueline Antonia" userId="3b9bfa0c-75a1-427e-ae61-7069a76100c3" providerId="ADAL" clId="{8515B688-85A3-4F26-94E9-C96B7C17EB84}" dt="2022-06-22T22:02:06.856" v="1325"/>
          <ac:inkMkLst>
            <pc:docMk/>
            <pc:sldMk cId="2618662491" sldId="263"/>
            <ac:inkMk id="281" creationId="{280D3D94-532D-971E-12B7-06F28E959DE4}"/>
          </ac:inkMkLst>
        </pc:inkChg>
        <pc:inkChg chg="add mod">
          <ac:chgData name="O'Connor, Jacqueline Antonia" userId="3b9bfa0c-75a1-427e-ae61-7069a76100c3" providerId="ADAL" clId="{8515B688-85A3-4F26-94E9-C96B7C17EB84}" dt="2022-06-22T22:02:06.856" v="1325"/>
          <ac:inkMkLst>
            <pc:docMk/>
            <pc:sldMk cId="2618662491" sldId="263"/>
            <ac:inkMk id="282" creationId="{D8F6E9FE-CFFE-A5C3-2CEA-2FDB358DB1EC}"/>
          </ac:inkMkLst>
        </pc:inkChg>
        <pc:inkChg chg="add mod">
          <ac:chgData name="O'Connor, Jacqueline Antonia" userId="3b9bfa0c-75a1-427e-ae61-7069a76100c3" providerId="ADAL" clId="{8515B688-85A3-4F26-94E9-C96B7C17EB84}" dt="2022-06-22T22:02:06.856" v="1325"/>
          <ac:inkMkLst>
            <pc:docMk/>
            <pc:sldMk cId="2618662491" sldId="263"/>
            <ac:inkMk id="283" creationId="{34398A2B-0CBF-200D-5FBF-9EF158BF4D9A}"/>
          </ac:inkMkLst>
        </pc:inkChg>
        <pc:inkChg chg="add mod">
          <ac:chgData name="O'Connor, Jacqueline Antonia" userId="3b9bfa0c-75a1-427e-ae61-7069a76100c3" providerId="ADAL" clId="{8515B688-85A3-4F26-94E9-C96B7C17EB84}" dt="2022-06-22T22:02:06.856" v="1325"/>
          <ac:inkMkLst>
            <pc:docMk/>
            <pc:sldMk cId="2618662491" sldId="263"/>
            <ac:inkMk id="285" creationId="{D00EABC7-6802-7D33-6896-5F3C1DB68A2A}"/>
          </ac:inkMkLst>
        </pc:inkChg>
        <pc:inkChg chg="add mod">
          <ac:chgData name="O'Connor, Jacqueline Antonia" userId="3b9bfa0c-75a1-427e-ae61-7069a76100c3" providerId="ADAL" clId="{8515B688-85A3-4F26-94E9-C96B7C17EB84}" dt="2022-06-22T22:02:06.856" v="1325"/>
          <ac:inkMkLst>
            <pc:docMk/>
            <pc:sldMk cId="2618662491" sldId="263"/>
            <ac:inkMk id="286" creationId="{6B46CB3F-F5C7-FCAB-1812-5DC9F6963748}"/>
          </ac:inkMkLst>
        </pc:inkChg>
        <pc:inkChg chg="add mod">
          <ac:chgData name="O'Connor, Jacqueline Antonia" userId="3b9bfa0c-75a1-427e-ae61-7069a76100c3" providerId="ADAL" clId="{8515B688-85A3-4F26-94E9-C96B7C17EB84}" dt="2022-06-22T22:02:06.856" v="1325"/>
          <ac:inkMkLst>
            <pc:docMk/>
            <pc:sldMk cId="2618662491" sldId="263"/>
            <ac:inkMk id="287" creationId="{2F267167-75B4-CA76-DCD5-B3D72879D741}"/>
          </ac:inkMkLst>
        </pc:inkChg>
        <pc:inkChg chg="add mod">
          <ac:chgData name="O'Connor, Jacqueline Antonia" userId="3b9bfa0c-75a1-427e-ae61-7069a76100c3" providerId="ADAL" clId="{8515B688-85A3-4F26-94E9-C96B7C17EB84}" dt="2022-06-22T22:02:06.856" v="1325"/>
          <ac:inkMkLst>
            <pc:docMk/>
            <pc:sldMk cId="2618662491" sldId="263"/>
            <ac:inkMk id="288" creationId="{05C55046-658E-258F-B41A-2AA9A72FA701}"/>
          </ac:inkMkLst>
        </pc:inkChg>
        <pc:inkChg chg="add mod">
          <ac:chgData name="O'Connor, Jacqueline Antonia" userId="3b9bfa0c-75a1-427e-ae61-7069a76100c3" providerId="ADAL" clId="{8515B688-85A3-4F26-94E9-C96B7C17EB84}" dt="2022-06-22T22:02:06.856" v="1325"/>
          <ac:inkMkLst>
            <pc:docMk/>
            <pc:sldMk cId="2618662491" sldId="263"/>
            <ac:inkMk id="289" creationId="{8BE7CA2B-5627-5E56-E833-D0254ED4C59B}"/>
          </ac:inkMkLst>
        </pc:inkChg>
        <pc:inkChg chg="add mod">
          <ac:chgData name="O'Connor, Jacqueline Antonia" userId="3b9bfa0c-75a1-427e-ae61-7069a76100c3" providerId="ADAL" clId="{8515B688-85A3-4F26-94E9-C96B7C17EB84}" dt="2022-06-22T22:02:06.856" v="1325"/>
          <ac:inkMkLst>
            <pc:docMk/>
            <pc:sldMk cId="2618662491" sldId="263"/>
            <ac:inkMk id="290" creationId="{4662DE7B-DCB9-FB9A-98C3-78478F059894}"/>
          </ac:inkMkLst>
        </pc:inkChg>
        <pc:inkChg chg="add mod">
          <ac:chgData name="O'Connor, Jacqueline Antonia" userId="3b9bfa0c-75a1-427e-ae61-7069a76100c3" providerId="ADAL" clId="{8515B688-85A3-4F26-94E9-C96B7C17EB84}" dt="2022-06-22T22:02:06.856" v="1325"/>
          <ac:inkMkLst>
            <pc:docMk/>
            <pc:sldMk cId="2618662491" sldId="263"/>
            <ac:inkMk id="292" creationId="{45D8E304-AEED-8D84-7329-ADB10890F89F}"/>
          </ac:inkMkLst>
        </pc:inkChg>
        <pc:inkChg chg="add mod">
          <ac:chgData name="O'Connor, Jacqueline Antonia" userId="3b9bfa0c-75a1-427e-ae61-7069a76100c3" providerId="ADAL" clId="{8515B688-85A3-4F26-94E9-C96B7C17EB84}" dt="2022-06-22T22:02:06.856" v="1325"/>
          <ac:inkMkLst>
            <pc:docMk/>
            <pc:sldMk cId="2618662491" sldId="263"/>
            <ac:inkMk id="293" creationId="{D0431124-701F-3453-C79D-AE307D89CD5B}"/>
          </ac:inkMkLst>
        </pc:inkChg>
        <pc:inkChg chg="add mod">
          <ac:chgData name="O'Connor, Jacqueline Antonia" userId="3b9bfa0c-75a1-427e-ae61-7069a76100c3" providerId="ADAL" clId="{8515B688-85A3-4F26-94E9-C96B7C17EB84}" dt="2022-06-22T22:02:06.856" v="1325"/>
          <ac:inkMkLst>
            <pc:docMk/>
            <pc:sldMk cId="2618662491" sldId="263"/>
            <ac:inkMk id="294" creationId="{9EE6A1B8-C45C-7D4F-29F7-A5DA8583F8F2}"/>
          </ac:inkMkLst>
        </pc:inkChg>
        <pc:inkChg chg="add mod">
          <ac:chgData name="O'Connor, Jacqueline Antonia" userId="3b9bfa0c-75a1-427e-ae61-7069a76100c3" providerId="ADAL" clId="{8515B688-85A3-4F26-94E9-C96B7C17EB84}" dt="2022-06-22T22:02:06.856" v="1325"/>
          <ac:inkMkLst>
            <pc:docMk/>
            <pc:sldMk cId="2618662491" sldId="263"/>
            <ac:inkMk id="295" creationId="{5E62BE96-F10A-AE5F-7C5D-1CB81219A591}"/>
          </ac:inkMkLst>
        </pc:inkChg>
        <pc:inkChg chg="add mod">
          <ac:chgData name="O'Connor, Jacqueline Antonia" userId="3b9bfa0c-75a1-427e-ae61-7069a76100c3" providerId="ADAL" clId="{8515B688-85A3-4F26-94E9-C96B7C17EB84}" dt="2022-06-22T22:02:06.856" v="1325"/>
          <ac:inkMkLst>
            <pc:docMk/>
            <pc:sldMk cId="2618662491" sldId="263"/>
            <ac:inkMk id="296" creationId="{7F642DB0-0D3A-2580-1935-FF3CC4A118C1}"/>
          </ac:inkMkLst>
        </pc:inkChg>
        <pc:inkChg chg="add mod">
          <ac:chgData name="O'Connor, Jacqueline Antonia" userId="3b9bfa0c-75a1-427e-ae61-7069a76100c3" providerId="ADAL" clId="{8515B688-85A3-4F26-94E9-C96B7C17EB84}" dt="2022-06-22T22:02:06.856" v="1325"/>
          <ac:inkMkLst>
            <pc:docMk/>
            <pc:sldMk cId="2618662491" sldId="263"/>
            <ac:inkMk id="297" creationId="{5BCBD317-A8F3-E1E2-5F2E-811447073BE6}"/>
          </ac:inkMkLst>
        </pc:inkChg>
        <pc:inkChg chg="add mod">
          <ac:chgData name="O'Connor, Jacqueline Antonia" userId="3b9bfa0c-75a1-427e-ae61-7069a76100c3" providerId="ADAL" clId="{8515B688-85A3-4F26-94E9-C96B7C17EB84}" dt="2022-06-22T22:02:06.856" v="1325"/>
          <ac:inkMkLst>
            <pc:docMk/>
            <pc:sldMk cId="2618662491" sldId="263"/>
            <ac:inkMk id="298" creationId="{90334B04-816E-A607-795A-71827668D550}"/>
          </ac:inkMkLst>
        </pc:inkChg>
        <pc:inkChg chg="add mod">
          <ac:chgData name="O'Connor, Jacqueline Antonia" userId="3b9bfa0c-75a1-427e-ae61-7069a76100c3" providerId="ADAL" clId="{8515B688-85A3-4F26-94E9-C96B7C17EB84}" dt="2022-06-22T22:02:06.856" v="1325"/>
          <ac:inkMkLst>
            <pc:docMk/>
            <pc:sldMk cId="2618662491" sldId="263"/>
            <ac:inkMk id="299" creationId="{C9CF3A51-0329-BD96-96A2-1EFD00D01F27}"/>
          </ac:inkMkLst>
        </pc:inkChg>
        <pc:inkChg chg="add mod">
          <ac:chgData name="O'Connor, Jacqueline Antonia" userId="3b9bfa0c-75a1-427e-ae61-7069a76100c3" providerId="ADAL" clId="{8515B688-85A3-4F26-94E9-C96B7C17EB84}" dt="2022-06-22T22:02:06.856" v="1325"/>
          <ac:inkMkLst>
            <pc:docMk/>
            <pc:sldMk cId="2618662491" sldId="263"/>
            <ac:inkMk id="300" creationId="{2CFBD978-F481-8857-33BA-73E9812E4473}"/>
          </ac:inkMkLst>
        </pc:inkChg>
        <pc:inkChg chg="add mod">
          <ac:chgData name="O'Connor, Jacqueline Antonia" userId="3b9bfa0c-75a1-427e-ae61-7069a76100c3" providerId="ADAL" clId="{8515B688-85A3-4F26-94E9-C96B7C17EB84}" dt="2022-06-22T22:02:06.856" v="1325"/>
          <ac:inkMkLst>
            <pc:docMk/>
            <pc:sldMk cId="2618662491" sldId="263"/>
            <ac:inkMk id="301" creationId="{B2487D57-F49C-B5CA-53FD-AF08B40B592D}"/>
          </ac:inkMkLst>
        </pc:inkChg>
        <pc:inkChg chg="add mod">
          <ac:chgData name="O'Connor, Jacqueline Antonia" userId="3b9bfa0c-75a1-427e-ae61-7069a76100c3" providerId="ADAL" clId="{8515B688-85A3-4F26-94E9-C96B7C17EB84}" dt="2022-06-22T22:02:06.856" v="1325"/>
          <ac:inkMkLst>
            <pc:docMk/>
            <pc:sldMk cId="2618662491" sldId="263"/>
            <ac:inkMk id="303" creationId="{C2C19290-782C-041B-AB83-8C07C438D35E}"/>
          </ac:inkMkLst>
        </pc:inkChg>
        <pc:inkChg chg="add mod">
          <ac:chgData name="O'Connor, Jacqueline Antonia" userId="3b9bfa0c-75a1-427e-ae61-7069a76100c3" providerId="ADAL" clId="{8515B688-85A3-4F26-94E9-C96B7C17EB84}" dt="2022-06-22T22:02:06.856" v="1325"/>
          <ac:inkMkLst>
            <pc:docMk/>
            <pc:sldMk cId="2618662491" sldId="263"/>
            <ac:inkMk id="304" creationId="{D94A08FB-63CF-3CE8-84D8-76373A7994B0}"/>
          </ac:inkMkLst>
        </pc:inkChg>
        <pc:inkChg chg="add mod">
          <ac:chgData name="O'Connor, Jacqueline Antonia" userId="3b9bfa0c-75a1-427e-ae61-7069a76100c3" providerId="ADAL" clId="{8515B688-85A3-4F26-94E9-C96B7C17EB84}" dt="2022-06-22T22:02:06.856" v="1325"/>
          <ac:inkMkLst>
            <pc:docMk/>
            <pc:sldMk cId="2618662491" sldId="263"/>
            <ac:inkMk id="305" creationId="{78C05BFD-7B8A-C1E8-217D-B2B342DCAA49}"/>
          </ac:inkMkLst>
        </pc:inkChg>
        <pc:inkChg chg="add mod">
          <ac:chgData name="O'Connor, Jacqueline Antonia" userId="3b9bfa0c-75a1-427e-ae61-7069a76100c3" providerId="ADAL" clId="{8515B688-85A3-4F26-94E9-C96B7C17EB84}" dt="2022-06-22T22:02:06.856" v="1325"/>
          <ac:inkMkLst>
            <pc:docMk/>
            <pc:sldMk cId="2618662491" sldId="263"/>
            <ac:inkMk id="306" creationId="{7A2BABC5-20F4-60DA-D4D0-513D5C1B3919}"/>
          </ac:inkMkLst>
        </pc:inkChg>
        <pc:inkChg chg="add mod">
          <ac:chgData name="O'Connor, Jacqueline Antonia" userId="3b9bfa0c-75a1-427e-ae61-7069a76100c3" providerId="ADAL" clId="{8515B688-85A3-4F26-94E9-C96B7C17EB84}" dt="2022-06-22T22:02:06.856" v="1325"/>
          <ac:inkMkLst>
            <pc:docMk/>
            <pc:sldMk cId="2618662491" sldId="263"/>
            <ac:inkMk id="307" creationId="{FD076BA3-57EE-4E45-004B-70D93E6B0D05}"/>
          </ac:inkMkLst>
        </pc:inkChg>
        <pc:inkChg chg="add mod">
          <ac:chgData name="O'Connor, Jacqueline Antonia" userId="3b9bfa0c-75a1-427e-ae61-7069a76100c3" providerId="ADAL" clId="{8515B688-85A3-4F26-94E9-C96B7C17EB84}" dt="2022-06-22T22:02:06.856" v="1325"/>
          <ac:inkMkLst>
            <pc:docMk/>
            <pc:sldMk cId="2618662491" sldId="263"/>
            <ac:inkMk id="308" creationId="{96DB9B92-1FA7-8DB7-D7F1-B948E76869AA}"/>
          </ac:inkMkLst>
        </pc:inkChg>
        <pc:inkChg chg="add mod">
          <ac:chgData name="O'Connor, Jacqueline Antonia" userId="3b9bfa0c-75a1-427e-ae61-7069a76100c3" providerId="ADAL" clId="{8515B688-85A3-4F26-94E9-C96B7C17EB84}" dt="2022-06-22T22:02:06.856" v="1325"/>
          <ac:inkMkLst>
            <pc:docMk/>
            <pc:sldMk cId="2618662491" sldId="263"/>
            <ac:inkMk id="309" creationId="{10898F4F-F05D-5042-2CFE-569C600704EA}"/>
          </ac:inkMkLst>
        </pc:inkChg>
        <pc:inkChg chg="add mod">
          <ac:chgData name="O'Connor, Jacqueline Antonia" userId="3b9bfa0c-75a1-427e-ae61-7069a76100c3" providerId="ADAL" clId="{8515B688-85A3-4F26-94E9-C96B7C17EB84}" dt="2022-06-22T22:02:06.856" v="1325"/>
          <ac:inkMkLst>
            <pc:docMk/>
            <pc:sldMk cId="2618662491" sldId="263"/>
            <ac:inkMk id="310" creationId="{50824CA0-ECFD-F1F5-DEB2-FAA7154B35FE}"/>
          </ac:inkMkLst>
        </pc:inkChg>
        <pc:inkChg chg="add mod">
          <ac:chgData name="O'Connor, Jacqueline Antonia" userId="3b9bfa0c-75a1-427e-ae61-7069a76100c3" providerId="ADAL" clId="{8515B688-85A3-4F26-94E9-C96B7C17EB84}" dt="2022-06-22T22:02:06.856" v="1325"/>
          <ac:inkMkLst>
            <pc:docMk/>
            <pc:sldMk cId="2618662491" sldId="263"/>
            <ac:inkMk id="312" creationId="{A55B8C50-6ECC-C41D-B1FF-4DA213971799}"/>
          </ac:inkMkLst>
        </pc:inkChg>
        <pc:inkChg chg="add mod">
          <ac:chgData name="O'Connor, Jacqueline Antonia" userId="3b9bfa0c-75a1-427e-ae61-7069a76100c3" providerId="ADAL" clId="{8515B688-85A3-4F26-94E9-C96B7C17EB84}" dt="2022-06-22T22:02:06.856" v="1325"/>
          <ac:inkMkLst>
            <pc:docMk/>
            <pc:sldMk cId="2618662491" sldId="263"/>
            <ac:inkMk id="313" creationId="{9A289134-9962-7BA3-EA07-B03BF442D43C}"/>
          </ac:inkMkLst>
        </pc:inkChg>
      </pc:sldChg>
      <pc:sldChg chg="addSp delSp modSp new mod">
        <pc:chgData name="O'Connor, Jacqueline Antonia" userId="3b9bfa0c-75a1-427e-ae61-7069a76100c3" providerId="ADAL" clId="{8515B688-85A3-4F26-94E9-C96B7C17EB84}" dt="2022-06-22T22:07:15.931" v="1643"/>
        <pc:sldMkLst>
          <pc:docMk/>
          <pc:sldMk cId="617357360" sldId="264"/>
        </pc:sldMkLst>
        <pc:grpChg chg="del mod">
          <ac:chgData name="O'Connor, Jacqueline Antonia" userId="3b9bfa0c-75a1-427e-ae61-7069a76100c3" providerId="ADAL" clId="{8515B688-85A3-4F26-94E9-C96B7C17EB84}" dt="2022-06-22T22:02:42.068" v="1342"/>
          <ac:grpSpMkLst>
            <pc:docMk/>
            <pc:sldMk cId="617357360" sldId="264"/>
            <ac:grpSpMk id="12" creationId="{F96E1353-9427-D57B-9563-257721F28806}"/>
          </ac:grpSpMkLst>
        </pc:grpChg>
        <pc:grpChg chg="mod">
          <ac:chgData name="O'Connor, Jacqueline Antonia" userId="3b9bfa0c-75a1-427e-ae61-7069a76100c3" providerId="ADAL" clId="{8515B688-85A3-4F26-94E9-C96B7C17EB84}" dt="2022-06-22T22:02:38.904" v="1336"/>
          <ac:grpSpMkLst>
            <pc:docMk/>
            <pc:sldMk cId="617357360" sldId="264"/>
            <ac:grpSpMk id="13" creationId="{53018380-D380-71AB-1C6F-41A346F2AA71}"/>
          </ac:grpSpMkLst>
        </pc:grpChg>
        <pc:grpChg chg="mod">
          <ac:chgData name="O'Connor, Jacqueline Antonia" userId="3b9bfa0c-75a1-427e-ae61-7069a76100c3" providerId="ADAL" clId="{8515B688-85A3-4F26-94E9-C96B7C17EB84}" dt="2022-06-22T22:02:38.904" v="1336"/>
          <ac:grpSpMkLst>
            <pc:docMk/>
            <pc:sldMk cId="617357360" sldId="264"/>
            <ac:grpSpMk id="14" creationId="{CCE879B0-4F50-A119-DE8C-DBB8EB88A4B2}"/>
          </ac:grpSpMkLst>
        </pc:grpChg>
        <pc:grpChg chg="del mod">
          <ac:chgData name="O'Connor, Jacqueline Antonia" userId="3b9bfa0c-75a1-427e-ae61-7069a76100c3" providerId="ADAL" clId="{8515B688-85A3-4F26-94E9-C96B7C17EB84}" dt="2022-06-22T22:03:23.277" v="1368"/>
          <ac:grpSpMkLst>
            <pc:docMk/>
            <pc:sldMk cId="617357360" sldId="264"/>
            <ac:grpSpMk id="20" creationId="{90A3E80A-0640-D5DC-03CB-029D78A58A89}"/>
          </ac:grpSpMkLst>
        </pc:grpChg>
        <pc:grpChg chg="mod">
          <ac:chgData name="O'Connor, Jacqueline Antonia" userId="3b9bfa0c-75a1-427e-ae61-7069a76100c3" providerId="ADAL" clId="{8515B688-85A3-4F26-94E9-C96B7C17EB84}" dt="2022-06-22T22:03:03.949" v="1356"/>
          <ac:grpSpMkLst>
            <pc:docMk/>
            <pc:sldMk cId="617357360" sldId="264"/>
            <ac:grpSpMk id="34" creationId="{AA56BB7F-EBE8-838D-A01C-3EEEF400DC27}"/>
          </ac:grpSpMkLst>
        </pc:grpChg>
        <pc:grpChg chg="mod">
          <ac:chgData name="O'Connor, Jacqueline Antonia" userId="3b9bfa0c-75a1-427e-ae61-7069a76100c3" providerId="ADAL" clId="{8515B688-85A3-4F26-94E9-C96B7C17EB84}" dt="2022-06-22T22:03:03.949" v="1356"/>
          <ac:grpSpMkLst>
            <pc:docMk/>
            <pc:sldMk cId="617357360" sldId="264"/>
            <ac:grpSpMk id="35" creationId="{E8492E4A-4B0D-A8AD-8C8C-EBE61449C45F}"/>
          </ac:grpSpMkLst>
        </pc:grpChg>
        <pc:grpChg chg="mod">
          <ac:chgData name="O'Connor, Jacqueline Antonia" userId="3b9bfa0c-75a1-427e-ae61-7069a76100c3" providerId="ADAL" clId="{8515B688-85A3-4F26-94E9-C96B7C17EB84}" dt="2022-06-22T22:03:03.949" v="1356"/>
          <ac:grpSpMkLst>
            <pc:docMk/>
            <pc:sldMk cId="617357360" sldId="264"/>
            <ac:grpSpMk id="36" creationId="{6DE0E522-1E1F-D606-E65A-350DAEA2DD55}"/>
          </ac:grpSpMkLst>
        </pc:grpChg>
        <pc:grpChg chg="del mod">
          <ac:chgData name="O'Connor, Jacqueline Antonia" userId="3b9bfa0c-75a1-427e-ae61-7069a76100c3" providerId="ADAL" clId="{8515B688-85A3-4F26-94E9-C96B7C17EB84}" dt="2022-06-22T22:03:05.971" v="1361"/>
          <ac:grpSpMkLst>
            <pc:docMk/>
            <pc:sldMk cId="617357360" sldId="264"/>
            <ac:grpSpMk id="39" creationId="{545E8EBF-2D27-7C72-A394-F228BFF3D064}"/>
          </ac:grpSpMkLst>
        </pc:grpChg>
        <pc:grpChg chg="mod">
          <ac:chgData name="O'Connor, Jacqueline Antonia" userId="3b9bfa0c-75a1-427e-ae61-7069a76100c3" providerId="ADAL" clId="{8515B688-85A3-4F26-94E9-C96B7C17EB84}" dt="2022-06-22T22:03:05.971" v="1361"/>
          <ac:grpSpMkLst>
            <pc:docMk/>
            <pc:sldMk cId="617357360" sldId="264"/>
            <ac:grpSpMk id="41" creationId="{D001C360-CE9B-1C5D-9563-C12F8090BEA5}"/>
          </ac:grpSpMkLst>
        </pc:grpChg>
        <pc:grpChg chg="mod">
          <ac:chgData name="O'Connor, Jacqueline Antonia" userId="3b9bfa0c-75a1-427e-ae61-7069a76100c3" providerId="ADAL" clId="{8515B688-85A3-4F26-94E9-C96B7C17EB84}" dt="2022-06-22T22:03:14.659" v="1364"/>
          <ac:grpSpMkLst>
            <pc:docMk/>
            <pc:sldMk cId="617357360" sldId="264"/>
            <ac:grpSpMk id="44" creationId="{376DC1E1-57FA-FF8D-2CAE-982EA78A9C60}"/>
          </ac:grpSpMkLst>
        </pc:grpChg>
        <pc:grpChg chg="del mod">
          <ac:chgData name="O'Connor, Jacqueline Antonia" userId="3b9bfa0c-75a1-427e-ae61-7069a76100c3" providerId="ADAL" clId="{8515B688-85A3-4F26-94E9-C96B7C17EB84}" dt="2022-06-22T22:03:24.242" v="1370"/>
          <ac:grpSpMkLst>
            <pc:docMk/>
            <pc:sldMk cId="617357360" sldId="264"/>
            <ac:grpSpMk id="48" creationId="{FC434D39-CE96-EEF2-A658-E6E07672B20B}"/>
          </ac:grpSpMkLst>
        </pc:grpChg>
        <pc:grpChg chg="mod">
          <ac:chgData name="O'Connor, Jacqueline Antonia" userId="3b9bfa0c-75a1-427e-ae61-7069a76100c3" providerId="ADAL" clId="{8515B688-85A3-4F26-94E9-C96B7C17EB84}" dt="2022-06-22T22:03:24.242" v="1370"/>
          <ac:grpSpMkLst>
            <pc:docMk/>
            <pc:sldMk cId="617357360" sldId="264"/>
            <ac:grpSpMk id="50" creationId="{3D19A105-0237-5A74-A091-81EEB071C3C6}"/>
          </ac:grpSpMkLst>
        </pc:grpChg>
        <pc:grpChg chg="mod">
          <ac:chgData name="O'Connor, Jacqueline Antonia" userId="3b9bfa0c-75a1-427e-ae61-7069a76100c3" providerId="ADAL" clId="{8515B688-85A3-4F26-94E9-C96B7C17EB84}" dt="2022-06-22T22:03:39.590" v="1380"/>
          <ac:grpSpMkLst>
            <pc:docMk/>
            <pc:sldMk cId="617357360" sldId="264"/>
            <ac:grpSpMk id="60" creationId="{20562200-1837-A51B-B9C4-1C24B279CD43}"/>
          </ac:grpSpMkLst>
        </pc:grpChg>
        <pc:grpChg chg="mod">
          <ac:chgData name="O'Connor, Jacqueline Antonia" userId="3b9bfa0c-75a1-427e-ae61-7069a76100c3" providerId="ADAL" clId="{8515B688-85A3-4F26-94E9-C96B7C17EB84}" dt="2022-06-22T22:03:39.590" v="1380"/>
          <ac:grpSpMkLst>
            <pc:docMk/>
            <pc:sldMk cId="617357360" sldId="264"/>
            <ac:grpSpMk id="61" creationId="{F61B3378-5392-88DC-AC22-53C49CC42D1C}"/>
          </ac:grpSpMkLst>
        </pc:grpChg>
        <pc:grpChg chg="mod">
          <ac:chgData name="O'Connor, Jacqueline Antonia" userId="3b9bfa0c-75a1-427e-ae61-7069a76100c3" providerId="ADAL" clId="{8515B688-85A3-4F26-94E9-C96B7C17EB84}" dt="2022-06-22T22:03:39.590" v="1380"/>
          <ac:grpSpMkLst>
            <pc:docMk/>
            <pc:sldMk cId="617357360" sldId="264"/>
            <ac:grpSpMk id="62" creationId="{C75F95B6-24B1-FCEE-659B-8B2B09DA0AD4}"/>
          </ac:grpSpMkLst>
        </pc:grpChg>
        <pc:grpChg chg="del mod">
          <ac:chgData name="O'Connor, Jacqueline Antonia" userId="3b9bfa0c-75a1-427e-ae61-7069a76100c3" providerId="ADAL" clId="{8515B688-85A3-4F26-94E9-C96B7C17EB84}" dt="2022-06-22T22:03:46.331" v="1385"/>
          <ac:grpSpMkLst>
            <pc:docMk/>
            <pc:sldMk cId="617357360" sldId="264"/>
            <ac:grpSpMk id="66" creationId="{B011E569-90A3-8276-160A-7405588992A7}"/>
          </ac:grpSpMkLst>
        </pc:grpChg>
        <pc:grpChg chg="mod">
          <ac:chgData name="O'Connor, Jacqueline Antonia" userId="3b9bfa0c-75a1-427e-ae61-7069a76100c3" providerId="ADAL" clId="{8515B688-85A3-4F26-94E9-C96B7C17EB84}" dt="2022-06-22T22:03:52.181" v="1397"/>
          <ac:grpSpMkLst>
            <pc:docMk/>
            <pc:sldMk cId="617357360" sldId="264"/>
            <ac:grpSpMk id="76" creationId="{E9AB6BB9-5C10-B570-CFAC-D660FBB9A95C}"/>
          </ac:grpSpMkLst>
        </pc:grpChg>
        <pc:grpChg chg="mod">
          <ac:chgData name="O'Connor, Jacqueline Antonia" userId="3b9bfa0c-75a1-427e-ae61-7069a76100c3" providerId="ADAL" clId="{8515B688-85A3-4F26-94E9-C96B7C17EB84}" dt="2022-06-22T22:03:52.181" v="1397"/>
          <ac:grpSpMkLst>
            <pc:docMk/>
            <pc:sldMk cId="617357360" sldId="264"/>
            <ac:grpSpMk id="77" creationId="{38F3C945-AA9C-33AC-AA12-7CDCA805A410}"/>
          </ac:grpSpMkLst>
        </pc:grpChg>
        <pc:grpChg chg="mod">
          <ac:chgData name="O'Connor, Jacqueline Antonia" userId="3b9bfa0c-75a1-427e-ae61-7069a76100c3" providerId="ADAL" clId="{8515B688-85A3-4F26-94E9-C96B7C17EB84}" dt="2022-06-22T22:04:02.548" v="1404"/>
          <ac:grpSpMkLst>
            <pc:docMk/>
            <pc:sldMk cId="617357360" sldId="264"/>
            <ac:grpSpMk id="84" creationId="{274EF90A-A7B3-0AA2-A028-95668EBE8F77}"/>
          </ac:grpSpMkLst>
        </pc:grpChg>
        <pc:grpChg chg="mod">
          <ac:chgData name="O'Connor, Jacqueline Antonia" userId="3b9bfa0c-75a1-427e-ae61-7069a76100c3" providerId="ADAL" clId="{8515B688-85A3-4F26-94E9-C96B7C17EB84}" dt="2022-06-22T22:04:08.689" v="1413"/>
          <ac:grpSpMkLst>
            <pc:docMk/>
            <pc:sldMk cId="617357360" sldId="264"/>
            <ac:grpSpMk id="93" creationId="{520C3789-53B0-5F9E-5999-9C2037413A80}"/>
          </ac:grpSpMkLst>
        </pc:grpChg>
        <pc:grpChg chg="mod">
          <ac:chgData name="O'Connor, Jacqueline Antonia" userId="3b9bfa0c-75a1-427e-ae61-7069a76100c3" providerId="ADAL" clId="{8515B688-85A3-4F26-94E9-C96B7C17EB84}" dt="2022-06-22T22:04:08.689" v="1413"/>
          <ac:grpSpMkLst>
            <pc:docMk/>
            <pc:sldMk cId="617357360" sldId="264"/>
            <ac:grpSpMk id="94" creationId="{45A801FD-6C82-9AF9-DA6F-836609DBC2AA}"/>
          </ac:grpSpMkLst>
        </pc:grpChg>
        <pc:grpChg chg="mod">
          <ac:chgData name="O'Connor, Jacqueline Antonia" userId="3b9bfa0c-75a1-427e-ae61-7069a76100c3" providerId="ADAL" clId="{8515B688-85A3-4F26-94E9-C96B7C17EB84}" dt="2022-06-22T22:04:12.326" v="1417"/>
          <ac:grpSpMkLst>
            <pc:docMk/>
            <pc:sldMk cId="617357360" sldId="264"/>
            <ac:grpSpMk id="98" creationId="{BE8757BB-5CF4-3537-A189-F162937F3FEE}"/>
          </ac:grpSpMkLst>
        </pc:grpChg>
        <pc:grpChg chg="del mod">
          <ac:chgData name="O'Connor, Jacqueline Antonia" userId="3b9bfa0c-75a1-427e-ae61-7069a76100c3" providerId="ADAL" clId="{8515B688-85A3-4F26-94E9-C96B7C17EB84}" dt="2022-06-22T22:04:43.645" v="1445"/>
          <ac:grpSpMkLst>
            <pc:docMk/>
            <pc:sldMk cId="617357360" sldId="264"/>
            <ac:grpSpMk id="115" creationId="{6A98C217-175E-31D3-0458-E8B441C08C78}"/>
          </ac:grpSpMkLst>
        </pc:grpChg>
        <pc:grpChg chg="del mod">
          <ac:chgData name="O'Connor, Jacqueline Antonia" userId="3b9bfa0c-75a1-427e-ae61-7069a76100c3" providerId="ADAL" clId="{8515B688-85A3-4F26-94E9-C96B7C17EB84}" dt="2022-06-22T22:04:43.645" v="1445"/>
          <ac:grpSpMkLst>
            <pc:docMk/>
            <pc:sldMk cId="617357360" sldId="264"/>
            <ac:grpSpMk id="116" creationId="{CA9D2BB5-519D-5793-F994-FB56BF118D94}"/>
          </ac:grpSpMkLst>
        </pc:grpChg>
        <pc:grpChg chg="mod">
          <ac:chgData name="O'Connor, Jacqueline Antonia" userId="3b9bfa0c-75a1-427e-ae61-7069a76100c3" providerId="ADAL" clId="{8515B688-85A3-4F26-94E9-C96B7C17EB84}" dt="2022-06-22T22:04:27.060" v="1434"/>
          <ac:grpSpMkLst>
            <pc:docMk/>
            <pc:sldMk cId="617357360" sldId="264"/>
            <ac:grpSpMk id="117" creationId="{5D9F2C1B-0CE0-C282-438D-B5B25358D674}"/>
          </ac:grpSpMkLst>
        </pc:grpChg>
        <pc:grpChg chg="mod">
          <ac:chgData name="O'Connor, Jacqueline Antonia" userId="3b9bfa0c-75a1-427e-ae61-7069a76100c3" providerId="ADAL" clId="{8515B688-85A3-4F26-94E9-C96B7C17EB84}" dt="2022-06-22T22:04:27.060" v="1434"/>
          <ac:grpSpMkLst>
            <pc:docMk/>
            <pc:sldMk cId="617357360" sldId="264"/>
            <ac:grpSpMk id="118" creationId="{9AB90B8F-7C78-CBF4-D3CB-5DF8E8BAFCE5}"/>
          </ac:grpSpMkLst>
        </pc:grpChg>
        <pc:grpChg chg="del mod">
          <ac:chgData name="O'Connor, Jacqueline Antonia" userId="3b9bfa0c-75a1-427e-ae61-7069a76100c3" providerId="ADAL" clId="{8515B688-85A3-4F26-94E9-C96B7C17EB84}" dt="2022-06-22T22:04:55.436" v="1468"/>
          <ac:grpSpMkLst>
            <pc:docMk/>
            <pc:sldMk cId="617357360" sldId="264"/>
            <ac:grpSpMk id="129" creationId="{B7958E7C-A408-3664-AE92-08A132BACC23}"/>
          </ac:grpSpMkLst>
        </pc:grpChg>
        <pc:grpChg chg="mod">
          <ac:chgData name="O'Connor, Jacqueline Antonia" userId="3b9bfa0c-75a1-427e-ae61-7069a76100c3" providerId="ADAL" clId="{8515B688-85A3-4F26-94E9-C96B7C17EB84}" dt="2022-06-22T22:04:55.436" v="1468"/>
          <ac:grpSpMkLst>
            <pc:docMk/>
            <pc:sldMk cId="617357360" sldId="264"/>
            <ac:grpSpMk id="152" creationId="{BC6C6AFE-278A-FD1D-4811-E1F89B575F60}"/>
          </ac:grpSpMkLst>
        </pc:grpChg>
        <pc:grpChg chg="mod">
          <ac:chgData name="O'Connor, Jacqueline Antonia" userId="3b9bfa0c-75a1-427e-ae61-7069a76100c3" providerId="ADAL" clId="{8515B688-85A3-4F26-94E9-C96B7C17EB84}" dt="2022-06-22T22:04:55.436" v="1468"/>
          <ac:grpSpMkLst>
            <pc:docMk/>
            <pc:sldMk cId="617357360" sldId="264"/>
            <ac:grpSpMk id="153" creationId="{1F308234-8983-C73F-3D2F-E855A6B2BF26}"/>
          </ac:grpSpMkLst>
        </pc:grpChg>
        <pc:grpChg chg="mod">
          <ac:chgData name="O'Connor, Jacqueline Antonia" userId="3b9bfa0c-75a1-427e-ae61-7069a76100c3" providerId="ADAL" clId="{8515B688-85A3-4F26-94E9-C96B7C17EB84}" dt="2022-06-22T22:05:01.878" v="1473"/>
          <ac:grpSpMkLst>
            <pc:docMk/>
            <pc:sldMk cId="617357360" sldId="264"/>
            <ac:grpSpMk id="158" creationId="{9D5C6C75-19FD-FED0-77D2-1DBC00D4474D}"/>
          </ac:grpSpMkLst>
        </pc:grpChg>
        <pc:grpChg chg="mod">
          <ac:chgData name="O'Connor, Jacqueline Antonia" userId="3b9bfa0c-75a1-427e-ae61-7069a76100c3" providerId="ADAL" clId="{8515B688-85A3-4F26-94E9-C96B7C17EB84}" dt="2022-06-22T22:05:10.163" v="1487"/>
          <ac:grpSpMkLst>
            <pc:docMk/>
            <pc:sldMk cId="617357360" sldId="264"/>
            <ac:grpSpMk id="171" creationId="{5EC63F27-4A3B-4CD4-83AA-7EC1A6961FA1}"/>
          </ac:grpSpMkLst>
        </pc:grpChg>
        <pc:grpChg chg="mod">
          <ac:chgData name="O'Connor, Jacqueline Antonia" userId="3b9bfa0c-75a1-427e-ae61-7069a76100c3" providerId="ADAL" clId="{8515B688-85A3-4F26-94E9-C96B7C17EB84}" dt="2022-06-22T22:05:10.163" v="1487"/>
          <ac:grpSpMkLst>
            <pc:docMk/>
            <pc:sldMk cId="617357360" sldId="264"/>
            <ac:grpSpMk id="172" creationId="{A2EDC6DD-A989-8B88-6960-A281755287B9}"/>
          </ac:grpSpMkLst>
        </pc:grpChg>
        <pc:grpChg chg="del mod">
          <ac:chgData name="O'Connor, Jacqueline Antonia" userId="3b9bfa0c-75a1-427e-ae61-7069a76100c3" providerId="ADAL" clId="{8515B688-85A3-4F26-94E9-C96B7C17EB84}" dt="2022-06-22T22:05:21.383" v="1506"/>
          <ac:grpSpMkLst>
            <pc:docMk/>
            <pc:sldMk cId="617357360" sldId="264"/>
            <ac:grpSpMk id="183" creationId="{D733B70F-DC33-4EE0-118D-1E74B9C023B1}"/>
          </ac:grpSpMkLst>
        </pc:grpChg>
        <pc:grpChg chg="mod">
          <ac:chgData name="O'Connor, Jacqueline Antonia" userId="3b9bfa0c-75a1-427e-ae61-7069a76100c3" providerId="ADAL" clId="{8515B688-85A3-4F26-94E9-C96B7C17EB84}" dt="2022-06-22T22:05:17.202" v="1498"/>
          <ac:grpSpMkLst>
            <pc:docMk/>
            <pc:sldMk cId="617357360" sldId="264"/>
            <ac:grpSpMk id="184" creationId="{2C053031-58BE-FAAA-2593-9D4DC9238F6C}"/>
          </ac:grpSpMkLst>
        </pc:grpChg>
        <pc:grpChg chg="mod">
          <ac:chgData name="O'Connor, Jacqueline Antonia" userId="3b9bfa0c-75a1-427e-ae61-7069a76100c3" providerId="ADAL" clId="{8515B688-85A3-4F26-94E9-C96B7C17EB84}" dt="2022-06-22T22:05:21.383" v="1506"/>
          <ac:grpSpMkLst>
            <pc:docMk/>
            <pc:sldMk cId="617357360" sldId="264"/>
            <ac:grpSpMk id="192" creationId="{F94A7EA6-2B05-EE90-FF8F-EB34B472A181}"/>
          </ac:grpSpMkLst>
        </pc:grpChg>
        <pc:grpChg chg="del mod">
          <ac:chgData name="O'Connor, Jacqueline Antonia" userId="3b9bfa0c-75a1-427e-ae61-7069a76100c3" providerId="ADAL" clId="{8515B688-85A3-4F26-94E9-C96B7C17EB84}" dt="2022-06-22T22:05:39" v="1524"/>
          <ac:grpSpMkLst>
            <pc:docMk/>
            <pc:sldMk cId="617357360" sldId="264"/>
            <ac:grpSpMk id="203" creationId="{5E2394EF-BD1B-DE47-B898-FDDDD1D45D1A}"/>
          </ac:grpSpMkLst>
        </pc:grpChg>
        <pc:grpChg chg="mod">
          <ac:chgData name="O'Connor, Jacqueline Antonia" userId="3b9bfa0c-75a1-427e-ae61-7069a76100c3" providerId="ADAL" clId="{8515B688-85A3-4F26-94E9-C96B7C17EB84}" dt="2022-06-22T22:05:39" v="1524"/>
          <ac:grpSpMkLst>
            <pc:docMk/>
            <pc:sldMk cId="617357360" sldId="264"/>
            <ac:grpSpMk id="210" creationId="{FBB7224E-87A4-F114-E214-5DFC479530A1}"/>
          </ac:grpSpMkLst>
        </pc:grpChg>
        <pc:grpChg chg="del mod">
          <ac:chgData name="O'Connor, Jacqueline Antonia" userId="3b9bfa0c-75a1-427e-ae61-7069a76100c3" providerId="ADAL" clId="{8515B688-85A3-4F26-94E9-C96B7C17EB84}" dt="2022-06-22T22:05:49.823" v="1540"/>
          <ac:grpSpMkLst>
            <pc:docMk/>
            <pc:sldMk cId="617357360" sldId="264"/>
            <ac:grpSpMk id="213" creationId="{FE9F529A-A57D-9E1F-B4C6-CE2958595C25}"/>
          </ac:grpSpMkLst>
        </pc:grpChg>
        <pc:grpChg chg="mod">
          <ac:chgData name="O'Connor, Jacqueline Antonia" userId="3b9bfa0c-75a1-427e-ae61-7069a76100c3" providerId="ADAL" clId="{8515B688-85A3-4F26-94E9-C96B7C17EB84}" dt="2022-06-22T22:05:49.823" v="1540"/>
          <ac:grpSpMkLst>
            <pc:docMk/>
            <pc:sldMk cId="617357360" sldId="264"/>
            <ac:grpSpMk id="226" creationId="{1FFD7687-B6E1-C85C-A4C7-2B62868B1507}"/>
          </ac:grpSpMkLst>
        </pc:grpChg>
        <pc:grpChg chg="mod">
          <ac:chgData name="O'Connor, Jacqueline Antonia" userId="3b9bfa0c-75a1-427e-ae61-7069a76100c3" providerId="ADAL" clId="{8515B688-85A3-4F26-94E9-C96B7C17EB84}" dt="2022-06-22T22:05:49.823" v="1540"/>
          <ac:grpSpMkLst>
            <pc:docMk/>
            <pc:sldMk cId="617357360" sldId="264"/>
            <ac:grpSpMk id="227" creationId="{2C416D87-5D30-188F-21FE-0EE7824FF871}"/>
          </ac:grpSpMkLst>
        </pc:grpChg>
        <pc:grpChg chg="mod">
          <ac:chgData name="O'Connor, Jacqueline Antonia" userId="3b9bfa0c-75a1-427e-ae61-7069a76100c3" providerId="ADAL" clId="{8515B688-85A3-4F26-94E9-C96B7C17EB84}" dt="2022-06-22T22:05:49.823" v="1540"/>
          <ac:grpSpMkLst>
            <pc:docMk/>
            <pc:sldMk cId="617357360" sldId="264"/>
            <ac:grpSpMk id="228" creationId="{11CB19A2-BD74-E72F-2168-F869543A9673}"/>
          </ac:grpSpMkLst>
        </pc:grpChg>
        <pc:grpChg chg="del mod">
          <ac:chgData name="O'Connor, Jacqueline Antonia" userId="3b9bfa0c-75a1-427e-ae61-7069a76100c3" providerId="ADAL" clId="{8515B688-85A3-4F26-94E9-C96B7C17EB84}" dt="2022-06-22T22:05:54.031" v="1548"/>
          <ac:grpSpMkLst>
            <pc:docMk/>
            <pc:sldMk cId="617357360" sldId="264"/>
            <ac:grpSpMk id="232" creationId="{E1436206-2372-7F67-BC05-2A81B720098C}"/>
          </ac:grpSpMkLst>
        </pc:grpChg>
        <pc:grpChg chg="del mod">
          <ac:chgData name="O'Connor, Jacqueline Antonia" userId="3b9bfa0c-75a1-427e-ae61-7069a76100c3" providerId="ADAL" clId="{8515B688-85A3-4F26-94E9-C96B7C17EB84}" dt="2022-06-22T22:06:00.096" v="1559"/>
          <ac:grpSpMkLst>
            <pc:docMk/>
            <pc:sldMk cId="617357360" sldId="264"/>
            <ac:grpSpMk id="236" creationId="{BF8D0F77-0F9A-9B77-142E-B8A83F206D5D}"/>
          </ac:grpSpMkLst>
        </pc:grpChg>
        <pc:grpChg chg="mod">
          <ac:chgData name="O'Connor, Jacqueline Antonia" userId="3b9bfa0c-75a1-427e-ae61-7069a76100c3" providerId="ADAL" clId="{8515B688-85A3-4F26-94E9-C96B7C17EB84}" dt="2022-06-22T22:06:00.096" v="1559"/>
          <ac:grpSpMkLst>
            <pc:docMk/>
            <pc:sldMk cId="617357360" sldId="264"/>
            <ac:grpSpMk id="247" creationId="{84FDCF88-3C4F-F437-8D9A-29D4533F9E56}"/>
          </ac:grpSpMkLst>
        </pc:grpChg>
        <pc:grpChg chg="mod">
          <ac:chgData name="O'Connor, Jacqueline Antonia" userId="3b9bfa0c-75a1-427e-ae61-7069a76100c3" providerId="ADAL" clId="{8515B688-85A3-4F26-94E9-C96B7C17EB84}" dt="2022-06-22T22:06:00.096" v="1559"/>
          <ac:grpSpMkLst>
            <pc:docMk/>
            <pc:sldMk cId="617357360" sldId="264"/>
            <ac:grpSpMk id="248" creationId="{574872C5-26ED-012B-B6FF-04922B2932A3}"/>
          </ac:grpSpMkLst>
        </pc:grpChg>
        <pc:grpChg chg="del mod">
          <ac:chgData name="O'Connor, Jacqueline Antonia" userId="3b9bfa0c-75a1-427e-ae61-7069a76100c3" providerId="ADAL" clId="{8515B688-85A3-4F26-94E9-C96B7C17EB84}" dt="2022-06-22T22:06:24.386" v="1566"/>
          <ac:grpSpMkLst>
            <pc:docMk/>
            <pc:sldMk cId="617357360" sldId="264"/>
            <ac:grpSpMk id="254" creationId="{AA12C142-C558-CA29-4DC8-DE7454925976}"/>
          </ac:grpSpMkLst>
        </pc:grpChg>
        <pc:grpChg chg="mod">
          <ac:chgData name="O'Connor, Jacqueline Antonia" userId="3b9bfa0c-75a1-427e-ae61-7069a76100c3" providerId="ADAL" clId="{8515B688-85A3-4F26-94E9-C96B7C17EB84}" dt="2022-06-22T22:06:23.755" v="1565"/>
          <ac:grpSpMkLst>
            <pc:docMk/>
            <pc:sldMk cId="617357360" sldId="264"/>
            <ac:grpSpMk id="255" creationId="{81C864B6-0485-3F5E-CEB9-60F79867E5B4}"/>
          </ac:grpSpMkLst>
        </pc:grpChg>
        <pc:grpChg chg="del mod">
          <ac:chgData name="O'Connor, Jacqueline Antonia" userId="3b9bfa0c-75a1-427e-ae61-7069a76100c3" providerId="ADAL" clId="{8515B688-85A3-4F26-94E9-C96B7C17EB84}" dt="2022-06-22T22:06:32.905" v="1580"/>
          <ac:grpSpMkLst>
            <pc:docMk/>
            <pc:sldMk cId="617357360" sldId="264"/>
            <ac:grpSpMk id="258" creationId="{1BD0BB3A-EE53-97E7-0172-E3C7F5AF0E7D}"/>
          </ac:grpSpMkLst>
        </pc:grpChg>
        <pc:grpChg chg="mod">
          <ac:chgData name="O'Connor, Jacqueline Antonia" userId="3b9bfa0c-75a1-427e-ae61-7069a76100c3" providerId="ADAL" clId="{8515B688-85A3-4F26-94E9-C96B7C17EB84}" dt="2022-06-22T22:06:32.905" v="1580"/>
          <ac:grpSpMkLst>
            <pc:docMk/>
            <pc:sldMk cId="617357360" sldId="264"/>
            <ac:grpSpMk id="269" creationId="{18D58236-6976-79E0-15C4-C0F0E087D27E}"/>
          </ac:grpSpMkLst>
        </pc:grpChg>
        <pc:grpChg chg="del mod">
          <ac:chgData name="O'Connor, Jacqueline Antonia" userId="3b9bfa0c-75a1-427e-ae61-7069a76100c3" providerId="ADAL" clId="{8515B688-85A3-4F26-94E9-C96B7C17EB84}" dt="2022-06-22T22:06:47.707" v="1598"/>
          <ac:grpSpMkLst>
            <pc:docMk/>
            <pc:sldMk cId="617357360" sldId="264"/>
            <ac:grpSpMk id="282" creationId="{205219DF-8245-A420-E72D-D45F00CCC789}"/>
          </ac:grpSpMkLst>
        </pc:grpChg>
        <pc:grpChg chg="mod">
          <ac:chgData name="O'Connor, Jacqueline Antonia" userId="3b9bfa0c-75a1-427e-ae61-7069a76100c3" providerId="ADAL" clId="{8515B688-85A3-4F26-94E9-C96B7C17EB84}" dt="2022-06-22T22:06:44.708" v="1593"/>
          <ac:grpSpMkLst>
            <pc:docMk/>
            <pc:sldMk cId="617357360" sldId="264"/>
            <ac:grpSpMk id="283" creationId="{79B819D0-69B7-1AEF-1DE8-A13395FC366E}"/>
          </ac:grpSpMkLst>
        </pc:grpChg>
        <pc:grpChg chg="mod">
          <ac:chgData name="O'Connor, Jacqueline Antonia" userId="3b9bfa0c-75a1-427e-ae61-7069a76100c3" providerId="ADAL" clId="{8515B688-85A3-4F26-94E9-C96B7C17EB84}" dt="2022-06-22T22:06:44.708" v="1593"/>
          <ac:grpSpMkLst>
            <pc:docMk/>
            <pc:sldMk cId="617357360" sldId="264"/>
            <ac:grpSpMk id="284" creationId="{849DAFEF-817C-768C-4B49-73F2AF640976}"/>
          </ac:grpSpMkLst>
        </pc:grpChg>
        <pc:grpChg chg="del mod">
          <ac:chgData name="O'Connor, Jacqueline Antonia" userId="3b9bfa0c-75a1-427e-ae61-7069a76100c3" providerId="ADAL" clId="{8515B688-85A3-4F26-94E9-C96B7C17EB84}" dt="2022-06-22T22:06:51.393" v="1604"/>
          <ac:grpSpMkLst>
            <pc:docMk/>
            <pc:sldMk cId="617357360" sldId="264"/>
            <ac:grpSpMk id="289" creationId="{88774AF2-3738-5215-9743-3EF5E92D9F6B}"/>
          </ac:grpSpMkLst>
        </pc:grpChg>
        <pc:grpChg chg="del mod">
          <ac:chgData name="O'Connor, Jacqueline Antonia" userId="3b9bfa0c-75a1-427e-ae61-7069a76100c3" providerId="ADAL" clId="{8515B688-85A3-4F26-94E9-C96B7C17EB84}" dt="2022-06-22T22:06:52.101" v="1606"/>
          <ac:grpSpMkLst>
            <pc:docMk/>
            <pc:sldMk cId="617357360" sldId="264"/>
            <ac:grpSpMk id="295" creationId="{9F8DC9B6-E9B6-738B-3344-15E06AE10998}"/>
          </ac:grpSpMkLst>
        </pc:grpChg>
        <pc:grpChg chg="del mod">
          <ac:chgData name="O'Connor, Jacqueline Antonia" userId="3b9bfa0c-75a1-427e-ae61-7069a76100c3" providerId="ADAL" clId="{8515B688-85A3-4F26-94E9-C96B7C17EB84}" dt="2022-06-22T22:06:59.593" v="1618"/>
          <ac:grpSpMkLst>
            <pc:docMk/>
            <pc:sldMk cId="617357360" sldId="264"/>
            <ac:grpSpMk id="297" creationId="{D4B4D428-33A9-34B8-A4CB-C5878EE26ECA}"/>
          </ac:grpSpMkLst>
        </pc:grpChg>
        <pc:grpChg chg="del mod">
          <ac:chgData name="O'Connor, Jacqueline Antonia" userId="3b9bfa0c-75a1-427e-ae61-7069a76100c3" providerId="ADAL" clId="{8515B688-85A3-4F26-94E9-C96B7C17EB84}" dt="2022-06-22T22:06:59.593" v="1618"/>
          <ac:grpSpMkLst>
            <pc:docMk/>
            <pc:sldMk cId="617357360" sldId="264"/>
            <ac:grpSpMk id="309" creationId="{FC34111F-EB03-68B1-277D-2E30C2FF9E5C}"/>
          </ac:grpSpMkLst>
        </pc:grpChg>
        <pc:grpChg chg="del mod">
          <ac:chgData name="O'Connor, Jacqueline Antonia" userId="3b9bfa0c-75a1-427e-ae61-7069a76100c3" providerId="ADAL" clId="{8515B688-85A3-4F26-94E9-C96B7C17EB84}" dt="2022-06-22T22:07:01.580" v="1622"/>
          <ac:grpSpMkLst>
            <pc:docMk/>
            <pc:sldMk cId="617357360" sldId="264"/>
            <ac:grpSpMk id="310" creationId="{25096B07-5052-CE17-504C-28DDDA6DA451}"/>
          </ac:grpSpMkLst>
        </pc:grpChg>
        <pc:grpChg chg="del mod">
          <ac:chgData name="O'Connor, Jacqueline Antonia" userId="3b9bfa0c-75a1-427e-ae61-7069a76100c3" providerId="ADAL" clId="{8515B688-85A3-4F26-94E9-C96B7C17EB84}" dt="2022-06-22T22:07:09.640" v="1634"/>
          <ac:grpSpMkLst>
            <pc:docMk/>
            <pc:sldMk cId="617357360" sldId="264"/>
            <ac:grpSpMk id="314" creationId="{AC841A06-A589-A8ED-559C-0BF572D21228}"/>
          </ac:grpSpMkLst>
        </pc:grpChg>
        <pc:grpChg chg="del mod">
          <ac:chgData name="O'Connor, Jacqueline Antonia" userId="3b9bfa0c-75a1-427e-ae61-7069a76100c3" providerId="ADAL" clId="{8515B688-85A3-4F26-94E9-C96B7C17EB84}" dt="2022-06-22T22:07:09.640" v="1634"/>
          <ac:grpSpMkLst>
            <pc:docMk/>
            <pc:sldMk cId="617357360" sldId="264"/>
            <ac:grpSpMk id="321" creationId="{ED9B5DCA-3EED-9B53-22D1-8D20CA03F5DA}"/>
          </ac:grpSpMkLst>
        </pc:grpChg>
        <pc:grpChg chg="del mod">
          <ac:chgData name="O'Connor, Jacqueline Antonia" userId="3b9bfa0c-75a1-427e-ae61-7069a76100c3" providerId="ADAL" clId="{8515B688-85A3-4F26-94E9-C96B7C17EB84}" dt="2022-06-22T22:07:15.931" v="1643"/>
          <ac:grpSpMkLst>
            <pc:docMk/>
            <pc:sldMk cId="617357360" sldId="264"/>
            <ac:grpSpMk id="326" creationId="{431C1AE9-8AAE-2CB3-1180-A0338CE8F5E5}"/>
          </ac:grpSpMkLst>
        </pc:grpChg>
        <pc:grpChg chg="del mod">
          <ac:chgData name="O'Connor, Jacqueline Antonia" userId="3b9bfa0c-75a1-427e-ae61-7069a76100c3" providerId="ADAL" clId="{8515B688-85A3-4F26-94E9-C96B7C17EB84}" dt="2022-06-22T22:07:15.931" v="1643"/>
          <ac:grpSpMkLst>
            <pc:docMk/>
            <pc:sldMk cId="617357360" sldId="264"/>
            <ac:grpSpMk id="335" creationId="{0C420218-49FE-9B99-9270-E0AC15AE70FF}"/>
          </ac:grpSpMkLst>
        </pc:grpChg>
        <pc:grpChg chg="mod">
          <ac:chgData name="O'Connor, Jacqueline Antonia" userId="3b9bfa0c-75a1-427e-ae61-7069a76100c3" providerId="ADAL" clId="{8515B688-85A3-4F26-94E9-C96B7C17EB84}" dt="2022-06-22T22:07:15.931" v="1643"/>
          <ac:grpSpMkLst>
            <pc:docMk/>
            <pc:sldMk cId="617357360" sldId="264"/>
            <ac:grpSpMk id="336" creationId="{3BD24574-4419-AFFA-F618-FB1AC61BC430}"/>
          </ac:grpSpMkLst>
        </pc:grpChg>
        <pc:inkChg chg="add mod">
          <ac:chgData name="O'Connor, Jacqueline Antonia" userId="3b9bfa0c-75a1-427e-ae61-7069a76100c3" providerId="ADAL" clId="{8515B688-85A3-4F26-94E9-C96B7C17EB84}" dt="2022-06-22T22:02:38.904" v="1336"/>
          <ac:inkMkLst>
            <pc:docMk/>
            <pc:sldMk cId="617357360" sldId="264"/>
            <ac:inkMk id="2" creationId="{BDD19DAF-5551-8FBE-DFDA-A71AEB5A8474}"/>
          </ac:inkMkLst>
        </pc:inkChg>
        <pc:inkChg chg="add mod">
          <ac:chgData name="O'Connor, Jacqueline Antonia" userId="3b9bfa0c-75a1-427e-ae61-7069a76100c3" providerId="ADAL" clId="{8515B688-85A3-4F26-94E9-C96B7C17EB84}" dt="2022-06-22T22:02:38.904" v="1336"/>
          <ac:inkMkLst>
            <pc:docMk/>
            <pc:sldMk cId="617357360" sldId="264"/>
            <ac:inkMk id="3" creationId="{9D7E6B2A-9D62-6071-7572-033EDD3BCFDD}"/>
          </ac:inkMkLst>
        </pc:inkChg>
        <pc:inkChg chg="add mod">
          <ac:chgData name="O'Connor, Jacqueline Antonia" userId="3b9bfa0c-75a1-427e-ae61-7069a76100c3" providerId="ADAL" clId="{8515B688-85A3-4F26-94E9-C96B7C17EB84}" dt="2022-06-22T22:02:38.904" v="1336"/>
          <ac:inkMkLst>
            <pc:docMk/>
            <pc:sldMk cId="617357360" sldId="264"/>
            <ac:inkMk id="4" creationId="{D50159B4-95F8-104E-8E49-AAA18B96432C}"/>
          </ac:inkMkLst>
        </pc:inkChg>
        <pc:inkChg chg="add mod">
          <ac:chgData name="O'Connor, Jacqueline Antonia" userId="3b9bfa0c-75a1-427e-ae61-7069a76100c3" providerId="ADAL" clId="{8515B688-85A3-4F26-94E9-C96B7C17EB84}" dt="2022-06-22T22:02:38.904" v="1336"/>
          <ac:inkMkLst>
            <pc:docMk/>
            <pc:sldMk cId="617357360" sldId="264"/>
            <ac:inkMk id="5" creationId="{7A1C05B7-4BE8-E8B4-C632-83F8F8AC07E5}"/>
          </ac:inkMkLst>
        </pc:inkChg>
        <pc:inkChg chg="add mod">
          <ac:chgData name="O'Connor, Jacqueline Antonia" userId="3b9bfa0c-75a1-427e-ae61-7069a76100c3" providerId="ADAL" clId="{8515B688-85A3-4F26-94E9-C96B7C17EB84}" dt="2022-06-22T22:02:38.904" v="1336"/>
          <ac:inkMkLst>
            <pc:docMk/>
            <pc:sldMk cId="617357360" sldId="264"/>
            <ac:inkMk id="6" creationId="{6B321EF5-8D02-8834-B847-D1130DFDD5EA}"/>
          </ac:inkMkLst>
        </pc:inkChg>
        <pc:inkChg chg="add mod">
          <ac:chgData name="O'Connor, Jacqueline Antonia" userId="3b9bfa0c-75a1-427e-ae61-7069a76100c3" providerId="ADAL" clId="{8515B688-85A3-4F26-94E9-C96B7C17EB84}" dt="2022-06-22T22:03:23.277" v="1368"/>
          <ac:inkMkLst>
            <pc:docMk/>
            <pc:sldMk cId="617357360" sldId="264"/>
            <ac:inkMk id="7" creationId="{4A687DD5-B4C3-3497-4746-5C95FA50DF2D}"/>
          </ac:inkMkLst>
        </pc:inkChg>
        <pc:inkChg chg="add mod">
          <ac:chgData name="O'Connor, Jacqueline Antonia" userId="3b9bfa0c-75a1-427e-ae61-7069a76100c3" providerId="ADAL" clId="{8515B688-85A3-4F26-94E9-C96B7C17EB84}" dt="2022-06-22T22:03:23.277" v="1368"/>
          <ac:inkMkLst>
            <pc:docMk/>
            <pc:sldMk cId="617357360" sldId="264"/>
            <ac:inkMk id="8" creationId="{7E9B62EC-4D9C-3ED9-DE6E-5C7293568152}"/>
          </ac:inkMkLst>
        </pc:inkChg>
        <pc:inkChg chg="add mod">
          <ac:chgData name="O'Connor, Jacqueline Antonia" userId="3b9bfa0c-75a1-427e-ae61-7069a76100c3" providerId="ADAL" clId="{8515B688-85A3-4F26-94E9-C96B7C17EB84}" dt="2022-06-22T22:03:23.277" v="1368"/>
          <ac:inkMkLst>
            <pc:docMk/>
            <pc:sldMk cId="617357360" sldId="264"/>
            <ac:inkMk id="9" creationId="{5BA78F69-0263-2654-3D6A-661990125713}"/>
          </ac:inkMkLst>
        </pc:inkChg>
        <pc:inkChg chg="add mod">
          <ac:chgData name="O'Connor, Jacqueline Antonia" userId="3b9bfa0c-75a1-427e-ae61-7069a76100c3" providerId="ADAL" clId="{8515B688-85A3-4F26-94E9-C96B7C17EB84}" dt="2022-06-22T22:03:23.277" v="1368"/>
          <ac:inkMkLst>
            <pc:docMk/>
            <pc:sldMk cId="617357360" sldId="264"/>
            <ac:inkMk id="10" creationId="{FDA1AD8F-3CCF-7844-34FF-A32AE105ACB4}"/>
          </ac:inkMkLst>
        </pc:inkChg>
        <pc:inkChg chg="add mod">
          <ac:chgData name="O'Connor, Jacqueline Antonia" userId="3b9bfa0c-75a1-427e-ae61-7069a76100c3" providerId="ADAL" clId="{8515B688-85A3-4F26-94E9-C96B7C17EB84}" dt="2022-06-22T22:03:24.242" v="1370"/>
          <ac:inkMkLst>
            <pc:docMk/>
            <pc:sldMk cId="617357360" sldId="264"/>
            <ac:inkMk id="11" creationId="{0B488BC3-6D81-F7A2-87AB-049ED2CFE0CD}"/>
          </ac:inkMkLst>
        </pc:inkChg>
        <pc:inkChg chg="add mod">
          <ac:chgData name="O'Connor, Jacqueline Antonia" userId="3b9bfa0c-75a1-427e-ae61-7069a76100c3" providerId="ADAL" clId="{8515B688-85A3-4F26-94E9-C96B7C17EB84}" dt="2022-06-22T22:03:24.242" v="1370"/>
          <ac:inkMkLst>
            <pc:docMk/>
            <pc:sldMk cId="617357360" sldId="264"/>
            <ac:inkMk id="15" creationId="{B893D959-2EF6-6BD4-1113-A0CFB07A6D4B}"/>
          </ac:inkMkLst>
        </pc:inkChg>
        <pc:inkChg chg="add mod">
          <ac:chgData name="O'Connor, Jacqueline Antonia" userId="3b9bfa0c-75a1-427e-ae61-7069a76100c3" providerId="ADAL" clId="{8515B688-85A3-4F26-94E9-C96B7C17EB84}" dt="2022-06-22T22:03:24.242" v="1370"/>
          <ac:inkMkLst>
            <pc:docMk/>
            <pc:sldMk cId="617357360" sldId="264"/>
            <ac:inkMk id="16" creationId="{EB314533-7F74-B7DB-4C02-F168A0D8B17F}"/>
          </ac:inkMkLst>
        </pc:inkChg>
        <pc:inkChg chg="add mod">
          <ac:chgData name="O'Connor, Jacqueline Antonia" userId="3b9bfa0c-75a1-427e-ae61-7069a76100c3" providerId="ADAL" clId="{8515B688-85A3-4F26-94E9-C96B7C17EB84}" dt="2022-06-22T22:03:24.242" v="1370"/>
          <ac:inkMkLst>
            <pc:docMk/>
            <pc:sldMk cId="617357360" sldId="264"/>
            <ac:inkMk id="17" creationId="{52D3D00C-A256-D414-AB7A-5AB7405FEEB8}"/>
          </ac:inkMkLst>
        </pc:inkChg>
        <pc:inkChg chg="add mod">
          <ac:chgData name="O'Connor, Jacqueline Antonia" userId="3b9bfa0c-75a1-427e-ae61-7069a76100c3" providerId="ADAL" clId="{8515B688-85A3-4F26-94E9-C96B7C17EB84}" dt="2022-06-22T22:03:24.242" v="1370"/>
          <ac:inkMkLst>
            <pc:docMk/>
            <pc:sldMk cId="617357360" sldId="264"/>
            <ac:inkMk id="18" creationId="{006D9223-1787-B98E-BDDC-873081AC5BC6}"/>
          </ac:inkMkLst>
        </pc:inkChg>
        <pc:inkChg chg="add mod">
          <ac:chgData name="O'Connor, Jacqueline Antonia" userId="3b9bfa0c-75a1-427e-ae61-7069a76100c3" providerId="ADAL" clId="{8515B688-85A3-4F26-94E9-C96B7C17EB84}" dt="2022-06-22T22:03:24.242" v="1370"/>
          <ac:inkMkLst>
            <pc:docMk/>
            <pc:sldMk cId="617357360" sldId="264"/>
            <ac:inkMk id="19" creationId="{DC7404C1-F27C-BB94-6099-2119C361555D}"/>
          </ac:inkMkLst>
        </pc:inkChg>
        <pc:inkChg chg="add mod">
          <ac:chgData name="O'Connor, Jacqueline Antonia" userId="3b9bfa0c-75a1-427e-ae61-7069a76100c3" providerId="ADAL" clId="{8515B688-85A3-4F26-94E9-C96B7C17EB84}" dt="2022-06-22T22:03:03.949" v="1356"/>
          <ac:inkMkLst>
            <pc:docMk/>
            <pc:sldMk cId="617357360" sldId="264"/>
            <ac:inkMk id="21" creationId="{B7F88EDD-28FA-5887-60A8-D1DEC063CB4D}"/>
          </ac:inkMkLst>
        </pc:inkChg>
        <pc:inkChg chg="add mod">
          <ac:chgData name="O'Connor, Jacqueline Antonia" userId="3b9bfa0c-75a1-427e-ae61-7069a76100c3" providerId="ADAL" clId="{8515B688-85A3-4F26-94E9-C96B7C17EB84}" dt="2022-06-22T22:03:03.949" v="1356"/>
          <ac:inkMkLst>
            <pc:docMk/>
            <pc:sldMk cId="617357360" sldId="264"/>
            <ac:inkMk id="22" creationId="{FC9837B1-8F3B-32D4-389A-C79697D0D1D4}"/>
          </ac:inkMkLst>
        </pc:inkChg>
        <pc:inkChg chg="add mod">
          <ac:chgData name="O'Connor, Jacqueline Antonia" userId="3b9bfa0c-75a1-427e-ae61-7069a76100c3" providerId="ADAL" clId="{8515B688-85A3-4F26-94E9-C96B7C17EB84}" dt="2022-06-22T22:03:03.949" v="1356"/>
          <ac:inkMkLst>
            <pc:docMk/>
            <pc:sldMk cId="617357360" sldId="264"/>
            <ac:inkMk id="23" creationId="{BD601F3E-1CFC-0FAA-8CFD-CDA8C46EFCB5}"/>
          </ac:inkMkLst>
        </pc:inkChg>
        <pc:inkChg chg="add mod">
          <ac:chgData name="O'Connor, Jacqueline Antonia" userId="3b9bfa0c-75a1-427e-ae61-7069a76100c3" providerId="ADAL" clId="{8515B688-85A3-4F26-94E9-C96B7C17EB84}" dt="2022-06-22T22:03:03.949" v="1356"/>
          <ac:inkMkLst>
            <pc:docMk/>
            <pc:sldMk cId="617357360" sldId="264"/>
            <ac:inkMk id="24" creationId="{F5A69B64-8E19-DEB9-FF31-CA74ADDCBFB7}"/>
          </ac:inkMkLst>
        </pc:inkChg>
        <pc:inkChg chg="add mod">
          <ac:chgData name="O'Connor, Jacqueline Antonia" userId="3b9bfa0c-75a1-427e-ae61-7069a76100c3" providerId="ADAL" clId="{8515B688-85A3-4F26-94E9-C96B7C17EB84}" dt="2022-06-22T22:03:03.949" v="1356"/>
          <ac:inkMkLst>
            <pc:docMk/>
            <pc:sldMk cId="617357360" sldId="264"/>
            <ac:inkMk id="25" creationId="{3D4A1ABC-83CB-FE5A-5FD1-0323F2362C03}"/>
          </ac:inkMkLst>
        </pc:inkChg>
        <pc:inkChg chg="add mod">
          <ac:chgData name="O'Connor, Jacqueline Antonia" userId="3b9bfa0c-75a1-427e-ae61-7069a76100c3" providerId="ADAL" clId="{8515B688-85A3-4F26-94E9-C96B7C17EB84}" dt="2022-06-22T22:03:03.949" v="1356"/>
          <ac:inkMkLst>
            <pc:docMk/>
            <pc:sldMk cId="617357360" sldId="264"/>
            <ac:inkMk id="26" creationId="{13AAA24A-CD56-06AE-1BB9-F710770EE6B7}"/>
          </ac:inkMkLst>
        </pc:inkChg>
        <pc:inkChg chg="add mod">
          <ac:chgData name="O'Connor, Jacqueline Antonia" userId="3b9bfa0c-75a1-427e-ae61-7069a76100c3" providerId="ADAL" clId="{8515B688-85A3-4F26-94E9-C96B7C17EB84}" dt="2022-06-22T22:03:03.949" v="1356"/>
          <ac:inkMkLst>
            <pc:docMk/>
            <pc:sldMk cId="617357360" sldId="264"/>
            <ac:inkMk id="27" creationId="{D98CD547-8C9D-BFE7-038D-486CE9643884}"/>
          </ac:inkMkLst>
        </pc:inkChg>
        <pc:inkChg chg="add mod">
          <ac:chgData name="O'Connor, Jacqueline Antonia" userId="3b9bfa0c-75a1-427e-ae61-7069a76100c3" providerId="ADAL" clId="{8515B688-85A3-4F26-94E9-C96B7C17EB84}" dt="2022-06-22T22:03:03.949" v="1356"/>
          <ac:inkMkLst>
            <pc:docMk/>
            <pc:sldMk cId="617357360" sldId="264"/>
            <ac:inkMk id="28" creationId="{850EB7C4-8AFF-6720-B25E-0CD9C7EB815A}"/>
          </ac:inkMkLst>
        </pc:inkChg>
        <pc:inkChg chg="add mod">
          <ac:chgData name="O'Connor, Jacqueline Antonia" userId="3b9bfa0c-75a1-427e-ae61-7069a76100c3" providerId="ADAL" clId="{8515B688-85A3-4F26-94E9-C96B7C17EB84}" dt="2022-06-22T22:03:03.949" v="1356"/>
          <ac:inkMkLst>
            <pc:docMk/>
            <pc:sldMk cId="617357360" sldId="264"/>
            <ac:inkMk id="29" creationId="{A92AEABA-270E-BF3E-504D-4D8A6B2FB056}"/>
          </ac:inkMkLst>
        </pc:inkChg>
        <pc:inkChg chg="add mod">
          <ac:chgData name="O'Connor, Jacqueline Antonia" userId="3b9bfa0c-75a1-427e-ae61-7069a76100c3" providerId="ADAL" clId="{8515B688-85A3-4F26-94E9-C96B7C17EB84}" dt="2022-06-22T22:03:03.949" v="1356"/>
          <ac:inkMkLst>
            <pc:docMk/>
            <pc:sldMk cId="617357360" sldId="264"/>
            <ac:inkMk id="30" creationId="{0EE5E3B8-F639-8DF0-EE40-56774E5987A0}"/>
          </ac:inkMkLst>
        </pc:inkChg>
        <pc:inkChg chg="add mod">
          <ac:chgData name="O'Connor, Jacqueline Antonia" userId="3b9bfa0c-75a1-427e-ae61-7069a76100c3" providerId="ADAL" clId="{8515B688-85A3-4F26-94E9-C96B7C17EB84}" dt="2022-06-22T22:03:03.949" v="1356"/>
          <ac:inkMkLst>
            <pc:docMk/>
            <pc:sldMk cId="617357360" sldId="264"/>
            <ac:inkMk id="31" creationId="{D6D1C14B-6CB0-5F46-9D3B-A7A9CD511C3A}"/>
          </ac:inkMkLst>
        </pc:inkChg>
        <pc:inkChg chg="add mod">
          <ac:chgData name="O'Connor, Jacqueline Antonia" userId="3b9bfa0c-75a1-427e-ae61-7069a76100c3" providerId="ADAL" clId="{8515B688-85A3-4F26-94E9-C96B7C17EB84}" dt="2022-06-22T22:03:03.949" v="1356"/>
          <ac:inkMkLst>
            <pc:docMk/>
            <pc:sldMk cId="617357360" sldId="264"/>
            <ac:inkMk id="32" creationId="{4243C7E0-32B0-A2FF-1E27-C8B79F8A5125}"/>
          </ac:inkMkLst>
        </pc:inkChg>
        <pc:inkChg chg="add mod">
          <ac:chgData name="O'Connor, Jacqueline Antonia" userId="3b9bfa0c-75a1-427e-ae61-7069a76100c3" providerId="ADAL" clId="{8515B688-85A3-4F26-94E9-C96B7C17EB84}" dt="2022-06-22T22:03:03.949" v="1356"/>
          <ac:inkMkLst>
            <pc:docMk/>
            <pc:sldMk cId="617357360" sldId="264"/>
            <ac:inkMk id="33" creationId="{D657FD08-5B9D-23CC-880E-032854B0B171}"/>
          </ac:inkMkLst>
        </pc:inkChg>
        <pc:inkChg chg="add mod">
          <ac:chgData name="O'Connor, Jacqueline Antonia" userId="3b9bfa0c-75a1-427e-ae61-7069a76100c3" providerId="ADAL" clId="{8515B688-85A3-4F26-94E9-C96B7C17EB84}" dt="2022-06-22T22:03:05.971" v="1361"/>
          <ac:inkMkLst>
            <pc:docMk/>
            <pc:sldMk cId="617357360" sldId="264"/>
            <ac:inkMk id="37" creationId="{C1F4E6BA-93FE-B244-D322-E32B606CDA10}"/>
          </ac:inkMkLst>
        </pc:inkChg>
        <pc:inkChg chg="add mod">
          <ac:chgData name="O'Connor, Jacqueline Antonia" userId="3b9bfa0c-75a1-427e-ae61-7069a76100c3" providerId="ADAL" clId="{8515B688-85A3-4F26-94E9-C96B7C17EB84}" dt="2022-06-22T22:03:05.971" v="1361"/>
          <ac:inkMkLst>
            <pc:docMk/>
            <pc:sldMk cId="617357360" sldId="264"/>
            <ac:inkMk id="38" creationId="{C0672C98-BBBE-1841-3042-DAAA3ECE71FE}"/>
          </ac:inkMkLst>
        </pc:inkChg>
        <pc:inkChg chg="add mod">
          <ac:chgData name="O'Connor, Jacqueline Antonia" userId="3b9bfa0c-75a1-427e-ae61-7069a76100c3" providerId="ADAL" clId="{8515B688-85A3-4F26-94E9-C96B7C17EB84}" dt="2022-06-22T22:03:05.971" v="1361"/>
          <ac:inkMkLst>
            <pc:docMk/>
            <pc:sldMk cId="617357360" sldId="264"/>
            <ac:inkMk id="40" creationId="{EF97FC6C-E3E8-DA70-8960-CC9E7A06B854}"/>
          </ac:inkMkLst>
        </pc:inkChg>
        <pc:inkChg chg="add mod">
          <ac:chgData name="O'Connor, Jacqueline Antonia" userId="3b9bfa0c-75a1-427e-ae61-7069a76100c3" providerId="ADAL" clId="{8515B688-85A3-4F26-94E9-C96B7C17EB84}" dt="2022-06-22T22:03:14.659" v="1364"/>
          <ac:inkMkLst>
            <pc:docMk/>
            <pc:sldMk cId="617357360" sldId="264"/>
            <ac:inkMk id="42" creationId="{2B35C9A0-43DC-5691-2551-AE2F4F8E2287}"/>
          </ac:inkMkLst>
        </pc:inkChg>
        <pc:inkChg chg="add mod">
          <ac:chgData name="O'Connor, Jacqueline Antonia" userId="3b9bfa0c-75a1-427e-ae61-7069a76100c3" providerId="ADAL" clId="{8515B688-85A3-4F26-94E9-C96B7C17EB84}" dt="2022-06-22T22:03:14.659" v="1364"/>
          <ac:inkMkLst>
            <pc:docMk/>
            <pc:sldMk cId="617357360" sldId="264"/>
            <ac:inkMk id="43" creationId="{735957F9-0AD5-FDCC-02E6-2A80CA3AD169}"/>
          </ac:inkMkLst>
        </pc:inkChg>
        <pc:inkChg chg="add">
          <ac:chgData name="O'Connor, Jacqueline Antonia" userId="3b9bfa0c-75a1-427e-ae61-7069a76100c3" providerId="ADAL" clId="{8515B688-85A3-4F26-94E9-C96B7C17EB84}" dt="2022-06-22T22:03:20.028" v="1365" actId="9405"/>
          <ac:inkMkLst>
            <pc:docMk/>
            <pc:sldMk cId="617357360" sldId="264"/>
            <ac:inkMk id="45" creationId="{FDDFEDD9-7E68-D19E-9BA9-C199DE7A364B}"/>
          </ac:inkMkLst>
        </pc:inkChg>
        <pc:inkChg chg="add mod">
          <ac:chgData name="O'Connor, Jacqueline Antonia" userId="3b9bfa0c-75a1-427e-ae61-7069a76100c3" providerId="ADAL" clId="{8515B688-85A3-4F26-94E9-C96B7C17EB84}" dt="2022-06-22T22:03:24.242" v="1370"/>
          <ac:inkMkLst>
            <pc:docMk/>
            <pc:sldMk cId="617357360" sldId="264"/>
            <ac:inkMk id="46" creationId="{9A0040D9-740F-2B0F-0FCE-FDF9B6D277B5}"/>
          </ac:inkMkLst>
        </pc:inkChg>
        <pc:inkChg chg="add mod">
          <ac:chgData name="O'Connor, Jacqueline Antonia" userId="3b9bfa0c-75a1-427e-ae61-7069a76100c3" providerId="ADAL" clId="{8515B688-85A3-4F26-94E9-C96B7C17EB84}" dt="2022-06-22T22:03:24.242" v="1370"/>
          <ac:inkMkLst>
            <pc:docMk/>
            <pc:sldMk cId="617357360" sldId="264"/>
            <ac:inkMk id="47" creationId="{D760E79C-EB19-7E41-E6B6-BF8916975E40}"/>
          </ac:inkMkLst>
        </pc:inkChg>
        <pc:inkChg chg="add mod">
          <ac:chgData name="O'Connor, Jacqueline Antonia" userId="3b9bfa0c-75a1-427e-ae61-7069a76100c3" providerId="ADAL" clId="{8515B688-85A3-4F26-94E9-C96B7C17EB84}" dt="2022-06-22T22:03:24.242" v="1370"/>
          <ac:inkMkLst>
            <pc:docMk/>
            <pc:sldMk cId="617357360" sldId="264"/>
            <ac:inkMk id="49" creationId="{DB1EF40F-F4F3-7544-3E63-158D826CB1E7}"/>
          </ac:inkMkLst>
        </pc:inkChg>
        <pc:inkChg chg="add mod">
          <ac:chgData name="O'Connor, Jacqueline Antonia" userId="3b9bfa0c-75a1-427e-ae61-7069a76100c3" providerId="ADAL" clId="{8515B688-85A3-4F26-94E9-C96B7C17EB84}" dt="2022-06-22T22:03:39.590" v="1380"/>
          <ac:inkMkLst>
            <pc:docMk/>
            <pc:sldMk cId="617357360" sldId="264"/>
            <ac:inkMk id="51" creationId="{AA8BC14B-9033-F13B-786B-33AF236895DE}"/>
          </ac:inkMkLst>
        </pc:inkChg>
        <pc:inkChg chg="add mod">
          <ac:chgData name="O'Connor, Jacqueline Antonia" userId="3b9bfa0c-75a1-427e-ae61-7069a76100c3" providerId="ADAL" clId="{8515B688-85A3-4F26-94E9-C96B7C17EB84}" dt="2022-06-22T22:03:39.590" v="1380"/>
          <ac:inkMkLst>
            <pc:docMk/>
            <pc:sldMk cId="617357360" sldId="264"/>
            <ac:inkMk id="52" creationId="{8719C7A0-2279-6D37-9AE3-1A12D3C91F79}"/>
          </ac:inkMkLst>
        </pc:inkChg>
        <pc:inkChg chg="add mod">
          <ac:chgData name="O'Connor, Jacqueline Antonia" userId="3b9bfa0c-75a1-427e-ae61-7069a76100c3" providerId="ADAL" clId="{8515B688-85A3-4F26-94E9-C96B7C17EB84}" dt="2022-06-22T22:03:39.590" v="1380"/>
          <ac:inkMkLst>
            <pc:docMk/>
            <pc:sldMk cId="617357360" sldId="264"/>
            <ac:inkMk id="53" creationId="{3305B000-2A2D-ADBD-0AA9-35F74CFCCEB9}"/>
          </ac:inkMkLst>
        </pc:inkChg>
        <pc:inkChg chg="add mod">
          <ac:chgData name="O'Connor, Jacqueline Antonia" userId="3b9bfa0c-75a1-427e-ae61-7069a76100c3" providerId="ADAL" clId="{8515B688-85A3-4F26-94E9-C96B7C17EB84}" dt="2022-06-22T22:03:39.590" v="1380"/>
          <ac:inkMkLst>
            <pc:docMk/>
            <pc:sldMk cId="617357360" sldId="264"/>
            <ac:inkMk id="54" creationId="{77AFAE80-5FB7-C462-DFA3-E4CBA3D491CA}"/>
          </ac:inkMkLst>
        </pc:inkChg>
        <pc:inkChg chg="add mod">
          <ac:chgData name="O'Connor, Jacqueline Antonia" userId="3b9bfa0c-75a1-427e-ae61-7069a76100c3" providerId="ADAL" clId="{8515B688-85A3-4F26-94E9-C96B7C17EB84}" dt="2022-06-22T22:03:39.590" v="1380"/>
          <ac:inkMkLst>
            <pc:docMk/>
            <pc:sldMk cId="617357360" sldId="264"/>
            <ac:inkMk id="55" creationId="{615CD20D-6516-3EA7-3506-4EDB2471F812}"/>
          </ac:inkMkLst>
        </pc:inkChg>
        <pc:inkChg chg="add mod">
          <ac:chgData name="O'Connor, Jacqueline Antonia" userId="3b9bfa0c-75a1-427e-ae61-7069a76100c3" providerId="ADAL" clId="{8515B688-85A3-4F26-94E9-C96B7C17EB84}" dt="2022-06-22T22:03:39.590" v="1380"/>
          <ac:inkMkLst>
            <pc:docMk/>
            <pc:sldMk cId="617357360" sldId="264"/>
            <ac:inkMk id="56" creationId="{A013895C-8FFE-0EA7-F463-5A312F6EBC70}"/>
          </ac:inkMkLst>
        </pc:inkChg>
        <pc:inkChg chg="add mod">
          <ac:chgData name="O'Connor, Jacqueline Antonia" userId="3b9bfa0c-75a1-427e-ae61-7069a76100c3" providerId="ADAL" clId="{8515B688-85A3-4F26-94E9-C96B7C17EB84}" dt="2022-06-22T22:03:39.590" v="1380"/>
          <ac:inkMkLst>
            <pc:docMk/>
            <pc:sldMk cId="617357360" sldId="264"/>
            <ac:inkMk id="57" creationId="{B4FFACF9-D1AF-1E5F-33A6-BECF53EBFB38}"/>
          </ac:inkMkLst>
        </pc:inkChg>
        <pc:inkChg chg="add mod">
          <ac:chgData name="O'Connor, Jacqueline Antonia" userId="3b9bfa0c-75a1-427e-ae61-7069a76100c3" providerId="ADAL" clId="{8515B688-85A3-4F26-94E9-C96B7C17EB84}" dt="2022-06-22T22:03:39.590" v="1380"/>
          <ac:inkMkLst>
            <pc:docMk/>
            <pc:sldMk cId="617357360" sldId="264"/>
            <ac:inkMk id="58" creationId="{376CFB83-4DD5-E002-D7D3-3A0824D07BB0}"/>
          </ac:inkMkLst>
        </pc:inkChg>
        <pc:inkChg chg="add mod">
          <ac:chgData name="O'Connor, Jacqueline Antonia" userId="3b9bfa0c-75a1-427e-ae61-7069a76100c3" providerId="ADAL" clId="{8515B688-85A3-4F26-94E9-C96B7C17EB84}" dt="2022-06-22T22:03:39.590" v="1380"/>
          <ac:inkMkLst>
            <pc:docMk/>
            <pc:sldMk cId="617357360" sldId="264"/>
            <ac:inkMk id="59" creationId="{86F99CCE-3A89-1679-7782-B3122324E042}"/>
          </ac:inkMkLst>
        </pc:inkChg>
        <pc:inkChg chg="add del mod">
          <ac:chgData name="O'Connor, Jacqueline Antonia" userId="3b9bfa0c-75a1-427e-ae61-7069a76100c3" providerId="ADAL" clId="{8515B688-85A3-4F26-94E9-C96B7C17EB84}" dt="2022-06-22T22:03:46.562" v="1387"/>
          <ac:inkMkLst>
            <pc:docMk/>
            <pc:sldMk cId="617357360" sldId="264"/>
            <ac:inkMk id="63" creationId="{C13CA4AE-9A87-6B41-EA8C-9CAC6685E962}"/>
          </ac:inkMkLst>
        </pc:inkChg>
        <pc:inkChg chg="add del mod">
          <ac:chgData name="O'Connor, Jacqueline Antonia" userId="3b9bfa0c-75a1-427e-ae61-7069a76100c3" providerId="ADAL" clId="{8515B688-85A3-4F26-94E9-C96B7C17EB84}" dt="2022-06-22T22:03:46.331" v="1385"/>
          <ac:inkMkLst>
            <pc:docMk/>
            <pc:sldMk cId="617357360" sldId="264"/>
            <ac:inkMk id="64" creationId="{739800AC-0E31-D781-5EFA-FC14201A4A60}"/>
          </ac:inkMkLst>
        </pc:inkChg>
        <pc:inkChg chg="add del">
          <ac:chgData name="O'Connor, Jacqueline Antonia" userId="3b9bfa0c-75a1-427e-ae61-7069a76100c3" providerId="ADAL" clId="{8515B688-85A3-4F26-94E9-C96B7C17EB84}" dt="2022-06-22T22:03:46.332" v="1386"/>
          <ac:inkMkLst>
            <pc:docMk/>
            <pc:sldMk cId="617357360" sldId="264"/>
            <ac:inkMk id="65" creationId="{431930C2-EA2A-2DD6-A119-A016FBE2D937}"/>
          </ac:inkMkLst>
        </pc:inkChg>
        <pc:inkChg chg="add mod">
          <ac:chgData name="O'Connor, Jacqueline Antonia" userId="3b9bfa0c-75a1-427e-ae61-7069a76100c3" providerId="ADAL" clId="{8515B688-85A3-4F26-94E9-C96B7C17EB84}" dt="2022-06-22T22:03:52.181" v="1397"/>
          <ac:inkMkLst>
            <pc:docMk/>
            <pc:sldMk cId="617357360" sldId="264"/>
            <ac:inkMk id="67" creationId="{295A0F2F-E1E2-1E69-A153-B90B2121AB37}"/>
          </ac:inkMkLst>
        </pc:inkChg>
        <pc:inkChg chg="add mod">
          <ac:chgData name="O'Connor, Jacqueline Antonia" userId="3b9bfa0c-75a1-427e-ae61-7069a76100c3" providerId="ADAL" clId="{8515B688-85A3-4F26-94E9-C96B7C17EB84}" dt="2022-06-22T22:03:52.181" v="1397"/>
          <ac:inkMkLst>
            <pc:docMk/>
            <pc:sldMk cId="617357360" sldId="264"/>
            <ac:inkMk id="68" creationId="{71B80FD0-70F0-B9B2-7D57-6E758690304A}"/>
          </ac:inkMkLst>
        </pc:inkChg>
        <pc:inkChg chg="add mod">
          <ac:chgData name="O'Connor, Jacqueline Antonia" userId="3b9bfa0c-75a1-427e-ae61-7069a76100c3" providerId="ADAL" clId="{8515B688-85A3-4F26-94E9-C96B7C17EB84}" dt="2022-06-22T22:03:52.181" v="1397"/>
          <ac:inkMkLst>
            <pc:docMk/>
            <pc:sldMk cId="617357360" sldId="264"/>
            <ac:inkMk id="69" creationId="{C709F1D0-A141-7637-BA52-79E661FA1D15}"/>
          </ac:inkMkLst>
        </pc:inkChg>
        <pc:inkChg chg="add mod">
          <ac:chgData name="O'Connor, Jacqueline Antonia" userId="3b9bfa0c-75a1-427e-ae61-7069a76100c3" providerId="ADAL" clId="{8515B688-85A3-4F26-94E9-C96B7C17EB84}" dt="2022-06-22T22:03:52.181" v="1397"/>
          <ac:inkMkLst>
            <pc:docMk/>
            <pc:sldMk cId="617357360" sldId="264"/>
            <ac:inkMk id="70" creationId="{221C4765-0C3A-7DB1-ECC9-F216AF570E7A}"/>
          </ac:inkMkLst>
        </pc:inkChg>
        <pc:inkChg chg="add mod">
          <ac:chgData name="O'Connor, Jacqueline Antonia" userId="3b9bfa0c-75a1-427e-ae61-7069a76100c3" providerId="ADAL" clId="{8515B688-85A3-4F26-94E9-C96B7C17EB84}" dt="2022-06-22T22:03:52.181" v="1397"/>
          <ac:inkMkLst>
            <pc:docMk/>
            <pc:sldMk cId="617357360" sldId="264"/>
            <ac:inkMk id="71" creationId="{775A8949-9732-F3E2-21D6-80C886EFCA60}"/>
          </ac:inkMkLst>
        </pc:inkChg>
        <pc:inkChg chg="add mod">
          <ac:chgData name="O'Connor, Jacqueline Antonia" userId="3b9bfa0c-75a1-427e-ae61-7069a76100c3" providerId="ADAL" clId="{8515B688-85A3-4F26-94E9-C96B7C17EB84}" dt="2022-06-22T22:03:52.181" v="1397"/>
          <ac:inkMkLst>
            <pc:docMk/>
            <pc:sldMk cId="617357360" sldId="264"/>
            <ac:inkMk id="72" creationId="{8DA42C7F-719F-F54C-0852-D2A3FE5739D4}"/>
          </ac:inkMkLst>
        </pc:inkChg>
        <pc:inkChg chg="add mod">
          <ac:chgData name="O'Connor, Jacqueline Antonia" userId="3b9bfa0c-75a1-427e-ae61-7069a76100c3" providerId="ADAL" clId="{8515B688-85A3-4F26-94E9-C96B7C17EB84}" dt="2022-06-22T22:03:52.181" v="1397"/>
          <ac:inkMkLst>
            <pc:docMk/>
            <pc:sldMk cId="617357360" sldId="264"/>
            <ac:inkMk id="73" creationId="{2EB4F562-50EA-6690-0D3C-F7A404A127DF}"/>
          </ac:inkMkLst>
        </pc:inkChg>
        <pc:inkChg chg="add mod">
          <ac:chgData name="O'Connor, Jacqueline Antonia" userId="3b9bfa0c-75a1-427e-ae61-7069a76100c3" providerId="ADAL" clId="{8515B688-85A3-4F26-94E9-C96B7C17EB84}" dt="2022-06-22T22:03:52.181" v="1397"/>
          <ac:inkMkLst>
            <pc:docMk/>
            <pc:sldMk cId="617357360" sldId="264"/>
            <ac:inkMk id="74" creationId="{4CD66CBE-2F71-8A36-EB54-0F11E11A9CAE}"/>
          </ac:inkMkLst>
        </pc:inkChg>
        <pc:inkChg chg="add mod">
          <ac:chgData name="O'Connor, Jacqueline Antonia" userId="3b9bfa0c-75a1-427e-ae61-7069a76100c3" providerId="ADAL" clId="{8515B688-85A3-4F26-94E9-C96B7C17EB84}" dt="2022-06-22T22:03:52.181" v="1397"/>
          <ac:inkMkLst>
            <pc:docMk/>
            <pc:sldMk cId="617357360" sldId="264"/>
            <ac:inkMk id="75" creationId="{B4178A68-BE6C-DC4D-6A06-8A27BB9B4874}"/>
          </ac:inkMkLst>
        </pc:inkChg>
        <pc:inkChg chg="add mod">
          <ac:chgData name="O'Connor, Jacqueline Antonia" userId="3b9bfa0c-75a1-427e-ae61-7069a76100c3" providerId="ADAL" clId="{8515B688-85A3-4F26-94E9-C96B7C17EB84}" dt="2022-06-22T22:04:02.548" v="1404"/>
          <ac:inkMkLst>
            <pc:docMk/>
            <pc:sldMk cId="617357360" sldId="264"/>
            <ac:inkMk id="78" creationId="{B1F20870-B2AF-46ED-D19B-63B0FEC56F1D}"/>
          </ac:inkMkLst>
        </pc:inkChg>
        <pc:inkChg chg="add mod">
          <ac:chgData name="O'Connor, Jacqueline Antonia" userId="3b9bfa0c-75a1-427e-ae61-7069a76100c3" providerId="ADAL" clId="{8515B688-85A3-4F26-94E9-C96B7C17EB84}" dt="2022-06-22T22:04:02.548" v="1404"/>
          <ac:inkMkLst>
            <pc:docMk/>
            <pc:sldMk cId="617357360" sldId="264"/>
            <ac:inkMk id="79" creationId="{207E728B-33CE-9EF9-95CB-6AD05F90513A}"/>
          </ac:inkMkLst>
        </pc:inkChg>
        <pc:inkChg chg="add mod">
          <ac:chgData name="O'Connor, Jacqueline Antonia" userId="3b9bfa0c-75a1-427e-ae61-7069a76100c3" providerId="ADAL" clId="{8515B688-85A3-4F26-94E9-C96B7C17EB84}" dt="2022-06-22T22:04:02.548" v="1404"/>
          <ac:inkMkLst>
            <pc:docMk/>
            <pc:sldMk cId="617357360" sldId="264"/>
            <ac:inkMk id="80" creationId="{1A78CAB5-852E-E306-88CE-887347449660}"/>
          </ac:inkMkLst>
        </pc:inkChg>
        <pc:inkChg chg="add mod">
          <ac:chgData name="O'Connor, Jacqueline Antonia" userId="3b9bfa0c-75a1-427e-ae61-7069a76100c3" providerId="ADAL" clId="{8515B688-85A3-4F26-94E9-C96B7C17EB84}" dt="2022-06-22T22:04:02.548" v="1404"/>
          <ac:inkMkLst>
            <pc:docMk/>
            <pc:sldMk cId="617357360" sldId="264"/>
            <ac:inkMk id="81" creationId="{D4240E92-550D-990D-436D-8396380A733B}"/>
          </ac:inkMkLst>
        </pc:inkChg>
        <pc:inkChg chg="add mod">
          <ac:chgData name="O'Connor, Jacqueline Antonia" userId="3b9bfa0c-75a1-427e-ae61-7069a76100c3" providerId="ADAL" clId="{8515B688-85A3-4F26-94E9-C96B7C17EB84}" dt="2022-06-22T22:04:02.548" v="1404"/>
          <ac:inkMkLst>
            <pc:docMk/>
            <pc:sldMk cId="617357360" sldId="264"/>
            <ac:inkMk id="82" creationId="{02C35215-2104-5B21-1FA4-C2518B79AA22}"/>
          </ac:inkMkLst>
        </pc:inkChg>
        <pc:inkChg chg="add mod">
          <ac:chgData name="O'Connor, Jacqueline Antonia" userId="3b9bfa0c-75a1-427e-ae61-7069a76100c3" providerId="ADAL" clId="{8515B688-85A3-4F26-94E9-C96B7C17EB84}" dt="2022-06-22T22:04:02.548" v="1404"/>
          <ac:inkMkLst>
            <pc:docMk/>
            <pc:sldMk cId="617357360" sldId="264"/>
            <ac:inkMk id="83" creationId="{B104986C-4CFF-7346-F8AC-A2EE4655B943}"/>
          </ac:inkMkLst>
        </pc:inkChg>
        <pc:inkChg chg="add mod">
          <ac:chgData name="O'Connor, Jacqueline Antonia" userId="3b9bfa0c-75a1-427e-ae61-7069a76100c3" providerId="ADAL" clId="{8515B688-85A3-4F26-94E9-C96B7C17EB84}" dt="2022-06-22T22:04:08.689" v="1413"/>
          <ac:inkMkLst>
            <pc:docMk/>
            <pc:sldMk cId="617357360" sldId="264"/>
            <ac:inkMk id="85" creationId="{D6BE6156-BEE5-17BB-7B14-EB7AE2764382}"/>
          </ac:inkMkLst>
        </pc:inkChg>
        <pc:inkChg chg="add mod">
          <ac:chgData name="O'Connor, Jacqueline Antonia" userId="3b9bfa0c-75a1-427e-ae61-7069a76100c3" providerId="ADAL" clId="{8515B688-85A3-4F26-94E9-C96B7C17EB84}" dt="2022-06-22T22:04:08.689" v="1413"/>
          <ac:inkMkLst>
            <pc:docMk/>
            <pc:sldMk cId="617357360" sldId="264"/>
            <ac:inkMk id="86" creationId="{F9608D3A-8BC6-D02E-6AB1-62C50C597E7B}"/>
          </ac:inkMkLst>
        </pc:inkChg>
        <pc:inkChg chg="add mod">
          <ac:chgData name="O'Connor, Jacqueline Antonia" userId="3b9bfa0c-75a1-427e-ae61-7069a76100c3" providerId="ADAL" clId="{8515B688-85A3-4F26-94E9-C96B7C17EB84}" dt="2022-06-22T22:04:08.689" v="1413"/>
          <ac:inkMkLst>
            <pc:docMk/>
            <pc:sldMk cId="617357360" sldId="264"/>
            <ac:inkMk id="87" creationId="{084B510C-8EF5-1F10-373B-29CEC1246363}"/>
          </ac:inkMkLst>
        </pc:inkChg>
        <pc:inkChg chg="add mod">
          <ac:chgData name="O'Connor, Jacqueline Antonia" userId="3b9bfa0c-75a1-427e-ae61-7069a76100c3" providerId="ADAL" clId="{8515B688-85A3-4F26-94E9-C96B7C17EB84}" dt="2022-06-22T22:04:08.689" v="1413"/>
          <ac:inkMkLst>
            <pc:docMk/>
            <pc:sldMk cId="617357360" sldId="264"/>
            <ac:inkMk id="88" creationId="{AC192096-7586-BED9-A3AB-D2DDF5AE1B6D}"/>
          </ac:inkMkLst>
        </pc:inkChg>
        <pc:inkChg chg="add mod">
          <ac:chgData name="O'Connor, Jacqueline Antonia" userId="3b9bfa0c-75a1-427e-ae61-7069a76100c3" providerId="ADAL" clId="{8515B688-85A3-4F26-94E9-C96B7C17EB84}" dt="2022-06-22T22:04:08.689" v="1413"/>
          <ac:inkMkLst>
            <pc:docMk/>
            <pc:sldMk cId="617357360" sldId="264"/>
            <ac:inkMk id="89" creationId="{23B6A188-AEAF-81CF-3611-FF8CB53D514A}"/>
          </ac:inkMkLst>
        </pc:inkChg>
        <pc:inkChg chg="add mod">
          <ac:chgData name="O'Connor, Jacqueline Antonia" userId="3b9bfa0c-75a1-427e-ae61-7069a76100c3" providerId="ADAL" clId="{8515B688-85A3-4F26-94E9-C96B7C17EB84}" dt="2022-06-22T22:04:08.689" v="1413"/>
          <ac:inkMkLst>
            <pc:docMk/>
            <pc:sldMk cId="617357360" sldId="264"/>
            <ac:inkMk id="90" creationId="{0E3C51B2-06B2-0971-3200-5F6CE5200CBC}"/>
          </ac:inkMkLst>
        </pc:inkChg>
        <pc:inkChg chg="add mod">
          <ac:chgData name="O'Connor, Jacqueline Antonia" userId="3b9bfa0c-75a1-427e-ae61-7069a76100c3" providerId="ADAL" clId="{8515B688-85A3-4F26-94E9-C96B7C17EB84}" dt="2022-06-22T22:04:08.689" v="1413"/>
          <ac:inkMkLst>
            <pc:docMk/>
            <pc:sldMk cId="617357360" sldId="264"/>
            <ac:inkMk id="91" creationId="{9CE3920D-9133-33CA-9DE7-65DE7FF66024}"/>
          </ac:inkMkLst>
        </pc:inkChg>
        <pc:inkChg chg="add mod">
          <ac:chgData name="O'Connor, Jacqueline Antonia" userId="3b9bfa0c-75a1-427e-ae61-7069a76100c3" providerId="ADAL" clId="{8515B688-85A3-4F26-94E9-C96B7C17EB84}" dt="2022-06-22T22:04:08.689" v="1413"/>
          <ac:inkMkLst>
            <pc:docMk/>
            <pc:sldMk cId="617357360" sldId="264"/>
            <ac:inkMk id="92" creationId="{5F9BC72D-AD18-5ECA-57FC-BB653DA8DE49}"/>
          </ac:inkMkLst>
        </pc:inkChg>
        <pc:inkChg chg="add mod">
          <ac:chgData name="O'Connor, Jacqueline Antonia" userId="3b9bfa0c-75a1-427e-ae61-7069a76100c3" providerId="ADAL" clId="{8515B688-85A3-4F26-94E9-C96B7C17EB84}" dt="2022-06-22T22:04:12.326" v="1417"/>
          <ac:inkMkLst>
            <pc:docMk/>
            <pc:sldMk cId="617357360" sldId="264"/>
            <ac:inkMk id="95" creationId="{AA67569B-9E2D-E75F-2E24-AB44D2BCE255}"/>
          </ac:inkMkLst>
        </pc:inkChg>
        <pc:inkChg chg="add mod">
          <ac:chgData name="O'Connor, Jacqueline Antonia" userId="3b9bfa0c-75a1-427e-ae61-7069a76100c3" providerId="ADAL" clId="{8515B688-85A3-4F26-94E9-C96B7C17EB84}" dt="2022-06-22T22:04:12.326" v="1417"/>
          <ac:inkMkLst>
            <pc:docMk/>
            <pc:sldMk cId="617357360" sldId="264"/>
            <ac:inkMk id="96" creationId="{8EA9F4C0-945B-237E-CFA6-634BDDB4D892}"/>
          </ac:inkMkLst>
        </pc:inkChg>
        <pc:inkChg chg="add mod">
          <ac:chgData name="O'Connor, Jacqueline Antonia" userId="3b9bfa0c-75a1-427e-ae61-7069a76100c3" providerId="ADAL" clId="{8515B688-85A3-4F26-94E9-C96B7C17EB84}" dt="2022-06-22T22:04:12.326" v="1417"/>
          <ac:inkMkLst>
            <pc:docMk/>
            <pc:sldMk cId="617357360" sldId="264"/>
            <ac:inkMk id="97" creationId="{42C3690D-823F-D63B-60A8-2CA28F908E1C}"/>
          </ac:inkMkLst>
        </pc:inkChg>
        <pc:inkChg chg="add mod">
          <ac:chgData name="O'Connor, Jacqueline Antonia" userId="3b9bfa0c-75a1-427e-ae61-7069a76100c3" providerId="ADAL" clId="{8515B688-85A3-4F26-94E9-C96B7C17EB84}" dt="2022-06-22T22:04:27.060" v="1434"/>
          <ac:inkMkLst>
            <pc:docMk/>
            <pc:sldMk cId="617357360" sldId="264"/>
            <ac:inkMk id="99" creationId="{4C5A960F-E985-9792-0A35-4CA97C9F4076}"/>
          </ac:inkMkLst>
        </pc:inkChg>
        <pc:inkChg chg="add mod">
          <ac:chgData name="O'Connor, Jacqueline Antonia" userId="3b9bfa0c-75a1-427e-ae61-7069a76100c3" providerId="ADAL" clId="{8515B688-85A3-4F26-94E9-C96B7C17EB84}" dt="2022-06-22T22:04:27.060" v="1434"/>
          <ac:inkMkLst>
            <pc:docMk/>
            <pc:sldMk cId="617357360" sldId="264"/>
            <ac:inkMk id="100" creationId="{AD19983E-E23C-E33B-89D0-0FF1BE3AB986}"/>
          </ac:inkMkLst>
        </pc:inkChg>
        <pc:inkChg chg="add mod">
          <ac:chgData name="O'Connor, Jacqueline Antonia" userId="3b9bfa0c-75a1-427e-ae61-7069a76100c3" providerId="ADAL" clId="{8515B688-85A3-4F26-94E9-C96B7C17EB84}" dt="2022-06-22T22:04:27.060" v="1434"/>
          <ac:inkMkLst>
            <pc:docMk/>
            <pc:sldMk cId="617357360" sldId="264"/>
            <ac:inkMk id="101" creationId="{06879091-5E56-F995-048A-74800A6BE22C}"/>
          </ac:inkMkLst>
        </pc:inkChg>
        <pc:inkChg chg="add mod">
          <ac:chgData name="O'Connor, Jacqueline Antonia" userId="3b9bfa0c-75a1-427e-ae61-7069a76100c3" providerId="ADAL" clId="{8515B688-85A3-4F26-94E9-C96B7C17EB84}" dt="2022-06-22T22:04:27.060" v="1434"/>
          <ac:inkMkLst>
            <pc:docMk/>
            <pc:sldMk cId="617357360" sldId="264"/>
            <ac:inkMk id="102" creationId="{8071E929-C10A-F538-25BB-7DC424702A1C}"/>
          </ac:inkMkLst>
        </pc:inkChg>
        <pc:inkChg chg="add mod">
          <ac:chgData name="O'Connor, Jacqueline Antonia" userId="3b9bfa0c-75a1-427e-ae61-7069a76100c3" providerId="ADAL" clId="{8515B688-85A3-4F26-94E9-C96B7C17EB84}" dt="2022-06-22T22:04:27.060" v="1434"/>
          <ac:inkMkLst>
            <pc:docMk/>
            <pc:sldMk cId="617357360" sldId="264"/>
            <ac:inkMk id="103" creationId="{1150C628-A439-CC1C-A57A-88BEBE973B0D}"/>
          </ac:inkMkLst>
        </pc:inkChg>
        <pc:inkChg chg="add mod">
          <ac:chgData name="O'Connor, Jacqueline Antonia" userId="3b9bfa0c-75a1-427e-ae61-7069a76100c3" providerId="ADAL" clId="{8515B688-85A3-4F26-94E9-C96B7C17EB84}" dt="2022-06-22T22:04:27.060" v="1434"/>
          <ac:inkMkLst>
            <pc:docMk/>
            <pc:sldMk cId="617357360" sldId="264"/>
            <ac:inkMk id="104" creationId="{AFC26CF9-61FE-3793-CF78-BC5B41336984}"/>
          </ac:inkMkLst>
        </pc:inkChg>
        <pc:inkChg chg="add mod">
          <ac:chgData name="O'Connor, Jacqueline Antonia" userId="3b9bfa0c-75a1-427e-ae61-7069a76100c3" providerId="ADAL" clId="{8515B688-85A3-4F26-94E9-C96B7C17EB84}" dt="2022-06-22T22:04:27.060" v="1434"/>
          <ac:inkMkLst>
            <pc:docMk/>
            <pc:sldMk cId="617357360" sldId="264"/>
            <ac:inkMk id="105" creationId="{D03B3C18-726D-6D11-D224-F932192764AB}"/>
          </ac:inkMkLst>
        </pc:inkChg>
        <pc:inkChg chg="add mod">
          <ac:chgData name="O'Connor, Jacqueline Antonia" userId="3b9bfa0c-75a1-427e-ae61-7069a76100c3" providerId="ADAL" clId="{8515B688-85A3-4F26-94E9-C96B7C17EB84}" dt="2022-06-22T22:04:27.060" v="1434"/>
          <ac:inkMkLst>
            <pc:docMk/>
            <pc:sldMk cId="617357360" sldId="264"/>
            <ac:inkMk id="106" creationId="{9D3ED407-9113-A024-5698-22BBD877468A}"/>
          </ac:inkMkLst>
        </pc:inkChg>
        <pc:inkChg chg="add mod">
          <ac:chgData name="O'Connor, Jacqueline Antonia" userId="3b9bfa0c-75a1-427e-ae61-7069a76100c3" providerId="ADAL" clId="{8515B688-85A3-4F26-94E9-C96B7C17EB84}" dt="2022-06-22T22:04:27.060" v="1434"/>
          <ac:inkMkLst>
            <pc:docMk/>
            <pc:sldMk cId="617357360" sldId="264"/>
            <ac:inkMk id="107" creationId="{BE308677-8AD6-CA92-28A2-89CB36C255C3}"/>
          </ac:inkMkLst>
        </pc:inkChg>
        <pc:inkChg chg="add mod">
          <ac:chgData name="O'Connor, Jacqueline Antonia" userId="3b9bfa0c-75a1-427e-ae61-7069a76100c3" providerId="ADAL" clId="{8515B688-85A3-4F26-94E9-C96B7C17EB84}" dt="2022-06-22T22:04:27.060" v="1434"/>
          <ac:inkMkLst>
            <pc:docMk/>
            <pc:sldMk cId="617357360" sldId="264"/>
            <ac:inkMk id="108" creationId="{9ABDE1F8-311A-5963-DA33-81DD69909B56}"/>
          </ac:inkMkLst>
        </pc:inkChg>
        <pc:inkChg chg="add mod">
          <ac:chgData name="O'Connor, Jacqueline Antonia" userId="3b9bfa0c-75a1-427e-ae61-7069a76100c3" providerId="ADAL" clId="{8515B688-85A3-4F26-94E9-C96B7C17EB84}" dt="2022-06-22T22:04:55.436" v="1468"/>
          <ac:inkMkLst>
            <pc:docMk/>
            <pc:sldMk cId="617357360" sldId="264"/>
            <ac:inkMk id="109" creationId="{EEBAF24A-2685-8405-34F5-4AA1979F1869}"/>
          </ac:inkMkLst>
        </pc:inkChg>
        <pc:inkChg chg="add mod">
          <ac:chgData name="O'Connor, Jacqueline Antonia" userId="3b9bfa0c-75a1-427e-ae61-7069a76100c3" providerId="ADAL" clId="{8515B688-85A3-4F26-94E9-C96B7C17EB84}" dt="2022-06-22T22:04:55.436" v="1468"/>
          <ac:inkMkLst>
            <pc:docMk/>
            <pc:sldMk cId="617357360" sldId="264"/>
            <ac:inkMk id="110" creationId="{E4C09007-5398-CB3D-7549-727CDFEFFC23}"/>
          </ac:inkMkLst>
        </pc:inkChg>
        <pc:inkChg chg="add mod">
          <ac:chgData name="O'Connor, Jacqueline Antonia" userId="3b9bfa0c-75a1-427e-ae61-7069a76100c3" providerId="ADAL" clId="{8515B688-85A3-4F26-94E9-C96B7C17EB84}" dt="2022-06-22T22:04:55.436" v="1468"/>
          <ac:inkMkLst>
            <pc:docMk/>
            <pc:sldMk cId="617357360" sldId="264"/>
            <ac:inkMk id="111" creationId="{0F2B7B80-D704-C0D6-EFDC-3F234964D8F7}"/>
          </ac:inkMkLst>
        </pc:inkChg>
        <pc:inkChg chg="add mod">
          <ac:chgData name="O'Connor, Jacqueline Antonia" userId="3b9bfa0c-75a1-427e-ae61-7069a76100c3" providerId="ADAL" clId="{8515B688-85A3-4F26-94E9-C96B7C17EB84}" dt="2022-06-22T22:04:55.436" v="1468"/>
          <ac:inkMkLst>
            <pc:docMk/>
            <pc:sldMk cId="617357360" sldId="264"/>
            <ac:inkMk id="112" creationId="{B8048498-07F5-0AE8-A7C0-31BC3DAC0C95}"/>
          </ac:inkMkLst>
        </pc:inkChg>
        <pc:inkChg chg="add mod">
          <ac:chgData name="O'Connor, Jacqueline Antonia" userId="3b9bfa0c-75a1-427e-ae61-7069a76100c3" providerId="ADAL" clId="{8515B688-85A3-4F26-94E9-C96B7C17EB84}" dt="2022-06-22T22:04:55.436" v="1468"/>
          <ac:inkMkLst>
            <pc:docMk/>
            <pc:sldMk cId="617357360" sldId="264"/>
            <ac:inkMk id="113" creationId="{0887C6EC-1BED-3809-AD8D-5535FA82C839}"/>
          </ac:inkMkLst>
        </pc:inkChg>
        <pc:inkChg chg="add mod">
          <ac:chgData name="O'Connor, Jacqueline Antonia" userId="3b9bfa0c-75a1-427e-ae61-7069a76100c3" providerId="ADAL" clId="{8515B688-85A3-4F26-94E9-C96B7C17EB84}" dt="2022-06-22T22:04:55.436" v="1468"/>
          <ac:inkMkLst>
            <pc:docMk/>
            <pc:sldMk cId="617357360" sldId="264"/>
            <ac:inkMk id="114" creationId="{4228D510-325E-1A96-FB3F-030247B63B4A}"/>
          </ac:inkMkLst>
        </pc:inkChg>
        <pc:inkChg chg="add mod">
          <ac:chgData name="O'Connor, Jacqueline Antonia" userId="3b9bfa0c-75a1-427e-ae61-7069a76100c3" providerId="ADAL" clId="{8515B688-85A3-4F26-94E9-C96B7C17EB84}" dt="2022-06-22T22:04:55.436" v="1468"/>
          <ac:inkMkLst>
            <pc:docMk/>
            <pc:sldMk cId="617357360" sldId="264"/>
            <ac:inkMk id="119" creationId="{CC310A4C-B10B-9E2D-7B09-46196858B6CD}"/>
          </ac:inkMkLst>
        </pc:inkChg>
        <pc:inkChg chg="add mod">
          <ac:chgData name="O'Connor, Jacqueline Antonia" userId="3b9bfa0c-75a1-427e-ae61-7069a76100c3" providerId="ADAL" clId="{8515B688-85A3-4F26-94E9-C96B7C17EB84}" dt="2022-06-22T22:04:55.436" v="1468"/>
          <ac:inkMkLst>
            <pc:docMk/>
            <pc:sldMk cId="617357360" sldId="264"/>
            <ac:inkMk id="120" creationId="{FECB69F3-1911-C62D-5C06-D0A41A7513C6}"/>
          </ac:inkMkLst>
        </pc:inkChg>
        <pc:inkChg chg="add mod">
          <ac:chgData name="O'Connor, Jacqueline Antonia" userId="3b9bfa0c-75a1-427e-ae61-7069a76100c3" providerId="ADAL" clId="{8515B688-85A3-4F26-94E9-C96B7C17EB84}" dt="2022-06-22T22:04:55.436" v="1468"/>
          <ac:inkMkLst>
            <pc:docMk/>
            <pc:sldMk cId="617357360" sldId="264"/>
            <ac:inkMk id="121" creationId="{C94D59C9-16EF-6503-FAE1-8D7EC1363DA1}"/>
          </ac:inkMkLst>
        </pc:inkChg>
        <pc:inkChg chg="add mod">
          <ac:chgData name="O'Connor, Jacqueline Antonia" userId="3b9bfa0c-75a1-427e-ae61-7069a76100c3" providerId="ADAL" clId="{8515B688-85A3-4F26-94E9-C96B7C17EB84}" dt="2022-06-22T22:04:55.436" v="1468"/>
          <ac:inkMkLst>
            <pc:docMk/>
            <pc:sldMk cId="617357360" sldId="264"/>
            <ac:inkMk id="122" creationId="{38BA48C4-36E6-0F16-08AF-F4567D687244}"/>
          </ac:inkMkLst>
        </pc:inkChg>
        <pc:inkChg chg="add mod">
          <ac:chgData name="O'Connor, Jacqueline Antonia" userId="3b9bfa0c-75a1-427e-ae61-7069a76100c3" providerId="ADAL" clId="{8515B688-85A3-4F26-94E9-C96B7C17EB84}" dt="2022-06-22T22:04:55.436" v="1468"/>
          <ac:inkMkLst>
            <pc:docMk/>
            <pc:sldMk cId="617357360" sldId="264"/>
            <ac:inkMk id="123" creationId="{34788FFA-4B84-7C4B-19E9-B2391534637E}"/>
          </ac:inkMkLst>
        </pc:inkChg>
        <pc:inkChg chg="add mod">
          <ac:chgData name="O'Connor, Jacqueline Antonia" userId="3b9bfa0c-75a1-427e-ae61-7069a76100c3" providerId="ADAL" clId="{8515B688-85A3-4F26-94E9-C96B7C17EB84}" dt="2022-06-22T22:04:55.436" v="1468"/>
          <ac:inkMkLst>
            <pc:docMk/>
            <pc:sldMk cId="617357360" sldId="264"/>
            <ac:inkMk id="124" creationId="{ED10A2BF-80F0-DAD0-A223-69D534BF38A7}"/>
          </ac:inkMkLst>
        </pc:inkChg>
        <pc:inkChg chg="add mod">
          <ac:chgData name="O'Connor, Jacqueline Antonia" userId="3b9bfa0c-75a1-427e-ae61-7069a76100c3" providerId="ADAL" clId="{8515B688-85A3-4F26-94E9-C96B7C17EB84}" dt="2022-06-22T22:04:55.436" v="1468"/>
          <ac:inkMkLst>
            <pc:docMk/>
            <pc:sldMk cId="617357360" sldId="264"/>
            <ac:inkMk id="125" creationId="{D25853EE-2849-6BB8-A194-546190E67073}"/>
          </ac:inkMkLst>
        </pc:inkChg>
        <pc:inkChg chg="add mod">
          <ac:chgData name="O'Connor, Jacqueline Antonia" userId="3b9bfa0c-75a1-427e-ae61-7069a76100c3" providerId="ADAL" clId="{8515B688-85A3-4F26-94E9-C96B7C17EB84}" dt="2022-06-22T22:04:55.436" v="1468"/>
          <ac:inkMkLst>
            <pc:docMk/>
            <pc:sldMk cId="617357360" sldId="264"/>
            <ac:inkMk id="126" creationId="{F3D8087D-0FB2-460E-3273-4EE3C39BC1F4}"/>
          </ac:inkMkLst>
        </pc:inkChg>
        <pc:inkChg chg="add mod">
          <ac:chgData name="O'Connor, Jacqueline Antonia" userId="3b9bfa0c-75a1-427e-ae61-7069a76100c3" providerId="ADAL" clId="{8515B688-85A3-4F26-94E9-C96B7C17EB84}" dt="2022-06-22T22:04:55.436" v="1468"/>
          <ac:inkMkLst>
            <pc:docMk/>
            <pc:sldMk cId="617357360" sldId="264"/>
            <ac:inkMk id="127" creationId="{80AA6797-1DE0-CA42-9ECB-94B8BE1ACE51}"/>
          </ac:inkMkLst>
        </pc:inkChg>
        <pc:inkChg chg="add mod">
          <ac:chgData name="O'Connor, Jacqueline Antonia" userId="3b9bfa0c-75a1-427e-ae61-7069a76100c3" providerId="ADAL" clId="{8515B688-85A3-4F26-94E9-C96B7C17EB84}" dt="2022-06-22T22:04:55.436" v="1468"/>
          <ac:inkMkLst>
            <pc:docMk/>
            <pc:sldMk cId="617357360" sldId="264"/>
            <ac:inkMk id="128" creationId="{0E7F6F9D-9130-516A-B4C6-6B3525CB59D1}"/>
          </ac:inkMkLst>
        </pc:inkChg>
        <pc:inkChg chg="add mod">
          <ac:chgData name="O'Connor, Jacqueline Antonia" userId="3b9bfa0c-75a1-427e-ae61-7069a76100c3" providerId="ADAL" clId="{8515B688-85A3-4F26-94E9-C96B7C17EB84}" dt="2022-06-22T22:04:55.436" v="1468"/>
          <ac:inkMkLst>
            <pc:docMk/>
            <pc:sldMk cId="617357360" sldId="264"/>
            <ac:inkMk id="130" creationId="{AA3ED834-9E68-9B6D-51AC-4531CFFAEC38}"/>
          </ac:inkMkLst>
        </pc:inkChg>
        <pc:inkChg chg="add mod">
          <ac:chgData name="O'Connor, Jacqueline Antonia" userId="3b9bfa0c-75a1-427e-ae61-7069a76100c3" providerId="ADAL" clId="{8515B688-85A3-4F26-94E9-C96B7C17EB84}" dt="2022-06-22T22:04:55.436" v="1468"/>
          <ac:inkMkLst>
            <pc:docMk/>
            <pc:sldMk cId="617357360" sldId="264"/>
            <ac:inkMk id="131" creationId="{7524CE8B-AFFA-0D2B-D871-72CF636F4F04}"/>
          </ac:inkMkLst>
        </pc:inkChg>
        <pc:inkChg chg="add mod">
          <ac:chgData name="O'Connor, Jacqueline Antonia" userId="3b9bfa0c-75a1-427e-ae61-7069a76100c3" providerId="ADAL" clId="{8515B688-85A3-4F26-94E9-C96B7C17EB84}" dt="2022-06-22T22:04:55.436" v="1468"/>
          <ac:inkMkLst>
            <pc:docMk/>
            <pc:sldMk cId="617357360" sldId="264"/>
            <ac:inkMk id="132" creationId="{D2343FAB-E95C-8C85-2BCB-8E389AD74113}"/>
          </ac:inkMkLst>
        </pc:inkChg>
        <pc:inkChg chg="add mod">
          <ac:chgData name="O'Connor, Jacqueline Antonia" userId="3b9bfa0c-75a1-427e-ae61-7069a76100c3" providerId="ADAL" clId="{8515B688-85A3-4F26-94E9-C96B7C17EB84}" dt="2022-06-22T22:04:55.436" v="1468"/>
          <ac:inkMkLst>
            <pc:docMk/>
            <pc:sldMk cId="617357360" sldId="264"/>
            <ac:inkMk id="133" creationId="{E57950DE-D12F-4500-C97B-4F273ABA8567}"/>
          </ac:inkMkLst>
        </pc:inkChg>
        <pc:inkChg chg="add mod">
          <ac:chgData name="O'Connor, Jacqueline Antonia" userId="3b9bfa0c-75a1-427e-ae61-7069a76100c3" providerId="ADAL" clId="{8515B688-85A3-4F26-94E9-C96B7C17EB84}" dt="2022-06-22T22:04:55.436" v="1468"/>
          <ac:inkMkLst>
            <pc:docMk/>
            <pc:sldMk cId="617357360" sldId="264"/>
            <ac:inkMk id="134" creationId="{F8A83AE2-8D4F-8048-DC94-8ED82DFFD294}"/>
          </ac:inkMkLst>
        </pc:inkChg>
        <pc:inkChg chg="add mod">
          <ac:chgData name="O'Connor, Jacqueline Antonia" userId="3b9bfa0c-75a1-427e-ae61-7069a76100c3" providerId="ADAL" clId="{8515B688-85A3-4F26-94E9-C96B7C17EB84}" dt="2022-06-22T22:04:55.436" v="1468"/>
          <ac:inkMkLst>
            <pc:docMk/>
            <pc:sldMk cId="617357360" sldId="264"/>
            <ac:inkMk id="135" creationId="{270ED57D-80B7-F66A-72B0-2AF05E0B5640}"/>
          </ac:inkMkLst>
        </pc:inkChg>
        <pc:inkChg chg="add mod">
          <ac:chgData name="O'Connor, Jacqueline Antonia" userId="3b9bfa0c-75a1-427e-ae61-7069a76100c3" providerId="ADAL" clId="{8515B688-85A3-4F26-94E9-C96B7C17EB84}" dt="2022-06-22T22:04:55.436" v="1468"/>
          <ac:inkMkLst>
            <pc:docMk/>
            <pc:sldMk cId="617357360" sldId="264"/>
            <ac:inkMk id="136" creationId="{9425B520-DF74-68AA-E577-1E862D3C8D5F}"/>
          </ac:inkMkLst>
        </pc:inkChg>
        <pc:inkChg chg="add mod">
          <ac:chgData name="O'Connor, Jacqueline Antonia" userId="3b9bfa0c-75a1-427e-ae61-7069a76100c3" providerId="ADAL" clId="{8515B688-85A3-4F26-94E9-C96B7C17EB84}" dt="2022-06-22T22:04:55.436" v="1468"/>
          <ac:inkMkLst>
            <pc:docMk/>
            <pc:sldMk cId="617357360" sldId="264"/>
            <ac:inkMk id="137" creationId="{70292152-21D3-6C76-DE03-614734C369BB}"/>
          </ac:inkMkLst>
        </pc:inkChg>
        <pc:inkChg chg="add mod">
          <ac:chgData name="O'Connor, Jacqueline Antonia" userId="3b9bfa0c-75a1-427e-ae61-7069a76100c3" providerId="ADAL" clId="{8515B688-85A3-4F26-94E9-C96B7C17EB84}" dt="2022-06-22T22:04:55.436" v="1468"/>
          <ac:inkMkLst>
            <pc:docMk/>
            <pc:sldMk cId="617357360" sldId="264"/>
            <ac:inkMk id="138" creationId="{5A8391AF-D335-3C20-9822-A913DAE0F241}"/>
          </ac:inkMkLst>
        </pc:inkChg>
        <pc:inkChg chg="add mod">
          <ac:chgData name="O'Connor, Jacqueline Antonia" userId="3b9bfa0c-75a1-427e-ae61-7069a76100c3" providerId="ADAL" clId="{8515B688-85A3-4F26-94E9-C96B7C17EB84}" dt="2022-06-22T22:04:55.436" v="1468"/>
          <ac:inkMkLst>
            <pc:docMk/>
            <pc:sldMk cId="617357360" sldId="264"/>
            <ac:inkMk id="139" creationId="{88C98254-7C00-0A1C-1589-08253E124D23}"/>
          </ac:inkMkLst>
        </pc:inkChg>
        <pc:inkChg chg="add mod">
          <ac:chgData name="O'Connor, Jacqueline Antonia" userId="3b9bfa0c-75a1-427e-ae61-7069a76100c3" providerId="ADAL" clId="{8515B688-85A3-4F26-94E9-C96B7C17EB84}" dt="2022-06-22T22:04:55.436" v="1468"/>
          <ac:inkMkLst>
            <pc:docMk/>
            <pc:sldMk cId="617357360" sldId="264"/>
            <ac:inkMk id="140" creationId="{13A381D2-69EF-FDFE-A6B8-20E352A9CF1E}"/>
          </ac:inkMkLst>
        </pc:inkChg>
        <pc:inkChg chg="add mod">
          <ac:chgData name="O'Connor, Jacqueline Antonia" userId="3b9bfa0c-75a1-427e-ae61-7069a76100c3" providerId="ADAL" clId="{8515B688-85A3-4F26-94E9-C96B7C17EB84}" dt="2022-06-22T22:04:55.436" v="1468"/>
          <ac:inkMkLst>
            <pc:docMk/>
            <pc:sldMk cId="617357360" sldId="264"/>
            <ac:inkMk id="141" creationId="{B5FB5931-FFD4-5375-F423-EF8D0CD499CB}"/>
          </ac:inkMkLst>
        </pc:inkChg>
        <pc:inkChg chg="add mod">
          <ac:chgData name="O'Connor, Jacqueline Antonia" userId="3b9bfa0c-75a1-427e-ae61-7069a76100c3" providerId="ADAL" clId="{8515B688-85A3-4F26-94E9-C96B7C17EB84}" dt="2022-06-22T22:04:55.436" v="1468"/>
          <ac:inkMkLst>
            <pc:docMk/>
            <pc:sldMk cId="617357360" sldId="264"/>
            <ac:inkMk id="142" creationId="{59083C92-BCE7-9994-9449-B327B318A181}"/>
          </ac:inkMkLst>
        </pc:inkChg>
        <pc:inkChg chg="add mod">
          <ac:chgData name="O'Connor, Jacqueline Antonia" userId="3b9bfa0c-75a1-427e-ae61-7069a76100c3" providerId="ADAL" clId="{8515B688-85A3-4F26-94E9-C96B7C17EB84}" dt="2022-06-22T22:04:55.436" v="1468"/>
          <ac:inkMkLst>
            <pc:docMk/>
            <pc:sldMk cId="617357360" sldId="264"/>
            <ac:inkMk id="143" creationId="{A55E137F-CC8A-CAEC-6807-94AD40D6AA82}"/>
          </ac:inkMkLst>
        </pc:inkChg>
        <pc:inkChg chg="add mod">
          <ac:chgData name="O'Connor, Jacqueline Antonia" userId="3b9bfa0c-75a1-427e-ae61-7069a76100c3" providerId="ADAL" clId="{8515B688-85A3-4F26-94E9-C96B7C17EB84}" dt="2022-06-22T22:04:55.436" v="1468"/>
          <ac:inkMkLst>
            <pc:docMk/>
            <pc:sldMk cId="617357360" sldId="264"/>
            <ac:inkMk id="144" creationId="{81AB9361-9136-B5D4-6D42-089293E0CFCD}"/>
          </ac:inkMkLst>
        </pc:inkChg>
        <pc:inkChg chg="add">
          <ac:chgData name="O'Connor, Jacqueline Antonia" userId="3b9bfa0c-75a1-427e-ae61-7069a76100c3" providerId="ADAL" clId="{8515B688-85A3-4F26-94E9-C96B7C17EB84}" dt="2022-06-22T22:04:51.683" v="1461" actId="9405"/>
          <ac:inkMkLst>
            <pc:docMk/>
            <pc:sldMk cId="617357360" sldId="264"/>
            <ac:inkMk id="145" creationId="{7D42D495-0A1B-0A92-2605-346C4FA07E07}"/>
          </ac:inkMkLst>
        </pc:inkChg>
        <pc:inkChg chg="add mod">
          <ac:chgData name="O'Connor, Jacqueline Antonia" userId="3b9bfa0c-75a1-427e-ae61-7069a76100c3" providerId="ADAL" clId="{8515B688-85A3-4F26-94E9-C96B7C17EB84}" dt="2022-06-22T22:04:55.436" v="1468"/>
          <ac:inkMkLst>
            <pc:docMk/>
            <pc:sldMk cId="617357360" sldId="264"/>
            <ac:inkMk id="146" creationId="{A208F5A2-BB09-2BF5-2308-3E50E157632B}"/>
          </ac:inkMkLst>
        </pc:inkChg>
        <pc:inkChg chg="add mod">
          <ac:chgData name="O'Connor, Jacqueline Antonia" userId="3b9bfa0c-75a1-427e-ae61-7069a76100c3" providerId="ADAL" clId="{8515B688-85A3-4F26-94E9-C96B7C17EB84}" dt="2022-06-22T22:04:55.436" v="1468"/>
          <ac:inkMkLst>
            <pc:docMk/>
            <pc:sldMk cId="617357360" sldId="264"/>
            <ac:inkMk id="147" creationId="{1168FC1E-EEC2-27A6-B261-0822E7898AA4}"/>
          </ac:inkMkLst>
        </pc:inkChg>
        <pc:inkChg chg="add mod">
          <ac:chgData name="O'Connor, Jacqueline Antonia" userId="3b9bfa0c-75a1-427e-ae61-7069a76100c3" providerId="ADAL" clId="{8515B688-85A3-4F26-94E9-C96B7C17EB84}" dt="2022-06-22T22:04:55.436" v="1468"/>
          <ac:inkMkLst>
            <pc:docMk/>
            <pc:sldMk cId="617357360" sldId="264"/>
            <ac:inkMk id="148" creationId="{95B54F03-B726-0120-8C90-3ACDEB4BD4D1}"/>
          </ac:inkMkLst>
        </pc:inkChg>
        <pc:inkChg chg="add mod">
          <ac:chgData name="O'Connor, Jacqueline Antonia" userId="3b9bfa0c-75a1-427e-ae61-7069a76100c3" providerId="ADAL" clId="{8515B688-85A3-4F26-94E9-C96B7C17EB84}" dt="2022-06-22T22:04:55.436" v="1468"/>
          <ac:inkMkLst>
            <pc:docMk/>
            <pc:sldMk cId="617357360" sldId="264"/>
            <ac:inkMk id="149" creationId="{D828E27F-87A9-E5D2-FAA2-DB87A4B5C8D6}"/>
          </ac:inkMkLst>
        </pc:inkChg>
        <pc:inkChg chg="add mod">
          <ac:chgData name="O'Connor, Jacqueline Antonia" userId="3b9bfa0c-75a1-427e-ae61-7069a76100c3" providerId="ADAL" clId="{8515B688-85A3-4F26-94E9-C96B7C17EB84}" dt="2022-06-22T22:04:55.436" v="1468"/>
          <ac:inkMkLst>
            <pc:docMk/>
            <pc:sldMk cId="617357360" sldId="264"/>
            <ac:inkMk id="150" creationId="{06E9CF88-2EB4-EC5C-6B27-8277CC3ED3BC}"/>
          </ac:inkMkLst>
        </pc:inkChg>
        <pc:inkChg chg="add mod">
          <ac:chgData name="O'Connor, Jacqueline Antonia" userId="3b9bfa0c-75a1-427e-ae61-7069a76100c3" providerId="ADAL" clId="{8515B688-85A3-4F26-94E9-C96B7C17EB84}" dt="2022-06-22T22:04:55.436" v="1468"/>
          <ac:inkMkLst>
            <pc:docMk/>
            <pc:sldMk cId="617357360" sldId="264"/>
            <ac:inkMk id="151" creationId="{F5256106-226F-ABA1-9633-6E9CB9AEAE2B}"/>
          </ac:inkMkLst>
        </pc:inkChg>
        <pc:inkChg chg="add mod">
          <ac:chgData name="O'Connor, Jacqueline Antonia" userId="3b9bfa0c-75a1-427e-ae61-7069a76100c3" providerId="ADAL" clId="{8515B688-85A3-4F26-94E9-C96B7C17EB84}" dt="2022-06-22T22:05:01.878" v="1473"/>
          <ac:inkMkLst>
            <pc:docMk/>
            <pc:sldMk cId="617357360" sldId="264"/>
            <ac:inkMk id="154" creationId="{ECE7E6FF-109E-F750-3C1B-FB0E1AC1F053}"/>
          </ac:inkMkLst>
        </pc:inkChg>
        <pc:inkChg chg="add mod">
          <ac:chgData name="O'Connor, Jacqueline Antonia" userId="3b9bfa0c-75a1-427e-ae61-7069a76100c3" providerId="ADAL" clId="{8515B688-85A3-4F26-94E9-C96B7C17EB84}" dt="2022-06-22T22:05:01.878" v="1473"/>
          <ac:inkMkLst>
            <pc:docMk/>
            <pc:sldMk cId="617357360" sldId="264"/>
            <ac:inkMk id="155" creationId="{BDEF0869-972E-7164-4E74-76728B6C3075}"/>
          </ac:inkMkLst>
        </pc:inkChg>
        <pc:inkChg chg="add mod">
          <ac:chgData name="O'Connor, Jacqueline Antonia" userId="3b9bfa0c-75a1-427e-ae61-7069a76100c3" providerId="ADAL" clId="{8515B688-85A3-4F26-94E9-C96B7C17EB84}" dt="2022-06-22T22:05:01.878" v="1473"/>
          <ac:inkMkLst>
            <pc:docMk/>
            <pc:sldMk cId="617357360" sldId="264"/>
            <ac:inkMk id="156" creationId="{84953129-FA10-E209-5093-740AE5A150D8}"/>
          </ac:inkMkLst>
        </pc:inkChg>
        <pc:inkChg chg="add del">
          <ac:chgData name="O'Connor, Jacqueline Antonia" userId="3b9bfa0c-75a1-427e-ae61-7069a76100c3" providerId="ADAL" clId="{8515B688-85A3-4F26-94E9-C96B7C17EB84}" dt="2022-06-22T22:05:03.100" v="1474"/>
          <ac:inkMkLst>
            <pc:docMk/>
            <pc:sldMk cId="617357360" sldId="264"/>
            <ac:inkMk id="157" creationId="{AD7434B3-6E4F-6BD8-95D9-CBBEA75BB14E}"/>
          </ac:inkMkLst>
        </pc:inkChg>
        <pc:inkChg chg="add mod">
          <ac:chgData name="O'Connor, Jacqueline Antonia" userId="3b9bfa0c-75a1-427e-ae61-7069a76100c3" providerId="ADAL" clId="{8515B688-85A3-4F26-94E9-C96B7C17EB84}" dt="2022-06-22T22:05:10.163" v="1487"/>
          <ac:inkMkLst>
            <pc:docMk/>
            <pc:sldMk cId="617357360" sldId="264"/>
            <ac:inkMk id="159" creationId="{C3311CB6-2C22-E7D9-A06D-1CE455B764CD}"/>
          </ac:inkMkLst>
        </pc:inkChg>
        <pc:inkChg chg="add mod">
          <ac:chgData name="O'Connor, Jacqueline Antonia" userId="3b9bfa0c-75a1-427e-ae61-7069a76100c3" providerId="ADAL" clId="{8515B688-85A3-4F26-94E9-C96B7C17EB84}" dt="2022-06-22T22:05:10.163" v="1487"/>
          <ac:inkMkLst>
            <pc:docMk/>
            <pc:sldMk cId="617357360" sldId="264"/>
            <ac:inkMk id="160" creationId="{86BBCEE3-06F4-AE20-39B2-69C7D94A305A}"/>
          </ac:inkMkLst>
        </pc:inkChg>
        <pc:inkChg chg="add mod">
          <ac:chgData name="O'Connor, Jacqueline Antonia" userId="3b9bfa0c-75a1-427e-ae61-7069a76100c3" providerId="ADAL" clId="{8515B688-85A3-4F26-94E9-C96B7C17EB84}" dt="2022-06-22T22:05:10.163" v="1487"/>
          <ac:inkMkLst>
            <pc:docMk/>
            <pc:sldMk cId="617357360" sldId="264"/>
            <ac:inkMk id="161" creationId="{F66851ED-CC19-885C-19FE-B72200FB3CF7}"/>
          </ac:inkMkLst>
        </pc:inkChg>
        <pc:inkChg chg="add mod">
          <ac:chgData name="O'Connor, Jacqueline Antonia" userId="3b9bfa0c-75a1-427e-ae61-7069a76100c3" providerId="ADAL" clId="{8515B688-85A3-4F26-94E9-C96B7C17EB84}" dt="2022-06-22T22:05:10.163" v="1487"/>
          <ac:inkMkLst>
            <pc:docMk/>
            <pc:sldMk cId="617357360" sldId="264"/>
            <ac:inkMk id="162" creationId="{D0285D70-FDF3-6F42-1D19-B3A0E124FBB9}"/>
          </ac:inkMkLst>
        </pc:inkChg>
        <pc:inkChg chg="add mod">
          <ac:chgData name="O'Connor, Jacqueline Antonia" userId="3b9bfa0c-75a1-427e-ae61-7069a76100c3" providerId="ADAL" clId="{8515B688-85A3-4F26-94E9-C96B7C17EB84}" dt="2022-06-22T22:05:10.163" v="1487"/>
          <ac:inkMkLst>
            <pc:docMk/>
            <pc:sldMk cId="617357360" sldId="264"/>
            <ac:inkMk id="163" creationId="{B3276F83-8724-DE65-484E-8127F1D5C371}"/>
          </ac:inkMkLst>
        </pc:inkChg>
        <pc:inkChg chg="add mod">
          <ac:chgData name="O'Connor, Jacqueline Antonia" userId="3b9bfa0c-75a1-427e-ae61-7069a76100c3" providerId="ADAL" clId="{8515B688-85A3-4F26-94E9-C96B7C17EB84}" dt="2022-06-22T22:05:10.163" v="1487"/>
          <ac:inkMkLst>
            <pc:docMk/>
            <pc:sldMk cId="617357360" sldId="264"/>
            <ac:inkMk id="164" creationId="{B04F6CA7-E801-C45E-E085-B9E4B6EA7919}"/>
          </ac:inkMkLst>
        </pc:inkChg>
        <pc:inkChg chg="add mod">
          <ac:chgData name="O'Connor, Jacqueline Antonia" userId="3b9bfa0c-75a1-427e-ae61-7069a76100c3" providerId="ADAL" clId="{8515B688-85A3-4F26-94E9-C96B7C17EB84}" dt="2022-06-22T22:05:10.163" v="1487"/>
          <ac:inkMkLst>
            <pc:docMk/>
            <pc:sldMk cId="617357360" sldId="264"/>
            <ac:inkMk id="165" creationId="{719C3C28-3F2F-B741-6819-EA808BA4924A}"/>
          </ac:inkMkLst>
        </pc:inkChg>
        <pc:inkChg chg="add mod">
          <ac:chgData name="O'Connor, Jacqueline Antonia" userId="3b9bfa0c-75a1-427e-ae61-7069a76100c3" providerId="ADAL" clId="{8515B688-85A3-4F26-94E9-C96B7C17EB84}" dt="2022-06-22T22:05:10.163" v="1487"/>
          <ac:inkMkLst>
            <pc:docMk/>
            <pc:sldMk cId="617357360" sldId="264"/>
            <ac:inkMk id="166" creationId="{72EDAFDE-9756-DB03-A12A-F4859893B930}"/>
          </ac:inkMkLst>
        </pc:inkChg>
        <pc:inkChg chg="add mod">
          <ac:chgData name="O'Connor, Jacqueline Antonia" userId="3b9bfa0c-75a1-427e-ae61-7069a76100c3" providerId="ADAL" clId="{8515B688-85A3-4F26-94E9-C96B7C17EB84}" dt="2022-06-22T22:05:10.163" v="1487"/>
          <ac:inkMkLst>
            <pc:docMk/>
            <pc:sldMk cId="617357360" sldId="264"/>
            <ac:inkMk id="167" creationId="{5E04B5A0-BCB7-C401-29EA-9A64DBA9D5C8}"/>
          </ac:inkMkLst>
        </pc:inkChg>
        <pc:inkChg chg="add mod">
          <ac:chgData name="O'Connor, Jacqueline Antonia" userId="3b9bfa0c-75a1-427e-ae61-7069a76100c3" providerId="ADAL" clId="{8515B688-85A3-4F26-94E9-C96B7C17EB84}" dt="2022-06-22T22:05:10.163" v="1487"/>
          <ac:inkMkLst>
            <pc:docMk/>
            <pc:sldMk cId="617357360" sldId="264"/>
            <ac:inkMk id="168" creationId="{64D797BD-3A85-80BF-BE5A-E260838A38D3}"/>
          </ac:inkMkLst>
        </pc:inkChg>
        <pc:inkChg chg="add mod">
          <ac:chgData name="O'Connor, Jacqueline Antonia" userId="3b9bfa0c-75a1-427e-ae61-7069a76100c3" providerId="ADAL" clId="{8515B688-85A3-4F26-94E9-C96B7C17EB84}" dt="2022-06-22T22:05:10.163" v="1487"/>
          <ac:inkMkLst>
            <pc:docMk/>
            <pc:sldMk cId="617357360" sldId="264"/>
            <ac:inkMk id="169" creationId="{8EE81811-31AE-CC59-3E76-B3E7EED4948D}"/>
          </ac:inkMkLst>
        </pc:inkChg>
        <pc:inkChg chg="add mod">
          <ac:chgData name="O'Connor, Jacqueline Antonia" userId="3b9bfa0c-75a1-427e-ae61-7069a76100c3" providerId="ADAL" clId="{8515B688-85A3-4F26-94E9-C96B7C17EB84}" dt="2022-06-22T22:05:10.163" v="1487"/>
          <ac:inkMkLst>
            <pc:docMk/>
            <pc:sldMk cId="617357360" sldId="264"/>
            <ac:inkMk id="170" creationId="{99BB8B51-0086-2411-66BD-CCB4B3C1F772}"/>
          </ac:inkMkLst>
        </pc:inkChg>
        <pc:inkChg chg="add mod">
          <ac:chgData name="O'Connor, Jacqueline Antonia" userId="3b9bfa0c-75a1-427e-ae61-7069a76100c3" providerId="ADAL" clId="{8515B688-85A3-4F26-94E9-C96B7C17EB84}" dt="2022-06-22T22:05:17.202" v="1498"/>
          <ac:inkMkLst>
            <pc:docMk/>
            <pc:sldMk cId="617357360" sldId="264"/>
            <ac:inkMk id="173" creationId="{4FFDA8CA-D1D1-757F-867B-848426C0E630}"/>
          </ac:inkMkLst>
        </pc:inkChg>
        <pc:inkChg chg="add mod">
          <ac:chgData name="O'Connor, Jacqueline Antonia" userId="3b9bfa0c-75a1-427e-ae61-7069a76100c3" providerId="ADAL" clId="{8515B688-85A3-4F26-94E9-C96B7C17EB84}" dt="2022-06-22T22:05:17.202" v="1498"/>
          <ac:inkMkLst>
            <pc:docMk/>
            <pc:sldMk cId="617357360" sldId="264"/>
            <ac:inkMk id="174" creationId="{46161792-C843-3711-E0A9-44D608D3A0CB}"/>
          </ac:inkMkLst>
        </pc:inkChg>
        <pc:inkChg chg="add mod">
          <ac:chgData name="O'Connor, Jacqueline Antonia" userId="3b9bfa0c-75a1-427e-ae61-7069a76100c3" providerId="ADAL" clId="{8515B688-85A3-4F26-94E9-C96B7C17EB84}" dt="2022-06-22T22:05:21.383" v="1506"/>
          <ac:inkMkLst>
            <pc:docMk/>
            <pc:sldMk cId="617357360" sldId="264"/>
            <ac:inkMk id="175" creationId="{ABAAF1CD-5D28-C7D1-5D1D-6E1D7D76F5B2}"/>
          </ac:inkMkLst>
        </pc:inkChg>
        <pc:inkChg chg="add mod">
          <ac:chgData name="O'Connor, Jacqueline Antonia" userId="3b9bfa0c-75a1-427e-ae61-7069a76100c3" providerId="ADAL" clId="{8515B688-85A3-4F26-94E9-C96B7C17EB84}" dt="2022-06-22T22:05:21.383" v="1506"/>
          <ac:inkMkLst>
            <pc:docMk/>
            <pc:sldMk cId="617357360" sldId="264"/>
            <ac:inkMk id="176" creationId="{0399DD40-CA78-1E7F-40E1-0381D3BFDAB0}"/>
          </ac:inkMkLst>
        </pc:inkChg>
        <pc:inkChg chg="add mod">
          <ac:chgData name="O'Connor, Jacqueline Antonia" userId="3b9bfa0c-75a1-427e-ae61-7069a76100c3" providerId="ADAL" clId="{8515B688-85A3-4F26-94E9-C96B7C17EB84}" dt="2022-06-22T22:05:21.383" v="1506"/>
          <ac:inkMkLst>
            <pc:docMk/>
            <pc:sldMk cId="617357360" sldId="264"/>
            <ac:inkMk id="177" creationId="{0A0A890A-8CAE-67B5-AD7E-4C088C836621}"/>
          </ac:inkMkLst>
        </pc:inkChg>
        <pc:inkChg chg="add mod">
          <ac:chgData name="O'Connor, Jacqueline Antonia" userId="3b9bfa0c-75a1-427e-ae61-7069a76100c3" providerId="ADAL" clId="{8515B688-85A3-4F26-94E9-C96B7C17EB84}" dt="2022-06-22T22:05:21.383" v="1506"/>
          <ac:inkMkLst>
            <pc:docMk/>
            <pc:sldMk cId="617357360" sldId="264"/>
            <ac:inkMk id="178" creationId="{DD9E8993-9648-C13E-CE0F-6237AF1F471E}"/>
          </ac:inkMkLst>
        </pc:inkChg>
        <pc:inkChg chg="add mod">
          <ac:chgData name="O'Connor, Jacqueline Antonia" userId="3b9bfa0c-75a1-427e-ae61-7069a76100c3" providerId="ADAL" clId="{8515B688-85A3-4F26-94E9-C96B7C17EB84}" dt="2022-06-22T22:05:21.383" v="1506"/>
          <ac:inkMkLst>
            <pc:docMk/>
            <pc:sldMk cId="617357360" sldId="264"/>
            <ac:inkMk id="179" creationId="{3EB5235A-A02E-F67E-68E1-E771FC76BA34}"/>
          </ac:inkMkLst>
        </pc:inkChg>
        <pc:inkChg chg="add mod">
          <ac:chgData name="O'Connor, Jacqueline Antonia" userId="3b9bfa0c-75a1-427e-ae61-7069a76100c3" providerId="ADAL" clId="{8515B688-85A3-4F26-94E9-C96B7C17EB84}" dt="2022-06-22T22:05:21.383" v="1506"/>
          <ac:inkMkLst>
            <pc:docMk/>
            <pc:sldMk cId="617357360" sldId="264"/>
            <ac:inkMk id="180" creationId="{58487C4F-6E04-F73C-D3C2-DF277AC7DFFE}"/>
          </ac:inkMkLst>
        </pc:inkChg>
        <pc:inkChg chg="add mod">
          <ac:chgData name="O'Connor, Jacqueline Antonia" userId="3b9bfa0c-75a1-427e-ae61-7069a76100c3" providerId="ADAL" clId="{8515B688-85A3-4F26-94E9-C96B7C17EB84}" dt="2022-06-22T22:05:21.383" v="1506"/>
          <ac:inkMkLst>
            <pc:docMk/>
            <pc:sldMk cId="617357360" sldId="264"/>
            <ac:inkMk id="181" creationId="{7C2E1189-0238-147C-D0F9-DE36DA5BF6C2}"/>
          </ac:inkMkLst>
        </pc:inkChg>
        <pc:inkChg chg="add mod">
          <ac:chgData name="O'Connor, Jacqueline Antonia" userId="3b9bfa0c-75a1-427e-ae61-7069a76100c3" providerId="ADAL" clId="{8515B688-85A3-4F26-94E9-C96B7C17EB84}" dt="2022-06-22T22:05:21.383" v="1506"/>
          <ac:inkMkLst>
            <pc:docMk/>
            <pc:sldMk cId="617357360" sldId="264"/>
            <ac:inkMk id="182" creationId="{73BD4E36-FF77-1266-6A3E-22AEB33A662D}"/>
          </ac:inkMkLst>
        </pc:inkChg>
        <pc:inkChg chg="add mod">
          <ac:chgData name="O'Connor, Jacqueline Antonia" userId="3b9bfa0c-75a1-427e-ae61-7069a76100c3" providerId="ADAL" clId="{8515B688-85A3-4F26-94E9-C96B7C17EB84}" dt="2022-06-22T22:05:21.383" v="1506"/>
          <ac:inkMkLst>
            <pc:docMk/>
            <pc:sldMk cId="617357360" sldId="264"/>
            <ac:inkMk id="185" creationId="{9F2B1C8E-F11E-6F22-1E0F-6A24207FFA71}"/>
          </ac:inkMkLst>
        </pc:inkChg>
        <pc:inkChg chg="add mod">
          <ac:chgData name="O'Connor, Jacqueline Antonia" userId="3b9bfa0c-75a1-427e-ae61-7069a76100c3" providerId="ADAL" clId="{8515B688-85A3-4F26-94E9-C96B7C17EB84}" dt="2022-06-22T22:05:21.383" v="1506"/>
          <ac:inkMkLst>
            <pc:docMk/>
            <pc:sldMk cId="617357360" sldId="264"/>
            <ac:inkMk id="186" creationId="{7A4C8733-03B4-E62F-E51A-49101259F8C0}"/>
          </ac:inkMkLst>
        </pc:inkChg>
        <pc:inkChg chg="add mod">
          <ac:chgData name="O'Connor, Jacqueline Antonia" userId="3b9bfa0c-75a1-427e-ae61-7069a76100c3" providerId="ADAL" clId="{8515B688-85A3-4F26-94E9-C96B7C17EB84}" dt="2022-06-22T22:05:21.383" v="1506"/>
          <ac:inkMkLst>
            <pc:docMk/>
            <pc:sldMk cId="617357360" sldId="264"/>
            <ac:inkMk id="187" creationId="{E5D443DC-AA61-0C38-574C-1830B5EA5853}"/>
          </ac:inkMkLst>
        </pc:inkChg>
        <pc:inkChg chg="add mod">
          <ac:chgData name="O'Connor, Jacqueline Antonia" userId="3b9bfa0c-75a1-427e-ae61-7069a76100c3" providerId="ADAL" clId="{8515B688-85A3-4F26-94E9-C96B7C17EB84}" dt="2022-06-22T22:05:21.383" v="1506"/>
          <ac:inkMkLst>
            <pc:docMk/>
            <pc:sldMk cId="617357360" sldId="264"/>
            <ac:inkMk id="188" creationId="{B4A428A1-3257-42F5-CBFE-26FF851D4F6E}"/>
          </ac:inkMkLst>
        </pc:inkChg>
        <pc:inkChg chg="add mod">
          <ac:chgData name="O'Connor, Jacqueline Antonia" userId="3b9bfa0c-75a1-427e-ae61-7069a76100c3" providerId="ADAL" clId="{8515B688-85A3-4F26-94E9-C96B7C17EB84}" dt="2022-06-22T22:05:21.383" v="1506"/>
          <ac:inkMkLst>
            <pc:docMk/>
            <pc:sldMk cId="617357360" sldId="264"/>
            <ac:inkMk id="189" creationId="{E211C7E5-2640-C805-D718-561752946DB9}"/>
          </ac:inkMkLst>
        </pc:inkChg>
        <pc:inkChg chg="add mod">
          <ac:chgData name="O'Connor, Jacqueline Antonia" userId="3b9bfa0c-75a1-427e-ae61-7069a76100c3" providerId="ADAL" clId="{8515B688-85A3-4F26-94E9-C96B7C17EB84}" dt="2022-06-22T22:05:21.383" v="1506"/>
          <ac:inkMkLst>
            <pc:docMk/>
            <pc:sldMk cId="617357360" sldId="264"/>
            <ac:inkMk id="190" creationId="{9C8B9858-3EAF-2103-1E44-06E2D1FD65F7}"/>
          </ac:inkMkLst>
        </pc:inkChg>
        <pc:inkChg chg="add mod">
          <ac:chgData name="O'Connor, Jacqueline Antonia" userId="3b9bfa0c-75a1-427e-ae61-7069a76100c3" providerId="ADAL" clId="{8515B688-85A3-4F26-94E9-C96B7C17EB84}" dt="2022-06-22T22:05:21.383" v="1506"/>
          <ac:inkMkLst>
            <pc:docMk/>
            <pc:sldMk cId="617357360" sldId="264"/>
            <ac:inkMk id="191" creationId="{7D87DBD9-D2FC-213D-194C-9BCBF59EE7CD}"/>
          </ac:inkMkLst>
        </pc:inkChg>
        <pc:inkChg chg="add mod">
          <ac:chgData name="O'Connor, Jacqueline Antonia" userId="3b9bfa0c-75a1-427e-ae61-7069a76100c3" providerId="ADAL" clId="{8515B688-85A3-4F26-94E9-C96B7C17EB84}" dt="2022-06-22T22:05:39" v="1524"/>
          <ac:inkMkLst>
            <pc:docMk/>
            <pc:sldMk cId="617357360" sldId="264"/>
            <ac:inkMk id="193" creationId="{10A0F1B7-818F-E273-5167-57BDFB6DA0B0}"/>
          </ac:inkMkLst>
        </pc:inkChg>
        <pc:inkChg chg="add mod">
          <ac:chgData name="O'Connor, Jacqueline Antonia" userId="3b9bfa0c-75a1-427e-ae61-7069a76100c3" providerId="ADAL" clId="{8515B688-85A3-4F26-94E9-C96B7C17EB84}" dt="2022-06-22T22:05:39" v="1524"/>
          <ac:inkMkLst>
            <pc:docMk/>
            <pc:sldMk cId="617357360" sldId="264"/>
            <ac:inkMk id="194" creationId="{76948ED2-5B10-E3D4-2292-783075275A89}"/>
          </ac:inkMkLst>
        </pc:inkChg>
        <pc:inkChg chg="add mod">
          <ac:chgData name="O'Connor, Jacqueline Antonia" userId="3b9bfa0c-75a1-427e-ae61-7069a76100c3" providerId="ADAL" clId="{8515B688-85A3-4F26-94E9-C96B7C17EB84}" dt="2022-06-22T22:05:39" v="1524"/>
          <ac:inkMkLst>
            <pc:docMk/>
            <pc:sldMk cId="617357360" sldId="264"/>
            <ac:inkMk id="195" creationId="{6C68682C-76CD-00BD-8B95-B67670677583}"/>
          </ac:inkMkLst>
        </pc:inkChg>
        <pc:inkChg chg="add mod">
          <ac:chgData name="O'Connor, Jacqueline Antonia" userId="3b9bfa0c-75a1-427e-ae61-7069a76100c3" providerId="ADAL" clId="{8515B688-85A3-4F26-94E9-C96B7C17EB84}" dt="2022-06-22T22:05:39" v="1524"/>
          <ac:inkMkLst>
            <pc:docMk/>
            <pc:sldMk cId="617357360" sldId="264"/>
            <ac:inkMk id="196" creationId="{FE45B4B4-D42C-B14F-5351-8E9956FD6407}"/>
          </ac:inkMkLst>
        </pc:inkChg>
        <pc:inkChg chg="add mod">
          <ac:chgData name="O'Connor, Jacqueline Antonia" userId="3b9bfa0c-75a1-427e-ae61-7069a76100c3" providerId="ADAL" clId="{8515B688-85A3-4F26-94E9-C96B7C17EB84}" dt="2022-06-22T22:05:39" v="1524"/>
          <ac:inkMkLst>
            <pc:docMk/>
            <pc:sldMk cId="617357360" sldId="264"/>
            <ac:inkMk id="197" creationId="{8A5F0F75-78DC-D932-9A1F-82F0E584D289}"/>
          </ac:inkMkLst>
        </pc:inkChg>
        <pc:inkChg chg="add mod">
          <ac:chgData name="O'Connor, Jacqueline Antonia" userId="3b9bfa0c-75a1-427e-ae61-7069a76100c3" providerId="ADAL" clId="{8515B688-85A3-4F26-94E9-C96B7C17EB84}" dt="2022-06-22T22:05:39" v="1524"/>
          <ac:inkMkLst>
            <pc:docMk/>
            <pc:sldMk cId="617357360" sldId="264"/>
            <ac:inkMk id="198" creationId="{EEEFFDE8-3110-8727-961C-C8C5C75FFEBB}"/>
          </ac:inkMkLst>
        </pc:inkChg>
        <pc:inkChg chg="add mod">
          <ac:chgData name="O'Connor, Jacqueline Antonia" userId="3b9bfa0c-75a1-427e-ae61-7069a76100c3" providerId="ADAL" clId="{8515B688-85A3-4F26-94E9-C96B7C17EB84}" dt="2022-06-22T22:05:39" v="1524"/>
          <ac:inkMkLst>
            <pc:docMk/>
            <pc:sldMk cId="617357360" sldId="264"/>
            <ac:inkMk id="199" creationId="{6EF94974-2608-BAA9-E47C-C2A6882F2DBB}"/>
          </ac:inkMkLst>
        </pc:inkChg>
        <pc:inkChg chg="add mod">
          <ac:chgData name="O'Connor, Jacqueline Antonia" userId="3b9bfa0c-75a1-427e-ae61-7069a76100c3" providerId="ADAL" clId="{8515B688-85A3-4F26-94E9-C96B7C17EB84}" dt="2022-06-22T22:05:39" v="1524"/>
          <ac:inkMkLst>
            <pc:docMk/>
            <pc:sldMk cId="617357360" sldId="264"/>
            <ac:inkMk id="200" creationId="{864A4E9B-78B1-97F5-85C5-3ECB6BC70DCE}"/>
          </ac:inkMkLst>
        </pc:inkChg>
        <pc:inkChg chg="add mod">
          <ac:chgData name="O'Connor, Jacqueline Antonia" userId="3b9bfa0c-75a1-427e-ae61-7069a76100c3" providerId="ADAL" clId="{8515B688-85A3-4F26-94E9-C96B7C17EB84}" dt="2022-06-22T22:05:39" v="1524"/>
          <ac:inkMkLst>
            <pc:docMk/>
            <pc:sldMk cId="617357360" sldId="264"/>
            <ac:inkMk id="201" creationId="{E4F47A5D-EBE0-DF0C-637E-D6131903F1B2}"/>
          </ac:inkMkLst>
        </pc:inkChg>
        <pc:inkChg chg="add mod">
          <ac:chgData name="O'Connor, Jacqueline Antonia" userId="3b9bfa0c-75a1-427e-ae61-7069a76100c3" providerId="ADAL" clId="{8515B688-85A3-4F26-94E9-C96B7C17EB84}" dt="2022-06-22T22:05:39" v="1524"/>
          <ac:inkMkLst>
            <pc:docMk/>
            <pc:sldMk cId="617357360" sldId="264"/>
            <ac:inkMk id="202" creationId="{731E3AFA-670B-9854-754B-255A3FC376B0}"/>
          </ac:inkMkLst>
        </pc:inkChg>
        <pc:inkChg chg="add mod">
          <ac:chgData name="O'Connor, Jacqueline Antonia" userId="3b9bfa0c-75a1-427e-ae61-7069a76100c3" providerId="ADAL" clId="{8515B688-85A3-4F26-94E9-C96B7C17EB84}" dt="2022-06-22T22:05:39" v="1524"/>
          <ac:inkMkLst>
            <pc:docMk/>
            <pc:sldMk cId="617357360" sldId="264"/>
            <ac:inkMk id="204" creationId="{0086EFFB-BB26-F88A-3EAC-8E4383FEB186}"/>
          </ac:inkMkLst>
        </pc:inkChg>
        <pc:inkChg chg="add mod">
          <ac:chgData name="O'Connor, Jacqueline Antonia" userId="3b9bfa0c-75a1-427e-ae61-7069a76100c3" providerId="ADAL" clId="{8515B688-85A3-4F26-94E9-C96B7C17EB84}" dt="2022-06-22T22:05:39" v="1524"/>
          <ac:inkMkLst>
            <pc:docMk/>
            <pc:sldMk cId="617357360" sldId="264"/>
            <ac:inkMk id="205" creationId="{765B0291-CB6A-009A-2DF6-72BD67AF0EAF}"/>
          </ac:inkMkLst>
        </pc:inkChg>
        <pc:inkChg chg="add mod">
          <ac:chgData name="O'Connor, Jacqueline Antonia" userId="3b9bfa0c-75a1-427e-ae61-7069a76100c3" providerId="ADAL" clId="{8515B688-85A3-4F26-94E9-C96B7C17EB84}" dt="2022-06-22T22:05:39" v="1524"/>
          <ac:inkMkLst>
            <pc:docMk/>
            <pc:sldMk cId="617357360" sldId="264"/>
            <ac:inkMk id="206" creationId="{850428A0-DE0F-B086-C96B-97DFCC986DAA}"/>
          </ac:inkMkLst>
        </pc:inkChg>
        <pc:inkChg chg="add mod">
          <ac:chgData name="O'Connor, Jacqueline Antonia" userId="3b9bfa0c-75a1-427e-ae61-7069a76100c3" providerId="ADAL" clId="{8515B688-85A3-4F26-94E9-C96B7C17EB84}" dt="2022-06-22T22:05:39" v="1524"/>
          <ac:inkMkLst>
            <pc:docMk/>
            <pc:sldMk cId="617357360" sldId="264"/>
            <ac:inkMk id="207" creationId="{41F3B236-33CE-9F4A-340D-D1AB24C6B7C2}"/>
          </ac:inkMkLst>
        </pc:inkChg>
        <pc:inkChg chg="add mod">
          <ac:chgData name="O'Connor, Jacqueline Antonia" userId="3b9bfa0c-75a1-427e-ae61-7069a76100c3" providerId="ADAL" clId="{8515B688-85A3-4F26-94E9-C96B7C17EB84}" dt="2022-06-22T22:05:39" v="1524"/>
          <ac:inkMkLst>
            <pc:docMk/>
            <pc:sldMk cId="617357360" sldId="264"/>
            <ac:inkMk id="208" creationId="{EEFB27F1-ACFA-ABA4-7D05-CD5F9AC412BA}"/>
          </ac:inkMkLst>
        </pc:inkChg>
        <pc:inkChg chg="add mod">
          <ac:chgData name="O'Connor, Jacqueline Antonia" userId="3b9bfa0c-75a1-427e-ae61-7069a76100c3" providerId="ADAL" clId="{8515B688-85A3-4F26-94E9-C96B7C17EB84}" dt="2022-06-22T22:05:39" v="1524"/>
          <ac:inkMkLst>
            <pc:docMk/>
            <pc:sldMk cId="617357360" sldId="264"/>
            <ac:inkMk id="209" creationId="{3B746EF9-C4EA-0D66-0F76-83926838C447}"/>
          </ac:inkMkLst>
        </pc:inkChg>
        <pc:inkChg chg="add mod">
          <ac:chgData name="O'Connor, Jacqueline Antonia" userId="3b9bfa0c-75a1-427e-ae61-7069a76100c3" providerId="ADAL" clId="{8515B688-85A3-4F26-94E9-C96B7C17EB84}" dt="2022-06-22T22:05:49.823" v="1540"/>
          <ac:inkMkLst>
            <pc:docMk/>
            <pc:sldMk cId="617357360" sldId="264"/>
            <ac:inkMk id="211" creationId="{7F4AFB68-F34D-9CFE-4E08-18BEB91CB09C}"/>
          </ac:inkMkLst>
        </pc:inkChg>
        <pc:inkChg chg="add mod">
          <ac:chgData name="O'Connor, Jacqueline Antonia" userId="3b9bfa0c-75a1-427e-ae61-7069a76100c3" providerId="ADAL" clId="{8515B688-85A3-4F26-94E9-C96B7C17EB84}" dt="2022-06-22T22:05:49.823" v="1540"/>
          <ac:inkMkLst>
            <pc:docMk/>
            <pc:sldMk cId="617357360" sldId="264"/>
            <ac:inkMk id="212" creationId="{0807C209-70CB-5538-CE69-7834416B5D5B}"/>
          </ac:inkMkLst>
        </pc:inkChg>
        <pc:inkChg chg="add mod">
          <ac:chgData name="O'Connor, Jacqueline Antonia" userId="3b9bfa0c-75a1-427e-ae61-7069a76100c3" providerId="ADAL" clId="{8515B688-85A3-4F26-94E9-C96B7C17EB84}" dt="2022-06-22T22:05:49.823" v="1540"/>
          <ac:inkMkLst>
            <pc:docMk/>
            <pc:sldMk cId="617357360" sldId="264"/>
            <ac:inkMk id="214" creationId="{293997D0-5294-AD41-08B6-22786CD34090}"/>
          </ac:inkMkLst>
        </pc:inkChg>
        <pc:inkChg chg="add mod">
          <ac:chgData name="O'Connor, Jacqueline Antonia" userId="3b9bfa0c-75a1-427e-ae61-7069a76100c3" providerId="ADAL" clId="{8515B688-85A3-4F26-94E9-C96B7C17EB84}" dt="2022-06-22T22:05:49.823" v="1540"/>
          <ac:inkMkLst>
            <pc:docMk/>
            <pc:sldMk cId="617357360" sldId="264"/>
            <ac:inkMk id="215" creationId="{9FF27252-0FBB-54B0-C0F6-92F053A9B838}"/>
          </ac:inkMkLst>
        </pc:inkChg>
        <pc:inkChg chg="add mod">
          <ac:chgData name="O'Connor, Jacqueline Antonia" userId="3b9bfa0c-75a1-427e-ae61-7069a76100c3" providerId="ADAL" clId="{8515B688-85A3-4F26-94E9-C96B7C17EB84}" dt="2022-06-22T22:05:49.823" v="1540"/>
          <ac:inkMkLst>
            <pc:docMk/>
            <pc:sldMk cId="617357360" sldId="264"/>
            <ac:inkMk id="216" creationId="{51BEF261-D8CB-0169-3DEB-1B45F4EA9DFE}"/>
          </ac:inkMkLst>
        </pc:inkChg>
        <pc:inkChg chg="add mod">
          <ac:chgData name="O'Connor, Jacqueline Antonia" userId="3b9bfa0c-75a1-427e-ae61-7069a76100c3" providerId="ADAL" clId="{8515B688-85A3-4F26-94E9-C96B7C17EB84}" dt="2022-06-22T22:05:49.823" v="1540"/>
          <ac:inkMkLst>
            <pc:docMk/>
            <pc:sldMk cId="617357360" sldId="264"/>
            <ac:inkMk id="217" creationId="{11A8C705-6394-84FB-9A96-AD50CA909B83}"/>
          </ac:inkMkLst>
        </pc:inkChg>
        <pc:inkChg chg="add mod">
          <ac:chgData name="O'Connor, Jacqueline Antonia" userId="3b9bfa0c-75a1-427e-ae61-7069a76100c3" providerId="ADAL" clId="{8515B688-85A3-4F26-94E9-C96B7C17EB84}" dt="2022-06-22T22:05:49.823" v="1540"/>
          <ac:inkMkLst>
            <pc:docMk/>
            <pc:sldMk cId="617357360" sldId="264"/>
            <ac:inkMk id="218" creationId="{56CE29CC-50BF-E950-B44F-0C0A4B7B26D4}"/>
          </ac:inkMkLst>
        </pc:inkChg>
        <pc:inkChg chg="add mod">
          <ac:chgData name="O'Connor, Jacqueline Antonia" userId="3b9bfa0c-75a1-427e-ae61-7069a76100c3" providerId="ADAL" clId="{8515B688-85A3-4F26-94E9-C96B7C17EB84}" dt="2022-06-22T22:05:49.823" v="1540"/>
          <ac:inkMkLst>
            <pc:docMk/>
            <pc:sldMk cId="617357360" sldId="264"/>
            <ac:inkMk id="219" creationId="{11CAFB88-9DCC-9B48-FDEC-853FE32AD156}"/>
          </ac:inkMkLst>
        </pc:inkChg>
        <pc:inkChg chg="add mod">
          <ac:chgData name="O'Connor, Jacqueline Antonia" userId="3b9bfa0c-75a1-427e-ae61-7069a76100c3" providerId="ADAL" clId="{8515B688-85A3-4F26-94E9-C96B7C17EB84}" dt="2022-06-22T22:05:49.823" v="1540"/>
          <ac:inkMkLst>
            <pc:docMk/>
            <pc:sldMk cId="617357360" sldId="264"/>
            <ac:inkMk id="220" creationId="{A907CFAD-23B8-BE37-9826-AC660C907570}"/>
          </ac:inkMkLst>
        </pc:inkChg>
        <pc:inkChg chg="add mod">
          <ac:chgData name="O'Connor, Jacqueline Antonia" userId="3b9bfa0c-75a1-427e-ae61-7069a76100c3" providerId="ADAL" clId="{8515B688-85A3-4F26-94E9-C96B7C17EB84}" dt="2022-06-22T22:05:49.823" v="1540"/>
          <ac:inkMkLst>
            <pc:docMk/>
            <pc:sldMk cId="617357360" sldId="264"/>
            <ac:inkMk id="221" creationId="{B497C1D1-30AE-C8C3-149D-0A83A3637B07}"/>
          </ac:inkMkLst>
        </pc:inkChg>
        <pc:inkChg chg="add mod">
          <ac:chgData name="O'Connor, Jacqueline Antonia" userId="3b9bfa0c-75a1-427e-ae61-7069a76100c3" providerId="ADAL" clId="{8515B688-85A3-4F26-94E9-C96B7C17EB84}" dt="2022-06-22T22:05:49.823" v="1540"/>
          <ac:inkMkLst>
            <pc:docMk/>
            <pc:sldMk cId="617357360" sldId="264"/>
            <ac:inkMk id="222" creationId="{6707E152-C6C8-BA0F-EAD9-A6C3B0BA6ADE}"/>
          </ac:inkMkLst>
        </pc:inkChg>
        <pc:inkChg chg="add mod">
          <ac:chgData name="O'Connor, Jacqueline Antonia" userId="3b9bfa0c-75a1-427e-ae61-7069a76100c3" providerId="ADAL" clId="{8515B688-85A3-4F26-94E9-C96B7C17EB84}" dt="2022-06-22T22:05:49.823" v="1540"/>
          <ac:inkMkLst>
            <pc:docMk/>
            <pc:sldMk cId="617357360" sldId="264"/>
            <ac:inkMk id="223" creationId="{D679FA65-1303-E6F1-B859-22EC0D71EDAD}"/>
          </ac:inkMkLst>
        </pc:inkChg>
        <pc:inkChg chg="add mod">
          <ac:chgData name="O'Connor, Jacqueline Antonia" userId="3b9bfa0c-75a1-427e-ae61-7069a76100c3" providerId="ADAL" clId="{8515B688-85A3-4F26-94E9-C96B7C17EB84}" dt="2022-06-22T22:05:49.823" v="1540"/>
          <ac:inkMkLst>
            <pc:docMk/>
            <pc:sldMk cId="617357360" sldId="264"/>
            <ac:inkMk id="224" creationId="{A9FB708A-ACC6-C926-0A49-98933D214D55}"/>
          </ac:inkMkLst>
        </pc:inkChg>
        <pc:inkChg chg="add mod">
          <ac:chgData name="O'Connor, Jacqueline Antonia" userId="3b9bfa0c-75a1-427e-ae61-7069a76100c3" providerId="ADAL" clId="{8515B688-85A3-4F26-94E9-C96B7C17EB84}" dt="2022-06-22T22:05:49.823" v="1540"/>
          <ac:inkMkLst>
            <pc:docMk/>
            <pc:sldMk cId="617357360" sldId="264"/>
            <ac:inkMk id="225" creationId="{756AC56D-B904-A34D-2976-43A06F9CE9C8}"/>
          </ac:inkMkLst>
        </pc:inkChg>
        <pc:inkChg chg="add mod">
          <ac:chgData name="O'Connor, Jacqueline Antonia" userId="3b9bfa0c-75a1-427e-ae61-7069a76100c3" providerId="ADAL" clId="{8515B688-85A3-4F26-94E9-C96B7C17EB84}" dt="2022-06-22T22:06:00.096" v="1559"/>
          <ac:inkMkLst>
            <pc:docMk/>
            <pc:sldMk cId="617357360" sldId="264"/>
            <ac:inkMk id="229" creationId="{39749F82-42A9-A00A-5E49-E3D19496ED0B}"/>
          </ac:inkMkLst>
        </pc:inkChg>
        <pc:inkChg chg="add mod">
          <ac:chgData name="O'Connor, Jacqueline Antonia" userId="3b9bfa0c-75a1-427e-ae61-7069a76100c3" providerId="ADAL" clId="{8515B688-85A3-4F26-94E9-C96B7C17EB84}" dt="2022-06-22T22:06:00.096" v="1559"/>
          <ac:inkMkLst>
            <pc:docMk/>
            <pc:sldMk cId="617357360" sldId="264"/>
            <ac:inkMk id="230" creationId="{93EC6354-3064-10B5-7A43-CDE257DD5541}"/>
          </ac:inkMkLst>
        </pc:inkChg>
        <pc:inkChg chg="add mod">
          <ac:chgData name="O'Connor, Jacqueline Antonia" userId="3b9bfa0c-75a1-427e-ae61-7069a76100c3" providerId="ADAL" clId="{8515B688-85A3-4F26-94E9-C96B7C17EB84}" dt="2022-06-22T22:06:00.096" v="1559"/>
          <ac:inkMkLst>
            <pc:docMk/>
            <pc:sldMk cId="617357360" sldId="264"/>
            <ac:inkMk id="231" creationId="{BD021E22-A47F-91B0-04A3-2A1B6E1D8A83}"/>
          </ac:inkMkLst>
        </pc:inkChg>
        <pc:inkChg chg="add mod">
          <ac:chgData name="O'Connor, Jacqueline Antonia" userId="3b9bfa0c-75a1-427e-ae61-7069a76100c3" providerId="ADAL" clId="{8515B688-85A3-4F26-94E9-C96B7C17EB84}" dt="2022-06-22T22:06:00.096" v="1559"/>
          <ac:inkMkLst>
            <pc:docMk/>
            <pc:sldMk cId="617357360" sldId="264"/>
            <ac:inkMk id="233" creationId="{C1D76C84-F94E-43BC-D521-E49BFE850448}"/>
          </ac:inkMkLst>
        </pc:inkChg>
        <pc:inkChg chg="add mod">
          <ac:chgData name="O'Connor, Jacqueline Antonia" userId="3b9bfa0c-75a1-427e-ae61-7069a76100c3" providerId="ADAL" clId="{8515B688-85A3-4F26-94E9-C96B7C17EB84}" dt="2022-06-22T22:06:00.096" v="1559"/>
          <ac:inkMkLst>
            <pc:docMk/>
            <pc:sldMk cId="617357360" sldId="264"/>
            <ac:inkMk id="234" creationId="{31250569-C444-6484-A890-9E6EA977F153}"/>
          </ac:inkMkLst>
        </pc:inkChg>
        <pc:inkChg chg="add">
          <ac:chgData name="O'Connor, Jacqueline Antonia" userId="3b9bfa0c-75a1-427e-ae61-7069a76100c3" providerId="ADAL" clId="{8515B688-85A3-4F26-94E9-C96B7C17EB84}" dt="2022-06-22T22:05:53.438" v="1547" actId="9405"/>
          <ac:inkMkLst>
            <pc:docMk/>
            <pc:sldMk cId="617357360" sldId="264"/>
            <ac:inkMk id="235" creationId="{A4773E22-EF99-B300-CDB9-8786E4C42728}"/>
          </ac:inkMkLst>
        </pc:inkChg>
        <pc:inkChg chg="add mod">
          <ac:chgData name="O'Connor, Jacqueline Antonia" userId="3b9bfa0c-75a1-427e-ae61-7069a76100c3" providerId="ADAL" clId="{8515B688-85A3-4F26-94E9-C96B7C17EB84}" dt="2022-06-22T22:06:00.096" v="1559"/>
          <ac:inkMkLst>
            <pc:docMk/>
            <pc:sldMk cId="617357360" sldId="264"/>
            <ac:inkMk id="237" creationId="{6A3FC32B-4215-491B-5655-96C37572366D}"/>
          </ac:inkMkLst>
        </pc:inkChg>
        <pc:inkChg chg="add mod">
          <ac:chgData name="O'Connor, Jacqueline Antonia" userId="3b9bfa0c-75a1-427e-ae61-7069a76100c3" providerId="ADAL" clId="{8515B688-85A3-4F26-94E9-C96B7C17EB84}" dt="2022-06-22T22:06:00.096" v="1559"/>
          <ac:inkMkLst>
            <pc:docMk/>
            <pc:sldMk cId="617357360" sldId="264"/>
            <ac:inkMk id="238" creationId="{57DF6A03-275C-FBFA-2F09-155EB8C71617}"/>
          </ac:inkMkLst>
        </pc:inkChg>
        <pc:inkChg chg="add mod">
          <ac:chgData name="O'Connor, Jacqueline Antonia" userId="3b9bfa0c-75a1-427e-ae61-7069a76100c3" providerId="ADAL" clId="{8515B688-85A3-4F26-94E9-C96B7C17EB84}" dt="2022-06-22T22:06:00.096" v="1559"/>
          <ac:inkMkLst>
            <pc:docMk/>
            <pc:sldMk cId="617357360" sldId="264"/>
            <ac:inkMk id="239" creationId="{45A5852C-A9B4-3DAE-535F-8BD46E30B260}"/>
          </ac:inkMkLst>
        </pc:inkChg>
        <pc:inkChg chg="add mod">
          <ac:chgData name="O'Connor, Jacqueline Antonia" userId="3b9bfa0c-75a1-427e-ae61-7069a76100c3" providerId="ADAL" clId="{8515B688-85A3-4F26-94E9-C96B7C17EB84}" dt="2022-06-22T22:06:00.096" v="1559"/>
          <ac:inkMkLst>
            <pc:docMk/>
            <pc:sldMk cId="617357360" sldId="264"/>
            <ac:inkMk id="240" creationId="{90DAB942-C877-8A49-303D-46501C600A3B}"/>
          </ac:inkMkLst>
        </pc:inkChg>
        <pc:inkChg chg="add mod">
          <ac:chgData name="O'Connor, Jacqueline Antonia" userId="3b9bfa0c-75a1-427e-ae61-7069a76100c3" providerId="ADAL" clId="{8515B688-85A3-4F26-94E9-C96B7C17EB84}" dt="2022-06-22T22:06:00.096" v="1559"/>
          <ac:inkMkLst>
            <pc:docMk/>
            <pc:sldMk cId="617357360" sldId="264"/>
            <ac:inkMk id="241" creationId="{A6B89BF2-3F53-B815-73DC-2BFDFE0DE808}"/>
          </ac:inkMkLst>
        </pc:inkChg>
        <pc:inkChg chg="add mod">
          <ac:chgData name="O'Connor, Jacqueline Antonia" userId="3b9bfa0c-75a1-427e-ae61-7069a76100c3" providerId="ADAL" clId="{8515B688-85A3-4F26-94E9-C96B7C17EB84}" dt="2022-06-22T22:06:00.096" v="1559"/>
          <ac:inkMkLst>
            <pc:docMk/>
            <pc:sldMk cId="617357360" sldId="264"/>
            <ac:inkMk id="242" creationId="{122FD157-7474-15E5-B36C-BB1450341102}"/>
          </ac:inkMkLst>
        </pc:inkChg>
        <pc:inkChg chg="add mod">
          <ac:chgData name="O'Connor, Jacqueline Antonia" userId="3b9bfa0c-75a1-427e-ae61-7069a76100c3" providerId="ADAL" clId="{8515B688-85A3-4F26-94E9-C96B7C17EB84}" dt="2022-06-22T22:06:00.096" v="1559"/>
          <ac:inkMkLst>
            <pc:docMk/>
            <pc:sldMk cId="617357360" sldId="264"/>
            <ac:inkMk id="243" creationId="{A5173325-93D7-B5B3-60A6-7F582A9F14CE}"/>
          </ac:inkMkLst>
        </pc:inkChg>
        <pc:inkChg chg="add mod">
          <ac:chgData name="O'Connor, Jacqueline Antonia" userId="3b9bfa0c-75a1-427e-ae61-7069a76100c3" providerId="ADAL" clId="{8515B688-85A3-4F26-94E9-C96B7C17EB84}" dt="2022-06-22T22:06:00.096" v="1559"/>
          <ac:inkMkLst>
            <pc:docMk/>
            <pc:sldMk cId="617357360" sldId="264"/>
            <ac:inkMk id="244" creationId="{3C373AEC-D6F4-9FC9-AD81-92D13A8ADB81}"/>
          </ac:inkMkLst>
        </pc:inkChg>
        <pc:inkChg chg="add mod">
          <ac:chgData name="O'Connor, Jacqueline Antonia" userId="3b9bfa0c-75a1-427e-ae61-7069a76100c3" providerId="ADAL" clId="{8515B688-85A3-4F26-94E9-C96B7C17EB84}" dt="2022-06-22T22:06:00.096" v="1559"/>
          <ac:inkMkLst>
            <pc:docMk/>
            <pc:sldMk cId="617357360" sldId="264"/>
            <ac:inkMk id="245" creationId="{EE021768-E8BA-6CD8-80B4-9BE926A3C159}"/>
          </ac:inkMkLst>
        </pc:inkChg>
        <pc:inkChg chg="add mod">
          <ac:chgData name="O'Connor, Jacqueline Antonia" userId="3b9bfa0c-75a1-427e-ae61-7069a76100c3" providerId="ADAL" clId="{8515B688-85A3-4F26-94E9-C96B7C17EB84}" dt="2022-06-22T22:06:00.096" v="1559"/>
          <ac:inkMkLst>
            <pc:docMk/>
            <pc:sldMk cId="617357360" sldId="264"/>
            <ac:inkMk id="246" creationId="{CB55A3B4-4249-50AB-F801-BC651FE0F933}"/>
          </ac:inkMkLst>
        </pc:inkChg>
        <pc:inkChg chg="add mod">
          <ac:chgData name="O'Connor, Jacqueline Antonia" userId="3b9bfa0c-75a1-427e-ae61-7069a76100c3" providerId="ADAL" clId="{8515B688-85A3-4F26-94E9-C96B7C17EB84}" dt="2022-06-22T22:06:23.755" v="1565"/>
          <ac:inkMkLst>
            <pc:docMk/>
            <pc:sldMk cId="617357360" sldId="264"/>
            <ac:inkMk id="249" creationId="{0ABA7026-7417-12D6-7A32-97BF4A841EB4}"/>
          </ac:inkMkLst>
        </pc:inkChg>
        <pc:inkChg chg="add mod">
          <ac:chgData name="O'Connor, Jacqueline Antonia" userId="3b9bfa0c-75a1-427e-ae61-7069a76100c3" providerId="ADAL" clId="{8515B688-85A3-4F26-94E9-C96B7C17EB84}" dt="2022-06-22T22:06:23.755" v="1565"/>
          <ac:inkMkLst>
            <pc:docMk/>
            <pc:sldMk cId="617357360" sldId="264"/>
            <ac:inkMk id="250" creationId="{C898A652-0FBB-8512-B271-981520A9DB71}"/>
          </ac:inkMkLst>
        </pc:inkChg>
        <pc:inkChg chg="add mod">
          <ac:chgData name="O'Connor, Jacqueline Antonia" userId="3b9bfa0c-75a1-427e-ae61-7069a76100c3" providerId="ADAL" clId="{8515B688-85A3-4F26-94E9-C96B7C17EB84}" dt="2022-06-22T22:06:23.755" v="1565"/>
          <ac:inkMkLst>
            <pc:docMk/>
            <pc:sldMk cId="617357360" sldId="264"/>
            <ac:inkMk id="251" creationId="{D813EF3B-D62B-C363-1616-BC53936401A8}"/>
          </ac:inkMkLst>
        </pc:inkChg>
        <pc:inkChg chg="add mod">
          <ac:chgData name="O'Connor, Jacqueline Antonia" userId="3b9bfa0c-75a1-427e-ae61-7069a76100c3" providerId="ADAL" clId="{8515B688-85A3-4F26-94E9-C96B7C17EB84}" dt="2022-06-22T22:06:24.386" v="1566"/>
          <ac:inkMkLst>
            <pc:docMk/>
            <pc:sldMk cId="617357360" sldId="264"/>
            <ac:inkMk id="252" creationId="{B3A0F3ED-D12B-9572-A289-ECB5A5E0BE49}"/>
          </ac:inkMkLst>
        </pc:inkChg>
        <pc:inkChg chg="add del mod">
          <ac:chgData name="O'Connor, Jacqueline Antonia" userId="3b9bfa0c-75a1-427e-ae61-7069a76100c3" providerId="ADAL" clId="{8515B688-85A3-4F26-94E9-C96B7C17EB84}" dt="2022-06-22T22:06:24.386" v="1566"/>
          <ac:inkMkLst>
            <pc:docMk/>
            <pc:sldMk cId="617357360" sldId="264"/>
            <ac:inkMk id="253" creationId="{4399CDB7-E33D-4EAC-28F3-3B10A6EDE266}"/>
          </ac:inkMkLst>
        </pc:inkChg>
        <pc:inkChg chg="add mod">
          <ac:chgData name="O'Connor, Jacqueline Antonia" userId="3b9bfa0c-75a1-427e-ae61-7069a76100c3" providerId="ADAL" clId="{8515B688-85A3-4F26-94E9-C96B7C17EB84}" dt="2022-06-22T22:06:32.905" v="1580"/>
          <ac:inkMkLst>
            <pc:docMk/>
            <pc:sldMk cId="617357360" sldId="264"/>
            <ac:inkMk id="256" creationId="{7302FBE3-3F81-1C10-AFAA-9A17ED01DFCA}"/>
          </ac:inkMkLst>
        </pc:inkChg>
        <pc:inkChg chg="add mod">
          <ac:chgData name="O'Connor, Jacqueline Antonia" userId="3b9bfa0c-75a1-427e-ae61-7069a76100c3" providerId="ADAL" clId="{8515B688-85A3-4F26-94E9-C96B7C17EB84}" dt="2022-06-22T22:06:32.905" v="1580"/>
          <ac:inkMkLst>
            <pc:docMk/>
            <pc:sldMk cId="617357360" sldId="264"/>
            <ac:inkMk id="257" creationId="{DA719064-9025-E1C4-41AD-BEAFA4BA619D}"/>
          </ac:inkMkLst>
        </pc:inkChg>
        <pc:inkChg chg="add mod">
          <ac:chgData name="O'Connor, Jacqueline Antonia" userId="3b9bfa0c-75a1-427e-ae61-7069a76100c3" providerId="ADAL" clId="{8515B688-85A3-4F26-94E9-C96B7C17EB84}" dt="2022-06-22T22:06:32.905" v="1580"/>
          <ac:inkMkLst>
            <pc:docMk/>
            <pc:sldMk cId="617357360" sldId="264"/>
            <ac:inkMk id="259" creationId="{A5F420AE-278B-EE4E-34B3-B852DFC83DFE}"/>
          </ac:inkMkLst>
        </pc:inkChg>
        <pc:inkChg chg="add mod">
          <ac:chgData name="O'Connor, Jacqueline Antonia" userId="3b9bfa0c-75a1-427e-ae61-7069a76100c3" providerId="ADAL" clId="{8515B688-85A3-4F26-94E9-C96B7C17EB84}" dt="2022-06-22T22:06:32.905" v="1580"/>
          <ac:inkMkLst>
            <pc:docMk/>
            <pc:sldMk cId="617357360" sldId="264"/>
            <ac:inkMk id="260" creationId="{1F718A36-9879-40E6-FC4B-730E0E7827D7}"/>
          </ac:inkMkLst>
        </pc:inkChg>
        <pc:inkChg chg="add mod">
          <ac:chgData name="O'Connor, Jacqueline Antonia" userId="3b9bfa0c-75a1-427e-ae61-7069a76100c3" providerId="ADAL" clId="{8515B688-85A3-4F26-94E9-C96B7C17EB84}" dt="2022-06-22T22:06:32.905" v="1580"/>
          <ac:inkMkLst>
            <pc:docMk/>
            <pc:sldMk cId="617357360" sldId="264"/>
            <ac:inkMk id="261" creationId="{63702F25-10C3-0766-17FA-77536640C970}"/>
          </ac:inkMkLst>
        </pc:inkChg>
        <pc:inkChg chg="add mod">
          <ac:chgData name="O'Connor, Jacqueline Antonia" userId="3b9bfa0c-75a1-427e-ae61-7069a76100c3" providerId="ADAL" clId="{8515B688-85A3-4F26-94E9-C96B7C17EB84}" dt="2022-06-22T22:06:32.905" v="1580"/>
          <ac:inkMkLst>
            <pc:docMk/>
            <pc:sldMk cId="617357360" sldId="264"/>
            <ac:inkMk id="262" creationId="{ED15AE46-8953-28B9-E48F-641A05A7FC9F}"/>
          </ac:inkMkLst>
        </pc:inkChg>
        <pc:inkChg chg="add mod">
          <ac:chgData name="O'Connor, Jacqueline Antonia" userId="3b9bfa0c-75a1-427e-ae61-7069a76100c3" providerId="ADAL" clId="{8515B688-85A3-4F26-94E9-C96B7C17EB84}" dt="2022-06-22T22:06:32.905" v="1580"/>
          <ac:inkMkLst>
            <pc:docMk/>
            <pc:sldMk cId="617357360" sldId="264"/>
            <ac:inkMk id="263" creationId="{C74931B7-4C7D-9926-99A3-53E2D4E63D21}"/>
          </ac:inkMkLst>
        </pc:inkChg>
        <pc:inkChg chg="add mod">
          <ac:chgData name="O'Connor, Jacqueline Antonia" userId="3b9bfa0c-75a1-427e-ae61-7069a76100c3" providerId="ADAL" clId="{8515B688-85A3-4F26-94E9-C96B7C17EB84}" dt="2022-06-22T22:06:32.905" v="1580"/>
          <ac:inkMkLst>
            <pc:docMk/>
            <pc:sldMk cId="617357360" sldId="264"/>
            <ac:inkMk id="264" creationId="{BA9851E6-278C-3D6A-E7E0-6E90DCD20E50}"/>
          </ac:inkMkLst>
        </pc:inkChg>
        <pc:inkChg chg="add mod">
          <ac:chgData name="O'Connor, Jacqueline Antonia" userId="3b9bfa0c-75a1-427e-ae61-7069a76100c3" providerId="ADAL" clId="{8515B688-85A3-4F26-94E9-C96B7C17EB84}" dt="2022-06-22T22:06:32.905" v="1580"/>
          <ac:inkMkLst>
            <pc:docMk/>
            <pc:sldMk cId="617357360" sldId="264"/>
            <ac:inkMk id="265" creationId="{0F24B830-42D9-32A1-CC2B-FBD410DB6607}"/>
          </ac:inkMkLst>
        </pc:inkChg>
        <pc:inkChg chg="add mod">
          <ac:chgData name="O'Connor, Jacqueline Antonia" userId="3b9bfa0c-75a1-427e-ae61-7069a76100c3" providerId="ADAL" clId="{8515B688-85A3-4F26-94E9-C96B7C17EB84}" dt="2022-06-22T22:06:32.905" v="1580"/>
          <ac:inkMkLst>
            <pc:docMk/>
            <pc:sldMk cId="617357360" sldId="264"/>
            <ac:inkMk id="266" creationId="{E36C7068-8044-3B00-7DE5-D9F09D701763}"/>
          </ac:inkMkLst>
        </pc:inkChg>
        <pc:inkChg chg="add mod">
          <ac:chgData name="O'Connor, Jacqueline Antonia" userId="3b9bfa0c-75a1-427e-ae61-7069a76100c3" providerId="ADAL" clId="{8515B688-85A3-4F26-94E9-C96B7C17EB84}" dt="2022-06-22T22:06:32.905" v="1580"/>
          <ac:inkMkLst>
            <pc:docMk/>
            <pc:sldMk cId="617357360" sldId="264"/>
            <ac:inkMk id="267" creationId="{CF3CBF97-70C9-DC93-FC31-8323B47F577C}"/>
          </ac:inkMkLst>
        </pc:inkChg>
        <pc:inkChg chg="add mod">
          <ac:chgData name="O'Connor, Jacqueline Antonia" userId="3b9bfa0c-75a1-427e-ae61-7069a76100c3" providerId="ADAL" clId="{8515B688-85A3-4F26-94E9-C96B7C17EB84}" dt="2022-06-22T22:06:32.905" v="1580"/>
          <ac:inkMkLst>
            <pc:docMk/>
            <pc:sldMk cId="617357360" sldId="264"/>
            <ac:inkMk id="268" creationId="{223E2C6E-4F55-EC78-B36C-8F123BF86BD2}"/>
          </ac:inkMkLst>
        </pc:inkChg>
        <pc:inkChg chg="add mod">
          <ac:chgData name="O'Connor, Jacqueline Antonia" userId="3b9bfa0c-75a1-427e-ae61-7069a76100c3" providerId="ADAL" clId="{8515B688-85A3-4F26-94E9-C96B7C17EB84}" dt="2022-06-22T22:06:44.708" v="1593"/>
          <ac:inkMkLst>
            <pc:docMk/>
            <pc:sldMk cId="617357360" sldId="264"/>
            <ac:inkMk id="270" creationId="{027F1AC6-2956-D965-AAD1-DA35E2E5F460}"/>
          </ac:inkMkLst>
        </pc:inkChg>
        <pc:inkChg chg="add mod">
          <ac:chgData name="O'Connor, Jacqueline Antonia" userId="3b9bfa0c-75a1-427e-ae61-7069a76100c3" providerId="ADAL" clId="{8515B688-85A3-4F26-94E9-C96B7C17EB84}" dt="2022-06-22T22:06:44.708" v="1593"/>
          <ac:inkMkLst>
            <pc:docMk/>
            <pc:sldMk cId="617357360" sldId="264"/>
            <ac:inkMk id="271" creationId="{EDC0677F-57E7-3413-0A33-BA3DA9C40816}"/>
          </ac:inkMkLst>
        </pc:inkChg>
        <pc:inkChg chg="add mod">
          <ac:chgData name="O'Connor, Jacqueline Antonia" userId="3b9bfa0c-75a1-427e-ae61-7069a76100c3" providerId="ADAL" clId="{8515B688-85A3-4F26-94E9-C96B7C17EB84}" dt="2022-06-22T22:06:44.708" v="1593"/>
          <ac:inkMkLst>
            <pc:docMk/>
            <pc:sldMk cId="617357360" sldId="264"/>
            <ac:inkMk id="272" creationId="{8D5267A2-24CF-2DF2-1C8E-9FBCDFC01B6F}"/>
          </ac:inkMkLst>
        </pc:inkChg>
        <pc:inkChg chg="add mod">
          <ac:chgData name="O'Connor, Jacqueline Antonia" userId="3b9bfa0c-75a1-427e-ae61-7069a76100c3" providerId="ADAL" clId="{8515B688-85A3-4F26-94E9-C96B7C17EB84}" dt="2022-06-22T22:06:44.708" v="1593"/>
          <ac:inkMkLst>
            <pc:docMk/>
            <pc:sldMk cId="617357360" sldId="264"/>
            <ac:inkMk id="273" creationId="{1D2B91F5-9703-F8BD-6622-1583B37B0B84}"/>
          </ac:inkMkLst>
        </pc:inkChg>
        <pc:inkChg chg="add mod">
          <ac:chgData name="O'Connor, Jacqueline Antonia" userId="3b9bfa0c-75a1-427e-ae61-7069a76100c3" providerId="ADAL" clId="{8515B688-85A3-4F26-94E9-C96B7C17EB84}" dt="2022-06-22T22:06:44.708" v="1593"/>
          <ac:inkMkLst>
            <pc:docMk/>
            <pc:sldMk cId="617357360" sldId="264"/>
            <ac:inkMk id="274" creationId="{592451BA-AADE-DF94-CB56-5DAF719C59A3}"/>
          </ac:inkMkLst>
        </pc:inkChg>
        <pc:inkChg chg="add mod">
          <ac:chgData name="O'Connor, Jacqueline Antonia" userId="3b9bfa0c-75a1-427e-ae61-7069a76100c3" providerId="ADAL" clId="{8515B688-85A3-4F26-94E9-C96B7C17EB84}" dt="2022-06-22T22:06:44.708" v="1593"/>
          <ac:inkMkLst>
            <pc:docMk/>
            <pc:sldMk cId="617357360" sldId="264"/>
            <ac:inkMk id="275" creationId="{D59FB4C0-0E90-CF84-8A80-DA79E0F102EB}"/>
          </ac:inkMkLst>
        </pc:inkChg>
        <pc:inkChg chg="add mod">
          <ac:chgData name="O'Connor, Jacqueline Antonia" userId="3b9bfa0c-75a1-427e-ae61-7069a76100c3" providerId="ADAL" clId="{8515B688-85A3-4F26-94E9-C96B7C17EB84}" dt="2022-06-22T22:06:44.708" v="1593"/>
          <ac:inkMkLst>
            <pc:docMk/>
            <pc:sldMk cId="617357360" sldId="264"/>
            <ac:inkMk id="276" creationId="{497342B0-F403-9DF9-E302-81E4CD7C4FB9}"/>
          </ac:inkMkLst>
        </pc:inkChg>
        <pc:inkChg chg="add mod">
          <ac:chgData name="O'Connor, Jacqueline Antonia" userId="3b9bfa0c-75a1-427e-ae61-7069a76100c3" providerId="ADAL" clId="{8515B688-85A3-4F26-94E9-C96B7C17EB84}" dt="2022-06-22T22:06:44.708" v="1593"/>
          <ac:inkMkLst>
            <pc:docMk/>
            <pc:sldMk cId="617357360" sldId="264"/>
            <ac:inkMk id="277" creationId="{477FD31E-A491-96AC-9D06-89E6DC4D6AA7}"/>
          </ac:inkMkLst>
        </pc:inkChg>
        <pc:inkChg chg="add mod">
          <ac:chgData name="O'Connor, Jacqueline Antonia" userId="3b9bfa0c-75a1-427e-ae61-7069a76100c3" providerId="ADAL" clId="{8515B688-85A3-4F26-94E9-C96B7C17EB84}" dt="2022-06-22T22:06:44.708" v="1593"/>
          <ac:inkMkLst>
            <pc:docMk/>
            <pc:sldMk cId="617357360" sldId="264"/>
            <ac:inkMk id="278" creationId="{DA7F8117-AF78-71F5-B1C0-630F4A9DAA76}"/>
          </ac:inkMkLst>
        </pc:inkChg>
        <pc:inkChg chg="add mod">
          <ac:chgData name="O'Connor, Jacqueline Antonia" userId="3b9bfa0c-75a1-427e-ae61-7069a76100c3" providerId="ADAL" clId="{8515B688-85A3-4F26-94E9-C96B7C17EB84}" dt="2022-06-22T22:06:44.708" v="1593"/>
          <ac:inkMkLst>
            <pc:docMk/>
            <pc:sldMk cId="617357360" sldId="264"/>
            <ac:inkMk id="279" creationId="{DD2FD277-96C4-FDAC-C00C-CF3F80079938}"/>
          </ac:inkMkLst>
        </pc:inkChg>
        <pc:inkChg chg="add mod">
          <ac:chgData name="O'Connor, Jacqueline Antonia" userId="3b9bfa0c-75a1-427e-ae61-7069a76100c3" providerId="ADAL" clId="{8515B688-85A3-4F26-94E9-C96B7C17EB84}" dt="2022-06-22T22:07:15.931" v="1643"/>
          <ac:inkMkLst>
            <pc:docMk/>
            <pc:sldMk cId="617357360" sldId="264"/>
            <ac:inkMk id="280" creationId="{39C50D3E-5BA7-7F37-F602-75DFFD7F63A5}"/>
          </ac:inkMkLst>
        </pc:inkChg>
        <pc:inkChg chg="add mod">
          <ac:chgData name="O'Connor, Jacqueline Antonia" userId="3b9bfa0c-75a1-427e-ae61-7069a76100c3" providerId="ADAL" clId="{8515B688-85A3-4F26-94E9-C96B7C17EB84}" dt="2022-06-22T22:07:15.931" v="1643"/>
          <ac:inkMkLst>
            <pc:docMk/>
            <pc:sldMk cId="617357360" sldId="264"/>
            <ac:inkMk id="281" creationId="{EF34A5E5-AAAC-1746-7147-41060B6F6982}"/>
          </ac:inkMkLst>
        </pc:inkChg>
        <pc:inkChg chg="add mod">
          <ac:chgData name="O'Connor, Jacqueline Antonia" userId="3b9bfa0c-75a1-427e-ae61-7069a76100c3" providerId="ADAL" clId="{8515B688-85A3-4F26-94E9-C96B7C17EB84}" dt="2022-06-22T22:07:15.931" v="1643"/>
          <ac:inkMkLst>
            <pc:docMk/>
            <pc:sldMk cId="617357360" sldId="264"/>
            <ac:inkMk id="285" creationId="{C7DF69A0-6118-AE38-82F1-879F5F9DFAA2}"/>
          </ac:inkMkLst>
        </pc:inkChg>
        <pc:inkChg chg="add mod">
          <ac:chgData name="O'Connor, Jacqueline Antonia" userId="3b9bfa0c-75a1-427e-ae61-7069a76100c3" providerId="ADAL" clId="{8515B688-85A3-4F26-94E9-C96B7C17EB84}" dt="2022-06-22T22:07:15.931" v="1643"/>
          <ac:inkMkLst>
            <pc:docMk/>
            <pc:sldMk cId="617357360" sldId="264"/>
            <ac:inkMk id="286" creationId="{394D93ED-22E8-685E-C476-04AC57DC226D}"/>
          </ac:inkMkLst>
        </pc:inkChg>
        <pc:inkChg chg="add mod">
          <ac:chgData name="O'Connor, Jacqueline Antonia" userId="3b9bfa0c-75a1-427e-ae61-7069a76100c3" providerId="ADAL" clId="{8515B688-85A3-4F26-94E9-C96B7C17EB84}" dt="2022-06-22T22:07:15.931" v="1643"/>
          <ac:inkMkLst>
            <pc:docMk/>
            <pc:sldMk cId="617357360" sldId="264"/>
            <ac:inkMk id="287" creationId="{DF3665F5-7303-72A6-6143-3357063BAE42}"/>
          </ac:inkMkLst>
        </pc:inkChg>
        <pc:inkChg chg="add mod">
          <ac:chgData name="O'Connor, Jacqueline Antonia" userId="3b9bfa0c-75a1-427e-ae61-7069a76100c3" providerId="ADAL" clId="{8515B688-85A3-4F26-94E9-C96B7C17EB84}" dt="2022-06-22T22:07:15.931" v="1643"/>
          <ac:inkMkLst>
            <pc:docMk/>
            <pc:sldMk cId="617357360" sldId="264"/>
            <ac:inkMk id="288" creationId="{528DFA07-C634-FAF1-67CD-BF68A9B0A05C}"/>
          </ac:inkMkLst>
        </pc:inkChg>
        <pc:inkChg chg="add mod">
          <ac:chgData name="O'Connor, Jacqueline Antonia" userId="3b9bfa0c-75a1-427e-ae61-7069a76100c3" providerId="ADAL" clId="{8515B688-85A3-4F26-94E9-C96B7C17EB84}" dt="2022-06-22T22:07:15.931" v="1643"/>
          <ac:inkMkLst>
            <pc:docMk/>
            <pc:sldMk cId="617357360" sldId="264"/>
            <ac:inkMk id="290" creationId="{41671722-A5D6-DEFA-62C4-3B9BBC66F5A6}"/>
          </ac:inkMkLst>
        </pc:inkChg>
        <pc:inkChg chg="add mod">
          <ac:chgData name="O'Connor, Jacqueline Antonia" userId="3b9bfa0c-75a1-427e-ae61-7069a76100c3" providerId="ADAL" clId="{8515B688-85A3-4F26-94E9-C96B7C17EB84}" dt="2022-06-22T22:07:15.931" v="1643"/>
          <ac:inkMkLst>
            <pc:docMk/>
            <pc:sldMk cId="617357360" sldId="264"/>
            <ac:inkMk id="291" creationId="{1343038B-8748-A7BE-8092-302BFB649BA5}"/>
          </ac:inkMkLst>
        </pc:inkChg>
        <pc:inkChg chg="add mod">
          <ac:chgData name="O'Connor, Jacqueline Antonia" userId="3b9bfa0c-75a1-427e-ae61-7069a76100c3" providerId="ADAL" clId="{8515B688-85A3-4F26-94E9-C96B7C17EB84}" dt="2022-06-22T22:07:15.931" v="1643"/>
          <ac:inkMkLst>
            <pc:docMk/>
            <pc:sldMk cId="617357360" sldId="264"/>
            <ac:inkMk id="292" creationId="{7C82EA52-EE21-9991-6701-65DFE55D18B6}"/>
          </ac:inkMkLst>
        </pc:inkChg>
        <pc:inkChg chg="add mod">
          <ac:chgData name="O'Connor, Jacqueline Antonia" userId="3b9bfa0c-75a1-427e-ae61-7069a76100c3" providerId="ADAL" clId="{8515B688-85A3-4F26-94E9-C96B7C17EB84}" dt="2022-06-22T22:07:15.931" v="1643"/>
          <ac:inkMkLst>
            <pc:docMk/>
            <pc:sldMk cId="617357360" sldId="264"/>
            <ac:inkMk id="293" creationId="{75EE4C0F-EF98-2CC6-0B5C-EAABBD2D8C25}"/>
          </ac:inkMkLst>
        </pc:inkChg>
        <pc:inkChg chg="add mod">
          <ac:chgData name="O'Connor, Jacqueline Antonia" userId="3b9bfa0c-75a1-427e-ae61-7069a76100c3" providerId="ADAL" clId="{8515B688-85A3-4F26-94E9-C96B7C17EB84}" dt="2022-06-22T22:07:15.931" v="1643"/>
          <ac:inkMkLst>
            <pc:docMk/>
            <pc:sldMk cId="617357360" sldId="264"/>
            <ac:inkMk id="294" creationId="{347D7851-DE26-73F1-6FAE-9104B0744674}"/>
          </ac:inkMkLst>
        </pc:inkChg>
        <pc:inkChg chg="add mod">
          <ac:chgData name="O'Connor, Jacqueline Antonia" userId="3b9bfa0c-75a1-427e-ae61-7069a76100c3" providerId="ADAL" clId="{8515B688-85A3-4F26-94E9-C96B7C17EB84}" dt="2022-06-22T22:07:15.931" v="1643"/>
          <ac:inkMkLst>
            <pc:docMk/>
            <pc:sldMk cId="617357360" sldId="264"/>
            <ac:inkMk id="296" creationId="{B7C662F8-FED8-47C8-C19D-8F8015BF3B23}"/>
          </ac:inkMkLst>
        </pc:inkChg>
        <pc:inkChg chg="add mod">
          <ac:chgData name="O'Connor, Jacqueline Antonia" userId="3b9bfa0c-75a1-427e-ae61-7069a76100c3" providerId="ADAL" clId="{8515B688-85A3-4F26-94E9-C96B7C17EB84}" dt="2022-06-22T22:07:15.931" v="1643"/>
          <ac:inkMkLst>
            <pc:docMk/>
            <pc:sldMk cId="617357360" sldId="264"/>
            <ac:inkMk id="298" creationId="{1277E64E-3F76-EEE0-3F83-EE95CE604F68}"/>
          </ac:inkMkLst>
        </pc:inkChg>
        <pc:inkChg chg="add mod">
          <ac:chgData name="O'Connor, Jacqueline Antonia" userId="3b9bfa0c-75a1-427e-ae61-7069a76100c3" providerId="ADAL" clId="{8515B688-85A3-4F26-94E9-C96B7C17EB84}" dt="2022-06-22T22:07:15.931" v="1643"/>
          <ac:inkMkLst>
            <pc:docMk/>
            <pc:sldMk cId="617357360" sldId="264"/>
            <ac:inkMk id="299" creationId="{12EC54F3-8090-5642-7281-6A3219CB3090}"/>
          </ac:inkMkLst>
        </pc:inkChg>
        <pc:inkChg chg="add mod">
          <ac:chgData name="O'Connor, Jacqueline Antonia" userId="3b9bfa0c-75a1-427e-ae61-7069a76100c3" providerId="ADAL" clId="{8515B688-85A3-4F26-94E9-C96B7C17EB84}" dt="2022-06-22T22:07:15.931" v="1643"/>
          <ac:inkMkLst>
            <pc:docMk/>
            <pc:sldMk cId="617357360" sldId="264"/>
            <ac:inkMk id="300" creationId="{B3C6313F-2C3C-2753-8946-17141ACCB566}"/>
          </ac:inkMkLst>
        </pc:inkChg>
        <pc:inkChg chg="add mod">
          <ac:chgData name="O'Connor, Jacqueline Antonia" userId="3b9bfa0c-75a1-427e-ae61-7069a76100c3" providerId="ADAL" clId="{8515B688-85A3-4F26-94E9-C96B7C17EB84}" dt="2022-06-22T22:07:15.931" v="1643"/>
          <ac:inkMkLst>
            <pc:docMk/>
            <pc:sldMk cId="617357360" sldId="264"/>
            <ac:inkMk id="301" creationId="{070E99D0-DCBF-A13A-C43F-F9E3696ADFE1}"/>
          </ac:inkMkLst>
        </pc:inkChg>
        <pc:inkChg chg="add mod">
          <ac:chgData name="O'Connor, Jacqueline Antonia" userId="3b9bfa0c-75a1-427e-ae61-7069a76100c3" providerId="ADAL" clId="{8515B688-85A3-4F26-94E9-C96B7C17EB84}" dt="2022-06-22T22:07:15.931" v="1643"/>
          <ac:inkMkLst>
            <pc:docMk/>
            <pc:sldMk cId="617357360" sldId="264"/>
            <ac:inkMk id="302" creationId="{DAF3EF71-85A8-4682-9F4D-99FB0C2F5388}"/>
          </ac:inkMkLst>
        </pc:inkChg>
        <pc:inkChg chg="add mod">
          <ac:chgData name="O'Connor, Jacqueline Antonia" userId="3b9bfa0c-75a1-427e-ae61-7069a76100c3" providerId="ADAL" clId="{8515B688-85A3-4F26-94E9-C96B7C17EB84}" dt="2022-06-22T22:07:15.931" v="1643"/>
          <ac:inkMkLst>
            <pc:docMk/>
            <pc:sldMk cId="617357360" sldId="264"/>
            <ac:inkMk id="303" creationId="{AEA650B0-A51B-5330-A72E-C3DDABA5E997}"/>
          </ac:inkMkLst>
        </pc:inkChg>
        <pc:inkChg chg="add mod">
          <ac:chgData name="O'Connor, Jacqueline Antonia" userId="3b9bfa0c-75a1-427e-ae61-7069a76100c3" providerId="ADAL" clId="{8515B688-85A3-4F26-94E9-C96B7C17EB84}" dt="2022-06-22T22:07:15.931" v="1643"/>
          <ac:inkMkLst>
            <pc:docMk/>
            <pc:sldMk cId="617357360" sldId="264"/>
            <ac:inkMk id="304" creationId="{B8004B14-8DCF-6CF3-75D2-63C3FF1211D8}"/>
          </ac:inkMkLst>
        </pc:inkChg>
        <pc:inkChg chg="add mod">
          <ac:chgData name="O'Connor, Jacqueline Antonia" userId="3b9bfa0c-75a1-427e-ae61-7069a76100c3" providerId="ADAL" clId="{8515B688-85A3-4F26-94E9-C96B7C17EB84}" dt="2022-06-22T22:07:15.931" v="1643"/>
          <ac:inkMkLst>
            <pc:docMk/>
            <pc:sldMk cId="617357360" sldId="264"/>
            <ac:inkMk id="305" creationId="{3C393430-A7A4-F590-D9B9-21E93C9D3898}"/>
          </ac:inkMkLst>
        </pc:inkChg>
        <pc:inkChg chg="add mod">
          <ac:chgData name="O'Connor, Jacqueline Antonia" userId="3b9bfa0c-75a1-427e-ae61-7069a76100c3" providerId="ADAL" clId="{8515B688-85A3-4F26-94E9-C96B7C17EB84}" dt="2022-06-22T22:07:15.931" v="1643"/>
          <ac:inkMkLst>
            <pc:docMk/>
            <pc:sldMk cId="617357360" sldId="264"/>
            <ac:inkMk id="306" creationId="{2800D9F0-81EF-D1CF-4FB5-BFDDF87E4494}"/>
          </ac:inkMkLst>
        </pc:inkChg>
        <pc:inkChg chg="add mod">
          <ac:chgData name="O'Connor, Jacqueline Antonia" userId="3b9bfa0c-75a1-427e-ae61-7069a76100c3" providerId="ADAL" clId="{8515B688-85A3-4F26-94E9-C96B7C17EB84}" dt="2022-06-22T22:07:15.931" v="1643"/>
          <ac:inkMkLst>
            <pc:docMk/>
            <pc:sldMk cId="617357360" sldId="264"/>
            <ac:inkMk id="307" creationId="{48A5FE77-FEC1-2435-B849-147599951F3D}"/>
          </ac:inkMkLst>
        </pc:inkChg>
        <pc:inkChg chg="add mod">
          <ac:chgData name="O'Connor, Jacqueline Antonia" userId="3b9bfa0c-75a1-427e-ae61-7069a76100c3" providerId="ADAL" clId="{8515B688-85A3-4F26-94E9-C96B7C17EB84}" dt="2022-06-22T22:07:15.931" v="1643"/>
          <ac:inkMkLst>
            <pc:docMk/>
            <pc:sldMk cId="617357360" sldId="264"/>
            <ac:inkMk id="308" creationId="{EF311400-3EE8-E5D8-C516-BEF84EA7CF00}"/>
          </ac:inkMkLst>
        </pc:inkChg>
        <pc:inkChg chg="add mod">
          <ac:chgData name="O'Connor, Jacqueline Antonia" userId="3b9bfa0c-75a1-427e-ae61-7069a76100c3" providerId="ADAL" clId="{8515B688-85A3-4F26-94E9-C96B7C17EB84}" dt="2022-06-22T22:07:15.931" v="1643"/>
          <ac:inkMkLst>
            <pc:docMk/>
            <pc:sldMk cId="617357360" sldId="264"/>
            <ac:inkMk id="311" creationId="{5248A11E-700F-00F6-1071-8D4C6FA66BF0}"/>
          </ac:inkMkLst>
        </pc:inkChg>
        <pc:inkChg chg="add mod">
          <ac:chgData name="O'Connor, Jacqueline Antonia" userId="3b9bfa0c-75a1-427e-ae61-7069a76100c3" providerId="ADAL" clId="{8515B688-85A3-4F26-94E9-C96B7C17EB84}" dt="2022-06-22T22:07:15.931" v="1643"/>
          <ac:inkMkLst>
            <pc:docMk/>
            <pc:sldMk cId="617357360" sldId="264"/>
            <ac:inkMk id="312" creationId="{687AB886-0644-37DD-1C2D-00E9B2BF4F30}"/>
          </ac:inkMkLst>
        </pc:inkChg>
        <pc:inkChg chg="add mod">
          <ac:chgData name="O'Connor, Jacqueline Antonia" userId="3b9bfa0c-75a1-427e-ae61-7069a76100c3" providerId="ADAL" clId="{8515B688-85A3-4F26-94E9-C96B7C17EB84}" dt="2022-06-22T22:07:15.931" v="1643"/>
          <ac:inkMkLst>
            <pc:docMk/>
            <pc:sldMk cId="617357360" sldId="264"/>
            <ac:inkMk id="313" creationId="{6E19BCCC-59AA-4E35-B524-A1BB8C6F8D5E}"/>
          </ac:inkMkLst>
        </pc:inkChg>
        <pc:inkChg chg="add mod">
          <ac:chgData name="O'Connor, Jacqueline Antonia" userId="3b9bfa0c-75a1-427e-ae61-7069a76100c3" providerId="ADAL" clId="{8515B688-85A3-4F26-94E9-C96B7C17EB84}" dt="2022-06-22T22:07:15.931" v="1643"/>
          <ac:inkMkLst>
            <pc:docMk/>
            <pc:sldMk cId="617357360" sldId="264"/>
            <ac:inkMk id="315" creationId="{6BB62B7C-CF0D-4DE1-EF3B-B364786BCCC0}"/>
          </ac:inkMkLst>
        </pc:inkChg>
        <pc:inkChg chg="add mod">
          <ac:chgData name="O'Connor, Jacqueline Antonia" userId="3b9bfa0c-75a1-427e-ae61-7069a76100c3" providerId="ADAL" clId="{8515B688-85A3-4F26-94E9-C96B7C17EB84}" dt="2022-06-22T22:07:15.931" v="1643"/>
          <ac:inkMkLst>
            <pc:docMk/>
            <pc:sldMk cId="617357360" sldId="264"/>
            <ac:inkMk id="316" creationId="{55D3B2C2-2DE5-7A63-2F4D-6FC659311ED1}"/>
          </ac:inkMkLst>
        </pc:inkChg>
        <pc:inkChg chg="add mod">
          <ac:chgData name="O'Connor, Jacqueline Antonia" userId="3b9bfa0c-75a1-427e-ae61-7069a76100c3" providerId="ADAL" clId="{8515B688-85A3-4F26-94E9-C96B7C17EB84}" dt="2022-06-22T22:07:15.931" v="1643"/>
          <ac:inkMkLst>
            <pc:docMk/>
            <pc:sldMk cId="617357360" sldId="264"/>
            <ac:inkMk id="317" creationId="{23710255-2DFC-AE5B-4520-2F736AE453AC}"/>
          </ac:inkMkLst>
        </pc:inkChg>
        <pc:inkChg chg="add mod">
          <ac:chgData name="O'Connor, Jacqueline Antonia" userId="3b9bfa0c-75a1-427e-ae61-7069a76100c3" providerId="ADAL" clId="{8515B688-85A3-4F26-94E9-C96B7C17EB84}" dt="2022-06-22T22:07:15.931" v="1643"/>
          <ac:inkMkLst>
            <pc:docMk/>
            <pc:sldMk cId="617357360" sldId="264"/>
            <ac:inkMk id="318" creationId="{7CDBFD3A-A335-FF8D-7D21-1C0E6C00C3FD}"/>
          </ac:inkMkLst>
        </pc:inkChg>
        <pc:inkChg chg="add mod">
          <ac:chgData name="O'Connor, Jacqueline Antonia" userId="3b9bfa0c-75a1-427e-ae61-7069a76100c3" providerId="ADAL" clId="{8515B688-85A3-4F26-94E9-C96B7C17EB84}" dt="2022-06-22T22:07:15.931" v="1643"/>
          <ac:inkMkLst>
            <pc:docMk/>
            <pc:sldMk cId="617357360" sldId="264"/>
            <ac:inkMk id="319" creationId="{DD533562-4BF7-7ED6-7A5F-FA0743DF8E55}"/>
          </ac:inkMkLst>
        </pc:inkChg>
        <pc:inkChg chg="add mod">
          <ac:chgData name="O'Connor, Jacqueline Antonia" userId="3b9bfa0c-75a1-427e-ae61-7069a76100c3" providerId="ADAL" clId="{8515B688-85A3-4F26-94E9-C96B7C17EB84}" dt="2022-06-22T22:07:15.931" v="1643"/>
          <ac:inkMkLst>
            <pc:docMk/>
            <pc:sldMk cId="617357360" sldId="264"/>
            <ac:inkMk id="320" creationId="{519EDE00-4D2B-1D8E-0C34-480CE5EF1594}"/>
          </ac:inkMkLst>
        </pc:inkChg>
        <pc:inkChg chg="add mod">
          <ac:chgData name="O'Connor, Jacqueline Antonia" userId="3b9bfa0c-75a1-427e-ae61-7069a76100c3" providerId="ADAL" clId="{8515B688-85A3-4F26-94E9-C96B7C17EB84}" dt="2022-06-22T22:07:15.931" v="1643"/>
          <ac:inkMkLst>
            <pc:docMk/>
            <pc:sldMk cId="617357360" sldId="264"/>
            <ac:inkMk id="322" creationId="{07E1780B-14B6-BEED-DC97-8C9416BA58F7}"/>
          </ac:inkMkLst>
        </pc:inkChg>
        <pc:inkChg chg="add mod">
          <ac:chgData name="O'Connor, Jacqueline Antonia" userId="3b9bfa0c-75a1-427e-ae61-7069a76100c3" providerId="ADAL" clId="{8515B688-85A3-4F26-94E9-C96B7C17EB84}" dt="2022-06-22T22:07:15.931" v="1643"/>
          <ac:inkMkLst>
            <pc:docMk/>
            <pc:sldMk cId="617357360" sldId="264"/>
            <ac:inkMk id="323" creationId="{EA73C94B-ABF8-154A-7ADB-516C0CC98F00}"/>
          </ac:inkMkLst>
        </pc:inkChg>
        <pc:inkChg chg="add mod">
          <ac:chgData name="O'Connor, Jacqueline Antonia" userId="3b9bfa0c-75a1-427e-ae61-7069a76100c3" providerId="ADAL" clId="{8515B688-85A3-4F26-94E9-C96B7C17EB84}" dt="2022-06-22T22:07:15.931" v="1643"/>
          <ac:inkMkLst>
            <pc:docMk/>
            <pc:sldMk cId="617357360" sldId="264"/>
            <ac:inkMk id="324" creationId="{DDFDB811-E77E-A5D6-D1A9-D720831C5DB7}"/>
          </ac:inkMkLst>
        </pc:inkChg>
        <pc:inkChg chg="add mod">
          <ac:chgData name="O'Connor, Jacqueline Antonia" userId="3b9bfa0c-75a1-427e-ae61-7069a76100c3" providerId="ADAL" clId="{8515B688-85A3-4F26-94E9-C96B7C17EB84}" dt="2022-06-22T22:07:15.931" v="1643"/>
          <ac:inkMkLst>
            <pc:docMk/>
            <pc:sldMk cId="617357360" sldId="264"/>
            <ac:inkMk id="325" creationId="{0811956B-1011-21D6-4C5B-0BEFE1DA7C55}"/>
          </ac:inkMkLst>
        </pc:inkChg>
        <pc:inkChg chg="add mod">
          <ac:chgData name="O'Connor, Jacqueline Antonia" userId="3b9bfa0c-75a1-427e-ae61-7069a76100c3" providerId="ADAL" clId="{8515B688-85A3-4F26-94E9-C96B7C17EB84}" dt="2022-06-22T22:07:15.931" v="1643"/>
          <ac:inkMkLst>
            <pc:docMk/>
            <pc:sldMk cId="617357360" sldId="264"/>
            <ac:inkMk id="327" creationId="{BD6983CD-03C0-9AC3-3896-26C11209A691}"/>
          </ac:inkMkLst>
        </pc:inkChg>
        <pc:inkChg chg="add mod">
          <ac:chgData name="O'Connor, Jacqueline Antonia" userId="3b9bfa0c-75a1-427e-ae61-7069a76100c3" providerId="ADAL" clId="{8515B688-85A3-4F26-94E9-C96B7C17EB84}" dt="2022-06-22T22:07:15.931" v="1643"/>
          <ac:inkMkLst>
            <pc:docMk/>
            <pc:sldMk cId="617357360" sldId="264"/>
            <ac:inkMk id="328" creationId="{EC80A7EC-2EEE-C60D-E423-7A0D74A618B0}"/>
          </ac:inkMkLst>
        </pc:inkChg>
        <pc:inkChg chg="add mod">
          <ac:chgData name="O'Connor, Jacqueline Antonia" userId="3b9bfa0c-75a1-427e-ae61-7069a76100c3" providerId="ADAL" clId="{8515B688-85A3-4F26-94E9-C96B7C17EB84}" dt="2022-06-22T22:07:15.931" v="1643"/>
          <ac:inkMkLst>
            <pc:docMk/>
            <pc:sldMk cId="617357360" sldId="264"/>
            <ac:inkMk id="329" creationId="{4E983462-A07C-6211-5359-C9A3F79CEB7E}"/>
          </ac:inkMkLst>
        </pc:inkChg>
        <pc:inkChg chg="add mod">
          <ac:chgData name="O'Connor, Jacqueline Antonia" userId="3b9bfa0c-75a1-427e-ae61-7069a76100c3" providerId="ADAL" clId="{8515B688-85A3-4F26-94E9-C96B7C17EB84}" dt="2022-06-22T22:07:15.931" v="1643"/>
          <ac:inkMkLst>
            <pc:docMk/>
            <pc:sldMk cId="617357360" sldId="264"/>
            <ac:inkMk id="330" creationId="{E7DF9731-2603-2A8E-D1F7-7B4EC71CCD91}"/>
          </ac:inkMkLst>
        </pc:inkChg>
        <pc:inkChg chg="add mod">
          <ac:chgData name="O'Connor, Jacqueline Antonia" userId="3b9bfa0c-75a1-427e-ae61-7069a76100c3" providerId="ADAL" clId="{8515B688-85A3-4F26-94E9-C96B7C17EB84}" dt="2022-06-22T22:07:15.931" v="1643"/>
          <ac:inkMkLst>
            <pc:docMk/>
            <pc:sldMk cId="617357360" sldId="264"/>
            <ac:inkMk id="331" creationId="{E7138CDB-1D85-8C4C-7AC1-C1C586B44B19}"/>
          </ac:inkMkLst>
        </pc:inkChg>
        <pc:inkChg chg="add mod">
          <ac:chgData name="O'Connor, Jacqueline Antonia" userId="3b9bfa0c-75a1-427e-ae61-7069a76100c3" providerId="ADAL" clId="{8515B688-85A3-4F26-94E9-C96B7C17EB84}" dt="2022-06-22T22:07:15.931" v="1643"/>
          <ac:inkMkLst>
            <pc:docMk/>
            <pc:sldMk cId="617357360" sldId="264"/>
            <ac:inkMk id="332" creationId="{C11D37F5-E2B7-F828-9095-49A978406C3E}"/>
          </ac:inkMkLst>
        </pc:inkChg>
        <pc:inkChg chg="add mod">
          <ac:chgData name="O'Connor, Jacqueline Antonia" userId="3b9bfa0c-75a1-427e-ae61-7069a76100c3" providerId="ADAL" clId="{8515B688-85A3-4F26-94E9-C96B7C17EB84}" dt="2022-06-22T22:07:15.931" v="1643"/>
          <ac:inkMkLst>
            <pc:docMk/>
            <pc:sldMk cId="617357360" sldId="264"/>
            <ac:inkMk id="333" creationId="{72FD4518-2E92-25DB-53C2-0B05E8B6AE7C}"/>
          </ac:inkMkLst>
        </pc:inkChg>
        <pc:inkChg chg="add mod">
          <ac:chgData name="O'Connor, Jacqueline Antonia" userId="3b9bfa0c-75a1-427e-ae61-7069a76100c3" providerId="ADAL" clId="{8515B688-85A3-4F26-94E9-C96B7C17EB84}" dt="2022-06-22T22:07:15.931" v="1643"/>
          <ac:inkMkLst>
            <pc:docMk/>
            <pc:sldMk cId="617357360" sldId="264"/>
            <ac:inkMk id="334" creationId="{E0CF9B22-B099-3E70-6496-52D1AAC89B3F}"/>
          </ac:inkMkLst>
        </pc:inkChg>
      </pc:sldChg>
      <pc:sldChg chg="addSp delSp modSp new mod">
        <pc:chgData name="O'Connor, Jacqueline Antonia" userId="3b9bfa0c-75a1-427e-ae61-7069a76100c3" providerId="ADAL" clId="{8515B688-85A3-4F26-94E9-C96B7C17EB84}" dt="2022-06-22T22:16:19.748" v="1980"/>
        <pc:sldMkLst>
          <pc:docMk/>
          <pc:sldMk cId="1366005906" sldId="265"/>
        </pc:sldMkLst>
        <pc:grpChg chg="mod">
          <ac:chgData name="O'Connor, Jacqueline Antonia" userId="3b9bfa0c-75a1-427e-ae61-7069a76100c3" providerId="ADAL" clId="{8515B688-85A3-4F26-94E9-C96B7C17EB84}" dt="2022-06-22T22:10:23.683" v="1651"/>
          <ac:grpSpMkLst>
            <pc:docMk/>
            <pc:sldMk cId="1366005906" sldId="265"/>
            <ac:grpSpMk id="9" creationId="{DF7A021F-0CFE-E874-7BFE-4A2DA36197A1}"/>
          </ac:grpSpMkLst>
        </pc:grpChg>
        <pc:grpChg chg="mod">
          <ac:chgData name="O'Connor, Jacqueline Antonia" userId="3b9bfa0c-75a1-427e-ae61-7069a76100c3" providerId="ADAL" clId="{8515B688-85A3-4F26-94E9-C96B7C17EB84}" dt="2022-06-22T22:10:30.388" v="1658"/>
          <ac:grpSpMkLst>
            <pc:docMk/>
            <pc:sldMk cId="1366005906" sldId="265"/>
            <ac:grpSpMk id="16" creationId="{D8EF853B-1623-80BF-41A4-E79161E4B9C1}"/>
          </ac:grpSpMkLst>
        </pc:grpChg>
        <pc:grpChg chg="mod">
          <ac:chgData name="O'Connor, Jacqueline Antonia" userId="3b9bfa0c-75a1-427e-ae61-7069a76100c3" providerId="ADAL" clId="{8515B688-85A3-4F26-94E9-C96B7C17EB84}" dt="2022-06-22T22:10:30.388" v="1658"/>
          <ac:grpSpMkLst>
            <pc:docMk/>
            <pc:sldMk cId="1366005906" sldId="265"/>
            <ac:grpSpMk id="17" creationId="{32A4FB62-5A15-1923-07E9-1C0D9519ABE4}"/>
          </ac:grpSpMkLst>
        </pc:grpChg>
        <pc:grpChg chg="mod">
          <ac:chgData name="O'Connor, Jacqueline Antonia" userId="3b9bfa0c-75a1-427e-ae61-7069a76100c3" providerId="ADAL" clId="{8515B688-85A3-4F26-94E9-C96B7C17EB84}" dt="2022-06-22T22:10:41.891" v="1682"/>
          <ac:grpSpMkLst>
            <pc:docMk/>
            <pc:sldMk cId="1366005906" sldId="265"/>
            <ac:grpSpMk id="41" creationId="{94B847EC-F866-8C28-BEB4-6AD844845C45}"/>
          </ac:grpSpMkLst>
        </pc:grpChg>
        <pc:grpChg chg="mod">
          <ac:chgData name="O'Connor, Jacqueline Antonia" userId="3b9bfa0c-75a1-427e-ae61-7069a76100c3" providerId="ADAL" clId="{8515B688-85A3-4F26-94E9-C96B7C17EB84}" dt="2022-06-22T22:10:41.891" v="1682"/>
          <ac:grpSpMkLst>
            <pc:docMk/>
            <pc:sldMk cId="1366005906" sldId="265"/>
            <ac:grpSpMk id="42" creationId="{1B8D6395-3B92-1FEE-D7E3-7E1C4A07B906}"/>
          </ac:grpSpMkLst>
        </pc:grpChg>
        <pc:grpChg chg="mod">
          <ac:chgData name="O'Connor, Jacqueline Antonia" userId="3b9bfa0c-75a1-427e-ae61-7069a76100c3" providerId="ADAL" clId="{8515B688-85A3-4F26-94E9-C96B7C17EB84}" dt="2022-06-22T22:10:53.983" v="1690"/>
          <ac:grpSpMkLst>
            <pc:docMk/>
            <pc:sldMk cId="1366005906" sldId="265"/>
            <ac:grpSpMk id="50" creationId="{00996DE6-6581-59B6-CB1E-CF33870CE7AD}"/>
          </ac:grpSpMkLst>
        </pc:grpChg>
        <pc:grpChg chg="mod">
          <ac:chgData name="O'Connor, Jacqueline Antonia" userId="3b9bfa0c-75a1-427e-ae61-7069a76100c3" providerId="ADAL" clId="{8515B688-85A3-4F26-94E9-C96B7C17EB84}" dt="2022-06-22T22:11:24.670" v="1696"/>
          <ac:grpSpMkLst>
            <pc:docMk/>
            <pc:sldMk cId="1366005906" sldId="265"/>
            <ac:grpSpMk id="56" creationId="{B7319061-E586-DC51-DDB4-FF77C4FAB057}"/>
          </ac:grpSpMkLst>
        </pc:grpChg>
        <pc:grpChg chg="mod">
          <ac:chgData name="O'Connor, Jacqueline Antonia" userId="3b9bfa0c-75a1-427e-ae61-7069a76100c3" providerId="ADAL" clId="{8515B688-85A3-4F26-94E9-C96B7C17EB84}" dt="2022-06-22T22:11:24.670" v="1696"/>
          <ac:grpSpMkLst>
            <pc:docMk/>
            <pc:sldMk cId="1366005906" sldId="265"/>
            <ac:grpSpMk id="57" creationId="{EEDB5DC2-DCC3-DF4C-8441-B63BD62B7C87}"/>
          </ac:grpSpMkLst>
        </pc:grpChg>
        <pc:grpChg chg="mod">
          <ac:chgData name="O'Connor, Jacqueline Antonia" userId="3b9bfa0c-75a1-427e-ae61-7069a76100c3" providerId="ADAL" clId="{8515B688-85A3-4F26-94E9-C96B7C17EB84}" dt="2022-06-22T22:11:32.786" v="1705"/>
          <ac:grpSpMkLst>
            <pc:docMk/>
            <pc:sldMk cId="1366005906" sldId="265"/>
            <ac:grpSpMk id="66" creationId="{E3F35418-D985-9FB5-1AB7-ACF3086458F5}"/>
          </ac:grpSpMkLst>
        </pc:grpChg>
        <pc:grpChg chg="mod">
          <ac:chgData name="O'Connor, Jacqueline Antonia" userId="3b9bfa0c-75a1-427e-ae61-7069a76100c3" providerId="ADAL" clId="{8515B688-85A3-4F26-94E9-C96B7C17EB84}" dt="2022-06-22T22:11:45.161" v="1711"/>
          <ac:grpSpMkLst>
            <pc:docMk/>
            <pc:sldMk cId="1366005906" sldId="265"/>
            <ac:grpSpMk id="72" creationId="{4E1E907C-8D86-2BDA-0A71-C5A8569AC479}"/>
          </ac:grpSpMkLst>
        </pc:grpChg>
        <pc:grpChg chg="mod">
          <ac:chgData name="O'Connor, Jacqueline Antonia" userId="3b9bfa0c-75a1-427e-ae61-7069a76100c3" providerId="ADAL" clId="{8515B688-85A3-4F26-94E9-C96B7C17EB84}" dt="2022-06-22T22:11:53.096" v="1722"/>
          <ac:grpSpMkLst>
            <pc:docMk/>
            <pc:sldMk cId="1366005906" sldId="265"/>
            <ac:grpSpMk id="83" creationId="{F720E304-35B7-060A-6B81-3BD70B2233ED}"/>
          </ac:grpSpMkLst>
        </pc:grpChg>
        <pc:grpChg chg="mod">
          <ac:chgData name="O'Connor, Jacqueline Antonia" userId="3b9bfa0c-75a1-427e-ae61-7069a76100c3" providerId="ADAL" clId="{8515B688-85A3-4F26-94E9-C96B7C17EB84}" dt="2022-06-22T22:12:15.280" v="1725"/>
          <ac:grpSpMkLst>
            <pc:docMk/>
            <pc:sldMk cId="1366005906" sldId="265"/>
            <ac:grpSpMk id="86" creationId="{11D1AF0C-B964-6434-A7EB-B9B30E635256}"/>
          </ac:grpSpMkLst>
        </pc:grpChg>
        <pc:grpChg chg="del mod">
          <ac:chgData name="O'Connor, Jacqueline Antonia" userId="3b9bfa0c-75a1-427e-ae61-7069a76100c3" providerId="ADAL" clId="{8515B688-85A3-4F26-94E9-C96B7C17EB84}" dt="2022-06-22T22:12:22.819" v="1732"/>
          <ac:grpSpMkLst>
            <pc:docMk/>
            <pc:sldMk cId="1366005906" sldId="265"/>
            <ac:grpSpMk id="89" creationId="{3C9E6BE6-8700-06D4-6705-65E136EAC626}"/>
          </ac:grpSpMkLst>
        </pc:grpChg>
        <pc:grpChg chg="mod">
          <ac:chgData name="O'Connor, Jacqueline Antonia" userId="3b9bfa0c-75a1-427e-ae61-7069a76100c3" providerId="ADAL" clId="{8515B688-85A3-4F26-94E9-C96B7C17EB84}" dt="2022-06-22T22:12:22.819" v="1732"/>
          <ac:grpSpMkLst>
            <pc:docMk/>
            <pc:sldMk cId="1366005906" sldId="265"/>
            <ac:grpSpMk id="93" creationId="{B6FBA661-3ED4-0663-D3EF-A826DDE804C0}"/>
          </ac:grpSpMkLst>
        </pc:grpChg>
        <pc:grpChg chg="mod">
          <ac:chgData name="O'Connor, Jacqueline Antonia" userId="3b9bfa0c-75a1-427e-ae61-7069a76100c3" providerId="ADAL" clId="{8515B688-85A3-4F26-94E9-C96B7C17EB84}" dt="2022-06-22T22:12:27.808" v="1738"/>
          <ac:grpSpMkLst>
            <pc:docMk/>
            <pc:sldMk cId="1366005906" sldId="265"/>
            <ac:grpSpMk id="99" creationId="{53097BA9-B35D-0ACB-A607-586EC348752E}"/>
          </ac:grpSpMkLst>
        </pc:grpChg>
        <pc:grpChg chg="mod">
          <ac:chgData name="O'Connor, Jacqueline Antonia" userId="3b9bfa0c-75a1-427e-ae61-7069a76100c3" providerId="ADAL" clId="{8515B688-85A3-4F26-94E9-C96B7C17EB84}" dt="2022-06-22T22:12:27.808" v="1738"/>
          <ac:grpSpMkLst>
            <pc:docMk/>
            <pc:sldMk cId="1366005906" sldId="265"/>
            <ac:grpSpMk id="100" creationId="{02C533E6-E35D-3EA9-BCB4-48887A056396}"/>
          </ac:grpSpMkLst>
        </pc:grpChg>
        <pc:grpChg chg="mod">
          <ac:chgData name="O'Connor, Jacqueline Antonia" userId="3b9bfa0c-75a1-427e-ae61-7069a76100c3" providerId="ADAL" clId="{8515B688-85A3-4F26-94E9-C96B7C17EB84}" dt="2022-06-22T22:12:30.273" v="1743"/>
          <ac:grpSpMkLst>
            <pc:docMk/>
            <pc:sldMk cId="1366005906" sldId="265"/>
            <ac:grpSpMk id="105" creationId="{E04FAFEF-4D99-5664-C219-A2DA1F880E29}"/>
          </ac:grpSpMkLst>
        </pc:grpChg>
        <pc:grpChg chg="mod">
          <ac:chgData name="O'Connor, Jacqueline Antonia" userId="3b9bfa0c-75a1-427e-ae61-7069a76100c3" providerId="ADAL" clId="{8515B688-85A3-4F26-94E9-C96B7C17EB84}" dt="2022-06-22T22:12:30.273" v="1743"/>
          <ac:grpSpMkLst>
            <pc:docMk/>
            <pc:sldMk cId="1366005906" sldId="265"/>
            <ac:grpSpMk id="106" creationId="{5BC4293E-1363-F475-3D8D-B61F0EB5C7BF}"/>
          </ac:grpSpMkLst>
        </pc:grpChg>
        <pc:grpChg chg="mod">
          <ac:chgData name="O'Connor, Jacqueline Antonia" userId="3b9bfa0c-75a1-427e-ae61-7069a76100c3" providerId="ADAL" clId="{8515B688-85A3-4F26-94E9-C96B7C17EB84}" dt="2022-06-22T22:12:40.508" v="1746"/>
          <ac:grpSpMkLst>
            <pc:docMk/>
            <pc:sldMk cId="1366005906" sldId="265"/>
            <ac:grpSpMk id="109" creationId="{435B59E1-FAD4-B349-DDB4-AFC11D25E3A2}"/>
          </ac:grpSpMkLst>
        </pc:grpChg>
        <pc:grpChg chg="del mod">
          <ac:chgData name="O'Connor, Jacqueline Antonia" userId="3b9bfa0c-75a1-427e-ae61-7069a76100c3" providerId="ADAL" clId="{8515B688-85A3-4F26-94E9-C96B7C17EB84}" dt="2022-06-22T22:12:46.393" v="1758"/>
          <ac:grpSpMkLst>
            <pc:docMk/>
            <pc:sldMk cId="1366005906" sldId="265"/>
            <ac:grpSpMk id="114" creationId="{36AB7DCF-8708-AC8A-006B-DA06F052496F}"/>
          </ac:grpSpMkLst>
        </pc:grpChg>
        <pc:grpChg chg="mod">
          <ac:chgData name="O'Connor, Jacqueline Antonia" userId="3b9bfa0c-75a1-427e-ae61-7069a76100c3" providerId="ADAL" clId="{8515B688-85A3-4F26-94E9-C96B7C17EB84}" dt="2022-06-22T22:12:46.393" v="1758"/>
          <ac:grpSpMkLst>
            <pc:docMk/>
            <pc:sldMk cId="1366005906" sldId="265"/>
            <ac:grpSpMk id="121" creationId="{8A4A7989-A610-AEDD-9158-383119C95064}"/>
          </ac:grpSpMkLst>
        </pc:grpChg>
        <pc:grpChg chg="mod">
          <ac:chgData name="O'Connor, Jacqueline Antonia" userId="3b9bfa0c-75a1-427e-ae61-7069a76100c3" providerId="ADAL" clId="{8515B688-85A3-4F26-94E9-C96B7C17EB84}" dt="2022-06-22T22:12:57.693" v="1767"/>
          <ac:grpSpMkLst>
            <pc:docMk/>
            <pc:sldMk cId="1366005906" sldId="265"/>
            <ac:grpSpMk id="130" creationId="{C21212C2-6D32-D7EA-E396-271F63F0ECDD}"/>
          </ac:grpSpMkLst>
        </pc:grpChg>
        <pc:grpChg chg="mod">
          <ac:chgData name="O'Connor, Jacqueline Antonia" userId="3b9bfa0c-75a1-427e-ae61-7069a76100c3" providerId="ADAL" clId="{8515B688-85A3-4F26-94E9-C96B7C17EB84}" dt="2022-06-22T22:12:57.693" v="1767"/>
          <ac:grpSpMkLst>
            <pc:docMk/>
            <pc:sldMk cId="1366005906" sldId="265"/>
            <ac:grpSpMk id="131" creationId="{A37F9BD6-56D8-7741-5BA8-A7244773545E}"/>
          </ac:grpSpMkLst>
        </pc:grpChg>
        <pc:grpChg chg="mod">
          <ac:chgData name="O'Connor, Jacqueline Antonia" userId="3b9bfa0c-75a1-427e-ae61-7069a76100c3" providerId="ADAL" clId="{8515B688-85A3-4F26-94E9-C96B7C17EB84}" dt="2022-06-22T22:13:01.859" v="1770"/>
          <ac:grpSpMkLst>
            <pc:docMk/>
            <pc:sldMk cId="1366005906" sldId="265"/>
            <ac:grpSpMk id="134" creationId="{AE9F7C94-887F-8531-84BD-ADC1BE6E63E2}"/>
          </ac:grpSpMkLst>
        </pc:grpChg>
        <pc:grpChg chg="mod">
          <ac:chgData name="O'Connor, Jacqueline Antonia" userId="3b9bfa0c-75a1-427e-ae61-7069a76100c3" providerId="ADAL" clId="{8515B688-85A3-4F26-94E9-C96B7C17EB84}" dt="2022-06-22T22:13:02.835" v="1773"/>
          <ac:grpSpMkLst>
            <pc:docMk/>
            <pc:sldMk cId="1366005906" sldId="265"/>
            <ac:grpSpMk id="137" creationId="{03BA1ABC-476A-9421-0402-E52424E9B1AD}"/>
          </ac:grpSpMkLst>
        </pc:grpChg>
        <pc:grpChg chg="del mod">
          <ac:chgData name="O'Connor, Jacqueline Antonia" userId="3b9bfa0c-75a1-427e-ae61-7069a76100c3" providerId="ADAL" clId="{8515B688-85A3-4F26-94E9-C96B7C17EB84}" dt="2022-06-22T22:13:17.096" v="1785"/>
          <ac:grpSpMkLst>
            <pc:docMk/>
            <pc:sldMk cId="1366005906" sldId="265"/>
            <ac:grpSpMk id="145" creationId="{D0F1D834-F785-A3E3-3F4F-88C85AD7A4AB}"/>
          </ac:grpSpMkLst>
        </pc:grpChg>
        <pc:grpChg chg="mod">
          <ac:chgData name="O'Connor, Jacqueline Antonia" userId="3b9bfa0c-75a1-427e-ae61-7069a76100c3" providerId="ADAL" clId="{8515B688-85A3-4F26-94E9-C96B7C17EB84}" dt="2022-06-22T22:13:08.040" v="1781"/>
          <ac:grpSpMkLst>
            <pc:docMk/>
            <pc:sldMk cId="1366005906" sldId="265"/>
            <ac:grpSpMk id="146" creationId="{FDDB534E-A008-406C-677E-A18C735F35D5}"/>
          </ac:grpSpMkLst>
        </pc:grpChg>
        <pc:grpChg chg="del mod">
          <ac:chgData name="O'Connor, Jacqueline Antonia" userId="3b9bfa0c-75a1-427e-ae61-7069a76100c3" providerId="ADAL" clId="{8515B688-85A3-4F26-94E9-C96B7C17EB84}" dt="2022-06-22T22:13:18.602" v="1788"/>
          <ac:grpSpMkLst>
            <pc:docMk/>
            <pc:sldMk cId="1366005906" sldId="265"/>
            <ac:grpSpMk id="150" creationId="{C6E1E834-AF07-A662-95F5-815215C5C919}"/>
          </ac:grpSpMkLst>
        </pc:grpChg>
        <pc:grpChg chg="mod">
          <ac:chgData name="O'Connor, Jacqueline Antonia" userId="3b9bfa0c-75a1-427e-ae61-7069a76100c3" providerId="ADAL" clId="{8515B688-85A3-4F26-94E9-C96B7C17EB84}" dt="2022-06-22T22:13:18.602" v="1788"/>
          <ac:grpSpMkLst>
            <pc:docMk/>
            <pc:sldMk cId="1366005906" sldId="265"/>
            <ac:grpSpMk id="153" creationId="{2FBB8F5C-BFF4-2D1B-2F3A-35CF17ABC14D}"/>
          </ac:grpSpMkLst>
        </pc:grpChg>
        <pc:grpChg chg="mod">
          <ac:chgData name="O'Connor, Jacqueline Antonia" userId="3b9bfa0c-75a1-427e-ae61-7069a76100c3" providerId="ADAL" clId="{8515B688-85A3-4F26-94E9-C96B7C17EB84}" dt="2022-06-22T22:13:32.931" v="1794"/>
          <ac:grpSpMkLst>
            <pc:docMk/>
            <pc:sldMk cId="1366005906" sldId="265"/>
            <ac:grpSpMk id="159" creationId="{A3C19E2F-09CD-E2B2-7A5D-FEECFE6AB81E}"/>
          </ac:grpSpMkLst>
        </pc:grpChg>
        <pc:grpChg chg="mod">
          <ac:chgData name="O'Connor, Jacqueline Antonia" userId="3b9bfa0c-75a1-427e-ae61-7069a76100c3" providerId="ADAL" clId="{8515B688-85A3-4F26-94E9-C96B7C17EB84}" dt="2022-06-22T22:13:32.931" v="1794"/>
          <ac:grpSpMkLst>
            <pc:docMk/>
            <pc:sldMk cId="1366005906" sldId="265"/>
            <ac:grpSpMk id="160" creationId="{432F7AA4-ECFD-BB05-1C2B-C16414D91C3D}"/>
          </ac:grpSpMkLst>
        </pc:grpChg>
        <pc:grpChg chg="del mod">
          <ac:chgData name="O'Connor, Jacqueline Antonia" userId="3b9bfa0c-75a1-427e-ae61-7069a76100c3" providerId="ADAL" clId="{8515B688-85A3-4F26-94E9-C96B7C17EB84}" dt="2022-06-22T22:13:45.014" v="1816"/>
          <ac:grpSpMkLst>
            <pc:docMk/>
            <pc:sldMk cId="1366005906" sldId="265"/>
            <ac:grpSpMk id="175" creationId="{ECE8AA94-86E9-20CF-DD71-4340B8045557}"/>
          </ac:grpSpMkLst>
        </pc:grpChg>
        <pc:grpChg chg="del mod">
          <ac:chgData name="O'Connor, Jacqueline Antonia" userId="3b9bfa0c-75a1-427e-ae61-7069a76100c3" providerId="ADAL" clId="{8515B688-85A3-4F26-94E9-C96B7C17EB84}" dt="2022-06-22T22:13:48.968" v="1822"/>
          <ac:grpSpMkLst>
            <pc:docMk/>
            <pc:sldMk cId="1366005906" sldId="265"/>
            <ac:grpSpMk id="182" creationId="{A3EB12B0-3818-BAB4-5755-8A914A201BE4}"/>
          </ac:grpSpMkLst>
        </pc:grpChg>
        <pc:grpChg chg="mod">
          <ac:chgData name="O'Connor, Jacqueline Antonia" userId="3b9bfa0c-75a1-427e-ae61-7069a76100c3" providerId="ADAL" clId="{8515B688-85A3-4F26-94E9-C96B7C17EB84}" dt="2022-06-22T22:13:48.968" v="1822"/>
          <ac:grpSpMkLst>
            <pc:docMk/>
            <pc:sldMk cId="1366005906" sldId="265"/>
            <ac:grpSpMk id="188" creationId="{70D36992-C4E4-2C82-AAC5-86800DB357DA}"/>
          </ac:grpSpMkLst>
        </pc:grpChg>
        <pc:grpChg chg="del mod">
          <ac:chgData name="O'Connor, Jacqueline Antonia" userId="3b9bfa0c-75a1-427e-ae61-7069a76100c3" providerId="ADAL" clId="{8515B688-85A3-4F26-94E9-C96B7C17EB84}" dt="2022-06-22T22:14:09.027" v="1845"/>
          <ac:grpSpMkLst>
            <pc:docMk/>
            <pc:sldMk cId="1366005906" sldId="265"/>
            <ac:grpSpMk id="208" creationId="{E5F94B31-1C26-7194-B4F8-49EE81BF1661}"/>
          </ac:grpSpMkLst>
        </pc:grpChg>
        <pc:grpChg chg="del mod">
          <ac:chgData name="O'Connor, Jacqueline Antonia" userId="3b9bfa0c-75a1-427e-ae61-7069a76100c3" providerId="ADAL" clId="{8515B688-85A3-4F26-94E9-C96B7C17EB84}" dt="2022-06-22T22:14:09.027" v="1845"/>
          <ac:grpSpMkLst>
            <pc:docMk/>
            <pc:sldMk cId="1366005906" sldId="265"/>
            <ac:grpSpMk id="209" creationId="{F0F95BAB-A9A9-12BB-25FB-91EF19E13CFA}"/>
          </ac:grpSpMkLst>
        </pc:grpChg>
        <pc:grpChg chg="mod">
          <ac:chgData name="O'Connor, Jacqueline Antonia" userId="3b9bfa0c-75a1-427e-ae61-7069a76100c3" providerId="ADAL" clId="{8515B688-85A3-4F26-94E9-C96B7C17EB84}" dt="2022-06-22T22:14:07.095" v="1842"/>
          <ac:grpSpMkLst>
            <pc:docMk/>
            <pc:sldMk cId="1366005906" sldId="265"/>
            <ac:grpSpMk id="210" creationId="{FB25414B-AD31-B7B0-B449-6FBF5A4F8AB5}"/>
          </ac:grpSpMkLst>
        </pc:grpChg>
        <pc:grpChg chg="mod">
          <ac:chgData name="O'Connor, Jacqueline Antonia" userId="3b9bfa0c-75a1-427e-ae61-7069a76100c3" providerId="ADAL" clId="{8515B688-85A3-4F26-94E9-C96B7C17EB84}" dt="2022-06-22T22:14:07.095" v="1842"/>
          <ac:grpSpMkLst>
            <pc:docMk/>
            <pc:sldMk cId="1366005906" sldId="265"/>
            <ac:grpSpMk id="211" creationId="{C778B595-79A7-9340-DEDC-3C61A405AEFB}"/>
          </ac:grpSpMkLst>
        </pc:grpChg>
        <pc:grpChg chg="mod">
          <ac:chgData name="O'Connor, Jacqueline Antonia" userId="3b9bfa0c-75a1-427e-ae61-7069a76100c3" providerId="ADAL" clId="{8515B688-85A3-4F26-94E9-C96B7C17EB84}" dt="2022-06-22T22:14:07.095" v="1842"/>
          <ac:grpSpMkLst>
            <pc:docMk/>
            <pc:sldMk cId="1366005906" sldId="265"/>
            <ac:grpSpMk id="212" creationId="{E2BC52CB-419F-D383-7061-228A5D046E5B}"/>
          </ac:grpSpMkLst>
        </pc:grpChg>
        <pc:grpChg chg="del mod">
          <ac:chgData name="O'Connor, Jacqueline Antonia" userId="3b9bfa0c-75a1-427e-ae61-7069a76100c3" providerId="ADAL" clId="{8515B688-85A3-4F26-94E9-C96B7C17EB84}" dt="2022-06-22T22:14:15.064" v="1852"/>
          <ac:grpSpMkLst>
            <pc:docMk/>
            <pc:sldMk cId="1366005906" sldId="265"/>
            <ac:grpSpMk id="215" creationId="{35B18F55-501A-50FE-97F5-0E3C81A7C4CD}"/>
          </ac:grpSpMkLst>
        </pc:grpChg>
        <pc:grpChg chg="del mod">
          <ac:chgData name="O'Connor, Jacqueline Antonia" userId="3b9bfa0c-75a1-427e-ae61-7069a76100c3" providerId="ADAL" clId="{8515B688-85A3-4F26-94E9-C96B7C17EB84}" dt="2022-06-22T22:14:15.064" v="1852"/>
          <ac:grpSpMkLst>
            <pc:docMk/>
            <pc:sldMk cId="1366005906" sldId="265"/>
            <ac:grpSpMk id="219" creationId="{94460510-494D-426F-249E-8AE46A8D2612}"/>
          </ac:grpSpMkLst>
        </pc:grpChg>
        <pc:grpChg chg="mod">
          <ac:chgData name="O'Connor, Jacqueline Antonia" userId="3b9bfa0c-75a1-427e-ae61-7069a76100c3" providerId="ADAL" clId="{8515B688-85A3-4F26-94E9-C96B7C17EB84}" dt="2022-06-22T22:14:15.064" v="1852"/>
          <ac:grpSpMkLst>
            <pc:docMk/>
            <pc:sldMk cId="1366005906" sldId="265"/>
            <ac:grpSpMk id="222" creationId="{4F487657-001C-446F-D434-39A7179D8EFE}"/>
          </ac:grpSpMkLst>
        </pc:grpChg>
        <pc:grpChg chg="del mod">
          <ac:chgData name="O'Connor, Jacqueline Antonia" userId="3b9bfa0c-75a1-427e-ae61-7069a76100c3" providerId="ADAL" clId="{8515B688-85A3-4F26-94E9-C96B7C17EB84}" dt="2022-06-22T22:15:00.586" v="1872"/>
          <ac:grpSpMkLst>
            <pc:docMk/>
            <pc:sldMk cId="1366005906" sldId="265"/>
            <ac:grpSpMk id="227" creationId="{F6FA5E81-A9C5-CA11-4722-69A1A46C9D6F}"/>
          </ac:grpSpMkLst>
        </pc:grpChg>
        <pc:grpChg chg="mod">
          <ac:chgData name="O'Connor, Jacqueline Antonia" userId="3b9bfa0c-75a1-427e-ae61-7069a76100c3" providerId="ADAL" clId="{8515B688-85A3-4F26-94E9-C96B7C17EB84}" dt="2022-06-22T22:15:00.586" v="1872"/>
          <ac:grpSpMkLst>
            <pc:docMk/>
            <pc:sldMk cId="1366005906" sldId="265"/>
            <ac:grpSpMk id="242" creationId="{0DBC8A04-7169-5332-9BAA-84A8C39409CB}"/>
          </ac:grpSpMkLst>
        </pc:grpChg>
        <pc:grpChg chg="mod">
          <ac:chgData name="O'Connor, Jacqueline Antonia" userId="3b9bfa0c-75a1-427e-ae61-7069a76100c3" providerId="ADAL" clId="{8515B688-85A3-4F26-94E9-C96B7C17EB84}" dt="2022-06-22T22:15:00.586" v="1872"/>
          <ac:grpSpMkLst>
            <pc:docMk/>
            <pc:sldMk cId="1366005906" sldId="265"/>
            <ac:grpSpMk id="243" creationId="{6696022D-B7DD-79C9-D3B8-AAC900012309}"/>
          </ac:grpSpMkLst>
        </pc:grpChg>
        <pc:grpChg chg="mod">
          <ac:chgData name="O'Connor, Jacqueline Antonia" userId="3b9bfa0c-75a1-427e-ae61-7069a76100c3" providerId="ADAL" clId="{8515B688-85A3-4F26-94E9-C96B7C17EB84}" dt="2022-06-22T22:15:05.011" v="1878"/>
          <ac:grpSpMkLst>
            <pc:docMk/>
            <pc:sldMk cId="1366005906" sldId="265"/>
            <ac:grpSpMk id="249" creationId="{579A0E71-4870-ABAE-E8CF-160E4857FF08}"/>
          </ac:grpSpMkLst>
        </pc:grpChg>
        <pc:grpChg chg="mod">
          <ac:chgData name="O'Connor, Jacqueline Antonia" userId="3b9bfa0c-75a1-427e-ae61-7069a76100c3" providerId="ADAL" clId="{8515B688-85A3-4F26-94E9-C96B7C17EB84}" dt="2022-06-22T22:15:20.631" v="1893"/>
          <ac:grpSpMkLst>
            <pc:docMk/>
            <pc:sldMk cId="1366005906" sldId="265"/>
            <ac:grpSpMk id="264" creationId="{845DCD12-091A-97AB-2772-20B3DBB3A7D5}"/>
          </ac:grpSpMkLst>
        </pc:grpChg>
        <pc:grpChg chg="mod">
          <ac:chgData name="O'Connor, Jacqueline Antonia" userId="3b9bfa0c-75a1-427e-ae61-7069a76100c3" providerId="ADAL" clId="{8515B688-85A3-4F26-94E9-C96B7C17EB84}" dt="2022-06-22T22:15:20.631" v="1893"/>
          <ac:grpSpMkLst>
            <pc:docMk/>
            <pc:sldMk cId="1366005906" sldId="265"/>
            <ac:grpSpMk id="265" creationId="{D25D9841-29E0-FDF2-98A5-28FD610E7BF4}"/>
          </ac:grpSpMkLst>
        </pc:grpChg>
        <pc:grpChg chg="mod">
          <ac:chgData name="O'Connor, Jacqueline Antonia" userId="3b9bfa0c-75a1-427e-ae61-7069a76100c3" providerId="ADAL" clId="{8515B688-85A3-4F26-94E9-C96B7C17EB84}" dt="2022-06-22T22:15:20.631" v="1893"/>
          <ac:grpSpMkLst>
            <pc:docMk/>
            <pc:sldMk cId="1366005906" sldId="265"/>
            <ac:grpSpMk id="266" creationId="{D78DA361-C2F0-21D2-4053-EC1AE9E846AA}"/>
          </ac:grpSpMkLst>
        </pc:grpChg>
        <pc:grpChg chg="del mod">
          <ac:chgData name="O'Connor, Jacqueline Antonia" userId="3b9bfa0c-75a1-427e-ae61-7069a76100c3" providerId="ADAL" clId="{8515B688-85A3-4F26-94E9-C96B7C17EB84}" dt="2022-06-22T22:15:32.317" v="1911"/>
          <ac:grpSpMkLst>
            <pc:docMk/>
            <pc:sldMk cId="1366005906" sldId="265"/>
            <ac:grpSpMk id="277" creationId="{EB5124AA-B796-64C4-B684-6FAADD108C39}"/>
          </ac:grpSpMkLst>
        </pc:grpChg>
        <pc:grpChg chg="mod">
          <ac:chgData name="O'Connor, Jacqueline Antonia" userId="3b9bfa0c-75a1-427e-ae61-7069a76100c3" providerId="ADAL" clId="{8515B688-85A3-4F26-94E9-C96B7C17EB84}" dt="2022-06-22T22:15:32.317" v="1911"/>
          <ac:grpSpMkLst>
            <pc:docMk/>
            <pc:sldMk cId="1366005906" sldId="265"/>
            <ac:grpSpMk id="284" creationId="{C8D30325-2893-9B45-93BA-2A8272F51B80}"/>
          </ac:grpSpMkLst>
        </pc:grpChg>
        <pc:grpChg chg="del mod">
          <ac:chgData name="O'Connor, Jacqueline Antonia" userId="3b9bfa0c-75a1-427e-ae61-7069a76100c3" providerId="ADAL" clId="{8515B688-85A3-4F26-94E9-C96B7C17EB84}" dt="2022-06-22T22:15:45.161" v="1935"/>
          <ac:grpSpMkLst>
            <pc:docMk/>
            <pc:sldMk cId="1366005906" sldId="265"/>
            <ac:grpSpMk id="291" creationId="{C1C79363-7920-CD67-87A5-26E057218531}"/>
          </ac:grpSpMkLst>
        </pc:grpChg>
        <pc:grpChg chg="mod">
          <ac:chgData name="O'Connor, Jacqueline Antonia" userId="3b9bfa0c-75a1-427e-ae61-7069a76100c3" providerId="ADAL" clId="{8515B688-85A3-4F26-94E9-C96B7C17EB84}" dt="2022-06-22T22:15:37.059" v="1918"/>
          <ac:grpSpMkLst>
            <pc:docMk/>
            <pc:sldMk cId="1366005906" sldId="265"/>
            <ac:grpSpMk id="292" creationId="{06188C7B-8CE3-3F04-E6A5-5B17361F770C}"/>
          </ac:grpSpMkLst>
        </pc:grpChg>
        <pc:grpChg chg="mod">
          <ac:chgData name="O'Connor, Jacqueline Antonia" userId="3b9bfa0c-75a1-427e-ae61-7069a76100c3" providerId="ADAL" clId="{8515B688-85A3-4F26-94E9-C96B7C17EB84}" dt="2022-06-22T22:15:45.161" v="1935"/>
          <ac:grpSpMkLst>
            <pc:docMk/>
            <pc:sldMk cId="1366005906" sldId="265"/>
            <ac:grpSpMk id="309" creationId="{D439800A-4E6E-14B9-118E-4C561631C8EE}"/>
          </ac:grpSpMkLst>
        </pc:grpChg>
        <pc:grpChg chg="del mod">
          <ac:chgData name="O'Connor, Jacqueline Antonia" userId="3b9bfa0c-75a1-427e-ae61-7069a76100c3" providerId="ADAL" clId="{8515B688-85A3-4F26-94E9-C96B7C17EB84}" dt="2022-06-22T22:15:56.728" v="1951"/>
          <ac:grpSpMkLst>
            <pc:docMk/>
            <pc:sldMk cId="1366005906" sldId="265"/>
            <ac:grpSpMk id="319" creationId="{B4D3539A-3414-DB62-13D1-2D1DE3DB0827}"/>
          </ac:grpSpMkLst>
        </pc:grpChg>
        <pc:grpChg chg="mod">
          <ac:chgData name="O'Connor, Jacqueline Antonia" userId="3b9bfa0c-75a1-427e-ae61-7069a76100c3" providerId="ADAL" clId="{8515B688-85A3-4F26-94E9-C96B7C17EB84}" dt="2022-06-22T22:15:56.728" v="1951"/>
          <ac:grpSpMkLst>
            <pc:docMk/>
            <pc:sldMk cId="1366005906" sldId="265"/>
            <ac:grpSpMk id="325" creationId="{67D0CF52-83DD-FFE3-90C0-08E2213CFC03}"/>
          </ac:grpSpMkLst>
        </pc:grpChg>
        <pc:grpChg chg="mod">
          <ac:chgData name="O'Connor, Jacqueline Antonia" userId="3b9bfa0c-75a1-427e-ae61-7069a76100c3" providerId="ADAL" clId="{8515B688-85A3-4F26-94E9-C96B7C17EB84}" dt="2022-06-22T22:16:06.020" v="1969"/>
          <ac:grpSpMkLst>
            <pc:docMk/>
            <pc:sldMk cId="1366005906" sldId="265"/>
            <ac:grpSpMk id="343" creationId="{153678C2-0F82-2FC0-431D-62038D17978C}"/>
          </ac:grpSpMkLst>
        </pc:grpChg>
        <pc:grpChg chg="mod">
          <ac:chgData name="O'Connor, Jacqueline Antonia" userId="3b9bfa0c-75a1-427e-ae61-7069a76100c3" providerId="ADAL" clId="{8515B688-85A3-4F26-94E9-C96B7C17EB84}" dt="2022-06-22T22:16:19.748" v="1980"/>
          <ac:grpSpMkLst>
            <pc:docMk/>
            <pc:sldMk cId="1366005906" sldId="265"/>
            <ac:grpSpMk id="354" creationId="{C2074BF0-E5C3-9974-B2A8-A36A909F6F99}"/>
          </ac:grpSpMkLst>
        </pc:grpChg>
        <pc:inkChg chg="add mod">
          <ac:chgData name="O'Connor, Jacqueline Antonia" userId="3b9bfa0c-75a1-427e-ae61-7069a76100c3" providerId="ADAL" clId="{8515B688-85A3-4F26-94E9-C96B7C17EB84}" dt="2022-06-22T22:10:23.683" v="1651"/>
          <ac:inkMkLst>
            <pc:docMk/>
            <pc:sldMk cId="1366005906" sldId="265"/>
            <ac:inkMk id="2" creationId="{607EACF4-20D2-A8F6-09DD-88E288FC249F}"/>
          </ac:inkMkLst>
        </pc:inkChg>
        <pc:inkChg chg="add mod">
          <ac:chgData name="O'Connor, Jacqueline Antonia" userId="3b9bfa0c-75a1-427e-ae61-7069a76100c3" providerId="ADAL" clId="{8515B688-85A3-4F26-94E9-C96B7C17EB84}" dt="2022-06-22T22:10:23.683" v="1651"/>
          <ac:inkMkLst>
            <pc:docMk/>
            <pc:sldMk cId="1366005906" sldId="265"/>
            <ac:inkMk id="3" creationId="{879B107C-C4CD-8E4C-AA61-EBC8B27236A6}"/>
          </ac:inkMkLst>
        </pc:inkChg>
        <pc:inkChg chg="add mod">
          <ac:chgData name="O'Connor, Jacqueline Antonia" userId="3b9bfa0c-75a1-427e-ae61-7069a76100c3" providerId="ADAL" clId="{8515B688-85A3-4F26-94E9-C96B7C17EB84}" dt="2022-06-22T22:10:23.683" v="1651"/>
          <ac:inkMkLst>
            <pc:docMk/>
            <pc:sldMk cId="1366005906" sldId="265"/>
            <ac:inkMk id="4" creationId="{E7562278-4871-F909-14AB-89DB1AFECC10}"/>
          </ac:inkMkLst>
        </pc:inkChg>
        <pc:inkChg chg="add mod">
          <ac:chgData name="O'Connor, Jacqueline Antonia" userId="3b9bfa0c-75a1-427e-ae61-7069a76100c3" providerId="ADAL" clId="{8515B688-85A3-4F26-94E9-C96B7C17EB84}" dt="2022-06-22T22:10:23.683" v="1651"/>
          <ac:inkMkLst>
            <pc:docMk/>
            <pc:sldMk cId="1366005906" sldId="265"/>
            <ac:inkMk id="5" creationId="{AA3CA7AA-AC9F-DFCB-CDEF-F397E02ED06F}"/>
          </ac:inkMkLst>
        </pc:inkChg>
        <pc:inkChg chg="add mod">
          <ac:chgData name="O'Connor, Jacqueline Antonia" userId="3b9bfa0c-75a1-427e-ae61-7069a76100c3" providerId="ADAL" clId="{8515B688-85A3-4F26-94E9-C96B7C17EB84}" dt="2022-06-22T22:10:23.683" v="1651"/>
          <ac:inkMkLst>
            <pc:docMk/>
            <pc:sldMk cId="1366005906" sldId="265"/>
            <ac:inkMk id="6" creationId="{CAF4C3A6-F857-BADE-2A92-030CB1B509A3}"/>
          </ac:inkMkLst>
        </pc:inkChg>
        <pc:inkChg chg="add">
          <ac:chgData name="O'Connor, Jacqueline Antonia" userId="3b9bfa0c-75a1-427e-ae61-7069a76100c3" providerId="ADAL" clId="{8515B688-85A3-4F26-94E9-C96B7C17EB84}" dt="2022-06-22T22:10:22.693" v="1649" actId="9405"/>
          <ac:inkMkLst>
            <pc:docMk/>
            <pc:sldMk cId="1366005906" sldId="265"/>
            <ac:inkMk id="7" creationId="{6D007B97-01C0-C647-6632-98E66A6C3135}"/>
          </ac:inkMkLst>
        </pc:inkChg>
        <pc:inkChg chg="add mod">
          <ac:chgData name="O'Connor, Jacqueline Antonia" userId="3b9bfa0c-75a1-427e-ae61-7069a76100c3" providerId="ADAL" clId="{8515B688-85A3-4F26-94E9-C96B7C17EB84}" dt="2022-06-22T22:10:23.683" v="1651"/>
          <ac:inkMkLst>
            <pc:docMk/>
            <pc:sldMk cId="1366005906" sldId="265"/>
            <ac:inkMk id="8" creationId="{60A996AF-C089-5D3F-04E1-9A53DAADC3AA}"/>
          </ac:inkMkLst>
        </pc:inkChg>
        <pc:inkChg chg="add mod">
          <ac:chgData name="O'Connor, Jacqueline Antonia" userId="3b9bfa0c-75a1-427e-ae61-7069a76100c3" providerId="ADAL" clId="{8515B688-85A3-4F26-94E9-C96B7C17EB84}" dt="2022-06-22T22:10:30.388" v="1658"/>
          <ac:inkMkLst>
            <pc:docMk/>
            <pc:sldMk cId="1366005906" sldId="265"/>
            <ac:inkMk id="10" creationId="{6D66E833-CD51-A821-31C9-D30CA70D5106}"/>
          </ac:inkMkLst>
        </pc:inkChg>
        <pc:inkChg chg="add mod">
          <ac:chgData name="O'Connor, Jacqueline Antonia" userId="3b9bfa0c-75a1-427e-ae61-7069a76100c3" providerId="ADAL" clId="{8515B688-85A3-4F26-94E9-C96B7C17EB84}" dt="2022-06-22T22:10:30.388" v="1658"/>
          <ac:inkMkLst>
            <pc:docMk/>
            <pc:sldMk cId="1366005906" sldId="265"/>
            <ac:inkMk id="11" creationId="{FEEAD7AA-50C9-B88C-BF22-D7CD664F0BFF}"/>
          </ac:inkMkLst>
        </pc:inkChg>
        <pc:inkChg chg="add mod">
          <ac:chgData name="O'Connor, Jacqueline Antonia" userId="3b9bfa0c-75a1-427e-ae61-7069a76100c3" providerId="ADAL" clId="{8515B688-85A3-4F26-94E9-C96B7C17EB84}" dt="2022-06-22T22:10:30.388" v="1658"/>
          <ac:inkMkLst>
            <pc:docMk/>
            <pc:sldMk cId="1366005906" sldId="265"/>
            <ac:inkMk id="12" creationId="{3B42DD31-4888-8CF7-AB37-AB0478ACCA28}"/>
          </ac:inkMkLst>
        </pc:inkChg>
        <pc:inkChg chg="add mod">
          <ac:chgData name="O'Connor, Jacqueline Antonia" userId="3b9bfa0c-75a1-427e-ae61-7069a76100c3" providerId="ADAL" clId="{8515B688-85A3-4F26-94E9-C96B7C17EB84}" dt="2022-06-22T22:10:30.388" v="1658"/>
          <ac:inkMkLst>
            <pc:docMk/>
            <pc:sldMk cId="1366005906" sldId="265"/>
            <ac:inkMk id="13" creationId="{E40917ED-32D6-6A4F-7E21-E75068C41CD2}"/>
          </ac:inkMkLst>
        </pc:inkChg>
        <pc:inkChg chg="add mod">
          <ac:chgData name="O'Connor, Jacqueline Antonia" userId="3b9bfa0c-75a1-427e-ae61-7069a76100c3" providerId="ADAL" clId="{8515B688-85A3-4F26-94E9-C96B7C17EB84}" dt="2022-06-22T22:10:30.388" v="1658"/>
          <ac:inkMkLst>
            <pc:docMk/>
            <pc:sldMk cId="1366005906" sldId="265"/>
            <ac:inkMk id="14" creationId="{A49F19F2-8E35-F73A-B004-A1CBE4083A83}"/>
          </ac:inkMkLst>
        </pc:inkChg>
        <pc:inkChg chg="add mod">
          <ac:chgData name="O'Connor, Jacqueline Antonia" userId="3b9bfa0c-75a1-427e-ae61-7069a76100c3" providerId="ADAL" clId="{8515B688-85A3-4F26-94E9-C96B7C17EB84}" dt="2022-06-22T22:10:30.388" v="1658"/>
          <ac:inkMkLst>
            <pc:docMk/>
            <pc:sldMk cId="1366005906" sldId="265"/>
            <ac:inkMk id="15" creationId="{6B6F9383-8330-3DD6-0D05-85D222793043}"/>
          </ac:inkMkLst>
        </pc:inkChg>
        <pc:inkChg chg="add mod">
          <ac:chgData name="O'Connor, Jacqueline Antonia" userId="3b9bfa0c-75a1-427e-ae61-7069a76100c3" providerId="ADAL" clId="{8515B688-85A3-4F26-94E9-C96B7C17EB84}" dt="2022-06-22T22:10:41.891" v="1682"/>
          <ac:inkMkLst>
            <pc:docMk/>
            <pc:sldMk cId="1366005906" sldId="265"/>
            <ac:inkMk id="18" creationId="{814BC9AD-CD82-D17A-47CA-BCD0733D4B27}"/>
          </ac:inkMkLst>
        </pc:inkChg>
        <pc:inkChg chg="add mod">
          <ac:chgData name="O'Connor, Jacqueline Antonia" userId="3b9bfa0c-75a1-427e-ae61-7069a76100c3" providerId="ADAL" clId="{8515B688-85A3-4F26-94E9-C96B7C17EB84}" dt="2022-06-22T22:10:41.891" v="1682"/>
          <ac:inkMkLst>
            <pc:docMk/>
            <pc:sldMk cId="1366005906" sldId="265"/>
            <ac:inkMk id="19" creationId="{2751A0F0-F6F7-5742-0D96-732B2AA083D4}"/>
          </ac:inkMkLst>
        </pc:inkChg>
        <pc:inkChg chg="add mod">
          <ac:chgData name="O'Connor, Jacqueline Antonia" userId="3b9bfa0c-75a1-427e-ae61-7069a76100c3" providerId="ADAL" clId="{8515B688-85A3-4F26-94E9-C96B7C17EB84}" dt="2022-06-22T22:10:41.891" v="1682"/>
          <ac:inkMkLst>
            <pc:docMk/>
            <pc:sldMk cId="1366005906" sldId="265"/>
            <ac:inkMk id="20" creationId="{BA4999FB-8C75-4961-011E-9D086D3D5C01}"/>
          </ac:inkMkLst>
        </pc:inkChg>
        <pc:inkChg chg="add mod">
          <ac:chgData name="O'Connor, Jacqueline Antonia" userId="3b9bfa0c-75a1-427e-ae61-7069a76100c3" providerId="ADAL" clId="{8515B688-85A3-4F26-94E9-C96B7C17EB84}" dt="2022-06-22T22:10:41.891" v="1682"/>
          <ac:inkMkLst>
            <pc:docMk/>
            <pc:sldMk cId="1366005906" sldId="265"/>
            <ac:inkMk id="21" creationId="{8E7A6A3B-21AE-AFE7-7F84-57295E2225C5}"/>
          </ac:inkMkLst>
        </pc:inkChg>
        <pc:inkChg chg="add mod">
          <ac:chgData name="O'Connor, Jacqueline Antonia" userId="3b9bfa0c-75a1-427e-ae61-7069a76100c3" providerId="ADAL" clId="{8515B688-85A3-4F26-94E9-C96B7C17EB84}" dt="2022-06-22T22:10:41.891" v="1682"/>
          <ac:inkMkLst>
            <pc:docMk/>
            <pc:sldMk cId="1366005906" sldId="265"/>
            <ac:inkMk id="22" creationId="{54FA8B51-21D0-79FC-FD38-5E3070AF283F}"/>
          </ac:inkMkLst>
        </pc:inkChg>
        <pc:inkChg chg="add mod">
          <ac:chgData name="O'Connor, Jacqueline Antonia" userId="3b9bfa0c-75a1-427e-ae61-7069a76100c3" providerId="ADAL" clId="{8515B688-85A3-4F26-94E9-C96B7C17EB84}" dt="2022-06-22T22:10:41.891" v="1682"/>
          <ac:inkMkLst>
            <pc:docMk/>
            <pc:sldMk cId="1366005906" sldId="265"/>
            <ac:inkMk id="23" creationId="{97CB9E09-07E7-0DDC-B4AE-92F5294CE6C1}"/>
          </ac:inkMkLst>
        </pc:inkChg>
        <pc:inkChg chg="add mod">
          <ac:chgData name="O'Connor, Jacqueline Antonia" userId="3b9bfa0c-75a1-427e-ae61-7069a76100c3" providerId="ADAL" clId="{8515B688-85A3-4F26-94E9-C96B7C17EB84}" dt="2022-06-22T22:10:41.891" v="1682"/>
          <ac:inkMkLst>
            <pc:docMk/>
            <pc:sldMk cId="1366005906" sldId="265"/>
            <ac:inkMk id="24" creationId="{758AFF69-C73E-D722-DE0A-73027D2FA243}"/>
          </ac:inkMkLst>
        </pc:inkChg>
        <pc:inkChg chg="add mod">
          <ac:chgData name="O'Connor, Jacqueline Antonia" userId="3b9bfa0c-75a1-427e-ae61-7069a76100c3" providerId="ADAL" clId="{8515B688-85A3-4F26-94E9-C96B7C17EB84}" dt="2022-06-22T22:10:41.891" v="1682"/>
          <ac:inkMkLst>
            <pc:docMk/>
            <pc:sldMk cId="1366005906" sldId="265"/>
            <ac:inkMk id="25" creationId="{E5343685-8411-478B-57CB-A548368495A9}"/>
          </ac:inkMkLst>
        </pc:inkChg>
        <pc:inkChg chg="add mod">
          <ac:chgData name="O'Connor, Jacqueline Antonia" userId="3b9bfa0c-75a1-427e-ae61-7069a76100c3" providerId="ADAL" clId="{8515B688-85A3-4F26-94E9-C96B7C17EB84}" dt="2022-06-22T22:10:41.891" v="1682"/>
          <ac:inkMkLst>
            <pc:docMk/>
            <pc:sldMk cId="1366005906" sldId="265"/>
            <ac:inkMk id="26" creationId="{6BC9EE95-23FB-E90D-3509-365349453179}"/>
          </ac:inkMkLst>
        </pc:inkChg>
        <pc:inkChg chg="add mod">
          <ac:chgData name="O'Connor, Jacqueline Antonia" userId="3b9bfa0c-75a1-427e-ae61-7069a76100c3" providerId="ADAL" clId="{8515B688-85A3-4F26-94E9-C96B7C17EB84}" dt="2022-06-22T22:10:41.891" v="1682"/>
          <ac:inkMkLst>
            <pc:docMk/>
            <pc:sldMk cId="1366005906" sldId="265"/>
            <ac:inkMk id="27" creationId="{71F9F889-28EB-6330-BD36-D0E98D3CA35F}"/>
          </ac:inkMkLst>
        </pc:inkChg>
        <pc:inkChg chg="add mod">
          <ac:chgData name="O'Connor, Jacqueline Antonia" userId="3b9bfa0c-75a1-427e-ae61-7069a76100c3" providerId="ADAL" clId="{8515B688-85A3-4F26-94E9-C96B7C17EB84}" dt="2022-06-22T22:10:41.891" v="1682"/>
          <ac:inkMkLst>
            <pc:docMk/>
            <pc:sldMk cId="1366005906" sldId="265"/>
            <ac:inkMk id="28" creationId="{87BDC6E3-B919-810B-BE28-90BFC64D5419}"/>
          </ac:inkMkLst>
        </pc:inkChg>
        <pc:inkChg chg="add mod">
          <ac:chgData name="O'Connor, Jacqueline Antonia" userId="3b9bfa0c-75a1-427e-ae61-7069a76100c3" providerId="ADAL" clId="{8515B688-85A3-4F26-94E9-C96B7C17EB84}" dt="2022-06-22T22:10:41.891" v="1682"/>
          <ac:inkMkLst>
            <pc:docMk/>
            <pc:sldMk cId="1366005906" sldId="265"/>
            <ac:inkMk id="29" creationId="{9FD48CB6-E829-1BE6-88C3-6EE2A71BF3FB}"/>
          </ac:inkMkLst>
        </pc:inkChg>
        <pc:inkChg chg="add mod">
          <ac:chgData name="O'Connor, Jacqueline Antonia" userId="3b9bfa0c-75a1-427e-ae61-7069a76100c3" providerId="ADAL" clId="{8515B688-85A3-4F26-94E9-C96B7C17EB84}" dt="2022-06-22T22:10:41.891" v="1682"/>
          <ac:inkMkLst>
            <pc:docMk/>
            <pc:sldMk cId="1366005906" sldId="265"/>
            <ac:inkMk id="30" creationId="{B1464173-4666-5E3C-1091-031A3940F69F}"/>
          </ac:inkMkLst>
        </pc:inkChg>
        <pc:inkChg chg="add mod">
          <ac:chgData name="O'Connor, Jacqueline Antonia" userId="3b9bfa0c-75a1-427e-ae61-7069a76100c3" providerId="ADAL" clId="{8515B688-85A3-4F26-94E9-C96B7C17EB84}" dt="2022-06-22T22:10:41.891" v="1682"/>
          <ac:inkMkLst>
            <pc:docMk/>
            <pc:sldMk cId="1366005906" sldId="265"/>
            <ac:inkMk id="31" creationId="{93530D2F-8173-E30C-E5CE-D00E2ACFB034}"/>
          </ac:inkMkLst>
        </pc:inkChg>
        <pc:inkChg chg="add mod">
          <ac:chgData name="O'Connor, Jacqueline Antonia" userId="3b9bfa0c-75a1-427e-ae61-7069a76100c3" providerId="ADAL" clId="{8515B688-85A3-4F26-94E9-C96B7C17EB84}" dt="2022-06-22T22:10:41.891" v="1682"/>
          <ac:inkMkLst>
            <pc:docMk/>
            <pc:sldMk cId="1366005906" sldId="265"/>
            <ac:inkMk id="32" creationId="{A40820E5-F249-BA08-16F2-1187A84A89DC}"/>
          </ac:inkMkLst>
        </pc:inkChg>
        <pc:inkChg chg="add mod">
          <ac:chgData name="O'Connor, Jacqueline Antonia" userId="3b9bfa0c-75a1-427e-ae61-7069a76100c3" providerId="ADAL" clId="{8515B688-85A3-4F26-94E9-C96B7C17EB84}" dt="2022-06-22T22:10:41.891" v="1682"/>
          <ac:inkMkLst>
            <pc:docMk/>
            <pc:sldMk cId="1366005906" sldId="265"/>
            <ac:inkMk id="33" creationId="{31B36878-523E-1934-C189-1815756A74B2}"/>
          </ac:inkMkLst>
        </pc:inkChg>
        <pc:inkChg chg="add mod">
          <ac:chgData name="O'Connor, Jacqueline Antonia" userId="3b9bfa0c-75a1-427e-ae61-7069a76100c3" providerId="ADAL" clId="{8515B688-85A3-4F26-94E9-C96B7C17EB84}" dt="2022-06-22T22:10:41.891" v="1682"/>
          <ac:inkMkLst>
            <pc:docMk/>
            <pc:sldMk cId="1366005906" sldId="265"/>
            <ac:inkMk id="34" creationId="{5B8218E8-F09B-94A6-C3A0-8D4B7FE1281C}"/>
          </ac:inkMkLst>
        </pc:inkChg>
        <pc:inkChg chg="add mod">
          <ac:chgData name="O'Connor, Jacqueline Antonia" userId="3b9bfa0c-75a1-427e-ae61-7069a76100c3" providerId="ADAL" clId="{8515B688-85A3-4F26-94E9-C96B7C17EB84}" dt="2022-06-22T22:10:41.891" v="1682"/>
          <ac:inkMkLst>
            <pc:docMk/>
            <pc:sldMk cId="1366005906" sldId="265"/>
            <ac:inkMk id="35" creationId="{6EAB6A42-B5D0-A810-DDA9-6B8AE6E911C0}"/>
          </ac:inkMkLst>
        </pc:inkChg>
        <pc:inkChg chg="add mod">
          <ac:chgData name="O'Connor, Jacqueline Antonia" userId="3b9bfa0c-75a1-427e-ae61-7069a76100c3" providerId="ADAL" clId="{8515B688-85A3-4F26-94E9-C96B7C17EB84}" dt="2022-06-22T22:10:41.891" v="1682"/>
          <ac:inkMkLst>
            <pc:docMk/>
            <pc:sldMk cId="1366005906" sldId="265"/>
            <ac:inkMk id="36" creationId="{464FE817-E8E6-0029-5880-16C8FCAF5082}"/>
          </ac:inkMkLst>
        </pc:inkChg>
        <pc:inkChg chg="add mod">
          <ac:chgData name="O'Connor, Jacqueline Antonia" userId="3b9bfa0c-75a1-427e-ae61-7069a76100c3" providerId="ADAL" clId="{8515B688-85A3-4F26-94E9-C96B7C17EB84}" dt="2022-06-22T22:10:41.891" v="1682"/>
          <ac:inkMkLst>
            <pc:docMk/>
            <pc:sldMk cId="1366005906" sldId="265"/>
            <ac:inkMk id="37" creationId="{B3F3B6A7-FD88-A254-0746-26E963ACDA51}"/>
          </ac:inkMkLst>
        </pc:inkChg>
        <pc:inkChg chg="add mod">
          <ac:chgData name="O'Connor, Jacqueline Antonia" userId="3b9bfa0c-75a1-427e-ae61-7069a76100c3" providerId="ADAL" clId="{8515B688-85A3-4F26-94E9-C96B7C17EB84}" dt="2022-06-22T22:10:41.891" v="1682"/>
          <ac:inkMkLst>
            <pc:docMk/>
            <pc:sldMk cId="1366005906" sldId="265"/>
            <ac:inkMk id="38" creationId="{22F96C4A-A0FF-0525-D893-0936817F1EA9}"/>
          </ac:inkMkLst>
        </pc:inkChg>
        <pc:inkChg chg="add mod">
          <ac:chgData name="O'Connor, Jacqueline Antonia" userId="3b9bfa0c-75a1-427e-ae61-7069a76100c3" providerId="ADAL" clId="{8515B688-85A3-4F26-94E9-C96B7C17EB84}" dt="2022-06-22T22:10:41.891" v="1682"/>
          <ac:inkMkLst>
            <pc:docMk/>
            <pc:sldMk cId="1366005906" sldId="265"/>
            <ac:inkMk id="39" creationId="{D17FD318-48AE-5588-DB48-B82A6350FD09}"/>
          </ac:inkMkLst>
        </pc:inkChg>
        <pc:inkChg chg="add mod">
          <ac:chgData name="O'Connor, Jacqueline Antonia" userId="3b9bfa0c-75a1-427e-ae61-7069a76100c3" providerId="ADAL" clId="{8515B688-85A3-4F26-94E9-C96B7C17EB84}" dt="2022-06-22T22:10:41.891" v="1682"/>
          <ac:inkMkLst>
            <pc:docMk/>
            <pc:sldMk cId="1366005906" sldId="265"/>
            <ac:inkMk id="40" creationId="{06558884-2869-3C5A-85E2-B6C188CE708E}"/>
          </ac:inkMkLst>
        </pc:inkChg>
        <pc:inkChg chg="add mod">
          <ac:chgData name="O'Connor, Jacqueline Antonia" userId="3b9bfa0c-75a1-427e-ae61-7069a76100c3" providerId="ADAL" clId="{8515B688-85A3-4F26-94E9-C96B7C17EB84}" dt="2022-06-22T22:10:53.983" v="1690"/>
          <ac:inkMkLst>
            <pc:docMk/>
            <pc:sldMk cId="1366005906" sldId="265"/>
            <ac:inkMk id="43" creationId="{D521ED4D-8CA4-C67B-2760-966A18649BDC}"/>
          </ac:inkMkLst>
        </pc:inkChg>
        <pc:inkChg chg="add mod">
          <ac:chgData name="O'Connor, Jacqueline Antonia" userId="3b9bfa0c-75a1-427e-ae61-7069a76100c3" providerId="ADAL" clId="{8515B688-85A3-4F26-94E9-C96B7C17EB84}" dt="2022-06-22T22:10:53.983" v="1690"/>
          <ac:inkMkLst>
            <pc:docMk/>
            <pc:sldMk cId="1366005906" sldId="265"/>
            <ac:inkMk id="44" creationId="{E6A615BF-97EF-8583-AE3A-92339B7C6168}"/>
          </ac:inkMkLst>
        </pc:inkChg>
        <pc:inkChg chg="add mod">
          <ac:chgData name="O'Connor, Jacqueline Antonia" userId="3b9bfa0c-75a1-427e-ae61-7069a76100c3" providerId="ADAL" clId="{8515B688-85A3-4F26-94E9-C96B7C17EB84}" dt="2022-06-22T22:10:53.983" v="1690"/>
          <ac:inkMkLst>
            <pc:docMk/>
            <pc:sldMk cId="1366005906" sldId="265"/>
            <ac:inkMk id="45" creationId="{A05200D4-D120-C309-81CA-FEE2B3C62C6A}"/>
          </ac:inkMkLst>
        </pc:inkChg>
        <pc:inkChg chg="add mod">
          <ac:chgData name="O'Connor, Jacqueline Antonia" userId="3b9bfa0c-75a1-427e-ae61-7069a76100c3" providerId="ADAL" clId="{8515B688-85A3-4F26-94E9-C96B7C17EB84}" dt="2022-06-22T22:10:53.983" v="1690"/>
          <ac:inkMkLst>
            <pc:docMk/>
            <pc:sldMk cId="1366005906" sldId="265"/>
            <ac:inkMk id="46" creationId="{96A2B73F-F239-EF4C-445C-94956954CBC3}"/>
          </ac:inkMkLst>
        </pc:inkChg>
        <pc:inkChg chg="add mod">
          <ac:chgData name="O'Connor, Jacqueline Antonia" userId="3b9bfa0c-75a1-427e-ae61-7069a76100c3" providerId="ADAL" clId="{8515B688-85A3-4F26-94E9-C96B7C17EB84}" dt="2022-06-22T22:10:53.983" v="1690"/>
          <ac:inkMkLst>
            <pc:docMk/>
            <pc:sldMk cId="1366005906" sldId="265"/>
            <ac:inkMk id="47" creationId="{A2628A05-C8B5-C9E7-CED7-10B8E2B48D5C}"/>
          </ac:inkMkLst>
        </pc:inkChg>
        <pc:inkChg chg="add mod">
          <ac:chgData name="O'Connor, Jacqueline Antonia" userId="3b9bfa0c-75a1-427e-ae61-7069a76100c3" providerId="ADAL" clId="{8515B688-85A3-4F26-94E9-C96B7C17EB84}" dt="2022-06-22T22:10:53.983" v="1690"/>
          <ac:inkMkLst>
            <pc:docMk/>
            <pc:sldMk cId="1366005906" sldId="265"/>
            <ac:inkMk id="48" creationId="{18A97330-7F2A-4B66-535D-8F6309425F97}"/>
          </ac:inkMkLst>
        </pc:inkChg>
        <pc:inkChg chg="add mod">
          <ac:chgData name="O'Connor, Jacqueline Antonia" userId="3b9bfa0c-75a1-427e-ae61-7069a76100c3" providerId="ADAL" clId="{8515B688-85A3-4F26-94E9-C96B7C17EB84}" dt="2022-06-22T22:10:53.983" v="1690"/>
          <ac:inkMkLst>
            <pc:docMk/>
            <pc:sldMk cId="1366005906" sldId="265"/>
            <ac:inkMk id="49" creationId="{5FE4451F-2AE6-D524-99FB-F8B1979DEF5E}"/>
          </ac:inkMkLst>
        </pc:inkChg>
        <pc:inkChg chg="add mod">
          <ac:chgData name="O'Connor, Jacqueline Antonia" userId="3b9bfa0c-75a1-427e-ae61-7069a76100c3" providerId="ADAL" clId="{8515B688-85A3-4F26-94E9-C96B7C17EB84}" dt="2022-06-22T22:11:24.670" v="1696"/>
          <ac:inkMkLst>
            <pc:docMk/>
            <pc:sldMk cId="1366005906" sldId="265"/>
            <ac:inkMk id="51" creationId="{AC8E197E-37CA-09B2-2EC7-EEEECFBDECBE}"/>
          </ac:inkMkLst>
        </pc:inkChg>
        <pc:inkChg chg="add mod">
          <ac:chgData name="O'Connor, Jacqueline Antonia" userId="3b9bfa0c-75a1-427e-ae61-7069a76100c3" providerId="ADAL" clId="{8515B688-85A3-4F26-94E9-C96B7C17EB84}" dt="2022-06-22T22:11:24.670" v="1696"/>
          <ac:inkMkLst>
            <pc:docMk/>
            <pc:sldMk cId="1366005906" sldId="265"/>
            <ac:inkMk id="52" creationId="{A5C5DFCE-9145-848C-0DB4-362962E11DFB}"/>
          </ac:inkMkLst>
        </pc:inkChg>
        <pc:inkChg chg="add mod">
          <ac:chgData name="O'Connor, Jacqueline Antonia" userId="3b9bfa0c-75a1-427e-ae61-7069a76100c3" providerId="ADAL" clId="{8515B688-85A3-4F26-94E9-C96B7C17EB84}" dt="2022-06-22T22:11:24.670" v="1696"/>
          <ac:inkMkLst>
            <pc:docMk/>
            <pc:sldMk cId="1366005906" sldId="265"/>
            <ac:inkMk id="53" creationId="{4D3FC736-FA2D-90A2-2219-74A65B0A799D}"/>
          </ac:inkMkLst>
        </pc:inkChg>
        <pc:inkChg chg="add mod">
          <ac:chgData name="O'Connor, Jacqueline Antonia" userId="3b9bfa0c-75a1-427e-ae61-7069a76100c3" providerId="ADAL" clId="{8515B688-85A3-4F26-94E9-C96B7C17EB84}" dt="2022-06-22T22:11:24.670" v="1696"/>
          <ac:inkMkLst>
            <pc:docMk/>
            <pc:sldMk cId="1366005906" sldId="265"/>
            <ac:inkMk id="54" creationId="{1C4398A9-BEC2-4B72-2375-FCD06861979C}"/>
          </ac:inkMkLst>
        </pc:inkChg>
        <pc:inkChg chg="add mod">
          <ac:chgData name="O'Connor, Jacqueline Antonia" userId="3b9bfa0c-75a1-427e-ae61-7069a76100c3" providerId="ADAL" clId="{8515B688-85A3-4F26-94E9-C96B7C17EB84}" dt="2022-06-22T22:11:24.670" v="1696"/>
          <ac:inkMkLst>
            <pc:docMk/>
            <pc:sldMk cId="1366005906" sldId="265"/>
            <ac:inkMk id="55" creationId="{5CC5A633-47C9-BFE0-A5C2-9D6351B13301}"/>
          </ac:inkMkLst>
        </pc:inkChg>
        <pc:inkChg chg="add mod">
          <ac:chgData name="O'Connor, Jacqueline Antonia" userId="3b9bfa0c-75a1-427e-ae61-7069a76100c3" providerId="ADAL" clId="{8515B688-85A3-4F26-94E9-C96B7C17EB84}" dt="2022-06-22T22:11:32.786" v="1705"/>
          <ac:inkMkLst>
            <pc:docMk/>
            <pc:sldMk cId="1366005906" sldId="265"/>
            <ac:inkMk id="58" creationId="{2FC46C5B-BC2D-9878-E935-A17CDA930390}"/>
          </ac:inkMkLst>
        </pc:inkChg>
        <pc:inkChg chg="add mod">
          <ac:chgData name="O'Connor, Jacqueline Antonia" userId="3b9bfa0c-75a1-427e-ae61-7069a76100c3" providerId="ADAL" clId="{8515B688-85A3-4F26-94E9-C96B7C17EB84}" dt="2022-06-22T22:11:32.786" v="1705"/>
          <ac:inkMkLst>
            <pc:docMk/>
            <pc:sldMk cId="1366005906" sldId="265"/>
            <ac:inkMk id="59" creationId="{ABA0B5EC-7CCF-DF35-54B1-2683FDC566EA}"/>
          </ac:inkMkLst>
        </pc:inkChg>
        <pc:inkChg chg="add mod">
          <ac:chgData name="O'Connor, Jacqueline Antonia" userId="3b9bfa0c-75a1-427e-ae61-7069a76100c3" providerId="ADAL" clId="{8515B688-85A3-4F26-94E9-C96B7C17EB84}" dt="2022-06-22T22:11:32.786" v="1705"/>
          <ac:inkMkLst>
            <pc:docMk/>
            <pc:sldMk cId="1366005906" sldId="265"/>
            <ac:inkMk id="60" creationId="{7C53209E-6790-9352-143D-8FD2C2C9E404}"/>
          </ac:inkMkLst>
        </pc:inkChg>
        <pc:inkChg chg="add mod">
          <ac:chgData name="O'Connor, Jacqueline Antonia" userId="3b9bfa0c-75a1-427e-ae61-7069a76100c3" providerId="ADAL" clId="{8515B688-85A3-4F26-94E9-C96B7C17EB84}" dt="2022-06-22T22:11:32.786" v="1705"/>
          <ac:inkMkLst>
            <pc:docMk/>
            <pc:sldMk cId="1366005906" sldId="265"/>
            <ac:inkMk id="61" creationId="{11E05E66-E7F4-4119-B88A-D32012AE6239}"/>
          </ac:inkMkLst>
        </pc:inkChg>
        <pc:inkChg chg="add mod">
          <ac:chgData name="O'Connor, Jacqueline Antonia" userId="3b9bfa0c-75a1-427e-ae61-7069a76100c3" providerId="ADAL" clId="{8515B688-85A3-4F26-94E9-C96B7C17EB84}" dt="2022-06-22T22:11:32.786" v="1705"/>
          <ac:inkMkLst>
            <pc:docMk/>
            <pc:sldMk cId="1366005906" sldId="265"/>
            <ac:inkMk id="62" creationId="{BC4EDDDE-7910-654D-C584-B992A51E9D4C}"/>
          </ac:inkMkLst>
        </pc:inkChg>
        <pc:inkChg chg="add mod">
          <ac:chgData name="O'Connor, Jacqueline Antonia" userId="3b9bfa0c-75a1-427e-ae61-7069a76100c3" providerId="ADAL" clId="{8515B688-85A3-4F26-94E9-C96B7C17EB84}" dt="2022-06-22T22:11:32.786" v="1705"/>
          <ac:inkMkLst>
            <pc:docMk/>
            <pc:sldMk cId="1366005906" sldId="265"/>
            <ac:inkMk id="63" creationId="{A7CD7D84-9A0A-F351-7FB7-269911F66EED}"/>
          </ac:inkMkLst>
        </pc:inkChg>
        <pc:inkChg chg="add mod">
          <ac:chgData name="O'Connor, Jacqueline Antonia" userId="3b9bfa0c-75a1-427e-ae61-7069a76100c3" providerId="ADAL" clId="{8515B688-85A3-4F26-94E9-C96B7C17EB84}" dt="2022-06-22T22:11:32.786" v="1705"/>
          <ac:inkMkLst>
            <pc:docMk/>
            <pc:sldMk cId="1366005906" sldId="265"/>
            <ac:inkMk id="64" creationId="{097882FA-1257-EFD2-EACB-14D226993506}"/>
          </ac:inkMkLst>
        </pc:inkChg>
        <pc:inkChg chg="add mod">
          <ac:chgData name="O'Connor, Jacqueline Antonia" userId="3b9bfa0c-75a1-427e-ae61-7069a76100c3" providerId="ADAL" clId="{8515B688-85A3-4F26-94E9-C96B7C17EB84}" dt="2022-06-22T22:11:32.786" v="1705"/>
          <ac:inkMkLst>
            <pc:docMk/>
            <pc:sldMk cId="1366005906" sldId="265"/>
            <ac:inkMk id="65" creationId="{B02526C5-214A-7D22-D494-33ECF83C7C11}"/>
          </ac:inkMkLst>
        </pc:inkChg>
        <pc:inkChg chg="add mod">
          <ac:chgData name="O'Connor, Jacqueline Antonia" userId="3b9bfa0c-75a1-427e-ae61-7069a76100c3" providerId="ADAL" clId="{8515B688-85A3-4F26-94E9-C96B7C17EB84}" dt="2022-06-22T22:11:45.161" v="1711"/>
          <ac:inkMkLst>
            <pc:docMk/>
            <pc:sldMk cId="1366005906" sldId="265"/>
            <ac:inkMk id="67" creationId="{ADC2994E-2124-B424-366D-62FA5F5145A1}"/>
          </ac:inkMkLst>
        </pc:inkChg>
        <pc:inkChg chg="add mod">
          <ac:chgData name="O'Connor, Jacqueline Antonia" userId="3b9bfa0c-75a1-427e-ae61-7069a76100c3" providerId="ADAL" clId="{8515B688-85A3-4F26-94E9-C96B7C17EB84}" dt="2022-06-22T22:11:45.161" v="1711"/>
          <ac:inkMkLst>
            <pc:docMk/>
            <pc:sldMk cId="1366005906" sldId="265"/>
            <ac:inkMk id="68" creationId="{B27C1321-8AE3-6CE5-64A5-67F014476224}"/>
          </ac:inkMkLst>
        </pc:inkChg>
        <pc:inkChg chg="add mod">
          <ac:chgData name="O'Connor, Jacqueline Antonia" userId="3b9bfa0c-75a1-427e-ae61-7069a76100c3" providerId="ADAL" clId="{8515B688-85A3-4F26-94E9-C96B7C17EB84}" dt="2022-06-22T22:11:45.161" v="1711"/>
          <ac:inkMkLst>
            <pc:docMk/>
            <pc:sldMk cId="1366005906" sldId="265"/>
            <ac:inkMk id="69" creationId="{98F9E244-269D-A737-B694-969293640D21}"/>
          </ac:inkMkLst>
        </pc:inkChg>
        <pc:inkChg chg="add mod">
          <ac:chgData name="O'Connor, Jacqueline Antonia" userId="3b9bfa0c-75a1-427e-ae61-7069a76100c3" providerId="ADAL" clId="{8515B688-85A3-4F26-94E9-C96B7C17EB84}" dt="2022-06-22T22:11:45.161" v="1711"/>
          <ac:inkMkLst>
            <pc:docMk/>
            <pc:sldMk cId="1366005906" sldId="265"/>
            <ac:inkMk id="70" creationId="{C3E4136C-1970-2EBD-A403-DB85962A74FD}"/>
          </ac:inkMkLst>
        </pc:inkChg>
        <pc:inkChg chg="add mod">
          <ac:chgData name="O'Connor, Jacqueline Antonia" userId="3b9bfa0c-75a1-427e-ae61-7069a76100c3" providerId="ADAL" clId="{8515B688-85A3-4F26-94E9-C96B7C17EB84}" dt="2022-06-22T22:11:45.161" v="1711"/>
          <ac:inkMkLst>
            <pc:docMk/>
            <pc:sldMk cId="1366005906" sldId="265"/>
            <ac:inkMk id="71" creationId="{DA80A634-EA19-D8B7-6DAB-8A08D99FAB68}"/>
          </ac:inkMkLst>
        </pc:inkChg>
        <pc:inkChg chg="add mod">
          <ac:chgData name="O'Connor, Jacqueline Antonia" userId="3b9bfa0c-75a1-427e-ae61-7069a76100c3" providerId="ADAL" clId="{8515B688-85A3-4F26-94E9-C96B7C17EB84}" dt="2022-06-22T22:11:53.096" v="1722"/>
          <ac:inkMkLst>
            <pc:docMk/>
            <pc:sldMk cId="1366005906" sldId="265"/>
            <ac:inkMk id="73" creationId="{CCDB2118-832D-C42C-71F9-6C9442944DFF}"/>
          </ac:inkMkLst>
        </pc:inkChg>
        <pc:inkChg chg="add mod">
          <ac:chgData name="O'Connor, Jacqueline Antonia" userId="3b9bfa0c-75a1-427e-ae61-7069a76100c3" providerId="ADAL" clId="{8515B688-85A3-4F26-94E9-C96B7C17EB84}" dt="2022-06-22T22:11:53.096" v="1722"/>
          <ac:inkMkLst>
            <pc:docMk/>
            <pc:sldMk cId="1366005906" sldId="265"/>
            <ac:inkMk id="74" creationId="{6D18C627-2E18-73EC-3932-C1872F051D02}"/>
          </ac:inkMkLst>
        </pc:inkChg>
        <pc:inkChg chg="add mod">
          <ac:chgData name="O'Connor, Jacqueline Antonia" userId="3b9bfa0c-75a1-427e-ae61-7069a76100c3" providerId="ADAL" clId="{8515B688-85A3-4F26-94E9-C96B7C17EB84}" dt="2022-06-22T22:11:53.096" v="1722"/>
          <ac:inkMkLst>
            <pc:docMk/>
            <pc:sldMk cId="1366005906" sldId="265"/>
            <ac:inkMk id="75" creationId="{72033A3A-6AB1-1ABC-50A5-B1807AAC0174}"/>
          </ac:inkMkLst>
        </pc:inkChg>
        <pc:inkChg chg="add mod">
          <ac:chgData name="O'Connor, Jacqueline Antonia" userId="3b9bfa0c-75a1-427e-ae61-7069a76100c3" providerId="ADAL" clId="{8515B688-85A3-4F26-94E9-C96B7C17EB84}" dt="2022-06-22T22:11:53.096" v="1722"/>
          <ac:inkMkLst>
            <pc:docMk/>
            <pc:sldMk cId="1366005906" sldId="265"/>
            <ac:inkMk id="76" creationId="{45A57FF0-D20B-C5C5-1575-CEB2F56BB72F}"/>
          </ac:inkMkLst>
        </pc:inkChg>
        <pc:inkChg chg="add mod">
          <ac:chgData name="O'Connor, Jacqueline Antonia" userId="3b9bfa0c-75a1-427e-ae61-7069a76100c3" providerId="ADAL" clId="{8515B688-85A3-4F26-94E9-C96B7C17EB84}" dt="2022-06-22T22:11:53.096" v="1722"/>
          <ac:inkMkLst>
            <pc:docMk/>
            <pc:sldMk cId="1366005906" sldId="265"/>
            <ac:inkMk id="77" creationId="{39A96B15-9B2D-24A5-8AD9-0050EA70ED94}"/>
          </ac:inkMkLst>
        </pc:inkChg>
        <pc:inkChg chg="add mod">
          <ac:chgData name="O'Connor, Jacqueline Antonia" userId="3b9bfa0c-75a1-427e-ae61-7069a76100c3" providerId="ADAL" clId="{8515B688-85A3-4F26-94E9-C96B7C17EB84}" dt="2022-06-22T22:11:53.096" v="1722"/>
          <ac:inkMkLst>
            <pc:docMk/>
            <pc:sldMk cId="1366005906" sldId="265"/>
            <ac:inkMk id="78" creationId="{4F676547-E7BF-BDDC-1F0E-8EC52A02712B}"/>
          </ac:inkMkLst>
        </pc:inkChg>
        <pc:inkChg chg="add mod">
          <ac:chgData name="O'Connor, Jacqueline Antonia" userId="3b9bfa0c-75a1-427e-ae61-7069a76100c3" providerId="ADAL" clId="{8515B688-85A3-4F26-94E9-C96B7C17EB84}" dt="2022-06-22T22:11:53.096" v="1722"/>
          <ac:inkMkLst>
            <pc:docMk/>
            <pc:sldMk cId="1366005906" sldId="265"/>
            <ac:inkMk id="79" creationId="{DFC88253-A03F-3EFB-4E46-1D44F7FB05CB}"/>
          </ac:inkMkLst>
        </pc:inkChg>
        <pc:inkChg chg="add mod">
          <ac:chgData name="O'Connor, Jacqueline Antonia" userId="3b9bfa0c-75a1-427e-ae61-7069a76100c3" providerId="ADAL" clId="{8515B688-85A3-4F26-94E9-C96B7C17EB84}" dt="2022-06-22T22:11:53.096" v="1722"/>
          <ac:inkMkLst>
            <pc:docMk/>
            <pc:sldMk cId="1366005906" sldId="265"/>
            <ac:inkMk id="80" creationId="{4AB982D4-D410-37CC-DCC6-980D22E8C529}"/>
          </ac:inkMkLst>
        </pc:inkChg>
        <pc:inkChg chg="add mod">
          <ac:chgData name="O'Connor, Jacqueline Antonia" userId="3b9bfa0c-75a1-427e-ae61-7069a76100c3" providerId="ADAL" clId="{8515B688-85A3-4F26-94E9-C96B7C17EB84}" dt="2022-06-22T22:11:53.096" v="1722"/>
          <ac:inkMkLst>
            <pc:docMk/>
            <pc:sldMk cId="1366005906" sldId="265"/>
            <ac:inkMk id="81" creationId="{1BC7656A-6C4A-A0B7-DA5C-07322C183963}"/>
          </ac:inkMkLst>
        </pc:inkChg>
        <pc:inkChg chg="add mod">
          <ac:chgData name="O'Connor, Jacqueline Antonia" userId="3b9bfa0c-75a1-427e-ae61-7069a76100c3" providerId="ADAL" clId="{8515B688-85A3-4F26-94E9-C96B7C17EB84}" dt="2022-06-22T22:11:53.096" v="1722"/>
          <ac:inkMkLst>
            <pc:docMk/>
            <pc:sldMk cId="1366005906" sldId="265"/>
            <ac:inkMk id="82" creationId="{A0FF4919-0684-01C0-2D57-63A805C4F785}"/>
          </ac:inkMkLst>
        </pc:inkChg>
        <pc:inkChg chg="add mod">
          <ac:chgData name="O'Connor, Jacqueline Antonia" userId="3b9bfa0c-75a1-427e-ae61-7069a76100c3" providerId="ADAL" clId="{8515B688-85A3-4F26-94E9-C96B7C17EB84}" dt="2022-06-22T22:12:15.280" v="1725"/>
          <ac:inkMkLst>
            <pc:docMk/>
            <pc:sldMk cId="1366005906" sldId="265"/>
            <ac:inkMk id="84" creationId="{D0C8EBD2-9D9D-70DC-C0F8-99C6C3D8C041}"/>
          </ac:inkMkLst>
        </pc:inkChg>
        <pc:inkChg chg="add mod">
          <ac:chgData name="O'Connor, Jacqueline Antonia" userId="3b9bfa0c-75a1-427e-ae61-7069a76100c3" providerId="ADAL" clId="{8515B688-85A3-4F26-94E9-C96B7C17EB84}" dt="2022-06-22T22:12:15.280" v="1725"/>
          <ac:inkMkLst>
            <pc:docMk/>
            <pc:sldMk cId="1366005906" sldId="265"/>
            <ac:inkMk id="85" creationId="{16B453C1-74FA-159E-BA14-EBC3E2286354}"/>
          </ac:inkMkLst>
        </pc:inkChg>
        <pc:inkChg chg="add mod">
          <ac:chgData name="O'Connor, Jacqueline Antonia" userId="3b9bfa0c-75a1-427e-ae61-7069a76100c3" providerId="ADAL" clId="{8515B688-85A3-4F26-94E9-C96B7C17EB84}" dt="2022-06-22T22:12:22.819" v="1732"/>
          <ac:inkMkLst>
            <pc:docMk/>
            <pc:sldMk cId="1366005906" sldId="265"/>
            <ac:inkMk id="87" creationId="{F1FE7D23-068A-924A-5EA1-2A5CAADD5105}"/>
          </ac:inkMkLst>
        </pc:inkChg>
        <pc:inkChg chg="add mod">
          <ac:chgData name="O'Connor, Jacqueline Antonia" userId="3b9bfa0c-75a1-427e-ae61-7069a76100c3" providerId="ADAL" clId="{8515B688-85A3-4F26-94E9-C96B7C17EB84}" dt="2022-06-22T22:12:22.819" v="1732"/>
          <ac:inkMkLst>
            <pc:docMk/>
            <pc:sldMk cId="1366005906" sldId="265"/>
            <ac:inkMk id="88" creationId="{409392D9-DAD8-EE5D-6E83-293E8C2A2C2E}"/>
          </ac:inkMkLst>
        </pc:inkChg>
        <pc:inkChg chg="add mod">
          <ac:chgData name="O'Connor, Jacqueline Antonia" userId="3b9bfa0c-75a1-427e-ae61-7069a76100c3" providerId="ADAL" clId="{8515B688-85A3-4F26-94E9-C96B7C17EB84}" dt="2022-06-22T22:12:22.819" v="1732"/>
          <ac:inkMkLst>
            <pc:docMk/>
            <pc:sldMk cId="1366005906" sldId="265"/>
            <ac:inkMk id="90" creationId="{40B24124-B066-64EF-8315-BDF642F46F4B}"/>
          </ac:inkMkLst>
        </pc:inkChg>
        <pc:inkChg chg="add mod">
          <ac:chgData name="O'Connor, Jacqueline Antonia" userId="3b9bfa0c-75a1-427e-ae61-7069a76100c3" providerId="ADAL" clId="{8515B688-85A3-4F26-94E9-C96B7C17EB84}" dt="2022-06-22T22:12:22.819" v="1732"/>
          <ac:inkMkLst>
            <pc:docMk/>
            <pc:sldMk cId="1366005906" sldId="265"/>
            <ac:inkMk id="91" creationId="{EE7AD20D-5BD6-33CF-901A-64C47BF1FA8A}"/>
          </ac:inkMkLst>
        </pc:inkChg>
        <pc:inkChg chg="add mod">
          <ac:chgData name="O'Connor, Jacqueline Antonia" userId="3b9bfa0c-75a1-427e-ae61-7069a76100c3" providerId="ADAL" clId="{8515B688-85A3-4F26-94E9-C96B7C17EB84}" dt="2022-06-22T22:12:22.819" v="1732"/>
          <ac:inkMkLst>
            <pc:docMk/>
            <pc:sldMk cId="1366005906" sldId="265"/>
            <ac:inkMk id="92" creationId="{F523C59D-701E-BE54-6FCC-D0B8911FDDED}"/>
          </ac:inkMkLst>
        </pc:inkChg>
        <pc:inkChg chg="add mod">
          <ac:chgData name="O'Connor, Jacqueline Antonia" userId="3b9bfa0c-75a1-427e-ae61-7069a76100c3" providerId="ADAL" clId="{8515B688-85A3-4F26-94E9-C96B7C17EB84}" dt="2022-06-22T22:12:27.808" v="1738"/>
          <ac:inkMkLst>
            <pc:docMk/>
            <pc:sldMk cId="1366005906" sldId="265"/>
            <ac:inkMk id="94" creationId="{5C5D4FAE-EBA5-19BB-9399-BD0148DD23B1}"/>
          </ac:inkMkLst>
        </pc:inkChg>
        <pc:inkChg chg="add mod">
          <ac:chgData name="O'Connor, Jacqueline Antonia" userId="3b9bfa0c-75a1-427e-ae61-7069a76100c3" providerId="ADAL" clId="{8515B688-85A3-4F26-94E9-C96B7C17EB84}" dt="2022-06-22T22:12:27.808" v="1738"/>
          <ac:inkMkLst>
            <pc:docMk/>
            <pc:sldMk cId="1366005906" sldId="265"/>
            <ac:inkMk id="95" creationId="{DB4E34F5-CEC7-1FF3-8199-E53C96441508}"/>
          </ac:inkMkLst>
        </pc:inkChg>
        <pc:inkChg chg="add mod">
          <ac:chgData name="O'Connor, Jacqueline Antonia" userId="3b9bfa0c-75a1-427e-ae61-7069a76100c3" providerId="ADAL" clId="{8515B688-85A3-4F26-94E9-C96B7C17EB84}" dt="2022-06-22T22:12:27.808" v="1738"/>
          <ac:inkMkLst>
            <pc:docMk/>
            <pc:sldMk cId="1366005906" sldId="265"/>
            <ac:inkMk id="96" creationId="{540EAC7B-A8EA-4D9F-2180-CC5ECAB5C52A}"/>
          </ac:inkMkLst>
        </pc:inkChg>
        <pc:inkChg chg="add mod">
          <ac:chgData name="O'Connor, Jacqueline Antonia" userId="3b9bfa0c-75a1-427e-ae61-7069a76100c3" providerId="ADAL" clId="{8515B688-85A3-4F26-94E9-C96B7C17EB84}" dt="2022-06-22T22:12:27.808" v="1738"/>
          <ac:inkMkLst>
            <pc:docMk/>
            <pc:sldMk cId="1366005906" sldId="265"/>
            <ac:inkMk id="97" creationId="{5E3A3BC9-3440-AC28-C9AB-2F674F8CF01D}"/>
          </ac:inkMkLst>
        </pc:inkChg>
        <pc:inkChg chg="add mod">
          <ac:chgData name="O'Connor, Jacqueline Antonia" userId="3b9bfa0c-75a1-427e-ae61-7069a76100c3" providerId="ADAL" clId="{8515B688-85A3-4F26-94E9-C96B7C17EB84}" dt="2022-06-22T22:12:27.808" v="1738"/>
          <ac:inkMkLst>
            <pc:docMk/>
            <pc:sldMk cId="1366005906" sldId="265"/>
            <ac:inkMk id="98" creationId="{0C0A2410-BF73-6AC1-1EDF-483A65966B13}"/>
          </ac:inkMkLst>
        </pc:inkChg>
        <pc:inkChg chg="add mod">
          <ac:chgData name="O'Connor, Jacqueline Antonia" userId="3b9bfa0c-75a1-427e-ae61-7069a76100c3" providerId="ADAL" clId="{8515B688-85A3-4F26-94E9-C96B7C17EB84}" dt="2022-06-22T22:12:30.273" v="1743"/>
          <ac:inkMkLst>
            <pc:docMk/>
            <pc:sldMk cId="1366005906" sldId="265"/>
            <ac:inkMk id="101" creationId="{09D0AA4E-9E06-11B6-7277-A4939BD93C05}"/>
          </ac:inkMkLst>
        </pc:inkChg>
        <pc:inkChg chg="add mod">
          <ac:chgData name="O'Connor, Jacqueline Antonia" userId="3b9bfa0c-75a1-427e-ae61-7069a76100c3" providerId="ADAL" clId="{8515B688-85A3-4F26-94E9-C96B7C17EB84}" dt="2022-06-22T22:12:30.273" v="1743"/>
          <ac:inkMkLst>
            <pc:docMk/>
            <pc:sldMk cId="1366005906" sldId="265"/>
            <ac:inkMk id="102" creationId="{C1B7E7A8-FD2F-4900-1902-B57A1561F63E}"/>
          </ac:inkMkLst>
        </pc:inkChg>
        <pc:inkChg chg="add mod">
          <ac:chgData name="O'Connor, Jacqueline Antonia" userId="3b9bfa0c-75a1-427e-ae61-7069a76100c3" providerId="ADAL" clId="{8515B688-85A3-4F26-94E9-C96B7C17EB84}" dt="2022-06-22T22:12:30.273" v="1743"/>
          <ac:inkMkLst>
            <pc:docMk/>
            <pc:sldMk cId="1366005906" sldId="265"/>
            <ac:inkMk id="103" creationId="{F9D15D90-8A2C-FF61-15BB-10849A08591E}"/>
          </ac:inkMkLst>
        </pc:inkChg>
        <pc:inkChg chg="add mod">
          <ac:chgData name="O'Connor, Jacqueline Antonia" userId="3b9bfa0c-75a1-427e-ae61-7069a76100c3" providerId="ADAL" clId="{8515B688-85A3-4F26-94E9-C96B7C17EB84}" dt="2022-06-22T22:12:30.273" v="1743"/>
          <ac:inkMkLst>
            <pc:docMk/>
            <pc:sldMk cId="1366005906" sldId="265"/>
            <ac:inkMk id="104" creationId="{A2BD9DD2-F7B0-F10E-00ED-249C83AF4B0A}"/>
          </ac:inkMkLst>
        </pc:inkChg>
        <pc:inkChg chg="add mod">
          <ac:chgData name="O'Connor, Jacqueline Antonia" userId="3b9bfa0c-75a1-427e-ae61-7069a76100c3" providerId="ADAL" clId="{8515B688-85A3-4F26-94E9-C96B7C17EB84}" dt="2022-06-22T22:12:40.508" v="1746"/>
          <ac:inkMkLst>
            <pc:docMk/>
            <pc:sldMk cId="1366005906" sldId="265"/>
            <ac:inkMk id="107" creationId="{F71053D9-FA4C-4332-F7D1-F38AE69D77F0}"/>
          </ac:inkMkLst>
        </pc:inkChg>
        <pc:inkChg chg="add mod">
          <ac:chgData name="O'Connor, Jacqueline Antonia" userId="3b9bfa0c-75a1-427e-ae61-7069a76100c3" providerId="ADAL" clId="{8515B688-85A3-4F26-94E9-C96B7C17EB84}" dt="2022-06-22T22:12:40.508" v="1746"/>
          <ac:inkMkLst>
            <pc:docMk/>
            <pc:sldMk cId="1366005906" sldId="265"/>
            <ac:inkMk id="108" creationId="{56B8DF23-F9F3-5A04-76B5-B4673D5F0BD3}"/>
          </ac:inkMkLst>
        </pc:inkChg>
        <pc:inkChg chg="add mod">
          <ac:chgData name="O'Connor, Jacqueline Antonia" userId="3b9bfa0c-75a1-427e-ae61-7069a76100c3" providerId="ADAL" clId="{8515B688-85A3-4F26-94E9-C96B7C17EB84}" dt="2022-06-22T22:12:46.393" v="1758"/>
          <ac:inkMkLst>
            <pc:docMk/>
            <pc:sldMk cId="1366005906" sldId="265"/>
            <ac:inkMk id="110" creationId="{2C218E4F-6A6E-B07C-05BF-E412CF04431A}"/>
          </ac:inkMkLst>
        </pc:inkChg>
        <pc:inkChg chg="add mod">
          <ac:chgData name="O'Connor, Jacqueline Antonia" userId="3b9bfa0c-75a1-427e-ae61-7069a76100c3" providerId="ADAL" clId="{8515B688-85A3-4F26-94E9-C96B7C17EB84}" dt="2022-06-22T22:12:46.393" v="1758"/>
          <ac:inkMkLst>
            <pc:docMk/>
            <pc:sldMk cId="1366005906" sldId="265"/>
            <ac:inkMk id="111" creationId="{CDAC293E-2F6B-9DA5-3816-8F4B6FFD1F4E}"/>
          </ac:inkMkLst>
        </pc:inkChg>
        <pc:inkChg chg="add mod">
          <ac:chgData name="O'Connor, Jacqueline Antonia" userId="3b9bfa0c-75a1-427e-ae61-7069a76100c3" providerId="ADAL" clId="{8515B688-85A3-4F26-94E9-C96B7C17EB84}" dt="2022-06-22T22:12:46.393" v="1758"/>
          <ac:inkMkLst>
            <pc:docMk/>
            <pc:sldMk cId="1366005906" sldId="265"/>
            <ac:inkMk id="112" creationId="{D4F88B73-F4AD-59B0-0221-041B7A3F9105}"/>
          </ac:inkMkLst>
        </pc:inkChg>
        <pc:inkChg chg="add mod">
          <ac:chgData name="O'Connor, Jacqueline Antonia" userId="3b9bfa0c-75a1-427e-ae61-7069a76100c3" providerId="ADAL" clId="{8515B688-85A3-4F26-94E9-C96B7C17EB84}" dt="2022-06-22T22:12:46.393" v="1758"/>
          <ac:inkMkLst>
            <pc:docMk/>
            <pc:sldMk cId="1366005906" sldId="265"/>
            <ac:inkMk id="113" creationId="{E7B4C313-15AF-62EF-04A2-6E73AAEFBB69}"/>
          </ac:inkMkLst>
        </pc:inkChg>
        <pc:inkChg chg="add mod">
          <ac:chgData name="O'Connor, Jacqueline Antonia" userId="3b9bfa0c-75a1-427e-ae61-7069a76100c3" providerId="ADAL" clId="{8515B688-85A3-4F26-94E9-C96B7C17EB84}" dt="2022-06-22T22:12:46.393" v="1758"/>
          <ac:inkMkLst>
            <pc:docMk/>
            <pc:sldMk cId="1366005906" sldId="265"/>
            <ac:inkMk id="115" creationId="{97A62F82-6E90-6624-4959-4000ED5A816B}"/>
          </ac:inkMkLst>
        </pc:inkChg>
        <pc:inkChg chg="add mod">
          <ac:chgData name="O'Connor, Jacqueline Antonia" userId="3b9bfa0c-75a1-427e-ae61-7069a76100c3" providerId="ADAL" clId="{8515B688-85A3-4F26-94E9-C96B7C17EB84}" dt="2022-06-22T22:12:46.393" v="1758"/>
          <ac:inkMkLst>
            <pc:docMk/>
            <pc:sldMk cId="1366005906" sldId="265"/>
            <ac:inkMk id="116" creationId="{675CA912-A0CE-3F3E-8281-B003CC03CDA7}"/>
          </ac:inkMkLst>
        </pc:inkChg>
        <pc:inkChg chg="add mod">
          <ac:chgData name="O'Connor, Jacqueline Antonia" userId="3b9bfa0c-75a1-427e-ae61-7069a76100c3" providerId="ADAL" clId="{8515B688-85A3-4F26-94E9-C96B7C17EB84}" dt="2022-06-22T22:12:46.393" v="1758"/>
          <ac:inkMkLst>
            <pc:docMk/>
            <pc:sldMk cId="1366005906" sldId="265"/>
            <ac:inkMk id="117" creationId="{00451B20-043E-9546-47AD-88F2A072E814}"/>
          </ac:inkMkLst>
        </pc:inkChg>
        <pc:inkChg chg="add mod">
          <ac:chgData name="O'Connor, Jacqueline Antonia" userId="3b9bfa0c-75a1-427e-ae61-7069a76100c3" providerId="ADAL" clId="{8515B688-85A3-4F26-94E9-C96B7C17EB84}" dt="2022-06-22T22:12:46.393" v="1758"/>
          <ac:inkMkLst>
            <pc:docMk/>
            <pc:sldMk cId="1366005906" sldId="265"/>
            <ac:inkMk id="118" creationId="{735E9A71-1BF8-687E-B6D3-CB7C24A1C9FD}"/>
          </ac:inkMkLst>
        </pc:inkChg>
        <pc:inkChg chg="add mod">
          <ac:chgData name="O'Connor, Jacqueline Antonia" userId="3b9bfa0c-75a1-427e-ae61-7069a76100c3" providerId="ADAL" clId="{8515B688-85A3-4F26-94E9-C96B7C17EB84}" dt="2022-06-22T22:12:46.393" v="1758"/>
          <ac:inkMkLst>
            <pc:docMk/>
            <pc:sldMk cId="1366005906" sldId="265"/>
            <ac:inkMk id="119" creationId="{8F44B9F8-C049-539A-A8F0-FB3EFA169F10}"/>
          </ac:inkMkLst>
        </pc:inkChg>
        <pc:inkChg chg="add mod">
          <ac:chgData name="O'Connor, Jacqueline Antonia" userId="3b9bfa0c-75a1-427e-ae61-7069a76100c3" providerId="ADAL" clId="{8515B688-85A3-4F26-94E9-C96B7C17EB84}" dt="2022-06-22T22:12:46.393" v="1758"/>
          <ac:inkMkLst>
            <pc:docMk/>
            <pc:sldMk cId="1366005906" sldId="265"/>
            <ac:inkMk id="120" creationId="{2802153B-0BEE-81B3-B8EA-51210EA93EA5}"/>
          </ac:inkMkLst>
        </pc:inkChg>
        <pc:inkChg chg="add mod">
          <ac:chgData name="O'Connor, Jacqueline Antonia" userId="3b9bfa0c-75a1-427e-ae61-7069a76100c3" providerId="ADAL" clId="{8515B688-85A3-4F26-94E9-C96B7C17EB84}" dt="2022-06-22T22:12:57.693" v="1767"/>
          <ac:inkMkLst>
            <pc:docMk/>
            <pc:sldMk cId="1366005906" sldId="265"/>
            <ac:inkMk id="122" creationId="{E360ECEB-77DE-C114-6957-199E208F3046}"/>
          </ac:inkMkLst>
        </pc:inkChg>
        <pc:inkChg chg="add mod">
          <ac:chgData name="O'Connor, Jacqueline Antonia" userId="3b9bfa0c-75a1-427e-ae61-7069a76100c3" providerId="ADAL" clId="{8515B688-85A3-4F26-94E9-C96B7C17EB84}" dt="2022-06-22T22:12:57.693" v="1767"/>
          <ac:inkMkLst>
            <pc:docMk/>
            <pc:sldMk cId="1366005906" sldId="265"/>
            <ac:inkMk id="123" creationId="{D0E927BC-D3F4-8E88-0AAA-60E895860C9F}"/>
          </ac:inkMkLst>
        </pc:inkChg>
        <pc:inkChg chg="add mod">
          <ac:chgData name="O'Connor, Jacqueline Antonia" userId="3b9bfa0c-75a1-427e-ae61-7069a76100c3" providerId="ADAL" clId="{8515B688-85A3-4F26-94E9-C96B7C17EB84}" dt="2022-06-22T22:12:57.693" v="1767"/>
          <ac:inkMkLst>
            <pc:docMk/>
            <pc:sldMk cId="1366005906" sldId="265"/>
            <ac:inkMk id="124" creationId="{7F38B6FA-29F2-EC59-D7CC-74FE3904F419}"/>
          </ac:inkMkLst>
        </pc:inkChg>
        <pc:inkChg chg="add mod">
          <ac:chgData name="O'Connor, Jacqueline Antonia" userId="3b9bfa0c-75a1-427e-ae61-7069a76100c3" providerId="ADAL" clId="{8515B688-85A3-4F26-94E9-C96B7C17EB84}" dt="2022-06-22T22:12:57.693" v="1767"/>
          <ac:inkMkLst>
            <pc:docMk/>
            <pc:sldMk cId="1366005906" sldId="265"/>
            <ac:inkMk id="125" creationId="{DA466947-4E2F-2F7E-8661-AAFCDD20489A}"/>
          </ac:inkMkLst>
        </pc:inkChg>
        <pc:inkChg chg="add mod">
          <ac:chgData name="O'Connor, Jacqueline Antonia" userId="3b9bfa0c-75a1-427e-ae61-7069a76100c3" providerId="ADAL" clId="{8515B688-85A3-4F26-94E9-C96B7C17EB84}" dt="2022-06-22T22:12:57.693" v="1767"/>
          <ac:inkMkLst>
            <pc:docMk/>
            <pc:sldMk cId="1366005906" sldId="265"/>
            <ac:inkMk id="126" creationId="{8D5666B1-9997-4E5C-9485-5FF6B193B959}"/>
          </ac:inkMkLst>
        </pc:inkChg>
        <pc:inkChg chg="add mod">
          <ac:chgData name="O'Connor, Jacqueline Antonia" userId="3b9bfa0c-75a1-427e-ae61-7069a76100c3" providerId="ADAL" clId="{8515B688-85A3-4F26-94E9-C96B7C17EB84}" dt="2022-06-22T22:12:57.693" v="1767"/>
          <ac:inkMkLst>
            <pc:docMk/>
            <pc:sldMk cId="1366005906" sldId="265"/>
            <ac:inkMk id="127" creationId="{1E6925EA-7A6A-8B5C-E27C-508C73541E25}"/>
          </ac:inkMkLst>
        </pc:inkChg>
        <pc:inkChg chg="add mod">
          <ac:chgData name="O'Connor, Jacqueline Antonia" userId="3b9bfa0c-75a1-427e-ae61-7069a76100c3" providerId="ADAL" clId="{8515B688-85A3-4F26-94E9-C96B7C17EB84}" dt="2022-06-22T22:12:57.693" v="1767"/>
          <ac:inkMkLst>
            <pc:docMk/>
            <pc:sldMk cId="1366005906" sldId="265"/>
            <ac:inkMk id="128" creationId="{08F775A7-39F9-0695-D344-AC2F83BE3BE4}"/>
          </ac:inkMkLst>
        </pc:inkChg>
        <pc:inkChg chg="add mod">
          <ac:chgData name="O'Connor, Jacqueline Antonia" userId="3b9bfa0c-75a1-427e-ae61-7069a76100c3" providerId="ADAL" clId="{8515B688-85A3-4F26-94E9-C96B7C17EB84}" dt="2022-06-22T22:12:57.693" v="1767"/>
          <ac:inkMkLst>
            <pc:docMk/>
            <pc:sldMk cId="1366005906" sldId="265"/>
            <ac:inkMk id="129" creationId="{09B89148-D9C3-422C-AE99-D51AFA621877}"/>
          </ac:inkMkLst>
        </pc:inkChg>
        <pc:inkChg chg="add mod">
          <ac:chgData name="O'Connor, Jacqueline Antonia" userId="3b9bfa0c-75a1-427e-ae61-7069a76100c3" providerId="ADAL" clId="{8515B688-85A3-4F26-94E9-C96B7C17EB84}" dt="2022-06-22T22:13:01.859" v="1770"/>
          <ac:inkMkLst>
            <pc:docMk/>
            <pc:sldMk cId="1366005906" sldId="265"/>
            <ac:inkMk id="132" creationId="{CB0AE3F0-D49F-D428-AB46-8B553124C9E1}"/>
          </ac:inkMkLst>
        </pc:inkChg>
        <pc:inkChg chg="add mod">
          <ac:chgData name="O'Connor, Jacqueline Antonia" userId="3b9bfa0c-75a1-427e-ae61-7069a76100c3" providerId="ADAL" clId="{8515B688-85A3-4F26-94E9-C96B7C17EB84}" dt="2022-06-22T22:13:01.859" v="1770"/>
          <ac:inkMkLst>
            <pc:docMk/>
            <pc:sldMk cId="1366005906" sldId="265"/>
            <ac:inkMk id="133" creationId="{F791047F-BB33-3BEF-A115-0A9F1AB05C42}"/>
          </ac:inkMkLst>
        </pc:inkChg>
        <pc:inkChg chg="add mod">
          <ac:chgData name="O'Connor, Jacqueline Antonia" userId="3b9bfa0c-75a1-427e-ae61-7069a76100c3" providerId="ADAL" clId="{8515B688-85A3-4F26-94E9-C96B7C17EB84}" dt="2022-06-22T22:13:02.835" v="1773"/>
          <ac:inkMkLst>
            <pc:docMk/>
            <pc:sldMk cId="1366005906" sldId="265"/>
            <ac:inkMk id="135" creationId="{534FCB50-2A5A-79C9-6A3A-60F865F48D1F}"/>
          </ac:inkMkLst>
        </pc:inkChg>
        <pc:inkChg chg="add mod">
          <ac:chgData name="O'Connor, Jacqueline Antonia" userId="3b9bfa0c-75a1-427e-ae61-7069a76100c3" providerId="ADAL" clId="{8515B688-85A3-4F26-94E9-C96B7C17EB84}" dt="2022-06-22T22:13:02.835" v="1773"/>
          <ac:inkMkLst>
            <pc:docMk/>
            <pc:sldMk cId="1366005906" sldId="265"/>
            <ac:inkMk id="136" creationId="{64504F6B-285E-5366-BD24-32234F097DA5}"/>
          </ac:inkMkLst>
        </pc:inkChg>
        <pc:inkChg chg="add mod">
          <ac:chgData name="O'Connor, Jacqueline Antonia" userId="3b9bfa0c-75a1-427e-ae61-7069a76100c3" providerId="ADAL" clId="{8515B688-85A3-4F26-94E9-C96B7C17EB84}" dt="2022-06-22T22:13:08.040" v="1781"/>
          <ac:inkMkLst>
            <pc:docMk/>
            <pc:sldMk cId="1366005906" sldId="265"/>
            <ac:inkMk id="138" creationId="{AAA7DCAD-34F5-9AD6-DF79-8AFFADB515B1}"/>
          </ac:inkMkLst>
        </pc:inkChg>
        <pc:inkChg chg="add mod">
          <ac:chgData name="O'Connor, Jacqueline Antonia" userId="3b9bfa0c-75a1-427e-ae61-7069a76100c3" providerId="ADAL" clId="{8515B688-85A3-4F26-94E9-C96B7C17EB84}" dt="2022-06-22T22:13:08.040" v="1781"/>
          <ac:inkMkLst>
            <pc:docMk/>
            <pc:sldMk cId="1366005906" sldId="265"/>
            <ac:inkMk id="139" creationId="{DAF52DF6-5FDB-CFB1-AA81-A91C003F2682}"/>
          </ac:inkMkLst>
        </pc:inkChg>
        <pc:inkChg chg="add mod">
          <ac:chgData name="O'Connor, Jacqueline Antonia" userId="3b9bfa0c-75a1-427e-ae61-7069a76100c3" providerId="ADAL" clId="{8515B688-85A3-4F26-94E9-C96B7C17EB84}" dt="2022-06-22T22:13:08.040" v="1781"/>
          <ac:inkMkLst>
            <pc:docMk/>
            <pc:sldMk cId="1366005906" sldId="265"/>
            <ac:inkMk id="140" creationId="{EDCAC608-4FC0-CAE1-FE26-6E41D94CED80}"/>
          </ac:inkMkLst>
        </pc:inkChg>
        <pc:inkChg chg="add mod">
          <ac:chgData name="O'Connor, Jacqueline Antonia" userId="3b9bfa0c-75a1-427e-ae61-7069a76100c3" providerId="ADAL" clId="{8515B688-85A3-4F26-94E9-C96B7C17EB84}" dt="2022-06-22T22:13:08.040" v="1781"/>
          <ac:inkMkLst>
            <pc:docMk/>
            <pc:sldMk cId="1366005906" sldId="265"/>
            <ac:inkMk id="141" creationId="{44CADEB2-C3D7-23D8-FF1D-1D24D4D140A2}"/>
          </ac:inkMkLst>
        </pc:inkChg>
        <pc:inkChg chg="add mod">
          <ac:chgData name="O'Connor, Jacqueline Antonia" userId="3b9bfa0c-75a1-427e-ae61-7069a76100c3" providerId="ADAL" clId="{8515B688-85A3-4F26-94E9-C96B7C17EB84}" dt="2022-06-22T22:13:08.040" v="1781"/>
          <ac:inkMkLst>
            <pc:docMk/>
            <pc:sldMk cId="1366005906" sldId="265"/>
            <ac:inkMk id="142" creationId="{87DA0041-7C45-D4E9-6536-BEF7CC0BCA7F}"/>
          </ac:inkMkLst>
        </pc:inkChg>
        <pc:inkChg chg="add mod">
          <ac:chgData name="O'Connor, Jacqueline Antonia" userId="3b9bfa0c-75a1-427e-ae61-7069a76100c3" providerId="ADAL" clId="{8515B688-85A3-4F26-94E9-C96B7C17EB84}" dt="2022-06-22T22:13:18.602" v="1788"/>
          <ac:inkMkLst>
            <pc:docMk/>
            <pc:sldMk cId="1366005906" sldId="265"/>
            <ac:inkMk id="143" creationId="{D23EEB6A-B54D-63F5-C483-E10A3FA44743}"/>
          </ac:inkMkLst>
        </pc:inkChg>
        <pc:inkChg chg="add mod">
          <ac:chgData name="O'Connor, Jacqueline Antonia" userId="3b9bfa0c-75a1-427e-ae61-7069a76100c3" providerId="ADAL" clId="{8515B688-85A3-4F26-94E9-C96B7C17EB84}" dt="2022-06-22T22:13:18.602" v="1788"/>
          <ac:inkMkLst>
            <pc:docMk/>
            <pc:sldMk cId="1366005906" sldId="265"/>
            <ac:inkMk id="144" creationId="{75A8F51B-8037-E9AD-859E-9D29892E322A}"/>
          </ac:inkMkLst>
        </pc:inkChg>
        <pc:inkChg chg="add mod">
          <ac:chgData name="O'Connor, Jacqueline Antonia" userId="3b9bfa0c-75a1-427e-ae61-7069a76100c3" providerId="ADAL" clId="{8515B688-85A3-4F26-94E9-C96B7C17EB84}" dt="2022-06-22T22:13:18.602" v="1788"/>
          <ac:inkMkLst>
            <pc:docMk/>
            <pc:sldMk cId="1366005906" sldId="265"/>
            <ac:inkMk id="147" creationId="{48324ABE-BFC6-B7B0-AFCA-F0A1B1830566}"/>
          </ac:inkMkLst>
        </pc:inkChg>
        <pc:inkChg chg="add mod">
          <ac:chgData name="O'Connor, Jacqueline Antonia" userId="3b9bfa0c-75a1-427e-ae61-7069a76100c3" providerId="ADAL" clId="{8515B688-85A3-4F26-94E9-C96B7C17EB84}" dt="2022-06-22T22:13:18.602" v="1788"/>
          <ac:inkMkLst>
            <pc:docMk/>
            <pc:sldMk cId="1366005906" sldId="265"/>
            <ac:inkMk id="148" creationId="{FDC58738-00F9-4336-5D0C-83DD3395B0D0}"/>
          </ac:inkMkLst>
        </pc:inkChg>
        <pc:inkChg chg="add mod">
          <ac:chgData name="O'Connor, Jacqueline Antonia" userId="3b9bfa0c-75a1-427e-ae61-7069a76100c3" providerId="ADAL" clId="{8515B688-85A3-4F26-94E9-C96B7C17EB84}" dt="2022-06-22T22:13:18.602" v="1788"/>
          <ac:inkMkLst>
            <pc:docMk/>
            <pc:sldMk cId="1366005906" sldId="265"/>
            <ac:inkMk id="149" creationId="{2129A43E-63F3-A87A-83F6-0704EA6564C3}"/>
          </ac:inkMkLst>
        </pc:inkChg>
        <pc:inkChg chg="add mod">
          <ac:chgData name="O'Connor, Jacqueline Antonia" userId="3b9bfa0c-75a1-427e-ae61-7069a76100c3" providerId="ADAL" clId="{8515B688-85A3-4F26-94E9-C96B7C17EB84}" dt="2022-06-22T22:13:18.602" v="1788"/>
          <ac:inkMkLst>
            <pc:docMk/>
            <pc:sldMk cId="1366005906" sldId="265"/>
            <ac:inkMk id="151" creationId="{D829E861-D6F3-C98E-1E90-6B5D3F170DEC}"/>
          </ac:inkMkLst>
        </pc:inkChg>
        <pc:inkChg chg="add mod">
          <ac:chgData name="O'Connor, Jacqueline Antonia" userId="3b9bfa0c-75a1-427e-ae61-7069a76100c3" providerId="ADAL" clId="{8515B688-85A3-4F26-94E9-C96B7C17EB84}" dt="2022-06-22T22:13:18.602" v="1788"/>
          <ac:inkMkLst>
            <pc:docMk/>
            <pc:sldMk cId="1366005906" sldId="265"/>
            <ac:inkMk id="152" creationId="{80FB149B-65DD-282C-5AD2-BF13DD36810E}"/>
          </ac:inkMkLst>
        </pc:inkChg>
        <pc:inkChg chg="add mod">
          <ac:chgData name="O'Connor, Jacqueline Antonia" userId="3b9bfa0c-75a1-427e-ae61-7069a76100c3" providerId="ADAL" clId="{8515B688-85A3-4F26-94E9-C96B7C17EB84}" dt="2022-06-22T22:13:32.931" v="1794"/>
          <ac:inkMkLst>
            <pc:docMk/>
            <pc:sldMk cId="1366005906" sldId="265"/>
            <ac:inkMk id="154" creationId="{149989AA-F36B-26EF-B0FE-2E4B5CA4B2C7}"/>
          </ac:inkMkLst>
        </pc:inkChg>
        <pc:inkChg chg="add mod">
          <ac:chgData name="O'Connor, Jacqueline Antonia" userId="3b9bfa0c-75a1-427e-ae61-7069a76100c3" providerId="ADAL" clId="{8515B688-85A3-4F26-94E9-C96B7C17EB84}" dt="2022-06-22T22:13:32.931" v="1794"/>
          <ac:inkMkLst>
            <pc:docMk/>
            <pc:sldMk cId="1366005906" sldId="265"/>
            <ac:inkMk id="155" creationId="{150EE869-9096-CF0E-3621-F8DBF11A88EA}"/>
          </ac:inkMkLst>
        </pc:inkChg>
        <pc:inkChg chg="add mod">
          <ac:chgData name="O'Connor, Jacqueline Antonia" userId="3b9bfa0c-75a1-427e-ae61-7069a76100c3" providerId="ADAL" clId="{8515B688-85A3-4F26-94E9-C96B7C17EB84}" dt="2022-06-22T22:13:32.931" v="1794"/>
          <ac:inkMkLst>
            <pc:docMk/>
            <pc:sldMk cId="1366005906" sldId="265"/>
            <ac:inkMk id="156" creationId="{730071BE-AD36-E78B-E2A7-01F70ACA76AB}"/>
          </ac:inkMkLst>
        </pc:inkChg>
        <pc:inkChg chg="add mod">
          <ac:chgData name="O'Connor, Jacqueline Antonia" userId="3b9bfa0c-75a1-427e-ae61-7069a76100c3" providerId="ADAL" clId="{8515B688-85A3-4F26-94E9-C96B7C17EB84}" dt="2022-06-22T22:13:32.931" v="1794"/>
          <ac:inkMkLst>
            <pc:docMk/>
            <pc:sldMk cId="1366005906" sldId="265"/>
            <ac:inkMk id="157" creationId="{4BC34EC2-6E76-20C0-1455-935F93C7ECF6}"/>
          </ac:inkMkLst>
        </pc:inkChg>
        <pc:inkChg chg="add mod">
          <ac:chgData name="O'Connor, Jacqueline Antonia" userId="3b9bfa0c-75a1-427e-ae61-7069a76100c3" providerId="ADAL" clId="{8515B688-85A3-4F26-94E9-C96B7C17EB84}" dt="2022-06-22T22:13:32.931" v="1794"/>
          <ac:inkMkLst>
            <pc:docMk/>
            <pc:sldMk cId="1366005906" sldId="265"/>
            <ac:inkMk id="158" creationId="{C29CD59D-546E-F47B-4095-7397FA5FE9AD}"/>
          </ac:inkMkLst>
        </pc:inkChg>
        <pc:inkChg chg="add mod">
          <ac:chgData name="O'Connor, Jacqueline Antonia" userId="3b9bfa0c-75a1-427e-ae61-7069a76100c3" providerId="ADAL" clId="{8515B688-85A3-4F26-94E9-C96B7C17EB84}" dt="2022-06-22T22:13:48.968" v="1822"/>
          <ac:inkMkLst>
            <pc:docMk/>
            <pc:sldMk cId="1366005906" sldId="265"/>
            <ac:inkMk id="161" creationId="{276D811B-4E04-875E-0E22-05B76186C563}"/>
          </ac:inkMkLst>
        </pc:inkChg>
        <pc:inkChg chg="add mod">
          <ac:chgData name="O'Connor, Jacqueline Antonia" userId="3b9bfa0c-75a1-427e-ae61-7069a76100c3" providerId="ADAL" clId="{8515B688-85A3-4F26-94E9-C96B7C17EB84}" dt="2022-06-22T22:13:48.968" v="1822"/>
          <ac:inkMkLst>
            <pc:docMk/>
            <pc:sldMk cId="1366005906" sldId="265"/>
            <ac:inkMk id="162" creationId="{3CA589E4-3DB1-A232-ABEB-419281EB436D}"/>
          </ac:inkMkLst>
        </pc:inkChg>
        <pc:inkChg chg="add mod">
          <ac:chgData name="O'Connor, Jacqueline Antonia" userId="3b9bfa0c-75a1-427e-ae61-7069a76100c3" providerId="ADAL" clId="{8515B688-85A3-4F26-94E9-C96B7C17EB84}" dt="2022-06-22T22:13:48.968" v="1822"/>
          <ac:inkMkLst>
            <pc:docMk/>
            <pc:sldMk cId="1366005906" sldId="265"/>
            <ac:inkMk id="163" creationId="{E4B5AC72-DDB9-9250-FB5D-C7A4CDB3ACE6}"/>
          </ac:inkMkLst>
        </pc:inkChg>
        <pc:inkChg chg="add mod">
          <ac:chgData name="O'Connor, Jacqueline Antonia" userId="3b9bfa0c-75a1-427e-ae61-7069a76100c3" providerId="ADAL" clId="{8515B688-85A3-4F26-94E9-C96B7C17EB84}" dt="2022-06-22T22:13:48.968" v="1822"/>
          <ac:inkMkLst>
            <pc:docMk/>
            <pc:sldMk cId="1366005906" sldId="265"/>
            <ac:inkMk id="164" creationId="{1829026A-0E02-4C5A-F825-E7C73D2804AE}"/>
          </ac:inkMkLst>
        </pc:inkChg>
        <pc:inkChg chg="add mod">
          <ac:chgData name="O'Connor, Jacqueline Antonia" userId="3b9bfa0c-75a1-427e-ae61-7069a76100c3" providerId="ADAL" clId="{8515B688-85A3-4F26-94E9-C96B7C17EB84}" dt="2022-06-22T22:13:48.968" v="1822"/>
          <ac:inkMkLst>
            <pc:docMk/>
            <pc:sldMk cId="1366005906" sldId="265"/>
            <ac:inkMk id="165" creationId="{695FCAE2-FB4C-50B0-C919-AB59AF1F6F63}"/>
          </ac:inkMkLst>
        </pc:inkChg>
        <pc:inkChg chg="add mod">
          <ac:chgData name="O'Connor, Jacqueline Antonia" userId="3b9bfa0c-75a1-427e-ae61-7069a76100c3" providerId="ADAL" clId="{8515B688-85A3-4F26-94E9-C96B7C17EB84}" dt="2022-06-22T22:13:48.968" v="1822"/>
          <ac:inkMkLst>
            <pc:docMk/>
            <pc:sldMk cId="1366005906" sldId="265"/>
            <ac:inkMk id="166" creationId="{EE06E84F-621E-6FBE-26C4-A0B8C4CC336B}"/>
          </ac:inkMkLst>
        </pc:inkChg>
        <pc:inkChg chg="add mod">
          <ac:chgData name="O'Connor, Jacqueline Antonia" userId="3b9bfa0c-75a1-427e-ae61-7069a76100c3" providerId="ADAL" clId="{8515B688-85A3-4F26-94E9-C96B7C17EB84}" dt="2022-06-22T22:13:48.968" v="1822"/>
          <ac:inkMkLst>
            <pc:docMk/>
            <pc:sldMk cId="1366005906" sldId="265"/>
            <ac:inkMk id="167" creationId="{B3158561-3937-5642-1E4B-4989AECE0CAC}"/>
          </ac:inkMkLst>
        </pc:inkChg>
        <pc:inkChg chg="add mod">
          <ac:chgData name="O'Connor, Jacqueline Antonia" userId="3b9bfa0c-75a1-427e-ae61-7069a76100c3" providerId="ADAL" clId="{8515B688-85A3-4F26-94E9-C96B7C17EB84}" dt="2022-06-22T22:13:48.968" v="1822"/>
          <ac:inkMkLst>
            <pc:docMk/>
            <pc:sldMk cId="1366005906" sldId="265"/>
            <ac:inkMk id="168" creationId="{8926E570-C7DF-3765-BD0F-3664B9DC573A}"/>
          </ac:inkMkLst>
        </pc:inkChg>
        <pc:inkChg chg="add mod">
          <ac:chgData name="O'Connor, Jacqueline Antonia" userId="3b9bfa0c-75a1-427e-ae61-7069a76100c3" providerId="ADAL" clId="{8515B688-85A3-4F26-94E9-C96B7C17EB84}" dt="2022-06-22T22:13:48.968" v="1822"/>
          <ac:inkMkLst>
            <pc:docMk/>
            <pc:sldMk cId="1366005906" sldId="265"/>
            <ac:inkMk id="169" creationId="{057877A3-B8A3-B1AC-B3A7-01D48350E3E1}"/>
          </ac:inkMkLst>
        </pc:inkChg>
        <pc:inkChg chg="add mod">
          <ac:chgData name="O'Connor, Jacqueline Antonia" userId="3b9bfa0c-75a1-427e-ae61-7069a76100c3" providerId="ADAL" clId="{8515B688-85A3-4F26-94E9-C96B7C17EB84}" dt="2022-06-22T22:13:48.968" v="1822"/>
          <ac:inkMkLst>
            <pc:docMk/>
            <pc:sldMk cId="1366005906" sldId="265"/>
            <ac:inkMk id="170" creationId="{6BF7759E-4833-5E37-D39F-1550E8E1AAD1}"/>
          </ac:inkMkLst>
        </pc:inkChg>
        <pc:inkChg chg="add mod">
          <ac:chgData name="O'Connor, Jacqueline Antonia" userId="3b9bfa0c-75a1-427e-ae61-7069a76100c3" providerId="ADAL" clId="{8515B688-85A3-4F26-94E9-C96B7C17EB84}" dt="2022-06-22T22:13:48.968" v="1822"/>
          <ac:inkMkLst>
            <pc:docMk/>
            <pc:sldMk cId="1366005906" sldId="265"/>
            <ac:inkMk id="171" creationId="{FF50C2BB-88FE-5E4E-7BBA-5E09C1E3B447}"/>
          </ac:inkMkLst>
        </pc:inkChg>
        <pc:inkChg chg="add mod">
          <ac:chgData name="O'Connor, Jacqueline Antonia" userId="3b9bfa0c-75a1-427e-ae61-7069a76100c3" providerId="ADAL" clId="{8515B688-85A3-4F26-94E9-C96B7C17EB84}" dt="2022-06-22T22:13:48.968" v="1822"/>
          <ac:inkMkLst>
            <pc:docMk/>
            <pc:sldMk cId="1366005906" sldId="265"/>
            <ac:inkMk id="172" creationId="{386EE554-7F69-D13A-6E1B-DA8968A77A60}"/>
          </ac:inkMkLst>
        </pc:inkChg>
        <pc:inkChg chg="add mod">
          <ac:chgData name="O'Connor, Jacqueline Antonia" userId="3b9bfa0c-75a1-427e-ae61-7069a76100c3" providerId="ADAL" clId="{8515B688-85A3-4F26-94E9-C96B7C17EB84}" dt="2022-06-22T22:13:48.968" v="1822"/>
          <ac:inkMkLst>
            <pc:docMk/>
            <pc:sldMk cId="1366005906" sldId="265"/>
            <ac:inkMk id="173" creationId="{BADCC58B-6A90-7F50-6F17-7ADC8DE00E90}"/>
          </ac:inkMkLst>
        </pc:inkChg>
        <pc:inkChg chg="add mod">
          <ac:chgData name="O'Connor, Jacqueline Antonia" userId="3b9bfa0c-75a1-427e-ae61-7069a76100c3" providerId="ADAL" clId="{8515B688-85A3-4F26-94E9-C96B7C17EB84}" dt="2022-06-22T22:13:48.968" v="1822"/>
          <ac:inkMkLst>
            <pc:docMk/>
            <pc:sldMk cId="1366005906" sldId="265"/>
            <ac:inkMk id="174" creationId="{2C5BCF60-DF05-AD98-3700-C89B92558232}"/>
          </ac:inkMkLst>
        </pc:inkChg>
        <pc:inkChg chg="add mod">
          <ac:chgData name="O'Connor, Jacqueline Antonia" userId="3b9bfa0c-75a1-427e-ae61-7069a76100c3" providerId="ADAL" clId="{8515B688-85A3-4F26-94E9-C96B7C17EB84}" dt="2022-06-22T22:13:48.968" v="1822"/>
          <ac:inkMkLst>
            <pc:docMk/>
            <pc:sldMk cId="1366005906" sldId="265"/>
            <ac:inkMk id="176" creationId="{2ACA4176-2322-6A45-59BA-94E3662E3669}"/>
          </ac:inkMkLst>
        </pc:inkChg>
        <pc:inkChg chg="add mod">
          <ac:chgData name="O'Connor, Jacqueline Antonia" userId="3b9bfa0c-75a1-427e-ae61-7069a76100c3" providerId="ADAL" clId="{8515B688-85A3-4F26-94E9-C96B7C17EB84}" dt="2022-06-22T22:13:48.968" v="1822"/>
          <ac:inkMkLst>
            <pc:docMk/>
            <pc:sldMk cId="1366005906" sldId="265"/>
            <ac:inkMk id="177" creationId="{9626D6B5-96F1-CD3A-650A-FB1D263C14B5}"/>
          </ac:inkMkLst>
        </pc:inkChg>
        <pc:inkChg chg="add mod">
          <ac:chgData name="O'Connor, Jacqueline Antonia" userId="3b9bfa0c-75a1-427e-ae61-7069a76100c3" providerId="ADAL" clId="{8515B688-85A3-4F26-94E9-C96B7C17EB84}" dt="2022-06-22T22:13:48.968" v="1822"/>
          <ac:inkMkLst>
            <pc:docMk/>
            <pc:sldMk cId="1366005906" sldId="265"/>
            <ac:inkMk id="178" creationId="{A781FDFB-37D4-D242-C842-1DAE19BCDD14}"/>
          </ac:inkMkLst>
        </pc:inkChg>
        <pc:inkChg chg="add mod">
          <ac:chgData name="O'Connor, Jacqueline Antonia" userId="3b9bfa0c-75a1-427e-ae61-7069a76100c3" providerId="ADAL" clId="{8515B688-85A3-4F26-94E9-C96B7C17EB84}" dt="2022-06-22T22:13:48.968" v="1822"/>
          <ac:inkMkLst>
            <pc:docMk/>
            <pc:sldMk cId="1366005906" sldId="265"/>
            <ac:inkMk id="179" creationId="{FF1B161D-27E9-2E43-5853-7F1090BAA781}"/>
          </ac:inkMkLst>
        </pc:inkChg>
        <pc:inkChg chg="add mod">
          <ac:chgData name="O'Connor, Jacqueline Antonia" userId="3b9bfa0c-75a1-427e-ae61-7069a76100c3" providerId="ADAL" clId="{8515B688-85A3-4F26-94E9-C96B7C17EB84}" dt="2022-06-22T22:13:48.968" v="1822"/>
          <ac:inkMkLst>
            <pc:docMk/>
            <pc:sldMk cId="1366005906" sldId="265"/>
            <ac:inkMk id="180" creationId="{C0F6D877-A42D-26EB-9198-C23C58A48359}"/>
          </ac:inkMkLst>
        </pc:inkChg>
        <pc:inkChg chg="add mod">
          <ac:chgData name="O'Connor, Jacqueline Antonia" userId="3b9bfa0c-75a1-427e-ae61-7069a76100c3" providerId="ADAL" clId="{8515B688-85A3-4F26-94E9-C96B7C17EB84}" dt="2022-06-22T22:13:48.968" v="1822"/>
          <ac:inkMkLst>
            <pc:docMk/>
            <pc:sldMk cId="1366005906" sldId="265"/>
            <ac:inkMk id="181" creationId="{0827D20D-86D9-6827-6727-587096BCCC85}"/>
          </ac:inkMkLst>
        </pc:inkChg>
        <pc:inkChg chg="add mod">
          <ac:chgData name="O'Connor, Jacqueline Antonia" userId="3b9bfa0c-75a1-427e-ae61-7069a76100c3" providerId="ADAL" clId="{8515B688-85A3-4F26-94E9-C96B7C17EB84}" dt="2022-06-22T22:13:48.968" v="1822"/>
          <ac:inkMkLst>
            <pc:docMk/>
            <pc:sldMk cId="1366005906" sldId="265"/>
            <ac:inkMk id="183" creationId="{0F790992-4348-2635-774C-02FAB4431E55}"/>
          </ac:inkMkLst>
        </pc:inkChg>
        <pc:inkChg chg="add mod">
          <ac:chgData name="O'Connor, Jacqueline Antonia" userId="3b9bfa0c-75a1-427e-ae61-7069a76100c3" providerId="ADAL" clId="{8515B688-85A3-4F26-94E9-C96B7C17EB84}" dt="2022-06-22T22:13:48.968" v="1822"/>
          <ac:inkMkLst>
            <pc:docMk/>
            <pc:sldMk cId="1366005906" sldId="265"/>
            <ac:inkMk id="184" creationId="{F8E9C275-74EF-3E1A-4086-E71092C243EE}"/>
          </ac:inkMkLst>
        </pc:inkChg>
        <pc:inkChg chg="add mod">
          <ac:chgData name="O'Connor, Jacqueline Antonia" userId="3b9bfa0c-75a1-427e-ae61-7069a76100c3" providerId="ADAL" clId="{8515B688-85A3-4F26-94E9-C96B7C17EB84}" dt="2022-06-22T22:13:48.968" v="1822"/>
          <ac:inkMkLst>
            <pc:docMk/>
            <pc:sldMk cId="1366005906" sldId="265"/>
            <ac:inkMk id="185" creationId="{CE8DC8C0-9650-9BDA-9A90-F57EE763D2D7}"/>
          </ac:inkMkLst>
        </pc:inkChg>
        <pc:inkChg chg="add mod">
          <ac:chgData name="O'Connor, Jacqueline Antonia" userId="3b9bfa0c-75a1-427e-ae61-7069a76100c3" providerId="ADAL" clId="{8515B688-85A3-4F26-94E9-C96B7C17EB84}" dt="2022-06-22T22:13:48.968" v="1822"/>
          <ac:inkMkLst>
            <pc:docMk/>
            <pc:sldMk cId="1366005906" sldId="265"/>
            <ac:inkMk id="186" creationId="{B002B119-DEC3-870E-A60E-A8F878913AA3}"/>
          </ac:inkMkLst>
        </pc:inkChg>
        <pc:inkChg chg="add mod">
          <ac:chgData name="O'Connor, Jacqueline Antonia" userId="3b9bfa0c-75a1-427e-ae61-7069a76100c3" providerId="ADAL" clId="{8515B688-85A3-4F26-94E9-C96B7C17EB84}" dt="2022-06-22T22:13:48.968" v="1822"/>
          <ac:inkMkLst>
            <pc:docMk/>
            <pc:sldMk cId="1366005906" sldId="265"/>
            <ac:inkMk id="187" creationId="{B5B524EB-8D57-2234-4A6A-6E36074DFEDA}"/>
          </ac:inkMkLst>
        </pc:inkChg>
        <pc:inkChg chg="add mod">
          <ac:chgData name="O'Connor, Jacqueline Antonia" userId="3b9bfa0c-75a1-427e-ae61-7069a76100c3" providerId="ADAL" clId="{8515B688-85A3-4F26-94E9-C96B7C17EB84}" dt="2022-06-22T22:14:07.095" v="1842"/>
          <ac:inkMkLst>
            <pc:docMk/>
            <pc:sldMk cId="1366005906" sldId="265"/>
            <ac:inkMk id="189" creationId="{6D933F11-956D-E7FC-A072-E996817C8562}"/>
          </ac:inkMkLst>
        </pc:inkChg>
        <pc:inkChg chg="add mod">
          <ac:chgData name="O'Connor, Jacqueline Antonia" userId="3b9bfa0c-75a1-427e-ae61-7069a76100c3" providerId="ADAL" clId="{8515B688-85A3-4F26-94E9-C96B7C17EB84}" dt="2022-06-22T22:14:07.095" v="1842"/>
          <ac:inkMkLst>
            <pc:docMk/>
            <pc:sldMk cId="1366005906" sldId="265"/>
            <ac:inkMk id="190" creationId="{FC88677A-3930-32A4-4573-03763329000F}"/>
          </ac:inkMkLst>
        </pc:inkChg>
        <pc:inkChg chg="add mod">
          <ac:chgData name="O'Connor, Jacqueline Antonia" userId="3b9bfa0c-75a1-427e-ae61-7069a76100c3" providerId="ADAL" clId="{8515B688-85A3-4F26-94E9-C96B7C17EB84}" dt="2022-06-22T22:14:07.095" v="1842"/>
          <ac:inkMkLst>
            <pc:docMk/>
            <pc:sldMk cId="1366005906" sldId="265"/>
            <ac:inkMk id="191" creationId="{440ACC7A-4E03-37DB-0507-955BDFC96D7A}"/>
          </ac:inkMkLst>
        </pc:inkChg>
        <pc:inkChg chg="add mod">
          <ac:chgData name="O'Connor, Jacqueline Antonia" userId="3b9bfa0c-75a1-427e-ae61-7069a76100c3" providerId="ADAL" clId="{8515B688-85A3-4F26-94E9-C96B7C17EB84}" dt="2022-06-22T22:14:07.095" v="1842"/>
          <ac:inkMkLst>
            <pc:docMk/>
            <pc:sldMk cId="1366005906" sldId="265"/>
            <ac:inkMk id="192" creationId="{6A161669-5C90-F156-E1B2-BA93D8EB3D1F}"/>
          </ac:inkMkLst>
        </pc:inkChg>
        <pc:inkChg chg="add mod">
          <ac:chgData name="O'Connor, Jacqueline Antonia" userId="3b9bfa0c-75a1-427e-ae61-7069a76100c3" providerId="ADAL" clId="{8515B688-85A3-4F26-94E9-C96B7C17EB84}" dt="2022-06-22T22:14:07.095" v="1842"/>
          <ac:inkMkLst>
            <pc:docMk/>
            <pc:sldMk cId="1366005906" sldId="265"/>
            <ac:inkMk id="193" creationId="{67B74CAE-B300-1545-903B-0601D7FD0C94}"/>
          </ac:inkMkLst>
        </pc:inkChg>
        <pc:inkChg chg="add mod">
          <ac:chgData name="O'Connor, Jacqueline Antonia" userId="3b9bfa0c-75a1-427e-ae61-7069a76100c3" providerId="ADAL" clId="{8515B688-85A3-4F26-94E9-C96B7C17EB84}" dt="2022-06-22T22:14:07.095" v="1842"/>
          <ac:inkMkLst>
            <pc:docMk/>
            <pc:sldMk cId="1366005906" sldId="265"/>
            <ac:inkMk id="194" creationId="{F66E1034-4FA5-FD9E-3381-AFF71369C747}"/>
          </ac:inkMkLst>
        </pc:inkChg>
        <pc:inkChg chg="add mod">
          <ac:chgData name="O'Connor, Jacqueline Antonia" userId="3b9bfa0c-75a1-427e-ae61-7069a76100c3" providerId="ADAL" clId="{8515B688-85A3-4F26-94E9-C96B7C17EB84}" dt="2022-06-22T22:14:07.095" v="1842"/>
          <ac:inkMkLst>
            <pc:docMk/>
            <pc:sldMk cId="1366005906" sldId="265"/>
            <ac:inkMk id="195" creationId="{CDC3675E-B796-A489-0D26-A96E9DA62A44}"/>
          </ac:inkMkLst>
        </pc:inkChg>
        <pc:inkChg chg="add mod">
          <ac:chgData name="O'Connor, Jacqueline Antonia" userId="3b9bfa0c-75a1-427e-ae61-7069a76100c3" providerId="ADAL" clId="{8515B688-85A3-4F26-94E9-C96B7C17EB84}" dt="2022-06-22T22:14:07.095" v="1842"/>
          <ac:inkMkLst>
            <pc:docMk/>
            <pc:sldMk cId="1366005906" sldId="265"/>
            <ac:inkMk id="196" creationId="{67D69D9C-97F8-589A-6B3C-7D8F0A359413}"/>
          </ac:inkMkLst>
        </pc:inkChg>
        <pc:inkChg chg="add mod">
          <ac:chgData name="O'Connor, Jacqueline Antonia" userId="3b9bfa0c-75a1-427e-ae61-7069a76100c3" providerId="ADAL" clId="{8515B688-85A3-4F26-94E9-C96B7C17EB84}" dt="2022-06-22T22:14:07.095" v="1842"/>
          <ac:inkMkLst>
            <pc:docMk/>
            <pc:sldMk cId="1366005906" sldId="265"/>
            <ac:inkMk id="197" creationId="{BC87B4CA-F79C-33F7-5E88-99219F387146}"/>
          </ac:inkMkLst>
        </pc:inkChg>
        <pc:inkChg chg="add mod">
          <ac:chgData name="O'Connor, Jacqueline Antonia" userId="3b9bfa0c-75a1-427e-ae61-7069a76100c3" providerId="ADAL" clId="{8515B688-85A3-4F26-94E9-C96B7C17EB84}" dt="2022-06-22T22:14:07.095" v="1842"/>
          <ac:inkMkLst>
            <pc:docMk/>
            <pc:sldMk cId="1366005906" sldId="265"/>
            <ac:inkMk id="198" creationId="{F974739F-7691-7C1E-D3B4-470A286AEFD3}"/>
          </ac:inkMkLst>
        </pc:inkChg>
        <pc:inkChg chg="add mod">
          <ac:chgData name="O'Connor, Jacqueline Antonia" userId="3b9bfa0c-75a1-427e-ae61-7069a76100c3" providerId="ADAL" clId="{8515B688-85A3-4F26-94E9-C96B7C17EB84}" dt="2022-06-22T22:14:07.095" v="1842"/>
          <ac:inkMkLst>
            <pc:docMk/>
            <pc:sldMk cId="1366005906" sldId="265"/>
            <ac:inkMk id="199" creationId="{9F16A8BF-E667-6635-90AC-B40DF53DB044}"/>
          </ac:inkMkLst>
        </pc:inkChg>
        <pc:inkChg chg="add mod">
          <ac:chgData name="O'Connor, Jacqueline Antonia" userId="3b9bfa0c-75a1-427e-ae61-7069a76100c3" providerId="ADAL" clId="{8515B688-85A3-4F26-94E9-C96B7C17EB84}" dt="2022-06-22T22:14:07.095" v="1842"/>
          <ac:inkMkLst>
            <pc:docMk/>
            <pc:sldMk cId="1366005906" sldId="265"/>
            <ac:inkMk id="200" creationId="{54CFB308-A4CF-C346-2A1E-8ECE86467900}"/>
          </ac:inkMkLst>
        </pc:inkChg>
        <pc:inkChg chg="add mod">
          <ac:chgData name="O'Connor, Jacqueline Antonia" userId="3b9bfa0c-75a1-427e-ae61-7069a76100c3" providerId="ADAL" clId="{8515B688-85A3-4F26-94E9-C96B7C17EB84}" dt="2022-06-22T22:14:07.095" v="1842"/>
          <ac:inkMkLst>
            <pc:docMk/>
            <pc:sldMk cId="1366005906" sldId="265"/>
            <ac:inkMk id="201" creationId="{AE77D6C1-F937-EA52-E695-022BEC713968}"/>
          </ac:inkMkLst>
        </pc:inkChg>
        <pc:inkChg chg="add mod">
          <ac:chgData name="O'Connor, Jacqueline Antonia" userId="3b9bfa0c-75a1-427e-ae61-7069a76100c3" providerId="ADAL" clId="{8515B688-85A3-4F26-94E9-C96B7C17EB84}" dt="2022-06-22T22:14:15.064" v="1852"/>
          <ac:inkMkLst>
            <pc:docMk/>
            <pc:sldMk cId="1366005906" sldId="265"/>
            <ac:inkMk id="202" creationId="{1366928E-92E2-4184-BC8C-E04CB6C237CC}"/>
          </ac:inkMkLst>
        </pc:inkChg>
        <pc:inkChg chg="add mod">
          <ac:chgData name="O'Connor, Jacqueline Antonia" userId="3b9bfa0c-75a1-427e-ae61-7069a76100c3" providerId="ADAL" clId="{8515B688-85A3-4F26-94E9-C96B7C17EB84}" dt="2022-06-22T22:14:15.064" v="1852"/>
          <ac:inkMkLst>
            <pc:docMk/>
            <pc:sldMk cId="1366005906" sldId="265"/>
            <ac:inkMk id="203" creationId="{B93398EE-792B-A8B9-CF3E-40216B507829}"/>
          </ac:inkMkLst>
        </pc:inkChg>
        <pc:inkChg chg="add mod">
          <ac:chgData name="O'Connor, Jacqueline Antonia" userId="3b9bfa0c-75a1-427e-ae61-7069a76100c3" providerId="ADAL" clId="{8515B688-85A3-4F26-94E9-C96B7C17EB84}" dt="2022-06-22T22:14:15.064" v="1852"/>
          <ac:inkMkLst>
            <pc:docMk/>
            <pc:sldMk cId="1366005906" sldId="265"/>
            <ac:inkMk id="204" creationId="{81C80CB4-0EEE-D41A-B50A-14F16759A10A}"/>
          </ac:inkMkLst>
        </pc:inkChg>
        <pc:inkChg chg="add mod">
          <ac:chgData name="O'Connor, Jacqueline Antonia" userId="3b9bfa0c-75a1-427e-ae61-7069a76100c3" providerId="ADAL" clId="{8515B688-85A3-4F26-94E9-C96B7C17EB84}" dt="2022-06-22T22:14:15.064" v="1852"/>
          <ac:inkMkLst>
            <pc:docMk/>
            <pc:sldMk cId="1366005906" sldId="265"/>
            <ac:inkMk id="205" creationId="{5F833B70-019B-6C89-C6F7-183C58D2212B}"/>
          </ac:inkMkLst>
        </pc:inkChg>
        <pc:inkChg chg="add mod">
          <ac:chgData name="O'Connor, Jacqueline Antonia" userId="3b9bfa0c-75a1-427e-ae61-7069a76100c3" providerId="ADAL" clId="{8515B688-85A3-4F26-94E9-C96B7C17EB84}" dt="2022-06-22T22:14:15.064" v="1852"/>
          <ac:inkMkLst>
            <pc:docMk/>
            <pc:sldMk cId="1366005906" sldId="265"/>
            <ac:inkMk id="206" creationId="{D9F50587-C5E7-714C-9CC6-6D4FBC299E74}"/>
          </ac:inkMkLst>
        </pc:inkChg>
        <pc:inkChg chg="add mod">
          <ac:chgData name="O'Connor, Jacqueline Antonia" userId="3b9bfa0c-75a1-427e-ae61-7069a76100c3" providerId="ADAL" clId="{8515B688-85A3-4F26-94E9-C96B7C17EB84}" dt="2022-06-22T22:14:15.064" v="1852"/>
          <ac:inkMkLst>
            <pc:docMk/>
            <pc:sldMk cId="1366005906" sldId="265"/>
            <ac:inkMk id="207" creationId="{0D708E0E-8FEA-24C4-2DE1-17CC917F7B80}"/>
          </ac:inkMkLst>
        </pc:inkChg>
        <pc:inkChg chg="add mod">
          <ac:chgData name="O'Connor, Jacqueline Antonia" userId="3b9bfa0c-75a1-427e-ae61-7069a76100c3" providerId="ADAL" clId="{8515B688-85A3-4F26-94E9-C96B7C17EB84}" dt="2022-06-22T22:14:15.064" v="1852"/>
          <ac:inkMkLst>
            <pc:docMk/>
            <pc:sldMk cId="1366005906" sldId="265"/>
            <ac:inkMk id="213" creationId="{17968C4F-8C25-6533-9315-99EDFAAF486D}"/>
          </ac:inkMkLst>
        </pc:inkChg>
        <pc:inkChg chg="add mod">
          <ac:chgData name="O'Connor, Jacqueline Antonia" userId="3b9bfa0c-75a1-427e-ae61-7069a76100c3" providerId="ADAL" clId="{8515B688-85A3-4F26-94E9-C96B7C17EB84}" dt="2022-06-22T22:14:15.064" v="1852"/>
          <ac:inkMkLst>
            <pc:docMk/>
            <pc:sldMk cId="1366005906" sldId="265"/>
            <ac:inkMk id="214" creationId="{F42898FB-95C2-7B52-3C95-438F88C46DAB}"/>
          </ac:inkMkLst>
        </pc:inkChg>
        <pc:inkChg chg="add mod">
          <ac:chgData name="O'Connor, Jacqueline Antonia" userId="3b9bfa0c-75a1-427e-ae61-7069a76100c3" providerId="ADAL" clId="{8515B688-85A3-4F26-94E9-C96B7C17EB84}" dt="2022-06-22T22:14:15.064" v="1852"/>
          <ac:inkMkLst>
            <pc:docMk/>
            <pc:sldMk cId="1366005906" sldId="265"/>
            <ac:inkMk id="216" creationId="{B19E14C1-51FB-54B2-A01C-FBFDF50843DC}"/>
          </ac:inkMkLst>
        </pc:inkChg>
        <pc:inkChg chg="add mod">
          <ac:chgData name="O'Connor, Jacqueline Antonia" userId="3b9bfa0c-75a1-427e-ae61-7069a76100c3" providerId="ADAL" clId="{8515B688-85A3-4F26-94E9-C96B7C17EB84}" dt="2022-06-22T22:14:15.064" v="1852"/>
          <ac:inkMkLst>
            <pc:docMk/>
            <pc:sldMk cId="1366005906" sldId="265"/>
            <ac:inkMk id="217" creationId="{E1CA959A-4E83-A42A-B28D-3248305AF0A1}"/>
          </ac:inkMkLst>
        </pc:inkChg>
        <pc:inkChg chg="add mod">
          <ac:chgData name="O'Connor, Jacqueline Antonia" userId="3b9bfa0c-75a1-427e-ae61-7069a76100c3" providerId="ADAL" clId="{8515B688-85A3-4F26-94E9-C96B7C17EB84}" dt="2022-06-22T22:14:15.064" v="1852"/>
          <ac:inkMkLst>
            <pc:docMk/>
            <pc:sldMk cId="1366005906" sldId="265"/>
            <ac:inkMk id="218" creationId="{02CB036E-96A4-F5D7-C347-FCD29916AFA9}"/>
          </ac:inkMkLst>
        </pc:inkChg>
        <pc:inkChg chg="add mod">
          <ac:chgData name="O'Connor, Jacqueline Antonia" userId="3b9bfa0c-75a1-427e-ae61-7069a76100c3" providerId="ADAL" clId="{8515B688-85A3-4F26-94E9-C96B7C17EB84}" dt="2022-06-22T22:14:15.064" v="1852"/>
          <ac:inkMkLst>
            <pc:docMk/>
            <pc:sldMk cId="1366005906" sldId="265"/>
            <ac:inkMk id="220" creationId="{DB977BAF-7E67-F94C-147A-81E8D1E049E7}"/>
          </ac:inkMkLst>
        </pc:inkChg>
        <pc:inkChg chg="add mod">
          <ac:chgData name="O'Connor, Jacqueline Antonia" userId="3b9bfa0c-75a1-427e-ae61-7069a76100c3" providerId="ADAL" clId="{8515B688-85A3-4F26-94E9-C96B7C17EB84}" dt="2022-06-22T22:14:15.064" v="1852"/>
          <ac:inkMkLst>
            <pc:docMk/>
            <pc:sldMk cId="1366005906" sldId="265"/>
            <ac:inkMk id="221" creationId="{40AE04F6-FCCA-8CEB-BB62-D9DBBF8CA6A7}"/>
          </ac:inkMkLst>
        </pc:inkChg>
        <pc:inkChg chg="add mod">
          <ac:chgData name="O'Connor, Jacqueline Antonia" userId="3b9bfa0c-75a1-427e-ae61-7069a76100c3" providerId="ADAL" clId="{8515B688-85A3-4F26-94E9-C96B7C17EB84}" dt="2022-06-22T22:15:00.586" v="1872"/>
          <ac:inkMkLst>
            <pc:docMk/>
            <pc:sldMk cId="1366005906" sldId="265"/>
            <ac:inkMk id="223" creationId="{0EBDC924-C192-C54B-223D-C4E26D3EFC71}"/>
          </ac:inkMkLst>
        </pc:inkChg>
        <pc:inkChg chg="add mod">
          <ac:chgData name="O'Connor, Jacqueline Antonia" userId="3b9bfa0c-75a1-427e-ae61-7069a76100c3" providerId="ADAL" clId="{8515B688-85A3-4F26-94E9-C96B7C17EB84}" dt="2022-06-22T22:15:00.586" v="1872"/>
          <ac:inkMkLst>
            <pc:docMk/>
            <pc:sldMk cId="1366005906" sldId="265"/>
            <ac:inkMk id="224" creationId="{4AC2C0BA-DF7B-9FD0-1BB0-959DF90EBBE6}"/>
          </ac:inkMkLst>
        </pc:inkChg>
        <pc:inkChg chg="add mod">
          <ac:chgData name="O'Connor, Jacqueline Antonia" userId="3b9bfa0c-75a1-427e-ae61-7069a76100c3" providerId="ADAL" clId="{8515B688-85A3-4F26-94E9-C96B7C17EB84}" dt="2022-06-22T22:15:00.586" v="1872"/>
          <ac:inkMkLst>
            <pc:docMk/>
            <pc:sldMk cId="1366005906" sldId="265"/>
            <ac:inkMk id="225" creationId="{A1FC5FA0-0D30-5A6F-9F79-DC1ACE56D1D5}"/>
          </ac:inkMkLst>
        </pc:inkChg>
        <pc:inkChg chg="add mod">
          <ac:chgData name="O'Connor, Jacqueline Antonia" userId="3b9bfa0c-75a1-427e-ae61-7069a76100c3" providerId="ADAL" clId="{8515B688-85A3-4F26-94E9-C96B7C17EB84}" dt="2022-06-22T22:15:00.586" v="1872"/>
          <ac:inkMkLst>
            <pc:docMk/>
            <pc:sldMk cId="1366005906" sldId="265"/>
            <ac:inkMk id="226" creationId="{7D40D7D8-E89D-5B18-9A9A-2408590461F9}"/>
          </ac:inkMkLst>
        </pc:inkChg>
        <pc:inkChg chg="add mod">
          <ac:chgData name="O'Connor, Jacqueline Antonia" userId="3b9bfa0c-75a1-427e-ae61-7069a76100c3" providerId="ADAL" clId="{8515B688-85A3-4F26-94E9-C96B7C17EB84}" dt="2022-06-22T22:15:00.586" v="1872"/>
          <ac:inkMkLst>
            <pc:docMk/>
            <pc:sldMk cId="1366005906" sldId="265"/>
            <ac:inkMk id="228" creationId="{2A1CEAD8-EE7F-D131-1B6C-713CEB187531}"/>
          </ac:inkMkLst>
        </pc:inkChg>
        <pc:inkChg chg="add mod">
          <ac:chgData name="O'Connor, Jacqueline Antonia" userId="3b9bfa0c-75a1-427e-ae61-7069a76100c3" providerId="ADAL" clId="{8515B688-85A3-4F26-94E9-C96B7C17EB84}" dt="2022-06-22T22:15:00.586" v="1872"/>
          <ac:inkMkLst>
            <pc:docMk/>
            <pc:sldMk cId="1366005906" sldId="265"/>
            <ac:inkMk id="229" creationId="{D8060707-AC90-2278-7D95-AC82B0961639}"/>
          </ac:inkMkLst>
        </pc:inkChg>
        <pc:inkChg chg="add mod">
          <ac:chgData name="O'Connor, Jacqueline Antonia" userId="3b9bfa0c-75a1-427e-ae61-7069a76100c3" providerId="ADAL" clId="{8515B688-85A3-4F26-94E9-C96B7C17EB84}" dt="2022-06-22T22:15:00.586" v="1872"/>
          <ac:inkMkLst>
            <pc:docMk/>
            <pc:sldMk cId="1366005906" sldId="265"/>
            <ac:inkMk id="230" creationId="{074EE5FD-4887-32B9-9C1A-815AE94667D8}"/>
          </ac:inkMkLst>
        </pc:inkChg>
        <pc:inkChg chg="add mod">
          <ac:chgData name="O'Connor, Jacqueline Antonia" userId="3b9bfa0c-75a1-427e-ae61-7069a76100c3" providerId="ADAL" clId="{8515B688-85A3-4F26-94E9-C96B7C17EB84}" dt="2022-06-22T22:15:00.586" v="1872"/>
          <ac:inkMkLst>
            <pc:docMk/>
            <pc:sldMk cId="1366005906" sldId="265"/>
            <ac:inkMk id="231" creationId="{C325E7BA-78E4-6B16-6A16-2D96F3EBA39C}"/>
          </ac:inkMkLst>
        </pc:inkChg>
        <pc:inkChg chg="add mod">
          <ac:chgData name="O'Connor, Jacqueline Antonia" userId="3b9bfa0c-75a1-427e-ae61-7069a76100c3" providerId="ADAL" clId="{8515B688-85A3-4F26-94E9-C96B7C17EB84}" dt="2022-06-22T22:15:00.586" v="1872"/>
          <ac:inkMkLst>
            <pc:docMk/>
            <pc:sldMk cId="1366005906" sldId="265"/>
            <ac:inkMk id="232" creationId="{5115A5FA-07B8-D920-35D6-E1564CE2C6A3}"/>
          </ac:inkMkLst>
        </pc:inkChg>
        <pc:inkChg chg="add mod">
          <ac:chgData name="O'Connor, Jacqueline Antonia" userId="3b9bfa0c-75a1-427e-ae61-7069a76100c3" providerId="ADAL" clId="{8515B688-85A3-4F26-94E9-C96B7C17EB84}" dt="2022-06-22T22:15:00.586" v="1872"/>
          <ac:inkMkLst>
            <pc:docMk/>
            <pc:sldMk cId="1366005906" sldId="265"/>
            <ac:inkMk id="233" creationId="{091875D7-D2AF-DE91-985F-CACA71B1725F}"/>
          </ac:inkMkLst>
        </pc:inkChg>
        <pc:inkChg chg="add mod">
          <ac:chgData name="O'Connor, Jacqueline Antonia" userId="3b9bfa0c-75a1-427e-ae61-7069a76100c3" providerId="ADAL" clId="{8515B688-85A3-4F26-94E9-C96B7C17EB84}" dt="2022-06-22T22:15:00.586" v="1872"/>
          <ac:inkMkLst>
            <pc:docMk/>
            <pc:sldMk cId="1366005906" sldId="265"/>
            <ac:inkMk id="234" creationId="{48FDA5F5-6BC6-1427-7893-AF7297F8821E}"/>
          </ac:inkMkLst>
        </pc:inkChg>
        <pc:inkChg chg="add mod">
          <ac:chgData name="O'Connor, Jacqueline Antonia" userId="3b9bfa0c-75a1-427e-ae61-7069a76100c3" providerId="ADAL" clId="{8515B688-85A3-4F26-94E9-C96B7C17EB84}" dt="2022-06-22T22:15:00.586" v="1872"/>
          <ac:inkMkLst>
            <pc:docMk/>
            <pc:sldMk cId="1366005906" sldId="265"/>
            <ac:inkMk id="235" creationId="{AB7A5BE1-F1B5-51DB-2C77-E86794BCE910}"/>
          </ac:inkMkLst>
        </pc:inkChg>
        <pc:inkChg chg="add mod">
          <ac:chgData name="O'Connor, Jacqueline Antonia" userId="3b9bfa0c-75a1-427e-ae61-7069a76100c3" providerId="ADAL" clId="{8515B688-85A3-4F26-94E9-C96B7C17EB84}" dt="2022-06-22T22:15:00.586" v="1872"/>
          <ac:inkMkLst>
            <pc:docMk/>
            <pc:sldMk cId="1366005906" sldId="265"/>
            <ac:inkMk id="236" creationId="{3B48255E-0E6A-9E08-AAB5-0B849CD468C8}"/>
          </ac:inkMkLst>
        </pc:inkChg>
        <pc:inkChg chg="add mod">
          <ac:chgData name="O'Connor, Jacqueline Antonia" userId="3b9bfa0c-75a1-427e-ae61-7069a76100c3" providerId="ADAL" clId="{8515B688-85A3-4F26-94E9-C96B7C17EB84}" dt="2022-06-22T22:15:00.586" v="1872"/>
          <ac:inkMkLst>
            <pc:docMk/>
            <pc:sldMk cId="1366005906" sldId="265"/>
            <ac:inkMk id="237" creationId="{5C5CD67D-8609-04AA-EEB4-011222E2D11C}"/>
          </ac:inkMkLst>
        </pc:inkChg>
        <pc:inkChg chg="add mod">
          <ac:chgData name="O'Connor, Jacqueline Antonia" userId="3b9bfa0c-75a1-427e-ae61-7069a76100c3" providerId="ADAL" clId="{8515B688-85A3-4F26-94E9-C96B7C17EB84}" dt="2022-06-22T22:15:00.586" v="1872"/>
          <ac:inkMkLst>
            <pc:docMk/>
            <pc:sldMk cId="1366005906" sldId="265"/>
            <ac:inkMk id="238" creationId="{47A70B31-2147-657E-DA8C-65E669644A2B}"/>
          </ac:inkMkLst>
        </pc:inkChg>
        <pc:inkChg chg="add mod">
          <ac:chgData name="O'Connor, Jacqueline Antonia" userId="3b9bfa0c-75a1-427e-ae61-7069a76100c3" providerId="ADAL" clId="{8515B688-85A3-4F26-94E9-C96B7C17EB84}" dt="2022-06-22T22:15:00.586" v="1872"/>
          <ac:inkMkLst>
            <pc:docMk/>
            <pc:sldMk cId="1366005906" sldId="265"/>
            <ac:inkMk id="239" creationId="{2052F129-DE64-7E1D-3DA9-DEE7D964A320}"/>
          </ac:inkMkLst>
        </pc:inkChg>
        <pc:inkChg chg="add mod">
          <ac:chgData name="O'Connor, Jacqueline Antonia" userId="3b9bfa0c-75a1-427e-ae61-7069a76100c3" providerId="ADAL" clId="{8515B688-85A3-4F26-94E9-C96B7C17EB84}" dt="2022-06-22T22:15:00.586" v="1872"/>
          <ac:inkMkLst>
            <pc:docMk/>
            <pc:sldMk cId="1366005906" sldId="265"/>
            <ac:inkMk id="240" creationId="{57C0D913-FC02-46F0-5411-C15BA7EB904A}"/>
          </ac:inkMkLst>
        </pc:inkChg>
        <pc:inkChg chg="add mod">
          <ac:chgData name="O'Connor, Jacqueline Antonia" userId="3b9bfa0c-75a1-427e-ae61-7069a76100c3" providerId="ADAL" clId="{8515B688-85A3-4F26-94E9-C96B7C17EB84}" dt="2022-06-22T22:15:00.586" v="1872"/>
          <ac:inkMkLst>
            <pc:docMk/>
            <pc:sldMk cId="1366005906" sldId="265"/>
            <ac:inkMk id="241" creationId="{CAFF290B-96DA-6C1E-98F5-44E3A23EE4A7}"/>
          </ac:inkMkLst>
        </pc:inkChg>
        <pc:inkChg chg="add mod">
          <ac:chgData name="O'Connor, Jacqueline Antonia" userId="3b9bfa0c-75a1-427e-ae61-7069a76100c3" providerId="ADAL" clId="{8515B688-85A3-4F26-94E9-C96B7C17EB84}" dt="2022-06-22T22:15:05.011" v="1878"/>
          <ac:inkMkLst>
            <pc:docMk/>
            <pc:sldMk cId="1366005906" sldId="265"/>
            <ac:inkMk id="244" creationId="{08FA654C-85B9-4F22-9831-49A7A9180296}"/>
          </ac:inkMkLst>
        </pc:inkChg>
        <pc:inkChg chg="add mod">
          <ac:chgData name="O'Connor, Jacqueline Antonia" userId="3b9bfa0c-75a1-427e-ae61-7069a76100c3" providerId="ADAL" clId="{8515B688-85A3-4F26-94E9-C96B7C17EB84}" dt="2022-06-22T22:15:05.011" v="1878"/>
          <ac:inkMkLst>
            <pc:docMk/>
            <pc:sldMk cId="1366005906" sldId="265"/>
            <ac:inkMk id="245" creationId="{B07AAE74-AA21-4627-9DFE-A54DA3C4EB86}"/>
          </ac:inkMkLst>
        </pc:inkChg>
        <pc:inkChg chg="add mod">
          <ac:chgData name="O'Connor, Jacqueline Antonia" userId="3b9bfa0c-75a1-427e-ae61-7069a76100c3" providerId="ADAL" clId="{8515B688-85A3-4F26-94E9-C96B7C17EB84}" dt="2022-06-22T22:15:05.011" v="1878"/>
          <ac:inkMkLst>
            <pc:docMk/>
            <pc:sldMk cId="1366005906" sldId="265"/>
            <ac:inkMk id="246" creationId="{AD316305-0164-639E-993A-1A77407C255E}"/>
          </ac:inkMkLst>
        </pc:inkChg>
        <pc:inkChg chg="add mod">
          <ac:chgData name="O'Connor, Jacqueline Antonia" userId="3b9bfa0c-75a1-427e-ae61-7069a76100c3" providerId="ADAL" clId="{8515B688-85A3-4F26-94E9-C96B7C17EB84}" dt="2022-06-22T22:15:05.011" v="1878"/>
          <ac:inkMkLst>
            <pc:docMk/>
            <pc:sldMk cId="1366005906" sldId="265"/>
            <ac:inkMk id="247" creationId="{4B59ABAC-2296-D0AC-1920-9DB17B8A316B}"/>
          </ac:inkMkLst>
        </pc:inkChg>
        <pc:inkChg chg="add mod">
          <ac:chgData name="O'Connor, Jacqueline Antonia" userId="3b9bfa0c-75a1-427e-ae61-7069a76100c3" providerId="ADAL" clId="{8515B688-85A3-4F26-94E9-C96B7C17EB84}" dt="2022-06-22T22:15:05.011" v="1878"/>
          <ac:inkMkLst>
            <pc:docMk/>
            <pc:sldMk cId="1366005906" sldId="265"/>
            <ac:inkMk id="248" creationId="{3A441E7E-5901-2D96-94EE-897A25C1989B}"/>
          </ac:inkMkLst>
        </pc:inkChg>
        <pc:inkChg chg="add mod">
          <ac:chgData name="O'Connor, Jacqueline Antonia" userId="3b9bfa0c-75a1-427e-ae61-7069a76100c3" providerId="ADAL" clId="{8515B688-85A3-4F26-94E9-C96B7C17EB84}" dt="2022-06-22T22:15:20.631" v="1893"/>
          <ac:inkMkLst>
            <pc:docMk/>
            <pc:sldMk cId="1366005906" sldId="265"/>
            <ac:inkMk id="250" creationId="{4DAE5E5F-8781-6DA9-F3B9-FEE0F09BC305}"/>
          </ac:inkMkLst>
        </pc:inkChg>
        <pc:inkChg chg="add mod">
          <ac:chgData name="O'Connor, Jacqueline Antonia" userId="3b9bfa0c-75a1-427e-ae61-7069a76100c3" providerId="ADAL" clId="{8515B688-85A3-4F26-94E9-C96B7C17EB84}" dt="2022-06-22T22:15:20.631" v="1893"/>
          <ac:inkMkLst>
            <pc:docMk/>
            <pc:sldMk cId="1366005906" sldId="265"/>
            <ac:inkMk id="251" creationId="{E6773BDD-27CD-42B2-B71A-53EC9369F9DF}"/>
          </ac:inkMkLst>
        </pc:inkChg>
        <pc:inkChg chg="add mod">
          <ac:chgData name="O'Connor, Jacqueline Antonia" userId="3b9bfa0c-75a1-427e-ae61-7069a76100c3" providerId="ADAL" clId="{8515B688-85A3-4F26-94E9-C96B7C17EB84}" dt="2022-06-22T22:15:20.631" v="1893"/>
          <ac:inkMkLst>
            <pc:docMk/>
            <pc:sldMk cId="1366005906" sldId="265"/>
            <ac:inkMk id="252" creationId="{1E466E61-8AAB-EA98-3EFD-78687237517B}"/>
          </ac:inkMkLst>
        </pc:inkChg>
        <pc:inkChg chg="add mod">
          <ac:chgData name="O'Connor, Jacqueline Antonia" userId="3b9bfa0c-75a1-427e-ae61-7069a76100c3" providerId="ADAL" clId="{8515B688-85A3-4F26-94E9-C96B7C17EB84}" dt="2022-06-22T22:15:20.631" v="1893"/>
          <ac:inkMkLst>
            <pc:docMk/>
            <pc:sldMk cId="1366005906" sldId="265"/>
            <ac:inkMk id="253" creationId="{AEE6A5E1-5277-8E98-E529-0C207E1EA2D0}"/>
          </ac:inkMkLst>
        </pc:inkChg>
        <pc:inkChg chg="add mod">
          <ac:chgData name="O'Connor, Jacqueline Antonia" userId="3b9bfa0c-75a1-427e-ae61-7069a76100c3" providerId="ADAL" clId="{8515B688-85A3-4F26-94E9-C96B7C17EB84}" dt="2022-06-22T22:15:20.631" v="1893"/>
          <ac:inkMkLst>
            <pc:docMk/>
            <pc:sldMk cId="1366005906" sldId="265"/>
            <ac:inkMk id="254" creationId="{F7BBA9AB-55C5-1D6C-DD30-8834F6085D64}"/>
          </ac:inkMkLst>
        </pc:inkChg>
        <pc:inkChg chg="add mod">
          <ac:chgData name="O'Connor, Jacqueline Antonia" userId="3b9bfa0c-75a1-427e-ae61-7069a76100c3" providerId="ADAL" clId="{8515B688-85A3-4F26-94E9-C96B7C17EB84}" dt="2022-06-22T22:15:20.631" v="1893"/>
          <ac:inkMkLst>
            <pc:docMk/>
            <pc:sldMk cId="1366005906" sldId="265"/>
            <ac:inkMk id="255" creationId="{0ECDF3F2-4C0D-2AE8-4148-ED40821EC7DC}"/>
          </ac:inkMkLst>
        </pc:inkChg>
        <pc:inkChg chg="add mod">
          <ac:chgData name="O'Connor, Jacqueline Antonia" userId="3b9bfa0c-75a1-427e-ae61-7069a76100c3" providerId="ADAL" clId="{8515B688-85A3-4F26-94E9-C96B7C17EB84}" dt="2022-06-22T22:15:20.631" v="1893"/>
          <ac:inkMkLst>
            <pc:docMk/>
            <pc:sldMk cId="1366005906" sldId="265"/>
            <ac:inkMk id="256" creationId="{70B05996-19FB-6F15-8F6D-171C74EC8935}"/>
          </ac:inkMkLst>
        </pc:inkChg>
        <pc:inkChg chg="add mod">
          <ac:chgData name="O'Connor, Jacqueline Antonia" userId="3b9bfa0c-75a1-427e-ae61-7069a76100c3" providerId="ADAL" clId="{8515B688-85A3-4F26-94E9-C96B7C17EB84}" dt="2022-06-22T22:15:20.631" v="1893"/>
          <ac:inkMkLst>
            <pc:docMk/>
            <pc:sldMk cId="1366005906" sldId="265"/>
            <ac:inkMk id="257" creationId="{63D8D69D-53DD-8DFB-EECC-D379E35409EF}"/>
          </ac:inkMkLst>
        </pc:inkChg>
        <pc:inkChg chg="add mod">
          <ac:chgData name="O'Connor, Jacqueline Antonia" userId="3b9bfa0c-75a1-427e-ae61-7069a76100c3" providerId="ADAL" clId="{8515B688-85A3-4F26-94E9-C96B7C17EB84}" dt="2022-06-22T22:15:20.631" v="1893"/>
          <ac:inkMkLst>
            <pc:docMk/>
            <pc:sldMk cId="1366005906" sldId="265"/>
            <ac:inkMk id="258" creationId="{761F27FF-8A34-B873-570D-8664A90C80E4}"/>
          </ac:inkMkLst>
        </pc:inkChg>
        <pc:inkChg chg="add mod">
          <ac:chgData name="O'Connor, Jacqueline Antonia" userId="3b9bfa0c-75a1-427e-ae61-7069a76100c3" providerId="ADAL" clId="{8515B688-85A3-4F26-94E9-C96B7C17EB84}" dt="2022-06-22T22:15:20.631" v="1893"/>
          <ac:inkMkLst>
            <pc:docMk/>
            <pc:sldMk cId="1366005906" sldId="265"/>
            <ac:inkMk id="259" creationId="{92676E14-9078-9075-939D-F007422F5ACF}"/>
          </ac:inkMkLst>
        </pc:inkChg>
        <pc:inkChg chg="add mod">
          <ac:chgData name="O'Connor, Jacqueline Antonia" userId="3b9bfa0c-75a1-427e-ae61-7069a76100c3" providerId="ADAL" clId="{8515B688-85A3-4F26-94E9-C96B7C17EB84}" dt="2022-06-22T22:15:20.631" v="1893"/>
          <ac:inkMkLst>
            <pc:docMk/>
            <pc:sldMk cId="1366005906" sldId="265"/>
            <ac:inkMk id="260" creationId="{860D9154-E108-BE87-703B-2ED34BE025EF}"/>
          </ac:inkMkLst>
        </pc:inkChg>
        <pc:inkChg chg="add mod">
          <ac:chgData name="O'Connor, Jacqueline Antonia" userId="3b9bfa0c-75a1-427e-ae61-7069a76100c3" providerId="ADAL" clId="{8515B688-85A3-4F26-94E9-C96B7C17EB84}" dt="2022-06-22T22:15:20.631" v="1893"/>
          <ac:inkMkLst>
            <pc:docMk/>
            <pc:sldMk cId="1366005906" sldId="265"/>
            <ac:inkMk id="261" creationId="{B2830D5F-29AA-773E-F9F0-DD299370BC53}"/>
          </ac:inkMkLst>
        </pc:inkChg>
        <pc:inkChg chg="add mod">
          <ac:chgData name="O'Connor, Jacqueline Antonia" userId="3b9bfa0c-75a1-427e-ae61-7069a76100c3" providerId="ADAL" clId="{8515B688-85A3-4F26-94E9-C96B7C17EB84}" dt="2022-06-22T22:15:20.631" v="1893"/>
          <ac:inkMkLst>
            <pc:docMk/>
            <pc:sldMk cId="1366005906" sldId="265"/>
            <ac:inkMk id="262" creationId="{DB03DAAD-29CD-F84E-4184-405EF1ADBA0A}"/>
          </ac:inkMkLst>
        </pc:inkChg>
        <pc:inkChg chg="add mod">
          <ac:chgData name="O'Connor, Jacqueline Antonia" userId="3b9bfa0c-75a1-427e-ae61-7069a76100c3" providerId="ADAL" clId="{8515B688-85A3-4F26-94E9-C96B7C17EB84}" dt="2022-06-22T22:15:20.631" v="1893"/>
          <ac:inkMkLst>
            <pc:docMk/>
            <pc:sldMk cId="1366005906" sldId="265"/>
            <ac:inkMk id="263" creationId="{8AD4BE63-C359-C729-B65C-CB76B4344EC2}"/>
          </ac:inkMkLst>
        </pc:inkChg>
        <pc:inkChg chg="add mod">
          <ac:chgData name="O'Connor, Jacqueline Antonia" userId="3b9bfa0c-75a1-427e-ae61-7069a76100c3" providerId="ADAL" clId="{8515B688-85A3-4F26-94E9-C96B7C17EB84}" dt="2022-06-22T22:15:32.317" v="1911"/>
          <ac:inkMkLst>
            <pc:docMk/>
            <pc:sldMk cId="1366005906" sldId="265"/>
            <ac:inkMk id="267" creationId="{027781EF-DC8D-F338-75A0-904E4BBDB46F}"/>
          </ac:inkMkLst>
        </pc:inkChg>
        <pc:inkChg chg="add mod">
          <ac:chgData name="O'Connor, Jacqueline Antonia" userId="3b9bfa0c-75a1-427e-ae61-7069a76100c3" providerId="ADAL" clId="{8515B688-85A3-4F26-94E9-C96B7C17EB84}" dt="2022-06-22T22:15:32.317" v="1911"/>
          <ac:inkMkLst>
            <pc:docMk/>
            <pc:sldMk cId="1366005906" sldId="265"/>
            <ac:inkMk id="268" creationId="{EDE915EE-F51B-2C35-0DC3-4B160C3BE0ED}"/>
          </ac:inkMkLst>
        </pc:inkChg>
        <pc:inkChg chg="add mod">
          <ac:chgData name="O'Connor, Jacqueline Antonia" userId="3b9bfa0c-75a1-427e-ae61-7069a76100c3" providerId="ADAL" clId="{8515B688-85A3-4F26-94E9-C96B7C17EB84}" dt="2022-06-22T22:15:32.317" v="1911"/>
          <ac:inkMkLst>
            <pc:docMk/>
            <pc:sldMk cId="1366005906" sldId="265"/>
            <ac:inkMk id="269" creationId="{BD9420A5-8AA2-0A19-04BB-1EAD74C3C750}"/>
          </ac:inkMkLst>
        </pc:inkChg>
        <pc:inkChg chg="add mod">
          <ac:chgData name="O'Connor, Jacqueline Antonia" userId="3b9bfa0c-75a1-427e-ae61-7069a76100c3" providerId="ADAL" clId="{8515B688-85A3-4F26-94E9-C96B7C17EB84}" dt="2022-06-22T22:15:32.317" v="1911"/>
          <ac:inkMkLst>
            <pc:docMk/>
            <pc:sldMk cId="1366005906" sldId="265"/>
            <ac:inkMk id="270" creationId="{C9E50198-BA55-E243-DB8E-6935AF3636AA}"/>
          </ac:inkMkLst>
        </pc:inkChg>
        <pc:inkChg chg="add mod">
          <ac:chgData name="O'Connor, Jacqueline Antonia" userId="3b9bfa0c-75a1-427e-ae61-7069a76100c3" providerId="ADAL" clId="{8515B688-85A3-4F26-94E9-C96B7C17EB84}" dt="2022-06-22T22:15:32.317" v="1911"/>
          <ac:inkMkLst>
            <pc:docMk/>
            <pc:sldMk cId="1366005906" sldId="265"/>
            <ac:inkMk id="271" creationId="{51146C8C-97A9-D63A-296D-CE11223D7D38}"/>
          </ac:inkMkLst>
        </pc:inkChg>
        <pc:inkChg chg="add mod">
          <ac:chgData name="O'Connor, Jacqueline Antonia" userId="3b9bfa0c-75a1-427e-ae61-7069a76100c3" providerId="ADAL" clId="{8515B688-85A3-4F26-94E9-C96B7C17EB84}" dt="2022-06-22T22:15:32.317" v="1911"/>
          <ac:inkMkLst>
            <pc:docMk/>
            <pc:sldMk cId="1366005906" sldId="265"/>
            <ac:inkMk id="272" creationId="{A1B7066B-54C3-CC45-BFB4-9660953FF80E}"/>
          </ac:inkMkLst>
        </pc:inkChg>
        <pc:inkChg chg="add mod">
          <ac:chgData name="O'Connor, Jacqueline Antonia" userId="3b9bfa0c-75a1-427e-ae61-7069a76100c3" providerId="ADAL" clId="{8515B688-85A3-4F26-94E9-C96B7C17EB84}" dt="2022-06-22T22:15:32.317" v="1911"/>
          <ac:inkMkLst>
            <pc:docMk/>
            <pc:sldMk cId="1366005906" sldId="265"/>
            <ac:inkMk id="273" creationId="{2583F6DF-3DDD-1481-6D64-5A89D44C32A6}"/>
          </ac:inkMkLst>
        </pc:inkChg>
        <pc:inkChg chg="add mod">
          <ac:chgData name="O'Connor, Jacqueline Antonia" userId="3b9bfa0c-75a1-427e-ae61-7069a76100c3" providerId="ADAL" clId="{8515B688-85A3-4F26-94E9-C96B7C17EB84}" dt="2022-06-22T22:15:32.317" v="1911"/>
          <ac:inkMkLst>
            <pc:docMk/>
            <pc:sldMk cId="1366005906" sldId="265"/>
            <ac:inkMk id="274" creationId="{C38FEF92-C579-20CA-12D7-7C09CA08C352}"/>
          </ac:inkMkLst>
        </pc:inkChg>
        <pc:inkChg chg="add mod">
          <ac:chgData name="O'Connor, Jacqueline Antonia" userId="3b9bfa0c-75a1-427e-ae61-7069a76100c3" providerId="ADAL" clId="{8515B688-85A3-4F26-94E9-C96B7C17EB84}" dt="2022-06-22T22:15:32.317" v="1911"/>
          <ac:inkMkLst>
            <pc:docMk/>
            <pc:sldMk cId="1366005906" sldId="265"/>
            <ac:inkMk id="275" creationId="{DCDE46EA-039D-9F0F-63E4-74B40EE31569}"/>
          </ac:inkMkLst>
        </pc:inkChg>
        <pc:inkChg chg="add mod">
          <ac:chgData name="O'Connor, Jacqueline Antonia" userId="3b9bfa0c-75a1-427e-ae61-7069a76100c3" providerId="ADAL" clId="{8515B688-85A3-4F26-94E9-C96B7C17EB84}" dt="2022-06-22T22:15:32.317" v="1911"/>
          <ac:inkMkLst>
            <pc:docMk/>
            <pc:sldMk cId="1366005906" sldId="265"/>
            <ac:inkMk id="276" creationId="{E090FFA2-7473-4A89-08EA-007D94FD8E18}"/>
          </ac:inkMkLst>
        </pc:inkChg>
        <pc:inkChg chg="add mod">
          <ac:chgData name="O'Connor, Jacqueline Antonia" userId="3b9bfa0c-75a1-427e-ae61-7069a76100c3" providerId="ADAL" clId="{8515B688-85A3-4F26-94E9-C96B7C17EB84}" dt="2022-06-22T22:15:32.317" v="1911"/>
          <ac:inkMkLst>
            <pc:docMk/>
            <pc:sldMk cId="1366005906" sldId="265"/>
            <ac:inkMk id="278" creationId="{C466E06F-B1DA-6299-1BB3-0454D63DFFAE}"/>
          </ac:inkMkLst>
        </pc:inkChg>
        <pc:inkChg chg="add mod">
          <ac:chgData name="O'Connor, Jacqueline Antonia" userId="3b9bfa0c-75a1-427e-ae61-7069a76100c3" providerId="ADAL" clId="{8515B688-85A3-4F26-94E9-C96B7C17EB84}" dt="2022-06-22T22:15:32.317" v="1911"/>
          <ac:inkMkLst>
            <pc:docMk/>
            <pc:sldMk cId="1366005906" sldId="265"/>
            <ac:inkMk id="279" creationId="{089AC0AB-13F9-7DB7-41A1-557F163586D9}"/>
          </ac:inkMkLst>
        </pc:inkChg>
        <pc:inkChg chg="add mod">
          <ac:chgData name="O'Connor, Jacqueline Antonia" userId="3b9bfa0c-75a1-427e-ae61-7069a76100c3" providerId="ADAL" clId="{8515B688-85A3-4F26-94E9-C96B7C17EB84}" dt="2022-06-22T22:15:32.317" v="1911"/>
          <ac:inkMkLst>
            <pc:docMk/>
            <pc:sldMk cId="1366005906" sldId="265"/>
            <ac:inkMk id="280" creationId="{0C0DC070-B4D4-B890-B2E6-061B323A5710}"/>
          </ac:inkMkLst>
        </pc:inkChg>
        <pc:inkChg chg="add mod">
          <ac:chgData name="O'Connor, Jacqueline Antonia" userId="3b9bfa0c-75a1-427e-ae61-7069a76100c3" providerId="ADAL" clId="{8515B688-85A3-4F26-94E9-C96B7C17EB84}" dt="2022-06-22T22:15:32.317" v="1911"/>
          <ac:inkMkLst>
            <pc:docMk/>
            <pc:sldMk cId="1366005906" sldId="265"/>
            <ac:inkMk id="281" creationId="{9585E330-F077-BCC6-A9F6-121B53048BB4}"/>
          </ac:inkMkLst>
        </pc:inkChg>
        <pc:inkChg chg="add mod">
          <ac:chgData name="O'Connor, Jacqueline Antonia" userId="3b9bfa0c-75a1-427e-ae61-7069a76100c3" providerId="ADAL" clId="{8515B688-85A3-4F26-94E9-C96B7C17EB84}" dt="2022-06-22T22:15:32.317" v="1911"/>
          <ac:inkMkLst>
            <pc:docMk/>
            <pc:sldMk cId="1366005906" sldId="265"/>
            <ac:inkMk id="282" creationId="{04926070-843C-59B3-7CBF-BA1D45D9CE9A}"/>
          </ac:inkMkLst>
        </pc:inkChg>
        <pc:inkChg chg="add mod">
          <ac:chgData name="O'Connor, Jacqueline Antonia" userId="3b9bfa0c-75a1-427e-ae61-7069a76100c3" providerId="ADAL" clId="{8515B688-85A3-4F26-94E9-C96B7C17EB84}" dt="2022-06-22T22:15:32.317" v="1911"/>
          <ac:inkMkLst>
            <pc:docMk/>
            <pc:sldMk cId="1366005906" sldId="265"/>
            <ac:inkMk id="283" creationId="{34887546-F3F3-C6A4-FD5F-CBD9CF2402BC}"/>
          </ac:inkMkLst>
        </pc:inkChg>
        <pc:inkChg chg="add mod">
          <ac:chgData name="O'Connor, Jacqueline Antonia" userId="3b9bfa0c-75a1-427e-ae61-7069a76100c3" providerId="ADAL" clId="{8515B688-85A3-4F26-94E9-C96B7C17EB84}" dt="2022-06-22T22:15:37.059" v="1918"/>
          <ac:inkMkLst>
            <pc:docMk/>
            <pc:sldMk cId="1366005906" sldId="265"/>
            <ac:inkMk id="285" creationId="{05A0CD94-6B28-1B1C-54E9-7EA08019EA8E}"/>
          </ac:inkMkLst>
        </pc:inkChg>
        <pc:inkChg chg="add mod">
          <ac:chgData name="O'Connor, Jacqueline Antonia" userId="3b9bfa0c-75a1-427e-ae61-7069a76100c3" providerId="ADAL" clId="{8515B688-85A3-4F26-94E9-C96B7C17EB84}" dt="2022-06-22T22:15:37.059" v="1918"/>
          <ac:inkMkLst>
            <pc:docMk/>
            <pc:sldMk cId="1366005906" sldId="265"/>
            <ac:inkMk id="286" creationId="{118D1DD7-A511-1275-EED3-9172D66C91EC}"/>
          </ac:inkMkLst>
        </pc:inkChg>
        <pc:inkChg chg="add mod">
          <ac:chgData name="O'Connor, Jacqueline Antonia" userId="3b9bfa0c-75a1-427e-ae61-7069a76100c3" providerId="ADAL" clId="{8515B688-85A3-4F26-94E9-C96B7C17EB84}" dt="2022-06-22T22:15:45.161" v="1935"/>
          <ac:inkMkLst>
            <pc:docMk/>
            <pc:sldMk cId="1366005906" sldId="265"/>
            <ac:inkMk id="287" creationId="{EB7B07D1-3102-4CFF-5C8E-035E68B3AB77}"/>
          </ac:inkMkLst>
        </pc:inkChg>
        <pc:inkChg chg="add mod">
          <ac:chgData name="O'Connor, Jacqueline Antonia" userId="3b9bfa0c-75a1-427e-ae61-7069a76100c3" providerId="ADAL" clId="{8515B688-85A3-4F26-94E9-C96B7C17EB84}" dt="2022-06-22T22:15:45.161" v="1935"/>
          <ac:inkMkLst>
            <pc:docMk/>
            <pc:sldMk cId="1366005906" sldId="265"/>
            <ac:inkMk id="288" creationId="{88A56105-7DF4-A25C-2C48-41E63794F406}"/>
          </ac:inkMkLst>
        </pc:inkChg>
        <pc:inkChg chg="add mod">
          <ac:chgData name="O'Connor, Jacqueline Antonia" userId="3b9bfa0c-75a1-427e-ae61-7069a76100c3" providerId="ADAL" clId="{8515B688-85A3-4F26-94E9-C96B7C17EB84}" dt="2022-06-22T22:15:45.161" v="1935"/>
          <ac:inkMkLst>
            <pc:docMk/>
            <pc:sldMk cId="1366005906" sldId="265"/>
            <ac:inkMk id="289" creationId="{DF5AFE7E-C41F-9FFA-2422-13DD5FD8C212}"/>
          </ac:inkMkLst>
        </pc:inkChg>
        <pc:inkChg chg="add mod">
          <ac:chgData name="O'Connor, Jacqueline Antonia" userId="3b9bfa0c-75a1-427e-ae61-7069a76100c3" providerId="ADAL" clId="{8515B688-85A3-4F26-94E9-C96B7C17EB84}" dt="2022-06-22T22:15:45.161" v="1935"/>
          <ac:inkMkLst>
            <pc:docMk/>
            <pc:sldMk cId="1366005906" sldId="265"/>
            <ac:inkMk id="290" creationId="{51B9EA31-D77E-DE71-EE88-85ABA67E5FA7}"/>
          </ac:inkMkLst>
        </pc:inkChg>
        <pc:inkChg chg="add mod">
          <ac:chgData name="O'Connor, Jacqueline Antonia" userId="3b9bfa0c-75a1-427e-ae61-7069a76100c3" providerId="ADAL" clId="{8515B688-85A3-4F26-94E9-C96B7C17EB84}" dt="2022-06-22T22:15:45.161" v="1935"/>
          <ac:inkMkLst>
            <pc:docMk/>
            <pc:sldMk cId="1366005906" sldId="265"/>
            <ac:inkMk id="293" creationId="{AE67036E-843D-596F-1A3F-074E8E592E8E}"/>
          </ac:inkMkLst>
        </pc:inkChg>
        <pc:inkChg chg="add mod">
          <ac:chgData name="O'Connor, Jacqueline Antonia" userId="3b9bfa0c-75a1-427e-ae61-7069a76100c3" providerId="ADAL" clId="{8515B688-85A3-4F26-94E9-C96B7C17EB84}" dt="2022-06-22T22:15:45.161" v="1935"/>
          <ac:inkMkLst>
            <pc:docMk/>
            <pc:sldMk cId="1366005906" sldId="265"/>
            <ac:inkMk id="294" creationId="{19E21C06-E71E-BDDB-5A10-20ED80D970C8}"/>
          </ac:inkMkLst>
        </pc:inkChg>
        <pc:inkChg chg="add mod">
          <ac:chgData name="O'Connor, Jacqueline Antonia" userId="3b9bfa0c-75a1-427e-ae61-7069a76100c3" providerId="ADAL" clId="{8515B688-85A3-4F26-94E9-C96B7C17EB84}" dt="2022-06-22T22:15:45.161" v="1935"/>
          <ac:inkMkLst>
            <pc:docMk/>
            <pc:sldMk cId="1366005906" sldId="265"/>
            <ac:inkMk id="295" creationId="{E26C7DD1-6AE2-31CC-EC9C-14D5A986D37B}"/>
          </ac:inkMkLst>
        </pc:inkChg>
        <pc:inkChg chg="add mod">
          <ac:chgData name="O'Connor, Jacqueline Antonia" userId="3b9bfa0c-75a1-427e-ae61-7069a76100c3" providerId="ADAL" clId="{8515B688-85A3-4F26-94E9-C96B7C17EB84}" dt="2022-06-22T22:15:45.161" v="1935"/>
          <ac:inkMkLst>
            <pc:docMk/>
            <pc:sldMk cId="1366005906" sldId="265"/>
            <ac:inkMk id="296" creationId="{C39BE369-0C7A-E0FD-62B0-C7B0972A24A6}"/>
          </ac:inkMkLst>
        </pc:inkChg>
        <pc:inkChg chg="add mod">
          <ac:chgData name="O'Connor, Jacqueline Antonia" userId="3b9bfa0c-75a1-427e-ae61-7069a76100c3" providerId="ADAL" clId="{8515B688-85A3-4F26-94E9-C96B7C17EB84}" dt="2022-06-22T22:15:45.161" v="1935"/>
          <ac:inkMkLst>
            <pc:docMk/>
            <pc:sldMk cId="1366005906" sldId="265"/>
            <ac:inkMk id="297" creationId="{29F55159-F638-E867-A96F-0CE4D8A41E13}"/>
          </ac:inkMkLst>
        </pc:inkChg>
        <pc:inkChg chg="add mod">
          <ac:chgData name="O'Connor, Jacqueline Antonia" userId="3b9bfa0c-75a1-427e-ae61-7069a76100c3" providerId="ADAL" clId="{8515B688-85A3-4F26-94E9-C96B7C17EB84}" dt="2022-06-22T22:15:45.161" v="1935"/>
          <ac:inkMkLst>
            <pc:docMk/>
            <pc:sldMk cId="1366005906" sldId="265"/>
            <ac:inkMk id="298" creationId="{D70655E5-ACFD-EDD5-A124-7F2F05586C24}"/>
          </ac:inkMkLst>
        </pc:inkChg>
        <pc:inkChg chg="add mod">
          <ac:chgData name="O'Connor, Jacqueline Antonia" userId="3b9bfa0c-75a1-427e-ae61-7069a76100c3" providerId="ADAL" clId="{8515B688-85A3-4F26-94E9-C96B7C17EB84}" dt="2022-06-22T22:15:45.161" v="1935"/>
          <ac:inkMkLst>
            <pc:docMk/>
            <pc:sldMk cId="1366005906" sldId="265"/>
            <ac:inkMk id="299" creationId="{5DF88533-1520-143E-9E07-BC2714C43140}"/>
          </ac:inkMkLst>
        </pc:inkChg>
        <pc:inkChg chg="add mod">
          <ac:chgData name="O'Connor, Jacqueline Antonia" userId="3b9bfa0c-75a1-427e-ae61-7069a76100c3" providerId="ADAL" clId="{8515B688-85A3-4F26-94E9-C96B7C17EB84}" dt="2022-06-22T22:15:45.161" v="1935"/>
          <ac:inkMkLst>
            <pc:docMk/>
            <pc:sldMk cId="1366005906" sldId="265"/>
            <ac:inkMk id="300" creationId="{6496D74D-D5EA-9C42-B298-04088ABE251E}"/>
          </ac:inkMkLst>
        </pc:inkChg>
        <pc:inkChg chg="add mod">
          <ac:chgData name="O'Connor, Jacqueline Antonia" userId="3b9bfa0c-75a1-427e-ae61-7069a76100c3" providerId="ADAL" clId="{8515B688-85A3-4F26-94E9-C96B7C17EB84}" dt="2022-06-22T22:15:45.161" v="1935"/>
          <ac:inkMkLst>
            <pc:docMk/>
            <pc:sldMk cId="1366005906" sldId="265"/>
            <ac:inkMk id="301" creationId="{AC3510AC-FA37-E0A2-97BA-C0439E7D703D}"/>
          </ac:inkMkLst>
        </pc:inkChg>
        <pc:inkChg chg="add mod">
          <ac:chgData name="O'Connor, Jacqueline Antonia" userId="3b9bfa0c-75a1-427e-ae61-7069a76100c3" providerId="ADAL" clId="{8515B688-85A3-4F26-94E9-C96B7C17EB84}" dt="2022-06-22T22:15:45.161" v="1935"/>
          <ac:inkMkLst>
            <pc:docMk/>
            <pc:sldMk cId="1366005906" sldId="265"/>
            <ac:inkMk id="302" creationId="{00B7A27C-0C12-8742-76CD-085835A61D75}"/>
          </ac:inkMkLst>
        </pc:inkChg>
        <pc:inkChg chg="add mod">
          <ac:chgData name="O'Connor, Jacqueline Antonia" userId="3b9bfa0c-75a1-427e-ae61-7069a76100c3" providerId="ADAL" clId="{8515B688-85A3-4F26-94E9-C96B7C17EB84}" dt="2022-06-22T22:15:45.161" v="1935"/>
          <ac:inkMkLst>
            <pc:docMk/>
            <pc:sldMk cId="1366005906" sldId="265"/>
            <ac:inkMk id="303" creationId="{F7FA9C93-FA02-A196-4C37-E9A5536D1466}"/>
          </ac:inkMkLst>
        </pc:inkChg>
        <pc:inkChg chg="add mod">
          <ac:chgData name="O'Connor, Jacqueline Antonia" userId="3b9bfa0c-75a1-427e-ae61-7069a76100c3" providerId="ADAL" clId="{8515B688-85A3-4F26-94E9-C96B7C17EB84}" dt="2022-06-22T22:15:45.161" v="1935"/>
          <ac:inkMkLst>
            <pc:docMk/>
            <pc:sldMk cId="1366005906" sldId="265"/>
            <ac:inkMk id="304" creationId="{B680777B-3EED-EDA0-E973-B810D51A4CDD}"/>
          </ac:inkMkLst>
        </pc:inkChg>
        <pc:inkChg chg="add mod">
          <ac:chgData name="O'Connor, Jacqueline Antonia" userId="3b9bfa0c-75a1-427e-ae61-7069a76100c3" providerId="ADAL" clId="{8515B688-85A3-4F26-94E9-C96B7C17EB84}" dt="2022-06-22T22:15:45.161" v="1935"/>
          <ac:inkMkLst>
            <pc:docMk/>
            <pc:sldMk cId="1366005906" sldId="265"/>
            <ac:inkMk id="305" creationId="{438D0388-E4A9-7BA1-3D68-49B6912D9CCF}"/>
          </ac:inkMkLst>
        </pc:inkChg>
        <pc:inkChg chg="add mod">
          <ac:chgData name="O'Connor, Jacqueline Antonia" userId="3b9bfa0c-75a1-427e-ae61-7069a76100c3" providerId="ADAL" clId="{8515B688-85A3-4F26-94E9-C96B7C17EB84}" dt="2022-06-22T22:15:45.161" v="1935"/>
          <ac:inkMkLst>
            <pc:docMk/>
            <pc:sldMk cId="1366005906" sldId="265"/>
            <ac:inkMk id="306" creationId="{4D78AB9B-6B09-7F41-BAD2-610E72C7B142}"/>
          </ac:inkMkLst>
        </pc:inkChg>
        <pc:inkChg chg="add mod">
          <ac:chgData name="O'Connor, Jacqueline Antonia" userId="3b9bfa0c-75a1-427e-ae61-7069a76100c3" providerId="ADAL" clId="{8515B688-85A3-4F26-94E9-C96B7C17EB84}" dt="2022-06-22T22:15:45.161" v="1935"/>
          <ac:inkMkLst>
            <pc:docMk/>
            <pc:sldMk cId="1366005906" sldId="265"/>
            <ac:inkMk id="307" creationId="{62A69F02-FC2B-B4A9-E388-621CE62BC6DB}"/>
          </ac:inkMkLst>
        </pc:inkChg>
        <pc:inkChg chg="add mod">
          <ac:chgData name="O'Connor, Jacqueline Antonia" userId="3b9bfa0c-75a1-427e-ae61-7069a76100c3" providerId="ADAL" clId="{8515B688-85A3-4F26-94E9-C96B7C17EB84}" dt="2022-06-22T22:15:45.161" v="1935"/>
          <ac:inkMkLst>
            <pc:docMk/>
            <pc:sldMk cId="1366005906" sldId="265"/>
            <ac:inkMk id="308" creationId="{031077CF-CFA6-1CD4-B742-CEB2F3A38504}"/>
          </ac:inkMkLst>
        </pc:inkChg>
        <pc:inkChg chg="add mod">
          <ac:chgData name="O'Connor, Jacqueline Antonia" userId="3b9bfa0c-75a1-427e-ae61-7069a76100c3" providerId="ADAL" clId="{8515B688-85A3-4F26-94E9-C96B7C17EB84}" dt="2022-06-22T22:15:56.728" v="1951"/>
          <ac:inkMkLst>
            <pc:docMk/>
            <pc:sldMk cId="1366005906" sldId="265"/>
            <ac:inkMk id="310" creationId="{C4CA52B0-7671-A43D-08E4-EC6FAF4F0BC6}"/>
          </ac:inkMkLst>
        </pc:inkChg>
        <pc:inkChg chg="add mod">
          <ac:chgData name="O'Connor, Jacqueline Antonia" userId="3b9bfa0c-75a1-427e-ae61-7069a76100c3" providerId="ADAL" clId="{8515B688-85A3-4F26-94E9-C96B7C17EB84}" dt="2022-06-22T22:15:56.728" v="1951"/>
          <ac:inkMkLst>
            <pc:docMk/>
            <pc:sldMk cId="1366005906" sldId="265"/>
            <ac:inkMk id="311" creationId="{380427FA-563C-0099-2FA6-B05467D2722E}"/>
          </ac:inkMkLst>
        </pc:inkChg>
        <pc:inkChg chg="add mod">
          <ac:chgData name="O'Connor, Jacqueline Antonia" userId="3b9bfa0c-75a1-427e-ae61-7069a76100c3" providerId="ADAL" clId="{8515B688-85A3-4F26-94E9-C96B7C17EB84}" dt="2022-06-22T22:15:56.728" v="1951"/>
          <ac:inkMkLst>
            <pc:docMk/>
            <pc:sldMk cId="1366005906" sldId="265"/>
            <ac:inkMk id="312" creationId="{9F05720B-2752-5BE4-5064-550FB97D6E39}"/>
          </ac:inkMkLst>
        </pc:inkChg>
        <pc:inkChg chg="add mod">
          <ac:chgData name="O'Connor, Jacqueline Antonia" userId="3b9bfa0c-75a1-427e-ae61-7069a76100c3" providerId="ADAL" clId="{8515B688-85A3-4F26-94E9-C96B7C17EB84}" dt="2022-06-22T22:15:56.728" v="1951"/>
          <ac:inkMkLst>
            <pc:docMk/>
            <pc:sldMk cId="1366005906" sldId="265"/>
            <ac:inkMk id="313" creationId="{E728E464-1D22-813C-E640-8C42331C2870}"/>
          </ac:inkMkLst>
        </pc:inkChg>
        <pc:inkChg chg="add mod">
          <ac:chgData name="O'Connor, Jacqueline Antonia" userId="3b9bfa0c-75a1-427e-ae61-7069a76100c3" providerId="ADAL" clId="{8515B688-85A3-4F26-94E9-C96B7C17EB84}" dt="2022-06-22T22:15:56.728" v="1951"/>
          <ac:inkMkLst>
            <pc:docMk/>
            <pc:sldMk cId="1366005906" sldId="265"/>
            <ac:inkMk id="314" creationId="{2737E96A-58FB-5A30-192D-988F76C88F5C}"/>
          </ac:inkMkLst>
        </pc:inkChg>
        <pc:inkChg chg="add mod">
          <ac:chgData name="O'Connor, Jacqueline Antonia" userId="3b9bfa0c-75a1-427e-ae61-7069a76100c3" providerId="ADAL" clId="{8515B688-85A3-4F26-94E9-C96B7C17EB84}" dt="2022-06-22T22:15:56.728" v="1951"/>
          <ac:inkMkLst>
            <pc:docMk/>
            <pc:sldMk cId="1366005906" sldId="265"/>
            <ac:inkMk id="315" creationId="{E0AC7706-890A-1687-2284-720D11B0854B}"/>
          </ac:inkMkLst>
        </pc:inkChg>
        <pc:inkChg chg="add mod">
          <ac:chgData name="O'Connor, Jacqueline Antonia" userId="3b9bfa0c-75a1-427e-ae61-7069a76100c3" providerId="ADAL" clId="{8515B688-85A3-4F26-94E9-C96B7C17EB84}" dt="2022-06-22T22:15:56.728" v="1951"/>
          <ac:inkMkLst>
            <pc:docMk/>
            <pc:sldMk cId="1366005906" sldId="265"/>
            <ac:inkMk id="316" creationId="{DFFC26BB-0186-F1AD-15D2-4779DB4E165C}"/>
          </ac:inkMkLst>
        </pc:inkChg>
        <pc:inkChg chg="add mod">
          <ac:chgData name="O'Connor, Jacqueline Antonia" userId="3b9bfa0c-75a1-427e-ae61-7069a76100c3" providerId="ADAL" clId="{8515B688-85A3-4F26-94E9-C96B7C17EB84}" dt="2022-06-22T22:15:56.728" v="1951"/>
          <ac:inkMkLst>
            <pc:docMk/>
            <pc:sldMk cId="1366005906" sldId="265"/>
            <ac:inkMk id="317" creationId="{C1840D28-B2AD-65FD-D244-41B4FD44FA90}"/>
          </ac:inkMkLst>
        </pc:inkChg>
        <pc:inkChg chg="add mod">
          <ac:chgData name="O'Connor, Jacqueline Antonia" userId="3b9bfa0c-75a1-427e-ae61-7069a76100c3" providerId="ADAL" clId="{8515B688-85A3-4F26-94E9-C96B7C17EB84}" dt="2022-06-22T22:15:56.728" v="1951"/>
          <ac:inkMkLst>
            <pc:docMk/>
            <pc:sldMk cId="1366005906" sldId="265"/>
            <ac:inkMk id="318" creationId="{43324C34-064C-7151-1C46-8E6D3EC5F948}"/>
          </ac:inkMkLst>
        </pc:inkChg>
        <pc:inkChg chg="add mod">
          <ac:chgData name="O'Connor, Jacqueline Antonia" userId="3b9bfa0c-75a1-427e-ae61-7069a76100c3" providerId="ADAL" clId="{8515B688-85A3-4F26-94E9-C96B7C17EB84}" dt="2022-06-22T22:15:56.728" v="1951"/>
          <ac:inkMkLst>
            <pc:docMk/>
            <pc:sldMk cId="1366005906" sldId="265"/>
            <ac:inkMk id="320" creationId="{70F61641-F1B6-1598-E955-7C02ED42EED2}"/>
          </ac:inkMkLst>
        </pc:inkChg>
        <pc:inkChg chg="add mod">
          <ac:chgData name="O'Connor, Jacqueline Antonia" userId="3b9bfa0c-75a1-427e-ae61-7069a76100c3" providerId="ADAL" clId="{8515B688-85A3-4F26-94E9-C96B7C17EB84}" dt="2022-06-22T22:15:56.728" v="1951"/>
          <ac:inkMkLst>
            <pc:docMk/>
            <pc:sldMk cId="1366005906" sldId="265"/>
            <ac:inkMk id="321" creationId="{B7FCBE62-D54C-B9B8-2684-69EB844B932B}"/>
          </ac:inkMkLst>
        </pc:inkChg>
        <pc:inkChg chg="add mod">
          <ac:chgData name="O'Connor, Jacqueline Antonia" userId="3b9bfa0c-75a1-427e-ae61-7069a76100c3" providerId="ADAL" clId="{8515B688-85A3-4F26-94E9-C96B7C17EB84}" dt="2022-06-22T22:15:56.728" v="1951"/>
          <ac:inkMkLst>
            <pc:docMk/>
            <pc:sldMk cId="1366005906" sldId="265"/>
            <ac:inkMk id="322" creationId="{45A768B0-DE29-2A40-5804-8523095A3A54}"/>
          </ac:inkMkLst>
        </pc:inkChg>
        <pc:inkChg chg="add mod">
          <ac:chgData name="O'Connor, Jacqueline Antonia" userId="3b9bfa0c-75a1-427e-ae61-7069a76100c3" providerId="ADAL" clId="{8515B688-85A3-4F26-94E9-C96B7C17EB84}" dt="2022-06-22T22:15:56.728" v="1951"/>
          <ac:inkMkLst>
            <pc:docMk/>
            <pc:sldMk cId="1366005906" sldId="265"/>
            <ac:inkMk id="323" creationId="{4EB4CBB3-CBFA-72A6-5432-5F92F4D25C04}"/>
          </ac:inkMkLst>
        </pc:inkChg>
        <pc:inkChg chg="add mod">
          <ac:chgData name="O'Connor, Jacqueline Antonia" userId="3b9bfa0c-75a1-427e-ae61-7069a76100c3" providerId="ADAL" clId="{8515B688-85A3-4F26-94E9-C96B7C17EB84}" dt="2022-06-22T22:15:56.728" v="1951"/>
          <ac:inkMkLst>
            <pc:docMk/>
            <pc:sldMk cId="1366005906" sldId="265"/>
            <ac:inkMk id="324" creationId="{AD38296A-D6DC-B287-4780-C821311E4026}"/>
          </ac:inkMkLst>
        </pc:inkChg>
        <pc:inkChg chg="add mod">
          <ac:chgData name="O'Connor, Jacqueline Antonia" userId="3b9bfa0c-75a1-427e-ae61-7069a76100c3" providerId="ADAL" clId="{8515B688-85A3-4F26-94E9-C96B7C17EB84}" dt="2022-06-22T22:16:06.020" v="1969"/>
          <ac:inkMkLst>
            <pc:docMk/>
            <pc:sldMk cId="1366005906" sldId="265"/>
            <ac:inkMk id="326" creationId="{3FCC8AD9-7066-887F-CC60-F822D7B117EF}"/>
          </ac:inkMkLst>
        </pc:inkChg>
        <pc:inkChg chg="add mod">
          <ac:chgData name="O'Connor, Jacqueline Antonia" userId="3b9bfa0c-75a1-427e-ae61-7069a76100c3" providerId="ADAL" clId="{8515B688-85A3-4F26-94E9-C96B7C17EB84}" dt="2022-06-22T22:16:06.020" v="1969"/>
          <ac:inkMkLst>
            <pc:docMk/>
            <pc:sldMk cId="1366005906" sldId="265"/>
            <ac:inkMk id="327" creationId="{421B9FD8-64EC-5C5B-B668-DE52D34EC35E}"/>
          </ac:inkMkLst>
        </pc:inkChg>
        <pc:inkChg chg="add mod">
          <ac:chgData name="O'Connor, Jacqueline Antonia" userId="3b9bfa0c-75a1-427e-ae61-7069a76100c3" providerId="ADAL" clId="{8515B688-85A3-4F26-94E9-C96B7C17EB84}" dt="2022-06-22T22:16:06.020" v="1969"/>
          <ac:inkMkLst>
            <pc:docMk/>
            <pc:sldMk cId="1366005906" sldId="265"/>
            <ac:inkMk id="328" creationId="{4EA3D6F5-DD04-990F-A38A-FDEB39026CA0}"/>
          </ac:inkMkLst>
        </pc:inkChg>
        <pc:inkChg chg="add mod">
          <ac:chgData name="O'Connor, Jacqueline Antonia" userId="3b9bfa0c-75a1-427e-ae61-7069a76100c3" providerId="ADAL" clId="{8515B688-85A3-4F26-94E9-C96B7C17EB84}" dt="2022-06-22T22:16:06.020" v="1969"/>
          <ac:inkMkLst>
            <pc:docMk/>
            <pc:sldMk cId="1366005906" sldId="265"/>
            <ac:inkMk id="329" creationId="{2A142708-7615-113E-69C0-607EEE6128D5}"/>
          </ac:inkMkLst>
        </pc:inkChg>
        <pc:inkChg chg="add mod">
          <ac:chgData name="O'Connor, Jacqueline Antonia" userId="3b9bfa0c-75a1-427e-ae61-7069a76100c3" providerId="ADAL" clId="{8515B688-85A3-4F26-94E9-C96B7C17EB84}" dt="2022-06-22T22:16:06.020" v="1969"/>
          <ac:inkMkLst>
            <pc:docMk/>
            <pc:sldMk cId="1366005906" sldId="265"/>
            <ac:inkMk id="330" creationId="{C3A2C468-6526-0A76-E199-5132AA77EE4A}"/>
          </ac:inkMkLst>
        </pc:inkChg>
        <pc:inkChg chg="add mod">
          <ac:chgData name="O'Connor, Jacqueline Antonia" userId="3b9bfa0c-75a1-427e-ae61-7069a76100c3" providerId="ADAL" clId="{8515B688-85A3-4F26-94E9-C96B7C17EB84}" dt="2022-06-22T22:16:06.020" v="1969"/>
          <ac:inkMkLst>
            <pc:docMk/>
            <pc:sldMk cId="1366005906" sldId="265"/>
            <ac:inkMk id="331" creationId="{BBDFC194-3977-B920-7D5E-E10221B0EB67}"/>
          </ac:inkMkLst>
        </pc:inkChg>
        <pc:inkChg chg="add mod">
          <ac:chgData name="O'Connor, Jacqueline Antonia" userId="3b9bfa0c-75a1-427e-ae61-7069a76100c3" providerId="ADAL" clId="{8515B688-85A3-4F26-94E9-C96B7C17EB84}" dt="2022-06-22T22:16:06.020" v="1969"/>
          <ac:inkMkLst>
            <pc:docMk/>
            <pc:sldMk cId="1366005906" sldId="265"/>
            <ac:inkMk id="332" creationId="{7F782989-3B8C-7A14-40D1-3B1D73F887D6}"/>
          </ac:inkMkLst>
        </pc:inkChg>
        <pc:inkChg chg="add mod">
          <ac:chgData name="O'Connor, Jacqueline Antonia" userId="3b9bfa0c-75a1-427e-ae61-7069a76100c3" providerId="ADAL" clId="{8515B688-85A3-4F26-94E9-C96B7C17EB84}" dt="2022-06-22T22:16:06.020" v="1969"/>
          <ac:inkMkLst>
            <pc:docMk/>
            <pc:sldMk cId="1366005906" sldId="265"/>
            <ac:inkMk id="333" creationId="{EBE92E4B-3255-55B9-0399-503D7EFAFCF5}"/>
          </ac:inkMkLst>
        </pc:inkChg>
        <pc:inkChg chg="add mod">
          <ac:chgData name="O'Connor, Jacqueline Antonia" userId="3b9bfa0c-75a1-427e-ae61-7069a76100c3" providerId="ADAL" clId="{8515B688-85A3-4F26-94E9-C96B7C17EB84}" dt="2022-06-22T22:16:06.020" v="1969"/>
          <ac:inkMkLst>
            <pc:docMk/>
            <pc:sldMk cId="1366005906" sldId="265"/>
            <ac:inkMk id="334" creationId="{437AB21D-1236-CA72-CC1B-C4622419DC83}"/>
          </ac:inkMkLst>
        </pc:inkChg>
        <pc:inkChg chg="add mod">
          <ac:chgData name="O'Connor, Jacqueline Antonia" userId="3b9bfa0c-75a1-427e-ae61-7069a76100c3" providerId="ADAL" clId="{8515B688-85A3-4F26-94E9-C96B7C17EB84}" dt="2022-06-22T22:16:06.020" v="1969"/>
          <ac:inkMkLst>
            <pc:docMk/>
            <pc:sldMk cId="1366005906" sldId="265"/>
            <ac:inkMk id="335" creationId="{52811E2E-446F-5066-690E-7C2B414C73EC}"/>
          </ac:inkMkLst>
        </pc:inkChg>
        <pc:inkChg chg="add mod">
          <ac:chgData name="O'Connor, Jacqueline Antonia" userId="3b9bfa0c-75a1-427e-ae61-7069a76100c3" providerId="ADAL" clId="{8515B688-85A3-4F26-94E9-C96B7C17EB84}" dt="2022-06-22T22:16:06.020" v="1969"/>
          <ac:inkMkLst>
            <pc:docMk/>
            <pc:sldMk cId="1366005906" sldId="265"/>
            <ac:inkMk id="336" creationId="{04C7086B-4DF7-C144-B0E5-F370C788E7B3}"/>
          </ac:inkMkLst>
        </pc:inkChg>
        <pc:inkChg chg="add mod">
          <ac:chgData name="O'Connor, Jacqueline Antonia" userId="3b9bfa0c-75a1-427e-ae61-7069a76100c3" providerId="ADAL" clId="{8515B688-85A3-4F26-94E9-C96B7C17EB84}" dt="2022-06-22T22:16:06.020" v="1969"/>
          <ac:inkMkLst>
            <pc:docMk/>
            <pc:sldMk cId="1366005906" sldId="265"/>
            <ac:inkMk id="337" creationId="{16021528-1CFB-5D12-A717-A528BD7E313C}"/>
          </ac:inkMkLst>
        </pc:inkChg>
        <pc:inkChg chg="add mod">
          <ac:chgData name="O'Connor, Jacqueline Antonia" userId="3b9bfa0c-75a1-427e-ae61-7069a76100c3" providerId="ADAL" clId="{8515B688-85A3-4F26-94E9-C96B7C17EB84}" dt="2022-06-22T22:16:06.020" v="1969"/>
          <ac:inkMkLst>
            <pc:docMk/>
            <pc:sldMk cId="1366005906" sldId="265"/>
            <ac:inkMk id="338" creationId="{7AED4273-DF5B-5109-1B90-E7E618CCBC36}"/>
          </ac:inkMkLst>
        </pc:inkChg>
        <pc:inkChg chg="add mod">
          <ac:chgData name="O'Connor, Jacqueline Antonia" userId="3b9bfa0c-75a1-427e-ae61-7069a76100c3" providerId="ADAL" clId="{8515B688-85A3-4F26-94E9-C96B7C17EB84}" dt="2022-06-22T22:16:06.020" v="1969"/>
          <ac:inkMkLst>
            <pc:docMk/>
            <pc:sldMk cId="1366005906" sldId="265"/>
            <ac:inkMk id="339" creationId="{4FDD30E8-F54A-A390-7EF9-E63CFF863CD5}"/>
          </ac:inkMkLst>
        </pc:inkChg>
        <pc:inkChg chg="add mod">
          <ac:chgData name="O'Connor, Jacqueline Antonia" userId="3b9bfa0c-75a1-427e-ae61-7069a76100c3" providerId="ADAL" clId="{8515B688-85A3-4F26-94E9-C96B7C17EB84}" dt="2022-06-22T22:16:06.020" v="1969"/>
          <ac:inkMkLst>
            <pc:docMk/>
            <pc:sldMk cId="1366005906" sldId="265"/>
            <ac:inkMk id="340" creationId="{216B0EED-DBCE-31F3-4D04-CC187648E532}"/>
          </ac:inkMkLst>
        </pc:inkChg>
        <pc:inkChg chg="add mod">
          <ac:chgData name="O'Connor, Jacqueline Antonia" userId="3b9bfa0c-75a1-427e-ae61-7069a76100c3" providerId="ADAL" clId="{8515B688-85A3-4F26-94E9-C96B7C17EB84}" dt="2022-06-22T22:16:06.020" v="1969"/>
          <ac:inkMkLst>
            <pc:docMk/>
            <pc:sldMk cId="1366005906" sldId="265"/>
            <ac:inkMk id="341" creationId="{6F8E198F-2E2A-1DF7-6012-DF10D7E6522E}"/>
          </ac:inkMkLst>
        </pc:inkChg>
        <pc:inkChg chg="add mod">
          <ac:chgData name="O'Connor, Jacqueline Antonia" userId="3b9bfa0c-75a1-427e-ae61-7069a76100c3" providerId="ADAL" clId="{8515B688-85A3-4F26-94E9-C96B7C17EB84}" dt="2022-06-22T22:16:06.020" v="1969"/>
          <ac:inkMkLst>
            <pc:docMk/>
            <pc:sldMk cId="1366005906" sldId="265"/>
            <ac:inkMk id="342" creationId="{5BD1254C-007E-F206-31D3-D483C0176381}"/>
          </ac:inkMkLst>
        </pc:inkChg>
        <pc:inkChg chg="add mod">
          <ac:chgData name="O'Connor, Jacqueline Antonia" userId="3b9bfa0c-75a1-427e-ae61-7069a76100c3" providerId="ADAL" clId="{8515B688-85A3-4F26-94E9-C96B7C17EB84}" dt="2022-06-22T22:16:19.748" v="1980"/>
          <ac:inkMkLst>
            <pc:docMk/>
            <pc:sldMk cId="1366005906" sldId="265"/>
            <ac:inkMk id="344" creationId="{6BCC0749-88DE-9960-8D3E-711FF4DA2204}"/>
          </ac:inkMkLst>
        </pc:inkChg>
        <pc:inkChg chg="add mod">
          <ac:chgData name="O'Connor, Jacqueline Antonia" userId="3b9bfa0c-75a1-427e-ae61-7069a76100c3" providerId="ADAL" clId="{8515B688-85A3-4F26-94E9-C96B7C17EB84}" dt="2022-06-22T22:16:19.748" v="1980"/>
          <ac:inkMkLst>
            <pc:docMk/>
            <pc:sldMk cId="1366005906" sldId="265"/>
            <ac:inkMk id="345" creationId="{815A6045-4EA6-F5D9-9E50-4BE91F730E91}"/>
          </ac:inkMkLst>
        </pc:inkChg>
        <pc:inkChg chg="add mod">
          <ac:chgData name="O'Connor, Jacqueline Antonia" userId="3b9bfa0c-75a1-427e-ae61-7069a76100c3" providerId="ADAL" clId="{8515B688-85A3-4F26-94E9-C96B7C17EB84}" dt="2022-06-22T22:16:19.748" v="1980"/>
          <ac:inkMkLst>
            <pc:docMk/>
            <pc:sldMk cId="1366005906" sldId="265"/>
            <ac:inkMk id="346" creationId="{01FE473F-9299-06D7-26B1-533423256120}"/>
          </ac:inkMkLst>
        </pc:inkChg>
        <pc:inkChg chg="add mod">
          <ac:chgData name="O'Connor, Jacqueline Antonia" userId="3b9bfa0c-75a1-427e-ae61-7069a76100c3" providerId="ADAL" clId="{8515B688-85A3-4F26-94E9-C96B7C17EB84}" dt="2022-06-22T22:16:19.748" v="1980"/>
          <ac:inkMkLst>
            <pc:docMk/>
            <pc:sldMk cId="1366005906" sldId="265"/>
            <ac:inkMk id="347" creationId="{7197FCF9-8D22-4AFE-1035-90F72FDA0343}"/>
          </ac:inkMkLst>
        </pc:inkChg>
        <pc:inkChg chg="add mod">
          <ac:chgData name="O'Connor, Jacqueline Antonia" userId="3b9bfa0c-75a1-427e-ae61-7069a76100c3" providerId="ADAL" clId="{8515B688-85A3-4F26-94E9-C96B7C17EB84}" dt="2022-06-22T22:16:19.748" v="1980"/>
          <ac:inkMkLst>
            <pc:docMk/>
            <pc:sldMk cId="1366005906" sldId="265"/>
            <ac:inkMk id="348" creationId="{3AF78700-C455-D254-5C67-7847EDFD649A}"/>
          </ac:inkMkLst>
        </pc:inkChg>
        <pc:inkChg chg="add mod">
          <ac:chgData name="O'Connor, Jacqueline Antonia" userId="3b9bfa0c-75a1-427e-ae61-7069a76100c3" providerId="ADAL" clId="{8515B688-85A3-4F26-94E9-C96B7C17EB84}" dt="2022-06-22T22:16:19.748" v="1980"/>
          <ac:inkMkLst>
            <pc:docMk/>
            <pc:sldMk cId="1366005906" sldId="265"/>
            <ac:inkMk id="349" creationId="{12CBBF98-2D00-6C56-518A-801E42A6CFAE}"/>
          </ac:inkMkLst>
        </pc:inkChg>
        <pc:inkChg chg="add mod">
          <ac:chgData name="O'Connor, Jacqueline Antonia" userId="3b9bfa0c-75a1-427e-ae61-7069a76100c3" providerId="ADAL" clId="{8515B688-85A3-4F26-94E9-C96B7C17EB84}" dt="2022-06-22T22:16:19.748" v="1980"/>
          <ac:inkMkLst>
            <pc:docMk/>
            <pc:sldMk cId="1366005906" sldId="265"/>
            <ac:inkMk id="350" creationId="{DF9AE32B-1C45-1129-F684-55F1BFB4E33E}"/>
          </ac:inkMkLst>
        </pc:inkChg>
        <pc:inkChg chg="add mod">
          <ac:chgData name="O'Connor, Jacqueline Antonia" userId="3b9bfa0c-75a1-427e-ae61-7069a76100c3" providerId="ADAL" clId="{8515B688-85A3-4F26-94E9-C96B7C17EB84}" dt="2022-06-22T22:16:19.748" v="1980"/>
          <ac:inkMkLst>
            <pc:docMk/>
            <pc:sldMk cId="1366005906" sldId="265"/>
            <ac:inkMk id="351" creationId="{9F7D0B8E-7B5D-B34E-AC6F-6C9F563849C1}"/>
          </ac:inkMkLst>
        </pc:inkChg>
        <pc:inkChg chg="add mod">
          <ac:chgData name="O'Connor, Jacqueline Antonia" userId="3b9bfa0c-75a1-427e-ae61-7069a76100c3" providerId="ADAL" clId="{8515B688-85A3-4F26-94E9-C96B7C17EB84}" dt="2022-06-22T22:16:19.748" v="1980"/>
          <ac:inkMkLst>
            <pc:docMk/>
            <pc:sldMk cId="1366005906" sldId="265"/>
            <ac:inkMk id="352" creationId="{786D7FD2-A2B4-1EF7-3E89-0D0918933439}"/>
          </ac:inkMkLst>
        </pc:inkChg>
        <pc:inkChg chg="add mod">
          <ac:chgData name="O'Connor, Jacqueline Antonia" userId="3b9bfa0c-75a1-427e-ae61-7069a76100c3" providerId="ADAL" clId="{8515B688-85A3-4F26-94E9-C96B7C17EB84}" dt="2022-06-22T22:16:19.748" v="1980"/>
          <ac:inkMkLst>
            <pc:docMk/>
            <pc:sldMk cId="1366005906" sldId="265"/>
            <ac:inkMk id="353" creationId="{4013D117-7855-7683-D7C3-56C565FBF94A}"/>
          </ac:inkMkLst>
        </pc:inkChg>
      </pc:sldChg>
      <pc:sldChg chg="addSp delSp modSp new mod">
        <pc:chgData name="O'Connor, Jacqueline Antonia" userId="3b9bfa0c-75a1-427e-ae61-7069a76100c3" providerId="ADAL" clId="{8515B688-85A3-4F26-94E9-C96B7C17EB84}" dt="2022-06-22T22:18:19.631" v="2089"/>
        <pc:sldMkLst>
          <pc:docMk/>
          <pc:sldMk cId="1060935559" sldId="266"/>
        </pc:sldMkLst>
        <pc:grpChg chg="mod">
          <ac:chgData name="O'Connor, Jacqueline Antonia" userId="3b9bfa0c-75a1-427e-ae61-7069a76100c3" providerId="ADAL" clId="{8515B688-85A3-4F26-94E9-C96B7C17EB84}" dt="2022-06-22T22:16:49.321" v="1995"/>
          <ac:grpSpMkLst>
            <pc:docMk/>
            <pc:sldMk cId="1060935559" sldId="266"/>
            <ac:grpSpMk id="16" creationId="{551BAC9A-B626-05FF-A155-DAEB31FDD664}"/>
          </ac:grpSpMkLst>
        </pc:grpChg>
        <pc:grpChg chg="mod">
          <ac:chgData name="O'Connor, Jacqueline Antonia" userId="3b9bfa0c-75a1-427e-ae61-7069a76100c3" providerId="ADAL" clId="{8515B688-85A3-4F26-94E9-C96B7C17EB84}" dt="2022-06-22T22:16:49.321" v="1995"/>
          <ac:grpSpMkLst>
            <pc:docMk/>
            <pc:sldMk cId="1060935559" sldId="266"/>
            <ac:grpSpMk id="17" creationId="{8791936B-8FC2-2920-6F0C-4BD673C98597}"/>
          </ac:grpSpMkLst>
        </pc:grpChg>
        <pc:grpChg chg="del mod">
          <ac:chgData name="O'Connor, Jacqueline Antonia" userId="3b9bfa0c-75a1-427e-ae61-7069a76100c3" providerId="ADAL" clId="{8515B688-85A3-4F26-94E9-C96B7C17EB84}" dt="2022-06-22T22:17:12.404" v="2012"/>
          <ac:grpSpMkLst>
            <pc:docMk/>
            <pc:sldMk cId="1060935559" sldId="266"/>
            <ac:grpSpMk id="34" creationId="{13971903-EF63-6B8C-1B96-55422520B344}"/>
          </ac:grpSpMkLst>
        </pc:grpChg>
        <pc:grpChg chg="mod">
          <ac:chgData name="O'Connor, Jacqueline Antonia" userId="3b9bfa0c-75a1-427e-ae61-7069a76100c3" providerId="ADAL" clId="{8515B688-85A3-4F26-94E9-C96B7C17EB84}" dt="2022-06-22T22:17:12.404" v="2012"/>
          <ac:grpSpMkLst>
            <pc:docMk/>
            <pc:sldMk cId="1060935559" sldId="266"/>
            <ac:grpSpMk id="35" creationId="{733EDA41-DEB4-9132-E338-4C73C013F61B}"/>
          </ac:grpSpMkLst>
        </pc:grpChg>
        <pc:grpChg chg="mod">
          <ac:chgData name="O'Connor, Jacqueline Antonia" userId="3b9bfa0c-75a1-427e-ae61-7069a76100c3" providerId="ADAL" clId="{8515B688-85A3-4F26-94E9-C96B7C17EB84}" dt="2022-06-22T22:17:12.404" v="2012"/>
          <ac:grpSpMkLst>
            <pc:docMk/>
            <pc:sldMk cId="1060935559" sldId="266"/>
            <ac:grpSpMk id="36" creationId="{16785DC9-E235-0320-90C9-ECF2E875BC7D}"/>
          </ac:grpSpMkLst>
        </pc:grpChg>
        <pc:grpChg chg="mod">
          <ac:chgData name="O'Connor, Jacqueline Antonia" userId="3b9bfa0c-75a1-427e-ae61-7069a76100c3" providerId="ADAL" clId="{8515B688-85A3-4F26-94E9-C96B7C17EB84}" dt="2022-06-22T22:17:12.404" v="2012"/>
          <ac:grpSpMkLst>
            <pc:docMk/>
            <pc:sldMk cId="1060935559" sldId="266"/>
            <ac:grpSpMk id="37" creationId="{190BF7A7-85A8-02EE-AF8E-F5EAC8CBB77A}"/>
          </ac:grpSpMkLst>
        </pc:grpChg>
        <pc:grpChg chg="mod">
          <ac:chgData name="O'Connor, Jacqueline Antonia" userId="3b9bfa0c-75a1-427e-ae61-7069a76100c3" providerId="ADAL" clId="{8515B688-85A3-4F26-94E9-C96B7C17EB84}" dt="2022-06-22T22:17:19.145" v="2024"/>
          <ac:grpSpMkLst>
            <pc:docMk/>
            <pc:sldMk cId="1060935559" sldId="266"/>
            <ac:grpSpMk id="49" creationId="{04EF1978-688C-8FA5-AD61-CC87B55BB457}"/>
          </ac:grpSpMkLst>
        </pc:grpChg>
        <pc:grpChg chg="mod">
          <ac:chgData name="O'Connor, Jacqueline Antonia" userId="3b9bfa0c-75a1-427e-ae61-7069a76100c3" providerId="ADAL" clId="{8515B688-85A3-4F26-94E9-C96B7C17EB84}" dt="2022-06-22T22:17:19.145" v="2024"/>
          <ac:grpSpMkLst>
            <pc:docMk/>
            <pc:sldMk cId="1060935559" sldId="266"/>
            <ac:grpSpMk id="50" creationId="{DAB6B4D2-946C-2F96-3C8B-7A320D15C252}"/>
          </ac:grpSpMkLst>
        </pc:grpChg>
        <pc:grpChg chg="mod">
          <ac:chgData name="O'Connor, Jacqueline Antonia" userId="3b9bfa0c-75a1-427e-ae61-7069a76100c3" providerId="ADAL" clId="{8515B688-85A3-4F26-94E9-C96B7C17EB84}" dt="2022-06-22T22:17:24.647" v="2035"/>
          <ac:grpSpMkLst>
            <pc:docMk/>
            <pc:sldMk cId="1060935559" sldId="266"/>
            <ac:grpSpMk id="61" creationId="{5F558CA5-E5A6-3C6C-8F2C-D00BD9BEC4CC}"/>
          </ac:grpSpMkLst>
        </pc:grpChg>
        <pc:grpChg chg="mod">
          <ac:chgData name="O'Connor, Jacqueline Antonia" userId="3b9bfa0c-75a1-427e-ae61-7069a76100c3" providerId="ADAL" clId="{8515B688-85A3-4F26-94E9-C96B7C17EB84}" dt="2022-06-22T22:17:24.647" v="2035"/>
          <ac:grpSpMkLst>
            <pc:docMk/>
            <pc:sldMk cId="1060935559" sldId="266"/>
            <ac:grpSpMk id="62" creationId="{D3D342EA-3339-2041-A3CE-19323E6FFA85}"/>
          </ac:grpSpMkLst>
        </pc:grpChg>
        <pc:grpChg chg="mod">
          <ac:chgData name="O'Connor, Jacqueline Antonia" userId="3b9bfa0c-75a1-427e-ae61-7069a76100c3" providerId="ADAL" clId="{8515B688-85A3-4F26-94E9-C96B7C17EB84}" dt="2022-06-22T22:17:26.439" v="2039"/>
          <ac:grpSpMkLst>
            <pc:docMk/>
            <pc:sldMk cId="1060935559" sldId="266"/>
            <ac:grpSpMk id="66" creationId="{4B9FA95C-75DC-344C-00D7-31DBA698D3C3}"/>
          </ac:grpSpMkLst>
        </pc:grpChg>
        <pc:grpChg chg="mod">
          <ac:chgData name="O'Connor, Jacqueline Antonia" userId="3b9bfa0c-75a1-427e-ae61-7069a76100c3" providerId="ADAL" clId="{8515B688-85A3-4F26-94E9-C96B7C17EB84}" dt="2022-06-22T22:17:31.063" v="2048"/>
          <ac:grpSpMkLst>
            <pc:docMk/>
            <pc:sldMk cId="1060935559" sldId="266"/>
            <ac:grpSpMk id="75" creationId="{7DF96420-C7C0-445B-72D9-CC7F326F4BC9}"/>
          </ac:grpSpMkLst>
        </pc:grpChg>
        <pc:grpChg chg="del mod">
          <ac:chgData name="O'Connor, Jacqueline Antonia" userId="3b9bfa0c-75a1-427e-ae61-7069a76100c3" providerId="ADAL" clId="{8515B688-85A3-4F26-94E9-C96B7C17EB84}" dt="2022-06-22T22:18:13.840" v="2084"/>
          <ac:grpSpMkLst>
            <pc:docMk/>
            <pc:sldMk cId="1060935559" sldId="266"/>
            <ac:grpSpMk id="102" creationId="{71D7995B-40B0-ABE5-D220-6B6FA2E336BA}"/>
          </ac:grpSpMkLst>
        </pc:grpChg>
        <pc:grpChg chg="del mod">
          <ac:chgData name="O'Connor, Jacqueline Antonia" userId="3b9bfa0c-75a1-427e-ae61-7069a76100c3" providerId="ADAL" clId="{8515B688-85A3-4F26-94E9-C96B7C17EB84}" dt="2022-06-22T22:17:57.579" v="2079"/>
          <ac:grpSpMkLst>
            <pc:docMk/>
            <pc:sldMk cId="1060935559" sldId="266"/>
            <ac:grpSpMk id="103" creationId="{0AD9D4E5-43FF-E7A3-A81C-98F0DCE06BF1}"/>
          </ac:grpSpMkLst>
        </pc:grpChg>
        <pc:grpChg chg="mod">
          <ac:chgData name="O'Connor, Jacqueline Antonia" userId="3b9bfa0c-75a1-427e-ae61-7069a76100c3" providerId="ADAL" clId="{8515B688-85A3-4F26-94E9-C96B7C17EB84}" dt="2022-06-22T22:17:52.597" v="2075"/>
          <ac:grpSpMkLst>
            <pc:docMk/>
            <pc:sldMk cId="1060935559" sldId="266"/>
            <ac:grpSpMk id="104" creationId="{C426DF55-CF86-50A8-25DD-81B12766F28B}"/>
          </ac:grpSpMkLst>
        </pc:grpChg>
        <pc:grpChg chg="mod">
          <ac:chgData name="O'Connor, Jacqueline Antonia" userId="3b9bfa0c-75a1-427e-ae61-7069a76100c3" providerId="ADAL" clId="{8515B688-85A3-4F26-94E9-C96B7C17EB84}" dt="2022-06-22T22:17:52.597" v="2075"/>
          <ac:grpSpMkLst>
            <pc:docMk/>
            <pc:sldMk cId="1060935559" sldId="266"/>
            <ac:grpSpMk id="105" creationId="{EA7425BE-AD74-8A1F-2811-845BA7273017}"/>
          </ac:grpSpMkLst>
        </pc:grpChg>
        <pc:grpChg chg="mod">
          <ac:chgData name="O'Connor, Jacqueline Antonia" userId="3b9bfa0c-75a1-427e-ae61-7069a76100c3" providerId="ADAL" clId="{8515B688-85A3-4F26-94E9-C96B7C17EB84}" dt="2022-06-22T22:17:57.579" v="2079"/>
          <ac:grpSpMkLst>
            <pc:docMk/>
            <pc:sldMk cId="1060935559" sldId="266"/>
            <ac:grpSpMk id="109" creationId="{2CCF2D8F-EB8D-8AF9-A330-740DD1F34A27}"/>
          </ac:grpSpMkLst>
        </pc:grpChg>
        <pc:grpChg chg="mod">
          <ac:chgData name="O'Connor, Jacqueline Antonia" userId="3b9bfa0c-75a1-427e-ae61-7069a76100c3" providerId="ADAL" clId="{8515B688-85A3-4F26-94E9-C96B7C17EB84}" dt="2022-06-22T22:18:13.840" v="2084"/>
          <ac:grpSpMkLst>
            <pc:docMk/>
            <pc:sldMk cId="1060935559" sldId="266"/>
            <ac:grpSpMk id="114" creationId="{64CD5E75-F1FC-CE7E-8E22-F3BA6C5B0A5D}"/>
          </ac:grpSpMkLst>
        </pc:grpChg>
        <pc:grpChg chg="mod">
          <ac:chgData name="O'Connor, Jacqueline Antonia" userId="3b9bfa0c-75a1-427e-ae61-7069a76100c3" providerId="ADAL" clId="{8515B688-85A3-4F26-94E9-C96B7C17EB84}" dt="2022-06-22T22:18:19.631" v="2089"/>
          <ac:grpSpMkLst>
            <pc:docMk/>
            <pc:sldMk cId="1060935559" sldId="266"/>
            <ac:grpSpMk id="119" creationId="{8ACF1951-5899-F59D-0829-F3AAD6BE8529}"/>
          </ac:grpSpMkLst>
        </pc:grpChg>
        <pc:grpChg chg="mod">
          <ac:chgData name="O'Connor, Jacqueline Antonia" userId="3b9bfa0c-75a1-427e-ae61-7069a76100c3" providerId="ADAL" clId="{8515B688-85A3-4F26-94E9-C96B7C17EB84}" dt="2022-06-22T22:18:19.631" v="2089"/>
          <ac:grpSpMkLst>
            <pc:docMk/>
            <pc:sldMk cId="1060935559" sldId="266"/>
            <ac:grpSpMk id="120" creationId="{6FE5B123-9923-9047-3A7E-D64AE8C604B9}"/>
          </ac:grpSpMkLst>
        </pc:grpChg>
        <pc:inkChg chg="add mod">
          <ac:chgData name="O'Connor, Jacqueline Antonia" userId="3b9bfa0c-75a1-427e-ae61-7069a76100c3" providerId="ADAL" clId="{8515B688-85A3-4F26-94E9-C96B7C17EB84}" dt="2022-06-22T22:16:49.321" v="1995"/>
          <ac:inkMkLst>
            <pc:docMk/>
            <pc:sldMk cId="1060935559" sldId="266"/>
            <ac:inkMk id="2" creationId="{9DC0DEB0-3315-29B7-E991-A977D7107802}"/>
          </ac:inkMkLst>
        </pc:inkChg>
        <pc:inkChg chg="add mod">
          <ac:chgData name="O'Connor, Jacqueline Antonia" userId="3b9bfa0c-75a1-427e-ae61-7069a76100c3" providerId="ADAL" clId="{8515B688-85A3-4F26-94E9-C96B7C17EB84}" dt="2022-06-22T22:16:49.321" v="1995"/>
          <ac:inkMkLst>
            <pc:docMk/>
            <pc:sldMk cId="1060935559" sldId="266"/>
            <ac:inkMk id="3" creationId="{7C77FD5C-5C15-5A63-E155-2B1E524109A3}"/>
          </ac:inkMkLst>
        </pc:inkChg>
        <pc:inkChg chg="add mod">
          <ac:chgData name="O'Connor, Jacqueline Antonia" userId="3b9bfa0c-75a1-427e-ae61-7069a76100c3" providerId="ADAL" clId="{8515B688-85A3-4F26-94E9-C96B7C17EB84}" dt="2022-06-22T22:16:49.321" v="1995"/>
          <ac:inkMkLst>
            <pc:docMk/>
            <pc:sldMk cId="1060935559" sldId="266"/>
            <ac:inkMk id="4" creationId="{929A032D-2C8C-477F-11E1-FF8315C648F6}"/>
          </ac:inkMkLst>
        </pc:inkChg>
        <pc:inkChg chg="add mod">
          <ac:chgData name="O'Connor, Jacqueline Antonia" userId="3b9bfa0c-75a1-427e-ae61-7069a76100c3" providerId="ADAL" clId="{8515B688-85A3-4F26-94E9-C96B7C17EB84}" dt="2022-06-22T22:16:49.321" v="1995"/>
          <ac:inkMkLst>
            <pc:docMk/>
            <pc:sldMk cId="1060935559" sldId="266"/>
            <ac:inkMk id="5" creationId="{870F4F63-A71C-04CE-2E63-37A9720BD306}"/>
          </ac:inkMkLst>
        </pc:inkChg>
        <pc:inkChg chg="add mod">
          <ac:chgData name="O'Connor, Jacqueline Antonia" userId="3b9bfa0c-75a1-427e-ae61-7069a76100c3" providerId="ADAL" clId="{8515B688-85A3-4F26-94E9-C96B7C17EB84}" dt="2022-06-22T22:16:49.321" v="1995"/>
          <ac:inkMkLst>
            <pc:docMk/>
            <pc:sldMk cId="1060935559" sldId="266"/>
            <ac:inkMk id="6" creationId="{74CE8482-A379-1BE8-063F-D83B0464AE78}"/>
          </ac:inkMkLst>
        </pc:inkChg>
        <pc:inkChg chg="add mod">
          <ac:chgData name="O'Connor, Jacqueline Antonia" userId="3b9bfa0c-75a1-427e-ae61-7069a76100c3" providerId="ADAL" clId="{8515B688-85A3-4F26-94E9-C96B7C17EB84}" dt="2022-06-22T22:16:49.321" v="1995"/>
          <ac:inkMkLst>
            <pc:docMk/>
            <pc:sldMk cId="1060935559" sldId="266"/>
            <ac:inkMk id="7" creationId="{9FB3F56A-4C9F-0928-0FC1-9B63B7705139}"/>
          </ac:inkMkLst>
        </pc:inkChg>
        <pc:inkChg chg="add mod">
          <ac:chgData name="O'Connor, Jacqueline Antonia" userId="3b9bfa0c-75a1-427e-ae61-7069a76100c3" providerId="ADAL" clId="{8515B688-85A3-4F26-94E9-C96B7C17EB84}" dt="2022-06-22T22:16:49.321" v="1995"/>
          <ac:inkMkLst>
            <pc:docMk/>
            <pc:sldMk cId="1060935559" sldId="266"/>
            <ac:inkMk id="8" creationId="{1EF23456-DACA-41CE-F43E-3A8E9BE981ED}"/>
          </ac:inkMkLst>
        </pc:inkChg>
        <pc:inkChg chg="add mod">
          <ac:chgData name="O'Connor, Jacqueline Antonia" userId="3b9bfa0c-75a1-427e-ae61-7069a76100c3" providerId="ADAL" clId="{8515B688-85A3-4F26-94E9-C96B7C17EB84}" dt="2022-06-22T22:16:49.321" v="1995"/>
          <ac:inkMkLst>
            <pc:docMk/>
            <pc:sldMk cId="1060935559" sldId="266"/>
            <ac:inkMk id="9" creationId="{826D4F61-7229-B922-8538-3A94BD3CAF9F}"/>
          </ac:inkMkLst>
        </pc:inkChg>
        <pc:inkChg chg="add mod">
          <ac:chgData name="O'Connor, Jacqueline Antonia" userId="3b9bfa0c-75a1-427e-ae61-7069a76100c3" providerId="ADAL" clId="{8515B688-85A3-4F26-94E9-C96B7C17EB84}" dt="2022-06-22T22:16:49.321" v="1995"/>
          <ac:inkMkLst>
            <pc:docMk/>
            <pc:sldMk cId="1060935559" sldId="266"/>
            <ac:inkMk id="10" creationId="{30B72B90-95F3-7B64-A6F4-9BBDDA52B70B}"/>
          </ac:inkMkLst>
        </pc:inkChg>
        <pc:inkChg chg="add mod">
          <ac:chgData name="O'Connor, Jacqueline Antonia" userId="3b9bfa0c-75a1-427e-ae61-7069a76100c3" providerId="ADAL" clId="{8515B688-85A3-4F26-94E9-C96B7C17EB84}" dt="2022-06-22T22:16:49.321" v="1995"/>
          <ac:inkMkLst>
            <pc:docMk/>
            <pc:sldMk cId="1060935559" sldId="266"/>
            <ac:inkMk id="11" creationId="{84ADA559-FC12-5FE1-7E8D-A6F06691C680}"/>
          </ac:inkMkLst>
        </pc:inkChg>
        <pc:inkChg chg="add mod">
          <ac:chgData name="O'Connor, Jacqueline Antonia" userId="3b9bfa0c-75a1-427e-ae61-7069a76100c3" providerId="ADAL" clId="{8515B688-85A3-4F26-94E9-C96B7C17EB84}" dt="2022-06-22T22:16:49.321" v="1995"/>
          <ac:inkMkLst>
            <pc:docMk/>
            <pc:sldMk cId="1060935559" sldId="266"/>
            <ac:inkMk id="12" creationId="{64606E7D-6955-50A8-41B4-B84C4391211B}"/>
          </ac:inkMkLst>
        </pc:inkChg>
        <pc:inkChg chg="add mod">
          <ac:chgData name="O'Connor, Jacqueline Antonia" userId="3b9bfa0c-75a1-427e-ae61-7069a76100c3" providerId="ADAL" clId="{8515B688-85A3-4F26-94E9-C96B7C17EB84}" dt="2022-06-22T22:16:49.321" v="1995"/>
          <ac:inkMkLst>
            <pc:docMk/>
            <pc:sldMk cId="1060935559" sldId="266"/>
            <ac:inkMk id="13" creationId="{9FCBDB79-7827-1D9E-DA49-79B8C8C3BDC3}"/>
          </ac:inkMkLst>
        </pc:inkChg>
        <pc:inkChg chg="add mod">
          <ac:chgData name="O'Connor, Jacqueline Antonia" userId="3b9bfa0c-75a1-427e-ae61-7069a76100c3" providerId="ADAL" clId="{8515B688-85A3-4F26-94E9-C96B7C17EB84}" dt="2022-06-22T22:16:49.321" v="1995"/>
          <ac:inkMkLst>
            <pc:docMk/>
            <pc:sldMk cId="1060935559" sldId="266"/>
            <ac:inkMk id="14" creationId="{9D1F2231-A2AA-6E95-A51C-02C28AA9C37C}"/>
          </ac:inkMkLst>
        </pc:inkChg>
        <pc:inkChg chg="add mod">
          <ac:chgData name="O'Connor, Jacqueline Antonia" userId="3b9bfa0c-75a1-427e-ae61-7069a76100c3" providerId="ADAL" clId="{8515B688-85A3-4F26-94E9-C96B7C17EB84}" dt="2022-06-22T22:16:49.321" v="1995"/>
          <ac:inkMkLst>
            <pc:docMk/>
            <pc:sldMk cId="1060935559" sldId="266"/>
            <ac:inkMk id="15" creationId="{DAACD02B-1319-78B9-A76A-C14DCBA1C9F7}"/>
          </ac:inkMkLst>
        </pc:inkChg>
        <pc:inkChg chg="add mod">
          <ac:chgData name="O'Connor, Jacqueline Antonia" userId="3b9bfa0c-75a1-427e-ae61-7069a76100c3" providerId="ADAL" clId="{8515B688-85A3-4F26-94E9-C96B7C17EB84}" dt="2022-06-22T22:17:12.404" v="2012"/>
          <ac:inkMkLst>
            <pc:docMk/>
            <pc:sldMk cId="1060935559" sldId="266"/>
            <ac:inkMk id="18" creationId="{3A280841-9BC0-80E9-1421-12FD08342650}"/>
          </ac:inkMkLst>
        </pc:inkChg>
        <pc:inkChg chg="add mod">
          <ac:chgData name="O'Connor, Jacqueline Antonia" userId="3b9bfa0c-75a1-427e-ae61-7069a76100c3" providerId="ADAL" clId="{8515B688-85A3-4F26-94E9-C96B7C17EB84}" dt="2022-06-22T22:17:12.404" v="2012"/>
          <ac:inkMkLst>
            <pc:docMk/>
            <pc:sldMk cId="1060935559" sldId="266"/>
            <ac:inkMk id="19" creationId="{59513190-7075-5566-A66C-9746763C126F}"/>
          </ac:inkMkLst>
        </pc:inkChg>
        <pc:inkChg chg="add mod">
          <ac:chgData name="O'Connor, Jacqueline Antonia" userId="3b9bfa0c-75a1-427e-ae61-7069a76100c3" providerId="ADAL" clId="{8515B688-85A3-4F26-94E9-C96B7C17EB84}" dt="2022-06-22T22:17:12.404" v="2012"/>
          <ac:inkMkLst>
            <pc:docMk/>
            <pc:sldMk cId="1060935559" sldId="266"/>
            <ac:inkMk id="20" creationId="{1200EFAA-657E-1D75-95CA-73674E8A13F4}"/>
          </ac:inkMkLst>
        </pc:inkChg>
        <pc:inkChg chg="add mod">
          <ac:chgData name="O'Connor, Jacqueline Antonia" userId="3b9bfa0c-75a1-427e-ae61-7069a76100c3" providerId="ADAL" clId="{8515B688-85A3-4F26-94E9-C96B7C17EB84}" dt="2022-06-22T22:17:12.404" v="2012"/>
          <ac:inkMkLst>
            <pc:docMk/>
            <pc:sldMk cId="1060935559" sldId="266"/>
            <ac:inkMk id="21" creationId="{6FDF2EB4-06F9-5910-4E40-6FB09B129C47}"/>
          </ac:inkMkLst>
        </pc:inkChg>
        <pc:inkChg chg="add mod">
          <ac:chgData name="O'Connor, Jacqueline Antonia" userId="3b9bfa0c-75a1-427e-ae61-7069a76100c3" providerId="ADAL" clId="{8515B688-85A3-4F26-94E9-C96B7C17EB84}" dt="2022-06-22T22:17:12.404" v="2012"/>
          <ac:inkMkLst>
            <pc:docMk/>
            <pc:sldMk cId="1060935559" sldId="266"/>
            <ac:inkMk id="22" creationId="{DECF5EA3-81AD-E4A8-ACC9-3EE711F63050}"/>
          </ac:inkMkLst>
        </pc:inkChg>
        <pc:inkChg chg="add mod">
          <ac:chgData name="O'Connor, Jacqueline Antonia" userId="3b9bfa0c-75a1-427e-ae61-7069a76100c3" providerId="ADAL" clId="{8515B688-85A3-4F26-94E9-C96B7C17EB84}" dt="2022-06-22T22:17:12.404" v="2012"/>
          <ac:inkMkLst>
            <pc:docMk/>
            <pc:sldMk cId="1060935559" sldId="266"/>
            <ac:inkMk id="23" creationId="{9334DF44-B505-4067-D905-99C5142337E2}"/>
          </ac:inkMkLst>
        </pc:inkChg>
        <pc:inkChg chg="add mod">
          <ac:chgData name="O'Connor, Jacqueline Antonia" userId="3b9bfa0c-75a1-427e-ae61-7069a76100c3" providerId="ADAL" clId="{8515B688-85A3-4F26-94E9-C96B7C17EB84}" dt="2022-06-22T22:17:12.404" v="2012"/>
          <ac:inkMkLst>
            <pc:docMk/>
            <pc:sldMk cId="1060935559" sldId="266"/>
            <ac:inkMk id="24" creationId="{B71C15C7-CA42-FE25-577D-BB04C913E65A}"/>
          </ac:inkMkLst>
        </pc:inkChg>
        <pc:inkChg chg="add mod">
          <ac:chgData name="O'Connor, Jacqueline Antonia" userId="3b9bfa0c-75a1-427e-ae61-7069a76100c3" providerId="ADAL" clId="{8515B688-85A3-4F26-94E9-C96B7C17EB84}" dt="2022-06-22T22:17:12.404" v="2012"/>
          <ac:inkMkLst>
            <pc:docMk/>
            <pc:sldMk cId="1060935559" sldId="266"/>
            <ac:inkMk id="25" creationId="{E40734AA-5610-990F-E276-B04D98C4A094}"/>
          </ac:inkMkLst>
        </pc:inkChg>
        <pc:inkChg chg="add mod">
          <ac:chgData name="O'Connor, Jacqueline Antonia" userId="3b9bfa0c-75a1-427e-ae61-7069a76100c3" providerId="ADAL" clId="{8515B688-85A3-4F26-94E9-C96B7C17EB84}" dt="2022-06-22T22:17:12.404" v="2012"/>
          <ac:inkMkLst>
            <pc:docMk/>
            <pc:sldMk cId="1060935559" sldId="266"/>
            <ac:inkMk id="26" creationId="{F7B19473-E255-3AEA-2836-7E2A456DE7E2}"/>
          </ac:inkMkLst>
        </pc:inkChg>
        <pc:inkChg chg="add mod">
          <ac:chgData name="O'Connor, Jacqueline Antonia" userId="3b9bfa0c-75a1-427e-ae61-7069a76100c3" providerId="ADAL" clId="{8515B688-85A3-4F26-94E9-C96B7C17EB84}" dt="2022-06-22T22:17:12.404" v="2012"/>
          <ac:inkMkLst>
            <pc:docMk/>
            <pc:sldMk cId="1060935559" sldId="266"/>
            <ac:inkMk id="27" creationId="{BB963C70-7422-4F8E-11DD-C9A2CCCF8C77}"/>
          </ac:inkMkLst>
        </pc:inkChg>
        <pc:inkChg chg="add mod">
          <ac:chgData name="O'Connor, Jacqueline Antonia" userId="3b9bfa0c-75a1-427e-ae61-7069a76100c3" providerId="ADAL" clId="{8515B688-85A3-4F26-94E9-C96B7C17EB84}" dt="2022-06-22T22:17:12.404" v="2012"/>
          <ac:inkMkLst>
            <pc:docMk/>
            <pc:sldMk cId="1060935559" sldId="266"/>
            <ac:inkMk id="28" creationId="{C4B9FAFD-3BC3-E40F-EC3C-7F3B192D7D80}"/>
          </ac:inkMkLst>
        </pc:inkChg>
        <pc:inkChg chg="add mod">
          <ac:chgData name="O'Connor, Jacqueline Antonia" userId="3b9bfa0c-75a1-427e-ae61-7069a76100c3" providerId="ADAL" clId="{8515B688-85A3-4F26-94E9-C96B7C17EB84}" dt="2022-06-22T22:17:12.404" v="2012"/>
          <ac:inkMkLst>
            <pc:docMk/>
            <pc:sldMk cId="1060935559" sldId="266"/>
            <ac:inkMk id="29" creationId="{67EF697F-1296-1C2E-0F88-B802000416F0}"/>
          </ac:inkMkLst>
        </pc:inkChg>
        <pc:inkChg chg="add mod">
          <ac:chgData name="O'Connor, Jacqueline Antonia" userId="3b9bfa0c-75a1-427e-ae61-7069a76100c3" providerId="ADAL" clId="{8515B688-85A3-4F26-94E9-C96B7C17EB84}" dt="2022-06-22T22:17:12.404" v="2012"/>
          <ac:inkMkLst>
            <pc:docMk/>
            <pc:sldMk cId="1060935559" sldId="266"/>
            <ac:inkMk id="30" creationId="{84808B42-D078-35B2-A23C-8BE267632C48}"/>
          </ac:inkMkLst>
        </pc:inkChg>
        <pc:inkChg chg="add mod">
          <ac:chgData name="O'Connor, Jacqueline Antonia" userId="3b9bfa0c-75a1-427e-ae61-7069a76100c3" providerId="ADAL" clId="{8515B688-85A3-4F26-94E9-C96B7C17EB84}" dt="2022-06-22T22:17:12.404" v="2012"/>
          <ac:inkMkLst>
            <pc:docMk/>
            <pc:sldMk cId="1060935559" sldId="266"/>
            <ac:inkMk id="31" creationId="{95FC04A3-27DD-0F9E-614A-D3EFCBDB03BB}"/>
          </ac:inkMkLst>
        </pc:inkChg>
        <pc:inkChg chg="add mod">
          <ac:chgData name="O'Connor, Jacqueline Antonia" userId="3b9bfa0c-75a1-427e-ae61-7069a76100c3" providerId="ADAL" clId="{8515B688-85A3-4F26-94E9-C96B7C17EB84}" dt="2022-06-22T22:17:12.404" v="2012"/>
          <ac:inkMkLst>
            <pc:docMk/>
            <pc:sldMk cId="1060935559" sldId="266"/>
            <ac:inkMk id="32" creationId="{3E63FBAA-5CE2-E604-CA4F-8727B19FA4C1}"/>
          </ac:inkMkLst>
        </pc:inkChg>
        <pc:inkChg chg="add mod">
          <ac:chgData name="O'Connor, Jacqueline Antonia" userId="3b9bfa0c-75a1-427e-ae61-7069a76100c3" providerId="ADAL" clId="{8515B688-85A3-4F26-94E9-C96B7C17EB84}" dt="2022-06-22T22:17:12.404" v="2012"/>
          <ac:inkMkLst>
            <pc:docMk/>
            <pc:sldMk cId="1060935559" sldId="266"/>
            <ac:inkMk id="33" creationId="{4DFA4813-97F4-5FEE-53CB-798A9C829175}"/>
          </ac:inkMkLst>
        </pc:inkChg>
        <pc:inkChg chg="add mod">
          <ac:chgData name="O'Connor, Jacqueline Antonia" userId="3b9bfa0c-75a1-427e-ae61-7069a76100c3" providerId="ADAL" clId="{8515B688-85A3-4F26-94E9-C96B7C17EB84}" dt="2022-06-22T22:17:19.145" v="2024"/>
          <ac:inkMkLst>
            <pc:docMk/>
            <pc:sldMk cId="1060935559" sldId="266"/>
            <ac:inkMk id="38" creationId="{9DB18B15-DB69-D3CE-27F9-216DB5EBE516}"/>
          </ac:inkMkLst>
        </pc:inkChg>
        <pc:inkChg chg="add mod">
          <ac:chgData name="O'Connor, Jacqueline Antonia" userId="3b9bfa0c-75a1-427e-ae61-7069a76100c3" providerId="ADAL" clId="{8515B688-85A3-4F26-94E9-C96B7C17EB84}" dt="2022-06-22T22:17:19.145" v="2024"/>
          <ac:inkMkLst>
            <pc:docMk/>
            <pc:sldMk cId="1060935559" sldId="266"/>
            <ac:inkMk id="39" creationId="{FF829235-A89E-06F7-D7DF-91597CBE8DEF}"/>
          </ac:inkMkLst>
        </pc:inkChg>
        <pc:inkChg chg="add mod">
          <ac:chgData name="O'Connor, Jacqueline Antonia" userId="3b9bfa0c-75a1-427e-ae61-7069a76100c3" providerId="ADAL" clId="{8515B688-85A3-4F26-94E9-C96B7C17EB84}" dt="2022-06-22T22:17:19.145" v="2024"/>
          <ac:inkMkLst>
            <pc:docMk/>
            <pc:sldMk cId="1060935559" sldId="266"/>
            <ac:inkMk id="40" creationId="{1E17E969-2E35-31D4-545A-E73B2BA1874F}"/>
          </ac:inkMkLst>
        </pc:inkChg>
        <pc:inkChg chg="add mod">
          <ac:chgData name="O'Connor, Jacqueline Antonia" userId="3b9bfa0c-75a1-427e-ae61-7069a76100c3" providerId="ADAL" clId="{8515B688-85A3-4F26-94E9-C96B7C17EB84}" dt="2022-06-22T22:17:19.145" v="2024"/>
          <ac:inkMkLst>
            <pc:docMk/>
            <pc:sldMk cId="1060935559" sldId="266"/>
            <ac:inkMk id="41" creationId="{09CD6922-C086-C587-EE3C-BE7136063E44}"/>
          </ac:inkMkLst>
        </pc:inkChg>
        <pc:inkChg chg="add mod">
          <ac:chgData name="O'Connor, Jacqueline Antonia" userId="3b9bfa0c-75a1-427e-ae61-7069a76100c3" providerId="ADAL" clId="{8515B688-85A3-4F26-94E9-C96B7C17EB84}" dt="2022-06-22T22:17:19.145" v="2024"/>
          <ac:inkMkLst>
            <pc:docMk/>
            <pc:sldMk cId="1060935559" sldId="266"/>
            <ac:inkMk id="42" creationId="{E1603E34-3708-A77F-3446-45AA62399FCC}"/>
          </ac:inkMkLst>
        </pc:inkChg>
        <pc:inkChg chg="add mod">
          <ac:chgData name="O'Connor, Jacqueline Antonia" userId="3b9bfa0c-75a1-427e-ae61-7069a76100c3" providerId="ADAL" clId="{8515B688-85A3-4F26-94E9-C96B7C17EB84}" dt="2022-06-22T22:17:19.145" v="2024"/>
          <ac:inkMkLst>
            <pc:docMk/>
            <pc:sldMk cId="1060935559" sldId="266"/>
            <ac:inkMk id="43" creationId="{C03BA65D-E43C-CF57-1328-ADEDFBEA4415}"/>
          </ac:inkMkLst>
        </pc:inkChg>
        <pc:inkChg chg="add mod">
          <ac:chgData name="O'Connor, Jacqueline Antonia" userId="3b9bfa0c-75a1-427e-ae61-7069a76100c3" providerId="ADAL" clId="{8515B688-85A3-4F26-94E9-C96B7C17EB84}" dt="2022-06-22T22:17:19.145" v="2024"/>
          <ac:inkMkLst>
            <pc:docMk/>
            <pc:sldMk cId="1060935559" sldId="266"/>
            <ac:inkMk id="44" creationId="{6B4188A8-BE23-163D-1B8A-1F38BE880132}"/>
          </ac:inkMkLst>
        </pc:inkChg>
        <pc:inkChg chg="add mod">
          <ac:chgData name="O'Connor, Jacqueline Antonia" userId="3b9bfa0c-75a1-427e-ae61-7069a76100c3" providerId="ADAL" clId="{8515B688-85A3-4F26-94E9-C96B7C17EB84}" dt="2022-06-22T22:17:19.145" v="2024"/>
          <ac:inkMkLst>
            <pc:docMk/>
            <pc:sldMk cId="1060935559" sldId="266"/>
            <ac:inkMk id="45" creationId="{049B5567-4B08-FA2C-B046-3E3F93A05BDB}"/>
          </ac:inkMkLst>
        </pc:inkChg>
        <pc:inkChg chg="add mod">
          <ac:chgData name="O'Connor, Jacqueline Antonia" userId="3b9bfa0c-75a1-427e-ae61-7069a76100c3" providerId="ADAL" clId="{8515B688-85A3-4F26-94E9-C96B7C17EB84}" dt="2022-06-22T22:17:19.145" v="2024"/>
          <ac:inkMkLst>
            <pc:docMk/>
            <pc:sldMk cId="1060935559" sldId="266"/>
            <ac:inkMk id="46" creationId="{4ECFA7EA-F2E7-81C5-45A5-4D04263FCDC8}"/>
          </ac:inkMkLst>
        </pc:inkChg>
        <pc:inkChg chg="add mod">
          <ac:chgData name="O'Connor, Jacqueline Antonia" userId="3b9bfa0c-75a1-427e-ae61-7069a76100c3" providerId="ADAL" clId="{8515B688-85A3-4F26-94E9-C96B7C17EB84}" dt="2022-06-22T22:17:19.145" v="2024"/>
          <ac:inkMkLst>
            <pc:docMk/>
            <pc:sldMk cId="1060935559" sldId="266"/>
            <ac:inkMk id="47" creationId="{FFC613C4-B3C2-A7BF-6BEC-67815A6EAE22}"/>
          </ac:inkMkLst>
        </pc:inkChg>
        <pc:inkChg chg="add mod">
          <ac:chgData name="O'Connor, Jacqueline Antonia" userId="3b9bfa0c-75a1-427e-ae61-7069a76100c3" providerId="ADAL" clId="{8515B688-85A3-4F26-94E9-C96B7C17EB84}" dt="2022-06-22T22:17:19.145" v="2024"/>
          <ac:inkMkLst>
            <pc:docMk/>
            <pc:sldMk cId="1060935559" sldId="266"/>
            <ac:inkMk id="48" creationId="{48D8BA17-29CC-5145-F8C8-058DF2461977}"/>
          </ac:inkMkLst>
        </pc:inkChg>
        <pc:inkChg chg="add mod">
          <ac:chgData name="O'Connor, Jacqueline Antonia" userId="3b9bfa0c-75a1-427e-ae61-7069a76100c3" providerId="ADAL" clId="{8515B688-85A3-4F26-94E9-C96B7C17EB84}" dt="2022-06-22T22:17:24.647" v="2035"/>
          <ac:inkMkLst>
            <pc:docMk/>
            <pc:sldMk cId="1060935559" sldId="266"/>
            <ac:inkMk id="51" creationId="{8D126DCB-C172-6C91-5F0B-3A79D6846115}"/>
          </ac:inkMkLst>
        </pc:inkChg>
        <pc:inkChg chg="add mod">
          <ac:chgData name="O'Connor, Jacqueline Antonia" userId="3b9bfa0c-75a1-427e-ae61-7069a76100c3" providerId="ADAL" clId="{8515B688-85A3-4F26-94E9-C96B7C17EB84}" dt="2022-06-22T22:17:24.647" v="2035"/>
          <ac:inkMkLst>
            <pc:docMk/>
            <pc:sldMk cId="1060935559" sldId="266"/>
            <ac:inkMk id="52" creationId="{5A943C27-2819-1C94-BBED-CD239AE665ED}"/>
          </ac:inkMkLst>
        </pc:inkChg>
        <pc:inkChg chg="add mod">
          <ac:chgData name="O'Connor, Jacqueline Antonia" userId="3b9bfa0c-75a1-427e-ae61-7069a76100c3" providerId="ADAL" clId="{8515B688-85A3-4F26-94E9-C96B7C17EB84}" dt="2022-06-22T22:17:24.647" v="2035"/>
          <ac:inkMkLst>
            <pc:docMk/>
            <pc:sldMk cId="1060935559" sldId="266"/>
            <ac:inkMk id="53" creationId="{24B5F546-A6D7-CEDB-BB02-28E6030881B4}"/>
          </ac:inkMkLst>
        </pc:inkChg>
        <pc:inkChg chg="add">
          <ac:chgData name="O'Connor, Jacqueline Antonia" userId="3b9bfa0c-75a1-427e-ae61-7069a76100c3" providerId="ADAL" clId="{8515B688-85A3-4F26-94E9-C96B7C17EB84}" dt="2022-06-22T22:17:21.477" v="2028" actId="9405"/>
          <ac:inkMkLst>
            <pc:docMk/>
            <pc:sldMk cId="1060935559" sldId="266"/>
            <ac:inkMk id="54" creationId="{FD9872CA-5693-4F64-A219-96B0DF58216A}"/>
          </ac:inkMkLst>
        </pc:inkChg>
        <pc:inkChg chg="add mod">
          <ac:chgData name="O'Connor, Jacqueline Antonia" userId="3b9bfa0c-75a1-427e-ae61-7069a76100c3" providerId="ADAL" clId="{8515B688-85A3-4F26-94E9-C96B7C17EB84}" dt="2022-06-22T22:17:24.647" v="2035"/>
          <ac:inkMkLst>
            <pc:docMk/>
            <pc:sldMk cId="1060935559" sldId="266"/>
            <ac:inkMk id="55" creationId="{CD7ABC22-9B68-26A0-4DA1-AB937270AC7B}"/>
          </ac:inkMkLst>
        </pc:inkChg>
        <pc:inkChg chg="add mod">
          <ac:chgData name="O'Connor, Jacqueline Antonia" userId="3b9bfa0c-75a1-427e-ae61-7069a76100c3" providerId="ADAL" clId="{8515B688-85A3-4F26-94E9-C96B7C17EB84}" dt="2022-06-22T22:17:24.647" v="2035"/>
          <ac:inkMkLst>
            <pc:docMk/>
            <pc:sldMk cId="1060935559" sldId="266"/>
            <ac:inkMk id="56" creationId="{EF155B3E-31DE-203E-46DF-856DA019DE28}"/>
          </ac:inkMkLst>
        </pc:inkChg>
        <pc:inkChg chg="add mod">
          <ac:chgData name="O'Connor, Jacqueline Antonia" userId="3b9bfa0c-75a1-427e-ae61-7069a76100c3" providerId="ADAL" clId="{8515B688-85A3-4F26-94E9-C96B7C17EB84}" dt="2022-06-22T22:17:24.647" v="2035"/>
          <ac:inkMkLst>
            <pc:docMk/>
            <pc:sldMk cId="1060935559" sldId="266"/>
            <ac:inkMk id="57" creationId="{2B86F79C-D599-82D1-68EC-C5D152072650}"/>
          </ac:inkMkLst>
        </pc:inkChg>
        <pc:inkChg chg="add mod">
          <ac:chgData name="O'Connor, Jacqueline Antonia" userId="3b9bfa0c-75a1-427e-ae61-7069a76100c3" providerId="ADAL" clId="{8515B688-85A3-4F26-94E9-C96B7C17EB84}" dt="2022-06-22T22:17:24.647" v="2035"/>
          <ac:inkMkLst>
            <pc:docMk/>
            <pc:sldMk cId="1060935559" sldId="266"/>
            <ac:inkMk id="58" creationId="{7578014B-10DE-243D-043C-0B63D2781E6B}"/>
          </ac:inkMkLst>
        </pc:inkChg>
        <pc:inkChg chg="add mod">
          <ac:chgData name="O'Connor, Jacqueline Antonia" userId="3b9bfa0c-75a1-427e-ae61-7069a76100c3" providerId="ADAL" clId="{8515B688-85A3-4F26-94E9-C96B7C17EB84}" dt="2022-06-22T22:17:24.647" v="2035"/>
          <ac:inkMkLst>
            <pc:docMk/>
            <pc:sldMk cId="1060935559" sldId="266"/>
            <ac:inkMk id="59" creationId="{71967526-6423-823D-6A74-23552F2CAC0C}"/>
          </ac:inkMkLst>
        </pc:inkChg>
        <pc:inkChg chg="add mod">
          <ac:chgData name="O'Connor, Jacqueline Antonia" userId="3b9bfa0c-75a1-427e-ae61-7069a76100c3" providerId="ADAL" clId="{8515B688-85A3-4F26-94E9-C96B7C17EB84}" dt="2022-06-22T22:17:24.647" v="2035"/>
          <ac:inkMkLst>
            <pc:docMk/>
            <pc:sldMk cId="1060935559" sldId="266"/>
            <ac:inkMk id="60" creationId="{058EDD0A-7ACE-E1FA-BF10-CEE3D9FE6D6D}"/>
          </ac:inkMkLst>
        </pc:inkChg>
        <pc:inkChg chg="add mod">
          <ac:chgData name="O'Connor, Jacqueline Antonia" userId="3b9bfa0c-75a1-427e-ae61-7069a76100c3" providerId="ADAL" clId="{8515B688-85A3-4F26-94E9-C96B7C17EB84}" dt="2022-06-22T22:17:26.439" v="2039"/>
          <ac:inkMkLst>
            <pc:docMk/>
            <pc:sldMk cId="1060935559" sldId="266"/>
            <ac:inkMk id="63" creationId="{5DBE2BF1-DFE9-AE07-F532-B77085DD3A1C}"/>
          </ac:inkMkLst>
        </pc:inkChg>
        <pc:inkChg chg="add mod">
          <ac:chgData name="O'Connor, Jacqueline Antonia" userId="3b9bfa0c-75a1-427e-ae61-7069a76100c3" providerId="ADAL" clId="{8515B688-85A3-4F26-94E9-C96B7C17EB84}" dt="2022-06-22T22:17:26.439" v="2039"/>
          <ac:inkMkLst>
            <pc:docMk/>
            <pc:sldMk cId="1060935559" sldId="266"/>
            <ac:inkMk id="64" creationId="{60E0A607-47A0-E9CE-34D7-31FCA90997B2}"/>
          </ac:inkMkLst>
        </pc:inkChg>
        <pc:inkChg chg="add mod">
          <ac:chgData name="O'Connor, Jacqueline Antonia" userId="3b9bfa0c-75a1-427e-ae61-7069a76100c3" providerId="ADAL" clId="{8515B688-85A3-4F26-94E9-C96B7C17EB84}" dt="2022-06-22T22:17:26.439" v="2039"/>
          <ac:inkMkLst>
            <pc:docMk/>
            <pc:sldMk cId="1060935559" sldId="266"/>
            <ac:inkMk id="65" creationId="{37F04558-F22C-DA15-8E34-492E62C45F10}"/>
          </ac:inkMkLst>
        </pc:inkChg>
        <pc:inkChg chg="add">
          <ac:chgData name="O'Connor, Jacqueline Antonia" userId="3b9bfa0c-75a1-427e-ae61-7069a76100c3" providerId="ADAL" clId="{8515B688-85A3-4F26-94E9-C96B7C17EB84}" dt="2022-06-22T22:17:27.090" v="2040" actId="9405"/>
          <ac:inkMkLst>
            <pc:docMk/>
            <pc:sldMk cId="1060935559" sldId="266"/>
            <ac:inkMk id="67" creationId="{6E350226-ADDF-4B8A-06BF-E3CCB99B702E}"/>
          </ac:inkMkLst>
        </pc:inkChg>
        <pc:inkChg chg="add">
          <ac:chgData name="O'Connor, Jacqueline Antonia" userId="3b9bfa0c-75a1-427e-ae61-7069a76100c3" providerId="ADAL" clId="{8515B688-85A3-4F26-94E9-C96B7C17EB84}" dt="2022-06-22T22:17:27.488" v="2041" actId="9405"/>
          <ac:inkMkLst>
            <pc:docMk/>
            <pc:sldMk cId="1060935559" sldId="266"/>
            <ac:inkMk id="68" creationId="{11C91A55-47A0-EECC-38A4-A756838037B7}"/>
          </ac:inkMkLst>
        </pc:inkChg>
        <pc:inkChg chg="add mod">
          <ac:chgData name="O'Connor, Jacqueline Antonia" userId="3b9bfa0c-75a1-427e-ae61-7069a76100c3" providerId="ADAL" clId="{8515B688-85A3-4F26-94E9-C96B7C17EB84}" dt="2022-06-22T22:17:31.063" v="2048"/>
          <ac:inkMkLst>
            <pc:docMk/>
            <pc:sldMk cId="1060935559" sldId="266"/>
            <ac:inkMk id="69" creationId="{97A88030-7F52-A43D-1BE8-87C0C106DCED}"/>
          </ac:inkMkLst>
        </pc:inkChg>
        <pc:inkChg chg="add mod">
          <ac:chgData name="O'Connor, Jacqueline Antonia" userId="3b9bfa0c-75a1-427e-ae61-7069a76100c3" providerId="ADAL" clId="{8515B688-85A3-4F26-94E9-C96B7C17EB84}" dt="2022-06-22T22:17:31.063" v="2048"/>
          <ac:inkMkLst>
            <pc:docMk/>
            <pc:sldMk cId="1060935559" sldId="266"/>
            <ac:inkMk id="70" creationId="{7B8174D5-CC58-EAB0-DE06-97C08FBE28B2}"/>
          </ac:inkMkLst>
        </pc:inkChg>
        <pc:inkChg chg="add mod">
          <ac:chgData name="O'Connor, Jacqueline Antonia" userId="3b9bfa0c-75a1-427e-ae61-7069a76100c3" providerId="ADAL" clId="{8515B688-85A3-4F26-94E9-C96B7C17EB84}" dt="2022-06-22T22:17:31.063" v="2048"/>
          <ac:inkMkLst>
            <pc:docMk/>
            <pc:sldMk cId="1060935559" sldId="266"/>
            <ac:inkMk id="71" creationId="{51043F4C-D888-685A-5E09-21618F57243B}"/>
          </ac:inkMkLst>
        </pc:inkChg>
        <pc:inkChg chg="add mod">
          <ac:chgData name="O'Connor, Jacqueline Antonia" userId="3b9bfa0c-75a1-427e-ae61-7069a76100c3" providerId="ADAL" clId="{8515B688-85A3-4F26-94E9-C96B7C17EB84}" dt="2022-06-22T22:17:31.063" v="2048"/>
          <ac:inkMkLst>
            <pc:docMk/>
            <pc:sldMk cId="1060935559" sldId="266"/>
            <ac:inkMk id="72" creationId="{987AE9E1-9D4B-8141-9287-E0F6BA4F0397}"/>
          </ac:inkMkLst>
        </pc:inkChg>
        <pc:inkChg chg="add mod">
          <ac:chgData name="O'Connor, Jacqueline Antonia" userId="3b9bfa0c-75a1-427e-ae61-7069a76100c3" providerId="ADAL" clId="{8515B688-85A3-4F26-94E9-C96B7C17EB84}" dt="2022-06-22T22:17:31.063" v="2048"/>
          <ac:inkMkLst>
            <pc:docMk/>
            <pc:sldMk cId="1060935559" sldId="266"/>
            <ac:inkMk id="73" creationId="{FB1C96A2-4A5D-275A-8B32-BF4790021DAE}"/>
          </ac:inkMkLst>
        </pc:inkChg>
        <pc:inkChg chg="add mod">
          <ac:chgData name="O'Connor, Jacqueline Antonia" userId="3b9bfa0c-75a1-427e-ae61-7069a76100c3" providerId="ADAL" clId="{8515B688-85A3-4F26-94E9-C96B7C17EB84}" dt="2022-06-22T22:17:31.063" v="2048"/>
          <ac:inkMkLst>
            <pc:docMk/>
            <pc:sldMk cId="1060935559" sldId="266"/>
            <ac:inkMk id="74" creationId="{758408C8-6144-CB37-181B-8D9A087B22D9}"/>
          </ac:inkMkLst>
        </pc:inkChg>
        <pc:inkChg chg="add mod">
          <ac:chgData name="O'Connor, Jacqueline Antonia" userId="3b9bfa0c-75a1-427e-ae61-7069a76100c3" providerId="ADAL" clId="{8515B688-85A3-4F26-94E9-C96B7C17EB84}" dt="2022-06-22T22:17:52.597" v="2075"/>
          <ac:inkMkLst>
            <pc:docMk/>
            <pc:sldMk cId="1060935559" sldId="266"/>
            <ac:inkMk id="76" creationId="{DBFE910A-F54D-6D67-7F6C-9C064E80C042}"/>
          </ac:inkMkLst>
        </pc:inkChg>
        <pc:inkChg chg="add mod">
          <ac:chgData name="O'Connor, Jacqueline Antonia" userId="3b9bfa0c-75a1-427e-ae61-7069a76100c3" providerId="ADAL" clId="{8515B688-85A3-4F26-94E9-C96B7C17EB84}" dt="2022-06-22T22:17:52.597" v="2075"/>
          <ac:inkMkLst>
            <pc:docMk/>
            <pc:sldMk cId="1060935559" sldId="266"/>
            <ac:inkMk id="77" creationId="{834AC78D-E85C-E111-788A-925A0E0183A4}"/>
          </ac:inkMkLst>
        </pc:inkChg>
        <pc:inkChg chg="add mod">
          <ac:chgData name="O'Connor, Jacqueline Antonia" userId="3b9bfa0c-75a1-427e-ae61-7069a76100c3" providerId="ADAL" clId="{8515B688-85A3-4F26-94E9-C96B7C17EB84}" dt="2022-06-22T22:17:52.597" v="2075"/>
          <ac:inkMkLst>
            <pc:docMk/>
            <pc:sldMk cId="1060935559" sldId="266"/>
            <ac:inkMk id="78" creationId="{65CC993D-82AD-F455-A90D-2E4ED8A1044F}"/>
          </ac:inkMkLst>
        </pc:inkChg>
        <pc:inkChg chg="add mod">
          <ac:chgData name="O'Connor, Jacqueline Antonia" userId="3b9bfa0c-75a1-427e-ae61-7069a76100c3" providerId="ADAL" clId="{8515B688-85A3-4F26-94E9-C96B7C17EB84}" dt="2022-06-22T22:17:52.597" v="2075"/>
          <ac:inkMkLst>
            <pc:docMk/>
            <pc:sldMk cId="1060935559" sldId="266"/>
            <ac:inkMk id="79" creationId="{9EF695A6-1106-F686-D4F3-A3721A474D37}"/>
          </ac:inkMkLst>
        </pc:inkChg>
        <pc:inkChg chg="add mod">
          <ac:chgData name="O'Connor, Jacqueline Antonia" userId="3b9bfa0c-75a1-427e-ae61-7069a76100c3" providerId="ADAL" clId="{8515B688-85A3-4F26-94E9-C96B7C17EB84}" dt="2022-06-22T22:17:52.597" v="2075"/>
          <ac:inkMkLst>
            <pc:docMk/>
            <pc:sldMk cId="1060935559" sldId="266"/>
            <ac:inkMk id="80" creationId="{832FAC6B-7AF6-2BA3-08FF-9F411628A92E}"/>
          </ac:inkMkLst>
        </pc:inkChg>
        <pc:inkChg chg="add mod">
          <ac:chgData name="O'Connor, Jacqueline Antonia" userId="3b9bfa0c-75a1-427e-ae61-7069a76100c3" providerId="ADAL" clId="{8515B688-85A3-4F26-94E9-C96B7C17EB84}" dt="2022-06-22T22:17:52.597" v="2075"/>
          <ac:inkMkLst>
            <pc:docMk/>
            <pc:sldMk cId="1060935559" sldId="266"/>
            <ac:inkMk id="81" creationId="{543E2CFA-C5D8-1615-94FF-44B155AC45AE}"/>
          </ac:inkMkLst>
        </pc:inkChg>
        <pc:inkChg chg="add mod">
          <ac:chgData name="O'Connor, Jacqueline Antonia" userId="3b9bfa0c-75a1-427e-ae61-7069a76100c3" providerId="ADAL" clId="{8515B688-85A3-4F26-94E9-C96B7C17EB84}" dt="2022-06-22T22:17:52.597" v="2075"/>
          <ac:inkMkLst>
            <pc:docMk/>
            <pc:sldMk cId="1060935559" sldId="266"/>
            <ac:inkMk id="82" creationId="{201DD32D-2FE5-455F-C932-91930C6FA351}"/>
          </ac:inkMkLst>
        </pc:inkChg>
        <pc:inkChg chg="add mod">
          <ac:chgData name="O'Connor, Jacqueline Antonia" userId="3b9bfa0c-75a1-427e-ae61-7069a76100c3" providerId="ADAL" clId="{8515B688-85A3-4F26-94E9-C96B7C17EB84}" dt="2022-06-22T22:17:52.597" v="2075"/>
          <ac:inkMkLst>
            <pc:docMk/>
            <pc:sldMk cId="1060935559" sldId="266"/>
            <ac:inkMk id="83" creationId="{79EC9DCF-6F8B-0DF7-9D64-49B2D2DD78CE}"/>
          </ac:inkMkLst>
        </pc:inkChg>
        <pc:inkChg chg="add mod">
          <ac:chgData name="O'Connor, Jacqueline Antonia" userId="3b9bfa0c-75a1-427e-ae61-7069a76100c3" providerId="ADAL" clId="{8515B688-85A3-4F26-94E9-C96B7C17EB84}" dt="2022-06-22T22:17:52.597" v="2075"/>
          <ac:inkMkLst>
            <pc:docMk/>
            <pc:sldMk cId="1060935559" sldId="266"/>
            <ac:inkMk id="84" creationId="{1F22B507-4BD5-10A2-EA19-9C89452E528D}"/>
          </ac:inkMkLst>
        </pc:inkChg>
        <pc:inkChg chg="add mod">
          <ac:chgData name="O'Connor, Jacqueline Antonia" userId="3b9bfa0c-75a1-427e-ae61-7069a76100c3" providerId="ADAL" clId="{8515B688-85A3-4F26-94E9-C96B7C17EB84}" dt="2022-06-22T22:17:52.597" v="2075"/>
          <ac:inkMkLst>
            <pc:docMk/>
            <pc:sldMk cId="1060935559" sldId="266"/>
            <ac:inkMk id="85" creationId="{C5BC8B2B-6AB7-E6DB-3692-8C0C5E2EEB85}"/>
          </ac:inkMkLst>
        </pc:inkChg>
        <pc:inkChg chg="add mod">
          <ac:chgData name="O'Connor, Jacqueline Antonia" userId="3b9bfa0c-75a1-427e-ae61-7069a76100c3" providerId="ADAL" clId="{8515B688-85A3-4F26-94E9-C96B7C17EB84}" dt="2022-06-22T22:17:52.597" v="2075"/>
          <ac:inkMkLst>
            <pc:docMk/>
            <pc:sldMk cId="1060935559" sldId="266"/>
            <ac:inkMk id="86" creationId="{9EC301E8-0C37-F1B9-36FD-8E0B4E0B3C04}"/>
          </ac:inkMkLst>
        </pc:inkChg>
        <pc:inkChg chg="add mod">
          <ac:chgData name="O'Connor, Jacqueline Antonia" userId="3b9bfa0c-75a1-427e-ae61-7069a76100c3" providerId="ADAL" clId="{8515B688-85A3-4F26-94E9-C96B7C17EB84}" dt="2022-06-22T22:17:57.579" v="2079"/>
          <ac:inkMkLst>
            <pc:docMk/>
            <pc:sldMk cId="1060935559" sldId="266"/>
            <ac:inkMk id="87" creationId="{2DED08EB-1C84-BDEB-D300-F3F19FBDC216}"/>
          </ac:inkMkLst>
        </pc:inkChg>
        <pc:inkChg chg="add mod">
          <ac:chgData name="O'Connor, Jacqueline Antonia" userId="3b9bfa0c-75a1-427e-ae61-7069a76100c3" providerId="ADAL" clId="{8515B688-85A3-4F26-94E9-C96B7C17EB84}" dt="2022-06-22T22:17:57.579" v="2079"/>
          <ac:inkMkLst>
            <pc:docMk/>
            <pc:sldMk cId="1060935559" sldId="266"/>
            <ac:inkMk id="88" creationId="{F3359CCC-CA3B-5DEA-80DB-455122F3C8D0}"/>
          </ac:inkMkLst>
        </pc:inkChg>
        <pc:inkChg chg="add mod">
          <ac:chgData name="O'Connor, Jacqueline Antonia" userId="3b9bfa0c-75a1-427e-ae61-7069a76100c3" providerId="ADAL" clId="{8515B688-85A3-4F26-94E9-C96B7C17EB84}" dt="2022-06-22T22:17:57.579" v="2079"/>
          <ac:inkMkLst>
            <pc:docMk/>
            <pc:sldMk cId="1060935559" sldId="266"/>
            <ac:inkMk id="89" creationId="{6EA03BD9-AB1E-3B0E-49A4-1BB11A0CD254}"/>
          </ac:inkMkLst>
        </pc:inkChg>
        <pc:inkChg chg="add mod">
          <ac:chgData name="O'Connor, Jacqueline Antonia" userId="3b9bfa0c-75a1-427e-ae61-7069a76100c3" providerId="ADAL" clId="{8515B688-85A3-4F26-94E9-C96B7C17EB84}" dt="2022-06-22T22:17:57.579" v="2079"/>
          <ac:inkMkLst>
            <pc:docMk/>
            <pc:sldMk cId="1060935559" sldId="266"/>
            <ac:inkMk id="90" creationId="{8CDEDEDB-638A-7CB0-97C3-6F3E1282D662}"/>
          </ac:inkMkLst>
        </pc:inkChg>
        <pc:inkChg chg="add mod">
          <ac:chgData name="O'Connor, Jacqueline Antonia" userId="3b9bfa0c-75a1-427e-ae61-7069a76100c3" providerId="ADAL" clId="{8515B688-85A3-4F26-94E9-C96B7C17EB84}" dt="2022-06-22T22:18:13.840" v="2084"/>
          <ac:inkMkLst>
            <pc:docMk/>
            <pc:sldMk cId="1060935559" sldId="266"/>
            <ac:inkMk id="91" creationId="{CA1F6DAF-2B10-9EF9-8BAD-67406A676BC1}"/>
          </ac:inkMkLst>
        </pc:inkChg>
        <pc:inkChg chg="add mod">
          <ac:chgData name="O'Connor, Jacqueline Antonia" userId="3b9bfa0c-75a1-427e-ae61-7069a76100c3" providerId="ADAL" clId="{8515B688-85A3-4F26-94E9-C96B7C17EB84}" dt="2022-06-22T22:18:13.840" v="2084"/>
          <ac:inkMkLst>
            <pc:docMk/>
            <pc:sldMk cId="1060935559" sldId="266"/>
            <ac:inkMk id="92" creationId="{8619DE1A-0CDB-04D9-5C54-00565D6D098B}"/>
          </ac:inkMkLst>
        </pc:inkChg>
        <pc:inkChg chg="add mod">
          <ac:chgData name="O'Connor, Jacqueline Antonia" userId="3b9bfa0c-75a1-427e-ae61-7069a76100c3" providerId="ADAL" clId="{8515B688-85A3-4F26-94E9-C96B7C17EB84}" dt="2022-06-22T22:18:13.840" v="2084"/>
          <ac:inkMkLst>
            <pc:docMk/>
            <pc:sldMk cId="1060935559" sldId="266"/>
            <ac:inkMk id="93" creationId="{BE4CA0CE-0065-7BEB-634C-E001CBD4C60E}"/>
          </ac:inkMkLst>
        </pc:inkChg>
        <pc:inkChg chg="add mod">
          <ac:chgData name="O'Connor, Jacqueline Antonia" userId="3b9bfa0c-75a1-427e-ae61-7069a76100c3" providerId="ADAL" clId="{8515B688-85A3-4F26-94E9-C96B7C17EB84}" dt="2022-06-22T22:18:13.840" v="2084"/>
          <ac:inkMkLst>
            <pc:docMk/>
            <pc:sldMk cId="1060935559" sldId="266"/>
            <ac:inkMk id="94" creationId="{647DB3B3-8D56-1711-EBBF-0C36F32EF5B6}"/>
          </ac:inkMkLst>
        </pc:inkChg>
        <pc:inkChg chg="add mod">
          <ac:chgData name="O'Connor, Jacqueline Antonia" userId="3b9bfa0c-75a1-427e-ae61-7069a76100c3" providerId="ADAL" clId="{8515B688-85A3-4F26-94E9-C96B7C17EB84}" dt="2022-06-22T22:18:13.840" v="2084"/>
          <ac:inkMkLst>
            <pc:docMk/>
            <pc:sldMk cId="1060935559" sldId="266"/>
            <ac:inkMk id="95" creationId="{B6AE3EEC-4131-5D1D-1A1B-2CA157FF9F8B}"/>
          </ac:inkMkLst>
        </pc:inkChg>
        <pc:inkChg chg="add mod">
          <ac:chgData name="O'Connor, Jacqueline Antonia" userId="3b9bfa0c-75a1-427e-ae61-7069a76100c3" providerId="ADAL" clId="{8515B688-85A3-4F26-94E9-C96B7C17EB84}" dt="2022-06-22T22:18:13.840" v="2084"/>
          <ac:inkMkLst>
            <pc:docMk/>
            <pc:sldMk cId="1060935559" sldId="266"/>
            <ac:inkMk id="96" creationId="{47370364-E7CD-2474-BFFE-DED6DBBD0F3F}"/>
          </ac:inkMkLst>
        </pc:inkChg>
        <pc:inkChg chg="add mod">
          <ac:chgData name="O'Connor, Jacqueline Antonia" userId="3b9bfa0c-75a1-427e-ae61-7069a76100c3" providerId="ADAL" clId="{8515B688-85A3-4F26-94E9-C96B7C17EB84}" dt="2022-06-22T22:18:13.840" v="2084"/>
          <ac:inkMkLst>
            <pc:docMk/>
            <pc:sldMk cId="1060935559" sldId="266"/>
            <ac:inkMk id="97" creationId="{5AA9C988-E74F-98FA-B5E6-111C2974E675}"/>
          </ac:inkMkLst>
        </pc:inkChg>
        <pc:inkChg chg="add mod">
          <ac:chgData name="O'Connor, Jacqueline Antonia" userId="3b9bfa0c-75a1-427e-ae61-7069a76100c3" providerId="ADAL" clId="{8515B688-85A3-4F26-94E9-C96B7C17EB84}" dt="2022-06-22T22:18:13.840" v="2084"/>
          <ac:inkMkLst>
            <pc:docMk/>
            <pc:sldMk cId="1060935559" sldId="266"/>
            <ac:inkMk id="98" creationId="{C9C14BA1-70FD-4503-A1F4-8766839BC65F}"/>
          </ac:inkMkLst>
        </pc:inkChg>
        <pc:inkChg chg="add mod">
          <ac:chgData name="O'Connor, Jacqueline Antonia" userId="3b9bfa0c-75a1-427e-ae61-7069a76100c3" providerId="ADAL" clId="{8515B688-85A3-4F26-94E9-C96B7C17EB84}" dt="2022-06-22T22:18:13.840" v="2084"/>
          <ac:inkMkLst>
            <pc:docMk/>
            <pc:sldMk cId="1060935559" sldId="266"/>
            <ac:inkMk id="99" creationId="{447B8060-3196-F3B1-CA7D-3CC69CBB679D}"/>
          </ac:inkMkLst>
        </pc:inkChg>
        <pc:inkChg chg="add mod">
          <ac:chgData name="O'Connor, Jacqueline Antonia" userId="3b9bfa0c-75a1-427e-ae61-7069a76100c3" providerId="ADAL" clId="{8515B688-85A3-4F26-94E9-C96B7C17EB84}" dt="2022-06-22T22:18:13.840" v="2084"/>
          <ac:inkMkLst>
            <pc:docMk/>
            <pc:sldMk cId="1060935559" sldId="266"/>
            <ac:inkMk id="100" creationId="{396C1015-43AF-C594-0B8B-ECF8AA6AEAD2}"/>
          </ac:inkMkLst>
        </pc:inkChg>
        <pc:inkChg chg="add mod">
          <ac:chgData name="O'Connor, Jacqueline Antonia" userId="3b9bfa0c-75a1-427e-ae61-7069a76100c3" providerId="ADAL" clId="{8515B688-85A3-4F26-94E9-C96B7C17EB84}" dt="2022-06-22T22:18:13.840" v="2084"/>
          <ac:inkMkLst>
            <pc:docMk/>
            <pc:sldMk cId="1060935559" sldId="266"/>
            <ac:inkMk id="101" creationId="{DA2C1BAD-1A12-6D0D-61B8-E2B1069D5AC8}"/>
          </ac:inkMkLst>
        </pc:inkChg>
        <pc:inkChg chg="add mod">
          <ac:chgData name="O'Connor, Jacqueline Antonia" userId="3b9bfa0c-75a1-427e-ae61-7069a76100c3" providerId="ADAL" clId="{8515B688-85A3-4F26-94E9-C96B7C17EB84}" dt="2022-06-22T22:17:57.579" v="2079"/>
          <ac:inkMkLst>
            <pc:docMk/>
            <pc:sldMk cId="1060935559" sldId="266"/>
            <ac:inkMk id="106" creationId="{3E02284E-29B5-52E7-3CBB-C0B1E9C3F8A8}"/>
          </ac:inkMkLst>
        </pc:inkChg>
        <pc:inkChg chg="add mod">
          <ac:chgData name="O'Connor, Jacqueline Antonia" userId="3b9bfa0c-75a1-427e-ae61-7069a76100c3" providerId="ADAL" clId="{8515B688-85A3-4F26-94E9-C96B7C17EB84}" dt="2022-06-22T22:17:57.579" v="2079"/>
          <ac:inkMkLst>
            <pc:docMk/>
            <pc:sldMk cId="1060935559" sldId="266"/>
            <ac:inkMk id="107" creationId="{AEFB7494-F21C-CCCE-D555-1328D74357F4}"/>
          </ac:inkMkLst>
        </pc:inkChg>
        <pc:inkChg chg="add mod">
          <ac:chgData name="O'Connor, Jacqueline Antonia" userId="3b9bfa0c-75a1-427e-ae61-7069a76100c3" providerId="ADAL" clId="{8515B688-85A3-4F26-94E9-C96B7C17EB84}" dt="2022-06-22T22:17:57.579" v="2079"/>
          <ac:inkMkLst>
            <pc:docMk/>
            <pc:sldMk cId="1060935559" sldId="266"/>
            <ac:inkMk id="108" creationId="{262F8E77-3162-E224-F745-49CA312968D6}"/>
          </ac:inkMkLst>
        </pc:inkChg>
        <pc:inkChg chg="add">
          <ac:chgData name="O'Connor, Jacqueline Antonia" userId="3b9bfa0c-75a1-427e-ae61-7069a76100c3" providerId="ADAL" clId="{8515B688-85A3-4F26-94E9-C96B7C17EB84}" dt="2022-06-22T22:17:58.283" v="2080" actId="9405"/>
          <ac:inkMkLst>
            <pc:docMk/>
            <pc:sldMk cId="1060935559" sldId="266"/>
            <ac:inkMk id="110" creationId="{3C74F88B-BB08-7D5A-ED71-59D56FB9B712}"/>
          </ac:inkMkLst>
        </pc:inkChg>
        <pc:inkChg chg="add mod">
          <ac:chgData name="O'Connor, Jacqueline Antonia" userId="3b9bfa0c-75a1-427e-ae61-7069a76100c3" providerId="ADAL" clId="{8515B688-85A3-4F26-94E9-C96B7C17EB84}" dt="2022-06-22T22:18:13.840" v="2084"/>
          <ac:inkMkLst>
            <pc:docMk/>
            <pc:sldMk cId="1060935559" sldId="266"/>
            <ac:inkMk id="111" creationId="{B7922732-03FD-5489-6191-8654DEA96A3A}"/>
          </ac:inkMkLst>
        </pc:inkChg>
        <pc:inkChg chg="add mod">
          <ac:chgData name="O'Connor, Jacqueline Antonia" userId="3b9bfa0c-75a1-427e-ae61-7069a76100c3" providerId="ADAL" clId="{8515B688-85A3-4F26-94E9-C96B7C17EB84}" dt="2022-06-22T22:18:13.840" v="2084"/>
          <ac:inkMkLst>
            <pc:docMk/>
            <pc:sldMk cId="1060935559" sldId="266"/>
            <ac:inkMk id="112" creationId="{E39E5153-AE23-A43A-B200-0312D216B2D9}"/>
          </ac:inkMkLst>
        </pc:inkChg>
        <pc:inkChg chg="add mod">
          <ac:chgData name="O'Connor, Jacqueline Antonia" userId="3b9bfa0c-75a1-427e-ae61-7069a76100c3" providerId="ADAL" clId="{8515B688-85A3-4F26-94E9-C96B7C17EB84}" dt="2022-06-22T22:18:13.840" v="2084"/>
          <ac:inkMkLst>
            <pc:docMk/>
            <pc:sldMk cId="1060935559" sldId="266"/>
            <ac:inkMk id="113" creationId="{51699B73-5D24-5A8A-B45F-AA73A7745D58}"/>
          </ac:inkMkLst>
        </pc:inkChg>
        <pc:inkChg chg="add mod">
          <ac:chgData name="O'Connor, Jacqueline Antonia" userId="3b9bfa0c-75a1-427e-ae61-7069a76100c3" providerId="ADAL" clId="{8515B688-85A3-4F26-94E9-C96B7C17EB84}" dt="2022-06-22T22:18:19.631" v="2089"/>
          <ac:inkMkLst>
            <pc:docMk/>
            <pc:sldMk cId="1060935559" sldId="266"/>
            <ac:inkMk id="115" creationId="{C5351575-3AC8-66E8-C6CC-AE487F8008D3}"/>
          </ac:inkMkLst>
        </pc:inkChg>
        <pc:inkChg chg="add mod">
          <ac:chgData name="O'Connor, Jacqueline Antonia" userId="3b9bfa0c-75a1-427e-ae61-7069a76100c3" providerId="ADAL" clId="{8515B688-85A3-4F26-94E9-C96B7C17EB84}" dt="2022-06-22T22:18:19.631" v="2089"/>
          <ac:inkMkLst>
            <pc:docMk/>
            <pc:sldMk cId="1060935559" sldId="266"/>
            <ac:inkMk id="116" creationId="{5AABF1DF-8CA3-C230-E9AD-5D48D6A88600}"/>
          </ac:inkMkLst>
        </pc:inkChg>
        <pc:inkChg chg="add mod">
          <ac:chgData name="O'Connor, Jacqueline Antonia" userId="3b9bfa0c-75a1-427e-ae61-7069a76100c3" providerId="ADAL" clId="{8515B688-85A3-4F26-94E9-C96B7C17EB84}" dt="2022-06-22T22:18:19.631" v="2089"/>
          <ac:inkMkLst>
            <pc:docMk/>
            <pc:sldMk cId="1060935559" sldId="266"/>
            <ac:inkMk id="117" creationId="{3704FCB3-8552-C467-83A4-B00D0E385DF5}"/>
          </ac:inkMkLst>
        </pc:inkChg>
        <pc:inkChg chg="add mod">
          <ac:chgData name="O'Connor, Jacqueline Antonia" userId="3b9bfa0c-75a1-427e-ae61-7069a76100c3" providerId="ADAL" clId="{8515B688-85A3-4F26-94E9-C96B7C17EB84}" dt="2022-06-22T22:18:19.631" v="2089"/>
          <ac:inkMkLst>
            <pc:docMk/>
            <pc:sldMk cId="1060935559" sldId="266"/>
            <ac:inkMk id="118" creationId="{03620BA0-4431-AFD9-FB3B-DD844C8573C2}"/>
          </ac:inkMkLst>
        </pc:inkChg>
      </pc:sldChg>
      <pc:sldChg chg="new">
        <pc:chgData name="O'Connor, Jacqueline Antonia" userId="3b9bfa0c-75a1-427e-ae61-7069a76100c3" providerId="ADAL" clId="{8515B688-85A3-4F26-94E9-C96B7C17EB84}" dt="2022-06-22T21:53:17.962" v="1021" actId="680"/>
        <pc:sldMkLst>
          <pc:docMk/>
          <pc:sldMk cId="343071453" sldId="267"/>
        </pc:sldMkLst>
      </pc:sldChg>
      <pc:sldChg chg="new">
        <pc:chgData name="O'Connor, Jacqueline Antonia" userId="3b9bfa0c-75a1-427e-ae61-7069a76100c3" providerId="ADAL" clId="{8515B688-85A3-4F26-94E9-C96B7C17EB84}" dt="2022-06-22T21:53:18.208" v="1022" actId="680"/>
        <pc:sldMkLst>
          <pc:docMk/>
          <pc:sldMk cId="1227222340" sldId="268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0:04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6 15631 0 0,'-3'-5'6945'0'0,"4"7"-5786"0"0,7 13-14 0 0,0 0-1 0 0,-1 1 1 0 0,9 30-1 0 0,10 55 213 0 0,-26-101-1347 0 0,15 87 649 0 0,5 106-1 0 0,-6-49-424 0 0,-1-23-136 0 0,19 139-276 0 0,-17-205-2942 0 0,-15-56 2483 0 0,0-1 0 0 0,0 0 0 0 0,0 1 0 0 0,1-1 1 0 0,-1 0-1 0 0,1 1 0 0 0,-1-1 0 0 0,2-2 0 0 0,1-5-3471 0 0,1-12-3756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0:04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20 190 11519 0 0,'-6'0'1040'0'0,"-2"-1"-853"0"0,4-4 165 0 0,3 4 10 0 0,1-1 0 0 0,0 0-1 0 0,0 1 1 0 0,0-1 0 0 0,0 0 0 0 0,0 1 0 0 0,0-1-1 0 0,0 0 1 0 0,1 1 0 0 0,-1-1 0 0 0,1 1 0 0 0,-1-1 0 0 0,1 1-1 0 0,0-1 1 0 0,-1 1 0 0 0,1-1 0 0 0,0 1 0 0 0,0-1-1 0 0,0 1 1 0 0,0 0 0 0 0,0-1 0 0 0,0 1 0 0 0,0 0 0 0 0,1 0-1 0 0,-1 0 1 0 0,2-1 0 0 0,6-5 702 0 0,0 1 1 0 0,16-9-1 0 0,-22 14-948 0 0,39-21 605 0 0,1 2-1 0 0,1 2 0 0 0,84-22 1 0 0,-109 36-689 0 0,0 0 1 0 0,1 1 0 0 0,-1 0 0 0 0,1 2 0 0 0,36 2-1 0 0,-49 0-29 0 0,-1-1 0 0 0,0 1 0 0 0,0 1 0 0 0,1-1-1 0 0,-1 1 1 0 0,0 0 0 0 0,-1 1 0 0 0,1-1 0 0 0,0 1-1 0 0,-1 0 1 0 0,1 1 0 0 0,-1-1 0 0 0,0 1 0 0 0,0 0 0 0 0,0 0-1 0 0,-1 1 1 0 0,0 0 0 0 0,0-1 0 0 0,0 1 0 0 0,0 1-1 0 0,-1-1 1 0 0,4 6 0 0 0,-3 0 7 0 0,0-1 0 0 0,0 1 1 0 0,-1-1-1 0 0,-1 1 0 0 0,0 0 0 0 0,0 0 0 0 0,-1 0 0 0 0,0 0 0 0 0,-1 0 1 0 0,-1 1-1 0 0,0-1 0 0 0,0 0 0 0 0,-1 0 0 0 0,0 0 0 0 0,-6 17 1 0 0,-2-1 29 0 0,-1-1 0 0 0,-2 0 0 0 0,0-1 0 0 0,-32 45 0 0 0,33-55-12 0 0,0 0 1 0 0,-2 0 0 0 0,1-1-1 0 0,-2-1 1 0 0,0-1 0 0 0,0 0-1 0 0,-19 11 1 0 0,5-7-1381 0 0,0 0 1 0 0,-1-2-1 0 0,-43 14 0 0 0,57-24-2594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0:05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59 20095 0 0,'-1'19'508'0'0,"0"-1"0"0"0,2 1 1 0 0,0-1-1 0 0,1 0 0 0 0,7 27 0 0 0,2 21 2484 0 0,4 30 251 0 0,-7-54-2563 0 0,-8-41 460 0 0,0-2-972 0 0,-5-16-52 0 0,1 0 0 0 0,1 0 0 0 0,0 0 0 0 0,1-1 0 0 0,1-19 0 0 0,8-88-28 0 0,-7 122-85 0 0,2-15-136 0 0,0 1-1 0 0,6-24 1 0 0,-7 36-12 0 0,1 0 1 0 0,-1 1-1 0 0,1-1 0 0 0,0 1 0 0 0,0 0 0 0 0,0 0 0 0 0,1-1 0 0 0,-1 1 0 0 0,1 1 0 0 0,0-1 0 0 0,0 0 1 0 0,1 1-1 0 0,6-6 0 0 0,-8 7-104 0 0,0 1 0 0 0,1 0 0 0 0,-1 0 1 0 0,1 0-1 0 0,-1 0 0 0 0,1 1 0 0 0,-1-1 0 0 0,1 0 1 0 0,0 1-1 0 0,-1 0 0 0 0,1 0 0 0 0,2 0 0 0 0,20 4-7367 0 0,-6 3-532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0:05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0 21135 0 0,'-4'0'154'0'0,"-1"0"-1"0"0,1 1 0 0 0,-1-1 1 0 0,1 1-1 0 0,-1 0 1 0 0,1 0-1 0 0,0 0 0 0 0,0 1 1 0 0,-1-1-1 0 0,1 1 1 0 0,0 0-1 0 0,0 0 0 0 0,1 0 1 0 0,-1 1-1 0 0,0-1 1 0 0,1 1-1 0 0,-4 4 0 0 0,-7 6 557 0 0,2 1-1 0 0,-20 27 0 0 0,19-24 451 0 0,-9 12-79 0 0,-55 80 1259 0 0,70-98-2236 0 0,1 1 0 0 0,0-1 0 0 0,1 1 1 0 0,0 1-1 0 0,1-1 0 0 0,0 0 1 0 0,1 1-1 0 0,-1 14 0 0 0,3-24-108 0 0,1 1 1 0 0,0-1-1 0 0,0 1 0 0 0,0 0 0 0 0,1-1 1 0 0,-1 1-1 0 0,1-1 0 0 0,0 1 0 0 0,2 5 1 0 0,-2-7-16 0 0,-1-1 0 0 0,1 0 0 0 0,0 1 0 0 0,0-1 0 0 0,0 0 0 0 0,0 1 0 0 0,0-1 0 0 0,0 0 0 0 0,1 0 0 0 0,-1 0 0 0 0,0 0 0 0 0,0 0 0 0 0,1 0 0 0 0,-1-1 0 0 0,1 1 0 0 0,-1 0 0 0 0,0-1 0 0 0,1 1 0 0 0,0-1 0 0 0,-1 1 0 0 0,1-1 0 0 0,-1 0 0 0 0,1 0 0 0 0,1 1 0 0 0,4-1-113 0 0,-1-1 0 0 0,1 1 0 0 0,-1-1-1 0 0,1 0 1 0 0,-1-1 0 0 0,0 1 0 0 0,1-1 0 0 0,-1 0 0 0 0,0-1-1 0 0,0 0 1 0 0,-1 0 0 0 0,1 0 0 0 0,-1 0 0 0 0,1-1 0 0 0,-1 0-1 0 0,0 0 1 0 0,0-1 0 0 0,-1 1 0 0 0,1-1 0 0 0,-1 0 0 0 0,4-6-1 0 0,-1 1 79 0 0,0 0 0 0 0,-1-1 0 0 0,0 0 0 0 0,-1 0-1 0 0,-1 0 1 0 0,1-1 0 0 0,-2 1 0 0 0,1-1-1 0 0,-2 0 1 0 0,3-18 0 0 0,1-31 734 0 0,-6 59-139 0 0,0 2-500 0 0,0 0-1 0 0,0 0 0 0 0,-1 0 0 0 0,1-1 1 0 0,0 1-1 0 0,0 0 0 0 0,0 0 0 0 0,-1 0 1 0 0,1 0-1 0 0,0 0 0 0 0,0 0 0 0 0,-1 0 1 0 0,1 0-1 0 0,0 0 0 0 0,0 0 0 0 0,-1 0 0 0 0,1 0 1 0 0,0 0-1 0 0,0 0 0 0 0,0 0 0 0 0,-1 0 1 0 0,1 0-1 0 0,0 0 0 0 0,0 0 0 0 0,-1 0 1 0 0,1 0-1 0 0,0 0 0 0 0,0 1 0 0 0,0-1 1 0 0,-1 0-1 0 0,1 0 0 0 0,0 0 0 0 0,-4 11 44 0 0,1 0 0 0 0,0 0 0 0 0,1 0 0 0 0,0 0 0 0 0,0 0 0 0 0,1 0 0 0 0,1 0 0 0 0,0 1 0 0 0,1-1 1 0 0,0 0-1 0 0,0 0 0 0 0,1 0 0 0 0,5 15 0 0 0,-4-17-244 0 0,0 0 1 0 0,1 0-1 0 0,0 0 1 0 0,0 0-1 0 0,1-1 1 0 0,0 0-1 0 0,7 8 0 0 0,-8-11-274 0 0,1 0-1 0 0,0 0 0 0 0,0 0 0 0 0,0-1 1 0 0,1 0-1 0 0,-1 0 0 0 0,1 0 0 0 0,0-1 0 0 0,0 1 1 0 0,10 2-1 0 0,1-1-5918 0 0,-1-3-1785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0:06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130 259 5527 0 0,'0'0'423'0'0,"-8"2"-262"0"0,5-1 713 0 0,0 0 0 0 0,0 0 1 0 0,1 0-1 0 0,-1 0 0 0 0,0 0 0 0 0,0 1 0 0 0,1-1 0 0 0,-1 1 0 0 0,1 0 0 0 0,0 0 0 0 0,-1 0 0 0 0,1 0 0 0 0,0 0 0 0 0,0 1 0 0 0,0-1 0 0 0,-2 4 0 0 0,-2 5 1256 0 0,0-1-1 0 0,-7 23 1 0 0,6-17-1925 0 0,3-6 203 0 0,-7 16 712 0 0,-12 42-1 0 0,21-59-1053 0 0,0-1 0 0 0,1 1 1 0 0,0 0-1 0 0,0-1 0 0 0,1 1 0 0 0,0 0 0 0 0,0 0 0 0 0,1-1 0 0 0,3 14 0 0 0,-3-18-141 0 0,0 0-1 0 0,1 1 1 0 0,-1-1-1 0 0,1 0 1 0 0,0 0-1 0 0,0-1 0 0 0,0 1 1 0 0,1 0-1 0 0,-1-1 1 0 0,1 1-1 0 0,0-1 1 0 0,0 0-1 0 0,0 0 1 0 0,0 0-1 0 0,1 0 0 0 0,-1-1 1 0 0,1 1-1 0 0,0-1 1 0 0,0 0-1 0 0,0 0 1 0 0,0 0-1 0 0,0-1 1 0 0,0 1-1 0 0,0-1 0 0 0,0 0 1 0 0,1 0-1 0 0,-1 0 1 0 0,6-1-1 0 0,-1 1-312 0 0,1-1-1 0 0,-1-1 1 0 0,0 0-1 0 0,1 0 1 0 0,-1-1-1 0 0,0 0 1 0 0,0-1-1 0 0,0 0 1 0 0,-1 0 0 0 0,1-1-1 0 0,-1 0 1 0 0,12-7-1 0 0,-6 1-28 0 0,-1 0 1 0 0,0 0-1 0 0,-1-1 0 0 0,0-1 1 0 0,-1 0-1 0 0,0-1 0 0 0,-1 0 1 0 0,14-23-1 0 0,-11 12 177 0 0,-1 0-1 0 0,-1-1 1 0 0,-1 0 0 0 0,9-40-1 0 0,-4 10 221 0 0,13-56 65 0 0,-24 93 294 0 0,-2 0 0 0 0,0 0 0 0 0,-1-1 0 0 0,-1-20 0 0 0,-1 34 95 0 0,1-1-1 0 0,-1 0 1 0 0,0 1-1 0 0,0 0 1 0 0,-3-7-1 0 0,4 11 631 0 0,-3 0 462 0 0,2 1-1479 0 0,1 0 1 0 0,0 0-1 0 0,0-1 0 0 0,0 1 1 0 0,0 0-1 0 0,-1 0 1 0 0,1 0-1 0 0,0 0 1 0 0,0 0-1 0 0,0 0 1 0 0,-1 0-1 0 0,1-1 1 0 0,0 1-1 0 0,0 0 1 0 0,0 0-1 0 0,-1 0 1 0 0,1 0-1 0 0,0 0 1 0 0,0 0-1 0 0,-1 0 0 0 0,1 0 1 0 0,0 0-1 0 0,0 0 1 0 0,0 0-1 0 0,-1 0 1 0 0,1 0-1 0 0,0 0 1 0 0,0 0-1 0 0,-1 1 1 0 0,-1 1 120 0 0,0-1 1 0 0,0 1 0 0 0,0 1-1 0 0,0-1 1 0 0,1 0-1 0 0,-1 0 1 0 0,1 1-1 0 0,-1-1 1 0 0,1 1 0 0 0,0-1-1 0 0,0 1 1 0 0,0 0-1 0 0,0-1 1 0 0,-1 6 0 0 0,-5 44 255 0 0,6-49-345 0 0,-1 34 28 0 0,2 0 1 0 0,1 0-1 0 0,8 52 1 0 0,29 108-968 0 0,-29-154 307 0 0,3 3-971 0 0,-6-20-1212 0 0,5 32-1 0 0,-9-38 598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0:06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1 209 18943 0 0,'0'0'1720'0'0,"8"2"-1384"0"0,6-4 362 0 0,0 0 0 0 0,0 0 0 0 0,-1-2 1 0 0,1 1-1 0 0,-1-2 0 0 0,0 0 0 0 0,20-10 0 0 0,-15 6-106 0 0,1 2-1 0 0,33-10 1 0 0,-46 15-478 0 0,1 1 0 0 0,-1 0 0 0 0,0 1 1 0 0,1-1-1 0 0,0 1 0 0 0,-1 0 0 0 0,1 1 0 0 0,-1-1 0 0 0,12 4 0 0 0,-13-3-70 0 0,-1 1-1 0 0,0 0 0 0 0,0 0 0 0 0,0 0 0 0 0,-1 1 0 0 0,1-1 1 0 0,0 1-1 0 0,-1 0 0 0 0,0 0 0 0 0,1 0 0 0 0,-1 0 0 0 0,-1 1 1 0 0,1-1-1 0 0,0 1 0 0 0,2 5 0 0 0,4 8-14 0 0,-1 1 0 0 0,-1 1 1 0 0,-1-1-1 0 0,0 1 0 0 0,-2 0 0 0 0,0 0 0 0 0,-1 1 1 0 0,1 33-1 0 0,-4-43-388 0 0,0 1 0 0 0,0 0 0 0 0,-1-1 0 0 0,0 1 0 0 0,-1-1 1 0 0,-3 13-1 0 0,4-21-545 0 0</inkml:trace>
  <inkml:trace contextRef="#ctx0" brushRef="#br0" timeOffset="1">416 98 8751 0 0,'3'-70'1399'0'0,"-3"56"4248"0"0,0 0 5639 0 0,0 31-10483 0 0,0 3-1222 0 0,2 26 0 0 0,2-22-406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0:06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1 21023 0 0,'0'0'1899'0'0,"-2"1"-1563"0"0,-10 12 739 0 0,0 1 0 0 0,1 1 0 0 0,-15 25 0 0 0,-22 52 2045 0 0,42-78-3015 0 0,0 0 1 0 0,1 0 0 0 0,0 1-1 0 0,1-1 1 0 0,-2 19-1 0 0,5-27-81 0 0,1 0-1 0 0,-1 0 1 0 0,1 0-1 0 0,0 0 1 0 0,1 0-1 0 0,0 0 1 0 0,0-1-1 0 0,0 1 1 0 0,0 0-1 0 0,1 0 1 0 0,0-1-1 0 0,0 1 1 0 0,0-1-1 0 0,1 1 1 0 0,0-1 0 0 0,4 6-1 0 0,-2-6-64 0 0,-1 0-1 0 0,1 0 1 0 0,0-1 0 0 0,0 0-1 0 0,0 0 1 0 0,0 0-1 0 0,1 0 1 0 0,0-1 0 0 0,0 0-1 0 0,0 0 1 0 0,0-1 0 0 0,0 0-1 0 0,0 0 1 0 0,1 0 0 0 0,-1 0-1 0 0,1-1 1 0 0,-1 0-1 0 0,1-1 1 0 0,-1 0 0 0 0,1 0-1 0 0,12-1 1 0 0,-11 0-15 0 0,1-1 1 0 0,0 0-1 0 0,-1 0 0 0 0,1-1 1 0 0,-1 0-1 0 0,0-1 1 0 0,0 1-1 0 0,0-2 0 0 0,-1 1 1 0 0,1-1-1 0 0,-1 0 0 0 0,0 0 1 0 0,-1-1-1 0 0,1 0 0 0 0,-1 0 1 0 0,6-8-1 0 0,4-10-34 0 0,0-1 0 0 0,-2-1 0 0 0,-1 0 0 0 0,16-46-1 0 0,-22 51-75 0 0,0-1 0 0 0,-2 1-1 0 0,0-1 1 0 0,-2 0-1 0 0,2-42 1 0 0,-8 53 146 0 0,-2 9 14 0 0,-4 7 44 0 0,9-4-30 0 0,-5 3 118 0 0,-1 1 0 0 0,1 0 0 0 0,0 0 0 0 0,0 0 0 0 0,1 1 0 0 0,-1 0 0 0 0,1 0 0 0 0,1 0 0 0 0,-7 12 0 0 0,0 7 402 0 0,-10 33 0 0 0,17-46-374 0 0,0-4-62 0 0,1 1-1 0 0,0 0 0 0 0,1 0 0 0 0,0 0 0 0 0,0 0 0 0 0,1 0 0 0 0,0 0 0 0 0,0 0 1 0 0,4 16-1 0 0,-3-21-220 0 0,0-1 0 0 0,0 1 0 0 0,0-1 0 0 0,0 0 0 0 0,1 1 0 0 0,-1-1 0 0 0,1 0 0 0 0,0 0 0 0 0,0 0 0 0 0,0 0 0 0 0,0 0 0 0 0,1 0 0 0 0,-1-1 0 0 0,1 1 0 0 0,-1-1 0 0 0,1 0 0 0 0,0 1 0 0 0,0-1-1 0 0,0-1 1 0 0,1 1 0 0 0,-1 0 0 0 0,0-1 0 0 0,0 1 0 0 0,1-1 0 0 0,-1 0 0 0 0,8 1 0 0 0,11 0-10084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0:07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17 505 11975 0 0,'-3'5'213'0'0,"2"-4"-146"0"0,1-1 0 0 0,-1 1 0 0 0,1 0 0 0 0,-11 7 9216 0 0,20-12-5046 0 0,5-9-3493 0 0,-9 9-149 0 0,6-6-484 0 0,-1-1 1 0 0,-1 1-1 0 0,0-1 0 0 0,0-1 1 0 0,-1 0-1 0 0,-1 0 0 0 0,0-1 0 0 0,0 1 1 0 0,4-15-1 0 0,0-2 86 0 0,-2-1 0 0 0,-1 1-1 0 0,4-37 1 0 0,-8 44-197 0 0,-1 0 0 0 0,-2 0 0 0 0,-1-37 0 0 0,0 57 5 0 0,0 1 0 0 0,0 0 0 0 0,0-1 0 0 0,0 1 0 0 0,-1 0 0 0 0,1 0 0 0 0,0-1 0 0 0,-1 1 0 0 0,1 0 0 0 0,-1 0 0 0 0,0 0 0 0 0,1 0 0 0 0,-1 0 0 0 0,0 0 0 0 0,0 0 0 0 0,1 0 0 0 0,-3-2 0 0 0,2 3-1 0 0,0 0-1 0 0,1-1 1 0 0,-1 1-1 0 0,0 0 1 0 0,1 0 0 0 0,-1 0-1 0 0,0 0 1 0 0,1 0-1 0 0,-1 0 1 0 0,0 0 0 0 0,1 0-1 0 0,-1 1 1 0 0,0-1-1 0 0,1 0 1 0 0,-1 0 0 0 0,0 0-1 0 0,1 1 1 0 0,-1-1-1 0 0,1 0 1 0 0,-1 1 0 0 0,0-1-1 0 0,1 0 1 0 0,-1 1-1 0 0,1-1 1 0 0,-1 1 0 0 0,1-1-1 0 0,0 1 1 0 0,-1-1-1 0 0,1 1 1 0 0,-1 0 0 0 0,1-1-1 0 0,0 1 1 0 0,-1-1-1 0 0,1 2 1 0 0,-10 14 31 0 0,2 1 0 0 0,0 1 0 0 0,0-1 0 0 0,2 1-1 0 0,-5 20 1 0 0,2-8-7 0 0,1-3 2 0 0,1 0 0 0 0,1 1 0 0 0,-3 39-1 0 0,8-56-28 0 0,0 0-1 0 0,1 0 1 0 0,1 0-1 0 0,0-1 0 0 0,0 1 1 0 0,1 0-1 0 0,1 0 1 0 0,0-1-1 0 0,0 0 1 0 0,1 1-1 0 0,9 17 0 0 0,-10-24-44 0 0,0 1-1 0 0,0-1 0 0 0,1 0 0 0 0,0 0 0 0 0,0 0 0 0 0,0 0 0 0 0,0-1 1 0 0,1 1-1 0 0,-1-1 0 0 0,1 0 0 0 0,0-1 0 0 0,0 1 0 0 0,0-1 0 0 0,9 3 1 0 0,-9-3-89 0 0,0-1 0 0 0,0 0 0 0 0,0 0 0 0 0,-1-1 0 0 0,1 1 0 0 0,0-1 0 0 0,0 0 0 0 0,0-1 0 0 0,0 1 0 0 0,0-1 0 0 0,0 0 0 0 0,-1 0 0 0 0,1 0 0 0 0,0-1 0 0 0,-1 1 0 0 0,9-5 0 0 0,-6 1-68 0 0,1-1 0 0 0,-1 0 0 0 0,0 0 0 0 0,-1 0 0 0 0,1-1-1 0 0,-1 1 1 0 0,-1-2 0 0 0,1 1 0 0 0,-1 0 0 0 0,0-1 0 0 0,-1 0 0 0 0,0 0 0 0 0,0-1 0 0 0,-1 1 0 0 0,0-1-1 0 0,3-16 1 0 0,1-9 325 0 0,-3-1-1 0 0,-1 1 0 0 0,-1-38 1 0 0,-1 55-2 0 0,-1-223 3293 0 0,0 239-2423 0 0,0 2-862 0 0,0 1 1 0 0,0 0-1 0 0,1 0 0 0 0,-1 0 1 0 0,1 0-1 0 0,-1 0 0 0 0,1 0 1 0 0,0 0-1 0 0,1 2 0 0 0,-1-2 12 0 0,25 67 558 0 0,30 72-223 0 0,-42-111-452 0 0,1 0 0 0 0,31 43 0 0 0,-43-68-238 0 0,61 78-61 0 0,-28-47-3136 0 0,-27-28-77 0 0,1 0 0 0 0,12 7 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0:07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0 12895 0 0,'-1'1'998'0'0,"-23"22"-59"0"0,-2 1 3555 0 0,6 0-1672 0 0,1 2 0 0 0,-17 28-1 0 0,-28 59-1731 0 0,21-35-259 0 0,0 5-515 0 0,38-73-508 0 0,1 0 1 0 0,1 1-1 0 0,-1 0 1 0 0,2 0-1 0 0,0 0 1 0 0,-1 13-1 0 0,2-22-105 0 0,1 1 1 0 0,0-1-1 0 0,0 1 0 0 0,1 0 0 0 0,-1-1 1 0 0,0 1-1 0 0,1-1 0 0 0,1 5 0 0 0,4 2-2088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0:08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0 24215 0 0,'-43'64'2715'0'0,"-18"29"-2086"0"0,45-66-28 0 0,-14 23 878 0 0,-41 94 0 0 0,65-129-1345 0 0,1 1 0 0 0,0 0-1 0 0,-3 18 1 0 0,8-30-140 0 0,-1 0 0 0 0,1 0 0 0 0,-1 0 0 0 0,1 0 0 0 0,0 1 0 0 0,1-1 1 0 0,-1 0-1 0 0,1 0 0 0 0,0 0 0 0 0,0 0 0 0 0,0 0 0 0 0,0 0 0 0 0,1 0 0 0 0,-1 0 0 0 0,1 0 0 0 0,0 0 0 0 0,4 4 0 0 0,-4-6-62 0 0,0 0 0 0 0,0 0 0 0 0,0-1 0 0 0,0 1 0 0 0,0-1 0 0 0,0 0 0 0 0,1 1 0 0 0,-1-1 0 0 0,0 0 0 0 0,1 0 0 0 0,-1-1 0 0 0,1 1 0 0 0,0 0 0 0 0,-1-1 0 0 0,1 0 0 0 0,-1 1 0 0 0,1-1 0 0 0,0 0 0 0 0,-1-1 0 0 0,1 1 0 0 0,3-1 0 0 0,0 0-166 0 0,0 0-1 0 0,0-1 0 0 0,0 1 0 0 0,0-2 1 0 0,0 1-1 0 0,-1 0 0 0 0,11-7 0 0 0,-8 3 44 0 0,0-1 0 0 0,-1 1 0 0 0,0-1 0 0 0,0 0 0 0 0,-1-1 0 0 0,0 0 0 0 0,0 0 0 0 0,-1 0-1 0 0,9-18 1 0 0,-2-2-200 0 0,17-55 0 0 0,-19 50 556 0 0,-1 0 0 0 0,-2-1 0 0 0,4-46 0 0 0,-12 46 3127 0 0,-9 55-2381 0 0,6-3-831 0 0,1 1 0 0 0,0 0 0 0 0,1 0 1 0 0,1-1-1 0 0,3 32 0 0 0,-2-49-80 0 0,1 25-390 0 0,1-1 0 0 0,1 1-1 0 0,2-1 1 0 0,0 0 0 0 0,13 35 0 0 0,-17-56-133 0 0,1 0 0 0 0,0-1 1 0 0,-1 1-1 0 0,1-1 0 0 0,1 0 1 0 0,-1 0-1 0 0,3 4 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0:08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12439 0 0,'0'2'4016'0'0,"9"92"7918"0"0,-6 50-8304 0 0,1 16-3037 0 0,7-38-462 0 0,-10-120-120 0 0,7-13-206 0 0,0-3 146 0 0,-1 0 0 0 0,0 0 0 0 0,-1-1 0 0 0,-1 0-1 0 0,5-20 1 0 0,-3 11-5 0 0,18-54-65 0 0,3 1 1 0 0,66-127 0 0 0,-87 191 118 0 0,1 6 16 0 0,-7 7-11 0 0,-1-1 0 0 0,1 1 0 0 0,-1 0 0 0 0,1 0 0 0 0,-1 0 0 0 0,1 0 1 0 0,-1-1-1 0 0,1 1 0 0 0,-1 0 0 0 0,1 0 0 0 0,-1 0 0 0 0,1 0 0 0 0,-1 0 0 0 0,1 0 0 0 0,-1 1 0 0 0,1-1 0 0 0,-1 0 0 0 0,1 0 0 0 0,-1 0 0 0 0,1 0 1 0 0,-1 1-1 0 0,1-1 0 0 0,-1 0 0 0 0,1 0 0 0 0,-1 1 0 0 0,1-1 0 0 0,-1 0 0 0 0,1 1 0 0 0,-1-1 0 0 0,0 1 0 0 0,1-1 0 0 0,-1 0 0 0 0,0 1 0 0 0,1-1 1 0 0,-1 1-1 0 0,0-1 0 0 0,0 1 0 0 0,1 0 0 0 0,5 20 126 0 0,1 33 29 0 0,-4-1 0 0 0,-3 80 0 0 0,-2-48-73 0 0,2-70-87 0 0,0 8 0 0 0,0 1 0 0 0,1-1 0 0 0,1 1 0 0 0,2-1 0 0 0,7 31 0 0 0,-11-53 0 0 0,0-1 0 0 0,0 0 0 0 0,0 1 0 0 0,0-1 0 0 0,1 0 0 0 0,-1 0 0 0 0,0 1 0 0 0,0-1 0 0 0,0 0 0 0 0,0 1 0 0 0,0-1 0 0 0,0 0 0 0 0,1 0 0 0 0,-1 1 0 0 0,0-1 0 0 0,0 0 0 0 0,0 0 0 0 0,0 0 0 0 0,1 1 0 0 0,-1-1 0 0 0,0 0 0 0 0,0 0 0 0 0,1 0 0 0 0,-1 0 0 0 0,0 1 0 0 0,0-1 0 0 0,1 0 0 0 0,-1 0 0 0 0,0 0 0 0 0,1 0 0 0 0,-1 0 0 0 0,0 0 0 0 0,0 0 0 0 0,1 0 0 0 0,-1 0 0 0 0,0 0 0 0 0,1 0 0 0 0,-1 0 0 0 0,0 0 0 0 0,1 0 0 0 0,-1 0 0 0 0,0 0 0 0 0,0 0 0 0 0,1 0 0 0 0,-1 0 0 0 0,0 0 0 0 0,0-1 0 0 0,1 1 0 0 0,-1 0 0 0 0,0 0 0 0 0,0 0 0 0 0,1 0 0 0 0,-1-1 0 0 0,0 1 0 0 0,0 0 0 0 0,1 0 0 0 0,-1-1 0 0 0,0 1 0 0 0,0 0 0 0 0,0-1 0 0 0,4-2 0 0 0,0-1 0 0 0,0 1 0 0 0,-1-1 0 0 0,1 0 0 0 0,-1-1 0 0 0,0 1 0 0 0,0 0 0 0 0,3-8 0 0 0,15-41 0 0 0,-15 38 0 0 0,36-107-90 0 0,30-75-113 0 0,-57 160 171 0 0,-9 20 23 0 0,1 0 1 0 0,1 0-1 0 0,0 0 1 0 0,18-23-1 0 0,-26 39 10 0 0,0 1-1 0 0,0 0 1 0 0,0 0 0 0 0,0 0-1 0 0,0-1 1 0 0,0 1 0 0 0,1 0-1 0 0,-1 0 1 0 0,0 0 0 0 0,0 0-1 0 0,0-1 1 0 0,0 1 0 0 0,1 0-1 0 0,-1 0 1 0 0,0 0 0 0 0,0 0-1 0 0,0 0 1 0 0,1 0 0 0 0,-1-1-1 0 0,0 1 1 0 0,0 0 0 0 0,0 0-1 0 0,1 0 1 0 0,-1 0 0 0 0,0 0-1 0 0,0 0 1 0 0,1 0 0 0 0,-1 0-1 0 0,0 0 1 0 0,0 0 0 0 0,1 0-1 0 0,-1 0 1 0 0,0 0 0 0 0,0 0-1 0 0,0 1 1 0 0,1-1 0 0 0,-1 0-1 0 0,0 0 1 0 0,0 0 0 0 0,0 0-1 0 0,1 0 1 0 0,-1 0 0 0 0,0 0-1 0 0,0 1 1 0 0,0-1 0 0 0,1 0-1 0 0,3 8 19 0 0,-4-8-16 0 0,4 9 18 0 0,-1 0 0 0 0,0 0 0 0 0,0 1 0 0 0,0-1 0 0 0,1 20 0 0 0,0 51 65 0 0,-4-58-79 0 0,-2 115 27 0 0,-1-70-3 0 0,7 71 0 0 0,-3-129-147 0 0,-1-1 1 0 0,2 1-1 0 0,-1 0 1 0 0,1-1-1 0 0,0 0 1 0 0,1 1-1 0 0,0-1 1 0 0,7 14-1 0 0,-2-12-1020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0:25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13823 0 0,'0'1'7016'0'0,"-2"17"-5985"0"0,1-1-1 0 0,1 1 1 0 0,0 0-1 0 0,3 19 1 0 0,-1-16-280 0 0,10 177 1894 0 0,21 193-1375 0 0,-22-285-1220 0 0,-8-68-119 0 0,-5-10 280 0 0,0-16-1120 0 0,2 1-3328 0 0,-10-17 500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0:25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1 274 21887 0 0,'0'0'1980'0'0,"1"1"-1536"0"0,4 0-208 0 0,0 0-1 0 0,-1 1 0 0 0,1-1 1 0 0,0-1-1 0 0,-1 1 1 0 0,1-1-1 0 0,0 1 1 0 0,0-1-1 0 0,9-2 1 0 0,45-8 1185 0 0,203-69 1230 0 0,-227 67-2499 0 0,235-84 151 0 0,-147 52-670 0 0,-33 16-577 0 0,-76 24 288 0 0,-1 2-1 0 0,1 0 1 0 0,0 0 0 0 0,24 1-1 0 0,-12 4-936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0:26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210 197 14687 0 0,'1'-2'671'0'0,"7"-16"-68"0"0,-1 0 0 0 0,-1 0 0 0 0,0 0 0 0 0,-1-1 0 0 0,4-32 1 0 0,-9 47-253 0 0,1 0 1 0 0,0 0 0 0 0,-1 0 0 0 0,0 0 0 0 0,0 0 0 0 0,0 0 0 0 0,-1 0 0 0 0,1 0-1 0 0,-1 0 1 0 0,-2-6 0 0 0,3 10-292 0 0,0 0-1 0 0,0 0 1 0 0,-1-1 0 0 0,1 1-1 0 0,0 0 1 0 0,-1 0-1 0 0,1 0 1 0 0,0-1-1 0 0,-1 1 1 0 0,1 0 0 0 0,0 0-1 0 0,-1 0 1 0 0,1 0-1 0 0,0 0 1 0 0,-1 0 0 0 0,1 0-1 0 0,0-1 1 0 0,-1 1-1 0 0,1 0 1 0 0,0 0 0 0 0,-1 0-1 0 0,1 1 1 0 0,-1-1-1 0 0,1 0 1 0 0,0 0 0 0 0,-1 0-1 0 0,1 0 1 0 0,0 0-1 0 0,-1 0 1 0 0,1 0 0 0 0,0 1-1 0 0,-1-1 1 0 0,-10 6 572 0 0,4 1-292 0 0,-1-1 1 0 0,1 1 0 0 0,1 0-1 0 0,-1 1 1 0 0,-7 12-1 0 0,-25 45 532 0 0,29-46-578 0 0,-12 21 79 0 0,2 0 1 0 0,1 2-1 0 0,3 0 0 0 0,1 1 1 0 0,-14 69-1 0 0,26-95-296 0 0,-1 28 1 0 0,3-41-89 0 0,1 0-1 0 0,0 0 1 0 0,1 0 0 0 0,-1 0 0 0 0,1 0 0 0 0,-1 0 0 0 0,1 0 0 0 0,0 0-1 0 0,1-1 1 0 0,-1 1 0 0 0,1 0 0 0 0,0-1 0 0 0,3 6 0 0 0,-4-8-21 0 0,0 0 0 0 0,1 1 1 0 0,-1-1-1 0 0,1 0 0 0 0,-1 0 0 0 0,1 0 1 0 0,0 0-1 0 0,-1 0 0 0 0,1-1 0 0 0,0 1 1 0 0,0 0-1 0 0,-1-1 0 0 0,1 0 1 0 0,0 1-1 0 0,0-1 0 0 0,0 0 0 0 0,0 0 1 0 0,0 0-1 0 0,-1 0 0 0 0,1 0 1 0 0,0 0-1 0 0,0 0 0 0 0,0-1 0 0 0,0 1 1 0 0,-1-1-1 0 0,1 1 0 0 0,0-1 0 0 0,0 0 1 0 0,-1 0-1 0 0,3-1 0 0 0,3-2-135 0 0,1 0-1 0 0,-1 0 0 0 0,0-1 1 0 0,0 0-1 0 0,7-8 0 0 0,-4 2 52 0 0,1 0-1 0 0,-2-1 1 0 0,0-1-1 0 0,0 1 0 0 0,-1-1 1 0 0,0-1-1 0 0,-2 1 1 0 0,1-1-1 0 0,-2-1 0 0 0,6-16 1 0 0,0-17 194 0 0,11-89 1 0 0,-16 83 53 0 0,-5 43-19 0 0,1-10-73 0 0,0 19 266 0 0,0 10 410 0 0,4 22-468 0 0,14 68-60 0 0,-15-80-208 0 0,1 0 0 0 0,0-1 0 0 0,12 24 0 0 0,-16-39 7 0 0,57 100-5832 0 0,-51-91 3532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0:26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22231 0 0,'0'0'2011'0'0,"-1"2"-1654"0"0,-2 31 967 0 0,1 1 0 0 0,1 0-1 0 0,5 43 1 0 0,22 104 117 0 0,-9-67-1313 0 0,3 66 7 0 0,10 71-179 0 0,-24-329-896 0 0,-1 29 864 0 0,15-64 0 0 0,-12 84 74 0 0,1 0-1 0 0,1 1 1 0 0,20-41-1 0 0,-26 62 16 0 0,1 0 0 0 0,-1 0-1 0 0,1 1 1 0 0,1 0 0 0 0,-1-1-1 0 0,1 2 1 0 0,0-1 0 0 0,0 1 0 0 0,1 0-1 0 0,-1 0 1 0 0,15-7 0 0 0,-18 10-5 0 0,0 1 1 0 0,0-1 0 0 0,1 1-1 0 0,-1 0 1 0 0,0 0 0 0 0,1 0 0 0 0,-1 0-1 0 0,1 1 1 0 0,-1-1 0 0 0,0 1-1 0 0,1 0 1 0 0,-1 0 0 0 0,1 0-1 0 0,-1 0 1 0 0,1 1 0 0 0,-1 0 0 0 0,1-1-1 0 0,-1 1 1 0 0,0 0 0 0 0,1 1-1 0 0,-1-1 1 0 0,0 0 0 0 0,0 1 0 0 0,0 0-1 0 0,0 0 1 0 0,0 0 0 0 0,0 0-1 0 0,-1 0 1 0 0,6 6 0 0 0,-5-4-4 0 0,0 0-1 0 0,-1 1 1 0 0,1 0 0 0 0,-1-1 0 0 0,1 1 0 0 0,-2 0 0 0 0,1 0-1 0 0,0 0 1 0 0,-1 1 0 0 0,0-1 0 0 0,0 7 0 0 0,1 7-8 0 0,-2 34 1 0 0,-2-29 3 0 0,-1-1 1 0 0,-2 1-1 0 0,0-1 0 0 0,-1 0 0 0 0,-14 35 1 0 0,2-17-35 0 0,-2-1 1 0 0,-26 39 0 0 0,36-63-52 0 0,-1 0 1 0 0,-17 18-1 0 0,22-27-373 0 0,0-1 1 0 0,0-1-1 0 0,-1 1 0 0 0,0-1 1 0 0,0 0-1 0 0,0-1 0 0 0,-13 7 1 0 0,20-11 324 0 0,-1 0-1 0 0,0 1 1 0 0,1-1 0 0 0,-1 0 0 0 0,0 0-1 0 0,1 0 1 0 0,-1 1 0 0 0,0-1 0 0 0,1 0-1 0 0,-1 0 1 0 0,0 0 0 0 0,1 0 0 0 0,-1 0-1 0 0,0-1 1 0 0,1 1 0 0 0,-1 0 0 0 0,0 0-1 0 0,1 0 1 0 0,-1 0 0 0 0,1-1 0 0 0,-1 1-1 0 0,0 0 1 0 0,1-1 0 0 0,-1 1 0 0 0,1 0-1 0 0,-1-1 1 0 0,1 1 0 0 0,-1-1 0 0 0,1 1-1 0 0,-1-1 1 0 0,1 1 0 0 0,-1-1 0 0 0,1 1-1 0 0,0-1 1 0 0,-1 0 0 0 0,1 1 0 0 0,0-1-1 0 0,0 1 1 0 0,-1-1 0 0 0,1 0 0 0 0,0 1-1 0 0,0-2 1 0 0,-4-14-2276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0:27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 9671 0 0,'0'0'748'0'0,"1"1"-61"0"0,2 2 379 0 0,-1 1-1 0 0,0-1 1 0 0,0 0 0 0 0,0 1 0 0 0,-1-1-1 0 0,1 1 1 0 0,0 4 0 0 0,0-1 215 0 0,-1 0 1 0 0,0 0 0 0 0,1 10-1 0 0,-2 6 844 0 0,-5 35 0 0 0,2-31-1274 0 0,-9 71 418 0 0,-2 23-537 0 0,13-94-628 0 0,0 1 0 0 0,5 37 0 0 0,-1-41-94 0 0,10 68 36 0 0,-11-81-41 0 0,1 1-1 0 0,1-1 1 0 0,0 0-1 0 0,0 0 1 0 0,10 17-1 0 0,-12-24-48 0 0,0 0-1 0 0,1 0 1 0 0,0-1-1 0 0,0 1 1 0 0,0 0-1 0 0,1-1 1 0 0,-1 0-1 0 0,8 6 1 0 0,-9-8 17 0 0,0 0 0 0 0,0 0 0 0 0,1 0 0 0 0,-1 0 0 0 0,0-1 0 0 0,0 1 0 0 0,1 0 0 0 0,-1-1 0 0 0,1 0 1 0 0,-1 1-1 0 0,0-1 0 0 0,1 0 0 0 0,-1 0 0 0 0,0-1 0 0 0,1 1 0 0 0,-1 0 0 0 0,1-1 0 0 0,3-1 0 0 0,1 0-68 0 0,0-1 0 0 0,-1-1 0 0 0,1 1 0 0 0,-1-1 0 0 0,0 0 0 0 0,0-1 0 0 0,0 1 1 0 0,0-1-1 0 0,-1 0 0 0 0,0-1 0 0 0,0 1 0 0 0,0-1 0 0 0,-1 0 0 0 0,0 0 0 0 0,7-13 0 0 0,0-6-49 0 0,-1-1 1 0 0,14-51-1 0 0,-21 65 133 0 0,14-53-65 0 0,13-113 1 0 0,-29 173 93 0 0,0 0 0 0 0,-1 0-1 0 0,0 0 1 0 0,0 0 0 0 0,0 0 0 0 0,-1 0-1 0 0,1 0 1 0 0,-3-7 0 0 0,2 11 142 0 0,0 2-116 0 0,-1 1 0 0 0,1-1 0 0 0,-1 1 0 0 0,1-1 1 0 0,0 1-1 0 0,-1 0 0 0 0,1 0 0 0 0,0 0 0 0 0,0 0 0 0 0,-1 3 0 0 0,1-2 15 0 0,-8 19 167 0 0,1 1 0 0 0,1 0-1 0 0,-7 35 1 0 0,-3 74 214 0 0,16-111-358 0 0,0-1 0 0 0,1 1 0 0 0,1-1-1 0 0,7 40 1 0 0,-6-51-72 0 0,0-1 0 0 0,1 0-1 0 0,0 0 1 0 0,0 0 0 0 0,1 0-1 0 0,6 9 1 0 0,-7-13-29 0 0,0 1 0 0 0,0-1 0 0 0,1-1 0 0 0,-1 1-1 0 0,1 0 1 0 0,0-1 0 0 0,0 0 0 0 0,0 0 0 0 0,0 0 0 0 0,1 0 0 0 0,6 2 0 0 0,-5-3-28 0 0,-1 0 0 0 0,1-1 1 0 0,-1 0-1 0 0,1 0 1 0 0,0 0-1 0 0,0-1 0 0 0,-1 0 1 0 0,1 0-1 0 0,0 0 0 0 0,0-1 1 0 0,-1 0-1 0 0,1 0 0 0 0,0 0 1 0 0,-1-1-1 0 0,6-2 1 0 0,1 0-99 0 0,-1-1 1 0 0,0-1 0 0 0,0 0-1 0 0,0 0 1 0 0,18-16 0 0 0,-16 10 105 0 0,0-1 1 0 0,-1-1-1 0 0,-1 0 0 0 0,0 0 1 0 0,-1-1-1 0 0,0-1 1 0 0,-1 1-1 0 0,11-30 0 0 0,-5 5-46 0 0,-1 0 0 0 0,12-67 0 0 0,-20 78 99 0 0,2-8 83 0 0,4-52 0 0 0,-12 89-107 0 0,0-15 497 0 0,-3 13 351 0 0,-2 6-413 0 0,4-2-371 0 0,-1 1 0 0 0,0 0 0 0 0,1 0 0 0 0,0 0 0 0 0,0 1 0 0 0,0-1 0 0 0,0 0 1 0 0,0 0-1 0 0,1 0 0 0 0,-1 1 0 0 0,1-1 0 0 0,0 0 0 0 0,0 1 0 0 0,1 3 0 0 0,0 8 14 0 0,7 27 0 0 0,-6-34-43 0 0,2 6-12 0 0,0-1 0 0 0,1 1 0 0 0,1-1 0 0 0,0-1 1 0 0,13 22-1 0 0,46 54-22 0 0,-61-83 11 0 0,1 1 5 0 0,0 1 0 0 0,-1 0 0 0 0,1 0 0 0 0,-1 0 0 0 0,0 0 0 0 0,-1 1 0 0 0,0-1 0 0 0,3 14 0 0 0,-5-18 0 0 0,0 1 0 0 0,-1 0 0 0 0,0 0 0 0 0,0-1 0 0 0,0 1 0 0 0,0 0 0 0 0,-1 0 0 0 0,1-1 0 0 0,-1 1 0 0 0,0-1 0 0 0,0 1 0 0 0,0 0 0 0 0,0-1 0 0 0,-1 0 0 0 0,0 1 0 0 0,1-1 0 0 0,-1 0 1 0 0,0 0-1 0 0,-1 0 0 0 0,-4 5 0 0 0,0-1 0 0 0,0 0-1 0 0,-1-1 1 0 0,0 0 0 0 0,0 0 0 0 0,-15 7 0 0 0,-47 18 36 0 0,32-15-34 0 0,-55 19-2429 0 0,71-29 43 0 0,0-1 0 0 0,-31 4 0 0 0,38-8-7600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0:09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14 213 11599 0 0,'-4'-13'512'0'0,"1"1"0"0"0,0-1-1 0 0,1 1 1 0 0,0-19 0 0 0,2 15 2076 0 0,4-24 0 0 0,-2 18-805 0 0,-1 11-137 0 0,0 0 0 0 0,6-21 3552 0 0,-1 98-3527 0 0,-8 141-582 0 0,0-24-926 0 0,3-140-164 0 0,3 122 93 0 0,0-125-232 0 0,0 1 0 0 0,12 41-1 0 0,-14-74-260 0 0,0 0-1 0 0,0-1 1 0 0,1 1-1 0 0,0 0 1 0 0,5 7-1 0 0,-7-14-847 0 0,7-6-2658 0 0,0-5-2377 0 0,-1-6-1652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0:09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17535 0 0,'0'-2'803'0'0,"13"-32"5122"0"0,-5 37-3188 0 0,-6-2-2590 0 0,-1 0-1 0 0,1 0 1 0 0,0 0-1 0 0,-1 0 0 0 0,1 1 1 0 0,0-1-1 0 0,-1 1 1 0 0,0-1-1 0 0,1 1 0 0 0,-1 0 1 0 0,0-1-1 0 0,0 1 1 0 0,0 0-1 0 0,0 0 0 0 0,0 0 1 0 0,0 0-1 0 0,0 2 0 0 0,8 37 527 0 0,-8-37-618 0 0,5 42 518 0 0,1 76-1 0 0,-11 48-191 0 0,1 54-335 0 0,5-182-403 0 0,8 102-163 0 0,-6-117-2269 0 0,11 41-1 0 0,-8-50-6562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0:09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0 25975 0 0,'-5'4'308'0'0,"1"1"-1"0"0,0-1 1 0 0,0 0 0 0 0,0 1-1 0 0,1 0 1 0 0,-1 0 0 0 0,1 0-1 0 0,-3 8 1 0 0,1-1 332 0 0,0 0-1 0 0,-4 23 1 0 0,9-34-583 0 0,-1 0 0 0 0,1 1 0 0 0,0-1 0 0 0,0 0 0 0 0,0 0 0 0 0,0 1 0 0 0,1-1 0 0 0,-1 0-1 0 0,0 0 1 0 0,0 1 0 0 0,1-1 0 0 0,-1 0 0 0 0,1 0 0 0 0,-1 0 0 0 0,1 0 0 0 0,-1 1 0 0 0,1-1 0 0 0,0 0 0 0 0,-1 0 0 0 0,1 0 0 0 0,0 0 0 0 0,0-1 0 0 0,0 1-1 0 0,1 1 1 0 0,13 6-2225 0 0,2-7-6100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0:10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14 312 8751 0 0,'-14'-9'13048'0'0,"18"-2"-9305"0"0,5 1-2877 0 0,0 0 0 0 0,1 1 1 0 0,20-16-1 0 0,-3 3-461 0 0,-16 12-362 0 0,95-79 189 0 0,-56 47-163 0 0,2-1 68 0 0,-45 37-121 0 0,1 1 1 0 0,-1 1-1 0 0,1-1 0 0 0,0 2 1 0 0,10-5-1 0 0,-16 8 489 0 0,-1 1-444 0 0,0 1 0 0 0,0 0-1 0 0,0-1 1 0 0,0 1 0 0 0,0 0-1 0 0,0 0 1 0 0,0 0 0 0 0,-1 0-1 0 0,1 0 1 0 0,-1-1-1 0 0,1 1 1 0 0,-1 4 0 0 0,1 27 287 0 0,-1-29-286 0 0,-5 53 343 0 0,-21 98 0 0 0,0-5-303 0 0,16-64-92 0 0,-19 189 44 0 0,15-133-914 0 0,-3-49-3947 0 0,14-79 2562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0:10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89 23639 0 0,'0'0'4291'0'0,"1"0"-3357"0"0,32-11 710 0 0,48-10-1 0 0,-13 4-1467 0 0,13 0-158 0 0,-31 8-33 0 0,16-3-1960 0 0,-52 10 947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0:43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70 13647 0 0,'-14'-2'7704'0'0,"22"-1"-5536"0"0,4-2-1671 0 0,0 2 0 0 0,0-1 0 0 0,0 2 0 0 0,1 0 0 0 0,-1 0-1 0 0,1 1 1 0 0,13 0 0 0 0,5 0 29 0 0,55-4 271 0 0,78-8-356 0 0,-137 9-423 0 0,39-6 31 0 0,128-2 1 0 0,-183 13-162 0 0,0 0 0 0 0,-1 1 0 0 0,1 0 0 0 0,-1 0 0 0 0,1 1 0 0 0,10 5 0 0 0,-19-7-329 0 0,11 9-5081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0:43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5 5983 0 0,'-6'1'14999'0'0,"14"-2"-9032"0"0,50-4-4749 0 0,148 13-294 0 0,-75-1-544 0 0,-15 2-561 0 0,-75-5 107 0 0,-39-4-174 0 0,1 1-1 0 0,-1 0 1 0 0,1 0-1 0 0,-1 0 1 0 0,1 0-1 0 0,-1 0 1 0 0,3 2-1 0 0,-4-3-697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5:01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2759 0 0,'0'-7'21901'0'0,"7"11"-24596"0"0,-4-2 2857 0 0,0 1 1 0 0,0 0 0 0 0,0 0 0 0 0,0 1 0 0 0,0-1 0 0 0,-1 0-1 0 0,3 5 1 0 0,16 34 788 0 0,-12-24-645 0 0,2 7 168 0 0,-1 1 0 0 0,13 46 0 0 0,5 57 350 0 0,-13-51-504 0 0,42 207-154 0 0,-55-271-772 0 0,0 1-1 0 0,-1-1 0 0 0,-1 0 1 0 0,-1 24-1 0 0,0-36-444 0 0,-7 1-2314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5:01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0 157 6447 0 0,'0'0'586'0'0,"2"-2"-486"0"0,6-9-81 0 0,-5 7 650 0 0,1-1 0 0 0,0 0 0 0 0,0 1 0 0 0,9-8 0 0 0,47-28 10880 0 0,-41 29-10446 0 0,0 1-1 0 0,41-15 1 0 0,-42 19-989 0 0,-1 1 0 0 0,1 0 0 0 0,0 1 0 0 0,0 1 1 0 0,1 1-1 0 0,-1 0 0 0 0,27 2 0 0 0,-29 1-112 0 0,0 1 0 0 0,0 0 1 0 0,0 1-1 0 0,-1 1 0 0 0,1 0 0 0 0,23 11 0 0 0,-30-10-2 0 0,0-1 0 0 0,0 2-1 0 0,-1-1 1 0 0,0 1 0 0 0,0 0 0 0 0,-1 1-1 0 0,1 0 1 0 0,-1 0 0 0 0,-1 0 0 0 0,1 1-1 0 0,9 16 1 0 0,-13-17-4 0 0,1-1-1 0 0,-1 1 1 0 0,0-1 0 0 0,-1 1-1 0 0,0 0 1 0 0,0 0-1 0 0,0 0 1 0 0,-1 0 0 0 0,0 0-1 0 0,-1 1 1 0 0,1 9 0 0 0,-2-6-11 0 0,-1-1 1 0 0,1 0-1 0 0,-1 0 1 0 0,-1 0-1 0 0,0 0 1 0 0,-1 0 0 0 0,-5 11-1 0 0,-6 6-18 0 0,-1-1-1 0 0,-1-1 0 0 0,-1 0 1 0 0,-30 31-1 0 0,-57 51-209 0 0,30-40-4440 0 0,54-48-3071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5:02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17823 0 0,'0'0'819'0'0,"0"2"-20"0"0,73 291 6108 0 0,-65-260-6368 0 0,11 63 637 0 0,-18-92-1130 0 0,-1-1 0 0 0,1 0 0 0 0,-1 0-1 0 0,1 0 1 0 0,0 0 0 0 0,0 0 0 0 0,0 0 0 0 0,1 0-1 0 0,-1 0 1 0 0,4 5 0 0 0,-4-7 523 0 0,-1-43-403 0 0,3 0 0 0 0,1 0-1 0 0,12-49 1 0 0,-9 60-300 0 0,23-88 80 0 0,-26 107-285 0 0,0 0 0 0 0,1 0 0 0 0,1 1 0 0 0,0 0 0 0 0,0 0 0 0 0,1 1 0 0 0,13-16 0 0 0,-20 25 212 0 0,1 0-1 0 0,0 1 1 0 0,0-1 0 0 0,0 0-1 0 0,0 0 1 0 0,0 0 0 0 0,0 1-1 0 0,0-1 1 0 0,0 0-1 0 0,0 1 1 0 0,0-1 0 0 0,0 1-1 0 0,0-1 1 0 0,0 1 0 0 0,1 0-1 0 0,-1-1 1 0 0,0 1 0 0 0,0 0-1 0 0,0 0 1 0 0,1 0-1 0 0,-1 0 1 0 0,0 0 0 0 0,0 0-1 0 0,0 0 1 0 0,1 0 0 0 0,-1 1-1 0 0,0-1 1 0 0,0 0 0 0 0,0 1-1 0 0,0-1 1 0 0,1 1-1 0 0,-1-1 1 0 0,0 1 0 0 0,0-1-1 0 0,0 1 1 0 0,0 0 0 0 0,0 0-1 0 0,0-1 1 0 0,1 3 0 0 0,9 8-1439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5:02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82 15343 0 0,'1'-17'608'0'0,"-1"11"-397"0"0,1 0 0 0 0,-1-1 1 0 0,0 1-1 0 0,-1 0 0 0 0,0-1 1 0 0,0 1-1 0 0,0 0 0 0 0,-3-7 1 0 0,3 13-53 0 0,1-1 1 0 0,-1 1 0 0 0,0 0-1 0 0,0 0 1 0 0,0 0 0 0 0,0 0 0 0 0,0 0-1 0 0,0 0 1 0 0,0 0 0 0 0,0 0-1 0 0,0 1 1 0 0,0-1 0 0 0,0 0 0 0 0,0 0-1 0 0,0 1 1 0 0,0-1 0 0 0,-1 2-1 0 0,2-2-109 0 0,-7 3 446 0 0,0 1 1 0 0,0 0 0 0 0,1 1 0 0 0,0 0-1 0 0,0 0 1 0 0,0 0 0 0 0,1 0 0 0 0,-1 1-1 0 0,-5 9 1 0 0,-39 62 1291 0 0,46-69-1634 0 0,0-1-52 0 0,-73 139 1763 0 0,70-131-1744 0 0,2 1-1 0 0,-1-1 0 0 0,2 1 1 0 0,0 0-1 0 0,1 1 1 0 0,1-1-1 0 0,-1 32 0 0 0,3-45-134 0 0,0 1 0 0 0,0-1 0 0 0,0 0 0 0 0,1 0 0 0 0,0 1 0 0 0,-1-1 0 0 0,1 0 0 0 0,0 0 0 0 0,1 0 0 0 0,-1 0 0 0 0,0 0 0 0 0,1 0 0 0 0,0-1 0 0 0,2 4 0 0 0,-2-4-26 0 0,-1-1 1 0 0,1 1-1 0 0,0-1 0 0 0,0 0 1 0 0,0 0-1 0 0,0 0 1 0 0,0 0-1 0 0,0 0 1 0 0,0 0-1 0 0,0-1 0 0 0,0 1 1 0 0,0 0-1 0 0,0-1 1 0 0,0 0-1 0 0,1 0 1 0 0,-1 1-1 0 0,0-1 0 0 0,0-1 1 0 0,1 1-1 0 0,-1 0 1 0 0,3-1-1 0 0,1 0-116 0 0,0-1 0 0 0,0 0 0 0 0,0 0-1 0 0,0-1 1 0 0,-1 1 0 0 0,1-1 0 0 0,-1 0 0 0 0,1-1-1 0 0,-1 1 1 0 0,0-1 0 0 0,6-6 0 0 0,4-6-787 0 0,25-31 0 0 0,-30 34 666 0 0,-2-1 0 0 0,0 0-1 0 0,0 0 1 0 0,9-25 0 0 0,-7 10 174 0 0,10-44 0 0 0,-16 58 237 0 0,-2-1 0 0 0,1 1-1 0 0,-2-1 1 0 0,0 1 0 0 0,-1-1-1 0 0,-2-21 1 0 0,1 36 187 0 0,0-3 1439 0 0,-3 7-1208 0 0,-3 8-308 0 0,4-4-216 0 0,1 0 0 0 0,1 0 0 0 0,-1 0 0 0 0,1 1 0 0 0,0-1 0 0 0,1 0 0 0 0,0 1 0 0 0,1 13-1 0 0,14 62 188 0 0,-12-67-206 0 0,3 3-280 0 0,0 0 1 0 0,2 0-1 0 0,0 0 0 0 0,1-1 1 0 0,0 0-1 0 0,2-1 0 0 0,21 28 1 0 0,-30-43-51 0 0,0 1 0 0 0,1 0 1 0 0,0-1-1 0 0,-1 1 1 0 0,1-1-1 0 0,0 0 0 0 0,0 0 1 0 0,0 0-1 0 0,0 0 0 0 0,1-1 1 0 0,-1 1-1 0 0,7 1 1 0 0,-7-2-702 0 0,0 0 1 0 0,1-1 0 0 0,-1 1 0 0 0,1-1 0 0 0,0 0 0 0 0,-1 0 0 0 0,7-1 0 0 0,5-3-5037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5:02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160 190 6447 0 0,'0'-1'499'0'0,"-2"-16"5001"0"0,-9 16 231 0 0,9 1-5456 0 0,1 0-1 0 0,-1 0 1 0 0,1 0 0 0 0,-1 0 0 0 0,1 0-1 0 0,-1 0 1 0 0,1 0 0 0 0,-1 0-1 0 0,1 1 1 0 0,-1-1 0 0 0,1 0 0 0 0,-1 1-1 0 0,-1 0 1 0 0,-3 3 247 0 0,1-1-1 0 0,-1 1 1 0 0,1 0-1 0 0,0 0 1 0 0,0 0-1 0 0,1 1 1 0 0,-1 0-1 0 0,1 0 1 0 0,0 0-1 0 0,-6 11 1 0 0,-3 7 219 0 0,-13 32-1 0 0,24-49-610 0 0,-3 4-50 0 0,1 0 0 0 0,1 0 0 0 0,0 0 0 0 0,1 1 0 0 0,-1-1 0 0 0,2 1 0 0 0,0 0 0 0 0,0 0 1 0 0,1-1-1 0 0,1 16 0 0 0,1-18-94 0 0,-1 1 1 0 0,1-1 0 0 0,1 1 0 0 0,0-1 0 0 0,0 0 0 0 0,0 0-1 0 0,1 0 1 0 0,0 0 0 0 0,1-1 0 0 0,0 0 0 0 0,0 0-1 0 0,0 0 1 0 0,9 8 0 0 0,-10-11-65 0 0,-1-1 1 0 0,0 0-1 0 0,1 0 0 0 0,0 0 1 0 0,0-1-1 0 0,0 1 1 0 0,0-1-1 0 0,0 0 0 0 0,1 0 1 0 0,-1-1-1 0 0,0 1 0 0 0,1-1 1 0 0,0 0-1 0 0,-1 0 0 0 0,1 0 1 0 0,-1-1-1 0 0,7 1 1 0 0,-3-2-160 0 0,0 0 1 0 0,-1 0-1 0 0,1-1 1 0 0,-1 0 0 0 0,1-1-1 0 0,-1 1 1 0 0,0-1 0 0 0,0-1-1 0 0,13-7 1 0 0,-12 6-11 0 0,0-2 1 0 0,0 1-1 0 0,0-1 0 0 0,0 0 1 0 0,-1-1-1 0 0,-1 1 1 0 0,1-2-1 0 0,5-9 0 0 0,6-11-330 0 0,15-36 0 0 0,-24 47 433 0 0,7-20-140 0 0,-1-1 0 0 0,12-53-1 0 0,-19 61 311 0 0,-1 0 0 0 0,-2 0 0 0 0,3-55 0 0 0,-13 52 3782 0 0,5 35-3208 0 0,1 31 128 0 0,2 1 1 0 0,6 31-1 0 0,19 66-607 0 0,-6-31-83 0 0,-11-46-295 0 0,-1-8-1991 0 0,5 48 1 0 0,-15-84-437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5:03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1 112 18431 0 0,'2'0'4783'0'0,"46"-11"-202"0"0,25-15-2970 0 0,-34 11-1194 0 0,14-6-248 0 0,-31 11 27 0 0,42-13 1 0 0,-57 22-178 0 0,0-1 1 0 0,0 1-1 0 0,0 0 1 0 0,1 0-1 0 0,-1 1 1 0 0,0 0-1 0 0,0 0 1 0 0,0 1-1 0 0,1 0 1 0 0,9 3-1 0 0,-12-2-16 0 0,-1 0 0 0 0,1 0-1 0 0,-1 0 1 0 0,1 0 0 0 0,-1 1 0 0 0,0 0-1 0 0,0 0 1 0 0,0 0 0 0 0,0 1 0 0 0,-1-1-1 0 0,0 1 1 0 0,1 0 0 0 0,-1-1 0 0 0,0 2-1 0 0,-1-1 1 0 0,1 0 0 0 0,-1 1 0 0 0,0-1-1 0 0,2 7 1 0 0,3 8 15 0 0,-2 0-1 0 0,0 1 1 0 0,2 28-1 0 0,-4-29-14 0 0,8 69-422 0 0,-8-31-3933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5:03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57 9671 0 0,'-7'-34'1980'0'0,"-2"11"14063"0"0,12 26-17396 0 0,-2-2 1135 0 0,0 0 0 0 0,0 0 0 0 0,-1 0-1 0 0,1 1 1 0 0,0-1 0 0 0,0 1 0 0 0,-1-1 0 0 0,2 2-1 0 0,-1 0-528 0 0,5 8-1348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5:04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61 11519 0 0,'0'0'887'0'0,"-7"-11"8755"0"0,6 12-9344 0 0,-1-1 0 0 0,1 1-1 0 0,-1 0 1 0 0,0 0-1 0 0,1 0 1 0 0,-1 0-1 0 0,1 0 1 0 0,0 1-1 0 0,-1-1 1 0 0,1 0 0 0 0,0 1-1 0 0,0-1 1 0 0,0 1-1 0 0,0-1 1 0 0,-2 4-1 0 0,-13 29 1327 0 0,13-27-1391 0 0,-3 8 28 0 0,0 1 1 0 0,1-1-1 0 0,0 1 1 0 0,2 0-1 0 0,0 0 1 0 0,0 0-1 0 0,1 33 1 0 0,2-41-262 0 0,0 0 1 0 0,1 0 0 0 0,0-1-1 0 0,1 1 1 0 0,0-1-1 0 0,0 1 1 0 0,0-1-1 0 0,1 0 1 0 0,0 1-1 0 0,0-1 1 0 0,1-1-1 0 0,0 1 1 0 0,0 0-1 0 0,1-1 1 0 0,0 0-1 0 0,0 0 1 0 0,0-1-1 0 0,1 1 1 0 0,6 4-1 0 0,-8-7-35 0 0,0-1-1 0 0,0 0 1 0 0,0 0 0 0 0,1 0-1 0 0,-1 0 1 0 0,1-1-1 0 0,-1 1 1 0 0,1-1-1 0 0,0-1 1 0 0,0 1-1 0 0,-1 0 1 0 0,6-1-1 0 0,-2 0-24 0 0,-1-1-1 0 0,1 1 1 0 0,-1-1-1 0 0,1-1 1 0 0,-1 1-1 0 0,0-1 1 0 0,8-3-1 0 0,-3-1 30 0 0,0-1 0 0 0,0 0-1 0 0,0-1 1 0 0,-1 0 0 0 0,-1-1 0 0 0,1 0-1 0 0,-1 0 1 0 0,-1-1 0 0 0,0 0 0 0 0,0-1 0 0 0,-1 0-1 0 0,9-16 1 0 0,1-5-55 0 0,-1-2-1 0 0,-1 0 1 0 0,14-47-1 0 0,-26 68 140 0 0,5-25 0 0 0,-8 33-36 0 0,0 0-1 0 0,-1 1 1 0 0,0-1 0 0 0,0 0-1 0 0,0 0 1 0 0,-1 1 0 0 0,0-1-1 0 0,-2-8 1 0 0,3 13-4 0 0,0-1 0 0 0,0 1 0 0 0,-1-1 1 0 0,1 1-1 0 0,0 0 0 0 0,-1-1 0 0 0,1 1 0 0 0,0 0 0 0 0,-1-1 1 0 0,1 1-1 0 0,0 0 0 0 0,-1 0 0 0 0,1-1 0 0 0,-1 1 0 0 0,1 0 0 0 0,0 0 1 0 0,-1 0-1 0 0,1 0 0 0 0,-1-1 0 0 0,1 1 0 0 0,-1 0 0 0 0,1 0 0 0 0,-1 0 1 0 0,1 0-1 0 0,-1 0 0 0 0,1 0 0 0 0,-1 0 0 0 0,1 0 0 0 0,0 0 0 0 0,-1 1 1 0 0,1-1-1 0 0,-2 0 0 0 0,-12 5 233 0 0,8-1-181 0 0,-1 1 0 0 0,0-1 0 0 0,1 1 0 0 0,0 0 0 0 0,1 0 0 0 0,-1 1 0 0 0,1 0 0 0 0,0 0 0 0 0,0 0 0 0 0,-7 13 0 0 0,2 0 1 0 0,0 0-1 0 0,-11 36 1 0 0,18-46-62 0 0,0 0-1 0 0,1 0 1 0 0,0 0-1 0 0,1 1 1 0 0,0-1-1 0 0,1 1 1 0 0,0-1 0 0 0,0 1-1 0 0,1-1 1 0 0,0 1-1 0 0,1-1 1 0 0,0 0-1 0 0,3 10 1 0 0,-2-12-282 0 0,-1-1 0 0 0,1 1-1 0 0,0-1 1 0 0,1 0 0 0 0,-1 1 0 0 0,1-2 0 0 0,1 1 0 0 0,-1 0 0 0 0,1-1 0 0 0,0 0-1 0 0,0 0 1 0 0,0-1 0 0 0,1 1 0 0 0,0-1 0 0 0,0 0 0 0 0,0-1 0 0 0,0 1 0 0 0,8 2-1 0 0,5 0-6122 0 0,2-4-1907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5:04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10 821 7367 0 0,'0'0'568'0'0,"0"-1"-527"0"0,-1 1 0 0 0,1 0 0 0 0,-1-1-1 0 0,1 1 1 0 0,-1 0 0 0 0,1-1 0 0 0,-1 1-1 0 0,1-1 1 0 0,-1 1 0 0 0,1-1 0 0 0,0 1-1 0 0,-1-1 1 0 0,1 1 0 0 0,0-1-1 0 0,-1 0 1 0 0,1 1 0 0 0,0-2 0 0 0,-1-5 2067 0 0,0 0 0 0 0,0 0 0 0 0,1 0 0 0 0,1-1 0 0 0,0-9 0 0 0,1-5-3 0 0,1-5-1711 0 0,1-1 1 0 0,10-38-1 0 0,-6 31-112 0 0,43-155-19 0 0,-24 99-407 0 0,15-100 0 0 0,-40 166-12 0 0,-13 31-2 0 0,7-2 176 0 0,1 0-1 0 0,-1 0 0 0 0,1 0 0 0 0,0 1 0 0 0,1 0 0 0 0,-1-1 0 0 0,-3 10 0 0 0,-10 38 315 0 0,16-52-327 0 0,-5 18 83 0 0,1 0 1 0 0,1 0 0 0 0,1 0-1 0 0,0 0 1 0 0,2 1 0 0 0,0-1-1 0 0,1 0 1 0 0,6 35-1 0 0,-5-43-48 0 0,0-1 0 0 0,1 1 0 0 0,1 0-1 0 0,-1-1 1 0 0,2 1 0 0 0,-1-1 0 0 0,1 0 0 0 0,0-1-1 0 0,1 1 1 0 0,0-1 0 0 0,1 0 0 0 0,-1 0-1 0 0,2-1 1 0 0,-1 0 0 0 0,1 0 0 0 0,0-1-1 0 0,11 7 1 0 0,-13-9-37 0 0,1 0 0 0 0,0-1 0 0 0,0 0 1 0 0,0 0-1 0 0,0-1 0 0 0,0 1 0 0 0,0-2 0 0 0,1 1 0 0 0,-1-1 0 0 0,1 0 1 0 0,0 0-1 0 0,-1-1 0 0 0,1 0 0 0 0,-1-1 0 0 0,1 1 0 0 0,-1-2 0 0 0,1 1 0 0 0,-1-1 1 0 0,1 0-1 0 0,-1 0 0 0 0,0-1 0 0 0,8-4 0 0 0,-6 2-19 0 0,0 0 0 0 0,0 0 0 0 0,0-1 0 0 0,-1-1 0 0 0,0 1 0 0 0,0-1 0 0 0,-1 0 0 0 0,10-12 0 0 0,-9 7-8 0 0,-1 1 0 0 0,0-1 0 0 0,0 0 0 0 0,-1-1 0 0 0,8-24 0 0 0,-2-4 78 0 0,13-75 1 0 0,-6-43 89 0 0,-18 152-141 0 0,-2-33-4 0 0,0 19 2031 0 0,3 39-1829 0 0,1 0 0 0 0,0-1 0 0 0,2 1 0 0 0,0-1 0 0 0,0 0 0 0 0,10 18 0 0 0,-6-14-133 0 0,2-1 0 0 0,0 1 0 0 0,1-2 0 0 0,2 0 0 0 0,27 31 0 0 0,-5-12-474 0 0,60 47 0 0 0,-60-59-827 0 0,-19-17-4101 0 0,-10-18 1897 0 0,-1-2 1585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5:05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5 7831 0 0,'-7'-4'14300'0'0,"3"7"-13807"0"0,0-1 1 0 0,0 1-1 0 0,0 1 0 0 0,0-1 0 0 0,1 1 1 0 0,0-1-1 0 0,-1 1 0 0 0,-2 5 0 0 0,-22 36 901 0 0,15-19-845 0 0,1 0 0 0 0,-9 35-1 0 0,2-7-252 0 0,-44 135-391 0 0,53-149-1854 0 0,-5 50-1 0 0,14-71-975 0 0,2-2-5591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5:05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3 13359 0 0,'0'0'1210'0'0,"-2"0"-1153"0"0,1-1 0 0 0,0 1 0 0 0,0 0-1 0 0,0-1 1 0 0,0 1 0 0 0,-1 0 0 0 0,1 0 0 0 0,0 0 0 0 0,0 0 0 0 0,-2 0 0 0 0,-2 2 809 0 0,0-1-1 0 0,1 1 0 0 0,-1 1 1 0 0,1-1-1 0 0,0 1 1 0 0,0 0-1 0 0,0 0 0 0 0,0 0 1 0 0,0 0-1 0 0,0 1 1 0 0,-3 4-1 0 0,-6 7 230 0 0,-15 27 1 0 0,16-23-583 0 0,-17 23 169 0 0,-52 82 286 0 0,67-99-840 0 0,1-1-1 0 0,1 2 1 0 0,-10 32-1 0 0,18-47-115 0 0,1 1 1 0 0,-2 17-1 0 0,4-24-38 0 0,1-1 0 0 0,0 1 0 0 0,0-1 0 0 0,0 0 0 0 0,1 1 0 0 0,-1-1 0 0 0,1 1 0 0 0,0-1 1 0 0,2 6-1 0 0,-2-9-5 0 0,-1 0 0 0 0,1 0 1 0 0,0-1-1 0 0,-1 1 1 0 0,1 0-1 0 0,-1-1 0 0 0,1 1 1 0 0,0-1-1 0 0,0 1 0 0 0,-1-1 1 0 0,1 1-1 0 0,0-1 1 0 0,0 0-1 0 0,-1 1 0 0 0,1-1 1 0 0,0 0-1 0 0,0 1 0 0 0,0-1 1 0 0,0 0-1 0 0,0 0 1 0 0,0 0-1 0 0,-1 0 0 0 0,1 0 1 0 0,0 0-1 0 0,0 0 0 0 0,0 0 1 0 0,1-1-1 0 0,23-5-406 0 0,-19 4 329 0 0,0-1 1 0 0,0 0-1 0 0,-1 0 1 0 0,1-1-1 0 0,-1 1 0 0 0,0-1 1 0 0,0 0-1 0 0,0-1 1 0 0,-1 1-1 0 0,5-7 0 0 0,5-7-117 0 0,17-30-1 0 0,-21 33 184 0 0,6-15 14 0 0,-1 1 0 0 0,-2-2 0 0 0,18-61 0 0 0,-16 45 132 0 0,-14 46 1190 0 0,-1 45-496 0 0,9 72-1 0 0,-6-98-1040 0 0,1 0 0 0 0,1 0 1 0 0,0 0-1 0 0,1-1 0 0 0,1 0 0 0 0,15 28 0 0 0,-14-33-1461 0 0,14 19-1 0 0,-6-15-5763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5:05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80 12439 0 0,'1'2'9836'0'0,"4"6"-8858"0"0,0 0 0 0 0,-1 1 0 0 0,-1 0 0 0 0,1 0 0 0 0,-1 0 0 0 0,2 11 0 0 0,8 62-232 0 0,-8-42-81 0 0,6 66 192 0 0,2 9-452 0 0,-8-94-364 0 0,-5-21-46 0 0,1 0 0 0 0,-1 0 0 0 0,0 1 0 0 0,0-1 0 0 0,0 0 0 0 0,1 0 0 0 0,-1 0-1 0 0,0 1 1 0 0,0-1 0 0 0,0 0 0 0 0,1 0 0 0 0,-1 0 0 0 0,0 0 0 0 0,0 1 0 0 0,1-1 0 0 0,-1 0 0 0 0,0 0 0 0 0,0 0 0 0 0,1 0 0 0 0,-1 0 0 0 0,0 0 0 0 0,1 0-1 0 0,-1 0 1 0 0,0 0 0 0 0,0 0 0 0 0,1 0 0 0 0,-1 0 0 0 0,0 0 0 0 0,1 0 0 0 0,-1 0 0 0 0,0 0 0 0 0,1-1 0 0 0,7-2-71 0 0,-5 1 56 0 0,-1 1 1 0 0,0-1-1 0 0,0 0 0 0 0,0 0 0 0 0,0-1 0 0 0,0 1 0 0 0,0 0 0 0 0,0-1 0 0 0,-1 1 0 0 0,1-1 0 0 0,0-2 0 0 0,14-36-129 0 0,-7 14 64 0 0,124-244-363 0 0,-130 263 448 0 0,-1 6 0 0 0,-1-1 0 0 0,0 1 0 0 0,1-1 0 0 0,0 1 0 0 0,-1 0 0 0 0,1 0 0 0 0,0 0 0 0 0,0 0 0 0 0,0 0 0 0 0,3-2 0 0 0,-4 3 6 0 0,-1 1 0 0 0,1-1 1 0 0,-1 1-1 0 0,0-1 0 0 0,1 1 0 0 0,-1 0 0 0 0,1-1 1 0 0,-1 1-1 0 0,1 0 0 0 0,0 0 0 0 0,-1-1 0 0 0,1 1 1 0 0,-1 0-1 0 0,1 0 0 0 0,-1 0 0 0 0,1-1 0 0 0,0 1 1 0 0,-1 0-1 0 0,1 0 0 0 0,-1 0 0 0 0,1 0 0 0 0,0 0 1 0 0,-1 0-1 0 0,1 1 0 0 0,0-1 0 0 0,-1 0 0 0 0,1 0 1 0 0,0 1 3 0 0,0 0-1 0 0,0-1 1 0 0,0 1 0 0 0,0 0 0 0 0,0 0 0 0 0,-1 0 0 0 0,1 0 0 0 0,0 0 0 0 0,-1 0 0 0 0,1 0 0 0 0,0 0 0 0 0,-1 0 0 0 0,1 2 0 0 0,2 5 41 0 0,-1 0 0 0 0,0 1 0 0 0,1 9 1 0 0,-2-13-26 0 0,9 92 219 0 0,-9-67-222 0 0,2 1 1 0 0,1-2-1 0 0,2 1 0 0 0,10 33 0 0 0,-15-63-33 0 0,-1 1-1 0 0,1-1 0 0 0,0 0 0 0 0,-1 1 0 0 0,1-1 1 0 0,0 0-1 0 0,0 0 0 0 0,-1 1 0 0 0,1-1 1 0 0,0 0-1 0 0,0 0 0 0 0,0 0 0 0 0,-1 0 0 0 0,1 0 1 0 0,0 0-1 0 0,0 0 0 0 0,-1 0 0 0 0,1-1 0 0 0,0 1 1 0 0,0 0-1 0 0,0 0 0 0 0,0-1 0 0 0,1 0-6 0 0,1 0-1 0 0,-1-1 0 0 0,0 1 0 0 0,0-1 0 0 0,-1 1 0 0 0,1-1 1 0 0,0 0-1 0 0,0 1 0 0 0,-1-1 0 0 0,1 0 0 0 0,1-3 1 0 0,14-26-149 0 0,-12 21 112 0 0,18-35-133 0 0,48-98-218 0 0,-57 110 351 0 0,1 0 0 0 0,1 2 0 0 0,41-58 0 0 0,-42 74 74 0 0,-14 14 336 0 0,1 2-224 0 0,1 2-88 0 0,0 0 0 0 0,0 0-1 0 0,0 1 1 0 0,0-1 0 0 0,-1 1 0 0 0,1-1 0 0 0,-1 1 0 0 0,0 0-1 0 0,0 0 1 0 0,0 0 0 0 0,-1 0 0 0 0,1 0 0 0 0,-1 0-1 0 0,1 6 1 0 0,2 11 130 0 0,2 35-1 0 0,-5-40-112 0 0,12 201-41 0 0,-11-178-21 0 0,4 7-1136 0 0,-6-45 534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5:06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8751 0 0,'0'0'674'0'0,"19"-13"13201"0"0,-16 13-12797 0 0,-3 0-951 0 0,1 0 0 0 0,0 0 0 0 0,-1 0 0 0 0,1 0 0 0 0,0 0 0 0 0,-1 1 0 0 0,1-1-1 0 0,0 0 1 0 0,-1 1 0 0 0,1-1 0 0 0,-1 0 0 0 0,1 1 0 0 0,0-1 0 0 0,-1 1 0 0 0,1-1 0 0 0,-1 0-1 0 0,1 1 1 0 0,-1 0 0 0 0,0-1 0 0 0,1 1 0 0 0,0 0 0 0 0,2 4 70 0 0,0 1 1 0 0,0-1-1 0 0,0 1 0 0 0,0 0 1 0 0,-1 0-1 0 0,0 0 1 0 0,-1 0-1 0 0,3 12 0 0 0,2 55 870 0 0,-5-59-906 0 0,0 200 897 0 0,-2-114-923 0 0,2-73-107 0 0,-1-8-24 0 0,-2 29 0 0 0,2-46-148 0 0,-7-24-17988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5:07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23351 0 0,'0'0'2115'0'0,"1"-1"-1737"0"0,279-26 2846 0 0,-123 16-2893 0 0,-116 7-929 0 0,0 1 0 0 0,-1 2 0 0 0,48 6 0 0 0,-83-4-14 0 0,0 0-1 0 0,0 0 0 0 0,0 0 1 0 0,0 1-1 0 0,0 0 1 0 0,7 3-1 0 0,4 6-7795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5:07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14743 0 0,'2'0'9219'0'0,"8"1"-8623"0"0,1-1 1 0 0,0 0-1 0 0,12-1 0 0 0,11-1-217 0 0,73-5 215 0 0,-39 1-419 0 0,61-11 193 0 0,-4 0-3835 0 0,-100 15-2604 0 0,-1-1-1823 0 0</inkml:trace>
  <inkml:trace contextRef="#ctx0" brushRef="#br0" timeOffset="1">974 0 16127 0 0,'-4'2'424'0'0,"0"1"0"0"0,1-1-1 0 0,0 0 1 0 0,-1 1 0 0 0,1 0-1 0 0,0 0 1 0 0,-4 6-1 0 0,3-4 1088 0 0,0 1 0 0 0,1 0 0 0 0,0 0 0 0 0,-2 6 0 0 0,4-11-503 0 0,1 1-958 0 0,0-1 0 0 0,1 0 0 0 0,-1 0 1 0 0,0 1-1 0 0,0-1 0 0 0,0 0 0 0 0,1 0 0 0 0,-1 1 0 0 0,1-1 0 0 0,-1 0 1 0 0,1 0-1 0 0,0 0 0 0 0,-1 0 0 0 0,2 2 0 0 0,0-2-164 0 0,0 0-1 0 0,-1 1 1 0 0,1-1 0 0 0,0 0 0 0 0,0 0-1 0 0,0 0 1 0 0,0-1 0 0 0,0 1-1 0 0,0 0 1 0 0,3 0 0 0 0,-3-1-333 0 0,0 0 0 0 0,0 0 0 0 0,0 0 0 0 0,0 0 0 0 0,0 0 0 0 0,0 0 0 0 0,0 0 0 0 0,2-1 0 0 0,7-3-8241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5:07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98 9215 0 0,'-1'-7'13333'0'0,"4"0"-11010"0"0,-1 4-1964 0 0,0 1 0 0 0,0-1 0 0 0,0 1 0 0 0,0-1 1 0 0,1 1-1 0 0,-1 0 0 0 0,1 0 0 0 0,-1 0 0 0 0,1 0 0 0 0,0 0 0 0 0,0 1 0 0 0,3-2 0 0 0,41-13 346 0 0,-26 9-395 0 0,12-4-201 0 0,45-7 0 0 0,-68 17-105 0 0,0 0-1 0 0,1 1 1 0 0,-1 0 0 0 0,0 0-1 0 0,20 5 1 0 0,-29-5 4 0 0,0 1 1 0 0,0 0-1 0 0,0 0 1 0 0,0 0-1 0 0,0 0 1 0 0,0 0-1 0 0,-1 1 0 0 0,1-1 1 0 0,0 0-1 0 0,-1 0 1 0 0,1 0-1 0 0,-1 1 1 0 0,1-1-1 0 0,-1 0 1 0 0,1 1-1 0 0,-1 1 1 0 0,1 4 11 0 0,-1-1 0 0 0,1 0 0 0 0,-1 1 1 0 0,-1-1-1 0 0,1 0 0 0 0,-1 0 0 0 0,-2 7 1 0 0,-2 4 31 0 0,-7 21 0 0 0,-19 34 34 0 0,-2-1-1 0 0,-73 111 0 0 0,35-79 65 0 0,72-101-108 0 0,2 1-39 0 0,0-1 0 0 0,0 0 0 0 0,0 0 0 0 0,1 0 0 0 0,-1 0-1 0 0,1 0 1 0 0,0-1 0 0 0,-1 0 0 0 0,1 0 0 0 0,0 0 0 0 0,6 1 0 0 0,-2-2 3 0 0,-1 0 1 0 0,1 0 0 0 0,-1-1-1 0 0,9-1 1 0 0,11-2 0 0 0,111-18 107 0 0,-34 3-25 0 0,102-3 7 0 0,-109 12-2426 0 0,-82 8 1169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3:43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383 91 18863 0 0,'0'0'1706'0'0,"1"-8"-1372"0"0,1-2-263 0 0,4-27 1598 0 0,-9 14 2196 0 0,3 22-3506 0 0,-7-4 294 0 0,6 4-598 0 0,-1 0-1 0 0,0 0 0 0 0,0 1 0 0 0,0-1 0 0 0,1 0 1 0 0,-1 1-1 0 0,0-1 0 0 0,0 1 0 0 0,0 0 1 0 0,0 0-1 0 0,0 0 0 0 0,0 0 0 0 0,0 0 0 0 0,0 0 1 0 0,0 0-1 0 0,0 1 0 0 0,0-1 0 0 0,0 1 0 0 0,0-1 1 0 0,0 1-1 0 0,1 0 0 0 0,-1 0 0 0 0,-2 1 0 0 0,-5 3 49 0 0,0 1-1 0 0,1 0 0 0 0,-11 9 0 0 0,12-8-42 0 0,-21 19 1 0 0,0 1 1 0 0,2 1-1 0 0,0 2 1 0 0,3 0 0 0 0,0 2-1 0 0,2 1 1 0 0,2 0-1 0 0,0 1 1 0 0,3 1-1 0 0,-18 53 1 0 0,29-74-59 0 0,1 1-1 0 0,1 0 1 0 0,0 0 0 0 0,1 0-1 0 0,0 0 1 0 0,1 30-1 0 0,2-39-2 0 0,0 1-1 0 0,0-1 0 0 0,0 1 1 0 0,1-1-1 0 0,0 0 0 0 0,0 0 1 0 0,0 1-1 0 0,1-1 0 0 0,0-1 1 0 0,0 1-1 0 0,1 0 0 0 0,0-1 0 0 0,0 0 1 0 0,0 0-1 0 0,0 0 0 0 0,1 0 1 0 0,0-1-1 0 0,8 7 0 0 0,-3-4-18 0 0,2-1 0 0 0,-1 1-1 0 0,1-2 1 0 0,0 0 0 0 0,0 0-1 0 0,0-1 1 0 0,1-1 0 0 0,0 0-1 0 0,-1 0 1 0 0,23 0 0 0 0,-14-2-253 0 0,1-1 1 0 0,-1-1-1 0 0,1-1 1 0 0,-1-1 0 0 0,35-9-1 0 0,-43 8-648 0 0,1 0 0 0 0,-1-2 0 0 0,0 1-1 0 0,0-2 1 0 0,-1 1 0 0 0,23-17 0 0 0,-20 9-963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3:43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17 149 9671 0 0,'-14'4'440'0'0,"12"-3"546"0"0,13-8 3843 0 0,43-20 2307 0 0,73-30-5071 0 0,-81 35-1754 0 0,-26 12-96 0 0,32-12 0 0 0,-46 20-138 0 0,0 0-1 0 0,0 1 1 0 0,0 0 0 0 0,0 0 0 0 0,0 0-1 0 0,0 1 1 0 0,0 0 0 0 0,0 0 0 0 0,0 0 0 0 0,9 2-1 0 0,-12-1-31 0 0,-1 0 0 0 0,1 0 0 0 0,-1 0-1 0 0,0 1 1 0 0,0-1 0 0 0,1 1 0 0 0,-1-1-1 0 0,0 1 1 0 0,0 0 0 0 0,0 0-1 0 0,-1 0 1 0 0,1 0 0 0 0,0 0 0 0 0,-1 0-1 0 0,1 0 1 0 0,-1 0 0 0 0,0 1 0 0 0,0-1-1 0 0,0 1 1 0 0,0-1 0 0 0,0 1-1 0 0,0-1 1 0 0,0 4 0 0 0,2 7 90 0 0,-1 0 0 0 0,-1 0 1 0 0,1 16-1 0 0,-3 78 263 0 0,0-60-958 0 0,7 82-1 0 0,-1-101-2046 0 0,-1-17-4096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3:44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71 8751 0 0,'-1'2'674'0'0,"-3"17"1996"0"0,1 1 0 0 0,0 0 1 0 0,1 22-1 0 0,4 63 6790 0 0,0-65-10175 0 0,-1-22 947 0 0,1 0 0 0 0,0 0 0 0 0,7 23 1 0 0,-7-33-659 0 0,1-1 0 0 0,-1 1 1 0 0,2 0-1 0 0,-1-1 0 0 0,1 0 1 0 0,0 0-1 0 0,0 0 0 0 0,1 0 1 0 0,8 9-1 0 0,-11-14-1489 0 0,5 0-62 0 0</inkml:trace>
  <inkml:trace contextRef="#ctx0" brushRef="#br0" timeOffset="1">101 6 16903 0 0,'0'0'744'0'0,"-10"-2"160"0"0,4-1-720 0 0,-2 3-184 0 0,0 2 0 0 0,1-1 3920 0 0,2 6-2024 0 0,2-1-1312 0 0,1 4-320 0 0,4 0-1320 0 0,1-1-1632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3:44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21423 0 0,'0'2'984'0'0,"1"19"-274"0"0,1 1 0 0 0,0-1 0 0 0,2 0 0 0 0,1 0 0 0 0,0 0-1 0 0,2-1 1 0 0,0 0 0 0 0,1 0 0 0 0,1 0 0 0 0,1-1 0 0 0,14 21 0 0 0,-19-34-675 0 0,-1-1 1 0 0,1 1 0 0 0,0-1-1 0 0,1 0 1 0 0,-1 0-1 0 0,9 6 1 0 0,-11-10 28 0 0,2 1 0 0 0,-3-1 0 0 0,-2-1-58 0 0,1-1 0 0 0,0 1 0 0 0,-1 0-1 0 0,1-1 1 0 0,-1 1 0 0 0,1-1 0 0 0,-1 1 0 0 0,1-1-1 0 0,-1 1 1 0 0,1-1 0 0 0,-1 1 0 0 0,1-1 0 0 0,-1 1 0 0 0,0-1-1 0 0,1 0 1 0 0,-1 1 0 0 0,0-1 0 0 0,1-1 0 0 0,4-11 40 0 0,-2-2-23 0 0,-1 1 0 0 0,-1 0 0 0 0,0-19 0 0 0,1-13-177 0 0,-1 31 48 0 0,9-69-1390 0 0,-7 69-792 0 0,9-25-1 0 0,-8 30-195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3:44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1 260 8287 0 0,'0'7'248'0'0,"5"17"367"0"0,-5-22-122 0 0,0 0-1 0 0,1 0 1 0 0,-1 0 0 0 0,1 0 0 0 0,0-1-1 0 0,0 1 1 0 0,0 0 0 0 0,0 0-1 0 0,0 0 1 0 0,0-1 0 0 0,0 1-1 0 0,0-1 1 0 0,1 1 0 0 0,-1-1 0 0 0,1 1-1 0 0,-1-1 1 0 0,4 3 0 0 0,-4-4-33 0 0,1 1 1 0 0,-1-1-1 0 0,1 1 1 0 0,0-1 0 0 0,-1 1-1 0 0,1-1 1 0 0,-1 0-1 0 0,1 0 1 0 0,0 0 0 0 0,-1 0-1 0 0,4-1 1 0 0,14-4-505 0 0,-7 0 308 0 0,0-1 0 0 0,1 0 0 0 0,-2-1 0 0 0,1 0 0 0 0,-1-1 0 0 0,0 0 0 0 0,-1-1 0 0 0,16-16 0 0 0,-12 9-212 0 0,-2-1 1 0 0,0 0-1 0 0,0-1 0 0 0,17-37 0 0 0,-26 49-19 0 0,4-8 41 0 0,8-27 1 0 0,-14 38-49 0 0,0 1 0 0 0,0-1 0 0 0,-1 0-1 0 0,1 0 1 0 0,-1 0 0 0 0,0 0 0 0 0,0 0-1 0 0,0 0 1 0 0,0 0 0 0 0,0 0 0 0 0,0 0-1 0 0,-1 0 1 0 0,0 0 0 0 0,1 0 0 0 0,-1 1-1 0 0,-2-4 1 0 0,3 5-6 0 0,0 1 0 0 0,-1 0 0 0 0,1-1 1 0 0,0 1-1 0 0,-1 0 0 0 0,1 0 0 0 0,-1 0 0 0 0,1-1 0 0 0,0 1 0 0 0,-1 0 0 0 0,1 0 0 0 0,-1 0 1 0 0,1 0-1 0 0,0 0 0 0 0,-1-1 0 0 0,1 1 0 0 0,-1 0 0 0 0,1 0 0 0 0,-1 0 0 0 0,1 0 0 0 0,0 1 0 0 0,-1-1 1 0 0,1 0-1 0 0,-1 0 0 0 0,1 0 0 0 0,-1 0 0 0 0,-11 5 307 0 0,12-5-290 0 0,-9 5 156 0 0,0 0-1 0 0,1 0 1 0 0,0 1 0 0 0,0 0 0 0 0,1 1-1 0 0,0 0 1 0 0,-7 9 0 0 0,1-1-34 0 0,0 1 0 0 0,-14 27-1 0 0,22-35-152 0 0,1 1-1 0 0,0 0 0 0 0,0 0 0 0 0,1 1 1 0 0,0-1-1 0 0,1 1 0 0 0,0-1 0 0 0,1 1 1 0 0,-1 13-1 0 0,1-19-186 0 0,1 0 1 0 0,1 1-1 0 0,-1-1 1 0 0,1 0-1 0 0,-1 0 1 0 0,1 0-1 0 0,0 1 1 0 0,1-1-1 0 0,-1 0 1 0 0,1 0-1 0 0,0-1 1 0 0,0 1-1 0 0,0 0 1 0 0,0-1-1 0 0,0 1 1 0 0,1-1-1 0 0,0 1 1 0 0,0-1-1 0 0,0 0 1 0 0,0 0-1 0 0,0-1 0 0 0,0 1 1 0 0,8 3-1 0 0,6 3-1493 0 0,4-1-49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3:45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56 10591 0 0,'0'1'13579'0'0,"-6"4"-12550"0"0,5-3-792 0 0,-1 0 0 0 0,1 0 0 0 0,0 0 0 0 0,0 0 0 0 0,0 1 0 0 0,0-1 0 0 0,0 0 0 0 0,1 1 0 0 0,-1-1 0 0 0,0 1 0 0 0,1-1 0 0 0,0 1 0 0 0,0-1 0 0 0,0 5 0 0 0,6 38 722 0 0,-3-24-549 0 0,2 15 137 0 0,11 47-1 0 0,-12-67-495 0 0,1-1-1 0 0,0 0 1 0 0,1 0-1 0 0,1-1 1 0 0,13 21-1 0 0,-13-27-50 0 0,3-5 0 0 0,-9-4 0 0 0,1 1 0 0 0,-1-1 0 0 0,1 1 0 0 0,0-1 0 0 0,-1 0 0 0 0,1 0 0 0 0,-1 0 0 0 0,0 0 0 0 0,1 0 0 0 0,-1 0 0 0 0,0 0 0 0 0,1 0 0 0 0,-1 0 0 0 0,0-1 0 0 0,0 1 0 0 0,0 0 0 0 0,0-1 0 0 0,0 1 0 0 0,-1-1 0 0 0,1 1 0 0 0,1-4 0 0 0,2-5 0 0 0,0 0 0 0 0,2-13 0 0 0,-4 16 0 0 0,44-139-78 0 0,-34 114 35 0 0,2 1-1 0 0,27-44 1 0 0,-37 68 30 0 0,0 0 0 0 0,1 1 1 0 0,0 0-1 0 0,9-9 0 0 0,-5 10 13 0 0,-8 5 2 0 0,0 1 0 0 0,0-1 0 0 0,-1 0 1 0 0,1 1-1 0 0,0-1 0 0 0,0 0 0 0 0,0 1 0 0 0,0-1 0 0 0,0 1 0 0 0,0 0 0 0 0,-1-1 1 0 0,1 1-1 0 0,0 0 0 0 0,0-1 0 0 0,-1 1 0 0 0,1 0 0 0 0,0 0 0 0 0,-1-1 1 0 0,1 1-1 0 0,-1 0 0 0 0,1 0 0 0 0,-1 0 0 0 0,0 0 0 0 0,1 0 0 0 0,-1 1 0 0 0,7 27 91 0 0,4 78 32 0 0,-9-69-66 0 0,2 0-1 0 0,12 50 0 0 0,53 127-8096 0 0,-69-214 7947 0 0,7 18-8644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3:45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39 852 23183 0 0,'-8'4'496'0'0,"-21"8"1545"0"0,27-12-794 0 0,4 2-795 0 0,2 0-300 0 0,-1 1 0 0 0,1-1 0 0 0,0 0 0 0 0,0 0 0 0 0,0 0 0 0 0,0-1 0 0 0,0 1 0 0 0,1-1 0 0 0,-1 0 0 0 0,0 0 0 0 0,7 0 0 0 0,9 0 224 0 0,27-2 0 0 0,-13 0-237 0 0,13 1 16 0 0,340-11 890 0 0,243-39-891 0 0,-379 33-1681 0 0,-85 16-2270 0 0,-131 4 979 0 0,-23-1 1287 0 0</inkml:trace>
  <inkml:trace contextRef="#ctx0" brushRef="#br0" timeOffset="1">2191 1 25223 0 0,'0'0'2888'0'0,"-5"5"-2520"0"0,2 4-760 0 0,4 1-88 0 0,1 0-1528 0 0,-1 0-352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3:45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 19807 0 0,'-4'3'700'0'0,"1"0"-1"0"0,0 0 1 0 0,1 1-1 0 0,-1-1 1 0 0,1 1 0 0 0,-1-1-1 0 0,1 1 1 0 0,-3 6-1 0 0,-7 13 3212 0 0,3-8-2599 0 0,8-14-516 0 0,0 9-866 0 0,2-9-355 0 0,0 3 217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3:50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49 903 22399 0 0,'0'0'2032'0'0,"-2"-7"-1544"0"0,-3-5 75 0 0,0-1-1 0 0,1 1 1 0 0,1-1 0 0 0,0 0-1 0 0,0 0 1 0 0,2-1 0 0 0,-1-23-1 0 0,2-92-274 0 0,24-165 0 0 0,-13 187-277 0 0,-8 70-33 0 0,-2 0 0 0 0,-5-72-1 0 0,3 105 12 0 0,1-1-1 0 0,-1 0 0 0 0,0 1 1 0 0,0-1-1 0 0,-1 1 0 0 0,1 0 0 0 0,-1-1 1 0 0,-4-6-1 0 0,-1 5-47 0 0,-2 4 5 0 0,2 5 30 0 0,5-1 16 0 0,1 0 1 0 0,-1 0 0 0 0,1-1-1 0 0,-1 1 1 0 0,1 0 0 0 0,0 0 0 0 0,0 1-1 0 0,0-1 1 0 0,1 0 0 0 0,-1 0-1 0 0,0 0 1 0 0,1 1 0 0 0,-1 2-1 0 0,-1 33-114 0 0,2-35 105 0 0,0 16-15 0 0,2 0 0 0 0,0-1 0 0 0,1 1-1 0 0,1-1 1 0 0,1 1 0 0 0,0-1 0 0 0,1-1 0 0 0,17 34-1 0 0,-16-40 25 0 0,-1 1-1 0 0,2-1 0 0 0,0-1 1 0 0,0 1-1 0 0,18 15 1 0 0,-19-19 1 0 0,0-2 0 0 0,0 1 0 0 0,1-1 0 0 0,0 0-1 0 0,0-1 1 0 0,0 0 0 0 0,1 0 0 0 0,-1-1 0 0 0,10 3 0 0 0,-11-4-13 0 0,1-1 0 0 0,-1 0 0 0 0,0 0 0 0 0,1-1 0 0 0,-1 0-1 0 0,0 0 1 0 0,1 0 0 0 0,-1-1 0 0 0,0-1 0 0 0,0 1-1 0 0,0-1 1 0 0,1 0 0 0 0,-2 0 0 0 0,1-1 0 0 0,0 0 0 0 0,0-1-1 0 0,-1 1 1 0 0,0-1 0 0 0,0 0 0 0 0,7-6 0 0 0,-4 2 11 0 0,1-1 1 0 0,-2-1-1 0 0,1 1 1 0 0,-1-1-1 0 0,-1-1 1 0 0,1 0-1 0 0,-2 0 1 0 0,0 0-1 0 0,0 0 1 0 0,7-22-1 0 0,6-33 61 0 0,11-71 0 0 0,-24 108-3 0 0,-6 28 366 0 0,3 8-312 0 0,0 0 1 0 0,-1 0-1 0 0,0 0 0 0 0,0 1 0 0 0,2 12 1 0 0,-1 41 76 0 0,-2-33-116 0 0,3 60 63 0 0,10 259 34 0 0,-14-345-186 0 0,0 22-444 0 0,1 0 0 0 0,1 0-1 0 0,1-1 1 0 0,9 36-1 0 0,-11-58-495 0 0,9-1-4762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3:50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22631 0 0,'0'0'2465'0'0,"2"0"-2175"0"0,4 2-97 0 0,0-1 1 0 0,0 0-1 0 0,0-1 1 0 0,0 1-1 0 0,1-1 1 0 0,-1 0-1 0 0,0 0 1 0 0,7-2-1 0 0,52-12 632 0 0,-59 13-882 0 0,25-8-93 0 0,33-6-4268 0 0,-46 12-4126 0 0</inkml:trace>
  <inkml:trace contextRef="#ctx0" brushRef="#br0" timeOffset="1">50 257 13359 0 0,'0'0'3024'0'0,"10"-2"-1144"0"0,-3-1 48 0 0,4-2 16 0 0,2 0-1408 0 0,3 0-280 0 0,4 1-64 0 0,1-1 0 0 0,0-2-608 0 0,3 1-112 0 0,2-1-24 0 0,2 1-5336 0 0,-1-2-1072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3:51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1 181 16127 0 0,'1'-2'6920'0'0,"12"-10"-5632"0"0,0 1 1 0 0,18-12-1 0 0,67-36-725 0 0,-92 56-475 0 0,13-9-85 0 0,0 2 1 0 0,1 1-1 0 0,0 0 0 0 0,1 2 1 0 0,38-10-1 0 0,-48 15 1 0 0,-6 1 11 0 0,-1 0 0 0 0,0 0 0 0 0,1 0-1 0 0,-1 1 1 0 0,5 0 0 0 0,1 3 63 0 0,-9-2-60 0 0,0 0-1 0 0,0 0 1 0 0,0 1 0 0 0,0-1 0 0 0,0 1 0 0 0,0-1 0 0 0,0 1 0 0 0,0-1-1 0 0,-1 1 1 0 0,1-1 0 0 0,-1 1 0 0 0,1 0 0 0 0,-1-1 0 0 0,0 1-1 0 0,0 0 1 0 0,1 0 0 0 0,-1-1 0 0 0,0 1 0 0 0,-1 2 0 0 0,-4 37 225 0 0,4-34-179 0 0,-4 18 30 0 0,-2-1 0 0 0,0 0 1 0 0,-2-1-1 0 0,0 0 1 0 0,-2 0-1 0 0,0-1 0 0 0,-2 0 1 0 0,-21 29-1 0 0,7-14-41 0 0,7-8-50 0 0,0-2-1 0 0,-42 42 0 0 0,-22 17 73 0 0,80-80-33 0 0,7 2-20 0 0,-1-6-20 0 0,0 0 0 0 0,0-1 0 0 0,0 1 0 0 0,0-1 0 0 0,1 1 0 0 0,-1-1 0 0 0,0 0 0 0 0,1 0 0 0 0,-1 0 0 0 0,1 0 0 0 0,-1 0 0 0 0,1-1 0 0 0,-1 1 0 0 0,1-1 0 0 0,4 1 0 0 0,7 0 8 0 0,22-2 0 0 0,-30 1-9 0 0,42-3-331 0 0,0-1 0 0 0,-1-3 0 0 0,0-1 0 0 0,74-25-1 0 0,-116 31 204 0 0,57-19-2430 0 0,-22 5-2057 0 0,-22 8-3061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3:51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25367 0 0,'0'0'2547'0'0,"-1"1"-2334"0"0,-2 21 438 0 0,1-1-1 0 0,1 0 1 0 0,3 31 0 0 0,5 81-59 0 0,12 130-771 0 0,-17-250-659 0 0,0 0 0 0 0,0-1 0 0 0,7 19 0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3:52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1 11975 0 0,'0'0'923'0'0,"-2"0"-602"0"0,-10 2 3565 0 0,0 1 0 0 0,-19 6-1 0 0,24-6-3499 0 0,1 0 0 0 0,-1 1 0 0 0,0-1-1 0 0,1 1 1 0 0,-1 1 0 0 0,1-1 0 0 0,0 1-1 0 0,1 0 1 0 0,-8 8 0 0 0,-23 30 222 0 0,-39 57 1 0 0,62-81-589 0 0,1 1-1 0 0,1 0 1 0 0,-10 26 0 0 0,19-41-70 0 0,1-1 1 0 0,0 1-1 0 0,0-1 0 0 0,0 1 1 0 0,0 0-1 0 0,1 0 1 0 0,0 0-1 0 0,0-1 1 0 0,0 1-1 0 0,0 0 0 0 0,2 6 1 0 0,-1-7-46 0 0,0-1 1 0 0,0 0-1 0 0,0 0 1 0 0,1 0-1 0 0,-1-1 1 0 0,1 1-1 0 0,0 0 1 0 0,0-1-1 0 0,0 1 1 0 0,0-1-1 0 0,0 1 1 0 0,0-1-1 0 0,1 0 1 0 0,-1 0-1 0 0,1 0 1 0 0,0 0-1 0 0,5 2 1 0 0,-1 0-99 0 0,0-2 1 0 0,1 1-1 0 0,0-1 1 0 0,-1 0-1 0 0,1 0 1 0 0,0-1-1 0 0,0 0 0 0 0,0-1 1 0 0,8 0-1 0 0,5-1-194 0 0,0-1 0 0 0,24-5 0 0 0,-25 3 309 0 0,-2-2 0 0 0,1 0-1 0 0,-1-1 1 0 0,0-1 0 0 0,18-10-1 0 0,82-58 202 0 0,-96 61 63 0 0,-1-2-1 0 0,30-29 0 0 0,-43 37-41 0 0,0 0 1 0 0,-1 0-1 0 0,0-1 0 0 0,0 1 1 0 0,-1-2-1 0 0,0 1 0 0 0,-1-1 1 0 0,5-14-1 0 0,-9 22-55 0 0,0 0-1 0 0,-1 1 0 0 0,1-1 1 0 0,-1 0-1 0 0,1 0 1 0 0,-1 0-1 0 0,0 0 0 0 0,0 0 1 0 0,-1 0-1 0 0,1 0 1 0 0,-1 0-1 0 0,1 0 0 0 0,-1 0 1 0 0,0 0-1 0 0,-1-3 1 0 0,1 5-32 0 0,0-1-1 0 0,0 1 1 0 0,0-1 0 0 0,0 1 0 0 0,0-1 0 0 0,0 1 0 0 0,-1 0 0 0 0,1 0 0 0 0,0-1 0 0 0,-1 1-1 0 0,1 0 1 0 0,-1 0 0 0 0,1 0 0 0 0,-1 1 0 0 0,1-1 0 0 0,-1 0 0 0 0,1 0 0 0 0,-1 1 0 0 0,0-1-1 0 0,0 1 1 0 0,1 0 0 0 0,-1-1 0 0 0,0 1 0 0 0,0 0 0 0 0,1 0 0 0 0,-3 0 0 0 0,-3 1-8 0 0,1 0 0 0 0,-1 1 1 0 0,1 0-1 0 0,0 0 1 0 0,-1 0-1 0 0,1 1 0 0 0,0 0 1 0 0,1 0-1 0 0,-1 0 0 0 0,0 1 1 0 0,1 0-1 0 0,0 0 1 0 0,-9 9-1 0 0,-3 5 16 0 0,0 0-1 0 0,-17 27 1 0 0,24-31-28 0 0,0 0 0 0 0,2 0 0 0 0,0 1 0 0 0,-7 17 0 0 0,12-26-39 0 0,2 0 0 0 0,-1 0 0 0 0,1 0 0 0 0,0 0 0 0 0,0 0 0 0 0,0 9 0 0 0,1-12-26 0 0,0 1-1 0 0,1-1 1 0 0,-1 0-1 0 0,1 1 1 0 0,0-1-1 0 0,0 0 0 0 0,0 0 1 0 0,0 1-1 0 0,0-1 1 0 0,1 0-1 0 0,0 0 1 0 0,2 4-1 0 0,-2-5-21 0 0,-1 0 1 0 0,1 0-1 0 0,0-1 1 0 0,0 1-1 0 0,0 0 0 0 0,0-1 1 0 0,0 0-1 0 0,0 1 1 0 0,0-1-1 0 0,0 0 0 0 0,0 0 1 0 0,1 0-1 0 0,-1 0 1 0 0,5 1-1 0 0,-3-2-43 0 0,1 1-1 0 0,-1-1 1 0 0,1 0 0 0 0,0 0 0 0 0,-1 0-1 0 0,1-1 1 0 0,6-1 0 0 0,-1 0-70 0 0,0-2 0 0 0,0 1 0 0 0,-1-1 0 0 0,0 0 0 0 0,0-1 0 0 0,14-9 0 0 0,-7 2 15 0 0,0-1-1 0 0,-1-1 0 0 0,-1 0 0 0 0,0-1 1 0 0,13-18-1 0 0,-18 21 170 0 0,-1 0-1 0 0,-1 0 1 0 0,0-1 0 0 0,0 0 0 0 0,-1 0-1 0 0,-1-1 1 0 0,7-28 1725 0 0,-21 51-999 0 0,6-6-671 0 0,0 1 1 0 0,0 0-1 0 0,1 0 1 0 0,-1 0-1 0 0,1 0 1 0 0,0 0-1 0 0,0 0 1 0 0,1 1-1 0 0,-1-1 1 0 0,1 0-1 0 0,0 1 1 0 0,0-1-1 0 0,0 1 1 0 0,1 0 0 0 0,0 6-1 0 0,0 5 1 0 0,1 0 1 0 0,1 1-1 0 0,4 16 0 0 0,26 86-24 0 0,-7-33-42 0 0,-18-59-9 0 0,1 6 9 0 0,0 0 1 0 0,3 45-1 0 0,-10-68-8 0 0,-1 0-1 0 0,0-1 0 0 0,0 1 0 0 0,-1 0 0 0 0,-1 0 0 0 0,1 0 0 0 0,-2-1 0 0 0,1 1 1 0 0,-1-1-1 0 0,-1 0 0 0 0,1 0 0 0 0,-9 15 0 0 0,6-17 12 0 0,1-1 0 0 0,-1 1 0 0 0,0-1 1 0 0,0 0-1 0 0,0 0 0 0 0,-1-1 0 0 0,0 1 0 0 0,0-2 0 0 0,-1 1 1 0 0,1-1-1 0 0,-1 0 0 0 0,-8 3 0 0 0,-3 0 23 0 0,1-1 0 0 0,-1-1-1 0 0,1-1 1 0 0,-27 3 0 0 0,23-6-823 0 0,-1 0 1 0 0,-25-4-1 0 0,28 2 156 0 0,5 0-999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3:54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0 8287 0 0,'0'0'382'0'0,"-7"6"126"0"0,5-5-461 0 0,0 1 0 0 0,-1 0 0 0 0,2 0 1 0 0,-1 1-1 0 0,0-1 0 0 0,0 0 0 0 0,-1 4 1 0 0,0-1 1093 0 0,1 0 1 0 0,0 0-1 0 0,1 0 1 0 0,-1 0 0 0 0,1 0-1 0 0,-1 6 1 0 0,-1 34 7299 0 0,4-17-7263 0 0,-1-21-1931 0 0,6 61 1355 0 0,3 1 0 0 0,20 79 0 0 0,-17-92-485 0 0,32 159-861 0 0,-44-214 356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3:54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1 122 16583 0 0,'1'-1'4512'0'0,"1"-2"-4144"0"0,1 1 0 0 0,0 0-1 0 0,-1 0 1 0 0,1 1 0 0 0,0-1 0 0 0,0 1-1 0 0,0-1 1 0 0,0 1 0 0 0,0 0 0 0 0,0 0-1 0 0,4 0 1 0 0,40-5 681 0 0,-20 4-380 0 0,291-43 1488 0 0,-4 1-2478 0 0,-288 41-419 0 0,34 1 0 0 0,-48 3-163 0 0,-1-1-1 0 0,0 2 1 0 0,0-1 0 0 0,0 2-1 0 0,17 5 1 0 0,-8 1-7284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3:54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1 275 10591 0 0,'0'0'964'0'0,"1"1"-382"0"0,1-1 134 0 0,-1 1 0 0 0,0-1 1 0 0,1 1-1 0 0,-1 0 0 0 0,0-1 0 0 0,0 1 1 0 0,1 0-1 0 0,-1 0 0 0 0,0 0 1 0 0,0 0-1 0 0,0 0 0 0 0,0 0 1 0 0,1 2-1 0 0,0-1-127 0 0,-1 1 0 0 0,0-1 0 0 0,1 1 0 0 0,-1-1 0 0 0,0 1 1 0 0,1 4-1 0 0,0 4-227 0 0,0 1 1 0 0,0 18-1 0 0,-2-15 728 0 0,1 65-220 0 0,-2-59-988 0 0,1-1 0 0 0,1 0 1 0 0,0 1-1 0 0,2-1 0 0 0,8 33 1 0 0,-11-51-879 0 0,9 2-3334 0 0,-1-2 1945 0 0</inkml:trace>
  <inkml:trace contextRef="#ctx0" brushRef="#br0" timeOffset="1">416 65 16583 0 0,'0'0'9037'0'0,"1"-1"-8039"0"0,32-6 590 0 0,45-16 0 0 0,-49 13-2318 0 0,1 2-1 0 0,37-7 1 0 0,-64 15 288 0 0,2 0-454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3:55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14743 0 0,'0'0'1136'0'0,"2"0"-490"0"0,3 2 560 0 0,1-1 0 0 0,0 1 0 0 0,0-2 1 0 0,0 1-1 0 0,8 0 0 0 0,-3-2-552 0 0,0 0-1 0 0,14-3 1 0 0,-1-1-601 0 0,42-17-1 0 0,-35 9-433 0 0,6-3-6600 0 0,-11 8-958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3:55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366 1 22607 0 0,'0'0'3019'0'0,"-1"1"-2403"0"0,-27 24 1777 0 0,-40 46 0 0 0,47-46-2247 0 0,-203 219 511 0 0,220-240-657 0 0,1 0 0 0 0,0 0 0 0 0,0 0 0 0 0,0 0 0 0 0,-2 6 0 0 0,2-2 0 0 0,4 0-12 0 0,0-7 4 0 0,0 0 1 0 0,-1 0-1 0 0,1 0 0 0 0,0 0 1 0 0,0-1-1 0 0,0 1 0 0 0,0 0 1 0 0,0 0-1 0 0,0-1 0 0 0,0 1 0 0 0,1-1 1 0 0,-1 1-1 0 0,0-1 0 0 0,0 1 1 0 0,2 0-1 0 0,0 0-4 0 0,3 1-5 0 0,-1 0-1 0 0,1-1 0 0 0,0 1 0 0 0,0-1 0 0 0,0 0 0 0 0,0 0 1 0 0,0-1-1 0 0,9 0 0 0 0,49-8-95 0 0,-49 6 88 0 0,205-34-857 0 0,-202 33 500 0 0,19-2-1816 0 0,-23-1-1405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3:56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15663 0 0,'0'2'3739'0'0,"-3"34"3394"0"0,1 14-4056 0 0,20 283-825 0 0,-9-193-3232 0 0,-8-130 876 0 0,0-2-897 0 0,-1-3-2886 0 0,8-7-694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3:56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21135 0 0,'0'0'1913'0'0,"2"-1"-1447"0"0,5-4 417 0 0,0 0 0 0 0,0 1 0 0 0,0 0 1 0 0,1 1-1 0 0,0 0 0 0 0,15-5 0 0 0,55-8 238 0 0,-59 13-988 0 0,-9 1-83 0 0,-3 0-36 0 0,0 1 0 0 0,0 0 0 0 0,0 0 0 0 0,0 1 0 0 0,0 0 0 0 0,0 0 1 0 0,0 1-1 0 0,0 0 0 0 0,0 0 0 0 0,13 4 0 0 0,-19-5-7 0 0,0 1 1 0 0,0-1-1 0 0,-1 1 1 0 0,1-1-1 0 0,0 1 1 0 0,0-1-1 0 0,-1 1 1 0 0,1-1-1 0 0,0 1 1 0 0,-1 0-1 0 0,1-1 1 0 0,-1 1-1 0 0,1 0 0 0 0,-1 0 1 0 0,1-1-1 0 0,-1 1 1 0 0,1 0-1 0 0,-1 0 1 0 0,0 0-1 0 0,1 0 1 0 0,-1 0-1 0 0,0 0 1 0 0,0-1-1 0 0,0 3 1 0 0,1-1 17 0 0,-1 1 0 0 0,0 0 1 0 0,0 0-1 0 0,0-1 0 0 0,0 1 1 0 0,-1 3-1 0 0,-1 2 25 0 0,-1-1 1 0 0,0 1-1 0 0,0-1 0 0 0,-1 0 0 0 0,1 0 1 0 0,-8 9-1 0 0,-32 39 147 0 0,15-21-129 0 0,-22 25-29 0 0,28-34-19 0 0,-34 50 0 0 0,53-70-20 0 0,0 0 0 0 0,0 0 0 0 0,1 0 0 0 0,0 0 0 0 0,0 0 0 0 0,0 1 0 0 0,1-1 0 0 0,-2 10 0 0 0,3-14 0 0 0,-1 0 0 0 0,1 0 0 0 0,0 1 0 0 0,0-1 0 0 0,0 0 0 0 0,0 0 0 0 0,0 0 0 0 0,0 0 0 0 0,0 0 0 0 0,1 0 0 0 0,-1 0 0 0 0,0 0 0 0 0,1 0 0 0 0,-1 1 0 0 0,0-1 0 0 0,1 0 0 0 0,-1-1 0 0 0,1 1 0 0 0,0 0 0 0 0,-1 0 0 0 0,1 0 0 0 0,0 0 0 0 0,0 0 0 0 0,-1-1 0 0 0,2 2 0 0 0,1 1 0 0 0,0-1-3 0 0,-1 1-1 0 0,1-1 1 0 0,0 1 0 0 0,0-1-1 0 0,0 0 1 0 0,0 0 0 0 0,0 0-1 0 0,1-1 1 0 0,-1 1 0 0 0,1-1-1 0 0,-1 0 1 0 0,1 1 0 0 0,-1-2-1 0 0,1 1 1 0 0,-1 0 0 0 0,1-1-1 0 0,0 0 1 0 0,-1 1 0 0 0,6-2-1 0 0,7 0-24 0 0,1-1-1 0 0,-2-1 1 0 0,19-5-1 0 0,-20 4 11 0 0,12-3-216 0 0,-1-1 0 0 0,0-1-1 0 0,34-18 1 0 0,4-8-2551 0 0,-1-3-5787 0 0,-33 20 65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3:56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1 6911 0 0,'-2'0'4379'0'0,"-21"13"6895"0"0,15-9-10195 0 0,0 0 1 0 0,1 0-1 0 0,0 1 1 0 0,0 0-1 0 0,-9 9 0 0 0,-4 7-583 0 0,1 1-1 0 0,1 2 1 0 0,2-1-1 0 0,0 2 0 0 0,1 0 1 0 0,-19 46-1 0 0,30-60-470 0 0,0-1-1 0 0,0 1 0 0 0,1 0 1 0 0,0 0-1 0 0,-1 18 0 0 0,3-26-34 0 0,1 0 0 0 0,0 0 0 0 0,0 0 0 0 0,1 0 0 0 0,-1 0 0 0 0,1-1 0 0 0,-1 1 0 0 0,1 0 0 0 0,0 0-1 0 0,0 0 1 0 0,0-1 0 0 0,0 1 0 0 0,1 0 0 0 0,-1-1 0 0 0,1 1 0 0 0,-1-1 0 0 0,1 0 0 0 0,0 0-1 0 0,0 1 1 0 0,0-1 0 0 0,0 0 0 0 0,1-1 0 0 0,-1 1 0 0 0,0 0 0 0 0,1-1 0 0 0,4 3 0 0 0,0-1-46 0 0,-1-1 0 0 0,1 0 0 0 0,0 0 0 0 0,0-1 0 0 0,0 0 0 0 0,0 0 0 0 0,0 0 0 0 0,1-1 0 0 0,-1 0 0 0 0,0-1 0 0 0,14-2 0 0 0,7-3-231 0 0,43-14-1 0 0,-65 18 256 0 0,6-2-30 0 0,-1 0 1 0 0,0-1-1 0 0,-1 0 0 0 0,1-1 1 0 0,-1 0-1 0 0,13-11 0 0 0,-17 12 52 0 0,0 0-1 0 0,-1 0 0 0 0,0-1 0 0 0,0 0 1 0 0,0 1-1 0 0,-1-2 0 0 0,1 1 1 0 0,-2 0-1 0 0,1-1 0 0 0,-1 0 1 0 0,4-9-1 0 0,-6 13 15 0 0,-1 1 0 0 0,1-1 0 0 0,-1 0-1 0 0,1 0 1 0 0,-1 1 0 0 0,0-1 0 0 0,0 0 0 0 0,0 1 0 0 0,-1-1-1 0 0,1 0 1 0 0,0 0 0 0 0,-1 1 0 0 0,0-1 0 0 0,-1-4 0 0 0,0 3 12 0 0,-1 0 1 0 0,1 0-1 0 0,-1 0 1 0 0,1 0 0 0 0,-1 1-1 0 0,0-1 1 0 0,-1 1 0 0 0,-3-4-1 0 0,-5-2-17 0 0,-1 0-1 0 0,-1 0 1 0 0,-28-12-1 0 0,28 14-212 0 0,6 2-171 0 0,0 1 0 0 0,0 1 0 0 0,0-1 0 0 0,-1 1 0 0 0,1 1 0 0 0,-1-1 1 0 0,0 1-1 0 0,-12 0 0 0 0,33 10-8066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3:57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6 18455 0 0,'-2'-5'9789'0'0,"4"14"-6756"0"0,6 39-2436 0 0,-2 3-362 0 0,16 65 0 0 0,22 46 168 0 0,-33-124-383 0 0,-6-14-16 0 0,3 9-27 0 0,-7-31-73 0 0,1 4 260 0 0,-1-3-1714 0 0,6-13-5141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3:57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379 1 11055 0 0,'-2'0'15530'0'0,"-10"2"-13080"0"0,-67 88 1019 0 0,-14 12-3345 0 0,30-36-58 0 0,-18 16 7 0 0,75-78-73 0 0,1 1 0 0 0,-1 1 0 0 0,1-1 0 0 0,0 1 0 0 0,0 0 0 0 0,0 0 0 0 0,1 0 0 0 0,-3 8 0 0 0,6-6 0 0 0,2-6-2 0 0,0 0 0 0 0,0 0 0 0 0,1 0 0 0 0,-1-1 0 0 0,1 1 0 0 0,-1 0 0 0 0,1-1 0 0 0,-1 1 0 0 0,1-1 0 0 0,0 0 0 0 0,0 0 0 0 0,0 1 0 0 0,-1-1 0 0 0,1 0 1 0 0,0-1-1 0 0,0 1 0 0 0,1 0 0 0 0,3 0 0 0 0,4 2-16 0 0,0-1 0 0 0,17 1 0 0 0,110 1-38 0 0,-36-2 59 0 0,-93-1-8 0 0,0-1 16 0 0,0 0 1 0 0,-1 1-1 0 0,1 0 1 0 0,0 0-1 0 0,-1 1 0 0 0,12 4 1 0 0,18 7-2002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4:03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5063 0 0,'2'1'16638'0'0,"11"10"-15679"0"0,0 0 0 0 0,-1 1 0 0 0,-1 0 0 0 0,1 1 0 0 0,-2 0 0 0 0,10 16 0 0 0,17 20-377 0 0,16 15-227 0 0,29 36-202 0 0,122 117 1 0 0,-130-149-1950 0 0,-63-57 827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4:04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407 0 21191 0 0,'0'0'2307'0'0,"0"2"-2030"0"0,-4 6-47 0 0,-2 2 276 0 0,1 1 0 0 0,1-1 0 0 0,0 1 0 0 0,-4 14 0 0 0,-4 23 633 0 0,-30 78 0 0 0,-32 42-57 0 0,58-137-930 0 0,-1 0 1 0 0,-24 32-1 0 0,27-43-130 0 0,-1-2-1 0 0,-1 0 0 0 0,0-1 1 0 0,-22 17-1 0 0,28-26-129 0 0,0-1 0 0 0,-15 7 0 0 0,-5 0-3732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4:04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18831 0 0,'0'0'7273'0'0,"2"1"-6347"0"0,1 0-732 0 0,-1 1 0 0 0,1 0 0 0 0,-1 0 0 0 0,1 0 0 0 0,-1 0 0 0 0,0 0 0 0 0,0 1 1 0 0,0-1-1 0 0,0 0 0 0 0,0 1 0 0 0,0 0 0 0 0,-1-1 0 0 0,1 1 0 0 0,-1 0 0 0 0,2 6 0 0 0,1 4 49 0 0,-1 0 0 0 0,3 20 0 0 0,-2-8 92 0 0,4 29-7 0 0,-5-31-572 0 0,1 0 0 0 0,2 0 0 0 0,9 29 0 0 0,-14-50-327 0 0,7 1-1991 0 0,1-2 1103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4:05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10135 0 0,'2'0'13359'0'0,"61"-3"-7702"0"0,2-6-4083 0 0,29-1-1491 0 0,-83 10-984 0 0,1 0 0 0 0,0 1 0 0 0,21 5 0 0 0,-33-6 824 0 0,7 3-2815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4:05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66 8751 0 0,'-5'6'14153'0'0,"23"3"-11309"0"0,-12-9-2644 0 0,-1 0 0 0 0,1 0 0 0 0,-1 0 0 0 0,1-1-1 0 0,-1 0 1 0 0,0 0 0 0 0,9-3 0 0 0,6-1 184 0 0,133-28-373 0 0,-89 14-3351 0 0,-45 12-2751 0 0,-2-2-1805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4:05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20 18943 0 0,'-10'-4'2023'0'0,"8"2"-1999"0"0,-16-5 76 0 0,15 6 148 0 0,-1 0 1 0 0,0-1-1 0 0,0 2 1 0 0,0-1-1 0 0,0 0 1 0 0,0 1-1 0 0,0 0 1 0 0,0 0-1 0 0,0 0 1 0 0,0 0-1 0 0,-6 2 1 0 0,4 0 230 0 0,0 0 0 0 0,0 0 0 0 0,0 1 0 0 0,0 0 1 0 0,1 0-1 0 0,-10 6 0 0 0,-3 5-56 0 0,1 0 1 0 0,0 1-1 0 0,1 0 1 0 0,0 1-1 0 0,2 1 1 0 0,-19 27 0 0 0,23-28-255 0 0,0 0 0 0 0,1 1 0 0 0,1 0 0 0 0,1 1 1 0 0,0-1-1 0 0,1 2 0 0 0,-7 36 0 0 0,13-50-162 0 0,-1 0-1 0 0,1-1 0 0 0,0 1 0 0 0,0 0 1 0 0,0 0-1 0 0,1 0 0 0 0,-1 0 0 0 0,1 0 1 0 0,1 0-1 0 0,-1 0 0 0 0,1 0 1 0 0,-1-1-1 0 0,1 1 0 0 0,5 7 0 0 0,-3-7-8 0 0,0 1 0 0 0,0-1 0 0 0,1 0 0 0 0,-1-1 0 0 0,1 1 0 0 0,0-1 0 0 0,1 0 0 0 0,-1 0 0 0 0,13 6 0 0 0,-6-4-37 0 0,0-1 1 0 0,0 0-1 0 0,1-1 0 0 0,0-1 0 0 0,0 0 0 0 0,0 0 0 0 0,0-2 1 0 0,0 0-1 0 0,0 0 0 0 0,24-2 0 0 0,-11-2-6 0 0,-1-1 0 0 0,0-2 0 0 0,-1 0 0 0 0,1-2 0 0 0,-1 0 0 0 0,24-13 0 0 0,-38 16 31 0 0,1 0-1 0 0,-1-1 0 0 0,0-1 1 0 0,0 0-1 0 0,-1 0 0 0 0,1-1 1 0 0,-2 0-1 0 0,1 0 0 0 0,-1-1 1 0 0,-1-1-1 0 0,1 1 0 0 0,-2-1 1 0 0,1 0-1 0 0,-1 0 0 0 0,5-14 1 0 0,-9 19 14 0 0,0 0 0 0 0,-1 0 1 0 0,1-1-1 0 0,-1 1 0 0 0,0 0 1 0 0,-1-1-1 0 0,1 1 0 0 0,-1 0 1 0 0,0-1-1 0 0,-1 1 0 0 0,1 0 1 0 0,-1-1-1 0 0,0 1 0 0 0,0 0 1 0 0,-1 0-1 0 0,-3-9 0 0 0,2 8 14 0 0,0 1-1 0 0,-1 0 0 0 0,1 0 1 0 0,-1 0-1 0 0,0 0 0 0 0,-1 0 1 0 0,1 1-1 0 0,-1-1 0 0 0,0 1 0 0 0,0 1 1 0 0,0-1-1 0 0,-1 1 0 0 0,1 0 1 0 0,-7-3-1 0 0,-10-4-54 0 0,1 1-1 0 0,-1 0 1 0 0,-1 2 0 0 0,1 1-1 0 0,-1 0 1 0 0,0 2 0 0 0,-1 1-1 0 0,1 0 1 0 0,0 2 0 0 0,-1 1-1 0 0,-33 3 1 0 0,55-2-321 0 0,-12 1 411 0 0,9-1-3477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4:32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13359 0 0,'-10'0'12880'0'0,"11"1"-12674"0"0,1 0 0 0 0,-1-1-1 0 0,1 1 1 0 0,-1 0 0 0 0,1 0 0 0 0,-1 1-1 0 0,0-1 1 0 0,2 2 0 0 0,1 1 138 0 0,53 43 1577 0 0,91 84-1038 0 0,21 50-880 0 0,-164-173-128 0 0,0-1 1 0 0,6 13 0 0 0,-2-2-982 0 0,-8-17 478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4:32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 0 21191 0 0,'0'0'2359'0'0,"-7"7"-1149"0"0,4-2-824 0 0,0 1 0 0 0,0-1 0 0 0,1 1 0 0 0,-1 0 0 0 0,1 0 0 0 0,1 0 0 0 0,-1 0 0 0 0,1 1 0 0 0,-1 10-1 0 0,-2 4 55 0 0,-7 30-73 0 0,-3 1 0 0 0,-2-2 0 0 0,-2 0 0 0 0,-30 59 0 0 0,35-85-467 0 0,-1-1 1 0 0,-1-1 0 0 0,-1 0 0 0 0,-1-1 0 0 0,-1-1-1 0 0,-31 27 1 0 0,19-14-4256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4:32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14743 0 0,'0'0'1136'0'0,"2"0"-462"0"0,7 1 1877 0 0,1-1 1 0 0,15 0-1 0 0,43-9 943 0 0,-44 4-3126 0 0,26-1-1 0 0,-31 5-337 0 0,-9 0-28 0 0,1 1-1 0 0,18 0 1 0 0,-26 1 17 0 0,-1-1 0 0 0,1 0-1 0 0,-1 1 1 0 0,0 0 0 0 0,1-1 0 0 0,-1 1 0 0 0,0 0 0 0 0,1 0-1 0 0,-1 0 1 0 0,0 0 0 0 0,0 1 0 0 0,0-1 0 0 0,0 1 0 0 0,0-1-1 0 0,0 1 1 0 0,3 3 0 0 0,-5-4 9 0 0,0 0 0 0 0,0 0 0 0 0,0 0 0 0 0,0 0 0 0 0,0 0 1 0 0,0 1-1 0 0,0-1 0 0 0,0 0 0 0 0,0 0 0 0 0,-1 0 0 0 0,1 0 0 0 0,0 0 0 0 0,-1 0 0 0 0,1 0 0 0 0,-1 1 0 0 0,0 1 76 0 0,-5 12 131 0 0,0 1 1 0 0,-1-2-1 0 0,0 1 0 0 0,-1-1 0 0 0,-1 0 0 0 0,-16 19 0 0 0,-70 70 463 0 0,88-96-651 0 0,1 1-19 0 0,-1-1 1 0 0,2 0-1 0 0,-1 1 0 0 0,1 0 1 0 0,0 1-1 0 0,1-1 0 0 0,-5 12 1 0 0,8-17 13 0 0,1-2-41 0 0,0 0-1 0 0,0 0 1 0 0,0 0-1 0 0,1 0 0 0 0,-1 0 1 0 0,0 0-1 0 0,0 0 1 0 0,0 0-1 0 0,1 0 0 0 0,-1 0 1 0 0,0 0-1 0 0,1 0 1 0 0,-1 0-1 0 0,1 0 0 0 0,-1 0 1 0 0,1 0-1 0 0,0-1 1 0 0,-1 1-1 0 0,1 0 1 0 0,0 0-1 0 0,-1-1 0 0 0,1 1 1 0 0,1 0-1 0 0,1 1 1 0 0,-1 0-1 0 0,1 0 0 0 0,-1 0 0 0 0,1 0 0 0 0,0-1 1 0 0,0 1-1 0 0,-1-1 0 0 0,1 0 0 0 0,0 0 0 0 0,0 0 0 0 0,0 0 0 0 0,1-1 0 0 0,-1 1 0 0 0,0-1 1 0 0,4 0-1 0 0,8 1-29 0 0,25-4 1 0 0,-29 2-10 0 0,8-2-287 0 0,0 0 1 0 0,-1-2-1 0 0,1 0 1 0 0,19-8-1 0 0,32-19-4168 0 0,-50 21 2166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4:33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18887 0 0,'0'0'8787'0'0,"1"0"-7906"0"0,26-1 353 0 0,36-7-1 0 0,-7 1-2630 0 0,-40 5-3676 0 0,25 2 0 0 0,-30 2-3327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4:33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18 20671 0 0,'-5'6'2211'0'0,"0"-1"1457"0"0,25 6-2332 0 0,-15-10-1298 0 0,1 0 1 0 0,-1 0-1 0 0,0-1 0 0 0,1 0 1 0 0,-1 0-1 0 0,1 0 0 0 0,5-2 1 0 0,39-9-1042 0 0,-28 5-89 0 0,43-11-3239 0 0,-44 10 1907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4:33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33 10591 0 0,'0'0'14976'0'0,"0"2"-13872"0"0,-5 8-247 0 0,1 0-1 0 0,-1-1 1 0 0,-11 15-1 0 0,-4 9-155 0 0,3-2-310 0 0,-1 1 9 0 0,1 1 0 0 0,-18 53-1 0 0,31-73-374 0 0,0 0-1 0 0,2 0 0 0 0,-1 0 1 0 0,2 1-1 0 0,0-1 1 0 0,0 1-1 0 0,1-1 0 0 0,3 15 1 0 0,-3-23-44 0 0,1 0-1 0 0,0-1 1 0 0,0 1 0 0 0,0 0-1 0 0,1-1 1 0 0,-1 0 0 0 0,1 1-1 0 0,0-1 1 0 0,1 0 0 0 0,-1 0 0 0 0,1 0-1 0 0,-1 0 1 0 0,1 0 0 0 0,0-1-1 0 0,1 1 1 0 0,-1-1 0 0 0,1 0 0 0 0,-1 0-1 0 0,1 0 1 0 0,0 0 0 0 0,0-1-1 0 0,0 1 1 0 0,1-1 0 0 0,-1 0 0 0 0,0-1-1 0 0,7 3 1 0 0,-2-3-33 0 0,0 1-1 0 0,0-1 1 0 0,0 0-1 0 0,1-1 1 0 0,-1 0-1 0 0,0-1 1 0 0,1 0 0 0 0,-1 0-1 0 0,0-1 1 0 0,0 0-1 0 0,14-5 1 0 0,-7 1-42 0 0,-2-1 1 0 0,1 0-1 0 0,-1-1 1 0 0,0-1-1 0 0,23-18 0 0 0,-29 20 76 0 0,-1 1 0 0 0,-1-2 0 0 0,1 1 0 0 0,-1-1 0 0 0,-1 0 0 0 0,0 0 0 0 0,0 0 0 0 0,0-1-1 0 0,-1 0 1 0 0,5-13 0 0 0,-3 4 19 0 0,-2-1 1 0 0,1 0-1 0 0,-2 0 0 0 0,1-24 0 0 0,-3 35-14 0 0,-1 1 0 0 0,-1 0 0 0 0,1-1 0 0 0,-1 1 0 0 0,-1 0 0 0 0,1 0 0 0 0,-1-1 0 0 0,0 1 0 0 0,-1 1 0 0 0,0-1 0 0 0,0 0 0 0 0,0 1 0 0 0,-1-1 0 0 0,0 1 0 0 0,0 0-1 0 0,0 0 1 0 0,-9-7 0 0 0,3 3-329 0 0,-1 0-1 0 0,0 1 0 0 0,-1 0 1 0 0,0 1-1 0 0,-1 1 0 0 0,0 0 1 0 0,-24-10-1 0 0,11 6-904 0 0,-7-2-1345 0 0,10 5-4742 0 0,13 5 179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4:34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22031 0 0,'0'0'1995'0'0,"0"1"-1645"0"0,3 25 51 0 0,-4-22 139 0 0,2 1 1 0 0,-1 0-1 0 0,1 0 0 0 0,-1 0 0 0 0,1 0 0 0 0,0 0 0 0 0,1-1 1 0 0,-1 1-1 0 0,1 0 0 0 0,5 7 0 0 0,12 19 12 0 0,-18-30-864 0 0,1-1-1 0 0,-1 1 1 0 0,0 0-1 0 0,0 0 1 0 0,1-1-1 0 0,-1 1 1 0 0,0 0 0 0 0,1-1-1 0 0,-1 1 1 0 0,0-1-1 0 0,1 0 1 0 0,-1 1-1 0 0,1-1 1 0 0,-1 0 0 0 0,1 0-1 0 0,-1 0 1 0 0,1 0-1 0 0,-1 0 1 0 0,0 0 0 0 0,1-1-1 0 0,-1 1 1 0 0,1 0-1 0 0,-1-1 1 0 0,0 1-1 0 0,1-1 1 0 0,-1 0 0 0 0,0 1-1 0 0,1-1 1 0 0,-1 0-1 0 0,2-1 1 0 0,7-4-2019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4:34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 16271 0 0,'-2'1'7724'0'0,"-2"3"-7337"0"0,0 0 0 0 0,1 0 0 0 0,-1 1-1 0 0,1-1 1 0 0,0 1 0 0 0,0 0 0 0 0,0 0 0 0 0,1 0-1 0 0,0 0 1 0 0,0 0 0 0 0,0 1 0 0 0,-1 6-1 0 0,0 4-97 0 0,0 1 0 0 0,-1 31 0 0 0,3-32-168 0 0,1 1 0 0 0,2-1 1 0 0,-1 0-1 0 0,2 1 0 0 0,0-1 1 0 0,1 0-1 0 0,0 0 0 0 0,2 0 1 0 0,0-1-1 0 0,14 27 0 0 0,-15-33-115 0 0,1 0 0 0 0,0-1 0 0 0,1 0 0 0 0,0 1 0 0 0,0-2 0 0 0,0 1 0 0 0,1-1 0 0 0,0-1 0 0 0,1 1 0 0 0,0-1 0 0 0,0-1-1 0 0,0 1 1 0 0,0-2 0 0 0,1 1 0 0 0,0-1 0 0 0,0-1 0 0 0,17 5 0 0 0,-15-7-8 0 0,0 0 0 0 0,0 0-1 0 0,0-1 1 0 0,0 0 0 0 0,0-1 0 0 0,-1-1 0 0 0,1 0 0 0 0,0-1-1 0 0,-1 0 1 0 0,1 0 0 0 0,-1-1 0 0 0,0-1 0 0 0,0 0-1 0 0,-1 0 1 0 0,14-10 0 0 0,-11 7-2 0 0,0-1 0 0 0,-1-1 0 0 0,0 0 0 0 0,0-1 0 0 0,-1 0 0 0 0,-1-1-1 0 0,0 0 1 0 0,-1-1 0 0 0,0 0 0 0 0,-1 0 0 0 0,9-18 0 0 0,-15 27 4 0 0,-1 3 0 0 0,-1-1 0 0 0,1 1 0 0 0,0 0 0 0 0,-1 0 0 0 0,0-1 0 0 0,1 1 0 0 0,-1 0 0 0 0,0-1 0 0 0,0 1 0 0 0,0-1 0 0 0,1 1 0 0 0,-1 0 0 0 0,-1-1 0 0 0,1 1 0 0 0,0-1 0 0 0,0 1 0 0 0,0 0 0 0 0,-2-3 0 0 0,2 3 6 0 0,0 0 1 0 0,0 0-1 0 0,0 0 0 0 0,-1 0 1 0 0,1-1-1 0 0,-1 1 0 0 0,1 0 1 0 0,-1 0-1 0 0,1 0 0 0 0,-1 1 1 0 0,1-1-1 0 0,-1 0 0 0 0,0 0 0 0 0,1 0 1 0 0,-1 0-1 0 0,0 0 0 0 0,0 1 1 0 0,0-1-1 0 0,0 0 0 0 0,0 1 1 0 0,0-1-1 0 0,-1 0 3 0 0,0 0 0 0 0,0 1 1 0 0,1 0-1 0 0,-1-1 0 0 0,0 1 0 0 0,0 0 1 0 0,0 0-1 0 0,0 0 0 0 0,1 0 0 0 0,-1 0 1 0 0,-3 1-1 0 0,-5 2 68 0 0,1-1-1 0 0,0 2 1 0 0,-17 8 0 0 0,19-8 30 0 0,-9 4-46 0 0,1 0-1 0 0,0 1 1 0 0,1 1 0 0 0,0 1-1 0 0,1 0 1 0 0,0 0 0 0 0,1 1-1 0 0,0 1 1 0 0,1 0 0 0 0,0 1-1 0 0,1 0 1 0 0,0 0 0 0 0,-12 29-1 0 0,20-38-118 0 0,0 0 0 0 0,0 0-1 0 0,1 0 1 0 0,0 0 0 0 0,0 0-1 0 0,1 0 1 0 0,-1 1 0 0 0,1-1-1 0 0,0 0 1 0 0,0 0 0 0 0,3 11-1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7:01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 11519 0 0,'0'0'887'0'0,"-4"9"964"0"0,1 3-405 0 0,0 0 0 0 0,1 0 0 0 0,1 0 0 0 0,-1 0 0 0 0,2 12 0 0 0,4 66 1051 0 0,-1-46-1265 0 0,25 372 1617 0 0,-27-398-2906 0 0,1-3-143 0 0,-1 1 1 0 0,-1-1-1 0 0,0 0 0 0 0,-4 22 0 0 0,4-36-101 0 0,-8-1-1893 0 0,6-1 1953 0 0,0 1-1 0 0,0-1 1 0 0,0 1-1 0 0,1-1 1 0 0,-1 0-1 0 0,0 0 0 0 0,1 0 1 0 0,-1 0-1 0 0,1 0 1 0 0,-1 0-1 0 0,1 0 1 0 0,-1 0-1 0 0,1-1 0 0 0,0 1 1 0 0,-1 0-1 0 0,1-1 1 0 0,0 1-1 0 0,0-1 1 0 0,0 1-1 0 0,0-1 0 0 0,0 0 1 0 0,1 1-1 0 0,-1-1 1 0 0,0 0-1 0 0,1 0 1 0 0,-1 0-1 0 0,1-1 0 0 0,-1-3-452 0 0,0-1-1 0 0,1 1 1 0 0,0 0-1 0 0,0 0 0 0 0,1 0 1 0 0,1-9-1 0 0,2-16-1432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7:02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3 175 18255 0 0,'0'0'1654'0'0,"-3"-16"-734"0"0,4 13-756 0 0,-1 1 1 0 0,0 0-1 0 0,1-1 1 0 0,-1 1 0 0 0,1 0-1 0 0,0 0 1 0 0,0-1 0 0 0,0 1-1 0 0,0 0 1 0 0,0 0 0 0 0,0 0-1 0 0,0 0 1 0 0,1 0-1 0 0,-1 0 1 0 0,1 1 0 0 0,3-4-1 0 0,2-1 233 0 0,1 0-1 0 0,15-9 0 0 0,-13 8-77 0 0,10-3 20 0 0,0 0-1 0 0,0 2 1 0 0,1 0-1 0 0,29-7 1 0 0,-45 14-283 0 0,32-9 86 0 0,0 2-1 0 0,0 2 0 0 0,0 1 1 0 0,42 0-1 0 0,-64 5-141 0 0,0 1-1 0 0,-1 0 1 0 0,1 0-1 0 0,0 2 1 0 0,22 6-1 0 0,-32-8 2 0 0,-1 1 0 0 0,0 0-1 0 0,1 0 1 0 0,-1 0-1 0 0,0 0 1 0 0,0 1 0 0 0,0 0-1 0 0,0 0 1 0 0,-1 0-1 0 0,1 0 1 0 0,-1 0 0 0 0,0 1-1 0 0,0 0 1 0 0,0-1-1 0 0,0 1 1 0 0,-1 0 0 0 0,1 1-1 0 0,-1-1 1 0 0,0 0 0 0 0,-1 1-1 0 0,3 5 1 0 0,-2-3 13 0 0,-1 1 0 0 0,1 0 1 0 0,-1 0-1 0 0,0 0 1 0 0,-1 0-1 0 0,0 0 0 0 0,-1 0 1 0 0,1 0-1 0 0,-1 0 1 0 0,-1-1-1 0 0,-4 15 0 0 0,2-11 7 0 0,0 0 0 0 0,-1-1 0 0 0,-1 0-1 0 0,0 0 1 0 0,0-1 0 0 0,-1 1 0 0 0,-11 11 0 0 0,-2-1 20 0 0,-2 0 1 0 0,0-2 0 0 0,-1 0 0 0 0,-1-2-1 0 0,-43 22 1 0 0,49-27-493 0 0,-1-2 0 0 0,0-1 0 0 0,0 0 1 0 0,-1-1-1 0 0,-21 4 0 0 0,20-9-2445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7:02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78 14279 0 0,'0'0'9305'0'0,"2"-1"-8731"0"0,10-13 45 0 0,-6 8-565 0 0,0-1 1 0 0,1 1-1 0 0,-1 0 1 0 0,1 1-1 0 0,1 0 1 0 0,-1 0-1 0 0,13-6 0 0 0,-16 9-37 0 0,0 0 0 0 0,-1 1 0 0 0,1-1-1 0 0,0 1 1 0 0,0 0 0 0 0,0 0-1 0 0,0 1 1 0 0,0-1 0 0 0,0 1 0 0 0,0 0-1 0 0,0 0 1 0 0,7 1 0 0 0,-10-1-4 0 0,1 1 0 0 0,-1-1 0 0 0,1 1 0 0 0,-1-1 0 0 0,1 1 0 0 0,-1 0 0 0 0,1-1 1 0 0,-1 1-1 0 0,0 0 0 0 0,0 0 0 0 0,1 0 0 0 0,-1 0 0 0 0,0 0 0 0 0,0 1 0 0 0,0-1 0 0 0,0 0 1 0 0,0 0-1 0 0,0 1 0 0 0,0-1 0 0 0,-1 1 0 0 0,1-1 0 0 0,0 1 0 0 0,-1-1 0 0 0,1 1 0 0 0,-1-1 0 0 0,0 1 1 0 0,1-1-1 0 0,-1 1 0 0 0,0-1 0 0 0,0 1 0 0 0,0 0 0 0 0,0-1 0 0 0,0 1 0 0 0,-1 2 0 0 0,0 3 59 0 0,0 0-1 0 0,0 0 0 0 0,-1 0 0 0 0,0-1 0 0 0,0 1 0 0 0,0-1 0 0 0,-1 1 1 0 0,0-1-1 0 0,0 0 0 0 0,-1 0 0 0 0,0 0 0 0 0,0 0 0 0 0,-6 6 0 0 0,-5 3 183 0 0,0-1 0 0 0,-35 25 0 0 0,0 0 27 0 0,33-27-198 0 0,12-9-54 0 0,0 0-1 0 0,0 1 1 0 0,1 0 0 0 0,-8 7 0 0 0,6-5-5 0 0,5-3 18 0 0,-1 2-20 0 0,2-2 20 0 0,0-2-43 0 0,0 0 0 0 0,1 0 0 0 0,-1 0 0 0 0,1 0 0 0 0,-1 0 0 0 0,1 0 0 0 0,-1-1 0 0 0,1 1 0 0 0,0 0 0 0 0,0 0 0 0 0,-1-1 0 0 0,1 1 0 0 0,0 0 0 0 0,0-1 0 0 0,0 1 0 0 0,-1-1 0 0 0,1 1-1 0 0,0-1 1 0 0,0 1 0 0 0,0-1 0 0 0,0 0 0 0 0,0 1 0 0 0,0-1 0 0 0,0 0 0 0 0,0 0 0 0 0,0 0 0 0 0,0 0 0 0 0,2 0 0 0 0,2 1-31 0 0,16 0-32 0 0,0 0 1 0 0,0-2-1 0 0,39-5 1 0 0,-10 1-75 0 0,28 0-525 0 0,54-5-3541 0 0,-112 7 2410 0 0,-1 0-280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7:03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11975 0 0,'0'0'12696'0'0,"8"-2"-11748"0"0,43-9-559 0 0,-18 4 111 0 0,62-7-1 0 0,-83 13-602 0 0,2 0-936 0 0,1 0 1 0 0,-1 1-1 0 0,15 3 1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7:03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5527 0 0,'2'12'12966'0'0,"1"-11"-12682"0"0,0 0 0 0 0,0-1 0 0 0,-1 1 0 0 0,1 0 1 0 0,0-1-1 0 0,0 1 0 0 0,0-1 0 0 0,0 0 0 0 0,0 0 1 0 0,0 0-1 0 0,3-1 0 0 0,34-8 2223 0 0,-18 4-1990 0 0,73-15-2957 0 0,45-15-5360 0 0,-118 30 1448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7:03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3223 0 0,'0'0'21867'0'0,"0"2"-20954"0"0,-2 7-539 0 0,1-1 0 0 0,0 0-1 0 0,0 1 1 0 0,1-1 0 0 0,0 1 0 0 0,1-1-1 0 0,2 11 1 0 0,17 63 258 0 0,-8-36-442 0 0,-8-27-128 0 0,27 138 73 0 0,-25-100-277 0 0,-4 113 0 0 0,-3-163-571 0 0,-6-19-8162 0 0,6 8 9338 0 0,-4-6-2547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7:04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3679 0 0,'0'0'16772'0'0,"6"-4"-14923"0"0,4 0-1413 0 0,0 1-1 0 0,-1 0 1 0 0,1 0-1 0 0,1 2 1 0 0,-1-1-1 0 0,0 1 0 0 0,20 0 1 0 0,-18 1-309 0 0,239-2 1172 0 0,-228 3-1264 0 0,39 6 0 0 0,-57-6-26 0 0,1 0-1 0 0,0 1 1 0 0,-1-1 0 0 0,1 1-1 0 0,0 0 1 0 0,-1 1-1 0 0,0-1 1 0 0,0 1-1 0 0,0 0 1 0 0,0 1-1 0 0,0-1 1 0 0,5 6-1 0 0,-8-6 11 0 0,0 0-1 0 0,0 0 1 0 0,0 0-1 0 0,-1 0 1 0 0,1 0-1 0 0,-1 0 1 0 0,0 1-1 0 0,0-1 1 0 0,0 0-1 0 0,0 1 1 0 0,0-1-1 0 0,-1 1 1 0 0,0-1 0 0 0,1 1-1 0 0,-1-1 1 0 0,-1 1-1 0 0,1-1 1 0 0,0 1-1 0 0,-1-1 1 0 0,-1 5-1 0 0,-1 1 50 0 0,0 0 0 0 0,0 0 0 0 0,0 0 0 0 0,-1-1-1 0 0,-1 0 1 0 0,-8 13 0 0 0,6-12-45 0 0,0-2 0 0 0,0 1 1 0 0,-1-1-1 0 0,0 0 0 0 0,0 0 0 0 0,-1-1 1 0 0,-14 8-1 0 0,-70 31-181 0 0,82-40 109 0 0,-40 14-1304 0 0,-58 15 1 0 0,91-29 469 0 0,16-4 107 0 0,17 4-8037 0 0,-6-1 7762 0 0,19 6-868 0 0,6-5-1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7:04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15751 0 0,'0'0'1424'0'0,"2"1"-1172"0"0,2 6 566 0 0,0-1 0 0 0,0 1 0 0 0,0 0 0 0 0,-1 0 0 0 0,0 0-1 0 0,0 1 1 0 0,-1-1 0 0 0,0 1 0 0 0,0-1 0 0 0,-1 1 0 0 0,1 12 0 0 0,-1 9 1587 0 0,-4 53 0 0 0,0-45-2273 0 0,1-1 20 0 0,-2 52-80 0 0,4-86-318 0 0,0 0 0 0 0,0 0 0 0 0,1 0 0 0 0,-1 0 0 0 0,1 1-1 0 0,0-1 1 0 0,1 3 0 0 0,3 5-4657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7:26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226 119 22055 0 0,'-133'-5'2392'0'0,"40"-1"3509"0"0,128 10-5225 0 0,67 1 0 0 0,42-12-265 0 0,-98 5-302 0 0,59-4-32 0 0,422-31 73 0 0,736-27-566 0 0,-1139 63 289 0 0,281 3-381 0 0,-2 16-233 0 0,-289-6 565 0 0,-97-9 101 0 0,-1 1 0 0 0,0 0 0 0 0,0 1 0 0 0,25 12 0 0 0,-39-17-106 0 0,4 15-5220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7:23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40 117 16815 0 0,'0'0'770'0'0,"-2"0"-18"0"0,-1 1-582 0 0,1-1-160 0 0,1 0 0 0 0,0 0 0 0 0,0 0 0 0 0,-1 0 0 0 0,1 0 0 0 0,0 0 0 0 0,-1 0 0 0 0,1-1 0 0 0,0 1-1 0 0,-1 0 1 0 0,1-1 0 0 0,0 1 0 0 0,0-1 0 0 0,0 1 0 0 0,-1-1 0 0 0,1 1 0 0 0,-2-3 0 0 0,2 3 823 0 0,-7-2 2830 0 0,12 9-2498 0 0,12 27-820 0 0,-1-1 0 0 0,-2 2-1 0 0,15 59 1 0 0,-14-31 236 0 0,6 81-1 0 0,-18-127-576 0 0,1 7 22 0 0,-1-1 1 0 0,-1 1-1 0 0,-1-1 1 0 0,-5 40-1 0 0,3-54-39 0 0,1-7-58 0 0,0-4-222 0 0,-3-4 206 0 0,1-1 0 0 0,0 1 0 0 0,0-1 1 0 0,1 0-1 0 0,0 0 0 0 0,0 0 0 0 0,1 0 1 0 0,-1-1-1 0 0,2 1 0 0 0,-1-13 0 0 0,2-11-31 0 0,5-38-1 0 0,-3 42 40 0 0,2-20 24 0 0,3 1 0 0 0,1 0 1 0 0,2 1-1 0 0,3 0 0 0 0,1 1 0 0 0,40-79 0 0 0,-51 116 100 0 0,0 0 0 0 0,1 0 0 0 0,-1 0 0 0 0,2 1 0 0 0,-1 0 1 0 0,1 0-1 0 0,0 0 0 0 0,0 1 0 0 0,1 0 0 0 0,-1 0 0 0 0,1 0 0 0 0,0 1 0 0 0,0 0 0 0 0,10-3 0 0 0,-16 6 2 0 0,1 1 0 0 0,0-1-1 0 0,0 1 1 0 0,0 0 0 0 0,0 0-1 0 0,0 0 1 0 0,0 0 0 0 0,0 0-1 0 0,0 0 1 0 0,0 0 0 0 0,-1 1 0 0 0,1-1-1 0 0,0 1 1 0 0,0-1 0 0 0,0 1-1 0 0,0 0 1 0 0,-1 0 0 0 0,1 0 0 0 0,0 0-1 0 0,-1 0 1 0 0,1 0 0 0 0,-1 0-1 0 0,1 1 1 0 0,-1-1 0 0 0,0 0 0 0 0,2 3-1 0 0,3 3 95 0 0,-1 0-1 0 0,0 1 1 0 0,0-1-1 0 0,3 10 1 0 0,-6-13-88 0 0,16 37 169 0 0,-2 2 0 0 0,18 78-1 0 0,-24-83-179 0 0,21 76-5 0 0,35 144-2651 0 0,-55-225-1349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7:24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39 125 11975 0 0,'-1'1'547'0'0,"-3"0"194"0"0,-11 3-1128 0 0,-4-3 6310 0 0,25-3-1083 0 0,4-3-3194 0 0,-3 2-1052 0 0,36-13 420 0 0,74-17 0 0 0,48 0-1729 0 0,-9 2-2565 0 0,-115 23 1367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7:24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1 5983 0 0,'-9'0'542'0'0,"-20"-1"1375"0"0,-73 4 13589 0 0,89-1-12756 0 0,-23 5 1 0 0,29-4-3070 0 0,-1-1 0 0 0,1 1 1 0 0,0 0-1 0 0,-7 5 0 0 0,11-7 392 0 0,2 0-64 0 0,-1 0-1 0 0,1 0 0 0 0,-1 0 0 0 0,1 0 0 0 0,0 0 0 0 0,0 1 0 0 0,-1-1 0 0 0,1 0 1 0 0,-2 3-1 0 0,2-1-3 0 0,-2 4-5 0 0,3-6 0 0 0,-1-1 0 0 0,1 1 1 0 0,0 0-1 0 0,0 0 0 0 0,0-1 0 0 0,0 1 0 0 0,0 0 1 0 0,0-1-1 0 0,0 1 0 0 0,0 0 0 0 0,0 0 0 0 0,0-1 1 0 0,0 1-1 0 0,1 0 0 0 0,-1 1 0 0 0,3 0-15 0 0,-1 0 11 0 0,0 0-1 0 0,-1 0 1 0 0,1 0-1 0 0,0 0 1 0 0,0 0-1 0 0,0 0 1 0 0,1-1 0 0 0,-1 1-1 0 0,0-1 1 0 0,1 1-1 0 0,-1-1 1 0 0,1 0-1 0 0,-1 0 1 0 0,1 0 0 0 0,3 0-1 0 0,4 1-13 0 0,-1 0 1 0 0,18 1-1 0 0,24-2 12 0 0,-21-1-13 0 0,60 8 1 0 0,-82-7 17 0 0,0 1 0 0 0,0 0 1 0 0,0 0-1 0 0,0 1 0 0 0,0 0 0 0 0,-1 1 0 0 0,1-1 0 0 0,-1 2 0 0 0,0-1 0 0 0,0 1 1 0 0,12 10-1 0 0,-17-13 21 0 0,-1-1-1 0 0,1 1 1 0 0,-1 0 0 0 0,1 0 0 0 0,-1 0 0 0 0,1 0-1 0 0,-1 0 1 0 0,0 0 0 0 0,0 0 0 0 0,0 0 0 0 0,0 0 0 0 0,-1 1-1 0 0,1-1 1 0 0,0 0 0 0 0,-1 1 0 0 0,0-1 0 0 0,0 0-1 0 0,1 1 1 0 0,-1-1 0 0 0,0 0 0 0 0,-1 1 0 0 0,1-1-1 0 0,0 0 1 0 0,-2 5 0 0 0,0-3 24 0 0,1-1 0 0 0,-1 0 1 0 0,0 1-1 0 0,0-1 0 0 0,0 0 0 0 0,0 0 1 0 0,-1 0-1 0 0,0 0 0 0 0,1 0 0 0 0,-1-1 1 0 0,0 1-1 0 0,0-1 0 0 0,0 0 0 0 0,-6 3 0 0 0,-17 8-1 0 0,-2-1 0 0 0,0-2-1 0 0,0 0 1 0 0,0-2 0 0 0,-45 7-1 0 0,65-14-274 0 0,0 0 0 0 0,1-1-1 0 0,-9 0 1 0 0,15 0 49 0 0,-1 0 1 0 0,1 0-1 0 0,-1 0 1 0 0,1 0-1 0 0,-1 0 1 0 0,1 0-1 0 0,-1-1 1 0 0,1 1-1 0 0,-1-1 1 0 0,1 1-1 0 0,0-1 1 0 0,-1 1-1 0 0,1-1 0 0 0,-1 0 1 0 0,1 0-1 0 0,0 1 1 0 0,0-1-1 0 0,0 0 1 0 0,-1 0-1 0 0,1-1 1 0 0,-1-1-1 0 0,1-5-1744 0 0,5-4-58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7:25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6 17823 0 0,'0'0'1618'0'0,"-2"0"-1332"0"0,-3-2 198 0 0,0 1 0 0 0,0 0 0 0 0,-1 0 0 0 0,1 1 0 0 0,-1-1-1 0 0,1 1 1 0 0,-1 1 0 0 0,1-1 0 0 0,0 1 0 0 0,-8 1 0 0 0,-5 3 1042 0 0,-30 12 0 0 0,12-4-1138 0 0,25-9-341 0 0,1 1 1 0 0,-1-1 0 0 0,1 2-1 0 0,0 0 1 0 0,0 0 0 0 0,1 0-1 0 0,-14 14 1 0 0,22-20-49 0 0,1 0 0 0 0,0 0 0 0 0,0 1 0 0 0,-1-1 0 0 0,1 0 0 0 0,0 1 0 0 0,0-1 0 0 0,-1 0 0 0 0,1 1 0 0 0,0-1 0 0 0,0 0 1 0 0,0 1-1 0 0,-1-1 0 0 0,1 1 0 0 0,0-1 0 0 0,0 0 0 0 0,0 1 0 0 0,0-1 0 0 0,0 1 0 0 0,0-1 0 0 0,0 0 0 0 0,0 1 0 0 0,0-1 0 0 0,0 1 0 0 0,0-1 0 0 0,0 0 0 0 0,0 1 0 0 0,0-1 0 0 0,1 1 0 0 0,-1-1 0 0 0,0 0 0 0 0,0 1 0 0 0,0-1 0 0 0,0 0 0 0 0,1 1 0 0 0,-1-1 1 0 0,0 0-1 0 0,1 1 0 0 0,-1-1 0 0 0,0 0 0 0 0,0 1 0 0 0,1-1 0 0 0,9 6-57 0 0,-3-3 51 0 0,0 1-1 0 0,0-1 0 0 0,0 0 1 0 0,0 0-1 0 0,1-1 0 0 0,11 2 1 0 0,50 3-19 0 0,-4 0-12 0 0,-44-4 38 0 0,0 2 0 0 0,29 10 0 0 0,-44-13 0 0 0,0 1 0 0 0,-1-1 0 0 0,1 1 0 0 0,-1 0 0 0 0,0 0 0 0 0,0 1 0 0 0,0-1 0 0 0,0 1 0 0 0,0 0 0 0 0,-1 1 0 0 0,0-1 0 0 0,0 1 0 0 0,5 7 0 0 0,-7-9 4 0 0,-1 0 0 0 0,1 0 1 0 0,-1 0-1 0 0,0 1 0 0 0,1-1 0 0 0,-2 0 0 0 0,1 0 0 0 0,0 1 0 0 0,-1-1 1 0 0,1 0-1 0 0,-1 1 0 0 0,0-1 0 0 0,0 0 0 0 0,0 1 0 0 0,-1-1 1 0 0,1 0-1 0 0,-1 1 0 0 0,0-1 0 0 0,0 0 0 0 0,0 0 0 0 0,0 1 1 0 0,-1-1-1 0 0,1 0 0 0 0,-1 0 0 0 0,1-1 0 0 0,-1 1 0 0 0,0 0 0 0 0,0 0 1 0 0,-1-1-1 0 0,1 1 0 0 0,-6 3 0 0 0,0 1 3 0 0,0-1-1 0 0,-1 0 1 0 0,0 0-1 0 0,0-1 1 0 0,-1 0-1 0 0,0-1 1 0 0,1 0-1 0 0,-21 5 1 0 0,-2-2-225 0 0,-41 5 0 0 0,60-10-66 0 0,0-2-1 0 0,0 0 1 0 0,1 0 0 0 0,-1-1-1 0 0,1-1 1 0 0,-19-4-1 0 0,30 6 148 0 0,0 0 0 0 0,-1-1 0 0 0,1 1 0 0 0,-1 0 0 0 0,1-1 0 0 0,0 0 0 0 0,0 1 0 0 0,-1-1 0 0 0,1 1 0 0 0,0-1 0 0 0,0 0 0 0 0,0 0 0 0 0,0 0 0 0 0,0 0 0 0 0,0 0 0 0 0,0 0 0 0 0,0 0 0 0 0,0 0 0 0 0,0 0 0 0 0,1 0 0 0 0,-1-1 0 0 0,0 1 0 0 0,1 0 0 0 0,-1 0 0 0 0,0-3 0 0 0,1 1-271 0 0,0 0 1 0 0,0-1 0 0 0,0 1 0 0 0,1 0 0 0 0,-1 0 0 0 0,1-1 0 0 0,0 1 0 0 0,0 0 0 0 0,2-5 0 0 0,4-10-1317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7:25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5527 0 0,'0'0'423'0'0,"3"1"-278"0"0,-2-1 513 0 0,1 1 0 0 0,-1-1-1 0 0,1 1 1 0 0,0 0 0 0 0,-1-1-1 0 0,1 1 1 0 0,-1 0 0 0 0,1 0-1 0 0,-1 0 1 0 0,0 0 0 0 0,1 0-1 0 0,-1 0 1 0 0,0 1-1 0 0,0-1 1 0 0,2 3 0 0 0,-2-2-70 0 0,1 1 1 0 0,-1-1 0 0 0,0 1-1 0 0,0-1 1 0 0,-1 1 0 0 0,1 0-1 0 0,0 0 1 0 0,-1-1 0 0 0,1 4-1 0 0,-1 7 461 0 0,-1 0 0 0 0,0-1 1 0 0,-4 22-1 0 0,1-10 69 0 0,1 3 15 0 0,0 50 0 0 0,4-63-1015 0 0,1 0 0 0 0,0-1-1 0 0,0 1 1 0 0,1 0-1 0 0,8 18 1 0 0,-4-18-102 0 0,-4-11-39 0 0,0 0 0 0 0,1 0 0 0 0,-1 0-1 0 0,1 0 1 0 0,0 0 0 0 0,-1-1 0 0 0,1 0 0 0 0,0 0 0 0 0,1 0 0 0 0,-1 0-1 0 0,0-1 1 0 0,0 1 0 0 0,1-1 0 0 0,-1 0 0 0 0,1-1 0 0 0,7 1-1 0 0,-6 0-114 0 0,0-1 0 0 0,0 0 0 0 0,0-1 0 0 0,-1 0-1 0 0,1 1 1 0 0,0-2 0 0 0,0 1 0 0 0,0-1-1 0 0,-1 0 1 0 0,1 0 0 0 0,-1-1 0 0 0,9-4-1 0 0,-10 3 34 0 0,1 0-1 0 0,-1 0 1 0 0,1 0 0 0 0,-1-1-1 0 0,0 0 1 0 0,-1 0-1 0 0,1 0 1 0 0,3-7-1 0 0,1-3-44 0 0,10-29 0 0 0,-15 31 130 0 0,1-1-1 0 0,-2 1 1 0 0,0-1 0 0 0,0 0 0 0 0,-2-16-1 0 0,5-30-9 0 0,-4 53 43 0 0,0 1 0 0 0,-1 0 0 0 0,0 0 0 0 0,0 0 0 0 0,-1 0 0 0 0,1-1 0 0 0,-4-9 0 0 0,4 14 1763 0 0,0 16-1738 0 0,1 0 1 0 0,0 0-1 0 0,1-1 0 0 0,0 1 1 0 0,1 0-1 0 0,1-1 0 0 0,0 0 1 0 0,1 0-1 0 0,1 0 0 0 0,0 0 1 0 0,0-1-1 0 0,1 0 0 0 0,1 0 1 0 0,0-1-1 0 0,10 11 0 0 0,-2-4-877 0 0,1-1 0 0 0,29 22-1 0 0,-36-31-891 0 0,1-1 0 0 0,0 0 0 0 0,17 7 0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7:26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79 11519 0 0,'0'0'14631'0'0,"2"1"-13617"0"0,1 2-755 0 0,0 1-1 0 0,-1-1 0 0 0,1 0 1 0 0,0 1-1 0 0,-1 0 0 0 0,0-1 0 0 0,0 1 1 0 0,0 0-1 0 0,0 0 0 0 0,-1 1 0 0 0,2 6 1 0 0,2 10 58 0 0,2 23 1 0 0,-5-31-147 0 0,22 178 651 0 0,-22-179-811 0 0,-1-4-22 0 0,11-31-95 0 0,8-50 38 0 0,0-5-35 0 0,-2 27-40 0 0,-9 22 46 0 0,1 1 1 0 0,25-48 0 0 0,-35 76 94 0 0,0 0 1 0 0,0 0-1 0 0,0 0 0 0 0,0-1 0 0 0,1 1 0 0 0,-1 0 1 0 0,0 0-1 0 0,0-1 0 0 0,0 1 0 0 0,0 0 1 0 0,0 0-1 0 0,1 0 0 0 0,-1 0 0 0 0,0-1 1 0 0,0 1-1 0 0,0 0 0 0 0,1 0 0 0 0,-1 0 1 0 0,0 0-1 0 0,0 0 0 0 0,0 0 0 0 0,1-1 0 0 0,-1 1 1 0 0,0 0-1 0 0,0 0 0 0 0,1 0 0 0 0,-1 0 1 0 0,0 0-1 0 0,0 0 0 0 0,0 0 0 0 0,1 0 1 0 0,-1 0-1 0 0,0 0 0 0 0,0 0 0 0 0,1 0 1 0 0,-1 0-1 0 0,0 1 0 0 0,7 8 24 0 0,3 20 120 0 0,-9-25-120 0 0,5 21 83 0 0,4 31 1 0 0,-4-14-44 0 0,-1-15-20 0 0,1 0-1 0 0,11 30 0 0 0,-13-46-40 0 0,0-1 0 0 0,1 0-1 0 0,0 0 1 0 0,1 0 0 0 0,0 0-1 0 0,1-1 1 0 0,14 16-1 0 0,-19-23-19 0 0,-1-1 0 0 0,0 0 0 0 0,0 0-1 0 0,1-1 1 0 0,-1 1 0 0 0,1 0-1 0 0,-1 0 1 0 0,1-1 0 0 0,-1 1 0 0 0,1-1-1 0 0,-1 1 1 0 0,1-1 0 0 0,0 1 0 0 0,-1-1-1 0 0,1 0 1 0 0,0 0 0 0 0,-1 0 0 0 0,1 0-1 0 0,0 0 1 0 0,-1 0 0 0 0,1-1-1 0 0,-1 1 1 0 0,1 0 0 0 0,0-1 0 0 0,1-1-1 0 0,0 2 5 0 0,-1-2 0 0 0,0 1-1 0 0,1 0 1 0 0,-1 0 0 0 0,0-1-1 0 0,0 1 1 0 0,0-1 0 0 0,0 0-1 0 0,0 0 1 0 0,-1 1-1 0 0,1-1 1 0 0,0 0 0 0 0,-1 0-1 0 0,1-1 1 0 0,0-2 0 0 0,7-16-78 0 0,70-170-914 0 0,-70 166 795 0 0,1 1 0 0 0,27-45 0 0 0,-36 67 132 0 0,0 1 20 0 0,3-6 70 0 0,-3 6 93 0 0,-1 3 5 0 0,-1 119 647 0 0,2-95-678 0 0,0-16-58 0 0,0 0 0 0 0,1 0 0 0 0,0-1 0 0 0,1 1 0 0 0,0-1 0 0 0,0 1 0 0 0,1-1 0 0 0,0 0 0 0 0,0-1 0 0 0,11 15 0 0 0,-11-16-19 0 0,1 0 0 0 0,0-1-1 0 0,1 1 1 0 0,0-1-1 0 0,0-1 1 0 0,0 1 0 0 0,1-1-1 0 0,-1 0 1 0 0,1-1 0 0 0,0 0-1 0 0,1 0 1 0 0,-1 0-1 0 0,11 3 1 0 0,-11-5-44 0 0,0-1-1 0 0,1 0 1 0 0,-1 0-1 0 0,1-1 1 0 0,-1 0-1 0 0,1 0 1 0 0,-1 0-1 0 0,0-1 1 0 0,1 0-1 0 0,-1-1 1 0 0,0 0-1 0 0,1 0 1 0 0,-1 0-1 0 0,0-1 1 0 0,0 0-1 0 0,-1 0 1 0 0,13-9 0 0 0,-7 4-21 0 0,-1 0 0 0 0,0-2 0 0 0,0 1 0 0 0,-1-1 0 0 0,0 0 1 0 0,-1-1-1 0 0,0-1 0 0 0,10-17 0 0 0,-1-4 40 0 0,-3-1 1 0 0,0 0-1 0 0,-2-1 0 0 0,-2 0 1 0 0,10-52-1 0 0,-21 86 36 0 0,0-1 1 0 0,0 1-1 0 0,1 0 0 0 0,-1 0 1 0 0,0 0-1 0 0,0 0 0 0 0,0-1 1 0 0,0 1-1 0 0,0 0 0 0 0,-1 0 1 0 0,1-2-1 0 0,0 3-1 0 0,-1-1-1 0 0,1 1 1 0 0,0 0 0 0 0,0 0-1 0 0,0 0 1 0 0,0-1 0 0 0,0 1 0 0 0,-1 0-1 0 0,1 0 1 0 0,0 0 0 0 0,0 0-1 0 0,0-1 1 0 0,-1 1 0 0 0,1 0-1 0 0,0 0 1 0 0,0 0 0 0 0,-1 0-1 0 0,1 0 1 0 0,0 0 0 0 0,0 0-1 0 0,-1 0 1 0 0,1 0 0 0 0,0 0 0 0 0,0 0-1 0 0,-1 0 1 0 0,1 0 0 0 0,0 0-1 0 0,0 0 1 0 0,-1 0 0 0 0,1 0-1 0 0,0 0 1 0 0,-3 1 40 0 0,1-1 1 0 0,0 1-1 0 0,0 0 1 0 0,1 1-1 0 0,-1-1 0 0 0,0 0 1 0 0,0 0-1 0 0,1 1 0 0 0,-1-1 1 0 0,-2 3-1 0 0,-3 5 54 0 0,0 1 0 0 0,0 0 0 0 0,1 0 0 0 0,0 0 0 0 0,1 0-1 0 0,-6 16 1 0 0,5-8-16 0 0,0 1-1 0 0,1-1 1 0 0,-2 23-1 0 0,5-30-60 0 0,1 0-1 0 0,1 0 0 0 0,0 0 0 0 0,1 0 1 0 0,0 0-1 0 0,1 0 0 0 0,0-1 0 0 0,0 1 0 0 0,1 0 1 0 0,7 15-1 0 0,-8-20-27 0 0,1 0 1 0 0,1-1-1 0 0,-1 1 1 0 0,1 0-1 0 0,0-1 1 0 0,0 0-1 0 0,0 0 1 0 0,1 0-1 0 0,0 0 1 0 0,0-1-1 0 0,0 0 1 0 0,0 0-1 0 0,1 0 1 0 0,-1-1-1 0 0,1 0 1 0 0,0 0-1 0 0,0 0 1 0 0,10 2-1 0 0,-2-1-38 0 0,1-1 0 0 0,-1-1 0 0 0,1-1-1 0 0,-1 0 1 0 0,22-1 0 0 0,72-13-957 0 0,-2 0-5232 0 0,-92 13 207 0 0,-2 1-1623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7:27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12895 0 0,'-13'8'14984'0'0,"15"-16"-18592"0"0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7:27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14279 0 0,'-1'1'1103'0'0,"-1"1"-903"0"0,-19 9 11618 0 0,21-11-11781 0 0,0 0 1 0 0,0 0-1 0 0,0 0 0 0 0,0 0 1 0 0,0 0-1 0 0,0 0 0 0 0,0 0 1 0 0,0 0-1 0 0,-1 0 1 0 0,1 0-1 0 0,0 0 0 0 0,0 0 1 0 0,0 0-1 0 0,0 0 0 0 0,0 0 1 0 0,0 0-1 0 0,0 0 1 0 0,0 0-1 0 0,0 0 0 0 0,0 1 1 0 0,-1-1-1 0 0,1 0 0 0 0,0 0 1 0 0,0 0-1 0 0,0 0 1 0 0,0 0-1 0 0,0 0 0 0 0,0 0 1 0 0,0 0-1 0 0,0 0 0 0 0,0 1 1 0 0,0-1-1 0 0,0 0 0 0 0,0 0 1 0 0,0 0-1 0 0,0 0 1 0 0,0 0-1 0 0,0 0 0 0 0,0 0 1 0 0,0 0-1 0 0,0 1 0 0 0,0-1 1 0 0,0 0-1 0 0,0 0 1 0 0,0 0-1 0 0,0 0 0 0 0,0 0 1 0 0,0 0-1 0 0,0 0 0 0 0,0 1 1 0 0,9-2-2051 0 0,1 0-4658 0 0,1-2-2216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7:46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439 64 20847 0 0,'0'0'959'0'0,"-5"-3"309"0"0,2 1-1134 0 0,1 0 0 0 0,-1-1 1 0 0,0 1-1 0 0,1-1 0 0 0,-5-5 1 0 0,-2-1 603 0 0,5 5-590 0 0,-1 1 0 0 0,0-1-1 0 0,-1 1 1 0 0,1 0 0 0 0,-1 1 0 0 0,1-1 0 0 0,-1 1 0 0 0,0 0 0 0 0,1 1 0 0 0,-1-1-1 0 0,0 1 1 0 0,0 0 0 0 0,0 1 0 0 0,-1-1 0 0 0,1 1 0 0 0,0 1 0 0 0,0-1-1 0 0,0 1 1 0 0,0 0 0 0 0,-8 2 0 0 0,-25 8 122 0 0,1 3 0 0 0,-74 35 0 0 0,42-17-124 0 0,59-26-135 0 0,11-6-9 0 0,-1 0 0 0 0,1 0 0 0 0,0 0 0 0 0,-1 1 0 0 0,1-1 1 0 0,-1 0-1 0 0,1 0 0 0 0,0 1 0 0 0,-1-1 0 0 0,1 0 0 0 0,0 0 0 0 0,0 1 0 0 0,-1-1 1 0 0,1 0-1 0 0,0 1 0 0 0,0-1 0 0 0,-1 1 0 0 0,1-1 0 0 0,0 1 0 0 0,0 0-1 0 0,0 1-1 0 0,1-1 1 0 0,-1 0-1 0 0,1 0 1 0 0,-1 0-1 0 0,1 0 1 0 0,-1 1-1 0 0,1-1 0 0 0,-1 0 1 0 0,1 0-1 0 0,0 0 1 0 0,0 0-1 0 0,0 0 1 0 0,0-1-1 0 0,-1 1 1 0 0,1 0-1 0 0,0 0 0 0 0,0 0 1 0 0,1-1-1 0 0,-1 1 1 0 0,0-1-1 0 0,0 1 1 0 0,0-1-1 0 0,0 1 1 0 0,3 0-1 0 0,35 10-2 0 0,-35-10 3 0 0,64 14-1 0 0,209 59 0 0 0,-141-18-49 0 0,-112-44 3 0 0,-1 1 1 0 0,-1 1-1 0 0,33 27 0 0 0,-52-38 45 0 0,0-1 0 0 0,0 1 0 0 0,-1 0 0 0 0,1 0 1 0 0,-1 0-1 0 0,0 0 0 0 0,0 0 0 0 0,0 0 0 0 0,0 1 0 0 0,0-1 0 0 0,-1 1 0 0 0,2 4 0 0 0,-3-7 8 0 0,0 1-1 0 0,1 0 0 0 0,-1 0 0 0 0,0-1 1 0 0,0 1-1 0 0,0 0 0 0 0,0-1 0 0 0,-1 1 1 0 0,1 0-1 0 0,0-1 0 0 0,-1 1 0 0 0,1 0 1 0 0,-1-1-1 0 0,0 1 0 0 0,1-1 0 0 0,-1 1 1 0 0,0 0-1 0 0,0-1 0 0 0,0 0 1 0 0,0 1-1 0 0,0-1 0 0 0,0 0 0 0 0,0 0 1 0 0,-1 1-1 0 0,1-1 0 0 0,0 0 0 0 0,-1 0 1 0 0,1 0-1 0 0,-3 1 0 0 0,-9 5 97 0 0,-1-1 0 0 0,0 0 0 0 0,0-1 0 0 0,0-1 0 0 0,-1 0 0 0 0,-25 3-1 0 0,-93 4 445 0 0,95-10-494 0 0,-3 0-298 0 0,0-2 0 0 0,0-2 1 0 0,0-2-1 0 0,-67-16 0 0 0,93 15-490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7:47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0 17047 0 0,'0'0'752'0'0,"-1"10"160"0"0,-4-3-728 0 0,-8 4 5712 0 0,6-6-3128 0 0,11-13-8320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7:47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358 20 6447 0 0,'-12'-9'13004'0'0,"-6"0"-5899"0"0,-1 7-4366 0 0,15 3-2599 0 0,0 0-1 0 0,0 0 1 0 0,1 0 0 0 0,-1 0 0 0 0,0 1-1 0 0,1 0 1 0 0,-1-1 0 0 0,-4 5-1 0 0,-11 7 44 0 0,2 2-1 0 0,0 0 0 0 0,1 1 0 0 0,0 1 1 0 0,-13 19-1 0 0,8-11-86 0 0,9-11-37 0 0,-51 64 182 0 0,52-63-198 0 0,1 0 1 0 0,1 1-1 0 0,-11 24 0 0 0,18-36-38 0 0,0 1 1 0 0,1 0-1 0 0,-1-1 0 0 0,1 1 1 0 0,0 0-1 0 0,1 0 1 0 0,-1 0-1 0 0,1-1 0 0 0,0 1 1 0 0,0 0-1 0 0,0 0 0 0 0,1 0 1 0 0,0 0-1 0 0,0 0 0 0 0,0-1 1 0 0,1 1-1 0 0,-1 0 1 0 0,1-1-1 0 0,0 1 0 0 0,5 7 1 0 0,-3-7-28 0 0,0 0 0 0 0,0 0 0 0 0,1 0 0 0 0,-1 0 0 0 0,1-1 0 0 0,0 0 0 0 0,0 0 0 0 0,1 0 0 0 0,-1-1 1 0 0,1 1-1 0 0,0-1 0 0 0,0-1 0 0 0,0 1 0 0 0,12 2 0 0 0,1 0-165 0 0,0-1 1 0 0,0-2-1 0 0,0 0 0 0 0,0 0 1 0 0,1-2-1 0 0,32-3 0 0 0,-34 0-715 0 0,0-1 0 0 0,0 0-1 0 0,-1-1 1 0 0,20-8-1 0 0,-18 5-1899 0 0,-1 0-5817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7:47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 16583 0 0,'0'0'1276'0'0,"-6"6"-730"0"0,4-3 381 0 0,0-1 0 0 0,0 1 0 0 0,0-1 1 0 0,1 1-1 0 0,-1 0 0 0 0,1-1 0 0 0,0 1 1 0 0,0 0-1 0 0,0 0 0 0 0,-1 5 0 0 0,2-7-667 0 0,0 1 0 0 0,0-1 0 0 0,0 1 0 0 0,0-1-1 0 0,0 0 1 0 0,0 1 0 0 0,0-1 0 0 0,0 0 0 0 0,1 1-1 0 0,0 1 1 0 0,-1-2-314 0 0,1 0-1 0 0,0 0 0 0 0,-1 0 1 0 0,1 0-1 0 0,0 0 1 0 0,-1 0-1 0 0,1-1 0 0 0,0 1 1 0 0,0 0-1 0 0,0 0 0 0 0,0-1 1 0 0,-1 1-1 0 0,1-1 1 0 0,2 2-1 0 0,1-1-324 0 0,-1 0 0 0 0,1 0 1 0 0,-1 0-1 0 0,1 0 0 0 0,0-1 0 0 0,0 0 1 0 0,-1 1-1 0 0,1-1 0 0 0,0 0 0 0 0,7-2 0 0 0,-3 1-803 0 0,0-1 0 0 0,1 0 1 0 0,11-6-1 0 0,8-5-1296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7:48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383 34 21623 0 0,'0'0'992'0'0,"-12"-7"360"0"0,-13-6 338 0 0,22 12-1326 0 0,1-1 0 0 0,-1 1 0 0 0,1 0 0 0 0,-1 0 0 0 0,0 0 0 0 0,-3-1-1 0 0,-2 0-223 0 0,-1 1 0 0 0,0 0 0 0 0,0 1 0 0 0,0 0 0 0 0,0 0 0 0 0,0 1 0 0 0,0 0 0 0 0,1 0 0 0 0,-13 4 0 0 0,2 1 137 0 0,0 1-1 0 0,0 0 1 0 0,-18 11 0 0 0,28-13-280 0 0,0 0 0 0 0,0 1-1 0 0,0 0 1 0 0,1 1 0 0 0,0-1 0 0 0,0 2-1 0 0,1-1 1 0 0,-8 10 0 0 0,13-14 2 0 0,0-1-1 0 0,0 1 0 0 0,1 0 1 0 0,-1-1-1 0 0,1 1 1 0 0,-1 0-1 0 0,1 0 1 0 0,0 0-1 0 0,0 0 1 0 0,0 0-1 0 0,1 0 1 0 0,-1 1-1 0 0,1-1 1 0 0,0 0-1 0 0,0 0 1 0 0,0 0-1 0 0,0 0 1 0 0,0 1-1 0 0,1-1 1 0 0,-1 0-1 0 0,1 0 1 0 0,0 0-1 0 0,0 0 1 0 0,0 0-1 0 0,0 0 1 0 0,1 0-1 0 0,-1 0 1 0 0,1 0-1 0 0,-1-1 1 0 0,5 5-1 0 0,-2-3-2 0 0,0 0 0 0 0,0-1 0 0 0,0 1 0 0 0,1-1 1 0 0,-1 0-1 0 0,1 0 0 0 0,0-1 0 0 0,0 1 0 0 0,8 2 0 0 0,5 1-6 0 0,26 5-1 0 0,26 0 75 0 0,-41-7-8 0 0,-1 1 0 0 0,33 11 0 0 0,-45-11-4 0 0,-1 1 1 0 0,0 0-1 0 0,0 1 0 0 0,23 16 0 0 0,-33-19-12 0 0,0 0-1 0 0,0 0 0 0 0,-1 0 0 0 0,1 0 1 0 0,-1 1-1 0 0,6 9 0 0 0,-8-11-26 0 0,0 1 0 0 0,0-1 0 0 0,-1 0 0 0 0,1 1 0 0 0,-1-1 0 0 0,0 1 0 0 0,0-1 0 0 0,-1 1 0 0 0,1-1 0 0 0,-1 1 0 0 0,1 0 0 0 0,-2 5 0 0 0,1-5 9 0 0,-1 0 0 0 0,0-1-1 0 0,0 1 1 0 0,-1 0 0 0 0,1-1-1 0 0,-1 1 1 0 0,0-1 0 0 0,0 0-1 0 0,0 1 1 0 0,0-1 0 0 0,0 0-1 0 0,-1 0 1 0 0,1-1 0 0 0,-1 1-1 0 0,0 0 1 0 0,0-1 0 0 0,0 0-1 0 0,0 0 1 0 0,-5 3 0 0 0,-2 1 18 0 0,0-1 0 0 0,-1 0 0 0 0,1 0 1 0 0,-1-1-1 0 0,-14 3 0 0 0,-3-2-213 0 0,-1-1 0 0 0,0-1 0 0 0,0-2 0 0 0,0-1 0 0 0,0-1-1 0 0,1-1 1 0 0,-1-1 0 0 0,0-2 0 0 0,1-1 0 0 0,-31-11 0 0 0,55 15-213 0 0,-1 1-1 0 0,1-1 1 0 0,-1 0-1 0 0,1 0 1 0 0,-6-4-1 0 0,10 5 205 0 0,0 1 0 0 0,0-1-1 0 0,0 1 1 0 0,-1-1 0 0 0,1 0-1 0 0,0 1 1 0 0,0-1 0 0 0,0 1-1 0 0,0-1 1 0 0,0 0 0 0 0,0 1-1 0 0,0-1 1 0 0,0 1-1 0 0,0-1 1 0 0,1 0 0 0 0,-1 1-1 0 0,0-1 1 0 0,0 1 0 0 0,0-1-1 0 0,1 1 1 0 0,-1-1 0 0 0,0 1-1 0 0,0-1 1 0 0,1 1 0 0 0,-1-1-1 0 0,1 1 1 0 0,-1-1 0 0 0,0 1-1 0 0,2-1 1 0 0,7-6-2297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7:48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25687 0 0,'0'0'2328'0'0,"-4"10"841"0"0,4-10-3249 0 0,0 1 68 0 0,0-1-1 0 0,0 1 0 0 0,0 0 1 0 0,0-1-1 0 0,-1 1 0 0 0,1-1 0 0 0,0 1 1 0 0,0 0-1 0 0,0-1 0 0 0,0 1 1 0 0,1-1-1 0 0,-1 1 0 0 0,0 0 0 0 0,0-1 1 0 0,0 1-1 0 0,0-1 0 0 0,1 1 1 0 0,-1-1-1 0 0,0 1 0 0 0,0 0 0 0 0,1-1 1 0 0,-1 1-1 0 0,0-1 0 0 0,1 1 1 0 0,-1-1-1 0 0,1 0 0 0 0,-1 1 0 0 0,1-1 1 0 0,0 1-1 0 0,7 3-1447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8:36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8 5983 0 0,'0'0'536'0'0,"-11"10"-432"0"0,-2-5 5960 0 0,22-17-9160 0 0,4 1-1048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8:37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57 8287 0 0,'0'0'756'0'0,"2"2"-281"0"0,0 2 225 0 0,-1 0 0 0 0,1 0 0 0 0,-1 1 0 0 0,0-1 0 0 0,0 0 0 0 0,0 0 0 0 0,0 1 0 0 0,-1-1 0 0 0,0 1 0 0 0,0 6 0 0 0,-2 8 1574 0 0,-5 22 1 0 0,3-17-1622 0 0,-5 15 1027 0 0,-26 74 0 0 0,20-71-1034 0 0,-11 53-1 0 0,20-69-389 0 0,12-39-192 0 0,15-37-283 0 0,-2 0 1 0 0,21-100-1 0 0,-37 138 172 0 0,29-110-363 0 0,-26 103 316 0 0,1 0 0 0 0,1 1 0 0 0,0 0 0 0 0,14-21 0 0 0,-21 37 29 0 0,2 3-63 0 0,7 5 75 0 0,1 5 54 0 0,0 0-1 0 0,-2 1 1 0 0,1 1 0 0 0,-2-1 0 0 0,12 21 0 0 0,-11-16 71 0 0,82 144 120 0 0,3-17-192 0 0,-84-124 25 0 0,-7-15-21 0 0,-1 1 0 0 0,1-1 0 0 0,1 0-1 0 0,-1 0 1 0 0,6 6 0 0 0,-7-9-81 0 0,-17 1-454 0 0,11-3 482 0 0,-1 0 0 0 0,1 0 0 0 0,0-1-1 0 0,-1 1 1 0 0,1-1 0 0 0,0 0 0 0 0,0 0 0 0 0,-9-3 0 0 0,-32-18-298 0 0,20 8 225 0 0,0 1 4 0 0,0-2 0 0 0,-42-31 0 0 0,-38-44-313 0 0,63 52-125 0 0,-78-54 0 0 0,111 87 554 0 0,-1 0 0 0 0,0 0-1 0 0,-1 1 1 0 0,1 1 0 0 0,-21-5-1 0 0,20 5 481 0 0,12 6-249 0 0,1 1-180 0 0,0 0-1 0 0,0 0 0 0 0,0-1 0 0 0,1 1 0 0 0,-1 0 1 0 0,1-1-1 0 0,0 1 0 0 0,0-1 0 0 0,0 0 0 0 0,1 0 1 0 0,5 4-1 0 0,-2-3-9 0 0,1 1 1 0 0,-1-2 0 0 0,1 1-1 0 0,0-1 1 0 0,13 4-1 0 0,4-1 2 0 0,0-2 0 0 0,1-1 0 0 0,28 1 0 0 0,-15-4-14 0 0,0-1-1 0 0,-1-2 1 0 0,70-15-1 0 0,107-43-62 0 0,-209 59 28 0 0,8-2-119 0 0,-13 6 78 0 0,-6 5 63 0 0,-60 53 362 0 0,20-22-182 0 0,-53 40 134 0 0,36-31-103 0 0,9-8-108 0 0,36-28-110 0 0,2 0 1 0 0,-1 1-1 0 0,1 0 0 0 0,1 2 0 0 0,-18 20 0 0 0,25-23-390 0 0,1 0 0 0 0,0 0 0 0 0,1 1 0 0 0,-6 15 1 0 0,2-3-1000 0 0,0-2-234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8:49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478 191 20239 0 0,'0'0'1839'0'0,"-1"-1"-1514"0"0,-1 1-290 0 0,1 0-1 0 0,0-1 1 0 0,0 1-1 0 0,-1-1 1 0 0,1 1-1 0 0,0-1 1 0 0,0 0-1 0 0,0 0 1 0 0,0 1 0 0 0,0-1-1 0 0,0 0 1 0 0,0 0-1 0 0,0 0 1 0 0,0 0-1 0 0,0 0 1 0 0,1 0-1 0 0,-1 0 1 0 0,0 0-1 0 0,1-1 1 0 0,-1 1-1 0 0,1 0 1 0 0,-1 0 0 0 0,1 0-1 0 0,-1-1 1 0 0,1 1-1 0 0,0 0 1 0 0,0-1-1 0 0,0 1 1 0 0,-1 0-1 0 0,1-1 1 0 0,1 1-1 0 0,-1 0 1 0 0,0-1-1 0 0,0 1 1 0 0,0 0 0 0 0,1-2-1 0 0,0-9 511 0 0,-1 5-293 0 0,-1 1 0 0 0,1-1 0 0 0,-1 1 0 0 0,-1-1 0 0 0,1 1 0 0 0,-1 0 0 0 0,0-1 0 0 0,-1 1 1 0 0,1 0-1 0 0,-1 0 0 0 0,0 1 0 0 0,-1-1 0 0 0,1 1 0 0 0,-1-1 0 0 0,-8-7 0 0 0,8 9-211 0 0,-1 0 1 0 0,0 1-1 0 0,0 0 1 0 0,0 0-1 0 0,-1 0 0 0 0,1 0 1 0 0,-1 1-1 0 0,1 0 0 0 0,-1 0 1 0 0,0 1-1 0 0,0 0 0 0 0,0 0 1 0 0,0 0-1 0 0,0 0 1 0 0,0 1-1 0 0,0 0 0 0 0,0 0 1 0 0,0 1-1 0 0,0 0 0 0 0,-11 3 1 0 0,-4 1-81 0 0,1 2 0 0 0,0 1 0 0 0,0 0-1 0 0,-29 18 1 0 0,35-18 34 0 0,1 0-1 0 0,0 1 0 0 0,1 1 0 0 0,0 0 1 0 0,-14 15-1 0 0,19-18 4 0 0,1 1 0 0 0,0-1 0 0 0,1 1 0 0 0,0 1 0 0 0,0-1 1 0 0,0 1-1 0 0,1 0 0 0 0,0 0 0 0 0,-3 15 0 0 0,2-5 17 0 0,1 4 19 0 0,5-17-4 0 0,1-2-21 0 0,-2-2-15 0 0,1 0 1 0 0,-1 0-1 0 0,1 0 0 0 0,0 0 0 0 0,0 0 1 0 0,0 0-1 0 0,0 0 0 0 0,0 0 0 0 0,0-1 1 0 0,1 1-1 0 0,-1 0 0 0 0,1-1 0 0 0,-1 1 1 0 0,1-1-1 0 0,-1 1 0 0 0,3 1 0 0 0,0-1-19 0 0,0 0 1 0 0,-1-1-1 0 0,1 1 0 0 0,0-1 0 0 0,0 1 1 0 0,0-1-1 0 0,0 0 0 0 0,4 0 0 0 0,3 0-41 0 0,0 0 0 0 0,0-1 0 0 0,-1-1 0 0 0,1 0 0 0 0,19-4 0 0 0,-19 3-73 0 0,1-2 0 0 0,-1 1 1 0 0,1-2-1 0 0,-1 1 0 0 0,0-1 1 0 0,11-8-1 0 0,-16 9 58 0 0,-1 0 1 0 0,1 0-1 0 0,-1-1 0 0 0,0 0 1 0 0,0 0-1 0 0,-1 0 0 0 0,1 0 0 0 0,-1-1 1 0 0,0 1-1 0 0,-1-1 0 0 0,1 0 0 0 0,2-8 1 0 0,4-10 57 0 0,-10 23 32 0 0,1 0 0 0 0,0-1 0 0 0,0 1 0 0 0,-1 0 0 0 0,1-1 0 0 0,-1 1 0 0 0,1 0 0 0 0,-1-1 0 0 0,0 1 0 0 0,1-1 0 0 0,-1 1 0 0 0,0-1 0 0 0,0 1-1 0 0,0 0 1 0 0,0-1 0 0 0,0 1 0 0 0,0-1 0 0 0,-1 1 0 0 0,1-2 0 0 0,-2-5 145 0 0,2 8-98 0 0,0-1-1 0 0,0 1 0 0 0,0 0 1 0 0,-1 0-1 0 0,1 0 0 0 0,0-1 1 0 0,0 1-1 0 0,0 0 0 0 0,0 0 1 0 0,0 0-1 0 0,0 0 0 0 0,-1-1 1 0 0,1 1-1 0 0,0 0 0 0 0,0 0 1 0 0,0 0-1 0 0,0 0 0 0 0,-1 0 1 0 0,1 0-1 0 0,0-1 0 0 0,0 1 1 0 0,0 0-1 0 0,-1 0 0 0 0,1 0 1 0 0,0 0-1 0 0,0 0 0 0 0,-1 0 1 0 0,1 0-1 0 0,0 0 0 0 0,0 0 1 0 0,0 0-1 0 0,-1 0 0 0 0,1 0 1 0 0,0 0-1 0 0,-1 0 0 0 0,4 50 271 0 0,14 75-1 0 0,-6-48-165 0 0,20 115 219 0 0,-15-93-187 0 0,10 140-348 0 0,-26-235-150 0 0,1 0 0 0 0,-1 1 0 0 0,0-1 0 0 0,0 0-1 0 0,-1 0 1 0 0,1 1 0 0 0,-1-1 0 0 0,0 0 0 0 0,0 0 0 0 0,-1 0 0 0 0,1 0 0 0 0,-3 4 0 0 0,-4-3-1049 0 0,5-3-83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8:50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1 627 21191 0 0,'0'0'1920'0'0,"3"0"-1565"0"0,22-1-97 0 0,1-2 0 0 0,-1 0 0 0 0,0-2 0 0 0,0 0 0 0 0,38-15 1 0 0,118-58-187 0 0,-166 70-635 0 0,-1-1 0 0 0,0 0-1 0 0,0-1 1 0 0,-1 0 0 0 0,0-1 0 0 0,-1 0-1 0 0,0-1 1 0 0,10-14 0 0 0,-5 3-1368 0 0,-1-1 1 0 0,-1-1-1 0 0,22-48 0 0 0,-33 62 1245 0 0,0-1 0 0 0,-1 1 0 0 0,0-1-1 0 0,-1 1 1 0 0,0-1 0 0 0,-1 0 0 0 0,0 0-1 0 0,-1 0 1 0 0,-1 1 0 0 0,1-1-1 0 0,-2 0 1 0 0,-3-16 0 0 0,2 17 883 0 0,0 0 1 0 0,-1 0-1 0 0,0 0 0 0 0,-7-12 1 0 0,11 22 230 0 0,-1 1 1 0 0,1-1-1 0 0,0 0 1 0 0,0 1-1 0 0,-1-1 1 0 0,1 1-1 0 0,0-1 1 0 0,-1 0-1 0 0,1 1 1 0 0,0-1-1 0 0,-1 1 1 0 0,1-1-1 0 0,-1 1 1 0 0,1-1-1 0 0,-1 1 1 0 0,0 0-1 0 0,1-1 1 0 0,-1 1-1 0 0,1 0 1 0 0,-1-1-1 0 0,1 1 1 0 0,-1 0-1 0 0,0-1 1 0 0,1 1-1 0 0,-2 0 1 0 0,1 0-256 0 0,0 1 1 0 0,1-1-1 0 0,-1 1 1 0 0,1-1-1 0 0,-1 1 1 0 0,1-1 0 0 0,-1 1-1 0 0,1-1 1 0 0,-1 1-1 0 0,1 0 1 0 0,0-1-1 0 0,-1 1 1 0 0,1 0 0 0 0,0-1-1 0 0,0 1 1 0 0,-1 0-1 0 0,1 0 1 0 0,0 1-1 0 0,-2 5 329 0 0,1 1 0 0 0,0 0-1 0 0,0 10 1 0 0,2 3-41 0 0,1 0-1 0 0,1 0 1 0 0,0 0-1 0 0,2 0 1 0 0,1 0 0 0 0,0-1-1 0 0,2 0 1 0 0,0 0 0 0 0,13 21-1 0 0,-17-32-433 0 0,1 0-1 0 0,1 0 1 0 0,-1-1-1 0 0,2 1 1 0 0,-1-1-1 0 0,11 9 1 0 0,-15-15-55 0 0,0 0 1 0 0,0 0-1 0 0,0-1 1 0 0,0 1 0 0 0,1-1-1 0 0,-1 0 1 0 0,1 1-1 0 0,-1-1 1 0 0,1 0 0 0 0,-1-1-1 0 0,1 1 1 0 0,0 0-1 0 0,-1-1 1 0 0,1 1-1 0 0,0-1 1 0 0,0 0 0 0 0,-1 0-1 0 0,1 0 1 0 0,0 0-1 0 0,-1 0 1 0 0,1-1-1 0 0,0 1 1 0 0,0-1 0 0 0,-1 0-1 0 0,1 0 1 0 0,-1 0-1 0 0,1 0 1 0 0,-1 0 0 0 0,3-2-1 0 0,0 0-69 0 0,-1-1 0 0 0,0 1 0 0 0,1-1 0 0 0,-1 0 0 0 0,-1 0 0 0 0,1-1 0 0 0,-1 1-1 0 0,0-1 1 0 0,0 0 0 0 0,0 0 0 0 0,0 0 0 0 0,-1 0 0 0 0,2-5 0 0 0,2-8-188 0 0,0 0 1 0 0,4-31-1 0 0,-4 19 174 0 0,6-50-564 0 0,-12 70 630 0 0,1 0 0 0 0,-2-1 0 0 0,1 1 0 0 0,-1 0 0 0 0,-5-20 0 0 0,-4 1 1930 0 0,4 41-1392 0 0,3-3-415 0 0,0 0 0 0 0,1 1-1 0 0,0 0 1 0 0,0 0-1 0 0,1 0 1 0 0,0 0-1 0 0,1-1 1 0 0,0 1-1 0 0,3 15 1 0 0,-1-10 36 0 0,1-1 0 0 0,0 0-1 0 0,1 0 1 0 0,1-1 0 0 0,12 26 0 0 0,-13-31-166 0 0,1-1 0 0 0,0 1 0 0 0,0-1 0 0 0,1 0 0 0 0,0-1 0 0 0,0 1 0 0 0,1-1 0 0 0,-1-1 0 0 0,1 1 0 0 0,1-1 0 0 0,-1 0 0 0 0,1-1 0 0 0,-1 1 0 0 0,15 4 0 0 0,-14-6-2 0 0,-1-1-1 0 0,1 0 0 0 0,0 0 0 0 0,1 0 0 0 0,-1-1 0 0 0,0-1 0 0 0,0 1 1 0 0,0-1-1 0 0,1 0 0 0 0,-1-1 0 0 0,0 0 0 0 0,0-1 0 0 0,0 1 1 0 0,0-1-1 0 0,14-6 0 0 0,-16 5-25 0 0,-1-1 1 0 0,1 1 0 0 0,0-1-1 0 0,-1 0 1 0 0,0 0 0 0 0,0-1-1 0 0,0 1 1 0 0,-1-1 0 0 0,1 0-1 0 0,3-6 1 0 0,-3 3 34 0 0,1-1 1 0 0,-2 1-1 0 0,1-1 1 0 0,-1 0-1 0 0,6-19 1 0 0,-6 13-5 0 0,-1 0-1 0 0,-1 0 1 0 0,2-21 0 0 0,-4 32 65 0 0,0-1 1 0 0,0 1 0 0 0,0 0 0 0 0,0-1-1 0 0,-1 1 1 0 0,0 0 0 0 0,0-1-1 0 0,0 1 1 0 0,0 0 0 0 0,-1 0-1 0 0,1 0 1 0 0,-1 0 0 0 0,0 0-1 0 0,0 0 1 0 0,-1 1 0 0 0,-3-5 0 0 0,5 7 30 0 0,0 0 1 0 0,0 0-1 0 0,-1 0 1 0 0,1 0-1 0 0,0 0 1 0 0,-1 0 0 0 0,1 1-1 0 0,-1-1 1 0 0,1 0-1 0 0,-1 1 1 0 0,1 0 0 0 0,-1-1-1 0 0,1 1 1 0 0,-1 0-1 0 0,1-1 1 0 0,-1 1 0 0 0,1 0-1 0 0,-1 0 1 0 0,0 1-1 0 0,1-1 1 0 0,-1 0 0 0 0,1 0-1 0 0,-1 1 1 0 0,1-1-1 0 0,-1 1 1 0 0,1-1 0 0 0,-1 1-1 0 0,1 0 1 0 0,-1-1-1 0 0,-1 3 1 0 0,-2 0 144 0 0,0 1-1 0 0,0 0 0 0 0,0 0 1 0 0,1 0-1 0 0,-1 0 1 0 0,-4 8-1 0 0,0-1-22 0 0,1 1-1 0 0,0 0 1 0 0,1 0-1 0 0,0 1 0 0 0,1 0 1 0 0,1 0-1 0 0,-6 18 1 0 0,10-25-132 0 0,0-1 0 0 0,0 1 1 0 0,1-1-1 0 0,-1 1 0 0 0,1-1 1 0 0,0 1-1 0 0,1 0 0 0 0,-1-1 1 0 0,3 8-1 0 0,-2-9-60 0 0,0 0 1 0 0,1 0-1 0 0,0-1 0 0 0,-1 1 0 0 0,1 0 0 0 0,1-1 1 0 0,-1 0-1 0 0,0 1 0 0 0,1-1 0 0 0,0 0 0 0 0,-1 0 1 0 0,1-1-1 0 0,0 1 0 0 0,5 3 0 0 0,-6-5-50 0 0,1 1-1 0 0,0-1 1 0 0,-1 1-1 0 0,1-1 1 0 0,0 0-1 0 0,0 0 1 0 0,0 0-1 0 0,-1-1 1 0 0,1 1-1 0 0,0 0 1 0 0,0-1-1 0 0,0 0 1 0 0,0 0-1 0 0,0 0 1 0 0,0 0-1 0 0,0 0 1 0 0,0-1-1 0 0,0 1 1 0 0,0-1-1 0 0,0 0 1 0 0,0 0-1 0 0,0 0 1 0 0,-1 0-1 0 0,1 0 1 0 0,0-1-1 0 0,-1 1 1 0 0,1-1-1 0 0,-1 0 1 0 0,4-2 0 0 0,1-2-103 0 0,-1-1 1 0 0,1 1 0 0 0,-1-1-1 0 0,-1 0 1 0 0,1 0 0 0 0,-1-1-1 0 0,0 1 1 0 0,5-14-1 0 0,-3 5 30 0 0,0-1 0 0 0,-1 0-1 0 0,-1 0 1 0 0,-1 0 0 0 0,0-1-1 0 0,-2 0 1 0 0,0 1 0 0 0,0-20-1 0 0,-13 45 1340 0 0,8-3-1021 0 0,0 1-1 0 0,1-1 0 0 0,-1 1 0 0 0,1 0 0 0 0,1 0 0 0 0,-1 0 0 0 0,1 0 0 0 0,0 0 0 0 0,0 0 1 0 0,1 0-1 0 0,0 0 0 0 0,0 0 0 0 0,0 0 0 0 0,1 1 0 0 0,2 9 0 0 0,-1-7-180 0 0,0 0 1 0 0,1 0-1 0 0,0 0 0 0 0,0-1 1 0 0,1 1-1 0 0,1-1 0 0 0,-1 0 1 0 0,1 0-1 0 0,10 12 0 0 0,-9-13-146 0 0,0 0 1 0 0,1 0-1 0 0,0-1 1 0 0,0 0-1 0 0,10 5 0 0 0,3-1-2565 0 0,2-4-3413 0 0,-7-4-690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8:50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9 6911 0 0,'0'0'528'0'0,"-1"0"-341"0"0,-12-3 2404 0 0,3 1 1583 0 0,-1 1-1 0 0,-15-1 0 0 0,3 5-248 0 0,-1 7-4756 0 0,16-5 887 0 0,0 0 0 0 0,0 0 0 0 0,1 1 0 0 0,-1 0 0 0 0,2 0 0 0 0,-1 1 0 0 0,-9 11 0 0 0,12-9-56 0 0,3-8-6 0 0,1 0-1 0 0,-1 0 1 0 0,1 1-1 0 0,-1-1 1 0 0,1 0-1 0 0,0 1 1 0 0,0-1-1 0 0,0 0 1 0 0,0 1-1 0 0,0-1 1 0 0,0 0-1 0 0,0 1 1 0 0,0-1-1 0 0,1 0 1 0 0,-1 1-1 0 0,1 1 1 0 0,0 1-36 0 0,0-1 28 0 0,0 1-1 0 0,0-1 1 0 0,0 0-1 0 0,1 0 1 0 0,-1 0-1 0 0,1-1 1 0 0,0 1-1 0 0,-1 0 1 0 0,1 0-1 0 0,0-1 1 0 0,1 1 0 0 0,-1-1-1 0 0,0 0 1 0 0,1 0-1 0 0,-1 0 1 0 0,1 0-1 0 0,0 0 1 0 0,-1 0-1 0 0,1-1 1 0 0,0 1-1 0 0,0-1 1 0 0,0 0-1 0 0,4 1 1 0 0,7 3-9 0 0,1-2 0 0 0,0 0 0 0 0,25 2-1 0 0,-25-3-27 0 0,1-1-25 0 0,-1 2 0 0 0,-1 0 0 0 0,21 7-1 0 0,-30-9 60 0 0,-1 1-1 0 0,0 0 0 0 0,0 0 1 0 0,0 0-1 0 0,0 0 1 0 0,0 1-1 0 0,0-1 1 0 0,0 1-1 0 0,-1 0 0 0 0,0 0 1 0 0,1 0-1 0 0,-1 1 1 0 0,0-1-1 0 0,-1 1 0 0 0,4 5 1 0 0,-6-8 23 0 0,1 0 1 0 0,-1 0-1 0 0,0 0 1 0 0,0 0-1 0 0,0 1 0 0 0,0-1 1 0 0,0 0-1 0 0,0 0 1 0 0,0 0-1 0 0,0 0 1 0 0,-1 0-1 0 0,1 0 0 0 0,0 1 1 0 0,0-1-1 0 0,-1 0 1 0 0,0 2-1 0 0,-10 14 55 0 0,4-8-58 0 0,0-1-1 0 0,-1 0 0 0 0,0-1 1 0 0,0 1-1 0 0,-1-2 0 0 0,0 1 0 0 0,-12 6 1 0 0,4-4-24 0 0,0-1 1 0 0,0 0-1 0 0,-26 6 0 0 0,38-12-347 0 0,0-1-1 0 0,1 0 0 0 0,-1 0 0 0 0,0-1 0 0 0,0 1 1 0 0,0-1-1 0 0,0 0 0 0 0,0-1 0 0 0,-5 0 1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8:50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11055 0 0,'0'2'5788'0'0,"0"56"1576"0"0,7 80-4876 0 0,-3-98-2457 0 0,-3-20-284 0 0,1 0 0 0 0,1-1 1 0 0,8 31-1 0 0,-10-48-408 0 0,4 4-3650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8:51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13823 0 0,'0'0'5872'0'0,"5"-6"-4112"0"0,3 1-1840 0 0,0 2-56 0 0,0 1-5552 0 0,2 0-1104 0 0</inkml:trace>
  <inkml:trace contextRef="#ctx0" brushRef="#br0" timeOffset="1">167 274 18255 0 0,'0'0'3467'0'0,"2"1"-2661"0"0,9-1-164 0 0,0 0 0 0 0,0-1 0 0 0,-1 0 0 0 0,1 0 0 0 0,15-5-1 0 0,20-2-161 0 0,-7 4-619 0 0,40-3 228 0 0,-27 7-5259 0 0,-40 0-2814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8:52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1 229 12439 0 0,'3'2'9190'0'0,"8"2"-8125"0"0,-6-3-794 0 0,0 0 1 0 0,0 0 0 0 0,0-1-1 0 0,0 0 1 0 0,-1 0 0 0 0,1 0-1 0 0,0 0 1 0 0,6-2-1 0 0,41-11 377 0 0,-34 8-510 0 0,4-1-102 0 0,0-1 0 0 0,34-17 0 0 0,-49 21-37 0 0,1-1 0 0 0,-2 0 1 0 0,1-1-1 0 0,0 0 0 0 0,-1 0 0 0 0,0 0 1 0 0,0-1-1 0 0,0 0 0 0 0,-1 0 1 0 0,0 0-1 0 0,5-8 0 0 0,-9 11 24 0 0,1-1 1 0 0,0 1-1 0 0,-1 0 0 0 0,0-1 0 0 0,0 0 1 0 0,0 1-1 0 0,0-1 0 0 0,-1 0 1 0 0,1 0-1 0 0,-1-6 0 0 0,0 8-9 0 0,0-1 1 0 0,0 1-1 0 0,-1 0 0 0 0,1-1 0 0 0,-1 1 0 0 0,1 0 1 0 0,-1-1-1 0 0,0 1 0 0 0,0 0 0 0 0,0 0 1 0 0,0 0-1 0 0,0 0 0 0 0,-1 0 0 0 0,1 0 0 0 0,-1 0 1 0 0,1 0-1 0 0,-4-2 0 0 0,1 1-35 0 0,1 0 0 0 0,-1 1 0 0 0,1 0 0 0 0,-1-1 1 0 0,0 2-1 0 0,0-1 0 0 0,0 0 0 0 0,0 1 0 0 0,0-1 0 0 0,0 1 0 0 0,0 0 0 0 0,-1 1 0 0 0,1-1 0 0 0,0 1 1 0 0,0 0-1 0 0,-1 0 0 0 0,1 0 0 0 0,0 0 0 0 0,-1 1 0 0 0,1 0 0 0 0,0 0 0 0 0,0 0 0 0 0,0 0 0 0 0,0 1 1 0 0,0 0-1 0 0,0-1 0 0 0,-6 5 0 0 0,0 1 11 0 0,-1 1 1 0 0,2 0 0 0 0,-1 1-1 0 0,1 0 1 0 0,1 0 0 0 0,-1 1-1 0 0,2 0 1 0 0,-1 0 0 0 0,1 1-1 0 0,1 0 1 0 0,0 0 0 0 0,-8 23-1 0 0,12-28 24 0 0,0-1 0 0 0,0 1 0 0 0,1 0 0 0 0,0 0-1 0 0,0 0 1 0 0,0 1 0 0 0,1-1 0 0 0,0 0-1 0 0,0 0 1 0 0,1 0 0 0 0,0 0 0 0 0,0 0 0 0 0,2 8-1 0 0,-1-10-10 0 0,0 0 0 0 0,0 0 0 0 0,0 1 0 0 0,0-1 0 0 0,1-1 0 0 0,0 1 0 0 0,0 0 0 0 0,0-1 0 0 0,0 1 0 0 0,0-1 0 0 0,1 0 0 0 0,-1 0 0 0 0,1 0 0 0 0,0-1 0 0 0,0 1 0 0 0,0-1 0 0 0,9 4 0 0 0,1-1-52 0 0,1-1 0 0 0,1 0-1 0 0,-1 0 1 0 0,0-2 0 0 0,1 0 0 0 0,-1-1-1 0 0,1 0 1 0 0,0-1 0 0 0,-1-1 0 0 0,18-3 0 0 0,2-2 19 0 0,0-2 0 0 0,-1-1 1 0 0,46-19-1 0 0,-62 20 41 0 0,-1-1-1 0 0,0 0 1 0 0,0-1 0 0 0,-1-1-1 0 0,-1 0 1 0 0,0-2 0 0 0,0 1-1 0 0,-1-2 1 0 0,-1 0 0 0 0,0 0-1 0 0,15-24 1 0 0,-26 35 97 0 0,0 0-1 0 0,0-1 1 0 0,-1 1-1 0 0,1 0 1 0 0,-1-1-1 0 0,1 1 1 0 0,-1-1-1 0 0,0 0 1 0 0,0 1-1 0 0,-1-1 1 0 0,1 0-1 0 0,-1 1 1 0 0,0-1-1 0 0,0 0 1 0 0,-1-7-1 0 0,1 10 189 0 0,-8-17 183 0 0,6 15-495 0 0,1 1 0 0 0,-1 0 0 0 0,0 0 1 0 0,0 0-1 0 0,0-1 0 0 0,0 2 0 0 0,0-1 1 0 0,-1 0-1 0 0,1 0 0 0 0,0 1 0 0 0,-1-1 1 0 0,1 1-1 0 0,-1 0 0 0 0,0 0 0 0 0,1 0 1 0 0,-1 0-1 0 0,0 0 0 0 0,0 1 0 0 0,1-1 0 0 0,-1 1 1 0 0,0-1-1 0 0,0 1 0 0 0,-3 1 0 0 0,2-1-6 0 0,0 0-1 0 0,0 1 0 0 0,1 0 0 0 0,-1-1 0 0 0,0 1 0 0 0,1 1 0 0 0,-1-1 0 0 0,1 1 0 0 0,-1-1 0 0 0,1 1 0 0 0,0 0 1 0 0,0 0-1 0 0,0 0 0 0 0,0 1 0 0 0,0-1 0 0 0,0 1 0 0 0,-3 3 0 0 0,5-5 23 0 0,0 0 0 0 0,0 0 1 0 0,1 0-1 0 0,-1 0 0 0 0,0 1 0 0 0,0-1 0 0 0,0 0 0 0 0,1 0 1 0 0,-1 1-1 0 0,1-1 0 0 0,-1 0 0 0 0,1 1 0 0 0,0-1 0 0 0,-1 1 0 0 0,1-1 1 0 0,0 1-1 0 0,0-1 0 0 0,0 1 0 0 0,0-1 0 0 0,0 0 0 0 0,0 1 1 0 0,1 2-1 0 0,0-2 7 0 0,0 4 12 0 0,1 0 0 0 0,0 0 0 0 0,1 0 1 0 0,0-1-1 0 0,0 0 0 0 0,0 1 0 0 0,0-1 1 0 0,1 0-1 0 0,0 0 0 0 0,0-1 0 0 0,5 6 1 0 0,10 11-9 0 0,-9-8 163 0 0,0 1 0 0 0,0 0-1 0 0,-2 1 1 0 0,1 0 0 0 0,-2 0-1 0 0,0 0 1 0 0,-1 1 0 0 0,-1 0-1 0 0,0 1 1 0 0,-1-1-1 0 0,-1 1 1 0 0,2 22 0 0 0,-5 199 1120 0 0,-3-172-1194 0 0,-21 217-732 0 0,23-282 70 0 0,-10-19-11333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0:58:52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0 291 2303 0 0,'2'-1'14102'0'0,"6"-5"-11525"0"0,1 0 1 0 0,15-8-1 0 0,22-6 587 0 0,54-8-2683 0 0,-69 20 32 0 0,31-8-356 0 0,16-4-1479 0 0,-26 6-2589 0 0,-42 10 1258 0 0,0 0-4970 0 0</inkml:trace>
  <inkml:trace contextRef="#ctx0" brushRef="#br0" timeOffset="0.13">534 1 22199 0 0,'0'0'6744'0'0,"1"1"-6104"0"0,1 0-483 0 0,13 5 751 0 0,-9-5-1694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0:05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321 115 8751 0 0,'0'0'674'0'0,"1"-1"-438"0"0,3-2 518 0 0,-1-1 0 0 0,0 1 0 0 0,0-1 0 0 0,-1 0 0 0 0,1 1 1 0 0,-1-1-1 0 0,0 0 0 0 0,0 0 0 0 0,0 0 0 0 0,0-1 0 0 0,-1 1 1 0 0,0 0-1 0 0,0-1 0 0 0,0 1 0 0 0,0-9 0 0 0,-1 11-500 0 0,-1 0 0 0 0,0 1 0 0 0,0-1 0 0 0,0 0 0 0 0,0 1 0 0 0,0-1 0 0 0,0 1 0 0 0,0 0 0 0 0,0-1 0 0 0,0 1 1 0 0,-1 0-1 0 0,-2-2 0 0 0,2 1 152 0 0,0 0-233 0 0,0 0-1 0 0,-1 0 1 0 0,1 1-1 0 0,-1-1 0 0 0,0 1 1 0 0,1-1-1 0 0,-1 1 1 0 0,0 0-1 0 0,0 0 1 0 0,0 0-1 0 0,0 0 0 0 0,0 1 1 0 0,0-1-1 0 0,-4 1 1 0 0,2 0-43 0 0,0 0 0 0 0,0 1 1 0 0,0-1-1 0 0,1 1 0 0 0,-1 1 1 0 0,0-1-1 0 0,1 1 0 0 0,-6 2 1 0 0,-6 4 13 0 0,1 1 1 0 0,1 0 0 0 0,-26 23-1 0 0,38-31-127 0 0,-23 20 52 0 0,-41 44 0 0 0,58-55-56 0 0,0 0 0 0 0,0 0-1 0 0,1 1 1 0 0,1 0 0 0 0,0 0 0 0 0,0 0-1 0 0,-7 22 1 0 0,12-29-14 0 0,-1 18-19 0 0,2-20-8 0 0,0 0 1 0 0,0 0-1 0 0,0 0 1 0 0,0 0-1 0 0,0 0 1 0 0,1 0-1 0 0,-1 0 1 0 0,1 0-1 0 0,0-1 1 0 0,-1 1-1 0 0,1 0 1 0 0,0 0 0 0 0,0-1-1 0 0,0 1 1 0 0,0 0-1 0 0,0-1 1 0 0,1 1-1 0 0,-1-1 1 0 0,0 1-1 0 0,1-1 1 0 0,-1 0-1 0 0,1 0 1 0 0,0 0-1 0 0,-1 1 1 0 0,1-1-1 0 0,0-1 1 0 0,-1 1-1 0 0,1 0 1 0 0,0 0-1 0 0,0-1 1 0 0,0 1-1 0 0,3 0 1 0 0,1 0-32 0 0,0 0 0 0 0,1 0 0 0 0,-1-1 0 0 0,0 0 0 0 0,0 0 0 0 0,0-1 1 0 0,1 1-1 0 0,-1-1 0 0 0,9-3 0 0 0,-10 3 50 0 0,1-1 1 0 0,-1 0-1 0 0,0 0 0 0 0,1 0 1 0 0,-1-1-1 0 0,0 0 0 0 0,-1 0 1 0 0,1 0-1 0 0,0 0 1 0 0,-1-1-1 0 0,0 0 0 0 0,0 0 1 0 0,0 0-1 0 0,0 0 1 0 0,-1-1-1 0 0,0 1 0 0 0,1-1 1 0 0,-2 0-1 0 0,1 0 1 0 0,-1 0-1 0 0,1 0 0 0 0,-1-1 1 0 0,2-7-1 0 0,-4 11 89 0 0,0-1 271 0 0,0-2-4142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0:06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12439 0 0,'0'0'1640'0'0,"0"3"207"0"0,-2 5-522 0 0,1 1-1 0 0,0-1 1 0 0,1 1-1 0 0,0 0 1 0 0,1-1-1 0 0,1 10 1 0 0,13 55 270 0 0,-2-16-565 0 0,19 109-136 0 0,9 56-520 0 0,-35-158-362 0 0,-5-54-12 0 0,-1 0-16 0 0,0-8-64 0 0,-6-17-300 0 0,1 6 376 0 0,2-4-9 0 0,1 1 0 0 0,0-1 0 0 0,1 1 0 0 0,0-1 0 0 0,1 0 0 0 0,0 1 0 0 0,4-24 0 0 0,2 2-39 0 0,18-53 0 0 0,-22 79 59 0 0,1-1 0 0 0,0 1 0 0 0,1-1 1 0 0,0 1-1 0 0,0 0 0 0 0,1 0 0 0 0,0 1 0 0 0,11-14 0 0 0,-13 19 2 0 0,-1 0 1 0 0,0 1-1 0 0,1-1 0 0 0,-1 1 0 0 0,1-1 1 0 0,-1 1-1 0 0,1 0 0 0 0,0 0 0 0 0,0 0 1 0 0,-1 0-1 0 0,1 1 0 0 0,0-1 0 0 0,0 1 1 0 0,0 0-1 0 0,4 0 0 0 0,-2 0 23 0 0,-1 1-1 0 0,1 0 1 0 0,0 0-1 0 0,-1 0 1 0 0,1 0-1 0 0,-1 1 1 0 0,1 0 0 0 0,6 4-1 0 0,1 2 49 0 0,1 1 0 0 0,-1 0 0 0 0,-1 1 0 0 0,18 19 0 0 0,-17-17-80 0 0,-2 1 0 0 0,1 0 0 0 0,-2 1 0 0 0,16 28 0 0 0,-22-35 0 0 0,0 0 0 0 0,0 1 0 0 0,0-1 0 0 0,-1 1 0 0 0,0 0 0 0 0,0-1 0 0 0,-1 1 0 0 0,0 0 0 0 0,-1 0 0 0 0,1 0 0 0 0,-1 0 0 0 0,-2 11 0 0 0,1-15 5 0 0,0 0 1 0 0,0-1-1 0 0,0 1 1 0 0,-1 0-1 0 0,1-1 1 0 0,-1 1-1 0 0,0-1 0 0 0,0 0 1 0 0,0 0-1 0 0,-1 1 1 0 0,1-1-1 0 0,-5 4 0 0 0,2-3 17 0 0,0 0 0 0 0,0 0 0 0 0,-1 0 0 0 0,1-1 0 0 0,-1 0 0 0 0,-12 5-1 0 0,4-4 13 0 0,0 0 0 0 0,0-1 0 0 0,0 0 0 0 0,-1-1 0 0 0,-28 1 0 0 0,33-3-32 0 0,-74-3-1390 0 0,83 2 1102 0 0,-1 1 0 0 0,0 0 0 0 0,1 0 1 0 0,-1-1-1 0 0,1 1 0 0 0,-1-1 0 0 0,1 0 0 0 0,-1 1 0 0 0,-2-3 0 0 0,4 3 26 0 0,-1 0 1 0 0,1-1 0 0 0,-1 1-1 0 0,1-1 1 0 0,-1 1 0 0 0,1-1 0 0 0,0 1-1 0 0,-1-1 1 0 0,1 1 0 0 0,0-1-1 0 0,-1 0 1 0 0,1 1 0 0 0,0-1-1 0 0,0 1 1 0 0,0-1 0 0 0,-1 0-1 0 0,1 1 1 0 0,0-1 0 0 0,0 0-1 0 0,0 1 1 0 0,0-1 0 0 0,0 0 0 0 0,3-11-7023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0:06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19119 0 0,'0'0'4569'0'0,"1"1"-3683"0"0,3 4-396 0 0,0 0 0 0 0,0 0 1 0 0,0 0-1 0 0,1-1 0 0 0,-1 1 0 0 0,8 3 1 0 0,34 24 407 0 0,-39-28-804 0 0,40 25 279 0 0,-14-9-248 0 0,0 2 0 0 0,47 41 0 0 0,-46-30-112 0 0,-2 1 0 0 0,-2 1 1 0 0,29 46-1 0 0,-48-65-22 0 0,-1 0 0 0 0,-1 1 0 0 0,-1 1 0 0 0,0-1 1 0 0,-1 1-1 0 0,-1 1 0 0 0,-1-1 0 0 0,5 34 0 0 0,-8-36 2 0 0,-1 0-1 0 0,-1 0 1 0 0,0 1 0 0 0,-1-1 0 0 0,-1 0-1 0 0,-1 0 1 0 0,0 0 0 0 0,-1 0 0 0 0,0-1-1 0 0,-12 26 1 0 0,-4 1 33 0 0,-2-1 0 0 0,-2-1 0 0 0,-1-1 1 0 0,-41 46-1 0 0,42-61-1911 0 0,13-15-5729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0:08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37 10591 0 0,'0'0'819'0'0,"0"-1"-534"0"0,-2-9 4238 0 0,2 10-4322 0 0,-1-1 0 0 0,1 1 0 0 0,-1 0 0 0 0,1-1 0 0 0,-1 1 0 0 0,1 0 0 0 0,-1-1 0 0 0,1 1 0 0 0,-1 0 0 0 0,1 0-1 0 0,-1 0 1 0 0,1-1 0 0 0,-1 1 0 0 0,1 0 0 0 0,-1 0 0 0 0,0 0 0 0 0,0 0 0 0 0,-1 1-2 0 0,0 1-1 0 0,-1-1 0 0 0,1 1 1 0 0,0 0-1 0 0,0-1 1 0 0,0 1-1 0 0,1 0 0 0 0,-1 0 1 0 0,0 0-1 0 0,-1 3 1 0 0,-16 28 801 0 0,10-17-499 0 0,-11 22 747 0 0,-24 63 0 0 0,9-18 216 0 0,29-70-1229 0 0,1 2 0 0 0,-5 18 0 0 0,4-10-120 0 0,5-21-183 0 0,4-39-1139 0 0,1 1 591 0 0,1 1 1 0 0,16-54 0 0 0,-5 25 151 0 0,13-32-77 0 0,-17 63 468 0 0,-9 24 76 0 0,-2 7 532 0 0,0 5-229 0 0,4 7-85 0 0,5 14 180 0 0,2 1 1 0 0,1-1-1 0 0,19 28 0 0 0,-3-17-395 0 0,55 51 0 0 0,-43-47-5 0 0,-31-27-33 0 0,1 0 0 0 0,-1 0 0 0 0,-1 1 0 0 0,9 16 0 0 0,-12-21 21 0 0,-5-6-42 0 0,0 0 0 0 0,-1-1 48 0 0,0-1 0 0 0,0 1 0 0 0,0-1-1 0 0,0 1 1 0 0,0-1 0 0 0,0 1 0 0 0,0-1 0 0 0,0 1 0 0 0,0 0 0 0 0,0-1 0 0 0,0 1 0 0 0,0-1 0 0 0,0 1 0 0 0,0-1 0 0 0,-1 1 0 0 0,1-1 0 0 0,0 1 0 0 0,0-1-1 0 0,-1 1 1 0 0,1-1 0 0 0,0 1 0 0 0,-1 0 0 0 0,-13 8-123 0 0,11-7 122 0 0,-4 2 26 0 0,0-1-1 0 0,0 0 1 0 0,-1 0 0 0 0,1-1 0 0 0,-1 0-1 0 0,1 0 1 0 0,-1-1 0 0 0,1 0-1 0 0,-1 0 1 0 0,0-1 0 0 0,0 0-1 0 0,-8-1 1 0 0,-59 4 320 0 0,49-1-219 0 0,-33-2-1 0 0,39-2-106 0 0,4 1-127 0 0,-1 0 0 0 0,-19 1 0 0 0,36 0 81 0 0,0 1 1 0 0,-1-1-1 0 0,1 0 0 0 0,0 0 1 0 0,-1 0-1 0 0,1 0 0 0 0,0 0 1 0 0,-1 0-1 0 0,1 0 0 0 0,0 0 1 0 0,-1-1-1 0 0,1 1 0 0 0,0 0 1 0 0,-1 0-1 0 0,1 0 0 0 0,0 0 0 0 0,0 0 1 0 0,-1 0-1 0 0,1-1 0 0 0,0 1 1 0 0,-1 0-1 0 0,1 0 0 0 0,0 0 1 0 0,0-1-1 0 0,0 1 0 0 0,-1 0 1 0 0,1 0-1 0 0,0-1 0 0 0,0 1 1 0 0,-1-1-1 0 0,13-2-6655 0 0,6-1 4660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0:08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1 122 16583 0 0,'0'0'8739'0'0,"1"3"-8127"0"0,11 30 309 0 0,-1 1 0 0 0,10 53 0 0 0,2 8-475 0 0,73 178 1 0 0,-58-174-354 0 0,-22-43-21 0 0,-11-38-11 0 0,-3-16-60 0 0,0-1 9 0 0,-1 0 123 0 0,7-14 13 0 0,-2-3-102 0 0,-1-1 0 0 0,0 0 0 0 0,-1 0 0 0 0,3-30 1 0 0,-1 8-1 0 0,7-36-38 0 0,44-214-60 0 0,-44 236-75 0 0,22-73 231 0 0,-29 109-389 0 0,1 0 1 0 0,0 1 0 0 0,1 0 0 0 0,1 0 0 0 0,12-15 0 0 0,-20 30-342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0:08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19639 0 0,'0'0'2176'0'0,"1"-1"-1719"0"0,8-4 208 0 0,1 1-1 0 0,0 0 1 0 0,0 0-1 0 0,0 1 1 0 0,0 0-1 0 0,0 1 1 0 0,20-2-1 0 0,79 1 1057 0 0,-80 3-1568 0 0,183-6 800 0 0,0 0-1916 0 0,-139 6-842 0 0,-26 0-2382 0 0,-27 0-4442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0:10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13359 0 0,'0'0'8455'0'0,"2"1"-7157"0"0,10 1-258 0 0,0 1-1 0 0,0-2 0 0 0,23 2 0 0 0,42-5 419 0 0,-66 2-1387 0 0,72-7 138 0 0,19-1-2726 0 0,-97 8 2100 0 0,0 0-175 0 0,1 1-3988 0 0,5 1-3194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0:10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5063 0 0,'0'0'16414'0'0,"2"0"-14973"0"0,131-26-1 0 0,-86 20-3706 0 0,-2 1-3817 0 0,-16 2-823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0:10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0 145 11519 0 0,'0'0'11375'0'0,"1"2"-10227"0"0,8 19-379 0 0,-2 0 0 0 0,0 1 0 0 0,-1 0 0 0 0,3 29 0 0 0,1-2-98 0 0,6 22-156 0 0,2-1 0 0 0,4-1 0 0 0,55 118 0 0 0,-68-169-462 0 0,1 0 0 0 0,16 22 1 0 0,-1 1-25 0 0,-24-40 799 0 0,5-11-592 0 0,8-20-178 0 0,-1 0 0 0 0,8-37 0 0 0,13-66 113 0 0,-25 92-156 0 0,24-108-213 0 0,43-159-517 0 0,-70 287 522 0 0,-3 8-294 0 0,2-1-1 0 0,7-16 1 0 0,-12 28-25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0:11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14743 0 0,'0'0'9599'0'0,"2"0"-8597"0"0,180-39 1424 0 0,7 18-5512 0 0,-165 20 1700 0 0,0 1-49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0:11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10135 0 0,'1'1'10020'0'0,"4"3"-9114"0"0,1-1 1 0 0,-1-1-1 0 0,1 1 0 0 0,-1-1 0 0 0,1 0 0 0 0,0 0 0 0 0,9 1 1 0 0,1-1-273 0 0,30 0 1 0 0,-30-1-486 0 0,-8 0-43 0 0,-1-1 0 0 0,1 0 0 0 0,14-2 0 0 0,-24 14 214 0 0,0-8-245 0 0,1 0 0 0 0,-1 0 0 0 0,0 1 0 0 0,-1-1 0 0 0,1 0 0 0 0,-1-1 0 0 0,0 1 0 0 0,-4 4 0 0 0,-30 27 568 0 0,7-7-177 0 0,20-18-301 0 0,6-5-104 0 0,-1-1-1 0 0,1 1 1 0 0,0 0-1 0 0,1 0 1 0 0,-5 7-1 0 0,8-12-53 0 0,-1 1-1 0 0,1-1 1 0 0,0 1 0 0 0,-1-1-1 0 0,1 1 1 0 0,0-1 0 0 0,0 1-1 0 0,0-1 1 0 0,-1 1 0 0 0,1-1-1 0 0,0 1 1 0 0,0 0 0 0 0,0-1-1 0 0,0 1 1 0 0,0-1 0 0 0,0 1-1 0 0,0-1 1 0 0,0 1 0 0 0,0-1-1 0 0,1 1 1 0 0,-1 0 0 0 0,1 1-7 0 0,0 0 1 0 0,0-1-1 0 0,0 1 1 0 0,0-1-1 0 0,0 1 1 0 0,0-1-1 0 0,0 0 1 0 0,1 1-1 0 0,-1-1 1 0 0,0 0-1 0 0,1 0 1 0 0,-1 0 0 0 0,1 0-1 0 0,-1 0 1 0 0,1 0-1 0 0,0 0 1 0 0,-1-1-1 0 0,1 1 1 0 0,0-1-1 0 0,0 1 1 0 0,-1-1-1 0 0,1 0 1 0 0,3 1-1 0 0,-3-1 1 0 0,16 1-34 0 0,0 0 1 0 0,1-2-1 0 0,-1 0 0 0 0,0-1 1 0 0,28-6-1 0 0,-2 0-548 0 0,-19 4-661 0 0,44-16 1 0 0,-29 7-5892 0 0,-35 11 5508 0 0,18-6-7013 0 0</inkml:trace>
  <inkml:trace contextRef="#ctx0" brushRef="#br0" timeOffset="1">597 4 7831 0 0,'2'0'12054'0'0,"44"2"-5014"0"0,1 4-4339 0 0,-22-2-2442 0 0,1-1-1 0 0,36-1 1 0 0,-42-4-459 0 0,25-4 1 0 0,-18 0-3785 0 0,-10 3-1406 0 0,4-1-3496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0:12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3 271 6911 0 0,'-2'-36'767'0'0,"2"-18"7310"0"0,2 26 4777 0 0,4 40-11224 0 0,6 17-1806 0 0,40 175 1600 0 0,-38-160-1363 0 0,2-1 1 0 0,2-1-1 0 0,1 0 0 0 0,3-2 1 0 0,46 66-1 0 0,-65-102-56 0 0,20 22 54 0 0,-21-25 69 0 0,-1-1-119 0 0,0 0 0 0 0,0 0-1 0 0,0-1 1 0 0,0 1 0 0 0,0-1 0 0 0,0 1 0 0 0,1-1-1 0 0,-1 0 1 0 0,0 1 0 0 0,0-1 0 0 0,-1 0 0 0 0,1 0-1 0 0,0 1 1 0 0,0-1 0 0 0,0 0 0 0 0,0 0 0 0 0,-1 0-1 0 0,1 0 1 0 0,0 0 0 0 0,-1 0 0 0 0,1 0 0 0 0,-1-1-1 0 0,1 1 1 0 0,-1 0 0 0 0,0 0 0 0 0,1-2 0 0 0,1-3 7 0 0,-1 0 1 0 0,1-1-1 0 0,0-8 1 0 0,27-252-5 0 0,-20 198-309 0 0,4 0 0 0 0,3 1 0 0 0,42-114 0 0 0,-57 177 79 0 0,2 1 0 0 0,-1-1 1 0 0,0 1-1 0 0,1 0 0 0 0,4-6 0 0 0,-6 9-387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0:12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29 16127 0 0,'-5'2'13533'0'0,"35"2"-13160"0"0,-1-2-1 0 0,1 0 0 0 0,30-4 0 0 0,92-13-366 0 0,-59 4 54 0 0,-65 8-149 0 0,68-4-299 0 0,-81 7-280 0 0,1 0 0 0 0,0 2 0 0 0,0 0 0 0 0,16 4 0 0 0,-16-3-1004 0 0,0 1-295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0:12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18831 0 0,'0'0'1706'0'0,"0"1"-1405"0"0,12 66 3956 0 0,13 103 1746 0 0,-15-3-6423 0 0,-6-151-2354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0:20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710 25 14743 0 0,'-1'0'1136'0'0,"-16"2"-358"0"0,1-2 1 0 0,-1 0-1 0 0,1-1 0 0 0,-1 0 0 0 0,1-2 0 0 0,-21-4 0 0 0,-38-6 3137 0 0,65 12-3617 0 0,-1 1 1 0 0,0 0-1 0 0,1 0 0 0 0,-1 1 1 0 0,-11 3-1 0 0,-31 11-153 0 0,1 2 0 0 0,-97 46 0 0 0,79-27-52 0 0,59-28-93 0 0,10-8-1 0 0,1 0 0 0 0,-1 1 1 0 0,1-1-1 0 0,-1 0 0 0 0,1 1 0 0 0,-1-1 0 0 0,1 0 1 0 0,0 1-1 0 0,-1-1 0 0 0,1 1 0 0 0,0-1 0 0 0,-1 1 0 0 0,1-1 1 0 0,0 1-1 0 0,-1-1 0 0 0,1 1 0 0 0,0 0 0 0 0,0 0-5 0 0,1 0-1 0 0,-1 0 0 0 0,1 0 0 0 0,0 0 0 0 0,-1-1 0 0 0,1 1 1 0 0,0 0-1 0 0,0 0 0 0 0,0-1 0 0 0,0 1 0 0 0,0 0 1 0 0,0-1-1 0 0,0 1 0 0 0,0-1 0 0 0,0 1 0 0 0,1 0 0 0 0,22 7-110 0 0,-1-6 57 0 0,1 0 1 0 0,27-3-1 0 0,-23 1 6 0 0,29 2-1 0 0,-45 0 56 0 0,20 1 20 0 0,-1 1 0 0 0,55 16 0 0 0,-78-17-13 0 0,0 0-1 0 0,0 0 1 0 0,0 1-1 0 0,0-1 1 0 0,-1 2 0 0 0,1-1-1 0 0,-1 1 1 0 0,-1 0-1 0 0,1 1 1 0 0,-1-1 0 0 0,1 1-1 0 0,-2 1 1 0 0,1-1-1 0 0,-1 1 1 0 0,7 10-1 0 0,-10-12 43 0 0,0 0-1 0 0,0-1 0 0 0,0 1 0 0 0,0 0 1 0 0,-1 0-1 0 0,0 0 0 0 0,0 0 0 0 0,0 0 0 0 0,-1 0 1 0 0,0 1-1 0 0,0-1 0 0 0,0 0 0 0 0,0 0 0 0 0,-1 0 1 0 0,0 0-1 0 0,0 0 0 0 0,0 0 0 0 0,-1 0 1 0 0,0 0-1 0 0,0 0 0 0 0,0-1 0 0 0,0 1 0 0 0,-6 8 1 0 0,2-5 23 0 0,0 0 1 0 0,-1-1-1 0 0,1 0 0 0 0,-2 0 1 0 0,1 0-1 0 0,-1-1 1 0 0,0 0-1 0 0,0 0 1 0 0,0-1-1 0 0,-1 0 1 0 0,-13 5-1 0 0,-13 4 163 0 0,-1-2 1 0 0,0-2-1 0 0,-58 8 0 0 0,66-14-202 0 0,-1-2 0 0 0,0-1 0 0 0,0-1-1 0 0,0-1 1 0 0,-34-7 0 0 0,58 7-186 0 0,-1 0 0 0 0,1 0 0 0 0,0-1-1 0 0,0 1 1 0 0,0-1 0 0 0,-9-5 0 0 0,13 7 45 0 0,0-1 1 0 0,0 0-1 0 0,0 0 1 0 0,0 0-1 0 0,0 0 0 0 0,0 0 1 0 0,0 0-1 0 0,0 0 1 0 0,0 0-1 0 0,0 0 0 0 0,1 0 1 0 0,-1-1-1 0 0,0 1 1 0 0,1 0-1 0 0,-1-1 1 0 0,1 1-1 0 0,-1 0 0 0 0,1-1 1 0 0,0 1-1 0 0,0 0 1 0 0,0-1-1 0 0,-1 1 0 0 0,1-1 1 0 0,0 1-1 0 0,1 0 1 0 0,-1-1-1 0 0,0 1 1 0 0,0-1-1 0 0,1 1 0 0 0,0-2 1 0 0,7-19-2730 0 0,4-1-5739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0:21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20471 0 0,'0'0'1855'0'0,"0"2"-1523"0"0,9 24 629 0 0,-1 0 0 0 0,-1 1-1 0 0,5 45 1 0 0,-6-36-332 0 0,13 49-1 0 0,-10-58-580 0 0,4 14-1211 0 0,-1 0 1 0 0,8 57-1 0 0,-20-77-1110 0 0,-2-9-4074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0:21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7831 0 0,'2'1'10691'0'0,"5"4"-9703"0"0,1-1-1 0 0,0 0 1 0 0,1-1 0 0 0,-1 0 0 0 0,1 0 0 0 0,11 2-1 0 0,57 6-677 0 0,-64-9 27 0 0,26 1-307 0 0,0-1 1 0 0,0-2-1 0 0,58-8 0 0 0,113-31 37 0 0,-84 7 12 0 0,-125 31-5 0 0,-18 21 477 0 0,-29 25 92 0 0,-9 12-74 0 0,49-52-502 0 0,1 2-1 0 0,0-1 1 0 0,1 1 0 0 0,-1-1-1 0 0,-2 9 1 0 0,6-14-163 0 0,16 1-1377 0 0,-13-1 1430 0 0,-1 0 0 0 0,1-1 0 0 0,0 0 0 0 0,0 1 0 0 0,0-1 0 0 0,0 0 0 0 0,0 0 0 0 0,4-1 0 0 0,1 0-32 0 0,0-1 0 0 0,0 0-1 0 0,0-1 1 0 0,0 0 0 0 0,-1 0 0 0 0,1 0-1 0 0,-1-1 1 0 0,0 0 0 0 0,0 0 0 0 0,0 0-1 0 0,-1-1 1 0 0,7-6 0 0 0,5-8-2 0 0,-1 0 1 0 0,16-27-1 0 0,-10 15 77 0 0,-17 24 15 0 0,-5 6 10 0 0,0 1 1 0 0,0 0 0 0 0,0 0-1 0 0,0 0 1 0 0,0-1 0 0 0,0 1 0 0 0,0 0-1 0 0,0 0 1 0 0,1 0 0 0 0,-1 0-1 0 0,0-1 1 0 0,0 1 0 0 0,0 0-1 0 0,0 0 1 0 0,0 0 0 0 0,1 0-1 0 0,-1 0 1 0 0,0-1 0 0 0,0 1-1 0 0,0 0 1 0 0,1 0 0 0 0,-1 0-1 0 0,0 0 1 0 0,0 0 0 0 0,0 0-1 0 0,1 0 1 0 0,-1 0 0 0 0,0 0-1 0 0,0 0 1 0 0,1 0 0 0 0,-1 0-1 0 0,0 0 1 0 0,0 0 0 0 0,0 0-1 0 0,1 0 1 0 0,-1 0 0 0 0,0 0 0 0 0,0 0-1 0 0,0 0 1 0 0,1 0 0 0 0,-1 1-1 0 0,7 9 498 0 0,4 20-27 0 0,-10-26-336 0 0,5 13-20 0 0,0-1-1 0 0,0 1 1 0 0,2-1-1 0 0,0 0 1 0 0,1-1-1 0 0,14 20 1 0 0,-19-30-409 0 0,0 0 0 0 0,0 0 1 0 0,1 0-1 0 0,0-1 0 0 0,0 0 0 0 0,0 0 1 0 0,0 0-1 0 0,1 0 0 0 0,0-1 1 0 0,-1 0-1 0 0,1 0 0 0 0,0-1 0 0 0,0 1 1 0 0,1-1-1 0 0,-1-1 0 0 0,0 1 0 0 0,1-1 1 0 0,-1 0-1 0 0,1-1 0 0 0,9 1 0 0 0,-6-2-662 0 0,-2 1-140 0 0,0 0 0 0 0,0-1 1 0 0,8-2-1 0 0,-1-2-744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0:21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5063 0 0,'0'2'13164'0'0,"-9"48"-4690"0"0,4-26-7530 0 0,-3 30 1 0 0,7-37-878 0 0,-1 7 101 0 0,0-1 0 0 0,2 1 0 0 0,4 26 0 0 0,-3-42-139 0 0,1 0 0 0 0,-1-1 0 0 0,2 1 0 0 0,-1-1 0 0 0,1 0 0 0 0,0 0 0 0 0,0 0 0 0 0,1 0 0 0 0,0 0 0 0 0,1-1 0 0 0,-1 0 0 0 0,1 0 0 0 0,9 10 0 0 0,-9-12-93 0 0,0 0-1 0 0,1 0 1 0 0,-1 0 0 0 0,1-1 0 0 0,0 1-1 0 0,0-1 1 0 0,0-1 0 0 0,0 1-1 0 0,0-1 1 0 0,0 0 0 0 0,1-1 0 0 0,-1 1-1 0 0,1-1 1 0 0,-1 0 0 0 0,1-1-1 0 0,0 0 1 0 0,-1 0 0 0 0,1 0-1 0 0,-1-1 1 0 0,1 0 0 0 0,-1 0 0 0 0,1-1-1 0 0,-1 1 1 0 0,1-1 0 0 0,-1-1-1 0 0,9-4 1 0 0,-6 2-6 0 0,0-1 0 0 0,0-1-1 0 0,0 1 1 0 0,-1-2 0 0 0,0 1 0 0 0,-1-1 0 0 0,1 0-1 0 0,-1 0 1 0 0,-1-1 0 0 0,0 0 0 0 0,0 0-1 0 0,-1-1 1 0 0,0 0 0 0 0,0 0 0 0 0,-1 0 0 0 0,-1 0-1 0 0,4-14 1 0 0,-6 17 24 0 0,2-3-63 0 0,0-1 1 0 0,-1 1-1 0 0,0-16 1 0 0,-2 24 9 0 0,-1 3-238 0 0,0-1 349 0 0,-1 0 0 0 0,1 1-1 0 0,0-1 1 0 0,-1 1 0 0 0,1 0 0 0 0,0-1-1 0 0,0 1 1 0 0,-1 0 0 0 0,1 0 0 0 0,0 0 0 0 0,0 0-1 0 0,0 0 1 0 0,0 0 0 0 0,0 0 0 0 0,-1 1 0 0 0,-12 20 343 0 0,12-16-299 0 0,-1-1 1 0 0,1 1-1 0 0,1-1 1 0 0,-1 1-1 0 0,1 0 0 0 0,0-1 1 0 0,0 1-1 0 0,1 0 0 0 0,0 0 1 0 0,0 0-1 0 0,0 0 0 0 0,1 0 1 0 0,0-1-1 0 0,0 1 0 0 0,0 0 1 0 0,1 0-1 0 0,-1-1 1 0 0,2 1-1 0 0,-1-1 0 0 0,0 0 1 0 0,1 1-1 0 0,0-1 0 0 0,0 0 1 0 0,1-1-1 0 0,-1 1 0 0 0,1-1 1 0 0,0 1-1 0 0,0-1 1 0 0,1 0-1 0 0,-1-1 0 0 0,1 1 1 0 0,0-1-1 0 0,0 0 0 0 0,0 0 1 0 0,0 0-1 0 0,6 2 0 0 0,10 2-925 0 0,43 11-1 0 0,-27-15-7736 0 0,-23-4 798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0:22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18431 0 0,'0'0'1668'0'0,"3"0"-1376"0"0,53 4 2246 0 0,87-4-1 0 0,-80-2-2693 0 0,42-3-743 0 0,111-20 0 0 0,-169 17-174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0:22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0 7831 0 0,'-1'2'4324'0'0,"-3"6"-1621"0"0,-1 1 0 0 0,1 0 0 0 0,1 0 0 0 0,-5 14 0 0 0,5-7-1091 0 0,0 1-1 0 0,-1 16 1 0 0,5 103-1226 0 0,1-111 503 0 0,31 250-1206 0 0,-29-252-110 0 0,4 35-4849 0 0</inkml:trace>
  <inkml:trace contextRef="#ctx0" brushRef="#br0" timeOffset="1">376 355 21855 0 0,'0'0'1672'0'0,"6"4"-964"0"0,3-3-427 0 0,0 0 0 0 0,1-1 0 0 0,-1-1 0 0 0,0 1 0 0 0,1-1 0 0 0,9-3 0 0 0,-6 2 435 0 0,0 0 0 0 0,19 0 0 0 0,-16 3-489 0 0,12 0 282 0 0,30-3 0 0 0,74-4 263 0 0,86-5-790 0 0,-185 10-188 0 0,-2-2-1702 0 0,59-12-1 0 0,-62 9-163 0 0,-4 1-303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0:22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0 9671 0 0,'0'0'-740'0'0,"-4"0"-615"0"0,-20 7 20233 0 0,22-6-18140 0 0,2-1-735 0 0,-1 2 161 0 0,1 0-1 0 0,-1 0 1 0 0,1-1 0 0 0,-1 1-1 0 0,1 0 1 0 0,0 0 0 0 0,-1 0 0 0 0,1 3-1 0 0,1-4-127 0 0,-1 0 0 0 0,1 0-1 0 0,-1 0 1 0 0,1 1 0 0 0,0-1 0 0 0,-1 0-1 0 0,1 0 1 0 0,0 0 0 0 0,0 0 0 0 0,0 0-1 0 0,0 0 1 0 0,0 0 0 0 0,0-1 0 0 0,1 2-1 0 0,13 11 35 0 0,1-1 0 0 0,0 0 0 0 0,1-1-1 0 0,0-1 1 0 0,32 13 0 0 0,-25-13-70 0 0,0 2 0 0 0,31 18 0 0 0,-51-27-10 0 0,1 0 0 0 0,-1 0 0 0 0,0 1 0 0 0,-1-1 0 0 0,7 7 0 0 0,-5-2-2 0 0,-3 2 27 0 0,-2-9-7 0 0,0 1 1 0 0,0 0-1 0 0,-1 0 1 0 0,1-1 0 0 0,-1 1-1 0 0,1 0 1 0 0,-1-1-1 0 0,1 1 1 0 0,-1 0-1 0 0,0-1 1 0 0,0 1-1 0 0,0-1 1 0 0,0 1 0 0 0,0-1-1 0 0,0 0 1 0 0,0 1-1 0 0,-1-1 1 0 0,1 0-1 0 0,0 0 1 0 0,-1 0-1 0 0,-1 1 1 0 0,-4 3 19 0 0,-1-1 0 0 0,1 0 0 0 0,-12 3 0 0 0,-6 3-60 0 0,-89 60-5302 0 0,78-56 3545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0:23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 22031 0 0,'0'0'1995'0'0,"-14"5"-1559"0"0,13-3-351 0 0,-1 0-1 0 0,1 0 1 0 0,-1 0 0 0 0,1 0 0 0 0,0 0 0 0 0,0 1-1 0 0,0-1 1 0 0,0 0 0 0 0,1 1 0 0 0,-1-1-1 0 0,1 1 1 0 0,-1-1 0 0 0,1 3 0 0 0,-1 37 1025 0 0,2-26-590 0 0,8 193 546 0 0,1 0-1147 0 0,-11-198-545 0 0,1 1-1 0 0,-2-1 1 0 0,0 1 0 0 0,0-1-1 0 0,-1 1 1 0 0,-6 15-1 0 0,9-26-364 0 0,-7 1-2616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0:23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22775 0 0,'0'0'1115'0'0,"2"-1"-491"0"0,6-3-492 0 0,1 0 0 0 0,0 1 0 0 0,-1 0 0 0 0,1 0 0 0 0,0 0 1 0 0,16-1-1 0 0,59-1 396 0 0,-36 3-24 0 0,184-6 600 0 0,-195 8-1306 0 0,164 8 408 0 0,-68 10-4061 0 0,-97-10-4782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0:24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1 162 16583 0 0,'0'0'1276'0'0,"0"2"-822"0"0,1 70 3892 0 0,-2 74 633 0 0,3-56-5458 0 0,-2-86 617 0 0,1-1-1822 0 0</inkml:trace>
  <inkml:trace contextRef="#ctx0" brushRef="#br0" timeOffset="1">338 8 13359 0 0,'0'0'1027'0'0,"2"0"-334"0"0,1 0 412 0 0,27 0 4988 0 0,2-1-3304 0 0,62-4-1496 0 0,-79 4-1615 0 0,0 1-1 0 0,0 1 1 0 0,0 0 0 0 0,26 7 0 0 0,-38-8-27 0 0,19 8-3301 0 0,-14-5 1764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0:24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20095 0 0,'0'0'2208'0'0,"1"0"-1867"0"0,11 1 102 0 0,0-1 0 0 0,-1 0 0 0 0,1-1 0 0 0,19-3 0 0 0,0-1 62 0 0,65-7-1035 0 0,-3-8-3314 0 0,-65 12 2381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0:24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355 0 21679 0 0,'0'0'2407'0'0,"-3"9"-1275"0"0,-4 8-575 0 0,-2-1 1 0 0,0 1-1 0 0,-1-2 1 0 0,0 1-1 0 0,-1-1 1 0 0,-1-1-1 0 0,0 0 1 0 0,-22 19-1 0 0,-11 4-470 0 0,-68 43 0 0 0,60-43 212 0 0,45-33-288 0 0,-10 6-22 0 0,17-10-47 0 0,37 5-97 0 0,8-7 59 0 0,-18 2-96 0 0,47-8 0 0 0,-35 3-127 0 0,1 2 0 0 0,57 2 0 0 0,-60 1-152 0 0,-14 1-244 0 0,-17 0 234 0 0,0-1 1 0 0,0 1 0 0 0,0-1 0 0 0,-1 0-1 0 0,1-1 1 0 0,0 1 0 0 0,0-1 0 0 0,-1 0-1 0 0,1 0 1 0 0,0 0 0 0 0,4-3-1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0:25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14279 0 0,'-1'2'7889'0'0,"-2"10"-6273"0"0,1 0-1 0 0,0 0 1 0 0,0 14-1 0 0,1-5-361 0 0,3 25 0 0 0,20 84-413 0 0,15 39-621 0 0,-26-88-2495 0 0,-11-80 1509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0:25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11519 0 0,'0'0'11027'0'0,"8"-4"-8327"0"0,14-2-1556 0 0,0 1 1 0 0,1 0-1 0 0,23-1 1 0 0,-18 2-843 0 0,-18 3-234 0 0,29-5 130 0 0,1 2 0 0 0,55 1 0 0 0,-89 3-167 0 0,-4 0-22 0 0,0 0 0 0 0,0 0-1 0 0,0 0 1 0 0,0 0 0 0 0,-1 1 0 0 0,1-1 0 0 0,0 1-1 0 0,0-1 1 0 0,-1 1 0 0 0,1 0 0 0 0,0-1 0 0 0,-1 1-1 0 0,1 0 1 0 0,1 1 0 0 0,-1-1 6 0 0,-1 0 0 0 0,1 0 0 0 0,-1 0 1 0 0,0 1-1 0 0,0-1 0 0 0,1 0 0 0 0,-1 0 0 0 0,0 1 0 0 0,0-1 0 0 0,0 0 1 0 0,0 1-1 0 0,-1-1 0 0 0,1 1 0 0 0,0 0 0 0 0,-1-1 0 0 0,1 1 0 0 0,-1-1 1 0 0,1 1-1 0 0,-1 0 0 0 0,0-1 0 0 0,0 1 0 0 0,1 0 0 0 0,-1 0 0 0 0,0-1 1 0 0,-1 1-1 0 0,1 0 0 0 0,0-1 0 0 0,-1 3 0 0 0,-2 7 79 0 0,1-1 0 0 0,-2 0 1 0 0,-7 15-1 0 0,4-7 17 0 0,1-4-93 0 0,-18 56 131 0 0,22-61-133 0 0,-1 1 1 0 0,2-1-1 0 0,-1 1 0 0 0,2-1 1 0 0,-1 16-1 0 0,1-23-13 0 0,0-1-1 0 0,0 0 1 0 0,0 1 0 0 0,0-1 0 0 0,0 0-1 0 0,0 1 1 0 0,1-1 0 0 0,-1 0 0 0 0,0 1-1 0 0,1-1 1 0 0,-1 0 0 0 0,1 0 0 0 0,-1 0-1 0 0,1 1 1 0 0,-1-1 0 0 0,1 0 0 0 0,0 0-1 0 0,0 0 1 0 0,0 1 0 0 0,3 2 6 0 0,-3-2-21 0 0,1 1 0 0 0,0-1 0 0 0,0 0 0 0 0,0 0 0 0 0,1 0 0 0 0,-1 0 0 0 0,0 0 0 0 0,1 0 0 0 0,0-1 0 0 0,-1 1-1 0 0,1-1 1 0 0,0 1 0 0 0,5 1 0 0 0,-3-2-32 0 0,-1 0 0 0 0,1-1-1 0 0,0 1 1 0 0,0-1 0 0 0,0 0-1 0 0,-1 0 1 0 0,1 0 0 0 0,5-2-1 0 0,7-2-166 0 0,0-1 0 0 0,-1 0 0 0 0,29-14 0 0 0,-38 16 168 0 0,32-16-1661 0 0,0-1-1 0 0,41-31 0 0 0,-31 15-2528 0 0,45-42 1 0 0,-82 68 3942 0 0,-5 4 117 0 0,0-1 0 0 0,0 1 0 0 0,5-9 0 0 0,-10 13 427 0 0,0-1 0 0 0,-1 0-1 0 0,1 1 1 0 0,-1-1 0 0 0,1 0 0 0 0,-1 0-1 0 0,0 0 1 0 0,0 0 0 0 0,-1 0-1 0 0,1 0 1 0 0,-1 0 0 0 0,1 0-1 0 0,-1-5 4065 0 0,-1 5-2478 0 0,1 3-1778 0 0,0 0 0 0 0,0 0 1 0 0,0 0-1 0 0,0 0 1 0 0,0-1-1 0 0,0 1 1 0 0,0 0-1 0 0,0 0 0 0 0,0 0 1 0 0,0 0-1 0 0,-1 0 1 0 0,1-1-1 0 0,0 1 0 0 0,0 0 1 0 0,0 0-1 0 0,0 0 1 0 0,0 0-1 0 0,0 0 1 0 0,0-1-1 0 0,0 1 0 0 0,0 0 1 0 0,-1 0-1 0 0,1 0 1 0 0,0 0-1 0 0,0 0 1 0 0,0 0-1 0 0,0 0 0 0 0,0 0 1 0 0,0 0-1 0 0,-1 0 1 0 0,1-1-1 0 0,0 1 0 0 0,0 0 1 0 0,0 0-1 0 0,-1 0 1 0 0,-1 1 101 0 0,0-1 1 0 0,-1 1 0 0 0,1-1 0 0 0,-1 1-1 0 0,1 0 1 0 0,0 0 0 0 0,-1 0 0 0 0,1 0-1 0 0,0 0 1 0 0,0 0 0 0 0,0 1-1 0 0,0-1 1 0 0,-2 3 0 0 0,-27 26 627 0 0,19-17-482 0 0,2-3-176 0 0,0 1 0 0 0,1 1 0 0 0,0 0-1 0 0,1 0 1 0 0,-13 25 0 0 0,18-30-83 0 0,0 1 0 0 0,0-1 0 0 0,0 1 0 0 0,1-1 0 0 0,0 1 0 0 0,1 0 0 0 0,0 0 0 0 0,0 0-1 0 0,1-1 1 0 0,0 1 0 0 0,0 0 0 0 0,2 13 0 0 0,-1-17-63 0 0,1-1-1 0 0,-1 1 1 0 0,1-1 0 0 0,-1 1 0 0 0,1-1-1 0 0,0 0 1 0 0,0 0 0 0 0,1 0 0 0 0,-1 0-1 0 0,1 0 1 0 0,-1 0 0 0 0,1-1 0 0 0,0 1-1 0 0,0-1 1 0 0,0 0 0 0 0,0 0 0 0 0,0 0-1 0 0,1 0 1 0 0,-1 0 0 0 0,1-1 0 0 0,-1 1-1 0 0,8 1 1 0 0,1 0-46 0 0,0 0-1 0 0,0-1 1 0 0,1-1 0 0 0,-1 1-1 0 0,21-2 1 0 0,-20-1-55 0 0,0 0 1 0 0,0 0-1 0 0,0-1 0 0 0,-1-1 1 0 0,1 0-1 0 0,-1-1 0 0 0,0-1 1 0 0,0 1-1 0 0,12-8 0 0 0,-19 9 91 0 0,0-1-1 0 0,0 0 0 0 0,-1 0 0 0 0,0 0 0 0 0,0 0 1 0 0,0-1-1 0 0,-1 0 0 0 0,1 0 0 0 0,-1 0 0 0 0,0 0 1 0 0,0 0-1 0 0,-1 0 0 0 0,0-1 0 0 0,0 1 0 0 0,0-1 0 0 0,1-7 1 0 0,-2 8 5 0 0,0 0 0 0 0,-1 0 1 0 0,0 0-1 0 0,0 1 0 0 0,0-1 1 0 0,0 0-1 0 0,-1 0 0 0 0,0 0 1 0 0,0 1-1 0 0,0-1 1 0 0,-1 1-1 0 0,1-1 0 0 0,-1 1 1 0 0,0-1-1 0 0,-1 1 0 0 0,1 0 1 0 0,-1 0-1 0 0,1 0 0 0 0,-1 0 1 0 0,-5-5-1 0 0,-5-2-313 0 0,-1 0 0 0 0,0 1 0 0 0,-1 0 0 0 0,0 1 0 0 0,0 1 0 0 0,-1 0 0 0 0,0 1-1 0 0,-29-8 1 0 0,41 14-201 0 0,-4-2-1689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0:25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21079 0 0,'0'0'4720'0'0,"1"1"-3851"0"0,10 20 1275 0 0,17 42 0 0 0,-16-24-1694 0 0,12 59-1 0 0,-15-57-357 0 0,7 41-187 0 0,8 88 1 0 0,-24-161 98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0:26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1 5063 0 0,'-1'0'19465'0'0,"-8"7"-18259"0"0,0 1 0 0 0,0 0-1 0 0,1 0 1 0 0,-11 14-1 0 0,0-1-466 0 0,-14 17-279 0 0,3 1 1 0 0,-29 45-1 0 0,55-78-445 0 0,1 1 1 0 0,-1-1-1 0 0,1 1 0 0 0,0 0 0 0 0,-4 13 0 0 0,6-6-15 0 0,4-10 0 0 0,-2-3 0 0 0,1 2 0 0 0,0-1 0 0 0,0 0 0 0 0,-1 1 0 0 0,2-1 0 0 0,-1 0 0 0 0,0-1 0 0 0,0 1 0 0 0,1 0 0 0 0,-1 0 0 0 0,1-1 0 0 0,-1 0 0 0 0,1 1 0 0 0,0-1 0 0 0,0 0 0 0 0,3 1 0 0 0,7 1 0 0 0,26 4 0 0 0,-33-6 0 0 0,44 3 0 0 0,80-3 0 0 0,-66-2-13 0 0,-8 3-433 0 0,-54-2-120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0:26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11055 0 0,'0'0'8976'0'0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0:27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8 6911 0 0,'-10'-7'22499'0'0,"17"15"-20666"0"0,9 15-1949 0 0,33 64 936 0 0,77 105 0 0 0,-22-68-1444 0 0,-79-103-580 0 0,-24-20 511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0:27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469 1 14743 0 0,'0'0'1335'0'0,"-2"1"-1096"0"0,-9 5 2044 0 0,0 1 0 0 0,1 1 0 0 0,-12 9 1 0 0,11-6-1351 0 0,0 1 0 0 0,1 0 0 0 0,-9 15 0 0 0,6-10-640 0 0,-48 64 822 0 0,-81 84-1 0 0,21-35-972 0 0,98-99-1357 0 0,22-30 674 0 0,6 1-4052 0 0,-3-2 4242 0 0,-1 1-1 0 0,0 0 1 0 0,0-1 0 0 0,1 1-1 0 0,0 1 1 0 0,12 5-1589 0 0,3-6-334 0 0</inkml:trace>
  <inkml:trace contextRef="#ctx0" brushRef="#br0" timeOffset="1">719 372 21655 0 0,'0'0'1959'0'0,"0"2"-1613"0"0,-2 27 736 0 0,-1 0-1 0 0,-2-1 0 0 0,-10 39 0 0 0,8-40-231 0 0,4-16-686 0 0,2 0 0 0 0,-1 0 0 0 0,1 0 0 0 0,1 0 0 0 0,0 0 0 0 0,0 0 0 0 0,4 17 0 0 0,-4-27-233 0 0,0 1 0 0 0,1 0 0 0 0,-1-1 0 0 0,1 1 1 0 0,0 0-1 0 0,0-1 0 0 0,-1 1 0 0 0,1-1 0 0 0,0 1 0 0 0,0-1 0 0 0,0 1 0 0 0,1-1 0 0 0,-1 0 1 0 0,0 0-1 0 0,0 1 0 0 0,3 0 0 0 0,6 2-2949 0 0,1-2-3525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0:27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25023 0 0,'0'0'2269'0'0,"2"0"-1870"0"0,6 0 27 0 0,-1 0-1 0 0,1 0 1 0 0,14-3-1 0 0,16-1 885 0 0,154 15-2426 0 0,-153-4-2624 0 0,-29-5 1508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0:28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11975 0 0,'0'0'13565'0'0,"1"1"-12733"0"0,2 0-606 0 0,0 0 0 0 0,1 1 0 0 0,-1-1-1 0 0,0 0 1 0 0,0-1 0 0 0,1 1-1 0 0,-1 0 1 0 0,6-1 0 0 0,32 0 629 0 0,-18-1-822 0 0,78-7-2541 0 0,-88 8 1163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0:28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194 130 4607 0 0,'2'-1'2040'0'0,"4"-4"-728"0"0,0 0-1 0 0,-1 0 0 0 0,1 0 1 0 0,-1-1-1 0 0,0 0 0 0 0,0 0 1 0 0,-1 0-1 0 0,1-1 0 0 0,-2 1 1 0 0,1-1-1 0 0,-1 0 0 0 0,0 0 0 0 0,3-10 1 0 0,-6 16-494 0 0,-5-7 619 0 0,5 7-1395 0 0,0 1-1 0 0,-1-1 1 0 0,1 1 0 0 0,0-1 0 0 0,-1 0 0 0 0,1 1 0 0 0,0-1 0 0 0,-1 1 0 0 0,1 0 0 0 0,-1-1 0 0 0,1 1 0 0 0,-1-1-1 0 0,1 1 1 0 0,-1 0 0 0 0,1-1 0 0 0,-1 1 0 0 0,1 0 0 0 0,-1-1 0 0 0,1 1 0 0 0,-1 0 0 0 0,0 0 0 0 0,1 0 0 0 0,-1-1-1 0 0,1 1 1 0 0,-1 0 0 0 0,0 0 0 0 0,1 0 0 0 0,-1 0 0 0 0,0 0 0 0 0,1 0 0 0 0,-1 1 0 0 0,-4-1 59 0 0,1 1 1 0 0,0 0-1 0 0,0 0 0 0 0,0 1 1 0 0,0-1-1 0 0,0 1 1 0 0,0 0-1 0 0,0 0 0 0 0,0 0 1 0 0,1 0-1 0 0,-1 1 1 0 0,-3 3-1 0 0,-6 6 170 0 0,-18 22-1 0 0,20-22-125 0 0,-63 81 805 0 0,65-80-837 0 0,1 0 0 0 0,0 1 0 0 0,1 0 0 0 0,1 0 0 0 0,-8 24 0 0 0,13-34-107 0 0,0-1 0 0 0,0 1 1 0 0,1 0-1 0 0,-1-1 0 0 0,1 1 1 0 0,0 0-1 0 0,0-1 0 0 0,0 1 1 0 0,0 0-1 0 0,1-1 0 0 0,0 1 1 0 0,-1-1-1 0 0,1 1 0 0 0,1-1 1 0 0,-1 1-1 0 0,0-1 0 0 0,1 0 1 0 0,0 1-1 0 0,0-1 0 0 0,0 0 1 0 0,0 0-1 0 0,0 0 0 0 0,0-1 1 0 0,1 1-1 0 0,-1 0 0 0 0,1-1 1 0 0,0 0-1 0 0,0 1 0 0 0,5 2 1 0 0,1 0-18 0 0,0-1 1 0 0,1 0-1 0 0,-1 0 1 0 0,1 0-1 0 0,0-1 1 0 0,0-1-1 0 0,0 0 1 0 0,1 0-1 0 0,13 0 1 0 0,41 0-211 0 0,-1-3 0 0 0,0-3 1 0 0,1-3-1 0 0,74-17 0 0 0,-128 21 169 0 0,0 0-1 0 0,-1 0 1 0 0,1-1 0 0 0,-1 0-1 0 0,0-1 1 0 0,0-1-1 0 0,0 1 1 0 0,-1-1 0 0 0,13-11-1 0 0,-19 15 61 0 0,0-1-1 0 0,0 0 0 0 0,0 0 1 0 0,-1 0-1 0 0,1-1 0 0 0,-1 1 0 0 0,1 0 1 0 0,-1-1-1 0 0,-1 1 0 0 0,1-1 1 0 0,0 0-1 0 0,-1 0 0 0 0,0 0 1 0 0,0 0-1 0 0,0 0 0 0 0,0 0 0 0 0,0 0 1 0 0,-1 0-1 0 0,0 0 0 0 0,0 0 1 0 0,0 0-1 0 0,0 0 0 0 0,-1 0 1 0 0,0 0-1 0 0,1 0 0 0 0,-2 0 0 0 0,1 0 1 0 0,-3-6-1 0 0,-1-1 38 0 0,-1-1 0 0 0,0 1 1 0 0,-1 0-1 0 0,-1 0 0 0 0,1 1 0 0 0,-2 0 0 0 0,1 0 0 0 0,-1 1 0 0 0,-1 0 1 0 0,0 1-1 0 0,0 0 0 0 0,-13-8 0 0 0,4 5 19 0 0,-1 1-1 0 0,1 1 1 0 0,-2 1-1 0 0,1 1 1 0 0,-1 0-1 0 0,-31-5 1 0 0,13 4-162 0 0,11 2-356 0 0,0 1 0 0 0,-48-3 0 0 0,74 8-334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0:43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 8719 0 0,'22'-4'324'0'0,"-1"1"1"0"0,24 0-1 0 0,26-4-311 0 0,-19 0 673 0 0,83-1 0 0 0,53 12 856 0 0,51-2-1066 0 0,-58-7 60 0 0,-155 5-124 0 0,-1 2 0 0 0,0 0 0 0 0,42 9 0 0 0,-54-3-258 0 0,-13-8-221 0 0,1 0-1 0 0,-1 0 1 0 0,0 1 0 0 0,0-1-1 0 0,1 0 1 0 0,-1 0 0 0 0,0 1-1 0 0,1-1 1 0 0,-1 0 0 0 0,0 1-1 0 0,0-1 1 0 0,0 0 0 0 0,1 1-1 0 0,-1-1 1 0 0,0 0 0 0 0,0 1-1 0 0,0-1 1 0 0,0 1 0 0 0,0-1-1 0 0,0 0 1 0 0,0 1-1 0 0,0-1 1 0 0,0 0 0 0 0,0 1-1 0 0,0-1 1 0 0,0 1 0 0 0,0-1-1 0 0,0 0 1 0 0,0 1 0 0 0,0-1-1 0 0,0 0 1 0 0,0 1 0 0 0,-1-1-1 0 0,1 1 1 0 0,0-1 0 0 0,-7 9-4679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0:52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10967 0 0,'0'2'8083'0'0,"2"8"-6757"0"0,0 0 1 0 0,1 0 0 0 0,6 13-1 0 0,31 55 970 0 0,1 0-1605 0 0,-32-55-523 0 0,58 154 376 0 0,-45-121-272 0 0,-21-54 711 0 0,0-3-968 0 0,0 1 0 0 0,0 0-1 0 0,0-1 1 0 0,0 1 0 0 0,0-1 0 0 0,0 1 0 0 0,0-1 0 0 0,0 0 0 0 0,0 1 0 0 0,0-1 0 0 0,0 0 0 0 0,0 0 0 0 0,-1 0-1 0 0,1 0 1 0 0,0 0 0 0 0,0 0 0 0 0,-1 0 0 0 0,1-1 0 0 0,11-19 47 0 0,-5-1 48 0 0,10-40 0 0 0,-2 5-58 0 0,22-108 11 0 0,-14 56-62 0 0,-9 44-769 0 0,-14 64 100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0:52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1839 0 0,'1'2'17135'0'0,"3"4"-16343"0"0,0-1 0 0 0,-1 1 0 0 0,0 1 1 0 0,0-1-1 0 0,0 0 0 0 0,-1 1 0 0 0,0-1 0 0 0,0 1 1 0 0,1 8-1 0 0,5 65 1178 0 0,-7-61-1751 0 0,-1-11-161 0 0,0 0-1 0 0,1 0 0 0 0,0 0 1 0 0,1 0-1 0 0,0 0 1 0 0,3 10-1 0 0,1-3-129 0 0,-6-13-300 0 0,15-1-4071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0:53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8287 0 0,'1'-1'12220'0'0,"11"-5"-11330"0"0,0 0 0 0 0,1 1 0 0 0,-1 0 0 0 0,1 1-1 0 0,17-4 1 0 0,2 2-493 0 0,36-1-1 0 0,-63 7-273 0 0,1 0-1 0 0,-1 0 1 0 0,0 1-1 0 0,7 1 1 0 0,2 1-1394 0 0,-1-2-4233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0:54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7367 0 0,'0'0'1222'0'0,"12"-3"7735"0"0,49-14-2153 0 0,35-3-5708 0 0,-59 13-567 0 0,53-4-150 0 0,-47 7-3513 0 0,-28 2-5279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0:54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10591 0 0,'1'1'8820'0'0,"8"41"-3041"0"0,14 21-3853 0 0,37 82-177 0 0,39 85-623 0 0,-99-229-1123 0 0,4 8 17 0 0,0-1 1 0 0,0 0 0 0 0,1 0 0 0 0,0 0 0 0 0,0-1 0 0 0,0 1 0 0 0,1-1-1 0 0,1-1 1 0 0,-1 1 0 0 0,10 6 0 0 0,-14-12 39 0 0,4-1-36 0 0,-6 0-16 0 0,1-1-1 0 0,0 1 1 0 0,0-1-1 0 0,0 0 1 0 0,0 1-1 0 0,-1-1 1 0 0,1 1-1 0 0,0-1 1 0 0,-1 0 0 0 0,1 0-1 0 0,0 0 1 0 0,-1 1-1 0 0,1-1 1 0 0,-1 0-1 0 0,1-2 1 0 0,0 3 3 0 0,1-7 30 0 0,1 0 1 0 0,-1 0-1 0 0,0 0 1 0 0,-1 0-1 0 0,0 0 1 0 0,0 0-1 0 0,0 0 1 0 0,-1-11-1 0 0,3-26 87 0 0,8-24-103 0 0,-5 25 0 0 0,17-60 0 0 0,-11 61-56 0 0,-3 7-268 0 0,27-61 1 0 0,-10 30-2454 0 0,-25 65 1723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0:55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125 110 7367 0 0,'0'0'667'0'0,"6"-7"-534"0"0,4-6-633 0 0,-4-4 7249 0 0,-6-3 1617 0 0,-3 4-5992 0 0,2 14-2232 0 0,1 1 0 0 0,-1-1 0 0 0,0 0 0 0 0,0 1 0 0 0,1-1 0 0 0,-1 1 0 0 0,-1-1 0 0 0,1 1 0 0 0,0 0 0 0 0,0-1 0 0 0,0 1 0 0 0,-1 0 0 0 0,1 0 0 0 0,-1 0 0 0 0,1 0 0 0 0,-3-1 0 0 0,1 0-99 0 0,0 0 0 0 0,0 1-1 0 0,0-1 1 0 0,0 1-1 0 0,-1 0 1 0 0,1 0-1 0 0,-7-1 1 0 0,8 2-33 0 0,0 0 0 0 0,0 0-1 0 0,0 0 1 0 0,0 0 0 0 0,0 0 0 0 0,0 0 0 0 0,0 1-1 0 0,0-1 1 0 0,0 0 0 0 0,0 1 0 0 0,0 0-1 0 0,0-1 1 0 0,0 1 0 0 0,0 0 0 0 0,0 0 0 0 0,1 0-1 0 0,-4 3 1 0 0,-1 0 6 0 0,3-2-11 0 0,-1 0 1 0 0,1 0-1 0 0,0 1 0 0 0,0-1 1 0 0,0 1-1 0 0,0 0 0 0 0,0 0 1 0 0,1 0-1 0 0,-1 0 0 0 0,1 1 1 0 0,0-1-1 0 0,0 0 0 0 0,0 1 1 0 0,1 0-1 0 0,-1-1 0 0 0,1 1 1 0 0,0 0-1 0 0,0 0 0 0 0,0 0 1 0 0,0 0-1 0 0,1 0 0 0 0,-1 7 1 0 0,2-2 8 0 0,0 0-1 0 0,0-1 1 0 0,1 1 0 0 0,0-1 0 0 0,0 1 0 0 0,1-1 0 0 0,0 0 0 0 0,1 0 0 0 0,6 12-1 0 0,0-2 94 0 0,-1 1 0 0 0,-1 0 0 0 0,-1 0 0 0 0,-1 0 0 0 0,0 1 0 0 0,-2 0 0 0 0,0 0 0 0 0,-1 1-1 0 0,-1-1 1 0 0,-1 1 0 0 0,-2 32 0 0 0,-1-16-656 0 0,2-35-31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0:55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84 6447 0 0,'-3'-3'16035'0'0,"11"-1"-14095"0"0,83-22 1133 0 0,11-2-2164 0 0,-15 5-4477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1:18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19231 0 0,'0'0'5748'0'0,"2"0"-5129"0"0,42-13 664 0 0,76-10 0 0 0,-73 15-1123 0 0,-39 7-180 0 0,1 0 0 0 0,-1 1 0 0 0,0-1 0 0 0,0 2 0 0 0,1-1 0 0 0,-1 1-1 0 0,0 0 1 0 0,0 1 0 0 0,0 0 0 0 0,8 3 0 0 0,-10-3-726 0 0,0 1 0 0 0,0 0 0 0 0,0 0 1 0 0,7 6-1 0 0,-13-2-4169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1:18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15607 0 0,'0'0'3396'0'0,"1"1"-2462"0"0,3 2-650 0 0,-1 0 1 0 0,1-1 0 0 0,0 1 0 0 0,0-1 0 0 0,0 0-1 0 0,0 0 1 0 0,0 0 0 0 0,0-1 0 0 0,1 1 0 0 0,-1-1-1 0 0,1 0 1 0 0,-1 0 0 0 0,1-1 0 0 0,-1 1-1 0 0,6-1 1 0 0,10 0 81 0 0,1-1-1 0 0,22-5 1 0 0,-19 3-126 0 0,83-7 306 0 0,-22 3-2143 0 0,-29 0-5301 0 0,-34 4-800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2:28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327 156 8287 0 0,'0'0'382'0'0,"0"-1"-8"0"0,-2-22-1603 0 0,1-1 4474 0 0,1 10 1061 0 0,0 1 0 0 0,-4-18-1 0 0,-3 8-2038 0 0,6 21-2169 0 0,0 1 0 0 0,0-1 0 0 0,0 0 0 0 0,0 1 0 0 0,0-1 0 0 0,0 1 0 0 0,0 0 0 0 0,0-1-1 0 0,-1 1 1 0 0,1 0 0 0 0,0 0 0 0 0,-1-1 0 0 0,1 1 0 0 0,-1 0 0 0 0,0 1 0 0 0,1-1 0 0 0,-1 0 0 0 0,0 0 0 0 0,1 1 0 0 0,-1-1 0 0 0,0 1-1 0 0,0-1 1 0 0,1 1 0 0 0,-1 0 0 0 0,0 0 0 0 0,0 0 0 0 0,0 0 0 0 0,0 0 0 0 0,1 0 0 0 0,-1 0 0 0 0,0 1 0 0 0,0-1 0 0 0,0 0 0 0 0,1 1-1 0 0,-3 1 1 0 0,-3 0 6 0 0,0 1-1 0 0,1 0 1 0 0,-1 1-1 0 0,1 0 1 0 0,0 0-1 0 0,0 0 1 0 0,-9 9-1 0 0,-8 11 109 0 0,1 0 0 0 0,0 1-1 0 0,2 2 1 0 0,2 0-1 0 0,0 1 1 0 0,-22 48 0 0 0,34-63-171 0 0,0 1 1 0 0,1 0 0 0 0,1 0 0 0 0,0 0-1 0 0,-3 27 1 0 0,7-37-39 0 0,0 0-1 0 0,0 0 1 0 0,0 0 0 0 0,0 0 0 0 0,0 0-1 0 0,1 0 1 0 0,0 0 0 0 0,-1 0 0 0 0,2 0-1 0 0,-1 0 1 0 0,0-1 0 0 0,1 1-1 0 0,0 0 1 0 0,0-1 0 0 0,0 1 0 0 0,0-1-1 0 0,0 0 1 0 0,1 0 0 0 0,-1 1 0 0 0,1-2-1 0 0,0 1 1 0 0,0 0 0 0 0,0 0 0 0 0,0-1-1 0 0,7 4 1 0 0,1-1-13 0 0,0 0-1 0 0,0-1 1 0 0,0-1-1 0 0,1 0 1 0 0,-1 0-1 0 0,1-1 1 0 0,0-1-1 0 0,0 0 1 0 0,0 0-1 0 0,0-1 1 0 0,-1-1-1 0 0,1 0 1 0 0,0 0-1 0 0,12-4 1 0 0,-5 1-35 0 0,0-2-1 0 0,-1 0 1 0 0,0-1 0 0 0,0-1 0 0 0,0 0 0 0 0,-1-1 0 0 0,29-21-1 0 0,-38 23 40 0 0,0 1-1 0 0,-1-1 0 0 0,1-1 0 0 0,-2 1 1 0 0,1-1-1 0 0,-1-1 0 0 0,0 1 0 0 0,-1-1 1 0 0,0 0-1 0 0,0 0 0 0 0,-1 0 0 0 0,4-11 1 0 0,-6 14 3 0 0,-1 1 0 0 0,1-1 0 0 0,-1 0 0 0 0,-1 0 0 0 0,1 0 1 0 0,-1 0-1 0 0,0 1 0 0 0,0-1 0 0 0,0 0 0 0 0,-1 0 0 0 0,0 0 0 0 0,0 1 1 0 0,-1-1-1 0 0,1 0 0 0 0,-1 1 0 0 0,-1-1 0 0 0,1 1 0 0 0,-1 0 0 0 0,0 0 1 0 0,0 0-1 0 0,0 0 0 0 0,-5-6 0 0 0,0 3-105 0 0,0 0 0 0 0,-1 1-1 0 0,0 0 1 0 0,0 0 0 0 0,-1 1 0 0 0,1 0-1 0 0,-1 0 1 0 0,-1 1 0 0 0,1 1 0 0 0,-1 0-1 0 0,0 0 1 0 0,0 1 0 0 0,0 0 0 0 0,0 1 0 0 0,0 0-1 0 0,-12 1 1 0 0,18 1-243 0 0,0 0 1 0 0,1 1-1 0 0,-1 0 0 0 0,1 0 1 0 0,-1 0-1 0 0,1 0 0 0 0,0 1 1 0 0,-6 2-1 0 0,7-1-2512 0 0,-1 10-5934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2:28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14743 0 0,'0'0'1335'0'0,"1"2"-1096"0"0,0 1-216 0 0,6 19 303 0 0,-5 3 7160 0 0,0-4-3890 0 0,-2-19-3585 0 0,1 0 0 0 0,-1 0 1 0 0,1 0-1 0 0,0 0 0 0 0,0 0 1 0 0,0 0-1 0 0,0 0 0 0 0,2 3 1 0 0,-1-4-275 0 0,-1 0 1 0 0,0 1 0 0 0,0-1-1 0 0,1 0 1 0 0,-1 0 0 0 0,1 0-1 0 0,-1 0 1 0 0,1 0-1 0 0,-1 0 1 0 0,1 0 0 0 0,0-1-1 0 0,-1 1 1 0 0,1-1 0 0 0,0 1-1 0 0,0-1 1 0 0,-1 0-1 0 0,1 1 1 0 0,0-1 0 0 0,0 0-1 0 0,0 0 1 0 0,-1 0 0 0 0,4-1-1 0 0,9 1-7809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2:29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3 2303 0 0,'0'0'102'0'0,"-16"-1"20"0"0,9 0 636 0 0,5 0 1024 0 0,0 1 0 0 0,0 0 0 0 0,-1 0 0 0 0,1 0-1 0 0,0 0 1 0 0,0 1 0 0 0,0-1 0 0 0,-3 1 0 0 0,-9 4 2877 0 0,-3 5-1841 0 0,10-4-2328 0 0,0 0 0 0 0,1 0-1 0 0,0 1 1 0 0,0 0 0 0 0,0 0 0 0 0,-7 13-1 0 0,4-4-109 0 0,1 0-1 0 0,-8 22 1 0 0,11-25-224 0 0,1 0 0 0 0,0 0 0 0 0,1 1 1 0 0,0-1-1 0 0,-1 21 0 0 0,4-30-152 0 0,0 0-1 0 0,0 0 1 0 0,0 1 0 0 0,1-1-1 0 0,-1 0 1 0 0,1 0-1 0 0,0 1 1 0 0,0-1 0 0 0,1 0-1 0 0,-1 0 1 0 0,1 0-1 0 0,0-1 1 0 0,0 1-1 0 0,0 0 1 0 0,1-1 0 0 0,-1 1-1 0 0,1-1 1 0 0,0 0-1 0 0,0 1 1 0 0,0-2 0 0 0,0 1-1 0 0,4 2 1 0 0,3 2-27 0 0,1-2 1 0 0,-1 1 0 0 0,1-2-1 0 0,0 1 1 0 0,0-2 0 0 0,0 1-1 0 0,1-1 1 0 0,-1-1 0 0 0,1 0 0 0 0,-1-1-1 0 0,21 0 1 0 0,-16-1-52 0 0,-1-1 1 0 0,1-1-1 0 0,-1-1 0 0 0,1 0 1 0 0,-1-1-1 0 0,0 0 0 0 0,0-1 1 0 0,18-10-1 0 0,-25 11 35 0 0,-1 0 1 0 0,0-1-1 0 0,0 0 0 0 0,0-1 1 0 0,-1 1-1 0 0,1-1 0 0 0,-2-1 1 0 0,1 1-1 0 0,-1-1 0 0 0,0 0 1 0 0,0 0-1 0 0,0-1 0 0 0,5-14 1 0 0,-7 17 14 0 0,-1 0 0 0 0,0-1 0 0 0,-1 1 1 0 0,1-1-1 0 0,-1 0 0 0 0,0 0 0 0 0,0 1 1 0 0,-1-1-1 0 0,0 0 0 0 0,0 0 0 0 0,0 0 1 0 0,-1 1-1 0 0,0-1 0 0 0,0 0 0 0 0,0 0 1 0 0,-1 1-1 0 0,0-1 0 0 0,0 1 0 0 0,0 0 1 0 0,-1-1-1 0 0,-3-5 0 0 0,1 4-26 0 0,-1 0 0 0 0,1 1 0 0 0,-1 0 0 0 0,-1 0 0 0 0,1 0 0 0 0,-1 1 1 0 0,0-1-1 0 0,0 2 0 0 0,0-1 0 0 0,-1 1 0 0 0,0 0 0 0 0,-8-3 0 0 0,2 2-867 0 0,0 1 1 0 0,-16-3-1 0 0,-31-1-8688 0 0,45 6 2089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2:29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0 15463 0 0,'-1'1'5834'0'0,"-8"2"-5163"0"0,1 1 1 0 0,0-1-1 0 0,0 2 1 0 0,0-1-1 0 0,1 1 1 0 0,-1 0-1 0 0,1 1 1 0 0,0 0-1 0 0,1 0 1 0 0,-8 8-1 0 0,3 1-241 0 0,-1 1 0 0 0,2 0 0 0 0,0 1 0 0 0,1 0 0 0 0,-10 24 0 0 0,16-33-385 0 0,0 1 1 0 0,1 0 0 0 0,-1 0 0 0 0,2 0-1 0 0,-1 0 1 0 0,1 0 0 0 0,1 0 0 0 0,-1 1-1 0 0,2-1 1 0 0,-1 0 0 0 0,1 0 0 0 0,1 0-1 0 0,2 10 1 0 0,-3-15-48 0 0,1 1-1 0 0,0-1 1 0 0,1 0-1 0 0,-1 0 1 0 0,1 0-1 0 0,0 0 1 0 0,0 0-1 0 0,0 0 1 0 0,0-1 0 0 0,0 0-1 0 0,1 1 1 0 0,0-1-1 0 0,0 0 1 0 0,0-1-1 0 0,0 1 1 0 0,0-1-1 0 0,0 0 1 0 0,0 0 0 0 0,9 2-1 0 0,-1 0-56 0 0,0-1-1 0 0,0 0 1 0 0,0-1 0 0 0,0-1 0 0 0,1 0-1 0 0,16-1 1 0 0,-13 0-67 0 0,1-2 1 0 0,-1 0-1 0 0,25-6 0 0 0,-33 6 59 0 0,0-1-1 0 0,0 0 0 0 0,-1-1 1 0 0,1 1-1 0 0,-1-1 0 0 0,1-1 0 0 0,-1 1 1 0 0,11-12-1 0 0,-6 6-89 0 0,-1-1 0 0 0,0 0 1 0 0,11-15-1 0 0,-19 22 118 0 0,-1-1 0 0 0,1 0 1 0 0,-1 1-1 0 0,1-1 1 0 0,-1 0-1 0 0,-1 0 0 0 0,1 0 1 0 0,-1 0-1 0 0,0 0 1 0 0,0 0-1 0 0,0-1 0 0 0,0 1 1 0 0,-1-8-1 0 0,-1 7 28 0 0,0-1-1 0 0,0 1 1 0 0,0 0-1 0 0,0 0 1 0 0,-1-1-1 0 0,0 1 1 0 0,-1 0-1 0 0,1 1 1 0 0,-1-1-1 0 0,-7-10 1 0 0,5 9 19 0 0,-1 0 1 0 0,0 0-1 0 0,-1 0 0 0 0,1 1 0 0 0,-1 0 1 0 0,-1 0-1 0 0,-7-5 0 0 0,3 4-363 0 0,0 1 0 0 0,0 0 0 0 0,0 1 0 0 0,0 0 0 0 0,-1 0 0 0 0,0 2 0 0 0,0 0 0 0 0,0 0 0 0 0,0 1 0 0 0,-21 0 0 0 0,31 2-130 0 0,-1 0 1 0 0,1 0 0 0 0,0 0-1 0 0,-1 1 1 0 0,1 0-1 0 0,0 0 1 0 0,0 0 0 0 0,0 0-1 0 0,-4 2 1 0 0,-1 2-1979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2:30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10591 0 0,'0'0'964'0'0,"1"2"-338"0"0,3 3 1804 0 0,0 1 0 0 0,0-1 1 0 0,4 8-1 0 0,6 22 2672 0 0,6 39-2543 0 0,-9-27-1616 0 0,1-3-642 0 0,-3-8-214 0 0,1-1-1 0 0,26 58 1 0 0,-36-92-363 0 0,1 1 1 0 0,0-1-1 0 0,-1 0 0 0 0,1 1 0 0 0,0-1 1 0 0,0 0-1 0 0,0 0 0 0 0,0 0 1 0 0,0 0-1 0 0,0 0 0 0 0,0 0 0 0 0,1 0 1 0 0,-1 0-1 0 0,0 0 0 0 0,1-1 1 0 0,-1 1-1 0 0,0 0 0 0 0,1-1 0 0 0,-1 1 1 0 0,1-1-1 0 0,-1 1 0 0 0,0-1 1 0 0,1 0-1 0 0,1 0 0 0 0,1 0-286 0 0,0 0 1 0 0,0-1-1 0 0,-1 1 1 0 0,1-1-1 0 0,0 0 0 0 0,0 0 1 0 0,-1-1-1 0 0,6-2 0 0 0,17-10-1678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2:30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8 16815 0 0,'3'-8'11396'0'0,"-8"19"-10348"0"0,-8 16-418 0 0,1 2 0 0 0,1-1 0 0 0,-8 34 0 0 0,14-41-568 0 0,1 0 0 0 0,1 1 0 0 0,1 0 0 0 0,1-1 0 0 0,2 28 0 0 0,0-41-62 0 0,-1 0 0 0 0,2-1 0 0 0,-1 1 0 0 0,1-1 0 0 0,3 10 0 0 0,-3-14 0 0 0,-1 1 0 0 0,1-1 0 0 0,0 0 0 0 0,0 0 0 0 0,0-1 0 0 0,0 1 0 0 0,0 0 0 0 0,0-1 0 0 0,1 1 0 0 0,-1-1 0 0 0,1 0 0 0 0,0 0 0 0 0,0 0 0 0 0,3 2 0 0 0,2-1-17 0 0,-1 1 0 0 0,0-2 0 0 0,1 1 1 0 0,-1-1-1 0 0,1-1 0 0 0,0 1 0 0 0,0-1 0 0 0,0-1 0 0 0,0 1 0 0 0,0-1 0 0 0,-1-1 1 0 0,10 0-1 0 0,-1-2-104 0 0,-1 0 0 0 0,0-1 0 0 0,1-1 1 0 0,-1 0-1 0 0,16-9 0 0 0,-24 10 107 0 0,1 0 0 0 0,-1-1-1 0 0,-1 0 1 0 0,1 0 0 0 0,-1 0 0 0 0,0-1 0 0 0,0 0 0 0 0,0 0-1 0 0,-1-1 1 0 0,0 0 0 0 0,0 0 0 0 0,-1 0 0 0 0,0 0-1 0 0,0-1 1 0 0,-1 1 0 0 0,0-1 0 0 0,0 0 0 0 0,-1 0 0 0 0,0 0-1 0 0,0 0 1 0 0,1-16 0 0 0,-4 18-34 0 0,1 0 0 0 0,-1 1 1 0 0,0-1-1 0 0,-1 0 0 0 0,1 0 0 0 0,-1 1 1 0 0,0-1-1 0 0,0 1 0 0 0,-1-1 0 0 0,0 1 0 0 0,0 0 1 0 0,0 0-1 0 0,-1 0 0 0 0,1 1 0 0 0,-1-1 0 0 0,0 1 1 0 0,0 0-1 0 0,-7-5 0 0 0,-8-6-322 0 0,-1 2 1 0 0,0 0-1 0 0,-27-12 0 0 0,26 14 161 0 0,16 9-212 0 0,0-1 0 0 0,0 1 0 0 0,0 0 1 0 0,0 0-1 0 0,0 0 0 0 0,0 1 0 0 0,0-1 0 0 0,-8 0 0 0 0,12 2-547 0 0,-3 2-205 0 0,1-1-1357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2:30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84 17015 0 0,'1'-2'779'0'0,"7"-7"34"0"0,0-1 0 0 0,-1 0 0 0 0,0-1-1 0 0,0 1 1 0 0,5-15 2712 0 0,-16 19-789 0 0,1 6-2625 0 0,0 0 1 0 0,0 1-1 0 0,1 0 0 0 0,-1-1 0 0 0,1 1 0 0 0,-1 0 1 0 0,0 0-1 0 0,1 0 0 0 0,0 1 0 0 0,-1-1 1 0 0,1 1-1 0 0,0-1 0 0 0,-3 3 0 0 0,-27 28 439 0 0,23-23-385 0 0,0 1-23 0 0,-1 1 0 0 0,1 1 0 0 0,1 0 0 0 0,0 0 0 0 0,-12 25 0 0 0,17-31-110 0 0,1 1-1 0 0,-1-1 1 0 0,1 1 0 0 0,1 0 0 0 0,-1 0-1 0 0,1 0 1 0 0,0 0 0 0 0,1 0 0 0 0,0 0-1 0 0,0 0 1 0 0,0 0 0 0 0,1 1 0 0 0,0-1-1 0 0,2 7 1 0 0,-2-11-33 0 0,0 1 0 0 0,0-1 0 0 0,0 0 0 0 0,1 0 0 0 0,-1 0-1 0 0,1-1 1 0 0,0 1 0 0 0,0 0 0 0 0,0 0 0 0 0,0-1 0 0 0,0 1 0 0 0,0-1 0 0 0,1 0 0 0 0,-1 0 0 0 0,1 0 0 0 0,-1 0-1 0 0,1 0 1 0 0,0 0 0 0 0,0-1 0 0 0,0 0 0 0 0,5 3 0 0 0,-1-3-25 0 0,0 1 1 0 0,0-1-1 0 0,0-1 1 0 0,0 1-1 0 0,1-1 0 0 0,-1 0 1 0 0,0-1-1 0 0,0 0 1 0 0,8-1-1 0 0,-1-1-38 0 0,0-1 0 0 0,-1 0 0 0 0,1-1 0 0 0,-1 0 0 0 0,0-1 0 0 0,0 0 0 0 0,12-9 0 0 0,-19 11 21 0 0,0 0-1 0 0,0-1 0 0 0,-1 0 0 0 0,1 0 1 0 0,-1 0-1 0 0,0 0 0 0 0,0-1 0 0 0,-1 0 0 0 0,0 0 1 0 0,0 0-1 0 0,0 0 0 0 0,-1-1 0 0 0,0 1 1 0 0,0-1-1 0 0,3-12 0 0 0,-6 16 33 0 0,0 0 0 0 0,1 0 0 0 0,-1 0 0 0 0,-1 0-1 0 0,1 0 1 0 0,0 0 0 0 0,-1 0 0 0 0,1 0 0 0 0,-1 0 0 0 0,0 0 0 0 0,0 0 0 0 0,0 0-1 0 0,-1 0 1 0 0,1 1 0 0 0,-1-1 0 0 0,1 1 0 0 0,-1-1 0 0 0,0 1 0 0 0,0-1 0 0 0,0 1-1 0 0,0 0 1 0 0,0 0 0 0 0,-1 0 0 0 0,1 0 0 0 0,-1 0 0 0 0,-5-3 0 0 0,4 3-131 0 0,0-1 0 0 0,-1 1 0 0 0,0 0 0 0 0,1 0 1 0 0,-1 0-1 0 0,0 1 0 0 0,0 0 0 0 0,0 0 0 0 0,0 0 1 0 0,0 0-1 0 0,0 1 0 0 0,0 0 0 0 0,0 0 0 0 0,0 0 1 0 0,-9 2-1 0 0,4 1-941 0 0,0 1 0 0 0,0 1 1 0 0,1-1-1 0 0,-1 1 0 0 0,1 1 1 0 0,-12 9-1 0 0,5-2-6413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2:31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16 9671 0 0,'2'-7'8564'0'0,"-4"5"-8158"0"0,-1 1-1 0 0,0 0 1 0 0,0 0-1 0 0,1 0 1 0 0,-1 1-1 0 0,0-1 1 0 0,0 1-1 0 0,0-1 1 0 0,0 1-1 0 0,0 0 1 0 0,0 0-1 0 0,0 0 1 0 0,0 1-1 0 0,0-1 1 0 0,1 1-1 0 0,-1-1 0 0 0,0 1 1 0 0,0 0-1 0 0,0 0 1 0 0,-3 2-1 0 0,-6 3 131 0 0,0 1-1 0 0,0 1 1 0 0,-12 8-1 0 0,14-9-55 0 0,-15 14 614 0 0,-42 41 0 0 0,59-54-1000 0 0,6-6-66 0 0,-1 1 14 0 0,-1 1 1 0 0,0-1 0 0 0,1 1 0 0 0,-1 0 0 0 0,1 1 0 0 0,1-1 0 0 0,-1 1 0 0 0,0-1 0 0 0,1 1 0 0 0,0 0 0 0 0,0-1 0 0 0,0 1 0 0 0,1 0 0 0 0,-1 6 0 0 0,2-10-60 0 0,0 0 1 0 0,0 1-1 0 0,0-1 1 0 0,0 0 0 0 0,1 0-1 0 0,-1 0 1 0 0,0 1-1 0 0,1-1 1 0 0,-1 0-1 0 0,1 0 1 0 0,-1 0 0 0 0,1 0-1 0 0,0 0 1 0 0,-1 0-1 0 0,1 0 1 0 0,0 0 0 0 0,1 1-1 0 0,14 13-155 0 0,-15-15 153 0 0,1 2-10 0 0,0-1 0 0 0,0 0-1 0 0,0 0 1 0 0,0 0 0 0 0,0 0 0 0 0,1 0 0 0 0,-1 0-1 0 0,0-1 1 0 0,1 1 0 0 0,-1-1 0 0 0,4 1 0 0 0,28-2-244 0 0,-22 0 157 0 0,2-1-8 0 0,0 0-1 0 0,-1-1 0 0 0,1 0 0 0 0,0-1 1 0 0,-1-1-1 0 0,0 0 0 0 0,0-1 0 0 0,16-9 1 0 0,-22 10 44 0 0,1-1 0 0 0,-1 1 0 0 0,-1-1-1 0 0,11-11 1 0 0,-15 15 50 0 0,1-1 0 0 0,-1 0 0 0 0,0 1 0 0 0,0-1 0 0 0,-1 0 0 0 0,1 0 0 0 0,0 0 0 0 0,-1 0 0 0 0,0 0 0 0 0,0 0 0 0 0,0 0 0 0 0,0 0 0 0 0,0-1 0 0 0,-1 1-1 0 0,1-4 1 0 0,-2 4 12 0 0,0 0-1 0 0,0 0 0 0 0,0 1 0 0 0,0-1 0 0 0,0 1 0 0 0,-1-1 0 0 0,0 1 0 0 0,1-1 0 0 0,-1 1 1 0 0,0 0-1 0 0,0 0 0 0 0,0 0 0 0 0,0 0 0 0 0,-4-3 0 0 0,-9-8-102 0 0,12 10 68 0 0,1 0 0 0 0,-2 0-1 0 0,1 1 1 0 0,-6-4 0 0 0,-10-9-3715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2:31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46 101 5063 0 0,'0'0'232'0'0,"-6"-7"32"0"0,-33-33 26599 0 0,42 40-27753 0 0,29-1 1039 0 0,0-2 0 0 0,0-1-1 0 0,51-13 1 0 0,-42 7-131 0 0,1 2 0 0 0,48-2-1 0 0,-86 10-13 0 0,0 0-1 0 0,0 0 0 0 0,0 1 0 0 0,1-1 1 0 0,-1 1-1 0 0,5 2 0 0 0,-8-2 8 0 0,0 0 0 0 0,0 0 1 0 0,-1 1-1 0 0,1-1 0 0 0,0 0 0 0 0,0 0 0 0 0,-1 1 1 0 0,1-1-1 0 0,-1 0 0 0 0,1 1 0 0 0,-1-1 0 0 0,0 0 0 0 0,1 1 1 0 0,-1 2-1 0 0,0-2 9 0 0,2 6 13 0 0,-1 0-1 0 0,-1 0 1 0 0,0 1-1 0 0,0-1 1 0 0,0 0-1 0 0,-4 15 1 0 0,-15 48 47 0 0,5-23-68 0 0,2-2 0 0 0,-13 63 32 0 0,19-49-546 0 0,1 72 0 0 0,5-131-41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2:31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7367 0 0,'2'1'13156'0'0,"31"12"-6240"0"0,-22-11-6429 0 0,0 0 0 0 0,1 0-1 0 0,-1-1 1 0 0,1 0-1 0 0,13-2 1 0 0,140-13 737 0 0,-130 8-2509 0 0,38-12 1 0 0,-28 4-9115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2:37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 11519 0 0,'0'0'1615'0'0,"2"-12"6654"0"0,-2 12-7993 0 0,0-1 0 0 0,1 1-1 0 0,-1-1 1 0 0,1 0 0 0 0,-1 1-1 0 0,1-1 1 0 0,-1 1 0 0 0,1-1-1 0 0,-1 1 1 0 0,1-1 0 0 0,-1 1-1 0 0,1 0 1 0 0,0-1 0 0 0,-1 1-1 0 0,1 0 1 0 0,0 0 0 0 0,-1-1 0 0 0,1 1-1 0 0,0 0 1 0 0,-1 0 0 0 0,1 0-1 0 0,0 0 1 0 0,0 0 0 0 0,1 0-205 0 0,-1 0 0 0 0,0 0 1 0 0,0 0-1 0 0,0 0 0 0 0,1 1 1 0 0,-1-1-1 0 0,0 1 0 0 0,0-1 1 0 0,0 1-1 0 0,2 0 0 0 0,2 3 74 0 0,-1 0 0 0 0,1 0 0 0 0,-1 0-1 0 0,0 0 1 0 0,0 1 0 0 0,0 0 0 0 0,-1-1-1 0 0,1 1 1 0 0,-1 1 0 0 0,0-1 0 0 0,2 7-1 0 0,3 7 153 0 0,9 37 0 0 0,9 53-30 0 0,-24-99-237 0 0,-2-8-79 0 0,5-96-192 0 0,-5 85 200 0 0,13-83-319 0 0,-11 80 308 0 0,1-1 0 0 0,1 2 1 0 0,0-1-1 0 0,0 0 0 0 0,10-16 0 0 0,-1 11-27 0 0,-13 16 76 0 0,1 1 0 0 0,-1-1-1 0 0,1 1 1 0 0,-1-1 0 0 0,1 1 0 0 0,0 0 0 0 0,-1-1-1 0 0,1 1 1 0 0,-1 0 0 0 0,1 0 0 0 0,0 0 0 0 0,-1-1-1 0 0,1 1 1 0 0,0 0 0 0 0,-1 0 0 0 0,1 0 0 0 0,0 0-1 0 0,1 0 1 0 0,0 0 0 0 0,17-2 3 0 0,-14 4 0 0 0,-1-1 0 0 0,2 1 13 0 0,0 0 1 0 0,0 0-1 0 0,0 1 0 0 0,0 0 1 0 0,0 0-1 0 0,-1 0 0 0 0,0 1 1 0 0,1-1-1 0 0,-1 1 0 0 0,0 1 0 0 0,-1-1 1 0 0,1 1-1 0 0,4 6 0 0 0,4 6 74 0 0,-1 2 0 0 0,16 29-1 0 0,-14-20-60 0 0,0 5-27 0 0,-8-16 18 0 0,-6-15 104 0 0,6-16-123 0 0,-5 9 40 0 0,6-12-100 0 0,1 0-1 0 0,1 0 1 0 0,0 1-1 0 0,1 0 1 0 0,1 1-1 0 0,0 0 1 0 0,1 1-1 0 0,1 0 0 0 0,0 0 1 0 0,18-13-1 0 0,-27 24 48 0 0,1 0-1 0 0,-1 0 0 0 0,1 0 0 0 0,0 1 0 0 0,0 0 0 0 0,0 0 0 0 0,6-2 0 0 0,-9 3 13 0 0,0 1-1 0 0,0-1 0 0 0,0 1 0 0 0,0 0 0 0 0,0 0 0 0 0,0 0 0 0 0,1 0 0 0 0,-1 0 0 0 0,0 0 0 0 0,0 0 0 0 0,0 1 0 0 0,0-1 0 0 0,0 1 0 0 0,0-1 1 0 0,0 1-1 0 0,0 0 0 0 0,-1 0 0 0 0,1 0 0 0 0,0 0 0 0 0,0 0 0 0 0,1 2 0 0 0,3 2 46 0 0,-1 1 1 0 0,0 0-1 0 0,0 0 1 0 0,-1 1-1 0 0,1-1 1 0 0,-2 1-1 0 0,1 0 1 0 0,4 13-1 0 0,1 5 86 0 0,5 33 1 0 0,-8-32-407 0 0,10 28 0 0 0,1-13-2448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2:37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7831 0 0,'0'0'18875'0'0,"8"-13"-17529"0"0,-5 10-1268 0 0,1 1 0 0 0,0-1-1 0 0,-1 1 1 0 0,1-1 0 0 0,0 1 0 0 0,0 1-1 0 0,0-1 1 0 0,0 0 0 0 0,0 1-1 0 0,1 0 1 0 0,-1 0 0 0 0,6-1-1 0 0,8 0 400 0 0,30 1-1 0 0,-37 1-436 0 0,-5 0-46 0 0,-3 0-4 0 0,-1 0 0 0 0,1 0 0 0 0,-1 0 0 0 0,1 1 0 0 0,0-1 0 0 0,-1 1 0 0 0,1 0 0 0 0,-1-1 0 0 0,1 1 0 0 0,-1 0 0 0 0,0 0 0 0 0,1 1 0 0 0,-1-1 0 0 0,3 2 0 0 0,-4-2-49 0 0,0 1 5 0 0,-1 0 50 0 0,1 0 1 0 0,-1 1 0 0 0,0-1-1 0 0,0 0 1 0 0,0 1 0 0 0,0-1-1 0 0,0 0 1 0 0,-1 1-1 0 0,1-1 1 0 0,0 0 0 0 0,-1 1-1 0 0,0-1 1 0 0,0 0 0 0 0,0 0-1 0 0,-1 3 1 0 0,-1-1 11 0 0,0 0 0 0 0,0 0 1 0 0,-1 0-1 0 0,-7 7 0 0 0,-6 7 69 0 0,-1 2 13 0 0,-1-2 93 0 0,17-16-191 0 0,1-2 34 0 0,0 1 0 0 0,1-1 0 0 0,-1 1 0 0 0,0 0 0 0 0,1-1 0 0 0,-1 1 0 0 0,0 0 0 0 0,1-1 0 0 0,-1 1 0 0 0,1 0 0 0 0,-1 0 0 0 0,0 1 0 0 0,1-2-18 0 0,0 1-1 0 0,0 0 1 0 0,0 0 0 0 0,0-1 0 0 0,0 1 0 0 0,1 0-1 0 0,-1-1 1 0 0,0 1 0 0 0,0 0 0 0 0,0-1 0 0 0,1 1-1 0 0,-1 0 1 0 0,0-1 0 0 0,1 1 0 0 0,-1 0 0 0 0,1-1-1 0 0,-1 1 1 0 0,1-1 0 0 0,-1 1 0 0 0,1-1 0 0 0,-1 1-1 0 0,1-1 1 0 0,-1 1 0 0 0,1-1 0 0 0,-1 0-1 0 0,1 1 1 0 0,1-1 0 0 0,-1 2-8 0 0,1-1 0 0 0,0 1 0 0 0,0-1 0 0 0,0 0 0 0 0,1 0 0 0 0,-1 0 0 0 0,0 0 0 0 0,0 0 0 0 0,0 0 0 0 0,5 0 0 0 0,1 1 0 0 0,110 34 0 0 0,-94-25 0 0 0,-11-1 0 0 0,-11-6 0 0 0,-2-2 0 0 0,1 0 8 0 0,-1 0 0 0 0,1-1-1 0 0,-1 1 1 0 0,0-1 0 0 0,1 1 0 0 0,-1 0-1 0 0,0-1 1 0 0,0 1 0 0 0,0 0-1 0 0,0-1 1 0 0,0 1 0 0 0,-1 0 0 0 0,1-1-1 0 0,0 1 1 0 0,-1-1 0 0 0,1 1 0 0 0,-1-1-1 0 0,0 1 1 0 0,1-1 0 0 0,-1 1 0 0 0,0-1-1 0 0,0 1 1 0 0,0-1 0 0 0,0 0 0 0 0,0 1-1 0 0,0-1 1 0 0,0 0 0 0 0,-1 0 0 0 0,1 0-1 0 0,-2 1 1 0 0,-2 2-6 0 0,0 0 1 0 0,-1-1-1 0 0,1 0 0 0 0,-1 0 1 0 0,1 0-1 0 0,-1-1 0 0 0,-6 2 1 0 0,-7 2 31 0 0,5-2-47 0 0,1 0 0 0 0,-1-1 0 0 0,0-1 0 0 0,-22 2 0 0 0,17-3-70 0 0,-14-2-1403 0 0,31 1 723 0 0,6-8-4749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2:38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0 21311 0 0,'0'0'2396'0'0,"-1"2"-1693"0"0,-8 82 4629 0 0,4 0-3288 0 0,-12 99-1242 0 0,5-112-692 0 0,-30 152-23 0 0,30-176-120 0 0,-1 0 1 0 0,-34 75-1 0 0,-17-6-512 0 0,59-104 969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2:38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19263 0 0,'0'0'7745'0'0,"2"1"-6610"0"0,2 4-923 0 0,0-1-1 0 0,-1 1 0 0 0,1 0 1 0 0,-1-1-1 0 0,0 2 1 0 0,0-1-1 0 0,0 0 1 0 0,-1 1-1 0 0,1-1 1 0 0,-1 1-1 0 0,-1-1 1 0 0,1 1-1 0 0,-1 0 1 0 0,0 0-1 0 0,0 9 1 0 0,0 11 6 0 0,0 1 0 0 0,-4 28 0 0 0,2-54-205 0 0,-17 119-117 0 0,8-65-515 0 0,9-53 419 0 0,7 0-4656 0 0,-3-1 4155 0 0,-1-1-1 0 0,0 1 1 0 0,0-1 0 0 0,5 0-1 0 0,5-2-7775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2:39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393 1 22231 0 0,'0'0'1083'0'0,"-8"0"63"0"0,-4-1-866 0 0,0 2 0 0 0,1-1 0 0 0,-1 2 0 0 0,1-1 0 0 0,0 1 0 0 0,-1 1 0 0 0,1 0 0 0 0,0 1 0 0 0,1 0 0 0 0,-1 1 0 0 0,1 0 0 0 0,-12 7 0 0 0,-2 4 583 0 0,0 0-1 0 0,2 2 1 0 0,-37 35 0 0 0,46-39-846 0 0,1 0 0 0 0,0 0-1 0 0,1 1 1 0 0,0 1 0 0 0,1 0 0 0 0,-13 31-1 0 0,21-43-16 0 0,1 0 0 0 0,0 0-1 0 0,0 0 1 0 0,0 0 0 0 0,0 0-1 0 0,1 1 1 0 0,-1-1 0 0 0,1 0-1 0 0,0 0 1 0 0,1 0 0 0 0,-1 0 0 0 0,1 1-1 0 0,-1-1 1 0 0,3 5 0 0 0,-2-6-18 0 0,0 0 0 0 0,1 0 0 0 0,-1-1 0 0 0,1 1 0 0 0,-1 0 1 0 0,1-1-1 0 0,0 1 0 0 0,0-1 0 0 0,0 0 0 0 0,0 0 0 0 0,0 0 1 0 0,1 0-1 0 0,-1 0 0 0 0,1 0 0 0 0,-1 0 0 0 0,1-1 0 0 0,0 1 1 0 0,-1-1-1 0 0,6 2 0 0 0,7 1-58 0 0,1-1 0 0 0,0 0 0 0 0,-1-1 0 0 0,1 0 0 0 0,0-2 0 0 0,0 0 0 0 0,27-3 0 0 0,7-5-227 0 0,51-16 1 0 0,-74 17 249 0 0,-1-1 1 0 0,0-2 0 0 0,0-1-1 0 0,37-21 1 0 0,-49 24 43 0 0,-1-1 1 0 0,0 0-1 0 0,-1-1 0 0 0,0-1 1 0 0,0 1-1 0 0,-1-2 1 0 0,-1 0-1 0 0,0 0 0 0 0,12-20 1 0 0,-21 31 22 0 0,0 0 1 0 0,0 0-1 0 0,0-1 1 0 0,-1 1-1 0 0,1 0 1 0 0,0-1-1 0 0,-1 1 1 0 0,1 0-1 0 0,-1-1 0 0 0,0 1 1 0 0,1-1-1 0 0,-1 1 1 0 0,0-1-1 0 0,0 1 1 0 0,0-1-1 0 0,0 1 1 0 0,0-1-1 0 0,0 1 1 0 0,0-1-1 0 0,-1 1 1 0 0,1-1-1 0 0,0 1 1 0 0,-1-1-1 0 0,1 1 1 0 0,-1-1-1 0 0,0 1 1 0 0,1 0-1 0 0,-1-1 1 0 0,0 1-1 0 0,0 0 0 0 0,0 0 1 0 0,0 0-1 0 0,0 0 1 0 0,-2-2-1 0 0,0 1 24 0 0,1 1 0 0 0,-1-1 0 0 0,1 1 0 0 0,-1 0 0 0 0,0 0 0 0 0,0 0 0 0 0,1 1 0 0 0,-1-1 0 0 0,0 1 0 0 0,0-1 0 0 0,0 1-1 0 0,0 0 1 0 0,0 0 0 0 0,1 0 0 0 0,-1 0 0 0 0,0 1 0 0 0,-4 0 0 0 0,2 1 10 0 0,0 0 0 0 0,0 0 0 0 0,-1 1 0 0 0,1-1 0 0 0,1 1 0 0 0,-1 0 0 0 0,0 0 0 0 0,-5 6 0 0 0,-34 35 241 0 0,34-33-279 0 0,6-6 2 0 0,0 0 1 0 0,1-1-1 0 0,0 1 1 0 0,0 1-1 0 0,0-1 1 0 0,0 0-1 0 0,1 1 1 0 0,0-1-1 0 0,-2 9 1 0 0,1-3-10 0 0,3-11-4 0 0,0 1 1 0 0,-1-1 0 0 0,1 1 0 0 0,0-1-1 0 0,0 0 1 0 0,0 1 0 0 0,0-1-1 0 0,0 1 1 0 0,0-1 0 0 0,0 0-1 0 0,0 1 1 0 0,0-1 0 0 0,0 1-1 0 0,0-1 1 0 0,0 0 0 0 0,0 1-1 0 0,0-1 1 0 0,1 1 0 0 0,-1-1-1 0 0,0 0 1 0 0,0 1 0 0 0,0-1-1 0 0,0 0 1 0 0,1 1 0 0 0,-1 0 0 0 0,4 5-15 0 0,-4-5-12 0 0,1 1 0 0 0,0 0 0 0 0,0-1 0 0 0,1 1-1 0 0,-1-1 1 0 0,0 0 0 0 0,0 1 0 0 0,1-1 0 0 0,-1 0 0 0 0,1 0 0 0 0,-1 0-1 0 0,1 0 1 0 0,-1 0 0 0 0,1 0 0 0 0,3 1 0 0 0,-2-1-19 0 0,1 0 0 0 0,0 0 0 0 0,0-1 0 0 0,0 1-1 0 0,0-1 1 0 0,0 0 0 0 0,4 0 0 0 0,2-1-103 0 0,1-1 1 0 0,-1 1-1 0 0,1-2 0 0 0,15-5 0 0 0,-16 4 133 0 0,0 0-1 0 0,0-1 0 0 0,-1 0 1 0 0,1 0-1 0 0,-2-1 0 0 0,1 0 1 0 0,0 0-1 0 0,-1-1 0 0 0,0 0 1 0 0,-1-1-1 0 0,0 0 0 0 0,0 0 1 0 0,0 0-1 0 0,-1-1 0 0 0,-1 0 1 0 0,1 0-1 0 0,5-15 0 0 0,-9 18 1508 0 0,-6 12-1225 0 0,-4 13-308 0 0,7-13 67 0 0,0 1-1 0 0,1-1 1 0 0,-1 0-1 0 0,1 1 1 0 0,1-1 0 0 0,-1 0-1 0 0,1 1 1 0 0,0-1 0 0 0,3 7-1 0 0,2 7 12 0 0,13 27-1 0 0,-1-5-37 0 0,-17-39 5 0 0,19 51 48 0 0,18 83 0 0 0,-35-120-49 0 0,0 0 0 0 0,-1 0 1 0 0,-1 0-1 0 0,0 0 0 0 0,-2 1 1 0 0,0-1-1 0 0,-1 0 0 0 0,0 0 0 0 0,-8 25 1 0 0,8-36 13 0 0,-1 0 0 0 0,0 0 1 0 0,0 0-1 0 0,0 0 0 0 0,-1 0 0 0 0,0-1 1 0 0,0 0-1 0 0,0 0 0 0 0,-1 0 1 0 0,1 0-1 0 0,-1-1 0 0 0,0 0 0 0 0,-1 0 1 0 0,1 0-1 0 0,-1 0 0 0 0,0-1 1 0 0,-8 4-1 0 0,3-3 23 0 0,1 0 0 0 0,-1-1-1 0 0,0 0 1 0 0,0 0 0 0 0,0-1 0 0 0,0-1 0 0 0,0 0-1 0 0,0 0 1 0 0,-17-2 0 0 0,14-1-41 0 0,0 0 0 0 0,0-1 0 0 0,1 0 0 0 0,-1-1 0 0 0,1-1 0 0 0,0 0 0 0 0,-25-14 0 0 0,26 12-120 0 0,4 4-215 0 0,0-1 0 0 0,1 0 0 0 0,-1-1-1 0 0,1 1 1 0 0,0-1 0 0 0,0-1-1 0 0,1 0 1 0 0,-1 0 0 0 0,1 0-1 0 0,-7-10 1 0 0,7 6-819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4:20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82 13359 0 0,'-13'7'12828'0'0,"25"-9"-11131"0"0,91-24-656 0 0,-5 0-447 0 0,-53 16-899 0 0,-13 3-501 0 0,-1 1 0 0 0,1 1 0 0 0,62-1 0 0 0,-67 5-2161 0 0,-15 2 855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4:20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20 10591 0 0,'-7'15'14458'0'0,"14"-11"-13917"0"0,-1-2-310 0 0,0 0 0 0 0,0-1 0 0 0,0 0 0 0 0,0 0 0 0 0,0-1 1 0 0,1 1-1 0 0,-1-1 0 0 0,0-1 0 0 0,10-1 0 0 0,3 1 0 0 0,29-3-1070 0 0,0-2-1 0 0,77-20 1 0 0,-105 22-913 0 0,0 2-375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4:21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52 808 14831 0 0,'0'0'15129'0'0,"-5"-7"-14322"0"0,-1-2-751 0 0,1 0 0 0 0,-1 0 1 0 0,1 0-1 0 0,1-1 0 0 0,0 0 0 0 0,0 0 0 0 0,1 0 1 0 0,1 0-1 0 0,-1-1 0 0 0,2 1 0 0 0,-1-1 0 0 0,1-14 1 0 0,1-14 216 0 0,3 0 1 0 0,6-41 0 0 0,-1 18-162 0 0,2-31-194 0 0,-3-153 0 0 0,-9 205 47 0 0,2 40 366 0 0,5 14-659 0 0,3 8 321 0 0,1-1 1 0 0,0 0-1 0 0,2 0 0 0 0,0-1 0 0 0,1 0 1 0 0,1-1-1 0 0,1-1 0 0 0,0 0 0 0 0,31 28 1 0 0,-35-37 6 0 0,1 0 0 0 0,-1 0 1 0 0,1-1-1 0 0,1 0 1 0 0,-1 0-1 0 0,1-2 1 0 0,0 1-1 0 0,0-2 0 0 0,1 0 1 0 0,-1 0-1 0 0,1-1 1 0 0,0 0-1 0 0,0-1 0 0 0,0-1 1 0 0,0 0-1 0 0,1-1 1 0 0,24-3-1 0 0,-29 2-29 0 0,0-1-1 0 0,-1 0 1 0 0,1-1 0 0 0,-1 0-1 0 0,1 0 1 0 0,-1-1 0 0 0,0 0-1 0 0,0-1 1 0 0,-1 1 0 0 0,1-2-1 0 0,-1 1 1 0 0,0-1 0 0 0,-1 0-1 0 0,1 0 1 0 0,-1-1 0 0 0,0 1-1 0 0,-1-2 1 0 0,0 1 0 0 0,0 0-1 0 0,4-9 1 0 0,7-17-147 0 0,-1-1 0 0 0,14-48 1 0 0,-15 39 67 0 0,3-14 196 0 0,-17 56 539 0 0,2 5-593 0 0,0 0-1 0 0,0-1 0 0 0,0 1 1 0 0,0 0-1 0 0,-1 0 1 0 0,1 0-1 0 0,-1 0 1 0 0,1 5-1 0 0,0-1 18 0 0,53 207 504 0 0,29 188-334 0 0,-71-334-241 0 0,-13-68-73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4:22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26 10135 0 0,'0'0'464'0'0,"-9"-11"168"0"0,7 9-480 0 0,0 1 0 0 0,0-1 0 0 0,0 1 0 0 0,0 0-1 0 0,0 0 1 0 0,0 0 0 0 0,0 0 0 0 0,0 0 0 0 0,0 0-1 0 0,-1 0 1 0 0,1 1 0 0 0,0-1 0 0 0,0 1 0 0 0,-1-1 0 0 0,1 1-1 0 0,-5 0 1 0 0,3 1 418 0 0,0 0-1 0 0,0-1 1 0 0,1 1-1 0 0,-1 1 1 0 0,0-1-1 0 0,0 0 1 0 0,1 1-1 0 0,-1 0 1 0 0,-4 3 0 0 0,0 1 637 0 0,-1 1 0 0 0,1 0 0 0 0,1 0 0 0 0,-1 1 0 0 0,1 0 1 0 0,-10 15-1 0 0,3-2-952 0 0,1 2-1 0 0,2 0 1 0 0,0 0 0 0 0,1 1 0 0 0,1 0 0 0 0,2 1 0 0 0,0 0 0 0 0,1 0-1 0 0,2 0 1 0 0,1 1 0 0 0,1 0 0 0 0,1-1 0 0 0,4 48 0 0 0,-1-61-242 0 0,0 0 0 0 0,1 0 0 0 0,0-1-1 0 0,1 1 1 0 0,0-1 0 0 0,1 0 0 0 0,1 0 0 0 0,0 0 0 0 0,0-1 0 0 0,1 0 0 0 0,15 18 0 0 0,-9-14-258 0 0,2-1 0 0 0,-1 0 0 0 0,2-1 0 0 0,0-1 0 0 0,0 0 0 0 0,29 14 0 0 0,-29-17-804 0 0,21 10-1064 0 0,-33-17 1146 0 0,0 0 0 0 0,-1 0-1 0 0,1 0 1 0 0,0-1 0 0 0,5 1 0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4:22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 19263 0 0,'0'0'4056'0'0,"1"2"-3317"0"0,14 16 1017 0 0,-2 1 0 0 0,20 38 0 0 0,-24-40-1552 0 0,2-1 1 0 0,0 0-1 0 0,1 0 1 0 0,0-1 0 0 0,1 0-1 0 0,1-1 1 0 0,0-1-1 0 0,27 20 1 0 0,-38-31-205 0 0,-3-1 0 0 0,1-1 0 0 0,0 1 0 0 0,-1-1 0 0 0,1 1 0 0 0,0-1 0 0 0,-1 1 0 0 0,1-1 0 0 0,0 0 0 0 0,0 1 0 0 0,0-1 0 0 0,0 0 0 0 0,-1 1 0 0 0,1-1 0 0 0,0 0 0 0 0,0 0 0 0 0,0 0 0 0 0,0 0 0 0 0,0 0 0 0 0,0 0 0 0 0,0 0 0 0 0,-1 0 0 0 0,1 0 0 0 0,0-1 0 0 0,0 1 0 0 0,1-1 0 0 0,0 1 0 0 0,0-1 1 0 0,0 1-1 0 0,1-1 0 0 0,-1 0 1 0 0,0 0-1 0 0,0 0 0 0 0,0 0 0 0 0,0 0 1 0 0,0 0-1 0 0,-1 0 0 0 0,1-1 1 0 0,0 1-1 0 0,0-1 0 0 0,-1 1 1 0 0,1-1-1 0 0,-1 0 0 0 0,1 0 0 0 0,1-3 1 0 0,-1-1 16 0 0,1 1 0 0 0,-1 0 0 0 0,-1-1 0 0 0,1 0 0 0 0,0-6 0 0 0,1 1 27 0 0,20-104 210 0 0,5-17-1685 0 0,-28 131 1088 0 0,-3 13-6517 0 0,0 0 5216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4:23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10135 0 0,'0'0'17871'0'0,"1"0"-17055"0"0,5 2-623 0 0,0-1 0 0 0,0-1 0 0 0,1 1 0 0 0,-1-1 1 0 0,0 0-1 0 0,8-2 0 0 0,10 1 96 0 0,-2 0-256 0 0,21-3 0 0 0,-29 2-27 0 0,-13 2-6 0 0,0 0 0 0 0,-1-1 0 0 0,1 1 0 0 0,0 0 0 0 0,0 0 0 0 0,-1 0 0 0 0,1 1 0 0 0,0-1 0 0 0,-1 0 0 0 0,1 0 0 0 0,0 0 0 0 0,0 0 0 0 0,-1 1 0 0 0,2-1 0 0 0,-1 1 3 0 0,-1-1-1 0 0,1 1 1 0 0,-1-1 0 0 0,1 1 0 0 0,-1 0-1 0 0,1-1 1 0 0,-1 1 0 0 0,1-1 0 0 0,-1 1-1 0 0,0 0 1 0 0,1-1 0 0 0,-1 1 0 0 0,0 0-1 0 0,0 0 1 0 0,1-1 0 0 0,-1 1-1 0 0,0 0 1 0 0,0 0 0 0 0,0-1 0 0 0,0 1-1 0 0,0 1 1 0 0,0 0 11 0 0,0 1 1 0 0,-1-1-1 0 0,1 0 0 0 0,-1 0 0 0 0,0 0 0 0 0,0 1 1 0 0,-1 1-1 0 0,-2 3 44 0 0,0 0 1 0 0,-1 0-1 0 0,-6 7 1 0 0,-7 4 204 0 0,-1 0 0 0 0,-35 25-1 0 0,47-38-186 0 0,5-3 0 0 0,-1 3 16 0 0,2-3-27 0 0,3-2-107 0 0,0 2 30 0 0,14 4-87 0 0,-7-5-9 0 0,-1 0 0 0 0,1 0 0 0 0,-1-1 0 0 0,1 0 0 0 0,0-1 0 0 0,-1 0 0 0 0,16-3 0 0 0,9-1-877 0 0,-20 2 60 0 0,1 1 0 0 0,-1-2 0 0 0,0 0 0 0 0,0 0 0 0 0,16-9 0 0 0,-13 5-996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4:23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5063 0 0,'16'5'17009'0'0,"-10"-4"-16029"0"0,0 0 0 0 0,1-1 0 0 0,-1 0-1 0 0,8 0 1 0 0,26-4 523 0 0,-27 2-1447 0 0,1 0 0 0 0,16 1 0 0 0,-11 1-1066 0 0,-1-1 0 0 0,34-6 1 0 0,-27 3-1690 0 0,-7 1 816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4:23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10135 0 0,'0'2'12411'0'0,"15"81"-4713"0"0,4 0-5532 0 0,-12-62-2158 0 0,-1-1-1 0 0,2 1 1 0 0,1-1-1 0 0,1-1 1 0 0,21 34-1 0 0,-29-49-7 0 0,-1-3 0 0 0,-1 0 0 0 0,1 0 0 0 0,0 0 0 0 0,-1 0 0 0 0,1 0 0 0 0,0 0 0 0 0,0 0 0 0 0,0 0 0 0 0,0-1 0 0 0,0 1 0 0 0,0 0 0 0 0,0-1 0 0 0,2 2 0 0 0,-1 0 0 0 0,-1-1 0 0 0,-1-1 0 0 0,1 1 0 0 0,-1-1 0 0 0,1 1 0 0 0,-1-1 0 0 0,1 1 0 0 0,0-1 0 0 0,-1 1 0 0 0,1-1 0 0 0,0 0 0 0 0,0 1 0 0 0,-1-1 0 0 0,1 0 0 0 0,0 0 0 0 0,0 1 0 0 0,-1-1 0 0 0,1 0 0 0 0,0 0 0 0 0,1 0 0 0 0,7 0 0 0 0,-8 0 0 0 0,-1 0 0 0 0,1 1 0 0 0,-1-1 0 0 0,1-1 0 0 0,-1 1 0 0 0,1 0 0 0 0,0 0 0 0 0,-1 0 0 0 0,1 0 0 0 0,-1 0 0 0 0,1 0 0 0 0,-1-1 0 0 0,1 1 0 0 0,-1 0 0 0 0,1 0 0 0 0,-1-1 0 0 0,1 1 0 0 0,-1 0 0 0 0,1-1 0 0 0,-1 1 0 0 0,1-1 0 0 0,-1 1 0 0 0,0 0 0 0 0,1-1 0 0 0,-1 1 0 0 0,0-1 0 0 0,1 1 0 0 0,-1-2 0 0 0,1 1 0 0 0,3-4-7 0 0,0 0-1 0 0,-1 0 1 0 0,0-1-1 0 0,1 1 0 0 0,-2-1 1 0 0,1 1-1 0 0,3-13 1 0 0,-1-2-116 0 0,3-22-1 0 0,-2 8-1 0 0,3-15-109 0 0,-4 23-1155 0 0,0 0 0 0 0,15-43 0 0 0,-20 68 558 0 0</inkml:trace>
  <inkml:trace contextRef="#ctx0" brushRef="#br0" timeOffset="1">369 310 18831 0 0,'0'0'1706'0'0,"1"1"-1405"0"0,4 2 210 0 0,0 1 0 0 0,-1-1 0 0 0,0 1 0 0 0,0 0 0 0 0,0 0 0 0 0,0 1 0 0 0,0-1 0 0 0,-1 1 0 0 0,5 9 0 0 0,1 6 1197 0 0,11 34-1 0 0,-20-53-1738 0 0,1 0-221 0 0,-1 0-1 0 0,1 0 1 0 0,-1-1-1 0 0,0 1 1 0 0,1 0-1 0 0,-1-1 1 0 0,1 1-1 0 0,-1 0 1 0 0,1-1-1 0 0,0 1 1 0 0,-1-1-1 0 0,1 1 1 0 0,0-1-1 0 0,-1 1 1 0 0,1-1-1 0 0,0 0 1 0 0,-1 1-1 0 0,1-1 1 0 0,0 0-1 0 0,0 1 1 0 0,0-1-1 0 0,-1 0 1 0 0,1 0-1 0 0,0 0 1 0 0,0 0-1 0 0,0 0 1 0 0,-1 0-1 0 0,1 0 0 0 0,0 0 1 0 0,1 0-1 0 0,0 0-253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4:24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19263 0 0,'0'0'4185'0'0,"2"1"-3402"0"0,112 65 4624 0 0,55 31-3471 0 0,-137-77-1877 0 0,-1 1 0 0 0,-1 1 1 0 0,-1 2-1 0 0,-2 0 0 0 0,0 3 1 0 0,-1 0-1 0 0,-2 1 0 0 0,-1 1 1 0 0,30 51-1 0 0,-42-62-66 0 0,-1 2-1 0 0,-1-1 1 0 0,0 1 0 0 0,-2 0-1 0 0,0 1 1 0 0,-1 0 0 0 0,-1 0-1 0 0,-1 1 1 0 0,1 22 0 0 0,-5-11 19 0 0,0 1 0 0 0,-3-1 1 0 0,-12 64-1 0 0,12-78-114 0 0,2-12 4 0 0,-1-1-1 0 0,1 1 1 0 0,-1 0 0 0 0,0-1-1 0 0,-1 1 1 0 0,1-1-1 0 0,-1 0 1 0 0,0 0 0 0 0,-1 0-1 0 0,-5 7 1 0 0,9-12-445 0 0,-7 2-2002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4:35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33 5527 0 0,'0'0'16857'0'0,"-13"-9"-15050"0"0,10 6-1535 0 0,0 1 0 0 0,0-1-1 0 0,0 1 1 0 0,-1 0 0 0 0,1 0 0 0 0,-1 0 0 0 0,0 0-1 0 0,1 1 1 0 0,-8-3 0 0 0,8 4-225 0 0,0 0 0 0 0,0-1 0 0 0,1 1 0 0 0,-1 0 1 0 0,0 0-1 0 0,0 1 0 0 0,1-1 0 0 0,-1 0 0 0 0,0 1 0 0 0,0 0 0 0 0,1 0 1 0 0,-1 0-1 0 0,1 0 0 0 0,-1 0 0 0 0,-2 2 0 0 0,-4 2-19 0 0,0 1 0 0 0,1 0 0 0 0,0 0 0 0 0,0 1 0 0 0,1 0 0 0 0,0 0 0 0 0,0 1 0 0 0,0 0 0 0 0,1 0 0 0 0,1 0 0 0 0,-1 1 0 0 0,1 0 0 0 0,0 0-1 0 0,1 0 1 0 0,-5 16 0 0 0,6-10-29 0 0,-1-1-1 0 0,2 1 1 0 0,0 0-1 0 0,0 0 1 0 0,2 1-1 0 0,0-1 1 0 0,1 0-1 0 0,0 0 1 0 0,7 29-1 0 0,32 88-3 0 0,-25-91 73 0 0,-2 1 1 0 0,8 46-1 0 0,-16-36 270 0 0,0 76 1 0 0,1 21 360 0 0,-6-142-679 0 0,0-5-12 0 0,0 1 1 0 0,1-1-1 0 0,-1 1 1 0 0,0-1-1 0 0,1 0 0 0 0,-1 1 1 0 0,1-1-1 0 0,0 0 0 0 0,0 0 1 0 0,0 1-1 0 0,0-1 1 0 0,0 0-1 0 0,1 0 0 0 0,-1 0 1 0 0,0 0-1 0 0,1 0 0 0 0,2 2 1 0 0,-3-3-7 0 0,1 0-1 0 0,0 1 1 0 0,-1-1 0 0 0,1 0 0 0 0,0 0 0 0 0,0 0 0 0 0,0 0 0 0 0,0 0 0 0 0,0-1 0 0 0,0 1-1 0 0,0-1 1 0 0,0 1 0 0 0,0-1 0 0 0,0 0 0 0 0,0 1 0 0 0,0-1 0 0 0,0 0 0 0 0,0 0 0 0 0,0-1-1 0 0,0 1 1 0 0,0 0 0 0 0,0-1 0 0 0,0 1 0 0 0,0-1 0 0 0,4-1 0 0 0,4-1 2 0 0,28-6-832 0 0,-1-1 0 0 0,56-24 0 0 0,-69 25-1777 0 0,-13 4-3638 0 0,0-1-1769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4:36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22 20935 0 0,'0'0'2319'0'0,"-1"8"-1299"0"0,1 7-378 0 0,1 0 0 0 0,0 0 0 0 0,1-1 0 0 0,1 1 0 0 0,0 0 0 0 0,9 20 0 0 0,1 13-32 0 0,-11-37-522 0 0,0-5-29 0 0,-1 1-1 0 0,1-1 0 0 0,0 0 1 0 0,1 1-1 0 0,0-1 0 0 0,0 0 0 0 0,0-1 1 0 0,6 9-1 0 0,-7-15-49 0 0,-1 0 0 0 0,1-1 0 0 0,0 1 1 0 0,-1-1-1 0 0,1 0 0 0 0,2-3 0 0 0,-1-1-9 0 0,0-1 0 0 0,0 1 0 0 0,0 0 0 0 0,0-1 0 0 0,-1 0 0 0 0,0 0 0 0 0,1-9 0 0 0,8-25 0 0 0,-9 37-1 0 0,5-15-28 0 0,0 1 0 0 0,2 0 0 0 0,12-20 0 0 0,-19 34 24 0 0,1 1 0 0 0,-1-1 0 0 0,1 1 0 0 0,0-1 0 0 0,0 1 0 0 0,0 0-1 0 0,0 0 1 0 0,1 0 0 0 0,-1 1 0 0 0,1-1 0 0 0,-1 1 0 0 0,1 0 0 0 0,0 0 0 0 0,0 0 0 0 0,0 0 0 0 0,0 1-1 0 0,0 0 1 0 0,1 0 0 0 0,-1 0 0 0 0,8-1 0 0 0,-8 2 8 0 0,-1 0-1 0 0,0 1 1 0 0,1-1 0 0 0,-1 1-1 0 0,0 0 1 0 0,0 0-1 0 0,0 0 1 0 0,1 0 0 0 0,-1 1-1 0 0,0-1 1 0 0,0 1 0 0 0,-1 0-1 0 0,1 0 1 0 0,0 0-1 0 0,-1 0 1 0 0,1 0 0 0 0,-1 0-1 0 0,1 1 1 0 0,-1-1 0 0 0,0 1-1 0 0,0 0 1 0 0,0 0 0 0 0,-1-1-1 0 0,1 1 1 0 0,-1 0-1 0 0,2 4 1 0 0,3 9 97 0 0,-1-1 1 0 0,-1 1-1 0 0,-1 0 0 0 0,3 18 0 0 0,-4-18 16 0 0,4 43 229 0 0,-5-41-241 0 0,1 1 1 0 0,1-1-1 0 0,7 25 1 0 0,-10-41-169 0 0,2-2 57 0 0,0 0 0 0 0,-1-1 0 0 0,1 1 0 0 0,0 0 0 0 0,-1-1 0 0 0,1 1 0 0 0,0-1 0 0 0,-1 0 0 0 0,1 1 0 0 0,-1-1 0 0 0,1 0 0 0 0,-1 0 0 0 0,0 0 1 0 0,1 0-1 0 0,-1 0 0 0 0,0 0 0 0 0,0-1 0 0 0,0 1 0 0 0,0 0 0 0 0,0-1 0 0 0,0 1 0 0 0,2-3 0 0 0,1-4-9 0 0,-1 0-1 0 0,1 0 1 0 0,2-11-1 0 0,0-1-67 0 0,3-2-3 0 0,38-89-226 0 0,-39 96 279 0 0,0 1-1 0 0,0 0 1 0 0,1 1 0 0 0,1-1-1 0 0,14-14 1 0 0,-22 26 26 0 0,0 1-1 0 0,-1-1 1 0 0,1 1 0 0 0,0-1 0 0 0,0 1 0 0 0,0-1 0 0 0,0 1 0 0 0,0 0-1 0 0,1 0 1 0 0,-1 0 0 0 0,0 0 0 0 0,0 0 0 0 0,1 1 0 0 0,-1-1 0 0 0,0 1 0 0 0,1 0-1 0 0,-1-1 1 0 0,1 1 0 0 0,-1 0 0 0 0,5 1 0 0 0,-5 0 15 0 0,1-1-1 0 0,0 1 1 0 0,-1 0 0 0 0,1 0-1 0 0,-1 1 1 0 0,0-1 0 0 0,1 1-1 0 0,-1-1 1 0 0,0 1 0 0 0,0-1-1 0 0,0 1 1 0 0,0 0 0 0 0,0 0-1 0 0,-1 0 1 0 0,1 0 0 0 0,0 1-1 0 0,-1-1 1 0 0,2 4 0 0 0,3 6 26 0 0,-1 0 0 0 0,0 0 1 0 0,-1 1-1 0 0,5 23 0 0 0,3 52 114 0 0,-11-73-143 0 0,9 47-1013 0 0,-10-61 457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4:36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63 9671 0 0,'-3'-8'13064'0'0,"4"5"-12904"0"0,1 0 0 0 0,-1 1 0 0 0,1-1 1 0 0,0 0-1 0 0,0 1 0 0 0,0-1 0 0 0,0 1 0 0 0,1-1 0 0 0,-1 1 0 0 0,1 0 0 0 0,-1 0 0 0 0,1 0 0 0 0,0 0 0 0 0,-1 1 1 0 0,1-1-1 0 0,0 1 0 0 0,0 0 0 0 0,0-1 0 0 0,4 0 0 0 0,7-1 459 0 0,-1 1 0 0 0,1 0 0 0 0,17-1 0 0 0,-24 3-585 0 0,-1-1-30 0 0,-4 1 9 0 0,0 0 0 0 0,0 0 1 0 0,0 0-1 0 0,0 0 0 0 0,0 0 0 0 0,0 0 0 0 0,3 2 1 0 0,33 14 105 0 0,-36-15-117 0 0,0-1 14 0 0,-1 0-15 0 0,-1 0 1 0 0,1 0 0 0 0,-1 0 0 0 0,1 0 0 0 0,0 1 0 0 0,-1-1 0 0 0,1 0 0 0 0,-1 0 0 0 0,1 1 0 0 0,0-1-1 0 0,-1 0 1 0 0,1 1 0 0 0,-1-1 0 0 0,1 1 0 0 0,-1-1 0 0 0,0 0 0 0 0,1 1 0 0 0,-1-1 0 0 0,1 1 0 0 0,-1-1 0 0 0,0 1-1 0 0,1-1 1 0 0,-1 1 0 0 0,0 0 0 0 0,1 0 0 0 0,-1 0 17 0 0,1 1 0 0 0,-1-1-1 0 0,1 1 1 0 0,-1 0 0 0 0,1-1 0 0 0,-1 1 0 0 0,0 0 0 0 0,0-1-1 0 0,0 1 1 0 0,0 0 0 0 0,0-1 0 0 0,0 1 0 0 0,0 0-1 0 0,0-1 1 0 0,-1 1 0 0 0,1-1 0 0 0,-1 1 0 0 0,1 0-1 0 0,-1-1 1 0 0,1 1 0 0 0,-3 2 0 0 0,-1 3 118 0 0,0 0-1 0 0,-11 13 1 0 0,-5 0 146 0 0,19-19-145 0 0,1 0-63 0 0,0 1-74 0 0,0 0-1 0 0,1-1 1 0 0,-1 1 0 0 0,0-1-1 0 0,1 0 1 0 0,-1 1 0 0 0,1-1-1 0 0,0 1 1 0 0,-1-1 0 0 0,1 0-1 0 0,0 1 1 0 0,0-1 0 0 0,0 0-1 0 0,0 0 1 0 0,0 1 0 0 0,0-1-1 0 0,0 0 1 0 0,0 0 0 0 0,1 0-1 0 0,-1-1 1 0 0,0 1 0 0 0,1 0-1 0 0,-1 0 1 0 0,3 0 0 0 0,0 1-2 0 0,3 2 1 0 0,1 0 0 0 0,0-1 0 0 0,-1-1 0 0 0,1 1 0 0 0,1-1 0 0 0,-1 0 0 0 0,9 0 0 0 0,-6-1 0 0 0,0 2 0 0 0,1-1 0 0 0,-1 1 0 0 0,0 1 0 0 0,16 7 0 0 0,-13-3 13 0 0,-13-7-5 0 0,-1 0-1 0 0,1 0 1 0 0,0 0-1 0 0,-1 0 0 0 0,1 0 1 0 0,-1 0-1 0 0,1 0 1 0 0,-1 0-1 0 0,0 0 1 0 0,1 0-1 0 0,-1 0 0 0 0,0 0 1 0 0,1 0-1 0 0,-1 0 1 0 0,0 0-1 0 0,0 0 1 0 0,0 0-1 0 0,0 0 0 0 0,0 0 1 0 0,-1 3-1 0 0,-4 19 151 0 0,3-19-139 0 0,0 1 0 0 0,-1-1 1 0 0,1 0-1 0 0,-1 0 1 0 0,0 0-1 0 0,0 0 0 0 0,0 0 1 0 0,-1 0-1 0 0,1-1 0 0 0,-1 0 1 0 0,0 1-1 0 0,0-2 0 0 0,0 1 1 0 0,-8 4-1 0 0,3-3-57 0 0,0 1 0 0 0,0-1 0 0 0,-1-1 0 0 0,1 0 0 0 0,-1 0 0 0 0,-12 1 0 0 0,19-4-200 0 0,0 1 0 0 0,0-1 0 0 0,0 0 1 0 0,0 0-1 0 0,0-1 0 0 0,0 1 1 0 0,0-1-1 0 0,0 1 0 0 0,0-1 0 0 0,0 0 1 0 0,0 0-1 0 0,1 0 0 0 0,-1 0 0 0 0,0-1 1 0 0,1 1-1 0 0,-1-1 0 0 0,1 0 0 0 0,0 1 1 0 0,-1-1-1 0 0,1 0 0 0 0,0 0 0 0 0,0-1 1 0 0,0 1-1 0 0,0 0 0 0 0,-2-5 0 0 0,-1-4-2083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4:37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20303 0 0,'0'0'3716'0'0,"1"1"-2888"0"0,1 2-599 0 0,-1-1 1 0 0,1 0-1 0 0,0 0 0 0 0,1 0 0 0 0,-1 0 1 0 0,0-1-1 0 0,0 1 0 0 0,1-1 0 0 0,-1 1 1 0 0,1-1-1 0 0,-1 0 0 0 0,1 0 0 0 0,0 0 1 0 0,0 0-1 0 0,-1 0 0 0 0,6 0 0 0 0,7 2 251 0 0,28 1 0 0 0,8-4-437 0 0,-27-1 28 0 0,44 5 1 0 0,-61-3-53 0 0,0 0-1 0 0,-1 1 1 0 0,1 0-1 0 0,0 0 1 0 0,-1 0 0 0 0,0 1-1 0 0,1 0 1 0 0,-1 0 0 0 0,-1 0-1 0 0,1 1 1 0 0,6 4 0 0 0,-8-4 14 0 0,-1 0 0 0 0,1 1 1 0 0,-1-1-1 0 0,0 1 0 0 0,0-1 0 0 0,0 1 1 0 0,0 0-1 0 0,-1 0 0 0 0,0 0 1 0 0,0 0-1 0 0,0 0 0 0 0,0 7 0 0 0,2 10 233 0 0,3 37-1 0 0,-6-38-183 0 0,13 97 238 0 0,29 118 0 0 0,14-35-320 0 0,-21-83 0 0 0,-20-69 0 0 0,-8-25 0 0 0,9 41 0 0 0,-16-57 0 0 0,-1-7 0 0 0,0-1 0 0 0,0 1 0 0 0,0-1 0 0 0,0 1 0 0 0,0 0 0 0 0,0-1 0 0 0,0 1 0 0 0,0-1 0 0 0,0 1 0 0 0,0 0 0 0 0,-1-1 0 0 0,1 1 0 0 0,0-1 0 0 0,-1 1 0 0 0,1-1 0 0 0,0 1 0 0 0,-1-1 0 0 0,1 1 0 0 0,0-1 0 0 0,-1 1 0 0 0,1-1 0 0 0,-1 0 0 0 0,1 1 0 0 0,-1-1 0 0 0,1 0 0 0 0,-1 1 0 0 0,1-1 0 0 0,-1 0 0 0 0,1 1 0 0 0,-1-1 0 0 0,1 0 0 0 0,-2 0 0 0 0,-16 2 0 0 0,18-2 0 0 0,-12-1 11 0 0,0 0 0 0 0,0-1-1 0 0,1 0 1 0 0,-14-5 0 0 0,-15-3 26 0 0,-93-7-216 0 0,131 17 9 0 0,0-1 1 0 0,0 1-1 0 0,0-1 1 0 0,0 0-1 0 0,0 1 1 0 0,0-1-1 0 0,-2-2 1 0 0,-4-1-2852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4:40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503 38 10135 0 0,'-2'0'464'0'0,"-43"-12"43"0"0,2 0 2299 0 0,0 2 4829 0 0,34 9-7096 0 0,-1-1-1 0 0,0 2 1 0 0,1-1 0 0 0,-1 1-1 0 0,0 1 1 0 0,-18 3-1 0 0,16-2-450 0 0,0 1 0 0 0,0 1-1 0 0,1 0 1 0 0,-1 0-1 0 0,1 1 1 0 0,0 1 0 0 0,0 0-1 0 0,-16 12 1 0 0,5-3-44 0 0,15-11-32 0 0,1 0 0 0 0,-1 0 0 0 0,1 1 0 0 0,1 0 0 0 0,-1 0 0 0 0,1 1 0 0 0,-1 0 0 0 0,-4 7 0 0 0,9-9 41 0 0,1 5 16 0 0,0-8-59 0 0,0 1 1 0 0,0-1-1 0 0,1 0 0 0 0,-1 1 0 0 0,1-1 0 0 0,-1 1 0 0 0,1-1 0 0 0,0 0 0 0 0,-1 1 0 0 0,1-1 0 0 0,0 0 0 0 0,0 0 0 0 0,0 0 0 0 0,0 0 0 0 0,0 0 0 0 0,0 0 0 0 0,0 0 0 0 0,2 2 0 0 0,22 11 66 0 0,3-4 38 0 0,1-2 0 0 0,40 8-1 0 0,26 7 290 0 0,-83-19-370 0 0,1 1 1 0 0,-1 0-1 0 0,0 1 0 0 0,-1 0 1 0 0,17 12-1 0 0,-18-11-15 0 0,0 1 0 0 0,-1 0 1 0 0,0 0-1 0 0,-1 1 0 0 0,0 0 0 0 0,0 1 0 0 0,-1 0 1 0 0,0 0-1 0 0,0 0 0 0 0,6 16 0 0 0,-12-22 7 0 0,0 0 0 0 0,1 0 0 0 0,-1 0 0 0 0,-1 1 0 0 0,1-1 0 0 0,-1 0 0 0 0,1 0 0 0 0,-1 1 0 0 0,-1-1 0 0 0,1 0 0 0 0,0 1 0 0 0,-1-1 0 0 0,0 0 0 0 0,0 0 0 0 0,-1 1 0 0 0,1-1 0 0 0,-1 0 0 0 0,1 0-1 0 0,-1-1 1 0 0,-1 1 0 0 0,1 0 0 0 0,0-1 0 0 0,-1 1 0 0 0,0-1 0 0 0,-5 6 0 0 0,0-2 69 0 0,0 0-1 0 0,0 0 1 0 0,0-1-1 0 0,-1 0 1 0 0,0 0-1 0 0,-1-1 1 0 0,1-1-1 0 0,-1 1 1 0 0,-15 4-1 0 0,9-5-19 0 0,0-1 1 0 0,0-1-1 0 0,-1 0 1 0 0,1-1-1 0 0,-1 0 0 0 0,1-2 1 0 0,-1 0-1 0 0,-28-5 1 0 0,21 1-298 0 0,1-1-1 0 0,-1-2 1 0 0,1 0 0 0 0,0-1 0 0 0,-27-16 0 0 0,45 22-94 0 0,0 0 1 0 0,0 0 0 0 0,0 0 0 0 0,1-1-1 0 0,-1 0 1 0 0,-4-5 0 0 0,7 6-11 0 0,0 1 1 0 0,0-1-1 0 0,0 0 1 0 0,1 1 0 0 0,-1-1-1 0 0,1 0 1 0 0,0 0-1 0 0,0 0 1 0 0,0 0-1 0 0,0 0 1 0 0,0 0 0 0 0,1-1-1 0 0,-1-3 1 0 0,2-13-2165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4:40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11975 0 0,'0'0'3579'0'0,"1"3"-999"0"0,10 68 3842 0 0,-1 4-3911 0 0,14 83-1027 0 0,1-2-1252 0 0,-20-133-987 0 0,2 42 1 0 0,-7-63-276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4:41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 8751 0 0,'0'0'674'0'0,"2"1"-60"0"0,12 2 2303 0 0,0 1 0 0 0,24 2 0 0 0,34-1-404 0 0,-16-1-2603 0 0,159 5 396 0 0,-182-11-239 0 0,-1-1 0 0 0,1-1 1 0 0,-1-1-1 0 0,49-16 0 0 0,-16-4 27 0 0,-57 21-107 0 0,-1 0-1 0 0,1 0 1 0 0,-1-1-1 0 0,0 1 1 0 0,12-12-1 0 0,-18 14-85 0 0,-12 0-18 0 0,10 2 134 0 0,0-1-1 0 0,0 1 1 0 0,0 0-1 0 0,-1-1 1 0 0,1 1-1 0 0,0 0 1 0 0,0 0-1 0 0,0 0 0 0 0,-1 0 1 0 0,1 0-1 0 0,-1 0 1 0 0,-6 2 103 0 0,1 1 0 0 0,1-1 0 0 0,-1 1 1 0 0,0 0-1 0 0,1 1 0 0 0,-1 0 0 0 0,1 0 0 0 0,-8 6 1 0 0,-3 4 480 0 0,-22 26 1 0 0,25-24-30 0 0,1 1-1 0 0,1 0 1 0 0,1 1-1 0 0,-15 31 0 0 0,23-36-159 0 0,2-9-337 0 0,2 8 118 0 0,0-11-202 0 0,0 0 0 0 0,0 0 0 0 0,0 0 0 0 0,0 1 0 0 0,0-2 0 0 0,0 1-1 0 0,0 0 1 0 0,1 0 0 0 0,-1 0 0 0 0,0 0 0 0 0,0-1 0 0 0,1 1 0 0 0,-1-1-1 0 0,0 1 1 0 0,1-1 0 0 0,-1 1 0 0 0,1-1 0 0 0,-1 0 0 0 0,1 0 0 0 0,2 1-1 0 0,0-1-53 0 0,1 0-1 0 0,-1 0 1 0 0,0 0-1 0 0,1-1 1 0 0,6-1-1 0 0,-1-1-95 0 0,0-1-1 0 0,-1 0 1 0 0,1 0-1 0 0,-1-1 0 0 0,0-1 1 0 0,0 1-1 0 0,-1-1 1 0 0,1-1-1 0 0,13-13 1 0 0,-13 10-40 0 0,0 0 0 0 0,-1 0 0 0 0,-1 0-1 0 0,1-1 1 0 0,-2 0 0 0 0,1-1 0 0 0,6-18 0 0 0,-10 24 180 0 0,-2 5 12 0 0,0 0-1 0 0,-1 0 0 0 0,1 0 1 0 0,0 0-1 0 0,-1 0 1 0 0,1 0-1 0 0,-1 0 1 0 0,0-1-1 0 0,1 1 0 0 0,-1 0 1 0 0,0 0-1 0 0,0-1 1 0 0,0 1-1 0 0,0 0 0 0 0,0 0 1 0 0,0-1-1 0 0,0 1 1 0 0,0 0-1 0 0,-1-2 0 0 0,1 1 402 0 0,0 17-108 0 0,1 0 0 0 0,0 0-1 0 0,5 22 1 0 0,-4-30-252 0 0,0 0 0 0 0,1 0 0 0 0,-1 1 0 0 0,1-2 0 0 0,1 1 0 0 0,0 0 0 0 0,0-1 0 0 0,8 11 0 0 0,-10-15-30 0 0,6 8-55 0 0,0 0-1 0 0,17 13 1 0 0,-22-20-148 0 0,0-1-1 0 0,1 0 0 0 0,-1 0 1 0 0,1 0-1 0 0,-1 0 0 0 0,1 0 1 0 0,0-1-1 0 0,0 1 0 0 0,0-1 1 0 0,0 0-1 0 0,0-1 0 0 0,6 2 1 0 0,24-3-2862 0 0,-18-1 787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4:41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 5063 0 0,'0'0'390'0'0,"-1"2"304"0"0,-1 3 1034 0 0,-12 39 8249 0 0,0 1-3894 0 0,-9 47-2016 0 0,19-73-3967 0 0,1 0 1 0 0,1 0 0 0 0,1 0-1 0 0,1 0 1 0 0,0 1 0 0 0,1-1-1 0 0,7 33 1 0 0,-7-47-108 0 0,1 1 0 0 0,-1-1 0 0 0,1 0 0 0 0,0 0 0 0 0,1-1 0 0 0,-1 1 0 0 0,1 0 0 0 0,0-1 0 0 0,0 1 0 0 0,0-1 0 0 0,1 0 0 0 0,-1 0 0 0 0,8 5 0 0 0,-8-6-44 0 0,1-1-1 0 0,-1 0 1 0 0,1 0-1 0 0,0 0 1 0 0,0 0 0 0 0,0-1-1 0 0,0 1 1 0 0,0-1-1 0 0,0 0 1 0 0,0 0-1 0 0,0-1 1 0 0,1 1-1 0 0,-1-1 1 0 0,0 0-1 0 0,0 0 1 0 0,0-1 0 0 0,8 0-1 0 0,-4-2 2 0 0,1 1-1 0 0,-1-1 1 0 0,0 0-1 0 0,0-1 1 0 0,0 0 0 0 0,0 0-1 0 0,-1-1 1 0 0,1 0-1 0 0,-1 0 1 0 0,0-1 0 0 0,-1 0-1 0 0,0 0 1 0 0,10-12-1 0 0,-2-1-132 0 0,0 0-1 0 0,-1-1 1 0 0,19-41-1 0 0,-19 22-39 0 0,-13 37 151 0 0,-1 3 20 0 0,-4 2 106 0 0,1 0 0 0 0,-1 1 0 0 0,1-1 0 0 0,0 1 0 0 0,0 0 0 0 0,0 0 0 0 0,0 0-1 0 0,1 0 1 0 0,0 1 0 0 0,0 0 0 0 0,0-1 0 0 0,0 1 0 0 0,-3 9 0 0 0,2-3 96 0 0,0 0 1 0 0,1 0 0 0 0,0 0 0 0 0,1 0-1 0 0,-2 22 1 0 0,4-29-149 0 0,0 1 0 0 0,0 0 0 0 0,0 0 0 0 0,1 0 0 0 0,-1 0 0 0 0,1 0 0 0 0,0-1 0 0 0,1 1 0 0 0,-1 0 0 0 0,1-1 0 0 0,0 1 0 0 0,0-1 0 0 0,0 0 0 0 0,1 1 0 0 0,-1-1 0 0 0,1 0 0 0 0,0 0 0 0 0,0-1 0 0 0,1 1 0 0 0,-1-1 0 0 0,1 1 0 0 0,-1-1 0 0 0,1 0 0 0 0,0-1 0 0 0,1 1 0 0 0,-1-1 0 0 0,0 1 0 0 0,1-1 0 0 0,-1-1 0 0 0,1 1-1 0 0,-1 0 1 0 0,6 0 0 0 0,-4-1-239 0 0,1 1-1 0 0,0-1 0 0 0,-1 0 0 0 0,1-1 0 0 0,0 0 0 0 0,-1 0 0 0 0,13-2 1 0 0,-13 1-1276 0 0,0 0 0 0 0,-1-1 0 0 0,1 0 0 0 0,-1 0 0 0 0,8-5 1 0 0,3-2-5718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4:42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21967 0 0,'0'0'1995'0'0,"3"1"-1645"0"0,14 2-162 0 0,0 0 0 0 0,0-1 0 0 0,1-1 0 0 0,-1-1 0 0 0,34-3 0 0 0,90-22-2830 0 0,-94 15-2179 0 0,-4 2-2909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4:42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2303 0 0,'1'1'4999'0'0,"24"2"6452"0"0,2-1-4606 0 0,4 1-3267 0 0,16 4-3323 0 0,-36-5-178 0 0,0 0 0 0 0,-1 1 0 0 0,1 1 0 0 0,19 8 0 0 0,-27-10-59 0 0,0 0 0 0 0,1 0 0 0 0,-1 0 0 0 0,0 1 0 0 0,0-1 0 0 0,0 1 0 0 0,-1-1 0 0 0,1 1 0 0 0,0 0 0 0 0,-1 0 0 0 0,0 0 0 0 0,0 1 0 0 0,0-1 0 0 0,3 7 0 0 0,-3-5 3 0 0,-1-1 0 0 0,0 1 0 0 0,0 0 0 0 0,-1 0 0 0 0,1 0 0 0 0,-1 0 0 0 0,0 0 1 0 0,0-1-1 0 0,0 1 0 0 0,-2 7 0 0 0,-2 2 28 0 0,0 1 1 0 0,-1-1-1 0 0,-1-1 0 0 0,0 1 0 0 0,0-1 1 0 0,-15 21-1 0 0,1-3 52 0 0,-1-2 1 0 0,-43 47-1 0 0,48-60-86 0 0,-8 8 3 0 0,0 1 0 0 0,-20 31 0 0 0,44-54-72 0 0,4 5-5 0 0,5-1 36 0 0,-4-4 14 0 0,0 0 0 0 0,0-1 0 0 0,1 0 0 0 0,-1 1-1 0 0,0-2 1 0 0,1 1 0 0 0,9 0 0 0 0,42-6-44 0 0,-26 2-18 0 0,47-3-1508 0 0,86-19 1 0 0,-132 18-1257 0 0,2 0-6245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4:42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11975 0 0,'0'0'16335'0'0,"2"0"-15889"0"0,121 6 1845 0 0,-33-3-2112 0 0,-4 4-122 0 0,104-6 0 0 0,-76-10-2883 0 0,-76 4-746 0 0,0-2-3847 0 0,-19 2-153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4:43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12895 0 0,'-2'3'10868'0'0,"-9"9"-6849"0"0,10-11-3881 0 0,0 1 0 0 0,0 0 0 0 0,0 0 0 0 0,1-1 0 0 0,-1 1 0 0 0,1 0 0 0 0,-1 0 0 0 0,1 0 1 0 0,0 0-1 0 0,0-1 0 0 0,-1 1 0 0 0,1 0 0 0 0,1 0 0 0 0,-1 0 0 0 0,0 0 0 0 0,1 2 0 0 0,0 0-75 0 0,0 0 0 0 0,1-1 0 0 0,-1 1 0 0 0,1 0 0 0 0,0-1 0 0 0,0 1 0 0 0,4 4 0 0 0,1 0-82 0 0,1 1-1 0 0,0-1 0 0 0,1-1 1 0 0,16 13-1 0 0,30 15-341 0 0,67 32-1 0 0,-120-66 293 0 0,8 7-59 0 0,-1 4 62 0 0,-10-7 79 0 0,1-4-13 0 0,-1 2 17 0 0,0 0 0 0 0,0 0 0 0 0,0 0 0 0 0,-1 0 0 0 0,1 0 0 0 0,-1-1 0 0 0,1 1 0 0 0,-1 0 0 0 0,0-1 0 0 0,0 1 0 0 0,0-1 0 0 0,0 0 0 0 0,-1 1 0 0 0,1-1 0 0 0,-5 3 0 0 0,-5 2 128 0 0,0 1 1 0 0,-18 6-1 0 0,-4 4-8 0 0,21-11-1514 0 0,-24 10 0 0 0,-8 5-5251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4:44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16095 0 0,'0'0'2267'0'0,"0"0"-2163"0"0,-1 0 1 0 0,1 0-1 0 0,-1 0 1 0 0,1 0-1 0 0,-1 0 1 0 0,1 0-1 0 0,-1 0 0 0 0,1 0 1 0 0,0 0-1 0 0,-1 0 1 0 0,1 1-1 0 0,-1-1 1 0 0,1 0-1 0 0,-1 0 1 0 0,1 0-1 0 0,0 0 0 0 0,-1 1 1 0 0,1-1-1 0 0,0 0 1 0 0,-1 1-1 0 0,1-1 1 0 0,0 0-1 0 0,-1 1 1 0 0,-2 13 552 0 0,1 1 0 0 0,1-1 0 0 0,0 0 0 0 0,2 20 1 0 0,10 61 139 0 0,-4-50-543 0 0,10 83-5 0 0,3 25-259 0 0,-10-50-9441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4:45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65 1839 0 0,'-18'-13'20519'0'0,"26"10"-17974"0"0,7 0-2148 0 0,0 0 0 0 0,0 1 0 0 0,24 0 0 0 0,11-1-41 0 0,34-8-34 0 0,98-10 41 0 0,-139 18-484 0 0,-1 2-1 0 0,55 6 1 0 0,-87-3 7 0 0,-1-1 0 0 0,0 1 0 0 0,0 1 0 0 0,1 0-1 0 0,-1 0 1 0 0,-1 0 0 0 0,1 1 0 0 0,-1 1 0 0 0,11 6 0 0 0,-16-9 77 0 0,-1-1 1 0 0,0 1-1 0 0,1 0 1 0 0,-1 0-1 0 0,0 0 1 0 0,0 1 0 0 0,0-1-1 0 0,0 0 1 0 0,-1 1-1 0 0,1-1 1 0 0,0 1-1 0 0,-1-1 1 0 0,0 1 0 0 0,0 0-1 0 0,0 0 1 0 0,0-1-1 0 0,0 1 1 0 0,0 0-1 0 0,-1 0 1 0 0,1 0 0 0 0,-1 0-1 0 0,0 0 1 0 0,0 0-1 0 0,0 0 1 0 0,0 0-1 0 0,-1 0 1 0 0,1 0 0 0 0,-1 0-1 0 0,0 0 1 0 0,0 0-1 0 0,0-1 1 0 0,-2 6-1 0 0,-3 3 65 0 0,0-1 0 0 0,-1 0 0 0 0,0 0-1 0 0,0 0 1 0 0,-1-1 0 0 0,-1 0-1 0 0,-12 10 1 0 0,-6 3 200 0 0,-38 23 0 0 0,46-34-177 0 0,-1-1 0 0 0,0 0 0 0 0,0-2 0 0 0,-22 7 1 0 0,-10-1-2328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4:45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13359 0 0,'0'0'1566'0'0,"1"1"-590"0"0,6 2-167 0 0,-1 0 1 0 0,0 0 0 0 0,1-1-1 0 0,-1 0 1 0 0,1 0 0 0 0,13 1-1 0 0,45 1 1498 0 0,-50-4-2146 0 0,-1 0 1 0 0,0 1-1 0 0,1 1 0 0 0,24 5 1 0 0,-35-5-154 0 0,-1 0 0 0 0,1-1 0 0 0,-1 1 1 0 0,0 0-1 0 0,0 1 0 0 0,0-1 0 0 0,4 4 0 0 0,1 1 53 0 0,-7-6-45 0 0,0 0-1 0 0,0 0 0 0 0,0 0 1 0 0,-1 0-1 0 0,1 0 0 0 0,0 1 0 0 0,-1-1 1 0 0,1 0-1 0 0,-1 0 0 0 0,1 0 0 0 0,-1 1 1 0 0,1-1-1 0 0,-1 0 0 0 0,0 0 1 0 0,0 1-1 0 0,0 1 0 0 0,1 20 189 0 0,-2-21-177 0 0,1 2 20 0 0,-1-1 0 0 0,1 1 0 0 0,-1 0 0 0 0,0-1 1 0 0,0 1-1 0 0,-1-1 0 0 0,1 0 0 0 0,-1 1 0 0 0,0-1 0 0 0,0 0 0 0 0,-2 3 0 0 0,-5 5 165 0 0,-16 16-1 0 0,8-8-15 0 0,0-3 42 0 0,0-1 0 0 0,-1-1-1 0 0,-32 21 1 0 0,46-32-185 0 0,3-2 75 0 0,-1 0 0 0 0,-1 2-105 0 0,1 2 555 0 0,3-4-577 0 0,0 0 0 0 0,-1 0 0 0 0,1 0-1 0 0,0 0 1 0 0,0 0 0 0 0,0-1 0 0 0,0 1 0 0 0,0 0-1 0 0,0-1 1 0 0,0 1 0 0 0,0-1 0 0 0,0 1-1 0 0,0-1 1 0 0,0 1 0 0 0,1-1 0 0 0,-1 0 0 0 0,2 1-1 0 0,1-1 1 0 0,5 2-10 0 0,0-1 0 0 0,0 0 0 0 0,1 0 0 0 0,-1-1 0 0 0,17-2 0 0 0,47-10-795 0 0,-44 6-317 0 0,28-8-2135 0 0,-38 7 1499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4:45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11975 0 0,'1'0'9459'0'0,"45"-4"-4797"0"0,-9 2-3823 0 0,107-3-832 0 0,-121 5-1003 0 0,-3 1-3017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4:46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0 357 13359 0 0,'0'0'1210'0'0,"1"1"-996"0"0,3 2 283 0 0,-1-1-1 0 0,0 0 0 0 0,1 1 0 0 0,-1-1 0 0 0,1-1 1 0 0,-1 1-1 0 0,1 0 0 0 0,0-1 0 0 0,0 0 1 0 0,0 0-1 0 0,0 0 0 0 0,0 0 0 0 0,0-1 1 0 0,4 1-1 0 0,10-1 343 0 0,33-3 1 0 0,-42 2-870 0 0,31-4-1591 0 0,78-22 0 0 0,-101 22 330 0 0,1-1 0 0 0,18-10 0 0 0,-32 14 1095 0 0,39-19-1898 0 0</inkml:trace>
  <inkml:trace contextRef="#ctx0" brushRef="#br0" timeOffset="1">692 0 6911 0 0,'-6'7'10523'0'0,"5"-4"-9530"0"0,-2 26 4263 0 0,2-22-4710 0 0,1 0 1 0 0,0 0-1 0 0,0-1 1 0 0,3 14-1 0 0,32 129 2278 0 0,19 73-2772 0 0,-46-168-992 0 0,-7-53 592 0 0,-2-14-8892 0 0,0-1 7276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4:46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11055 0 0,'2'-1'11272'0'0,"6"-3"-10765"0"0,0 1 1 0 0,0 0-1 0 0,1 0 0 0 0,-1 0 1 0 0,1 1-1 0 0,-1 0 0 0 0,1 1 0 0 0,18-1 1 0 0,-27 2-498 0 0,259-20 1438 0 0,-258 20-1444 0 0,34-1 194 0 0,48 4 0 0 0,-69-2-166 0 0,0 0-20 0 0,0 1 0 0 0,-1 0 1 0 0,1 1-1 0 0,17 5 0 0 0,-28-7-15 0 0,-1 0 1 0 0,0 0-1 0 0,1 0 0 0 0,-1 0 0 0 0,0 0 0 0 0,0 0 1 0 0,0 0-1 0 0,0 1 0 0 0,0-1 0 0 0,-1 1 0 0 0,1-1 0 0 0,0 1 1 0 0,-1 0-1 0 0,1 0 0 0 0,-1 0 0 0 0,1 0 0 0 0,-1 0 0 0 0,0 0 1 0 0,0 0-1 0 0,0 0 0 0 0,0 0 0 0 0,0 1 0 0 0,0-1 0 0 0,-1 0 1 0 0,1 0-1 0 0,-1 1 0 0 0,0-1 0 0 0,1 1 0 0 0,-1-1 1 0 0,0 0-1 0 0,-1 1 0 0 0,1 2 0 0 0,-1 0 2 0 0,-1 0-1 0 0,0 0 1 0 0,0 1-1 0 0,0-1 1 0 0,0-1-1 0 0,-1 1 1 0 0,1 0-1 0 0,-1-1 1 0 0,-1 1 0 0 0,1-1-1 0 0,-4 4 1 0 0,-3 2 1 0 0,-1 0 0 0 0,1-1 1 0 0,-14 9-1 0 0,-4 2-315 0 0,-1-1 0 0 0,-47 21 0 0 0,42-28-246 0 0,7-3-1521 0 0,11-2-2207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4:46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17047 0 0,'0'0'1776'0'0,"1"2"-1682"0"0,4 14 2095 0 0,0 0 0 0 0,-1 0 0 0 0,4 27 1 0 0,1 22 502 0 0,-3-36-2884 0 0,1 55 1 0 0,-9-63-1637 0 0,-1-6-2352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4:47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12439 0 0,'0'0'1126'0'0,"2"1"-502"0"0,11 0 4005 0 0,24-2 0 0 0,43-8-1338 0 0,-4-1-4526 0 0,72 6 444 0 0,-125 4-1050 0 0</inkml:trace>
  <inkml:trace contextRef="#ctx0" brushRef="#br0" timeOffset="1">157 176 22951 0 0,'-1'0'2077'0'0,"-3"1"-1693"0"0,3-1-268 0 0,24 6-254 0 0,23-5 432 0 0,87-9 0 0 0,-14-9-4121 0 0,-87 13 1939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4:47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2 21567 0 0,'-1'0'1957'0'0,"-10"-2"-177"0"0,5 9-565 0 0,5-5-1038 0 0,0 1 0 0 0,0-1 0 0 0,1 0 0 0 0,-1 1 0 0 0,0-1 0 0 0,1 0 0 0 0,-1 1 0 0 0,1-1 0 0 0,0 1 0 0 0,0-1 0 0 0,0 1 0 0 0,0 4-1 0 0,7 32 456 0 0,-5-30-516 0 0,28 110 354 0 0,-13-54-467 0 0,12 80 0 0 0,-28-134-526 0 0,2 19 1089 0 0,-2-11-7018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4:48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57 14279 0 0,'-2'-1'211'0'0,"-1"-1"0"0"0,1 1 0 0 0,-1 0 0 0 0,1-1 0 0 0,-12-9 11221 0 0,31-2-10404 0 0,-7 9-669 0 0,1 1 1 0 0,0 1 0 0 0,1-1 0 0 0,-1 2-1 0 0,22-2 1 0 0,-3 1-209 0 0,61-5 117 0 0,142 6 0 0 0,-212 3-320 0 0,1 0 0 0 0,-1 1-1 0 0,0 1 1 0 0,0 1 0 0 0,0 0 0 0 0,35 16 0 0 0,-53-19 27 0 0,1 0 0 0 0,-1 0 0 0 0,1 0 1 0 0,-1 0-1 0 0,0 0 0 0 0,0 1 0 0 0,0-1 1 0 0,0 1-1 0 0,-1 0 0 0 0,1 0 0 0 0,-1 0 1 0 0,1 0-1 0 0,-1 1 0 0 0,0-1 0 0 0,-1 1 1 0 0,1-1-1 0 0,0 1 0 0 0,-1 0 0 0 0,0-1 1 0 0,0 1-1 0 0,0 0 0 0 0,1 6 0 0 0,-2-4-8 0 0,0 0-1 0 0,-1 0 0 0 0,0 0 1 0 0,0 0-1 0 0,0 0 0 0 0,0 0 1 0 0,-1 0-1 0 0,0-1 0 0 0,0 1 1 0 0,-1 0-1 0 0,1-1 0 0 0,-1 0 0 0 0,0 0 1 0 0,-4 5-1 0 0,-1-1 35 0 0,1 0 0 0 0,-1 0 0 0 0,0-1 0 0 0,-1-1 0 0 0,0 1 0 0 0,-20 11 0 0 0,7-7-12 0 0,0 0-1 0 0,-27 9 1 0 0,7-7-1150 0 0,-1-3 0 0 0,-52 9 0 0 0,34-8-3711 0 0,43-8-2858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4:48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1 18631 0 0,'0'0'3394'0'0,"-8"0"-1855"0"0,-6 2-587 0 0,1 0 0 0 0,-1 1 0 0 0,1 1 0 0 0,0 0 0 0 0,-20 9 0 0 0,-59 37-365 0 0,86-46-523 0 0,5-4 0 0 0,3 3-25 0 0,-2 1-20 0 0,8 7-13 0 0,-3-6-12 0 0,1-1 0 0 0,-1 1 0 0 0,1-1 0 0 0,0-1 0 0 0,0 1 0 0 0,14 5 0 0 0,43 12-73 0 0,-14-6 37 0 0,-35-10-178 0 0,25 13-1 0 0,-38-17 104 0 0,1 7-205 0 0,-2-7 306 0 0,1-1-1 0 0,-1 1 0 0 0,0 0 1 0 0,0-1-1 0 0,1 1 1 0 0,-1 0-1 0 0,0-1 1 0 0,0 1-1 0 0,0 0 1 0 0,0-1-1 0 0,0 1 1 0 0,0 0-1 0 0,0-1 0 0 0,0 1 1 0 0,0 0-1 0 0,-1-1 1 0 0,1 1-1 0 0,0 0 1 0 0,0-1-1 0 0,0 1 1 0 0,-1 0-1 0 0,1-1 1 0 0,-1 2-1 0 0,-3 2 8 0 0,1 0-1 0 0,-1 0 1 0 0,-1-1 0 0 0,1 1 0 0 0,-1-1-1 0 0,1 0 1 0 0,-1 0 0 0 0,0 0-1 0 0,0-1 1 0 0,-8 4 0 0 0,2-2-1 0 0,1 1-19 0 0,0-1-1 0 0,0-1 1 0 0,0 0-1 0 0,-1-1 1 0 0,0 1 0 0 0,1-2-1 0 0,-1 0 1 0 0,-16 0-1 0 0,17-1-959 0 0,1-1 0 0 0,-19-4 0 0 0,44-8-12987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4:48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15 13303 0 0,'11'-2'278'0'0,"-6"1"-44"0"0,0 0 0 0 0,0 0-1 0 0,0-1 1 0 0,0 1 0 0 0,9-6 7795 0 0,-23 8-7272 0 0,0 0 0 0 0,0 0 1 0 0,0 1-1 0 0,0 0 0 0 0,1 0 0 0 0,-1 1 0 0 0,-12 6 0 0 0,-55 32-356 0 0,57-30 4 0 0,10-5-365 0 0,0-2 18 0 0,1 0 1 0 0,0 1-1 0 0,1 0 0 0 0,-1 1 0 0 0,1 0 0 0 0,0 0 0 0 0,0 0 0 0 0,1 1 0 0 0,-7 8 0 0 0,13-15-63 0 0,-1 1 0 0 0,1-1 0 0 0,-1 1 0 0 0,1-1 0 0 0,0 1 1 0 0,-1-1-1 0 0,1 1 0 0 0,0-1 0 0 0,-1 1 0 0 0,1-1 0 0 0,0 1 0 0 0,0-1 0 0 0,-1 1 0 0 0,1 0 0 0 0,0-1 0 0 0,0 1 0 0 0,0-1 0 0 0,0 1 1 0 0,0 0-1 0 0,0-1 0 0 0,0 1 0 0 0,0-1 0 0 0,0 1 0 0 0,0 0 0 0 0,0 0 0 0 0,1 2-59 0 0,0-2 40 0 0,-1 0-1 0 0,0 0 1 0 0,1 0 0 0 0,-1 0 0 0 0,1 0-1 0 0,-1-1 1 0 0,1 1 0 0 0,-1 0 0 0 0,1 0-1 0 0,0 0 1 0 0,-1-1 0 0 0,1 1-1 0 0,0 0 1 0 0,0-1 0 0 0,0 1 0 0 0,-1 0-1 0 0,1-1 1 0 0,0 1 0 0 0,0-1 0 0 0,2 1-1 0 0,19 7-397 0 0,-13-8 363 0 0,-1 1 0 0 0,1-1 1 0 0,0-1-1 0 0,-1 0 0 0 0,1 0 0 0 0,0 0 0 0 0,-1-1 0 0 0,1-1 1 0 0,-1 1-1 0 0,0-1 0 0 0,0-1 0 0 0,0 0 0 0 0,0 0 0 0 0,-1 0 1 0 0,1-1-1 0 0,-1 0 0 0 0,0 0 0 0 0,-1-1 0 0 0,1 0 0 0 0,-1 0 1 0 0,0-1-1 0 0,-1 1 0 0 0,7-11 0 0 0,-8 13 42 0 0,-1-1-15 0 0,3-14 33 0 0,-6 18 807 0 0,7 11-790 0 0,0 1 1 0 0,1-1-1 0 0,0 0 0 0 0,0-1 0 0 0,1 0 1 0 0,16 13-1 0 0,-18-17-127 0 0,0 0 1 0 0,0 0-1 0 0,1 0 1 0 0,0-1-1 0 0,-1 0 0 0 0,2-1 1 0 0,-1 1-1 0 0,9 1 1 0 0,12 1-3018 0 0,0-6-4169 0 0,-15-1-147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4:49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14743 0 0,'0'0'12927'0'0,"1"2"-12094"0"0,4 11-474 0 0,-1 0 0 0 0,-1 0 0 0 0,0 1 0 0 0,0-1 0 0 0,1 26 0 0 0,-1-12-185 0 0,5 205-912 0 0,-8-184-703 0 0,1-42 921 0 0,0 4-171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4:49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1 276 21767 0 0,'0'0'1972'0'0,"1"1"-1623"0"0,8 3-106 0 0,1-1-1 0 0,-1 0 0 0 0,1 0 1 0 0,0-1-1 0 0,0 0 0 0 0,-1 0 1 0 0,21 0-1 0 0,75-8 763 0 0,-73 3-1195 0 0,5-3-606 0 0,1-1 1 0 0,43-14 0 0 0,-80 21 769 0 0,25-7-1861 0 0</inkml:trace>
  <inkml:trace contextRef="#ctx0" brushRef="#br0" timeOffset="1">750 3 17967 0 0,'0'0'3207'0'0,"1"0"-1822"0"0,11-1 202 0 0,0 0 1 0 0,0 0-1 0 0,23 3 0 0 0,43 9-202 0 0,-50-6-1284 0 0,-11 0-1260 0 0,-15-5 449 0 0,-1 1 0 0 0,1 0 0 0 0,-1 0 0 0 0,1 0-1 0 0,0 0 1 0 0,-1 0 0 0 0,0 1 0 0 0,1-1 0 0 0,-1 0-1 0 0,2 2 1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4:49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21023 0 0,'0'0'1899'0'0,"1"0"-1563"0"0,13 1 574 0 0,0 0 0 0 0,1-1 0 0 0,26-3 0 0 0,45-11 1617 0 0,-18 1-2230 0 0,-47 10-260 0 0,61-10-1322 0 0,-65 8 538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4:57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65 9671 0 0,'0'0'748'0'0,"-1"-2"-492"0"0,-1-3 531 0 0,0-1 1 0 0,-1 1-1 0 0,0 0 0 0 0,0 0 0 0 0,0 1 0 0 0,0-1 0 0 0,-1 1 0 0 0,-5-5 0 0 0,7 7-425 0 0,0 0-1 0 0,0 1 1 0 0,0 0 0 0 0,0 0-1 0 0,0-1 1 0 0,0 1-1 0 0,0 0 1 0 0,-1 1 0 0 0,1-1-1 0 0,0 0 1 0 0,-5 0-1 0 0,4 1-429 0 0,0 0-1 0 0,0 0 0 0 0,1 0 0 0 0,-1 0 1 0 0,0 0-1 0 0,1 1 0 0 0,-5 1 0 0 0,0 1 376 0 0,0 0-1 0 0,0 0 0 0 0,1 0 0 0 0,-1 1 0 0 0,1 0 0 0 0,0 1 0 0 0,0-1 0 0 0,1 1 0 0 0,-1 1 0 0 0,1-1 0 0 0,0 1 0 0 0,1-1 0 0 0,-6 9 0 0 0,-5 10 269 0 0,2 1-1 0 0,-13 30 0 0 0,20-41-358 0 0,-4 6 59 0 0,2 1-1 0 0,-12 44 0 0 0,18-58-235 0 0,1 0 1 0 0,0 0-1 0 0,0 0 1 0 0,1 0-1 0 0,0 0 0 0 0,0 0 1 0 0,0 0-1 0 0,1 0 1 0 0,0 0-1 0 0,1 0 1 0 0,0 0-1 0 0,0 0 1 0 0,5 12-1 0 0,-5-15-45 0 0,1-1-1 0 0,-1 0 0 0 0,1 0 1 0 0,-1-1-1 0 0,1 1 1 0 0,0 0-1 0 0,0-1 1 0 0,0 0-1 0 0,0 0 1 0 0,1 0-1 0 0,-1 0 1 0 0,0 0-1 0 0,1 0 0 0 0,0-1 1 0 0,-1 0-1 0 0,1 0 1 0 0,0 0-1 0 0,-1 0 1 0 0,1-1-1 0 0,0 1 1 0 0,5-1-1 0 0,6 1-102 0 0,1-1 0 0 0,-1-1 0 0 0,30-6 0 0 0,-26 4-20 0 0,1-2 1 0 0,30-11-1 0 0,-42 12 104 0 0,0 1-1 0 0,0-1 1 0 0,-1 0 0 0 0,1-1 0 0 0,-1 0-1 0 0,0 0 1 0 0,-1-1 0 0 0,11-10 0 0 0,-14 13 24 0 0,-1-1 1 0 0,0 0-1 0 0,0 0 1 0 0,0 1 0 0 0,0-1-1 0 0,0-1 1 0 0,-1 1-1 0 0,0 0 1 0 0,0 0-1 0 0,0 0 1 0 0,0-1 0 0 0,-1 1-1 0 0,0 0 1 0 0,0-1-1 0 0,0 1 1 0 0,0 0-1 0 0,-1-1 1 0 0,1 1 0 0 0,-1 0-1 0 0,0-1 1 0 0,-2-3-1 0 0,-1-5 29 0 0,-1 1-1 0 0,0-1 0 0 0,-1 1 1 0 0,0 0-1 0 0,-13-17 0 0 0,10 16-29 0 0,-1 1 0 0 0,-1 0 0 0 0,0 0 0 0 0,-1 1-1 0 0,-20-15 1 0 0,26 21-139 0 0,-1 1 0 0 0,0-1 0 0 0,0 2 0 0 0,0-1 0 0 0,0 1 0 0 0,-1 0 0 0 0,1 0 0 0 0,-1 1 1 0 0,1 0-1 0 0,-1 0 0 0 0,0 1 0 0 0,0 0 0 0 0,-9 0 0 0 0,-7 7-2878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4:58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 3679 0 0,'0'0'284'0'0,"0"2"-186"0"0,-5 24 10727 0 0,0-2-203 0 0,1-8-11264 0 0,4-15 788 0 0,-4 8 146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4:58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1 6911 0 0,'14'14'18514'0'0,"-13"-12"-17420"0"0,0-1 0 0 0,0 3 1 0 0,0 2 113 0 0,-1 1-3370 0 0,-1-1 2335 0 0,0-1 1 0 0,0 1-1 0 0,0 0 0 0 0,-1-1 1 0 0,0 1-1 0 0,0-1 1 0 0,0 0-1 0 0,-1 0 0 0 0,1 1 1 0 0,-6 5-1 0 0,-4 5 217 0 0,-23 24-1 0 0,2-3 14 0 0,-10 19-262 0 0,-27 33-1 0 0,62-81-127 0 0,3-2-19 0 0,-3 8 85 0 0,9-10-37 0 0,-1-3-41 0 0,1 0-1 0 0,0 1 1 0 0,0-1-1 0 0,-1 0 0 0 0,1 0 1 0 0,0 0-1 0 0,0 0 1 0 0,0 0-1 0 0,0 0 1 0 0,1 0-1 0 0,-1 0 0 0 0,0 0 1 0 0,0 0-1 0 0,1 0 1 0 0,-1-1-1 0 0,0 1 1 0 0,1-1-1 0 0,-1 1 0 0 0,0-1 1 0 0,1 1-1 0 0,-1-1 1 0 0,3 0-1 0 0,0 1 1 0 0,19 2-32 0 0,1 0 1 0 0,-1-2-1 0 0,39-2 0 0 0,-15 0-43 0 0,153-8-3649 0 0,-187 6 446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4:59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11519 0 0,'0'0'1538'0'0,"0"3"290"0"0,4 8 961 0 0,-1 0 0 0 0,4 23 1 0 0,0 59 283 0 0,-4-35-1672 0 0,-1-21-919 0 0,8 69 314 0 0,-6-85-1035 0 0,-1-1 1 0 0,14 40 0 0 0,-16-58-205 0 0,2 2 121 0 0,-1 1-1536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4:59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 23639 0 0,'0'0'2564'0'0,"2"0"-2328"0"0,14-7 250 0 0,-1 2-1 0 0,1 0 1 0 0,0 0-1 0 0,1 2 1 0 0,-1 0-1 0 0,24-1 1 0 0,-28 4-434 0 0,-2 0-46 0 0,-1 0 1 0 0,1 1-1 0 0,-1 0 0 0 0,1 0 0 0 0,11 4 0 0 0,-7 0-6 0 0,-10-1 0 0 0,-3-2 0 0 0,0-1 0 0 0,0 0 0 0 0,0-1 0 0 0,0 1 0 0 0,0 0 0 0 0,0 0 0 0 0,-1 0 0 0 0,1 0 0 0 0,0 0 0 0 0,0 0 0 0 0,-1 0 0 0 0,1 0 0 0 0,-1 0 0 0 0,1 0 0 0 0,-1 1 0 0 0,1-1 0 0 0,-1 0 0 0 0,0 0 0 0 0,0 0 0 0 0,0 1 0 0 0,1-1 0 0 0,-1 0 0 0 0,0 0 0 0 0,0 1 0 0 0,-1-1 0 0 0,1 0 0 0 0,0 0 0 0 0,0 0 0 0 0,-1 3 0 0 0,0-2 0 0 0,0 3 0 0 0,-1-1 0 0 0,0 1 0 0 0,1-1 0 0 0,-2 0-1 0 0,1 0 1 0 0,0 0 0 0 0,-1 0 0 0 0,0 0 0 0 0,-5 5 0 0 0,-5 4 51 0 0,-17 13 0 0 0,11-10 72 0 0,-1 0 0 0 0,11-10-66 0 0,1 1 0 0 0,-1 0 1 0 0,-11 14-1 0 0,13-12-57 0 0,7-8 0 0 0,0-1 0 0 0,-1 1 0 0 0,1 0 0 0 0,0 0 0 0 0,0-1 0 0 0,0 1 0 0 0,0 0 0 0 0,0 0 0 0 0,0-1 0 0 0,0 1 0 0 0,0 0 0 0 0,0-1 0 0 0,1 1 0 0 0,-1 1 0 0 0,9 10 0 0 0,-5-8 0 0 0,0-1 0 0 0,0-1 0 0 0,0 1 0 0 0,0 0 0 0 0,0-1 0 0 0,1 0 0 0 0,-1 0 0 0 0,1 0 0 0 0,8 1 0 0 0,3 0 0 0 0,26 3 0 0 0,3-1 0 0 0,-18-1-19 0 0,-13-2-12 0 0,0 1-1 0 0,0 0 0 0 0,-1 1 0 0 0,24 10 1 0 0,-36-13 24 0 0,0-1 1 0 0,0 1 0 0 0,-1 0 0 0 0,1 0-1 0 0,0 0 1 0 0,0 0 0 0 0,-1 0-1 0 0,1 0 1 0 0,-1 0 0 0 0,1 0-1 0 0,-1 0 1 0 0,1 0 0 0 0,-1 0 0 0 0,0 0-1 0 0,1 0 1 0 0,-1 0 0 0 0,0 1-1 0 0,0-1 1 0 0,0 0 0 0 0,0 0-1 0 0,0 0 1 0 0,0 0 0 0 0,0 0 0 0 0,0 1-1 0 0,-1-1 1 0 0,1 0 0 0 0,0 0-1 0 0,-1 1 1 0 0,-1 2 6 0 0,0 0 0 0 0,0-1 0 0 0,0 1 0 0 0,0-1 0 0 0,-1 0 0 0 0,1 0-1 0 0,-1 0 1 0 0,0 0 0 0 0,0 0 0 0 0,0 0 0 0 0,0-1 0 0 0,-1 0 0 0 0,-4 3 0 0 0,-6 3 7 0 0,-27 12 0 0 0,22-12 62 0 0,-1-1-1 0 0,-27 7 0 0 0,38-12-172 0 0,1-1 0 0 0,0 0 1 0 0,-1 0-1 0 0,1 0 0 0 0,-1-1 0 0 0,1-1 1 0 0,0 0-1 0 0,-15-2 0 0 0,22 3-44 0 0,0 0 0 0 0,0-1 1 0 0,0 1-1 0 0,1 0 0 0 0,-1 0 0 0 0,0 0 0 0 0,0 0 0 0 0,0-1 1 0 0,1 1-1 0 0,-1 0 0 0 0,0-1 0 0 0,0 1 0 0 0,1-1 0 0 0,-1 1 1 0 0,0-1-1 0 0,1 1 0 0 0,-1-1 0 0 0,0 0 0 0 0,1 1 0 0 0,-1-1 1 0 0,1 0-1 0 0,-1 1 0 0 0,1-1 0 0 0,-1 0 0 0 0,1 1 0 0 0,0-1 1 0 0,-1 0-1 0 0,1 0 0 0 0,0 0 0 0 0,0 1 0 0 0,-1-1 0 0 0,1 0 1 0 0,0 0-1 0 0,0 0 0 0 0,0 0 0 0 0,0 0 0 0 0,0 1 0 0 0,0-1 1 0 0,1-1-1 0 0,1-15-1695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4:59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21103 0 0,'0'0'2321'0'0,"1"1"-1923"0"0,2 2-131 0 0,0-1 0 0 0,1 0 1 0 0,-1 0-1 0 0,0 0 0 0 0,1 0 1 0 0,-1 0-1 0 0,1-1 0 0 0,-1 0 0 0 0,1 0 1 0 0,0 0-1 0 0,0 0 0 0 0,-1 0 0 0 0,6 0 1 0 0,8 0 597 0 0,29-2 1 0 0,-36 1-755 0 0,14-3 123 0 0,37-7 0 0 0,8-2-229 0 0,-52 10-13 0 0,-8 1 17 0 0,-1 0 1 0 0,0 0 0 0 0,14 2-1 0 0,-20-1 0 0 0,0 0 1 0 0,0 0-1 0 0,0 1 0 0 0,-1-1 0 0 0,1 1 0 0 0,0-1 0 0 0,0 1 0 0 0,0 0 0 0 0,0 0 0 0 0,-1 0 0 0 0,1 0 1 0 0,0 0-1 0 0,-1 0 0 0 0,1 0 0 0 0,-1 1 0 0 0,1-1 0 0 0,-1 0 0 0 0,0 1 0 0 0,0 0 0 0 0,2 1 0 0 0,-1 3 71 0 0,0 0 0 0 0,0-1 0 0 0,-1 1 0 0 0,1 0 0 0 0,-1 1 0 0 0,-1-1 0 0 0,1 0 0 0 0,-1 0 0 0 0,-1 8 0 0 0,1-7-21 0 0,0 53 39 0 0,7 153 332 0 0,-6-172-1150 0 0,-1-40 95 0 0</inkml:trace>
  <inkml:trace contextRef="#ctx0" brushRef="#br0" timeOffset="1">228 265 14279 0 0,'0'0'1298'0'0,"2"0"-720"0"0,7 1 1641 0 0,1 0 0 0 0,-1-1-1 0 0,18-2 1 0 0,-12 0-497 0 0,26-7 0 0 0,69-33-3636 0 0,-69 25 526 0 0,-16 7-4846 0 0,-1-3-1921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5:00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11055 0 0,'2'-1'3823'0'0,"25"-3"3629"0"0,16-8-4005 0 0,3 1-2222 0 0,91-13 812 0 0,-127 23-1930 0 0,1 0 0 0 0,-1 1 1 0 0,0-1-1 0 0,18 4 0 0 0,-27-3-89 0 0,-1 0 1 0 0,1 0-1 0 0,0 1 0 0 0,0-1 0 0 0,0 1 1 0 0,0-1-1 0 0,0 1 0 0 0,-1-1 0 0 0,1 1 1 0 0,0-1-1 0 0,0 1 0 0 0,-1 0 1 0 0,1-1-1 0 0,0 1 0 0 0,-1 0 0 0 0,1 0 1 0 0,-1-1-1 0 0,1 1 0 0 0,-1 0 0 0 0,1 0 1 0 0,-1 0-1 0 0,0 0 0 0 0,1 0 1 0 0,-1 1-1 0 0,1 1 12 0 0,-1-2-6 0 0,0 0 0 0 0,-1 0 0 0 0,1 1 0 0 0,-1-1 0 0 0,1 0 0 0 0,-1 0 0 0 0,1 1 0 0 0,-1-1 1 0 0,0 0-1 0 0,0 0 0 0 0,1 0 0 0 0,-1 0 0 0 0,-2 1 0 0 0,2 0 24 0 0,-12 14 124 0 0,-1 0 0 0 0,-23 20 0 0 0,29-29-149 0 0,1 0-1 0 0,0 1 1 0 0,0 0 0 0 0,-8 12-1 0 0,10-12-11 0 0,4 2-11 0 0,1-1 11 0 0,6 0 31 0 0,-3-6-41 0 0,1-1 0 0 0,-1 1 0 0 0,0-1 1 0 0,1 1-1 0 0,0-1 0 0 0,-1 0 0 0 0,1-1 0 0 0,0 1 0 0 0,0-1 0 0 0,5 2 0 0 0,6 0-2 0 0,24 2 1 0 0,1 0 0 0 0,-25-4 0 0 0,-11 0 0 0 0,1-1 0 0 0,-1 1 0 0 0,1-1 0 0 0,-1 1 0 0 0,0 0 0 0 0,0 1 0 0 0,6 2 0 0 0,0 2 0 0 0,-9-5 1 0 0,0 0 0 0 0,0 0 0 0 0,0 0 0 0 0,0 1-1 0 0,0-1 1 0 0,0 0 0 0 0,0 1 0 0 0,0-1 0 0 0,-1 0 0 0 0,1 1 0 0 0,0 1 0 0 0,1 11 54 0 0,-4-10-55 0 0,0-2 10 0 0,0 3 3 0 0,-1 0 0 0 0,0 0 0 0 0,-1 0 1 0 0,1 0-1 0 0,-1-1 0 0 0,0 0 0 0 0,0 1 0 0 0,-1-1 0 0 0,1-1 0 0 0,-1 1 0 0 0,0-1 1 0 0,-7 5-1 0 0,-5 1-24 0 0,0-1 1 0 0,-28 10 0 0 0,37-15-313 0 0,0 0 0 0 0,0-1 0 0 0,0 0 0 0 0,0-1-1 0 0,0 1 1 0 0,-1-2 0 0 0,1 1 0 0 0,-15-2 0 0 0,22 1-730 0 0,-2-2-1314 0 0,3 2 2282 0 0,0 0 1 0 0,0 0-1 0 0,0 0 1 0 0,-1 0 0 0 0,1-1-1 0 0,0 1 1 0 0,0 0-1 0 0,0 0 1 0 0,0 0-1 0 0,0 0 1 0 0,0 0 0 0 0,0 0-1 0 0,0 0 1 0 0,-1-1-1 0 0,1 1 1 0 0,0 0 0 0 0,0 0-1 0 0,0 0 1 0 0,0 0-1 0 0,0 0 1 0 0,0 0-1 0 0,0-1 1 0 0,0 1 0 0 0,0 0-1 0 0,0 0 1 0 0,0 0-1 0 0,0 0 1 0 0,0 0 0 0 0,0-1-1 0 0,0 1 1 0 0,0 0-1 0 0,0 0 1 0 0,0 0-1 0 0,2-8-2124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5:00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0 13359 0 0,'0'0'1210'0'0,"-1"2"-996"0"0,-42 47 8642 0 0,19-22-5731 0 0,-30 44 0 0 0,48-63-2972 0 0,1 1-1 0 0,0 0 1 0 0,0 0-1 0 0,1 0 1 0 0,1 0-1 0 0,-1 1 1 0 0,1-1-1 0 0,1 1 1 0 0,0 0-1 0 0,-1 10 1 0 0,4-7-40 0 0,2-1-90 0 0,-2-10-32 0 0,1 1 1 0 0,-1-1-1 0 0,1 1 0 0 0,0-1 0 0 0,0 0 1 0 0,0 0-1 0 0,0 0 0 0 0,0 0 1 0 0,0 0-1 0 0,0 0 0 0 0,1-1 0 0 0,-1 1 1 0 0,0-1-1 0 0,4 2 0 0 0,-1-1-28 0 0,0-1 1 0 0,0 1-1 0 0,0-1 0 0 0,0 0 1 0 0,1 0-1 0 0,-1-1 0 0 0,7 1 0 0 0,1-2-43 0 0,1 0-1 0 0,-1-1 0 0 0,1 0 0 0 0,-1-1 0 0 0,15-5 1 0 0,-19 4 47 0 0,0 1 0 0 0,0-1 0 0 0,0 0 0 0 0,-1-1 1 0 0,0 0-1 0 0,0 0 0 0 0,0-1 0 0 0,10-9 0 0 0,-15 11 21 0 0,1 1 0 0 0,-1-1-1 0 0,0 0 1 0 0,0 0-1 0 0,-1 0 1 0 0,1 0 0 0 0,-1 0-1 0 0,0-1 1 0 0,0 1 0 0 0,0-1-1 0 0,0 0 1 0 0,-1 1-1 0 0,0-1 1 0 0,0 0 0 0 0,0 0-1 0 0,-1 0 1 0 0,0 0-1 0 0,0-6 1 0 0,0 7-9 0 0,-1 0 1 0 0,0 0-1 0 0,0 0 0 0 0,0 0 0 0 0,0 1 1 0 0,-1-1-1 0 0,0 0 0 0 0,1 1 0 0 0,-1 0 1 0 0,-1-1-1 0 0,1 1 0 0 0,-3-3 0 0 0,-4-5-105 0 0,-1 1 0 0 0,-12-9 0 0 0,17 15 102 0 0,-4-3-428 0 0,0 0 1 0 0,0 1-1 0 0,-1 1 0 0 0,-17-8 1 0 0,4 3-2951 0 0,1 3-3867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5:01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0 13823 0 0,'0'2'9013'0'0,"-1"3"-8452"0"0,0 0-1 0 0,-1 0 0 0 0,1 0 0 0 0,-1 0 0 0 0,0 0 0 0 0,0 0 0 0 0,-1 0 0 0 0,1-1 0 0 0,-7 8 0 0 0,-3 10 93 0 0,6-11-361 0 0,-4 7 143 0 0,1 1 0 0 0,-11 31 0 0 0,18-45-416 0 0,1 0 0 0 0,0 0 1 0 0,0 0-1 0 0,0 0 0 0 0,0 0 1 0 0,1 1-1 0 0,0-1 0 0 0,0 0 0 0 0,0 0 1 0 0,1 0-1 0 0,0 0 0 0 0,0 0 1 0 0,0 0-1 0 0,1 0 0 0 0,-1 0 1 0 0,3 5-1 0 0,-2-7-37 0 0,-1-1 1 0 0,1 1-1 0 0,0-1 0 0 0,0 0 0 0 0,0 1 0 0 0,0-1 1 0 0,0 0-1 0 0,0 0 0 0 0,0-1 0 0 0,1 1 1 0 0,-1 0-1 0 0,1-1 0 0 0,-1 1 0 0 0,4 0 1 0 0,-1 0-45 0 0,-1 0 1 0 0,1-1 0 0 0,0 0-1 0 0,0 0 1 0 0,0-1 0 0 0,0 1-1 0 0,9-1 1 0 0,-1-2-114 0 0,0 1 1 0 0,0-2-1 0 0,0 0 1 0 0,0 0 0 0 0,17-8-1 0 0,-15 6 13 0 0,-1-1 1 0 0,0-1-1 0 0,-1 0 0 0 0,0-1 0 0 0,0 0 1 0 0,18-16-1 0 0,-26 19 154 0 0,0 0-1 0 0,-1 0 1 0 0,0 0 0 0 0,0 0-1 0 0,0-1 1 0 0,0 1 0 0 0,-1-1 0 0 0,0 0-1 0 0,0 0 1 0 0,-1 0 0 0 0,0 0-1 0 0,0-1 1 0 0,0 1 0 0 0,-1-1 0 0 0,1 1-1 0 0,-2-1 1 0 0,1-10 0 0 0,-6-15 1702 0 0,7 40-1476 0 0,10 29 212 0 0,-11-35-270 0 0,4 9 174 0 0,19 42 331 0 0,-13-31-489 0 0,-1 1 0 0 0,0-1 0 0 0,-2 1 0 0 0,5 26 0 0 0,-5 18 65 0 0,-6-45-180 0 0,1 0 1 0 0,8 30-1 0 0,-7-33-26 0 0,5 34-86 0 0,-7-46-1424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5:01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13359 0 0,'0'0'1210'0'0,"2"0"-996"0"0,75-15 4555 0 0,-17 3-1433 0 0,-4 1-2307 0 0,13-2-283 0 0,-23 9-8239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5:02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42 594 20303 0 0,'0'0'1839'0'0,"0"-2"-1378"0"0,1-10 819 0 0,-1 0 1 0 0,-1-1-1 0 0,0 1 1 0 0,0 0-1 0 0,-7-23 0 0 0,2 3-711 0 0,-7-63-157 0 0,0-112 1 0 0,16 98-561 0 0,5 126 98 0 0,-3-9 40 0 0,3 8-4 0 0,1-1-1 0 0,0-1 1 0 0,21 26-1 0 0,-24-33 7 0 0,0-1 0 0 0,1 1 0 0 0,-1-2 0 0 0,1 1 1 0 0,1-1-1 0 0,-1 0 0 0 0,1 0 0 0 0,0-1 0 0 0,11 5 0 0 0,-14-7-34 0 0,1-1 1 0 0,-1 1 0 0 0,0-1-1 0 0,1 0 1 0 0,-1-1 0 0 0,1 1 0 0 0,0-1-1 0 0,-1 0 1 0 0,1-1 0 0 0,-1 1-1 0 0,1-1 1 0 0,-1 0 0 0 0,0-1-1 0 0,1 1 1 0 0,-1-1 0 0 0,0 0 0 0 0,0 0-1 0 0,0-1 1 0 0,0 1 0 0 0,8-7-1 0 0,5-5-200 0 0,-1-1 0 0 0,0 0 0 0 0,27-34 0 0 0,3-2-65 0 0,16-8-113 0 0,-62 58 395 0 0,0 2 63 0 0,0 0 0 0 0,-1 0 0 0 0,1-1 0 0 0,0 1 0 0 0,-1 0 0 0 0,1 0-1 0 0,-1 0 1 0 0,0 0 0 0 0,1 0 0 0 0,-1 0 0 0 0,0 0 0 0 0,1 0 0 0 0,-1 0 0 0 0,0 0 0 0 0,0 2 0 0 0,3 18 279 0 0,5 100 564 0 0,-4-85-996 0 0,0 0 1 0 0,3-1-1 0 0,14 51 0 0 0,8-10-5347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5:02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21247 0 0,'0'0'2375'0'0,"0"2"-1783"0"0,-1 22 1200 0 0,0-14-1092 0 0,1-1 0 0 0,0 1 1 0 0,1 0-1 0 0,1 12 0 0 0,12 46 150 0 0,-5-23-783 0 0,18 59-1 0 0,-12-55-494 0 0,-15-47-66 0 0,1-14-8171 0 0,-2-2 6369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5:03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19607 0 0,'0'0'2733'0'0,"2"1"-2073"0"0,12 2 410 0 0,1-1 0 0 0,18 2 0 0 0,18 2-193 0 0,-17 1-839 0 0,-3-2-27 0 0,0 1 1 0 0,-1 2 0 0 0,0 1-1 0 0,50 23 1 0 0,-59-22 19 0 0,-11-6 25 0 0,-1 1 0 0 0,18 12 0 0 0,-26-17-38 0 0,-1 1 1 0 0,1-1-1 0 0,-1 1 1 0 0,1-1 0 0 0,-1 1-1 0 0,1 0 1 0 0,-1-1-1 0 0,1 1 1 0 0,-1 0 0 0 0,0-1-1 0 0,0 1 1 0 0,1 0-1 0 0,-1-1 1 0 0,0 1 0 0 0,0 0-1 0 0,0-1 1 0 0,0 1-1 0 0,1 0 1 0 0,-1-1-1 0 0,0 1 1 0 0,0 0 0 0 0,-1 0-1 0 0,1-1 1 0 0,0 1-1 0 0,0 0 1 0 0,0-1 0 0 0,0 1-1 0 0,-1 0 1 0 0,1-1-1 0 0,0 1 1 0 0,0 0-1 0 0,-1-1 1 0 0,1 1 0 0 0,-1 0-1 0 0,1-1 1 0 0,-1 1-1 0 0,1-1 1 0 0,-1 1 0 0 0,1-1-1 0 0,-2 2 1 0 0,-1 1 53 0 0,0-1-1 0 0,0 1 1 0 0,-1 0 0 0 0,1-1 0 0 0,-5 3 0 0 0,-30 13 215 0 0,-72 22-1 0 0,62-24-556 0 0,40-13 34 0 0,0 0 1 0 0,1 0 0 0 0,-11 7 0 0 0,16-8-202 0 0,0-1 0 0 0,-1 1 0 0 0,1 0 0 0 0,0 0 0 0 0,0 0-1 0 0,1 0 1 0 0,-4 4 0 0 0,4 2-6201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5:03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 23 15287 0 0,'0'0'698'0'0,"1"-1"-10"0"0,4-3-444 0 0,1-1 3286 0 0,-6 4-3402 0 0,0 1 0 0 0,0-1 1 0 0,-1 1-1 0 0,1-1 0 0 0,0 1 0 0 0,-1-1 0 0 0,1 1 0 0 0,-1-1 0 0 0,1 1 0 0 0,0-1 0 0 0,-1 1 1 0 0,1-1-1 0 0,-1 1 0 0 0,1 0 0 0 0,-1-1 0 0 0,0 1 0 0 0,1 0 0 0 0,-1-1 0 0 0,1 1 0 0 0,-1 0 0 0 0,0 0 1 0 0,1 0-1 0 0,-1 0 0 0 0,0-1 0 0 0,-16-1 1181 0 0,7 2-880 0 0,0 1 0 0 0,0 1 0 0 0,0-1 0 0 0,1 2 0 0 0,-1 0 0 0 0,-10 4 1 0 0,-54 27 598 0 0,62-28-949 0 0,1 0 0 0 0,0 0-1 0 0,0 1 1 0 0,0 1 0 0 0,1 0 0 0 0,0 0-1 0 0,1 1 1 0 0,0 0 0 0 0,0 1 0 0 0,1 0-1 0 0,1 0 1 0 0,-10 16 0 0 0,16-25-113 0 0,0 1 0 0 0,0-1-1 0 0,1 1 1 0 0,-1-1 0 0 0,0 1 0 0 0,1-1 0 0 0,-1 1-1 0 0,1-1 1 0 0,-1 1 0 0 0,1-1 0 0 0,0 1-1 0 0,0 0 1 0 0,0-1 0 0 0,0 1 0 0 0,0 0 0 0 0,0-1-1 0 0,0 1 1 0 0,0-1 0 0 0,1 1 0 0 0,-1 0 0 0 0,1-1-1 0 0,-1 1 1 0 0,1-1 0 0 0,0 1 0 0 0,-1-1-1 0 0,1 0 1 0 0,0 1 0 0 0,0-1 0 0 0,0 0 0 0 0,0 1-1 0 0,0-1 1 0 0,0 0 0 0 0,0 0 0 0 0,1 0 0 0 0,-1 0-1 0 0,0 0 1 0 0,1 0 0 0 0,-1 0 0 0 0,0 0-1 0 0,1-1 1 0 0,-1 1 0 0 0,1-1 0 0 0,0 1 0 0 0,1 0-1 0 0,3 1-112 0 0,1-1-1 0 0,0 1 1 0 0,-1-1-1 0 0,1-1 0 0 0,0 1 1 0 0,0-1-1 0 0,0 0 0 0 0,0-1 1 0 0,8-1-1 0 0,-3-1 49 0 0,1-1-1 0 0,-1 0 1 0 0,0 0-1 0 0,21-12 1 0 0,40-31-636 0 0,3-1 343 0 0,-75 48 423 0 0,0-1 0 0 0,-1 0 0 0 0,1 1 0 0 0,0 0 0 0 0,0-1 0 0 0,0 1 1 0 0,0-1-1 0 0,0 1 0 0 0,-1 0 0 0 0,1 0 0 0 0,0-1 0 0 0,0 1 0 0 0,0 0 0 0 0,0 0 0 0 0,0 0 0 0 0,0 0 0 0 0,0 0 0 0 0,0 0 0 0 0,0 0 0 0 0,0 1 0 0 0,0-1 0 0 0,-1 0 0 0 0,1 0 1 0 0,0 1-1 0 0,0-1 0 0 0,0 0 0 0 0,0 1 0 0 0,0-1 0 0 0,-1 1 0 0 0,1-1 0 0 0,0 1 0 0 0,0 0 0 0 0,-1-1 0 0 0,1 1 0 0 0,-1 0 0 0 0,1-1 0 0 0,0 1 0 0 0,0 2 0 0 0,0-2 102 0 0,4 6 270 0 0,-1 0 0 0 0,0 0 0 0 0,0 1 0 0 0,-1-1 0 0 0,4 13 0 0 0,-4-10-55 0 0,1 1 1 0 0,8 13 0 0 0,-4-9-108 0 0,-2-5-114 0 0,0 0 0 0 0,0-1 0 0 0,0 1 0 0 0,1-1 0 0 0,1 0 1 0 0,15 14-1 0 0,-10-13-231 0 0,27 14 1 0 0,7 5-2134 0 0,-26-17-190 0 0,-11-7 663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5:05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4607 0 0,'0'0'208'0'0,"2"2"652"0"0,21 30 11874 0 0,1 1-5781 0 0,11 13-3823 0 0,50 59-2331 0 0,-84-104-789 0 0,173 196 344 0 0,-158-181-393 0 0,1 0 0 0 0,1-2 0 0 0,24 16 0 0 0,24 10-4045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5:05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381 1 14279 0 0,'-1'2'1103'0'0,"-33"63"2289"0"0,-2 7 870 0 0,-29 32-2776 0 0,38-63-489 0 0,-175 248 1251 0 0,187-270-6344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5:05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6911 0 0,'11'3'1043'0'0,"0"-1"-1"0"0,12 1 1 0 0,20-1 9707 0 0,-38-2-10325 0 0,0 1 1 0 0,0 0 0 0 0,0 0-1 0 0,0 0 1 0 0,0 1 0 0 0,0-1-1 0 0,0 1 1 0 0,-1 0 0 0 0,1 1-1 0 0,-1-1 1 0 0,0 1 0 0 0,1 0-1 0 0,-1 0 1 0 0,6 6 0 0 0,-9-7-374 0 0,0-1 0 0 0,0 1 1 0 0,0 0-1 0 0,0 0 0 0 0,0 0 1 0 0,0 0-1 0 0,0 0 0 0 0,0 0 1 0 0,-1 0-1 0 0,1 0 0 0 0,-1 1 0 0 0,0-1 1 0 0,0 0-1 0 0,1 0 0 0 0,-1 0 1 0 0,-1 0-1 0 0,1 4 0 0 0,-1 1 2 0 0,0-1-1 0 0,-1 0 1 0 0,1 0 0 0 0,-5 10-1 0 0,-5 4 64 0 0,0 1-1 0 0,-27 35 1 0 0,-5 8 101 0 0,39-59-209 0 0,2-3 19 0 0,1 0 1 0 0,0 0-1 0 0,-1 0 1 0 0,1 0-1 0 0,0 1 1 0 0,0-1-1 0 0,0 0 1 0 0,0 0-1 0 0,0 1 1 0 0,1-1-1 0 0,-1 1 1 0 0,1-1-1 0 0,0 1 1 0 0,-1 2-1 0 0,5 5 64 0 0,4 0-12 0 0,-4-8-113 0 0,1 1-1 0 0,-1-1 1 0 0,1 0 0 0 0,-1-1-1 0 0,1 1 1 0 0,0-1 0 0 0,-1 0-1 0 0,1 0 1 0 0,0-1 0 0 0,0 1-1 0 0,0-1 1 0 0,0 0 0 0 0,-1 0-1 0 0,1-1 1 0 0,0 1 0 0 0,6-3-1 0 0,8-1-748 0 0,-1-1 0 0 0,32-14 0 0 0,-41 16 503 0 0,59-28-2901 0 0,-40 15 1776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5:06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8287 0 0,'3'0'4100'0'0,"18"1"6260"0"0,9 1-7624 0 0,45 10-26 0 0,-10-2-4757 0 0,-62-10 592 0 0</inkml:trace>
  <inkml:trace contextRef="#ctx0" brushRef="#br0" timeOffset="1">34 187 9671 0 0,'0'0'11067'0'0,"3"1"-10480"0"0,8 3-181 0 0,1-1 0 0 0,-1 0 1 0 0,1-1-1 0 0,0 0 0 0 0,0-1 1 0 0,19 0-1 0 0,-14-2-1002 0 0,0 0 0 0 0,19-5-1 0 0,-15 2-992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5:06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1 11055 0 0,'0'0'852'0'0,"-1"1"-560"0"0,-55 60 9882 0 0,-7 8-4881 0 0,54-57-4987 0 0,0 1 1 0 0,0 0 0 0 0,1 1-1 0 0,1 0 1 0 0,1 0 0 0 0,-9 26-1 0 0,13-35-236 0 0,1 0 0 0 0,0 0 0 0 0,0 0-1 0 0,0 1 1 0 0,0-1 0 0 0,1 0 0 0 0,0 0 0 0 0,0 1-1 0 0,1-1 1 0 0,-1 0 0 0 0,1 1 0 0 0,0-1-1 0 0,1 0 1 0 0,-1 0 0 0 0,1 0 0 0 0,0 0 0 0 0,0 0-1 0 0,1-1 1 0 0,-1 1 0 0 0,1 0 0 0 0,0-1-1 0 0,1 0 1 0 0,3 5 0 0 0,-1-4-96 0 0,0 0-1 0 0,0-1 1 0 0,0 0-1 0 0,1 0 1 0 0,0 0 0 0 0,-1-1-1 0 0,1 0 1 0 0,1 0-1 0 0,-1 0 1 0 0,0-1 0 0 0,1 0-1 0 0,11 1 1 0 0,-4-1-35 0 0,0-1 1 0 0,1-1-1 0 0,0 0 0 0 0,-1-1 1 0 0,18-3-1 0 0,-12 0 0 0 0,0 0-1 0 0,-1-1 0 0 0,1-1 0 0 0,-1 0 0 0 0,21-11 1 0 0,-36 14 31 0 0,0 0 1 0 0,1 0-1 0 0,-1 0 1 0 0,-1-1-1 0 0,1 1 1 0 0,-1-1-1 0 0,1 0 1 0 0,-1-1 0 0 0,0 1-1 0 0,0-1 1 0 0,-1 1-1 0 0,0-1 1 0 0,1 0-1 0 0,-2-1 1 0 0,1 1 0 0 0,0 0-1 0 0,-1-1 1 0 0,0 1-1 0 0,-1-1 1 0 0,1 0-1 0 0,-1 0 1 0 0,0 0-1 0 0,0-7 1 0 0,-1 7-37 0 0,1 0 1 0 0,-1 0-1 0 0,-1 0 1 0 0,1 1-1 0 0,-1-1 0 0 0,0 0 1 0 0,-1 0-1 0 0,1 1 1 0 0,-1-1-1 0 0,0 0 0 0 0,-1 1 1 0 0,1 0-1 0 0,-1 0 1 0 0,0-1-1 0 0,0 2 0 0 0,-1-1 1 0 0,0 0-1 0 0,1 1 1 0 0,-1-1-1 0 0,-1 1 0 0 0,1 0 1 0 0,-1 1-1 0 0,1-1 1 0 0,-6-2-1 0 0,-9-6-748 0 0,1 2-1 0 0,-2 0 1 0 0,1 1-1 0 0,-1 1 0 0 0,0 1 1 0 0,-1 1-1 0 0,0 1 1 0 0,0 1-1 0 0,-27-3 1 0 0,14 5-737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5:06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0 19751 0 0,'0'0'1788'0'0,"-6"8"-253"0"0,-7 23 541 0 0,6-12-3586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5:07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0 20239 0 0,'0'0'2291'0'0,"0"2"-1605"0"0,-1 6 56 0 0,0 0-1 0 0,0-1 0 0 0,-1 1 0 0 0,0 0 1 0 0,-6 12-1 0 0,5-10-98 0 0,-1 0 0 0 0,-3 20 1 0 0,5-10-282 0 0,0 1 1 0 0,1-1 0 0 0,4 36-1 0 0,-2-45-313 0 0,1-1-1 0 0,0 0 0 0 0,1 1 0 0 0,0-1 1 0 0,0 0-1 0 0,1-1 0 0 0,1 1 0 0 0,-1-1 1 0 0,8 11-1 0 0,-2-6-40 0 0,1 0 0 0 0,0-1 0 0 0,1 0 0 0 0,0-1 0 0 0,1 0 0 0 0,1-1 0 0 0,0-1 0 0 0,0 0 0 0 0,18 9 0 0 0,-19-12-4 0 0,0-1 0 0 0,1-1 0 0 0,-1 0 0 0 0,1-1 0 0 0,1-1 0 0 0,-1 0 0 0 0,0-1 0 0 0,1 0 0 0 0,-1-1 0 0 0,1-1 0 0 0,19-1 0 0 0,-17-1-78 0 0,-1 0-1 0 0,1-2 1 0 0,0 0 0 0 0,-1 0-1 0 0,0-2 1 0 0,17-7-1 0 0,-28 11 46 0 0,1-1-1 0 0,-1 0 1 0 0,0 0-1 0 0,0 0 1 0 0,0-1-1 0 0,0 0 0 0 0,0 0 1 0 0,-1 0-1 0 0,0-1 1 0 0,0 1-1 0 0,0-1 1 0 0,0 0-1 0 0,-1 0 1 0 0,1 0-1 0 0,-2 0 0 0 0,1-1 1 0 0,0 0-1 0 0,-1 1 1 0 0,0-1-1 0 0,1-6 1 0 0,-2 10-9 0 0,-1 0 1 0 0,0 0-1 0 0,0 1 1 0 0,1-1-1 0 0,-1 0 0 0 0,0 0 1 0 0,-1 0-1 0 0,1 1 1 0 0,0-1-1 0 0,0 0 1 0 0,-1 0-1 0 0,1 1 1 0 0,-1-1-1 0 0,1 0 1 0 0,-1 1-1 0 0,0-1 0 0 0,0 0 1 0 0,0 1-1 0 0,0-1 1 0 0,0 1-1 0 0,0 0 1 0 0,0-1-1 0 0,0 1 1 0 0,-1 0-1 0 0,1-1 1 0 0,0 1-1 0 0,-1 0 0 0 0,1 0 1 0 0,-1 0-1 0 0,1 0 1 0 0,-1 1-1 0 0,0-1 1 0 0,-3-1-1 0 0,0 1 47 0 0,0 0-1 0 0,0 0 0 0 0,0 0 1 0 0,0 0-1 0 0,-1 1 1 0 0,1 0-1 0 0,0 0 0 0 0,0 1 1 0 0,-1-1-1 0 0,-7 3 1 0 0,-5 2 144 0 0,-1 0 0 0 0,1 1 0 0 0,0 1 1 0 0,1 1-1 0 0,-1 1 0 0 0,2 0 0 0 0,-1 1 0 0 0,1 1 0 0 0,-28 25 1 0 0,43-35-581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5:19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16 19871 0 0,'0'0'910'0'0,"-2"-1"-24"0"0,-14-10-434 0 0,14 10 39 0 0,0 0 437 0 0,-4 0 2225 0 0,4 9-2889 0 0,1 0 0 0 0,1 1-1 0 0,0-1 1 0 0,0 0 0 0 0,2 14 0 0 0,12 45 247 0 0,-2-8-293 0 0,26 192-46 0 0,-36-234-3608 0 0,-2 26 1 0 0,0-24 1833 0 0,-14-20-1430 0 0,0-3 1185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5:20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0 209 14279 0 0,'2'-1'3235'0'0,"5"-4"-2170"0"0,-1 1 0 0 0,1-1 0 0 0,0 1 0 0 0,1 1 0 0 0,14-6 0 0 0,46-10-73 0 0,-37 11-489 0 0,139-41 990 0 0,88-24-647 0 0,-226 65-1442 0 0,0 1-1 0 0,0 1 1 0 0,0 2 0 0 0,1 1 0 0 0,53 2-1 0 0,-56 4-1284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5:20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1 169 3679 0 0,'2'1'3952'0'0,"5"0"-983"0"0,0 0 0 0 0,0-1 0 0 0,14 0 0 0 0,0-2-1184 0 0,22-6 0 0 0,9-1 9 0 0,-46 7-1671 0 0,-5 2-115 0 0,0 0 0 0 0,1-1 1 0 0,-1 1-1 0 0,1 0 0 0 0,-1 0 0 0 0,1 0 0 0 0,-1 0 1 0 0,1 0-1 0 0,-1 0 0 0 0,1 1 0 0 0,-1-1 0 0 0,1 0 0 0 0,-1 1 1 0 0,1-1-1 0 0,-1 1 0 0 0,0-1 0 0 0,1 1 0 0 0,-1 0 1 0 0,2 1-1 0 0,5 2 66 0 0,-6-2-51 0 0,-1-1-1 0 0,0 0 1 0 0,1 1-1 0 0,-1-1 0 0 0,0 1 1 0 0,0-1-1 0 0,0 1 1 0 0,0 0-1 0 0,0-1 0 0 0,0 1 1 0 0,0 0-1 0 0,-1 0 1 0 0,1-1-1 0 0,0 1 0 0 0,-1 0 1 0 0,0 0-1 0 0,1 0 1 0 0,-1 0-1 0 0,0 0 0 0 0,0 0 1 0 0,0 0-1 0 0,0-1 1 0 0,-1 5-1 0 0,0 1 117 0 0,-1 1 0 0 0,0-1 0 0 0,0 1 0 0 0,-4 8-1 0 0,-41 79 1510 0 0,26-53-893 0 0,20-41-744 0 0,1-1 1 0 0,-1 1-1 0 0,1 0 1 0 0,0 0-1 0 0,0-1 0 0 0,-1 1 1 0 0,1 0-1 0 0,0 0 0 0 0,0-1 1 0 0,0 1-1 0 0,0 0 1 0 0,0 0-1 0 0,0 0 0 0 0,0 0 1 0 0,0 4 93 0 0,8 4-28 0 0,-6-7-74 0 0,8 5-34 0 0,-6-5-26 0 0,0-1-1 0 0,-1 0 0 0 0,1-1 0 0 0,0 1 1 0 0,0-1-1 0 0,0 1 0 0 0,0-1 0 0 0,0 0 1 0 0,0-1-1 0 0,-1 1 0 0 0,1-1 0 0 0,0 1 1 0 0,6-3-1 0 0,6-2-1716 0 0,26-12 0 0 0,-40 16 1569 0 0,20-10-5969 0 0,-1-2-1788 0 0</inkml:trace>
  <inkml:trace contextRef="#ctx0" brushRef="#br0" timeOffset="1">691 33 6447 0 0,'0'0'586'0'0,"3"1"136"0"0,0 1 859 0 0,1-1-1 0 0,-1 0 0 0 0,1 0 0 0 0,-1 0 1 0 0,1 0-1 0 0,5 0 0 0 0,25-1 4451 0 0,-11-4-4581 0 0,25-7 0 0 0,-30 7-1567 0 0,15-5 124 0 0,-16 4-1851 0 0,22-3 0 0 0,-37 7 165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5:21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0 289 12895 0 0,'0'0'1172'0'0,"2"1"-696"0"0,2 2 279 0 0,0-1 1 0 0,0 0-1 0 0,0 0 0 0 0,0 0 0 0 0,0 0 0 0 0,0-1 0 0 0,1 0 1 0 0,5 1-1 0 0,-2-1-112 0 0,1 0 0 0 0,-1 0 0 0 0,16-2 0 0 0,3-3-837 0 0,49-13 0 0 0,-49 10 318 0 0,8 1-1001 0 0,9-3-5684 0 0,-18 0-426 0 0</inkml:trace>
  <inkml:trace contextRef="#ctx0" brushRef="#br0" timeOffset="1">876 0 11519 0 0,'0'0'9764'0'0,"0"3"-8773"0"0,9 75 3542 0 0,8 44-3317 0 0,4-27-958 0 0,-2-12-116 0 0,-1-8-9812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5:21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21047 0 0,'0'0'962'0'0,"2"-1"-19"0"0,38-7-551 0 0,41-3-1 0 0,-11 3 204 0 0,-7-2-357 0 0,-14 1 110 0 0,0 2-1 0 0,0 3 1 0 0,62 2 0 0 0,-100 2-420 0 0,9 1-904 0 0,30 6 0 0 0,-24-1-184 0 0</inkml:trace>
  <inkml:trace contextRef="#ctx0" brushRef="#br0" timeOffset="1">913 386 18399 0 0,'0'3'844'0'0,"2"12"-300"0"0,-1 1-1 0 0,2-1 0 0 0,5 18 1 0 0,4 30 3381 0 0,-1 2-1111 0 0,-4-24-6486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5:21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10135 0 0,'3'0'13479'0'0,"174"-20"-9263"0"0,-59 6-5318 0 0,-92 12-1756 0 0,-24 2 1171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5:22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11519 0 0,'2'2'7402'0'0,"1"1"-7193"0"0,1 0 0 0 0,0 0 0 0 0,-1 0 0 0 0,1-1 0 0 0,0 0 0 0 0,0 0 0 0 0,1 0 0 0 0,-1 0 0 0 0,0 0 0 0 0,1-1 0 0 0,-1 0 0 0 0,1 0 0 0 0,-1 0 0 0 0,1 0 0 0 0,0-1 0 0 0,-1 0 0 0 0,1 0 0 0 0,5 0 0 0 0,9-2-105 0 0,1 0 0 0 0,-1-1-1 0 0,30-9 1 0 0,19-13-2612 0 0,-47 17 556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5:22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270 1 14279 0 0,'-2'1'5114'0'0,"-24"22"934"0"0,-12 23-3588 0 0,23-27-1550 0 0,-12 15-335 0 0,-40 46 111 0 0,43-57-621 0 0,12-13-25 0 0,0 2-1 0 0,1 0 1 0 0,-13 18-1 0 0,23-29-39 0 0,0 0 0 0 0,0 0 0 0 0,1 0 0 0 0,-1 0 0 0 0,0 0 0 0 0,0 0 0 0 0,1 0-1 0 0,-1 0 1 0 0,1 0 0 0 0,-1 1 0 0 0,1-1 0 0 0,-1 0 0 0 0,1 0 0 0 0,0 3 0 0 0,-1 0 12 0 0,-1 7 30 0 0,6 0-31 0 0,-2-8-17 0 0,0-1 0 0 0,0 0 0 0 0,1 0 0 0 0,-1 0 1 0 0,1 0-1 0 0,-1-1 0 0 0,1 1 0 0 0,0-1 0 0 0,-1 1 0 0 0,1-1 0 0 0,0 0 0 0 0,0 0 0 0 0,0 0 1 0 0,0 0-1 0 0,0-1 0 0 0,5 1 0 0 0,6 0-46 0 0,-1-1 0 0 0,22-2 0 0 0,-12 0 23 0 0,5-1-228 0 0,44-10 1 0 0,-22 3-654 0 0,-47 9 345 0 0,0 1 1 0 0,0-1-1 0 0,-1 0 1 0 0,1 0-1 0 0,-1 0 0 0 0,1-1 1 0 0,-1 1-1 0 0,1-1 1 0 0,-1 1-1 0 0,4-4 0 0 0,0-2-1860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5:22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0 2303 0 0,'0'3'9740'0'0,"-3"27"-939"0"0,1 1-3994 0 0,0 65-2783 0 0,1-45-607 0 0,-3 16-859 0 0,0 26-36 0 0,4-77-521 0 0,1 1-1 0 0,1-1 1 0 0,5 24 0 0 0,-5-33-656 0 0,1 0 0 0 0,-1 0 0 0 0,7 11 0 0 0</inkml:trace>
  <inkml:trace contextRef="#ctx0" brushRef="#br0" timeOffset="1">292 122 12439 0 0,'0'0'1126'0'0,"1"-1"-929"0"0,17-7 3629 0 0,-1 1 0 0 0,34-8 1 0 0,41-4-1526 0 0,-92 19-2307 0 0,6-2 22 0 0,1 2 0 0 0,-1-1 0 0 0,0 1-1 0 0,0 0 1 0 0,0 0 0 0 0,0 0 0 0 0,8 2-1 0 0,-13-1 0 0 0,0-1-1 0 0,1 0 0 0 0,-1 0 0 0 0,0 1 1 0 0,0-1-1 0 0,1 1 0 0 0,-1-1 0 0 0,0 1 1 0 0,0 0-1 0 0,0-1 0 0 0,0 1 0 0 0,0 0 1 0 0,0 0-1 0 0,0 0 0 0 0,0 0 0 0 0,0-1 1 0 0,0 2-1 0 0,0-1 0 0 0,-1 0 1 0 0,1 0-1 0 0,0 0 0 0 0,-1 0 0 0 0,1 0 1 0 0,-1 0-1 0 0,1 1 0 0 0,-1-1 0 0 0,1 0 1 0 0,-1 0-1 0 0,0 1 0 0 0,0-1 0 0 0,0 0 1 0 0,0 1-1 0 0,0-1 0 0 0,0 0 0 0 0,0 1 1 0 0,0-1-1 0 0,0 0 0 0 0,0 0 1 0 0,-1 1-1 0 0,0 0 0 0 0,-6 19 361 0 0,-1-2-1 0 0,-1 1 1 0 0,0-1 0 0 0,-22 31 0 0 0,10-15-89 0 0,8-15-204 0 0,4-6-2 0 0,1 1-1 0 0,0 0 1 0 0,0 0-1 0 0,-9 31 1 0 0,15-22-80 0 0,2-23-6 0 0,0 1-1 0 0,0 0 1 0 0,0-1 0 0 0,0 1-1 0 0,1-1 1 0 0,-1 1 0 0 0,1 0-1 0 0,-1-1 1 0 0,1 1-1 0 0,-1-1 1 0 0,1 1 0 0 0,0-1-1 0 0,0 1 1 0 0,0-1 0 0 0,0 0-1 0 0,0 1 1 0 0,0-1 0 0 0,0 0-1 0 0,0 0 1 0 0,0 0-1 0 0,1 0 1 0 0,-1 0 0 0 0,0 0-1 0 0,1 0 1 0 0,-1 0 0 0 0,1-1-1 0 0,-1 1 1 0 0,1 0 0 0 0,-1-1-1 0 0,1 1 1 0 0,-1-1 0 0 0,1 0-1 0 0,-1 1 1 0 0,1-1-1 0 0,0 0 1 0 0,-1 0 0 0 0,1 0-1 0 0,1 0 1 0 0,8 0-181 0 0,-1 0 0 0 0,0-1-1 0 0,1 0 1 0 0,-1-1 0 0 0,0 0 0 0 0,0 0-1 0 0,0-1 1 0 0,0 0 0 0 0,-1-1 0 0 0,1 0-1 0 0,-1-1 1 0 0,0 0 0 0 0,0 0 0 0 0,0-1-1 0 0,8-7 1 0 0,53-48-5016 0 0,-48 38-3078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5:23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1 9671 0 0,'0'0'440'0'0,"-5"7"151"0"0,-15 21 977 0 0,-4 7 7479 0 0,-16 30-2942 0 0,7 2-3495 0 0,25-50-2343 0 0,2 1 0 0 0,0 0 0 0 0,1 0 0 0 0,1 0 0 0 0,1 0 1 0 0,-2 21-1 0 0,5-36-267 0 0,0-1 0 0 0,0 0 0 0 0,0 0 0 0 0,0 0 0 0 0,0 0 0 0 0,1 0 0 0 0,-1 0 0 0 0,1 0 0 0 0,-1 0 0 0 0,1 0 0 0 0,0 0 0 0 0,0 0 0 0 0,0 0 0 0 0,0-1 0 0 0,0 1 1 0 0,0 0-1 0 0,0-1 0 0 0,2 3 0 0 0,-1-2-18 0 0,1 0 0 0 0,-1-1 0 0 0,0 1 0 0 0,1-1-1 0 0,0 1 1 0 0,-1-1 0 0 0,1 0 0 0 0,0 0 0 0 0,-1 0 0 0 0,1 0 0 0 0,5 0 0 0 0,2 0-74 0 0,1 0-1 0 0,-1-1 1 0 0,0 0-1 0 0,1-1 1 0 0,-1 0-1 0 0,13-4 1 0 0,11-3-301 0 0,0-2 0 0 0,-1-1 0 0 0,44-21 0 0 0,-71 29 378 0 0,-1 0-1 0 0,0-1 1 0 0,0 1 0 0 0,0-1 0 0 0,0 0-1 0 0,0 0 1 0 0,-1-1 0 0 0,0 1 0 0 0,0-1-1 0 0,0 0 1 0 0,0 0 0 0 0,-1 0-1 0 0,0-1 1 0 0,0 1 0 0 0,0-1 0 0 0,-1 0-1 0 0,3-8 1 0 0,-3 8 5 0 0,-1 1 0 0 0,0-1 0 0 0,-1 1 0 0 0,1-1 0 0 0,-1 1 0 0 0,0-1 0 0 0,0 1 0 0 0,-1-1 0 0 0,1 1 0 0 0,-1 0 0 0 0,0-1-1 0 0,-1 1 1 0 0,0 0 0 0 0,1-1 0 0 0,-2 1 0 0 0,1 0 0 0 0,0 0 0 0 0,-1 1 0 0 0,-7-10 0 0 0,-2-1-644 0 0,-2 1-1 0 0,0 0 1 0 0,-1 1 0 0 0,0 0-1 0 0,-1 2 1 0 0,0-1 0 0 0,-27-12-1 0 0,38 21-198 0 0,-8-4-576 0 0,6 5-2787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5:23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1839 0 0,'1'2'23468'0'0,"2"2"-23077"0"0,-1 1 0 0 0,0-1 0 0 0,0 1-1 0 0,0 0 1 0 0,-1 0 0 0 0,1 0 0 0 0,-1 0 0 0 0,1 7-1 0 0,0 46 594 0 0,-1-25-542 0 0,2 23-120 0 0,7 87 352 0 0,-6-105-895 0 0,16 65 0 0 0,-18-97-128 0 0,0 0 0 0 0,1 0 0 0 0,-1 0 0 0 0,1-1 0 0 0,0 1 0 0 0,0-1 0 0 0,6 7 0 0 0,-8-10-700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5:24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344 0 14279 0 0,'-8'3'1486'0'0,"-5"1"1885"0"0,0 1 1 0 0,-22 12 0 0 0,18-7-1230 0 0,-22 16 0 0 0,-63 63-1318 0 0,63-52 106 0 0,37-35-914 0 0,-12 10 159 0 0,-21 26 0 0 0,32-34-164 0 0,0 0 0 0 0,0-1 0 0 0,1 1 0 0 0,-1 0 0 0 0,1 0 0 0 0,0 0 0 0 0,0 1 0 0 0,1-1 1 0 0,-1 0-1 0 0,1 1 0 0 0,0-1 0 0 0,0 1 0 0 0,0 4 0 0 0,2-6-11 0 0,-1 0 0 0 0,1 1 0 0 0,-1-1 0 0 0,1 0 0 0 0,0 0 0 0 0,0-1 0 0 0,1 1 0 0 0,-1 0 0 0 0,1 0 0 0 0,-1 0 0 0 0,1-1 0 0 0,0 1 0 0 0,0-1 0 0 0,0 1 0 0 0,0-1 0 0 0,0 0 0 0 0,0 0 0 0 0,1 0 0 0 0,-1 0 0 0 0,1 0 0 0 0,4 2 0 0 0,1 1 0 0 0,1-1 0 0 0,0 0 0 0 0,0 0 0 0 0,1 0 0 0 0,13 2 0 0 0,130 15 22 0 0,-19-4-4653 0 0,-112-11-2302 0 0,-3 1-2077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5:45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24 255 8751 0 0,'0'0'399'0'0,"-24"-24"16928"0"0,30 32-16312 0 0,11 21-486 0 0,-2 0-1 0 0,-1 1 1 0 0,-1 1-1 0 0,13 48 1 0 0,-18-55-413 0 0,5 17-63 0 0,3 0 0 0 0,1-1 0 0 0,32 53 0 0 0,-47-89-45 0 0,-2-3-5 0 0,1 1 0 0 0,0-1 0 0 0,-1 0 1 0 0,1 0-1 0 0,0 0 0 0 0,0 0 0 0 0,0 0 1 0 0,0 0-1 0 0,0 0 0 0 0,0 0 1 0 0,0 0-1 0 0,0 0 0 0 0,3 1 0 0 0,5 5 19 0 0,-7-6 39 0 0,-1-3 39 0 0,2-1-71 0 0,0-1 0 0 0,0 1 0 0 0,-1-1 0 0 0,1 0 0 0 0,-1 0 0 0 0,0 0 0 0 0,0 0 0 0 0,-1 0 0 0 0,1 0 0 0 0,0-7 0 0 0,2-6 73 0 0,1-25-1 0 0,-1 12-83 0 0,8-65 28 0 0,7-49-27 0 0,-12 110-19 0 0,0 0-1 0 0,16-38 1 0 0,-10 34-69 0 0,-5 14-168 0 0,1 1-1 0 0,0 1 1 0 0,16-27-1 0 0,-22 45-169 0 0,0 0 0 0 0,1 0 0 0 0,-1 1 0 0 0,1 0 0 0 0,-1-1 0 0 0,5-2 0 0 0,-6 5-858 0 0,10 12-5236 0 0,-9-8 4705 0 0,11 14-5926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5:46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11975 0 0,'0'0'14548'0'0,"2"0"-14095"0"0,3 1-318 0 0,0-1 0 0 0,-1 0 0 0 0,1 0 0 0 0,0-1 0 0 0,7-1 0 0 0,41-4 398 0 0,-49 6-533 0 0,1 0 0 0 0,0 1 0 0 0,0-1 0 0 0,6 2 0 0 0,1 3-12 0 0,-3 4-51 0 0,-8-7 55 0 0,0 1 0 0 0,0 0-1 0 0,-1 0 1 0 0,1-1 0 0 0,-1 1-1 0 0,1 0 1 0 0,-1 0-1 0 0,0-1 1 0 0,0 1 0 0 0,0 0-1 0 0,-1 0 1 0 0,1 0 0 0 0,-1-1-1 0 0,1 1 1 0 0,-1 0-1 0 0,0-1 1 0 0,0 1 0 0 0,0 0-1 0 0,0-1 1 0 0,-3 4 0 0 0,-3 7 57 0 0,0-1 0 0 0,-15 17 0 0 0,22-29-49 0 0,-15 19 131 0 0,-7 8 506 0 0,-28 47 1 0 0,44-65-456 0 0,5-8 368 0 0,2 1-486 0 0,11 14-85 0 0,-5-14-7 0 0,-4-2 10 0 0,3 2-31 0 0,-1 0-1 0 0,1-1 1 0 0,0 0 0 0 0,0-1-1 0 0,-1 1 1 0 0,1-1 0 0 0,0 0-1 0 0,7-1 1 0 0,47-10-665 0 0,-33 6 352 0 0,-10 1-408 0 0,32-12-1 0 0,-7-1-3113 0 0,-21 7-4715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5:46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23639 0 0,'0'0'2948'0'0,"3"-1"-2551"0"0,11-2 164 0 0,0 0-1 0 0,1 2 1 0 0,17-1-1 0 0,2-1-419 0 0,-16 2-282 0 0,-1 0-1 0 0,25 3 1 0 0,-29-1-2600 0 0,23 6-1 0 0,-24-4-5919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5:46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19007 0 0,'0'0'5741'0'0,"2"2"-4903"0"0,1 0-627 0 0,1 0-1 0 0,0-1 1 0 0,0 1 0 0 0,0-1 0 0 0,0 1 0 0 0,-1-1 0 0 0,2 0-1 0 0,-1-1 1 0 0,0 1 0 0 0,0-1 0 0 0,0 0 0 0 0,0 0 0 0 0,8-1 0 0 0,7-1-280 0 0,32-9 1 0 0,-35 7 66 0 0,88-25-2741 0 0,-75 21 1414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5:47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479 1 13359 0 0,'0'0'1027'0'0,"-1"2"-355"0"0,-23 31 6126 0 0,0 1-3951 0 0,-50 71-919 0 0,-40 37-264 0 0,58-73-1080 0 0,-98 116 44 0 0,124-147-1368 0 0,29-37 81 0 0,13 3-4167 0 0,-11-3 4522 0 0,1-1-1 0 0,-1 1 1 0 0,1-1-1 0 0,-1 1 1 0 0,1-1 0 0 0,-1 0-1 0 0,0 0 1 0 0,1 1-1 0 0,1-1 1 0 0,16-3-7295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5:50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0 2759 0 0,'-17'3'248'0'0,"4"-1"-248"0"0,-9-2 0 0 0,-4 3 0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5:50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11975 0 0,'0'0'12471'0'0,"2"3"-11431"0"0,12 11 338 0 0,19 14 1 0 0,15 15 142 0 0,-11-3-1052 0 0,-1 2 0 0 0,-2 1-1 0 0,42 72 1 0 0,-54-78-533 0 0,-1 1 0 0 0,20 57 0 0 0,-22-40-3760 0 0,-18-53 2331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5:50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 23471 0 0,'-3'1'1075'0'0,"-37"9"485"0"0,37-10-1096 0 0,1 1 136 0 0,-4 4 478 0 0,9-3 1091 0 0,17 0-1135 0 0,38-5-1020 0 0,-38 1-14 0 0,0 1-1 0 0,32 3 0 0 0,-40 1 1 0 0,-3 4 11 0 0,-3 4 31 0 0,-5-8-35 0 0,-1 0-1 0 0,0 0 0 0 0,0 0 0 0 0,-1 1 1 0 0,1-1-1 0 0,-1 0 0 0 0,1 0 0 0 0,-1 0 0 0 0,0 0 1 0 0,0 0-1 0 0,0 0 0 0 0,-1-1 0 0 0,1 1 1 0 0,-1 0-1 0 0,1 0 0 0 0,-3 2 0 0 0,-5 7 135 0 0,-19 21-1 0 0,11-17-7 0 0,0-1 0 0 0,-1 0-1 0 0,-1-1 1 0 0,-31 17 0 0 0,49-31-132 0 0,1 1 1 0 0,-1-1-1 0 0,1 0 1 0 0,-1 0-1 0 0,1 0 1 0 0,0 1-1 0 0,-1-1 1 0 0,1 0-1 0 0,0 0 0 0 0,-1 1 1 0 0,1-1-1 0 0,0 0 1 0 0,-1 1-1 0 0,1-1 1 0 0,0 0-1 0 0,0 1 1 0 0,-1-1-1 0 0,1 0 0 0 0,0 1 1 0 0,0-1-1 0 0,0 1 1 0 0,-1-1-1 0 0,1 1 1 0 0,0-1-1 0 0,0 0 1 0 0,0 1-1 0 0,0-1 0 0 0,0 1 1 0 0,0 0 2 0 0,1-1-1 0 0,-1 1 1 0 0,0 0 0 0 0,1-1 0 0 0,-1 1-1 0 0,1-1 1 0 0,-1 1 0 0 0,1-1 0 0 0,-1 0-1 0 0,1 1 1 0 0,-1-1 0 0 0,1 1-1 0 0,-1-1 1 0 0,1 0 0 0 0,-1 1 0 0 0,2-1-1 0 0,27 9 91 0 0,-27-9-93 0 0,8 3-68 0 0,0-1 1 0 0,1-1-1 0 0,-1 1 1 0 0,1-2-1 0 0,-1 0 0 0 0,1 0 1 0 0,-1 0-1 0 0,1-2 0 0 0,17-3 1 0 0,-22 4 35 0 0,46-13-1649 0 0,-19 2-2318 0 0,-14 4-5667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5:51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1 129 15807 0 0,'0'0'727'0'0,"0"-2"-22"0"0,3-7-453 0 0,5-9 12260 0 0,1 36-12121 0 0,0-1 1 0 0,-2 1-1 0 0,0 0 0 0 0,7 30 1 0 0,3 6-161 0 0,52 101 74 0 0,-52-119-250 0 0,-12-26-44 0 0,1-1-1 0 0,-1 1 1 0 0,1-1 0 0 0,9 9-1 0 0,1 0 2 0 0,-11-15-13 0 0,0-1 1 0 0,9 6 0 0 0,0-4 0 0 0,-1-5 0 0 0,0-3 0 0 0,-10 1 0 0 0,0 1 0 0 0,0 0 0 0 0,0-1 0 0 0,0 0 0 0 0,0 1 0 0 0,-1-1 0 0 0,1 0 0 0 0,-1 0 0 0 0,0-1 0 0 0,0 1 0 0 0,0 0 0 0 0,0-1 0 0 0,-1 0 0 0 0,1 1 0 0 0,1-7 0 0 0,1-7 11 0 0,-1 1 1 0 0,2-24-1 0 0,-3 17 19 0 0,3-15-47 0 0,39-245-286 0 0,-32 208-1010 0 0,-11 73 729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5:51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2 11951 0 0,'0'0'1296'0'0,"-12"-2"-1296"0"0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5:52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59 3679 0 0,'0'0'13640'0'0,"-2"-11"-9725"0"0,-6-7 1072 0 0,-9-7-3498 0 0,16 24-1056 0 0,-16 0-135 0 0,15 0-266 0 0,-1 1-1 0 0,0-1 1 0 0,1 1 0 0 0,-1 0 0 0 0,1 0 0 0 0,-1 0 0 0 0,0 0 0 0 0,1 1 0 0 0,-5 0 0 0 0,-4 3 67 0 0,0 0 0 0 0,1 1-1 0 0,-1 0 1 0 0,1 1-1 0 0,0 0 1 0 0,1 1-1 0 0,-1 0 1 0 0,1 0 0 0 0,0 1-1 0 0,1 0 1 0 0,0 1-1 0 0,0 0 1 0 0,-12 19-1 0 0,13-15-76 0 0,3 0 31 0 0,5 2 0 0 0,3-1-42 0 0,4-3-28 0 0,-4-8-10 0 0,-1 0 1 0 0,1-1-1 0 0,-1 1 1 0 0,1-1 0 0 0,0 0-1 0 0,0 0 1 0 0,0 0-1 0 0,0-1 1 0 0,0 0 0 0 0,0 1-1 0 0,0-1 1 0 0,0-1-1 0 0,1 1 1 0 0,-1-1-1 0 0,0 1 1 0 0,1-1 0 0 0,-1 0-1 0 0,0-1 1 0 0,0 1-1 0 0,1-1 1 0 0,7-2 0 0 0,-4 1-58 0 0,0-1 1 0 0,0 0-1 0 0,0 0 1 0 0,0-1 0 0 0,-1 1-1 0 0,0-2 1 0 0,1 1 0 0 0,-1-1-1 0 0,12-11 1 0 0,-14 9 68 0 0,1 1 0 0 0,-1-1 1 0 0,0 0-1 0 0,5-12 0 0 0,-3 7 9 0 0,-2 2 6 0 0,-2-1 0 0 0,-1 1 12 0 0,-2 8 639 0 0,-1 5-570 0 0,-1 4-60 0 0,0 0-1 0 0,0 1 1 0 0,0-1-1 0 0,1 1 1 0 0,0-1 0 0 0,1 1-1 0 0,0 0 1 0 0,0-1-1 0 0,1 1 1 0 0,-1-1 0 0 0,2 1-1 0 0,-1-1 1 0 0,5 14-1 0 0,4 6-20 0 0,0-1 0 0 0,20 37 0 0 0,-28-60 8 0 0,14 27-88 0 0,-1 0 0 0 0,20 59 0 0 0,-32-78 29 0 0,-1 0 1 0 0,0 0 0 0 0,0 0-1 0 0,-1 1 1 0 0,0-1-1 0 0,-1 0 1 0 0,0 0-1 0 0,-1 1 1 0 0,-1-1-1 0 0,1 0 1 0 0,-2 0-1 0 0,-5 17 1 0 0,6-21 49 0 0,-1-1 0 0 0,0 0 1 0 0,0 1-1 0 0,0-1 0 0 0,-1-1 0 0 0,0 1 0 0 0,0 0 1 0 0,-6 6-1 0 0,6-9 14 0 0,0 1 1 0 0,0-1-1 0 0,0 0 1 0 0,0-1-1 0 0,-1 1 1 0 0,1-1-1 0 0,-1 1 1 0 0,1-1-1 0 0,-1-1 1 0 0,0 1-1 0 0,0-1 1 0 0,-8 2-1 0 0,6-2 2 0 0,-1-1 0 0 0,0 0 1 0 0,1 0-1 0 0,-1-1 0 0 0,-14-2 0 0 0,-38-13-353 0 0,46 12 144 0 0,9 2-310 0 0,-1-1 1 0 0,1 1 0 0 0,-1-1-1 0 0,1 0 1 0 0,0 0-1 0 0,0 0 1 0 0,0-1 0 0 0,1 0-1 0 0,-1 0 1 0 0,-7-9-1 0 0,2-3-8021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5:52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21535 0 0,'0'0'6052'0'0,"0"3"-5253"0"0,7 90 1990 0 0,-1-31-2661 0 0,12 145-125 0 0,-15-191 594 0 0,-2-9-3791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5:53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5527 0 0,'0'0'19263'0'0,"2"0"-18249"0"0,21-1 641 0 0,31-5-1 0 0,62-18-1331 0 0,-64 13-176 0 0,-34 8-417 0 0,24-1 1 0 0,-22 2-1057 0 0,-2 1-513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5:53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15 19783 0 0,'0'0'903'0'0,"0"-2"-18"0"0,-1-3-452 0 0,1 5-358 0 0,-1-1 0 0 0,1 1 0 0 0,0-1 0 0 0,0 1-1 0 0,0 0 1 0 0,0-1 0 0 0,0 1 0 0 0,-1 0 0 0 0,1-1-1 0 0,0 1 1 0 0,0 0 0 0 0,-1-1 0 0 0,1 1 0 0 0,0 0-1 0 0,0-1 1 0 0,-1 1 0 0 0,1 0 0 0 0,0 0 0 0 0,-1 0-1 0 0,1-1 1 0 0,0 1 0 0 0,-1 0 0 0 0,1 0 0 0 0,-1 0-1 0 0,1 0 1 0 0,0 0 0 0 0,-1-1 0 0 0,1 1 0 0 0,-1 0-1 0 0,1 0 1 0 0,0 0 0 0 0,-1 0 0 0 0,1 0 0 0 0,-1 0-1 0 0,1 0 1 0 0,0 1 0 0 0,-1-1 0 0 0,1 0 0 0 0,0 0-1 0 0,-2 0 1 0 0,-12 7 1477 0 0,9-4-1293 0 0,1 1 0 0 0,-1-1 0 0 0,1 1 0 0 0,0 0 0 0 0,1 0 0 0 0,-1 1 0 0 0,-4 6 0 0 0,-20 37 129 0 0,18-30-155 0 0,-10 18 48 0 0,2 1-1 0 0,1 1 0 0 0,2 0 0 0 0,-14 56 1 0 0,20-57-145 0 0,2 0 1 0 0,2 1 0 0 0,-2 40-1 0 0,7-63-200 0 0,0 1 0 0 0,1-1 0 0 0,1 1 0 0 0,0-1 0 0 0,1 0 0 0 0,1 0 0 0 0,0 0-1 0 0,1 0 1 0 0,1-1 0 0 0,10 19 0 0 0,-12-26-202 0 0,0-1 0 0 0,0 0 0 0 0,0-1 0 0 0,1 1 0 0 0,0-1 0 0 0,0 0 0 0 0,0 0 0 0 0,11 8 0 0 0,-12-11-197 0 0,-1 0-1 0 0,1 0 1 0 0,0 0-1 0 0,-1-1 1 0 0,1 1 0 0 0,0-1-1 0 0,0 0 1 0 0,0 0-1 0 0,0 0 1 0 0,0-1 0 0 0,0 1-1 0 0,0-1 1 0 0,0 0-1 0 0,0 0 1 0 0,1 0 0 0 0,6-2-1 0 0,6-3-7128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5:54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0 13823 0 0,'0'0'1247'0'0,"0"2"-1023"0"0,-4 9 3695 0 0,1 1-1 0 0,-2 24 1 0 0,2 58-655 0 0,2-20-2506 0 0,0-52-680 0 0,-11 115 135 0 0,-4 10-565 0 0,16-145-131 0 0,11-6-7602 0 0,-1-2-263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5:54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0 158 10135 0 0,'2'1'13759'0'0,"4"1"-13135"0"0,1 0 0 0 0,-1-1 0 0 0,1 1 0 0 0,-1-1 1 0 0,1 0-1 0 0,-1-1 0 0 0,10 0 0 0 0,52-6-369 0 0,-28 2-97 0 0,103 1-4050 0 0,-116 3 1672 0 0,-9 0 31 0 0</inkml:trace>
  <inkml:trace contextRef="#ctx0" brushRef="#br0" timeOffset="1">501 1 5983 0 0,'0'2'17067'0'0,"-1"8"-15138"0"0,1-8-912 0 0,1 0-178 0 0,16 24-49 0 0,2 0 0 0 0,1-1 0 0 0,33 32 0 0 0,25 29 670 0 0,-62-65-1977 0 0,-1 0-1 0 0,16 31 1 0 0,-30-50-60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5:54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392 0 14743 0 0,'0'0'1335'0'0,"-2"1"-1096"0"0,-8 5 2477 0 0,1 1 1 0 0,-1 0-1 0 0,-13 13 1 0 0,4 3-1248 0 0,-2 3-395 0 0,-39 39 0 0 0,25-29-708 0 0,24-24-252 0 0,-94 96 441 0 0,84-90-567 0 0,14-13-144 0 0,0 1 1 0 0,0 0-1 0 0,1 0 0 0 0,-1 1 0 0 0,1 0 1 0 0,1 0-1 0 0,-1 0 0 0 0,1 1 0 0 0,-4 8 1 0 0,9-15-881 0 0,7 5-3126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5:55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6911 0 0,'3'0'4236'0'0,"21"0"4442"0"0,1-2-3855 0 0,-6 0-3137 0 0,-1 1 0 0 0,34 3 0 0 0,-46-1-1614 0 0,-1 0 0 0 0,1 0 1 0 0,0 0-1 0 0,-1 1 1 0 0,1 0-1 0 0,6 3 0 0 0,-11-4-54 0 0,0 0 0 0 0,0 0 0 0 0,0 0 0 0 0,0 0 0 0 0,0 0 0 0 0,0 0 0 0 0,0 0 1 0 0,-1 0-1 0 0,1 1 0 0 0,0-1 0 0 0,-1 0 0 0 0,1 0 0 0 0,-1 1 0 0 0,1-1 0 0 0,-1 0 0 0 0,1 1 0 0 0,-1-1 0 0 0,0 1 0 0 0,0-1 0 0 0,0 0 0 0 0,0 1 0 0 0,0-1 0 0 0,0 1 0 0 0,0-1 0 0 0,0 0 0 0 0,-1 1 0 0 0,1-1 0 0 0,0 1 0 0 0,-1-1 0 0 0,0 0 0 0 0,1 0 0 0 0,-1 1 0 0 0,1-1 0 0 0,-1 0 0 0 0,-1 2 0 0 0,-4 6 112 0 0,-1-1 0 0 0,1 0 0 0 0,-16 14 0 0 0,8-7 1 0 0,-30 37 152 0 0,43-49-235 0 0,-1 2-25 0 0,3-2 19 0 0,1-1-45 0 0,0 0 0 0 0,0 0 0 0 0,1 0 0 0 0,-1 0-1 0 0,0 0 1 0 0,1 0 0 0 0,-1-1 0 0 0,1 1-1 0 0,-1-1 1 0 0,1 0 0 0 0,0 0 0 0 0,0 0 0 0 0,0 0-1 0 0,0 0 1 0 0,-1 0 0 0 0,1-1 0 0 0,0 0 0 0 0,0 1-1 0 0,4-1 1 0 0,1 0-2 0 0,-1 1-94 0 0,-1-1 0 0 0,1-1 0 0 0,-1 1 0 0 0,1-1-1 0 0,-1 0 1 0 0,1 0 0 0 0,6-3 0 0 0,5-2-486 0 0,20-11-1 0 0,-29 13-261 0 0,0-1 0 0 0,0-1 0 0 0,0 1 0 0 0,-1-1 0 0 0,10-9-1 0 0,-4 1-1049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5:55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10591 0 0,'0'0'964'0'0,"1"1"-794"0"0,4 4 1324 0 0,0 0-1 0 0,0-1 1 0 0,1 0 0 0 0,0 0 0 0 0,0 0 0 0 0,0-1 0 0 0,0 0 0 0 0,0 0 0 0 0,8 2 0 0 0,17 10-858 0 0,9 7-213 0 0,0 1 0 0 0,-2 3-1 0 0,-1 0 1 0 0,-1 3 0 0 0,-1 1-1 0 0,-2 2 1 0 0,53 64 0 0 0,-73-78-405 0 0,-1 1 1 0 0,-1 1 0 0 0,-1-1 0 0 0,-1 2 0 0 0,-1-1 0 0 0,0 1-1 0 0,-2 0 1 0 0,0 1 0 0 0,-1 0 0 0 0,-1 0 0 0 0,-2 0-1 0 0,0 0 1 0 0,-1 0 0 0 0,-1 1 0 0 0,-1-1 0 0 0,-1 0-1 0 0,-1 0 1 0 0,-1 0 0 0 0,-9 27 0 0 0,7-31 73 0 0,-2 1 0 0 0,-17 29 1 0 0,20-39-388 0 0,-1 0 0 0 0,0-1 1 0 0,-1 1-1 0 0,1-2 1 0 0,-2 1-1 0 0,-14 12 0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5:55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16583 0 0,'0'0'2080'0'0,"1"2"-725"0"0,12 14 512 0 0,-2 0 1 0 0,0 1-1 0 0,-1 1 1 0 0,13 30-1 0 0,24 83-433 0 0,-3-6-928 0 0,12 3-274 0 0,-55-123-205 0 0,5 4 59 0 0,5 8-51 0 0,-10-16 56 0 0,1-1-3 0 0,0 0-79 0 0,-1-1 0 0 0,1 1 1 0 0,-1-1-1 0 0,1 0 0 0 0,-1 1 1 0 0,1-1-1 0 0,-1 0 0 0 0,1 0 1 0 0,-1 0-1 0 0,0 0 0 0 0,1 0 1 0 0,-1 0-1 0 0,0 0 0 0 0,0 0 1 0 0,0 0-1 0 0,0-1 0 0 0,0 1 1 0 0,0-1-1 0 0,0 1 0 0 0,0 0 1 0 0,0-1-1 0 0,-1 0 0 0 0,1 1 1 0 0,-1-1-1 0 0,1-1 0 0 0,1-2 6 0 0,4-15 37 0 0,-1 1 0 0 0,-1-1 0 0 0,0 0 0 0 0,1-26-1 0 0,2-16 23 0 0,33-147-207 0 0,-19 121-4108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5:56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163 136 2303 0 0,'0'-2'4186'0'0,"4"-11"6456"0"0,-1-3-4471 0 0,-1-7-2695 0 0,-2 14-2864 0 0,-1-1 0 0 0,1 0 0 0 0,-3-12 0 0 0,2 19-526 0 0,1 2-72 0 0,0 0-1 0 0,0 0 1 0 0,0 0 0 0 0,0 0-1 0 0,0 1 1 0 0,-1-1 0 0 0,1 0 0 0 0,0 0-1 0 0,-1 1 1 0 0,1-1 0 0 0,0 0-1 0 0,-1 0 1 0 0,1 1 0 0 0,-1-1-1 0 0,1 0 1 0 0,-1 1 0 0 0,1-1 0 0 0,-1 1-1 0 0,0-1 1 0 0,1 1 0 0 0,-1-1-1 0 0,-1 0 1 0 0,0 0-1 0 0,0-1 0 0 0,-1 1 0 0 0,1 0 0 0 0,-1 0-1 0 0,1 0 1 0 0,-1 0 0 0 0,0 0 0 0 0,1 1 0 0 0,-1-1 0 0 0,0 1 0 0 0,1 0 0 0 0,-1 0 0 0 0,0 0-1 0 0,0 0 1 0 0,1 0 0 0 0,-1 0 0 0 0,0 1 0 0 0,1-1 0 0 0,-1 1 0 0 0,0 0 0 0 0,1 0 0 0 0,-5 2-1 0 0,-1 0 26 0 0,1 1-1 0 0,-1 0 0 0 0,1 0 0 0 0,-1 1 0 0 0,1 0 0 0 0,-6 5 0 0 0,10-7 19 0 0,0 0 0 0 0,0 1-1 0 0,0-1 1 0 0,0 1 0 0 0,1-1 0 0 0,-1 1 0 0 0,1 0-1 0 0,0 0 1 0 0,0 0 0 0 0,1 0 0 0 0,-1 0 0 0 0,-1 7-1 0 0,2-5-5 0 0,0 0-1 0 0,1 1 0 0 0,0-1 0 0 0,0 0 0 0 0,0 1 0 0 0,1-1 1 0 0,0 0-1 0 0,1 8 0 0 0,6 18 99 0 0,18 73 195 0 0,-18-80-274 0 0,-2 0 1 0 0,5 34 0 0 0,-10-44-173 0 0,0 0 1 0 0,-1 1-1 0 0,0-1 0 0 0,-5 28 1 0 0,5-42-430 0 0,-7 1-4722 0 0,5-1 4728 0 0,0-1-1 0 0,1 0 0 0 0,-1 0 1 0 0,0 0-1 0 0,0 0 0 0 0,-1-1 1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5:56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13359 0 0,'2'0'3682'0'0,"44"-2"4453"0"0,27-6-4215 0 0,12 0-2265 0 0,-31 4-1647 0 0,93-2 848 0 0,-119 7-2642 0 0,41 6-1 0 0,-67-7 536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12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21423 0 0,'0'0'1943'0'0,"5"-7"-1399"0"0,-2 5-443 0 0,0-1-1 0 0,-1 1 1 0 0,1 0 0 0 0,0 0 0 0 0,0 0 0 0 0,1 0-1 0 0,-1 0 1 0 0,0 1 0 0 0,1-1 0 0 0,3 0 0 0 0,39-9 1382 0 0,-30 8-1397 0 0,4 1-88 0 0,1 0 0 0 0,0 2 0 0 0,0 0 0 0 0,35 5 0 0 0,5 0-1857 0 0,-23-1-2530 0 0,-26-2-3198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12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20471 0 0,'0'0'2059'0'0,"2"0"-1889"0"0,231-6-310 0 0,-190 5-2781 0 0,-21 0 1417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13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12 16759 0 0,'0'0'763'0'0,"-8"-2"260"0"0,-19-6-503 0 0,24 7-260 0 0,-1 1 1 0 0,1 0 0 0 0,0 0 0 0 0,-1 0 0 0 0,1 0 0 0 0,0 1 0 0 0,-1-1 0 0 0,1 1 0 0 0,0-1 0 0 0,0 1 0 0 0,0 1 0 0 0,0-1-1 0 0,0 0 1 0 0,0 1 0 0 0,0-1 0 0 0,0 1 0 0 0,0 0 0 0 0,1 0 0 0 0,-4 3 0 0 0,-5 5 387 0 0,1 0-1 0 0,0 1 1 0 0,-9 13 0 0 0,10-13-386 0 0,6-6-143 0 0,-18 20 784 0 0,-24 41 0 0 0,41-58-774 0 0,-1 1 0 0 0,1-1 1 0 0,0 1-1 0 0,1 0 0 0 0,0 0 1 0 0,0 0-1 0 0,1 0 0 0 0,1 1 0 0 0,-2 17 1 0 0,3-22-124 0 0,0-1 1 0 0,0 1-1 0 0,1 0 1 0 0,0 0-1 0 0,0-1 1 0 0,0 1-1 0 0,1 0 1 0 0,-1-1-1 0 0,1 1 0 0 0,0-1 1 0 0,1 0-1 0 0,-1 0 1 0 0,1 0-1 0 0,-1 0 1 0 0,1 0-1 0 0,0 0 1 0 0,1-1-1 0 0,-1 1 1 0 0,1-1-1 0 0,-1 0 1 0 0,1 0-1 0 0,0 0 1 0 0,0-1-1 0 0,0 1 1 0 0,1-1-1 0 0,7 3 1 0 0,-1-1-63 0 0,1 0 1 0 0,0-1 0 0 0,0-1-1 0 0,0 1 1 0 0,1-2-1 0 0,-1 0 1 0 0,0 0 0 0 0,1-2-1 0 0,16-1 1 0 0,-6-1-44 0 0,1-1 0 0 0,0-2-1 0 0,30-10 1 0 0,-42 11 18 0 0,0 0 0 0 0,0 0-1 0 0,0-1 1 0 0,-1-1-1 0 0,1 0 1 0 0,-2-1-1 0 0,18-15 1 0 0,-23 18 69 0 0,-1 0 0 0 0,0 0-1 0 0,0 0 1 0 0,0-1 0 0 0,-1 1 0 0 0,1-1-1 0 0,-2 0 1 0 0,1 0 0 0 0,-1 0 0 0 0,1 0-1 0 0,-2 0 1 0 0,1-1 0 0 0,-1 1-1 0 0,0 0 1 0 0,0-1 0 0 0,0 1 0 0 0,-1-1-1 0 0,0 0 1 0 0,-1 1 0 0 0,1-1 0 0 0,-1 1-1 0 0,-3-10 1 0 0,1 8 20 0 0,1-1 0 0 0,-2 1-1 0 0,1 0 1 0 0,-1-1 0 0 0,-1 2-1 0 0,1-1 1 0 0,-1 1 0 0 0,0-1 0 0 0,-1 1-1 0 0,0 1 1 0 0,0-1 0 0 0,-1 1-1 0 0,1 0 1 0 0,-1 0 0 0 0,-15-8-1 0 0,12 8-72 0 0,1 2 0 0 0,-1-1 0 0 0,0 2-1 0 0,-1-1 1 0 0,1 1 0 0 0,0 0 0 0 0,-18-1-1 0 0,5 2-3346 0 0,0 2-3415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13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21223 0 0,'0'0'1920'0'0,"0"1"-1581"0"0,-1 5-112 0 0,1 0 0 0 0,-1 0 0 0 0,0 0 0 0 0,-3 10 0 0 0,1-8-128 0 0,1 0 0 0 0,0 0 0 0 0,1 0 0 0 0,0 1 0 0 0,0 8 0 0 0,3-13-1769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14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22319 0 0,'0'0'2805'0'0,"2"-2"-2393"0"0,3-2-90 0 0,0 1-1 0 0,1-1 0 0 0,-1 1 0 0 0,1 0 0 0 0,0 0 0 0 0,0 1 0 0 0,0-1 0 0 0,0 1 1 0 0,0 1-1 0 0,1-1 0 0 0,-1 1 0 0 0,11-1 0 0 0,-3 2-275 0 0,3 0 36 0 0,-1 0-1 0 0,1 0 0 0 0,0 2 0 0 0,-1 0 0 0 0,1 1 1 0 0,-1 0-1 0 0,18 7 0 0 0,-31-9-58 0 0,1 1 0 0 0,-1-1 0 0 0,1 1 1 0 0,-1 0-1 0 0,0 0 0 0 0,1 0 0 0 0,-1 0 0 0 0,4 5 0 0 0,-6-6-13 0 0,0 0 0 0 0,0 0 0 0 0,-1 0 0 0 0,1 1-1 0 0,0-1 1 0 0,-1 0 0 0 0,1 1 0 0 0,-1-1-1 0 0,0 1 1 0 0,1-1 0 0 0,-1 0 0 0 0,0 1 0 0 0,0-1-1 0 0,0 1 1 0 0,0-1 0 0 0,0 1 0 0 0,0-1-1 0 0,0 1 1 0 0,0-1 0 0 0,-1 0 0 0 0,1 1 0 0 0,-1-1-1 0 0,1 1 1 0 0,-1-1 0 0 0,0 2 0 0 0,-5 9 30 0 0,1-1 0 0 0,-2 0 0 0 0,1-1 1 0 0,-2 0-1 0 0,-13 16 0 0 0,-48 39 314 0 0,15-15-228 0 0,33-27-115 0 0,16-15 31 0 0,6 1-46 0 0,0-7-1 0 0,0 0-1 0 0,0-1 1 0 0,0 1-1 0 0,0-1 0 0 0,0 1 1 0 0,1-1-1 0 0,-1 1 0 0 0,1-1 1 0 0,-1 0-1 0 0,1 0 1 0 0,0 0-1 0 0,-1 0 0 0 0,1 0 1 0 0,0 0-1 0 0,0 0 1 0 0,-1 0-1 0 0,1-1 0 0 0,0 1 1 0 0,0-1-1 0 0,0 1 1 0 0,2-1-1 0 0,6 2-26 0 0,0-1 0 0 0,17 0 1 0 0,-2-2-351 0 0,0-2 1 0 0,0 0 0 0 0,0-2-1 0 0,0 0 1 0 0,-1-2 0 0 0,32-13-1 0 0,-17 0-3595 0 0,-25 13-1456 0 0,3-3-2910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14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29 5527 0 0,'0'0'423'0'0,"-1"-1"-278"0"0,-7-3 3740 0 0,0-1 0 0 0,-1 1 0 0 0,-13-4 0 0 0,17 6-3359 0 0,0 1-1 0 0,-1 0 1 0 0,1 0 0 0 0,0 0-1 0 0,-1 1 1 0 0,1-1 0 0 0,-1 1-1 0 0,1 1 1 0 0,-1-1-1 0 0,1 1 1 0 0,0 0 0 0 0,-9 2-1 0 0,4 2-267 0 0,0-1 0 0 0,1 1 0 0 0,0 0-1 0 0,0 1 1 0 0,-9 8 0 0 0,16-14-41 0 0,2 1-209 0 0,0-1 0 0 0,-1 0-1 0 0,1 0 1 0 0,0 1-1 0 0,-1-1 1 0 0,1 0 0 0 0,0 1-1 0 0,0-1 1 0 0,-1 0 0 0 0,1 1-1 0 0,0-1 1 0 0,0 1-1 0 0,0-1 1 0 0,-1 0 0 0 0,1 1-1 0 0,0-1 1 0 0,0 1 0 0 0,0-1-1 0 0,0 1 1 0 0,0-1-1 0 0,0 0 1 0 0,0 1 0 0 0,0-1-1 0 0,0 1 1 0 0,0 0-1 0 0,0 9 55 0 0,0-8-61 0 0,0 0 0 0 0,0-1 0 0 0,1 1-1 0 0,-1-1 1 0 0,0 1 0 0 0,1 0 0 0 0,-1-1-1 0 0,1 1 1 0 0,-1-1 0 0 0,1 1 0 0 0,0-1-1 0 0,0 1 1 0 0,0-1 0 0 0,0 1-1 0 0,2 1 1 0 0,0 1-2 0 0,4 4 3 0 0,0-1 0 0 0,0 1-1 0 0,1-2 1 0 0,0 1 0 0 0,0-1 0 0 0,0 0-1 0 0,1-1 1 0 0,15 7 0 0 0,79 29 30 0 0,-85-35-27 0 0,106 45 70 0 0,-119-49-82 0 0,0 1 0 0 0,1 0 0 0 0,-1 0 0 0 0,0 1 0 0 0,-1-1 1 0 0,1 1-1 0 0,-1 0 0 0 0,1 0 0 0 0,-1 1 0 0 0,6 8 0 0 0,-9-11 4 0 0,0 0 1 0 0,0 0-1 0 0,0 0 1 0 0,0 0-1 0 0,0 1 0 0 0,0-1 1 0 0,-1 0-1 0 0,1 1 0 0 0,-1-1 1 0 0,0 0-1 0 0,1 1 1 0 0,-1-1-1 0 0,0 1 0 0 0,0-1 1 0 0,-1 0-1 0 0,1 1 0 0 0,0-1 1 0 0,-1 1-1 0 0,0-1 1 0 0,1 0-1 0 0,-1 1 0 0 0,0-1 1 0 0,0 0-1 0 0,0 0 1 0 0,0 0-1 0 0,-1 0 0 0 0,1 0 1 0 0,-3 3-1 0 0,0-1-2 0 0,0 0-1 0 0,0-1 1 0 0,0 1 0 0 0,0-1 0 0 0,0 0-1 0 0,0-1 1 0 0,-1 1 0 0 0,0-1-1 0 0,1 0 1 0 0,-1 0 0 0 0,0 0 0 0 0,-6 1-1 0 0,-1 0-28 0 0,0-1 0 0 0,-1 0 0 0 0,-23 0 0 0 0,28-3-162 0 0,1 0-1 0 0,0 0 1 0 0,0 0 0 0 0,0 0 0 0 0,-11-5 0 0 0,14 4-312 0 0,0 1 0 0 0,-1-1 0 0 0,1 0 1 0 0,0-1-1 0 0,0 1 0 0 0,0-1 0 0 0,0 0 1 0 0,1 0-1 0 0,-6-5 0 0 0,2-2-2300 0 0,2-2-5076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14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6447 0 0,'0'0'19011'0'0,"2"1"-18477"0"0,16 4-263 0 0,1 0 0 0 0,-1-2 0 0 0,1 0 0 0 0,34 1 0 0 0,79-9 1565 0 0,-50 0-1356 0 0,-7-1-5431 0 0,-35 1-348 0 0,-23 4-3067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15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 11975 0 0,'-1'0'6576'0'0,"-5"5"-4861"0"0,4-2-1185 0 0,0 0 1 0 0,0 0-1 0 0,0 0 1 0 0,0 0-1 0 0,0 1 0 0 0,-2 5 1 0 0,-4 10 200 0 0,1-5-395 0 0,0 0 1 0 0,1 0 0 0 0,1 0-1 0 0,1 1 1 0 0,0 0-1 0 0,0 0 1 0 0,2 0-1 0 0,0 0 1 0 0,1 1 0 0 0,0-1-1 0 0,1 0 1 0 0,1 1-1 0 0,0-1 1 0 0,1 0-1 0 0,5 18 1 0 0,-5-27-304 0 0,1 1-1 0 0,0-1 1 0 0,0 0 0 0 0,1 0-1 0 0,0 0 1 0 0,0 0 0 0 0,0-1-1 0 0,1 1 1 0 0,0-1 0 0 0,0 0-1 0 0,0 0 1 0 0,10 6 0 0 0,-6-5-44 0 0,0 0 1 0 0,0-1-1 0 0,0 0 1 0 0,1-1 0 0 0,0 0-1 0 0,0 0 1 0 0,19 3-1 0 0,-13-4-31 0 0,1-2 0 0 0,0 0 0 0 0,-1 0 0 0 0,1-2-1 0 0,0 0 1 0 0,-1-1 0 0 0,24-5 0 0 0,-27 4-14 0 0,0-1 1 0 0,0 0-1 0 0,-1-1 1 0 0,0 0-1 0 0,0-1 0 0 0,0-1 1 0 0,0 0-1 0 0,-1 0 1 0 0,17-16-1 0 0,-24 19 37 0 0,0 0-1 0 0,-1 0 1 0 0,0 0-1 0 0,0 0 1 0 0,0-1-1 0 0,-1 1 0 0 0,1-1 1 0 0,-1 0-1 0 0,0 0 1 0 0,2-6-1 0 0,-4 8 19 0 0,1 1-1 0 0,0 0 0 0 0,-1-1 1 0 0,0 1-1 0 0,1-1 0 0 0,-1 1 0 0 0,0-1 1 0 0,0 1-1 0 0,-1-1 0 0 0,1 1 0 0 0,0-1 1 0 0,-1 1-1 0 0,0 0 0 0 0,1-1 1 0 0,-1 1-1 0 0,0 0 0 0 0,0-1 0 0 0,0 1 1 0 0,-1 0-1 0 0,1 0 0 0 0,0 0 1 0 0,-1 0-1 0 0,-3-3 0 0 0,3 3 14 0 0,-1 0 1 0 0,1 1-1 0 0,-1 0 0 0 0,1-1 0 0 0,-1 1 1 0 0,0 0-1 0 0,0 1 0 0 0,1-1 0 0 0,-1 0 1 0 0,0 1-1 0 0,0-1 0 0 0,0 1 1 0 0,0 0-1 0 0,0 0 0 0 0,0 0 0 0 0,0 1 1 0 0,-3 0-1 0 0,-2 0 56 0 0,0 1 0 0 0,0 0-1 0 0,0 0 1 0 0,-13 6 0 0 0,0 2 101 0 0,1 1 0 0 0,-34 24-1 0 0,45-28-150 0 0,-1 1 0 0 0,1 0 0 0 0,0 1 0 0 0,0 0 0 0 0,1 0 0 0 0,-12 19 0 0 0,18-25-183 0 0,1-1-1 0 0,-1 1 1 0 0,0 0 0 0 0,1 0-1 0 0,0 0 1 0 0,0 0 0 0 0,0 0-1 0 0,0 0 1 0 0,0 0 0 0 0,0 0-1 0 0,1 1 1 0 0,-1 4 0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16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63 19927 0 0,'0'0'2243'0'0,"-3"10"35"0"0,2-4-1828 0 0,1 1 0 0 0,0 0 0 0 0,0 0 0 0 0,1 0 0 0 0,0 0 0 0 0,0 0 0 0 0,0 0 0 0 0,4 7 0 0 0,22 56 490 0 0,-20-52-851 0 0,1 2-10 0 0,16 33 125 0 0,-23-52-150 0 0,1-8-52 0 0,1 0 0 0 0,-1-1 0 0 0,0 1 0 0 0,-1-1 0 0 0,1-11 0 0 0,2-8-82 0 0,17-62-232 0 0,-17 76 252 0 0,1 0 0 0 0,0 0-1 0 0,1 0 1 0 0,11-18 0 0 0,-15 28 28 0 0,9-9-16 0 0,-10 11 57 0 0,0 0 0 0 0,0 1 1 0 0,0-1-1 0 0,0 0 0 0 0,0 1 0 0 0,0-1 0 0 0,0 1 0 0 0,1-1 1 0 0,-1 1-1 0 0,0-1 0 0 0,0 1 0 0 0,0 0 0 0 0,1 0 1 0 0,-1-1-1 0 0,0 1 0 0 0,0 0 0 0 0,0 0 0 0 0,1 0 0 0 0,-1 1 1 0 0,0-1-1 0 0,0 0 0 0 0,1 0 0 0 0,-1 1 0 0 0,0-1 1 0 0,0 0-1 0 0,0 1 0 0 0,0-1 0 0 0,0 1 0 0 0,0 0 0 0 0,0-1 1 0 0,0 1-1 0 0,0 0 0 0 0,0 0 0 0 0,0-1 0 0 0,0 1 1 0 0,0 0-1 0 0,0 0 0 0 0,0 2 0 0 0,3 1 52 0 0,0 1 0 0 0,-1 0 0 0 0,0 0-1 0 0,0 0 1 0 0,0 1 0 0 0,2 8 0 0 0,12 50 431 0 0,-13-42-405 0 0,2 1 0 0 0,11 25 0 0 0,-16-47-90 0 0,0-1 0 0 0,0 0 0 0 0,0 0 0 0 0,0 0 0 0 0,0 0 0 0 0,0 0 0 0 0,0-1 0 0 0,0 1 0 0 0,0 0 0 0 0,0 0-1 0 0,0-1 1 0 0,0 1 0 0 0,0 0 0 0 0,0-1 0 0 0,2-1 0 0 0,4-3-15 0 0,-1 0 0 0 0,0-1 0 0 0,0 0 0 0 0,0 0 0 0 0,-1-1 0 0 0,0 1 0 0 0,5-10 0 0 0,5-6-23 0 0,52-59-306 0 0,-55 69 290 0 0,0 0-1 0 0,0 1 1 0 0,1 1 0 0 0,19-12-1 0 0,-21 15 32 0 0,0 5-40 0 0,-9 2 64 0 0,0 0 0 0 0,-1 0 0 0 0,1 1 0 0 0,-1-1 0 0 0,1 1 0 0 0,-1-1 0 0 0,1 1 0 0 0,-1-1-1 0 0,1 1 1 0 0,-1 0 0 0 0,1 0 0 0 0,-1 0 0 0 0,0 0 0 0 0,0 0 0 0 0,1 0 0 0 0,-1 0 0 0 0,0 0 0 0 0,0 0-1 0 0,0 1 1 0 0,0-1 0 0 0,0 0 0 0 0,-1 1 0 0 0,1-1 0 0 0,0 1 0 0 0,0 1 0 0 0,2 5 29 0 0,0 0 0 0 0,0 0 0 0 0,1 13 0 0 0,-2-13-15 0 0,-2-6-20 0 0,7 31-467 0 0,17 50 0 0 0,-16-66-614 0 0,-7-16 224 0 0,15 2-5967 0 0,-7-4 4829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16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22 8287 0 0,'-26'-6'282'0'0,"1"-5"18788"0"0,32 9-18367 0 0,9 0-712 0 0,1 1 0 0 0,-1 1 0 0 0,0 1 0 0 0,0 0 1 0 0,1 1-1 0 0,-1 0 0 0 0,27 9 0 0 0,-33-8 9 0 0,-2 0 11 0 0,-6-2 274 0 0,-1 18-12 0 0,-2-17-245 0 0,0 1-1 0 0,0-1 0 0 0,0 0 0 0 0,0 1 0 0 0,0-1 0 0 0,-1 0 0 0 0,1 0 0 0 0,-1 0 1 0 0,1 0-1 0 0,-1 0 0 0 0,0 0 0 0 0,-2 2 0 0 0,-27 19 64 0 0,20-15-77 0 0,9-6 28 0 0,-3 2-31 0 0,0 1 0 0 0,17 0-18 0 0,127 29-160 0 0,-138-34 164 0 0,14 3-6 0 0,0 1 1 0 0,-1 1 0 0 0,28 13-1 0 0,-41-17 23 0 0,0 0 1 0 0,-1 1-1 0 0,1-1 0 0 0,-1 1 0 0 0,0-1 1 0 0,0 1-1 0 0,1-1 0 0 0,-1 1 0 0 0,0-1 1 0 0,0 1-1 0 0,0-1 0 0 0,-1 1 0 0 0,1 1 1 0 0,0-2 4 0 0,-1 1 13 0 0,1 1 1 0 0,-1 0 0 0 0,0 0 0 0 0,1-1-1 0 0,-2 1 1 0 0,1 0 0 0 0,0-1-1 0 0,0 1 1 0 0,-1-1 0 0 0,1 0 0 0 0,-1 1-1 0 0,0-1 1 0 0,0 0 0 0 0,0 0 0 0 0,0 0-1 0 0,0 0 1 0 0,0-1 0 0 0,-5 4-1 0 0,-4 2 94 0 0,0-1 1 0 0,-23 9-1 0 0,17-8-33 0 0,-4 2 11 0 0,-30 6 1 0 0,3 0-729 0 0,0-6-4478 0 0,41-6 3283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17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64 7831 0 0,'-8'7'14848'0'0,"19"-3"-12131"0"0,1-1-2039 0 0,12 0-350 0 0,1-1 0 0 0,-1-2-1 0 0,1 0 1 0 0,25-5 0 0 0,16 1 425 0 0,274-14 259 0 0,-37-14-742 0 0,-149 14-340 0 0,-66 12-1387 0 0,-32 10-2769 0 0,-53-3 2265 0 0,3 4-50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17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19231 0 0,'0'0'1744'0'0,"2"1"-1434"0"0,8 4 254 0 0,-1 1 1 0 0,0 1 0 0 0,-1-1 0 0 0,1 1-1 0 0,-2 1 1 0 0,1-1 0 0 0,-1 1 0 0 0,0 1-1 0 0,0-1 1 0 0,-1 1 0 0 0,9 17 0 0 0,-9-11-294 0 0,0 0 0 0 0,0 1 0 0 0,-2-1 1 0 0,0 1-1 0 0,3 29 0 0 0,-6-32-291 0 0,0 1 0 0 0,-1-1-1 0 0,-1 0 1 0 0,0 0 0 0 0,0 1 0 0 0,-2-1-1 0 0,-4 18 1 0 0,42-22-13360 0 0,-34-10 12831 0 0,27-7-2106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17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370 0 19583 0 0,'-18'1'629'0'0,"-1"1"1"0"0,1 0-1 0 0,-1 1 0 0 0,1 2 0 0 0,0-1 1 0 0,-29 13-1 0 0,20-5 440 0 0,1 1 0 0 0,0 1 0 0 0,-35 25 0 0 0,51-32-749 0 0,1 0 0 0 0,0 1 0 0 0,1 0 0 0 0,-10 11 0 0 0,16-17-305 0 0,0 1 0 0 0,0-1 0 0 0,1 0 0 0 0,-1 0 0 0 0,1 0 0 0 0,-1 1 0 0 0,1-1 0 0 0,0 1 0 0 0,0-1 1 0 0,0 1-1 0 0,1 0 0 0 0,-1-1 0 0 0,0 1 0 0 0,1 0 0 0 0,0-1 0 0 0,0 1 0 0 0,0 0 0 0 0,0-1 0 0 0,0 1 0 0 0,0 0 0 0 0,1 0 1 0 0,-1-1-1 0 0,3 6 0 0 0,-2-5-40 0 0,1-1 0 0 0,0 1-1 0 0,-1-1 1 0 0,1 0 0 0 0,1 1 0 0 0,-1-1 0 0 0,0 0 0 0 0,0 0 0 0 0,1 0 0 0 0,-1-1 0 0 0,1 1 0 0 0,0 0 0 0 0,-1-1 0 0 0,6 2 0 0 0,5 2-208 0 0,25 5 1 0 0,-31-8 175 0 0,16 2-59 0 0,0-1 0 0 0,0 0-1 0 0,0-2 1 0 0,0-1 0 0 0,0 0-1 0 0,1-2 1 0 0,-1-1 0 0 0,-1-1-1 0 0,37-10 1 0 0,-31 5-6 0 0,0-1 0 0 0,-1-1 1 0 0,0-2-1 0 0,0 0 0 0 0,-1-2 1 0 0,-1-1-1 0 0,23-19 0 0 0,-40 29 78 0 0,0-1-1 0 0,0 1 1 0 0,-1-1 0 0 0,0 0-1 0 0,0-1 1 0 0,-1 0 0 0 0,0 0-1 0 0,0 0 1 0 0,-1-1-1 0 0,5-10 1 0 0,-9 18 58 0 0,-1-1-1 0 0,1 1 1 0 0,-1-1 0 0 0,0 1-1 0 0,1 0 1 0 0,-1-1 0 0 0,0 1-1 0 0,0-1 1 0 0,0 1 0 0 0,1-1-1 0 0,-2 1 1 0 0,1-1 0 0 0,0 1-1 0 0,0-1 1 0 0,0 1 0 0 0,-1 0-1 0 0,1-1 1 0 0,-1 1 0 0 0,1-1-1 0 0,-1 1 1 0 0,0-2 0 0 0,0 2 14 0 0,-1 0 1 0 0,1 0-1 0 0,0 0 1 0 0,0 0 0 0 0,-1 0-1 0 0,1 0 1 0 0,0 0-1 0 0,-1 1 1 0 0,1-1-1 0 0,-1 0 1 0 0,1 1 0 0 0,-1-1-1 0 0,1 1 1 0 0,-1 0-1 0 0,1-1 1 0 0,-3 1 0 0 0,-2 0 67 0 0,0-1 1 0 0,0 1-1 0 0,0 1 1 0 0,0-1 0 0 0,0 1-1 0 0,0 1 1 0 0,0-1-1 0 0,-11 5 1 0 0,7-1-88 0 0,-1 1 0 0 0,1 0 0 0 0,1 1-1 0 0,-1 0 1 0 0,1 1 0 0 0,0 0 0 0 0,1 0 0 0 0,0 1 0 0 0,0 0-1 0 0,1 0 1 0 0,0 1 0 0 0,1 0 0 0 0,0 0 0 0 0,0 1 0 0 0,-4 11-1 0 0,9-20-19 0 0,1 0-1 0 0,-1 0 0 0 0,0 0 0 0 0,1 0 1 0 0,-1 0-1 0 0,1 0 0 0 0,0 0 0 0 0,-1 0 0 0 0,1 0 1 0 0,0 0-1 0 0,0 0 0 0 0,0 0 0 0 0,1 1 1 0 0,-1-1-1 0 0,0 0 0 0 0,1 0 0 0 0,0 0 1 0 0,-1 0-1 0 0,1 0 0 0 0,0-1 0 0 0,0 1 0 0 0,0 0 1 0 0,0 0-1 0 0,0 0 0 0 0,1-1 0 0 0,-1 1 1 0 0,0-1-1 0 0,1 1 0 0 0,1 1 0 0 0,0-1-43 0 0,0-1 0 0 0,0 1-1 0 0,0-1 1 0 0,0 1 0 0 0,0-1-1 0 0,0 0 1 0 0,0 0 0 0 0,1 0-1 0 0,-1-1 1 0 0,0 1 0 0 0,1-1-1 0 0,-1 0 1 0 0,0 0-1 0 0,1 0 1 0 0,-1 0 0 0 0,0 0-1 0 0,6-2 1 0 0,3-1-71 0 0,-1-1-1 0 0,0 0 1 0 0,1 0-1 0 0,-1-1 1 0 0,-1 0 0 0 0,1-1-1 0 0,-1-1 1 0 0,0 1-1 0 0,13-13 1 0 0,-6 3-162 0 0,-1 0 0 0 0,0-2 0 0 0,24-36 0 0 0,-9 5 3512 0 0,-29 64-2883 0 0,0 1-1 0 0,0-1 1 0 0,7 21 0 0 0,-5-22-208 0 0,27 79 308 0 0,1-1-497 0 0,-26-67 14 0 0,3 6-255 0 0,7 54 1 0 0,-15-76 216 0 0,-1-1 0 0 0,1 1 0 0 0,-1 0 0 0 0,-1-1 0 0 0,0 1 0 0 0,0-1 0 0 0,0 1 0 0 0,-1-1 1 0 0,0 0-1 0 0,-1 0 0 0 0,-5 12 0 0 0,4-15 95 0 0,1 1 0 0 0,-1-1 0 0 0,0 0 0 0 0,-1 0 0 0 0,1-1 0 0 0,-1 1 0 0 0,0-1 1 0 0,0 0-1 0 0,0-1 0 0 0,0 1 0 0 0,-1-1 0 0 0,0 0 0 0 0,0 0 0 0 0,1-1 0 0 0,-1 1 0 0 0,-8 1 0 0 0,-2 0 102 0 0,0-1-1 0 0,0 0 1 0 0,0-1 0 0 0,0-1-1 0 0,-21-1 1 0 0,15-1-45 0 0,1-2 0 0 0,-1 0 0 0 0,1-2 0 0 0,0 0 0 0 0,-32-13 1 0 0,-12-10-2594 0 0,50 22-4143 0 0,2 1-2139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27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7 7831 0 0,'0'0'11322'0'0,"-2"1"-10108"0"0,0 1-1030 0 0,-1 0 0 0 0,0 1-1 0 0,0-1 1 0 0,1 0-1 0 0,0 1 1 0 0,-1 0 0 0 0,1-1-1 0 0,0 1 1 0 0,0 0 0 0 0,0 0-1 0 0,-1 5 1 0 0,-16 42 1702 0 0,12-30-1215 0 0,-19 57 362 0 0,4-11-166 0 0,-36 75 0 0 0,55-136-689 0 0,0-5-112 0 0,0-13-162 0 0,4-18-244 0 0,5 1-128 0 0,2 1 0 0 0,13-37 0 0 0,30-54-1212 0 0,-21 52 557 0 0,-27 60 996 0 0,16-28-412 0 0,-18 35 1556 0 0,1 3-638 0 0,6 10 81 0 0,0 1 0 0 0,-1 1 0 0 0,7 16 0 0 0,-6-13-151 0 0,0-1 0 0 0,12 19 1 0 0,-9-21-249 0 0,0 0 0 0 0,1-1 0 0 0,0-1 0 0 0,16 13 0 0 0,60 40-4 0 0,-68-51-6 0 0,-11-5-50 0 0,-6-6-4 0 0,0 0 0 0 0,1 0 0 0 0,-1 0 1 0 0,0 0-1 0 0,6 2 0 0 0,21 17-621 0 0,-28-21 488 0 0,-3 1-225 0 0,1-2 360 0 0,0 1 0 0 0,0 0 1 0 0,0 0-1 0 0,0-1 0 0 0,0 1 1 0 0,0 0-1 0 0,0 0 0 0 0,-1-1 1 0 0,1 1-1 0 0,0 0 0 0 0,-1-1 0 0 0,1 1 1 0 0,0 0-1 0 0,-1-1 0 0 0,1 1 1 0 0,-1-1-1 0 0,1 1 0 0 0,-1 0 1 0 0,1-1-1 0 0,-1 1 0 0 0,1-1 1 0 0,-1 0-1 0 0,1 1 0 0 0,-1-1 0 0 0,0 1 1 0 0,0-1-1 0 0,-2 2-6 0 0,-2 1 18 0 0,0 1 0 0 0,-1-1-1 0 0,0 0 1 0 0,1-1 0 0 0,-1 1-1 0 0,0-1 1 0 0,-12 3-1 0 0,-46 5 404 0 0,51-8-301 0 0,-138 19 850 0 0,145-20-1018 0 0,-127 11-1355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27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1 166 2759 0 0,'0'-2'207'0'0,"2"-3"561"0"0,-1-1 0 0 0,0 1 0 0 0,0-1 0 0 0,0 1 0 0 0,-1-21 18128 0 0,5 41-17278 0 0,3 20-939 0 0,5 41 0 0 0,4 20-22 0 0,10-2-179 0 0,48 112 0 0 0,-63-177-399 0 0,29 48 1 0 0,-32-67-38 0 0,-8-8-33 0 0,0-2-6 0 0,-1 1 0 0 0,0-1-1 0 0,1 0 1 0 0,-1 1 0 0 0,1-1 0 0 0,-1 1-1 0 0,1-1 1 0 0,-1 0 0 0 0,1 1 0 0 0,-1-1 0 0 0,1 0-1 0 0,0 0 1 0 0,-1 0 0 0 0,1 1 0 0 0,-1-1-1 0 0,1 0 1 0 0,-1 0 0 0 0,1 0 0 0 0,1 0-1 0 0,8 0 9 0 0,3-4 0 0 0,-11 2-5 0 0,0 0 0 0 0,1 0 0 0 0,-1-1 0 0 0,0 1 0 0 0,0 0 0 0 0,-1-1 1 0 0,1 1-1 0 0,0-1 0 0 0,-1 1 0 0 0,2-5 0 0 0,11-30 42 0 0,-12 31-35 0 0,73-288-64 0 0,-66 253 14 0 0,44-260-183 0 0,-52 273 363 0 0,-2 14-5352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28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44 5063 0 0,'-21'-3'21776'0'0,"52"1"-20473"0"0,38-6 0 0 0,-8 1-1062 0 0,198-12-2711 0 0,-221 17-359 0 0,0-1-6135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28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28 13823 0 0,'3'-1'5964'0'0,"12"-4"-2315"0"0,27-6 1 0 0,21 2-1540 0 0,62 7-2562 0 0,-115 3 85 0 0,-1 0 0 0 0,0 1-1 0 0,-1-1 1 0 0,11 5 0 0 0,2 2-3594 0 0</inkml:trace>
  <inkml:trace contextRef="#ctx0" brushRef="#br0" timeOffset="1">1 250 2759 0 0,'2'1'12732'0'0,"2"2"-11669"0"0,1-1 0 0 0,-1 0-1 0 0,1 0 1 0 0,0 0 0 0 0,8 2-1 0 0,-5-3-60 0 0,1 1 0 0 0,15-1 0 0 0,1-2-638 0 0,37-7 0 0 0,-14 2-94 0 0,68-7-2813 0 0,-86 9 1238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29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29 5527 0 0,'0'0'423'0'0,"0"-2"-278"0"0,-2-5 331 0 0,2 6 188 0 0,-1 0-1 0 0,1 0 1 0 0,-1 0-1 0 0,-5-7 5971 0 0,6 8-5970 0 0,-1-1-1 0 0,-1 0 0 0 0,0 0-145 0 0,0 0 0 0 0,0 0-1 0 0,0 1 1 0 0,1-1 0 0 0,-1 1-1 0 0,0-1 1 0 0,-4 1-1 0 0,2 0-272 0 0,0 0-1 0 0,0 0 0 0 0,1 0 0 0 0,-1 1 1 0 0,0-1-1 0 0,0 1 0 0 0,-5 2 0 0 0,1 1 113 0 0,0 0 0 0 0,1 1 0 0 0,-1 0 0 0 0,1 0 0 0 0,-9 8-1 0 0,3-1-77 0 0,2-3-81 0 0,0 1 0 0 0,2 1-1 0 0,-1 0 1 0 0,1 0-1 0 0,-13 22 1 0 0,7-7 358 0 0,-20 49 0 0 0,29-58-467 0 0,0 1 0 0 0,1 0-1 0 0,1 0 1 0 0,1 0 0 0 0,0 0 0 0 0,1 0 0 0 0,1 1 0 0 0,1-1 0 0 0,1 1 0 0 0,0-1 0 0 0,1 1 0 0 0,6 22 0 0 0,-4-27-94 0 0,0-1 1 0 0,1 1-1 0 0,0-1 0 0 0,1 0 1 0 0,0-1-1 0 0,1 0 1 0 0,1 0-1 0 0,0 0 1 0 0,0-1-1 0 0,1 0 1 0 0,1 0-1 0 0,0-1 1 0 0,0-1-1 0 0,1 0 0 0 0,0 0 1 0 0,21 12-1 0 0,-23-16-142 0 0,1 0 0 0 0,1 0 0 0 0,-1-1 0 0 0,1 0-1 0 0,13 2 1 0 0,-18-5-463 0 0,1 0 0 0 0,-1 0 0 0 0,0-1 0 0 0,9 0 0 0 0,-10-1-646 0 0,0 1-1 0 0,-1-1 1 0 0,1 0 0 0 0,-1-1-1 0 0,1 1 1 0 0,6-4 0 0 0,0-1-6094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29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13359 0 0,'0'0'9760'0'0,"2"-1"-8725"0"0,15-2-625 0 0,-1 0-1 0 0,1 1 1 0 0,0 0 0 0 0,32 3-1 0 0,-19 1 366 0 0,58 14-1 0 0,-82-16-774 0 0,-5 1 0 0 0,1-1 0 0 0,-1 0 0 0 0,1 0 0 0 0,-1 1 0 0 0,1-1 0 0 0,-1 1 0 0 0,1-1 0 0 0,-1 1 0 0 0,1 0 0 0 0,-1-1 0 0 0,0 1 0 0 0,0 0 0 0 0,1 0 0 0 0,-1 0 0 0 0,0 0 0 0 0,2 2 0 0 0,-2-2 1 0 0,0 0-1 0 0,0 0 1 0 0,0 0-1 0 0,0 0 1 0 0,0 1 0 0 0,0-1-1 0 0,-1 0 1 0 0,1 0-1 0 0,0 1 1 0 0,-1-1 0 0 0,1 0-1 0 0,-1 1 1 0 0,1-1-1 0 0,-1 1 1 0 0,0-1 0 0 0,0 0-1 0 0,1 1 1 0 0,-1-1-1 0 0,0 2 1 0 0,-1 0 3 0 0,1 0-1 0 0,-1 0 1 0 0,1 0 0 0 0,-1 0-1 0 0,0 0 1 0 0,0 0 0 0 0,-1 0-1 0 0,-1 4 1 0 0,-4 4 24 0 0,0-1 0 0 0,-1 0 0 0 0,-12 13 0 0 0,18-22-21 0 0,-49 49 500 0 0,32-34-276 0 0,1 2-1 0 0,-20 25 1 0 0,35-40-211 0 0,1-1-6 0 0,1-1 1 0 0,0 1-1 0 0,-1 0 1 0 0,1 0-1 0 0,0-1 1 0 0,0 1-1 0 0,0 0 1 0 0,0 0-1 0 0,0 0 1 0 0,0 0-1 0 0,1 0 1 0 0,-1 0-1 0 0,1 0 1 0 0,-1 4-1 0 0,1-5-9 0 0,0 0-1 0 0,0 0 1 0 0,0 0-1 0 0,1 0 1 0 0,-1 0-1 0 0,0 0 1 0 0,0-1-1 0 0,1 1 1 0 0,-1 0-1 0 0,1 0 1 0 0,-1 0-1 0 0,1-1 1 0 0,-1 1-1 0 0,1 0 1 0 0,-1 0-1 0 0,1-1 1 0 0,-1 1-1 0 0,1 0 1 0 0,0-1-1 0 0,0 1 1 0 0,-1-1-1 0 0,1 1 1 0 0,0-1-1 0 0,0 1 1 0 0,-1-1 0 0 0,1 0-1 0 0,0 1 1 0 0,1-1-1 0 0,2 1 1 0 0,2 2 2 0 0,1-1 0 0 0,0 0-1 0 0,1 0 1 0 0,-1-1 0 0 0,0 0-1 0 0,1 0 1 0 0,-1-1 0 0 0,15-1 0 0 0,60-10-336 0 0,-77 10 281 0 0,29-6-1067 0 0,56-18-1 0 0,-75 20-3301 0 0,20-12 0 0 0,-19 8-3402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30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19439 0 0,'0'0'3353'0'0,"2"1"-2681"0"0,24 17 1473 0 0,53 29 0 0 0,-31-21-1727 0 0,8 10-20 0 0,98 79-1 0 0,-131-95-392 0 0,-1 1 1 0 0,0 1-1 0 0,-2 0 0 0 0,-1 2 1 0 0,17 27-1 0 0,-28-40-3 0 0,-1 1 1 0 0,-1 1-1 0 0,0-1 0 0 0,0 1 0 0 0,-1 0 1 0 0,-1 1-1 0 0,0-1 0 0 0,-1 1 1 0 0,-1 0-1 0 0,0-1 0 0 0,-1 1 1 0 0,0 0-1 0 0,-2 17 0 0 0,-1-14 6 0 0,-1 1 0 0 0,-1-1 1 0 0,0-1-1 0 0,-1 1 0 0 0,-1-1 0 0 0,-1 1 0 0 0,0-2 0 0 0,-10 16 0 0 0,-8 1 89 0 0,14-20-8 0 0,8-9-47 0 0,-3 1-19 0 0,5-3-128 0 0,0-1-1 0 0,1 1 1 0 0,-1-1-1 0 0,0 1 1 0 0,0-1-1 0 0,1 1 1 0 0,-1-1-1 0 0,0 0 1 0 0,0 1-1 0 0,0-1 1 0 0,0 0-1 0 0,1 0 1 0 0,-1 0 0 0 0,0 0-1 0 0,0 0 1 0 0,0 0-1 0 0,0 0 1 0 0,0 0-1 0 0,0 0 1 0 0,0 0-1 0 0,0 0 1 0 0,1 0-1 0 0,-1 0 1 0 0,0-1-1 0 0,0 1 1 0 0,0 0-1 0 0,0-1 1 0 0,1 1 0 0 0,-2-1-1 0 0,-6-5-1390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31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12 17247 0 0,'0'0'1566'0'0,"0"-1"-1445"0"0,-1 0 0 0 0,1 1 0 0 0,0-1 0 0 0,0 1 0 0 0,0-1 0 0 0,-1 0 0 0 0,1 1 0 0 0,0-1 0 0 0,-1 1 0 0 0,1-1 0 0 0,0 1 0 0 0,-1-1 0 0 0,1 1 0 0 0,-1-1 1 0 0,-2 0 100 0 0,0 1 1 0 0,1-1-1 0 0,-1 1 1 0 0,0 0-1 0 0,0 0 1 0 0,0 0 0 0 0,1 0-1 0 0,-1 0 1 0 0,0 1-1 0 0,0-1 1 0 0,1 1-1 0 0,-1 0 1 0 0,0 0 0 0 0,1 0-1 0 0,-1 0 1 0 0,1 0-1 0 0,-1 1 1 0 0,1-1-1 0 0,-1 1 1 0 0,1-1 0 0 0,0 1-1 0 0,0 0 1 0 0,-3 3-1 0 0,-5 5 57 0 0,1 1 0 0 0,0 1 0 0 0,-10 15 0 0 0,17-25-238 0 0,-17 29 305 0 0,1 2 1 0 0,1 0-1 0 0,2 0 0 0 0,1 2 1 0 0,2 0-1 0 0,1 0 0 0 0,-6 44 1 0 0,14-61-315 0 0,1 0 0 0 0,1 0 1 0 0,1 0-1 0 0,1 0 0 0 0,0 0 0 0 0,2-1 1 0 0,0 1-1 0 0,0 0 0 0 0,2-1 1 0 0,0 0-1 0 0,1 0 0 0 0,1 0 1 0 0,0-1-1 0 0,2 1 0 0 0,0-2 0 0 0,0 0 1 0 0,18 22-1 0 0,-6-14-1 0 0,2-2 1 0 0,0 0-1 0 0,49 33 0 0 0,-41-31-20 0 0,-10-6-2 0 0,-13-11-251 0 0,0 1-1 0 0,12 6 0 0 0,-1-1-1802 0 0,-17-11 626 0 0,0 0-275 0 0,9 3-53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33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240 122 16183 0 0,'0'-1'738'0'0,"0"0"-736"0"0,-2-52 2125 0 0,2 46-1225 0 0,-1 1-1 0 0,-1-1 0 0 0,1 1 0 0 0,-1-1 1 0 0,0 1-1 0 0,-3-7 0 0 0,4 12-801 0 0,0 0-1 0 0,0 0 1 0 0,0 0 0 0 0,0 0 0 0 0,0 0-1 0 0,0 0 1 0 0,0 0 0 0 0,0 0-1 0 0,0 1 1 0 0,0-1 0 0 0,0 0-1 0 0,-1 1 1 0 0,1-1 0 0 0,0 1-1 0 0,0-1 1 0 0,-1 1 0 0 0,1 0-1 0 0,0-1 1 0 0,-1 1 0 0 0,1 0 0 0 0,-1 0-1 0 0,1 0 1 0 0,0 0 0 0 0,-3 0-1 0 0,-1 1-26 0 0,1-1-1 0 0,0 1 1 0 0,-1 0-1 0 0,1 0 1 0 0,0 0 0 0 0,-6 3-1 0 0,-1 2 67 0 0,0 1 0 0 0,0 0 1 0 0,1 0-1 0 0,0 1 0 0 0,0 1 0 0 0,1 0 0 0 0,0 0 1 0 0,1 0-1 0 0,-14 21 0 0 0,15-19-77 0 0,1 0 0 0 0,1 1-1 0 0,0-1 1 0 0,0 1 0 0 0,1 0 0 0 0,0 1-1 0 0,1-1 1 0 0,1 1 0 0 0,0-1 0 0 0,0 15-1 0 0,1-22-61 0 0,1 0 0 0 0,1 1 0 0 0,-1-1-1 0 0,1 0 1 0 0,-1 1 0 0 0,2-1-1 0 0,-1 0 1 0 0,0 0 0 0 0,1 0 0 0 0,0 0-1 0 0,0 0 1 0 0,1-1 0 0 0,-1 1 0 0 0,1-1-1 0 0,0 1 1 0 0,0-1 0 0 0,1 0-1 0 0,-1 0 1 0 0,1 0 0 0 0,0-1 0 0 0,0 1-1 0 0,0-1 1 0 0,0 0 0 0 0,1 0 0 0 0,-1 0-1 0 0,9 3 1 0 0,-3-2-63 0 0,0 0 0 0 0,0-1 0 0 0,0-1 0 0 0,0 0 0 0 0,0 0 0 0 0,1-1 0 0 0,-1 0 0 0 0,0 0 0 0 0,18-3 0 0 0,-15 1-26 0 0,0-2 0 0 0,0 0 0 0 0,0 0-1 0 0,-1-1 1 0 0,1-1 0 0 0,-1 0 0 0 0,13-8 0 0 0,-16 8 26 0 0,-1 0-1 0 0,0 0 1 0 0,0-1-1 0 0,-1 0 0 0 0,0-1 1 0 0,0 1-1 0 0,0-1 1 0 0,7-12-1 0 0,-10 15 30 0 0,-1-1-1 0 0,0 0 1 0 0,-1 0 0 0 0,1-1-1 0 0,-1 1 1 0 0,0 0 0 0 0,0-1 0 0 0,-1 0-1 0 0,1 1 1 0 0,-1-1 0 0 0,-1 0-1 0 0,1 0 1 0 0,-1 1 0 0 0,0-1-1 0 0,-1-9 1 0 0,0 5-53 0 0,-1 0 0 0 0,0 0 0 0 0,-1 0 0 0 0,0 0 0 0 0,0 0-1 0 0,-6-11 1 0 0,7 18 13 0 0,-1-1-1 0 0,1 0 0 0 0,-1 1 0 0 0,1-1 1 0 0,-1 1-1 0 0,0 0 0 0 0,0 0 1 0 0,0 0-1 0 0,-1 1 0 0 0,1-1 0 0 0,-1 1 1 0 0,0-1-1 0 0,1 1 0 0 0,-1 0 1 0 0,0 1-1 0 0,0-1 0 0 0,-7-1 0 0 0,5 1-491 0 0,1 1 0 0 0,0 0 0 0 0,-1 1 0 0 0,-7-1 0 0 0,-1 3-5803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34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8287 0 0,'0'0'16580'0'0,"1"2"-15496"0"0,2 1-434 0 0,10 24 2628 0 0,-12-23-3210 0 0,2 8-56 0 0,0-2-131 0 0,-3-8-493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34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7831 0 0,'0'0'20256'0'0,"2"-1"-19696"0"0,39-5 341 0 0,66-1 0 0 0,-47 4-527 0 0,-47 3-374 0 0,0 3 11 0 0,-3 4 31 0 0,-4 5-31 0 0,-5 0-11 0 0,-1-7 7 0 0,-1 0 1 0 0,0 0-1 0 0,-1-1 0 0 0,1 1 0 0 0,-1 0 1 0 0,0-1-1 0 0,0 1 0 0 0,-1-1 0 0 0,1 0 1 0 0,-1 0-1 0 0,-3 5 0 0 0,-8 8 69 0 0,-20 18 0 0 0,11-10-27 0 0,-17 16 95 0 0,21-23-34 0 0,1 1 0 0 0,-19 27 1 0 0,35-42-53 0 0,-1 5-35 0 0,2-5 25 0 0,-1 5-25 0 0,4-6 19 0 0,4 0-40 0 0,0 0-1 0 0,0-1 0 0 0,0 1 1 0 0,0-1-1 0 0,0-1 0 0 0,0 1 0 0 0,1-1 1 0 0,-1 0-1 0 0,1-1 0 0 0,-1 1 1 0 0,0-1-1 0 0,1-1 0 0 0,-1 1 1 0 0,1-1-1 0 0,5-2 0 0 0,15-3-370 0 0,-1-1 0 0 0,32-14 0 0 0,-43 15 22 0 0,64-23-4314 0 0,-51 16-4754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35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25 16583 0 0,'0'0'1276'0'0,"-2"-1"-822"0"0,-3-2 57 0 0,0 0 1 0 0,-1 0 0 0 0,0 0 0 0 0,1 1 0 0 0,-1 0 0 0 0,0 0 0 0 0,0 0 0 0 0,0 1 0 0 0,0 0 0 0 0,0 0 0 0 0,-1 0 0 0 0,1 1-1 0 0,0 0 1 0 0,0 0 0 0 0,0 1 0 0 0,-1 0 0 0 0,-10 3 0 0 0,1 0-168 0 0,10-3-242 0 0,0 0 0 0 0,0 1 0 0 0,0-1 0 0 0,0 2-1 0 0,0-1 1 0 0,1 1 0 0 0,-11 6 0 0 0,11-6-32 0 0,4-2-67 0 0,0-1 0 0 0,1 1 0 0 0,-1 0 0 0 0,1-1 0 0 0,-1 1 0 0 0,1 0 0 0 0,-1-1 0 0 0,1 1 0 0 0,-1 0 0 0 0,1-1 0 0 0,0 1 0 0 0,-1 0 0 0 0,1 0 0 0 0,0 0 0 0 0,0-1 0 0 0,-1 3 0 0 0,-1 3 41 0 0,-1 5 16 0 0,4 1 0 0 0,0-10-44 0 0,0 1-1 0 0,0-1 1 0 0,1 0-1 0 0,-1 1 1 0 0,0-1 0 0 0,1 0-1 0 0,0 0 1 0 0,0 0-1 0 0,-1 0 1 0 0,1-1-1 0 0,0 1 1 0 0,1 0 0 0 0,-1-1-1 0 0,0 1 1 0 0,3 0-1 0 0,6 4 60 0 0,22 8-1 0 0,-24-10-92 0 0,69 20 183 0 0,-60-20-170 0 0,0 1 0 0 0,-1 1-1 0 0,1 0 1 0 0,29 17 0 0 0,-43-21 4 0 0,0 0-1 0 0,0 0 1 0 0,-1 0 0 0 0,1 1 0 0 0,-1 0 0 0 0,0-1 0 0 0,0 1 0 0 0,0 1 0 0 0,3 3-1 0 0,0 0-9 0 0,-4-3-37 0 0,-1-2 34 0 0,1 1 0 0 0,-1-1-1 0 0,0 1 1 0 0,0 0 0 0 0,0 0-1 0 0,-1-1 1 0 0,1 1 0 0 0,-1 0 0 0 0,1 0-1 0 0,-1 3 1 0 0,0-4-7 0 0,-1 0-1 0 0,1-1 1 0 0,0 1 0 0 0,-1 0-1 0 0,1-1 1 0 0,-1 1 0 0 0,0-1-1 0 0,0 1 1 0 0,-1 1 0 0 0,2-1 11 0 0,-1-1 0 0 0,-1 0-1 0 0,1 1 1 0 0,0-1 0 0 0,-1 1-1 0 0,1-1 1 0 0,-1 0 0 0 0,1 0-1 0 0,-1 0 1 0 0,1 0 0 0 0,-1 0-1 0 0,0 0 1 0 0,-3 0 0 0 0,-21 6-112 0 0,16-6 3 0 0,1 0 0 0 0,-1-1 0 0 0,0 0 0 0 0,1 0 0 0 0,-1-1-1 0 0,0-1 1 0 0,-10-2 0 0 0,-67-24-2903 0 0,78 24 2464 0 0,-20-7-1381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35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 13823 0 0,'0'0'1062'0'0,"2"0"-693"0"0,24-1-68 0 0,16-4 4963 0 0,2 0-463 0 0,129-22-540 0 0,24-1-3334 0 0,-185 27-918 0 0,3 0-7 0 0,0 0-1 0 0,1 1 1 0 0,24 3-1 0 0,-27 1-1 0 0,-1 3 0 0 0,-2 4 0 0 0,-9-7 1 0 0,1 0 0 0 0,-1-1 0 0 0,1 1 0 0 0,-1 1 0 0 0,-1-1 0 0 0,1 0 0 0 0,0 0 0 0 0,-1 0 0 0 0,0 0 0 0 0,0 0 0 0 0,0 1 0 0 0,-2 7 0 0 0,-2 4 19 0 0,-10 32 0 0 0,1-7 23 0 0,11-34-8 0 0,-3 14 65 0 0,0 0 0 0 0,1 0 0 0 0,-1 34 1 0 0,5-48-96 0 0,1-1 1 0 0,-1 1-1 0 0,1 0 0 0 0,0-1 1 0 0,1 1-1 0 0,-1-1 1 0 0,1 0-1 0 0,1 1 1 0 0,-1-1-1 0 0,1 0 0 0 0,0 0 1 0 0,1 0-1 0 0,-1-1 1 0 0,1 1-1 0 0,8 8 1 0 0,-4-6 13 0 0,1 0 0 0 0,0-1 0 0 0,0 0 0 0 0,0 0 0 0 0,1-1 0 0 0,0-1 0 0 0,0 1 0 0 0,0-2 0 0 0,1 1 0 0 0,0-1 0 0 0,0-1 0 0 0,0 0 0 0 0,20 2 0 0 0,-17-3-22 0 0,-1-1 0 0 0,1-1 1 0 0,0-1-1 0 0,-1 1 1 0 0,1-2-1 0 0,-1 0 0 0 0,0-1 1 0 0,0 0-1 0 0,0-1 1 0 0,0 0-1 0 0,17-9 0 0 0,-10 3-36 0 0,-1-1 0 0 0,0-1 0 0 0,27-20 1 0 0,-38 24-26 0 0,0 1 1 0 0,0-1-1 0 0,-1 0 1 0 0,0-1 0 0 0,0 0-1 0 0,-1 0 1 0 0,0 0 0 0 0,-1-1-1 0 0,5-11 1 0 0,-9 19 42 0 0,0 1-1 0 0,-1 0 1 0 0,1-1 0 0 0,-1 1-1 0 0,0-1 1 0 0,1 1 0 0 0,-1-1-1 0 0,0 1 1 0 0,0-1 0 0 0,0 1-1 0 0,0-1 1 0 0,0 1 0 0 0,0-1-1 0 0,0 1 1 0 0,0-1 0 0 0,-1 1-1 0 0,1-1 1 0 0,-1 1 0 0 0,1 0-1 0 0,-1-1 1 0 0,1 1 0 0 0,-1 0-1 0 0,0-1 1 0 0,-1 0 0 0 0,1 0 11 0 0,-1 1 0 0 0,0-1 0 0 0,1 1 0 0 0,-1 0 0 0 0,0 0 0 0 0,0 0 1 0 0,0 0-1 0 0,0 0 0 0 0,0 0 0 0 0,0 0 0 0 0,0 1 0 0 0,0-1 0 0 0,0 1 0 0 0,0-1 0 0 0,0 1 1 0 0,-4 0-1 0 0,-4 0 76 0 0,0 0 1 0 0,0 1 0 0 0,0 0 0 0 0,0 1-1 0 0,0 0 1 0 0,0 1 0 0 0,0 0-1 0 0,0 1 1 0 0,1 0 0 0 0,0 0 0 0 0,-15 9-1 0 0,11-4 7 0 0,1 0 0 0 0,0 0-1 0 0,0 2 1 0 0,0-1-1 0 0,2 1 1 0 0,-1 1-1 0 0,-8 12 1 0 0,7-3-45 0 0,12-12-87 0 0,1-3-335 0 0,-1-4 175 0 0,1 0 1 0 0,0 0 0 0 0,0 0 0 0 0,0 0-1 0 0,0-1 1 0 0,0 1 0 0 0,0 0 0 0 0,0-1 0 0 0,1 1-1 0 0,-1-1 1 0 0,1 1 0 0 0,-1-1 0 0 0,1 1-1 0 0,-1-1 1 0 0,1 0 0 0 0,0 0 0 0 0,-1 0-1 0 0,5 2 1 0 0,10 1-2699 0 0,1-2-5962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35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 22087 0 0,'0'0'2001'0'0,"2"-1"-1649"0"0,9-4 1352 0 0,0 1-1 0 0,21-6 1 0 0,58-7 185 0 0,-67 14-1635 0 0,16-2-129 0 0,0 2 1 0 0,46 2 0 0 0,-42-2-115 0 0,-20-1-934 0 0,-20 3 394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36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338 59 20071 0 0,'-13'-30'2140'0'0,"12"28"-2021"0"0,1 1-1 0 0,-1-1 0 0 0,0 0 1 0 0,0 1-1 0 0,0-1 0 0 0,0 0 1 0 0,-1 1-1 0 0,1-1 0 0 0,0 1 1 0 0,-1 0-1 0 0,1-1 0 0 0,-1 1 1 0 0,1 0-1 0 0,-1 0 0 0 0,0 0 1 0 0,1 0-1 0 0,-1 0 0 0 0,0 1 1 0 0,0-1-1 0 0,0 0 0 0 0,1 1 1 0 0,-1-1-1 0 0,0 1 0 0 0,-3-1 1 0 0,1 2 137 0 0,0-1 1 0 0,0 1 0 0 0,0-1-1 0 0,0 1 1 0 0,1 0-1 0 0,-1 1 1 0 0,0-1-1 0 0,-4 2 1 0 0,-14 9 214 0 0,1 0 0 0 0,0 2 0 0 0,1 0-1 0 0,0 1 1 0 0,1 1 0 0 0,-23 24 0 0 0,31-28-338 0 0,1-1-1 0 0,0 1 1 0 0,1 0 0 0 0,0 1-1 0 0,-12 24 1 0 0,19-34-110 0 0,0 1 1 0 0,0 0-1 0 0,1 0 0 0 0,0 0 0 0 0,0 0 1 0 0,0 0-1 0 0,0 0 0 0 0,1 0 0 0 0,-1 0 1 0 0,1 0-1 0 0,0 0 0 0 0,0 0 0 0 0,1 0 1 0 0,-1 0-1 0 0,1 0 0 0 0,0 0 0 0 0,0 0 1 0 0,0 0-1 0 0,1 0 0 0 0,-1 0 0 0 0,1-1 1 0 0,0 1-1 0 0,0-1 0 0 0,0 1 0 0 0,0-1 1 0 0,6 6-1 0 0,-1-3-23 0 0,-1 0 0 0 0,1 0 0 0 0,0-1 0 0 0,1 0 0 0 0,-1 0 0 0 0,1-1 0 0 0,0 0 0 0 0,12 4 0 0 0,4 0 0 0 0,44 8 0 0 0,-43-13-45 0 0,0 0 0 0 0,0-2 0 0 0,1 0 0 0 0,28-4 0 0 0,-40 2-12 0 0,0-1 0 0 0,-1 0 0 0 0,1-1 0 0 0,-1-1 0 0 0,0 0 0 0 0,0 0 0 0 0,21-12 0 0 0,-30 14 20 0 0,0 0 0 0 0,0-1 0 0 0,0 0 0 0 0,-1 0 0 0 0,1 0 0 0 0,0 0 1 0 0,-1-1-1 0 0,0 1 0 0 0,0-1 0 0 0,0 0 0 0 0,-1 0 0 0 0,1 0 0 0 0,-1 0 0 0 0,0-1 1 0 0,0 1-1 0 0,0 0 0 0 0,0-1 0 0 0,-1 0 0 0 0,0 1 0 0 0,0-1 0 0 0,0 0 1 0 0,-1 1-1 0 0,1-1 0 0 0,-1 0 0 0 0,-1-6 0 0 0,0 0-35 0 0,0 1 1 0 0,-1 0-1 0 0,0 0 0 0 0,0 0 1 0 0,-1 0-1 0 0,-1 0 1 0 0,0 1-1 0 0,0-1 0 0 0,-1 1 1 0 0,-11-17-1 0 0,12 20 27 0 0,-1 0 1 0 0,0 1-1 0 0,-1 0 0 0 0,1-1 0 0 0,-1 2 1 0 0,0-1-1 0 0,-1 1 0 0 0,1 0 0 0 0,-1 0 1 0 0,1 0-1 0 0,-1 1 0 0 0,0 0 0 0 0,0 1 1 0 0,-1 0-1 0 0,-11-3 0 0 0,10 4-63 0 0,1 0 0 0 0,-1 0 0 0 0,0 0 0 0 0,-13 2 0 0 0,18 0 11 0 0,0-1 0 0 0,0 1 0 0 0,0 0 0 0 0,0 0 0 0 0,0 0 0 0 0,0 1 0 0 0,0 0 0 0 0,0-1 0 0 0,1 1 0 0 0,-1 1 0 0 0,-3 2 0 0 0,5-2-1784 0 0,-1 9-518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37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17503 0 0,'0'0'12444'0'0,"2"2"-12889"0"0,2 1-166 0 0,-1 0 1 0 0,1 0 0 0 0,0 0 0 0 0,0 0-1 0 0,1 0 1 0 0,-1-1 0 0 0,0 0 0 0 0,1 0-1 0 0,6 2 1 0 0,4 0-8030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37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219 1 8287 0 0,'0'0'18365'0'0,"-2"0"-17083"0"0,-2-1-1051 0 0,1 2 1 0 0,0-1-1 0 0,0 0 0 0 0,0 1 1 0 0,0-1-1 0 0,0 1 1 0 0,0 0-1 0 0,0 0 0 0 0,0 0 1 0 0,0 0-1 0 0,0 0 1 0 0,0 1-1 0 0,-2 1 0 0 0,-38 29 462 0 0,30-22-399 0 0,0 1-213 0 0,1 1 0 0 0,0 0 0 0 0,1 1 0 0 0,0 0 0 0 0,1 0 0 0 0,-14 24 0 0 0,20-29-79 0 0,1-1 1 0 0,0 0-1 0 0,0 1 0 0 0,1-1 1 0 0,0 1-1 0 0,0 0 0 0 0,0 0 1 0 0,1-1-1 0 0,1 1 1 0 0,-1 0-1 0 0,1 0 0 0 0,0 0 1 0 0,1 0-1 0 0,0 0 0 0 0,0 0 1 0 0,4 11-1 0 0,-2-14-2 0 0,0 0 0 0 0,0-1 0 0 0,0 1 0 0 0,0 0 0 0 0,1-1 0 0 0,0 0 0 0 0,0 0 0 0 0,0 0 0 0 0,0 0 0 0 0,1-1 0 0 0,-1 0 0 0 0,1 0 0 0 0,9 5 0 0 0,0-2 0 0 0,0 0 0 0 0,0-1 0 0 0,28 7 0 0 0,-31-10-54 0 0,0 0 0 0 0,0 0 0 0 0,0-2 0 0 0,0 1 0 0 0,0-1 0 0 0,0-1 0 0 0,0 0 0 0 0,0 0 0 0 0,0-1 0 0 0,0-1 0 0 0,0 0 0 0 0,-1 0 0 0 0,1-1 0 0 0,-1-1 0 0 0,0 1 0 0 0,0-2 1 0 0,0 1-1 0 0,-1-1 0 0 0,0-1 0 0 0,0 0 0 0 0,-1 0 0 0 0,10-11 0 0 0,-13 13-42 0 0,0-1 0 0 0,-1 0 1 0 0,1 0-1 0 0,-1-1 0 0 0,-1 1 1 0 0,1-1-1 0 0,-1 0 0 0 0,-1 0 1 0 0,1 0-1 0 0,-1 0 1 0 0,0 0-1 0 0,-1-1 0 0 0,1 1 1 0 0,-2 0-1 0 0,1-12 0 0 0,-1 13 47 0 0,0-1 1 0 0,-1 1-1 0 0,0 0 0 0 0,0-1 0 0 0,0 1 0 0 0,-1 0 0 0 0,0-1 0 0 0,-1 1 0 0 0,1 0 0 0 0,-1 1 0 0 0,0-1 0 0 0,0 0 1 0 0,-1 1-1 0 0,0 0 0 0 0,0 0 0 0 0,0 0 0 0 0,-10-9 0 0 0,0 4-158 0 0,0 1 0 0 0,-1 0 0 0 0,0 0 0 0 0,0 2 0 0 0,-1 0 0 0 0,0 1 1 0 0,0 0-1 0 0,0 1 0 0 0,-23-3 0 0 0,29 8-311 0 0,0 0-747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37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24 9215 0 0,'-2'-9'18477'0'0,"-4"11"-18241"0"0,0 1-1 0 0,0-1 0 0 0,0 1 0 0 0,1 0 0 0 0,0 0 0 0 0,-1 1 0 0 0,-8 7 1 0 0,-35 37 611 0 0,32-31-613 0 0,9-9-87 0 0,1 1 0 0 0,-1 0 0 0 0,1 0 1 0 0,1 1-1 0 0,-7 11 0 0 0,10-16-117 0 0,1 1 1 0 0,-1 0-1 0 0,1 0 1 0 0,0-1-1 0 0,1 1 0 0 0,-1 1 1 0 0,1-1-1 0 0,1 0 1 0 0,-1 0-1 0 0,1 0 1 0 0,0 8-1 0 0,1-11-30 0 0,-1 0 0 0 0,1 0 0 0 0,0 0 0 0 0,-1 0 0 0 0,1 0 0 0 0,1-1 0 0 0,-1 1-1 0 0,0 0 1 0 0,1 0 0 0 0,-1-1 0 0 0,1 1 0 0 0,0-1 0 0 0,3 4 0 0 0,-1-2-1 0 0,0-1 0 0 0,0 0 0 0 0,1 0 0 0 0,-1 0 0 0 0,1 0 1 0 0,-1 0-1 0 0,7 1 0 0 0,1 1-43 0 0,0-2 0 0 0,0 1 0 0 0,0-2 0 0 0,0 0 0 0 0,24 2 0 0 0,-19-4-69 0 0,0 1-1 0 0,1-2 1 0 0,-1 0-1 0 0,0-2 1 0 0,0 1-1 0 0,0-2 1 0 0,-1 0-1 0 0,1-1 1 0 0,29-14-1 0 0,-41 16 106 0 0,-1 1-1 0 0,1-1 0 0 0,-1 0 0 0 0,0-1 0 0 0,0 1 1 0 0,0-1-1 0 0,0 0 0 0 0,-1 0 0 0 0,1 0 0 0 0,-1 0 1 0 0,0-1-1 0 0,-1 1 0 0 0,1-1 0 0 0,-1 0 0 0 0,0 0 1 0 0,0 0-1 0 0,0 0 0 0 0,0 0 0 0 0,-1 0 0 0 0,0 0 1 0 0,0 0-1 0 0,-1-1 0 0 0,1-5 0 0 0,-1 3-40 0 0,-1 0 0 0 0,0 0 0 0 0,0 0 0 0 0,0-1 0 0 0,-1 1 0 0 0,0 1 1 0 0,-1-1-1 0 0,1 0 0 0 0,-2 1 0 0 0,1-1 0 0 0,-1 1 0 0 0,0 0 0 0 0,0 0 0 0 0,-9-9 0 0 0,7 9-185 0 0,-1 0-1 0 0,0 1 1 0 0,0 0-1 0 0,0 0 1 0 0,-1 1 0 0 0,0 0-1 0 0,0 0 1 0 0,-16-6-1 0 0,14 7-2807 0 0,1 1 0 0 0,-14-3 0 0 0,11 4-4858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38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23095 0 0,'0'0'2092'0'0,"1"3"-1721"0"0,20 121 1900 0 0,-15-84-973 0 0,14 59-1 0 0,-17-90-1263 0 0,9 33-34 0 0,2 0-1 0 0,27 58 0 0 0,-38-95-319 0 0,1 0-1 0 0,0 0 0 0 0,-1 0 1 0 0,2 0-1 0 0,5 5 0 0 0,-6-6-607 0 0,-3-3-30 0 0,10 2-4047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38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0 6911 0 0,'-1'1'9194'0'0,"-6"2"-6907"0"0,0-1-1 0 0,0 2 1 0 0,0-1 0 0 0,-11 9 0 0 0,9-5-1145 0 0,0 0 0 0 0,-12 14-1 0 0,-1 4-840 0 0,-22 34-1 0 0,42-57-102 0 0,-5 9-126 0 0,0 1 1 0 0,0 0-1 0 0,1 0 0 0 0,1 0 1 0 0,0 0-1 0 0,-5 21 0 0 0,8-27-68 0 0,1 0-1 0 0,0 0 0 0 0,0 1 1 0 0,0-1-1 0 0,1 0 1 0 0,0 1-1 0 0,0-1 0 0 0,1 0 1 0 0,0 0-1 0 0,0 1 1 0 0,0-1-1 0 0,1 0 0 0 0,0 0 1 0 0,0 0-1 0 0,0-1 1 0 0,4 7-1 0 0,-2-7-29 0 0,0 0-1 0 0,0 0 1 0 0,0-1-1 0 0,1 0 1 0 0,0 0 0 0 0,0 0-1 0 0,0 0 1 0 0,0-1-1 0 0,0 0 1 0 0,1 0 0 0 0,-1 0-1 0 0,1-1 1 0 0,0 0-1 0 0,0 0 1 0 0,0 0 0 0 0,0-1-1 0 0,11 2 1 0 0,3-1-139 0 0,-1-1 1 0 0,1 0 0 0 0,0-2-1 0 0,25-3 1 0 0,-33 2 67 0 0,0 0 1 0 0,1-1 0 0 0,-2 0 0 0 0,1-1-1 0 0,0-1 1 0 0,-1 0 0 0 0,0 0-1 0 0,0-1 1 0 0,11-8 0 0 0,-15 9 8 0 0,1-1 0 0 0,-1 0 0 0 0,0 0 0 0 0,-1-1-1 0 0,1 0 1 0 0,-1 0 0 0 0,-1-1 0 0 0,1 1 0 0 0,-1-1 0 0 0,-1-1 0 0 0,1 1 0 0 0,4-14 0 0 0,-7 16 65 0 0,-1-1 1 0 0,1 1 0 0 0,-1 0 0 0 0,-1-1 0 0 0,1 1-1 0 0,-1-1 1 0 0,0 1 0 0 0,-1-1 0 0 0,0 1 0 0 0,0-1-1 0 0,0 1 1 0 0,0 0 0 0 0,-1-1 0 0 0,0 1-1 0 0,-1 0 1 0 0,1 0 0 0 0,-1 1 0 0 0,0-1 0 0 0,-1 0-1 0 0,1 1 1 0 0,-1 0 0 0 0,-8-9 0 0 0,4 6-296 0 0,0-1 1 0 0,-1 1 0 0 0,0 1-1 0 0,-20-13 1 0 0,19 14-856 0 0,-2 0 0 0 0,1 0 0 0 0,-1 1 0 0 0,-14-4 0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38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34 19607 0 0,'0'0'1779'0'0,"2"-2"-1464"0"0,5-8 339 0 0,-1-1 4637 0 0,-7 10-5145 0 0,0 0 0 0 0,0 0 0 0 0,0 0 1 0 0,0 0-1 0 0,0 0 0 0 0,0 1 0 0 0,0-1 0 0 0,0 0 0 0 0,-1 1 1 0 0,1-1-1 0 0,0 1 0 0 0,0-1 0 0 0,-3 0 0 0 0,0 1-88 0 0,1 0 0 0 0,-1 0 0 0 0,1 1 0 0 0,-1-1 0 0 0,1 1-1 0 0,0 0 1 0 0,-1 0 0 0 0,1 0 0 0 0,0 0 0 0 0,0 1 0 0 0,-1-1-1 0 0,1 1 1 0 0,0 0 0 0 0,0 0 0 0 0,-4 3 0 0 0,-4 4 144 0 0,1 1 1 0 0,-14 14 0 0 0,22-22-179 0 0,-12 13 149 0 0,0 1 0 0 0,-16 25-1 0 0,27-36-150 0 0,0 0 0 0 0,1 1 1 0 0,-1-1-1 0 0,1 0 0 0 0,0 1 0 0 0,0-1 0 0 0,1 1 0 0 0,0 0 0 0 0,0 0 0 0 0,0-1 0 0 0,0 1 0 0 0,1 0 1 0 0,1 8-1 0 0,-1-11-17 0 0,1-1 0 0 0,0 1 0 0 0,0 0 0 0 0,0 0 0 0 0,0 0 0 0 0,0-1 0 0 0,1 1 1 0 0,-1 0-1 0 0,1-1 0 0 0,0 1 0 0 0,-1-1 0 0 0,1 0 0 0 0,4 4 0 0 0,-1-2-32 0 0,-1 0-1 0 0,1 0 1 0 0,0-1-1 0 0,0 0 1 0 0,8 4-1 0 0,-3-3-33 0 0,0 0 0 0 0,1-1 0 0 0,-1 0-1 0 0,1-1 1 0 0,0 0 0 0 0,0-1 0 0 0,0 0 0 0 0,0-1-1 0 0,0 0 1 0 0,0 0 0 0 0,18-4 0 0 0,-20 2 0 0 0,1 0 1 0 0,-1 0 0 0 0,1-1 0 0 0,-1 0 0 0 0,0-1 0 0 0,0 0-1 0 0,0 0 1 0 0,-1-1 0 0 0,1 0 0 0 0,-1-1 0 0 0,0 0-1 0 0,-1 0 1 0 0,10-10 0 0 0,-14 12 29 0 0,0 0 0 0 0,0 0 0 0 0,-1 0 0 0 0,1 0 0 0 0,-1-1 0 0 0,0 1-1 0 0,0-1 1 0 0,0 1 0 0 0,-1-1 0 0 0,0 0 0 0 0,0 1 0 0 0,0-1 0 0 0,0 0 0 0 0,-1 0 0 0 0,0 0 0 0 0,0 0 0 0 0,0 0 0 0 0,-1 0-1 0 0,1 0 1 0 0,-1 1 0 0 0,0-1 0 0 0,-1 0 0 0 0,1 0 0 0 0,-1 1 0 0 0,0-1 0 0 0,0 1 0 0 0,0-1 0 0 0,-1 1 0 0 0,1 0-1 0 0,-1 0 1 0 0,0 0 0 0 0,0 0 0 0 0,-1 1 0 0 0,-4-5 0 0 0,1 3-150 0 0,0 1 1 0 0,0-1-1 0 0,-1 1 0 0 0,0 1 1 0 0,1 0-1 0 0,-1 0 0 0 0,0 0 1 0 0,0 1-1 0 0,-1 0 0 0 0,1 0 1 0 0,0 1-1 0 0,-1 0 0 0 0,-14 1 1 0 0,14 1-591 0 0,1 0 0 0 0,-1 0 0 0 0,1 0 0 0 0,0 1 0 0 0,0 1 0 0 0,0-1 0 0 0,0 1 0 0 0,-12 7 0 0 0,4-1-1265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39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11 7831 0 0,'6'-9'19114'0'0,"-17"8"-15626"0"0,-11 5-5673 0 0,15-2 4087 0 0,-13 7-1519 0 0,1 0-1 0 0,1 2 1 0 0,0 0 0 0 0,-28 22 0 0 0,37-25-339 0 0,-1 1-1 0 0,1 0 1 0 0,1 0 0 0 0,0 1-1 0 0,0 0 1 0 0,1 0-1 0 0,0 1 1 0 0,1-1 0 0 0,-6 15-1 0 0,10-21-41 0 0,0 0-1 0 0,1 0 0 0 0,0 1 0 0 0,0-1 0 0 0,0 0 0 0 0,1 1 1 0 0,-1-1-1 0 0,1 6 0 0 0,3 2-1 0 0,-2-8-2 0 0,1-1-1 0 0,0-1 1 0 0,0 1-1 0 0,0 0 1 0 0,0 0 0 0 0,1-1-1 0 0,-1 1 1 0 0,1-1 0 0 0,-1 0-1 0 0,1 0 1 0 0,0 0-1 0 0,0 0 1 0 0,0 0 0 0 0,0-1-1 0 0,0 1 1 0 0,0-1 0 0 0,0 0-1 0 0,1 0 1 0 0,-1 0-1 0 0,5 1 1 0 0,7 1-67 0 0,0-1-1 0 0,0-1 1 0 0,18-1-1 0 0,-12 0-40 0 0,-1 0-1 0 0,1-2 1 0 0,-1-1 0 0 0,26-6 0 0 0,-38 6-127 0 0,1 0 0 0 0,0 0 1 0 0,0-1-1 0 0,-1 0 1 0 0,0 0-1 0 0,0-1 0 0 0,0 0 1 0 0,-1 0-1 0 0,1-1 1 0 0,-1 0-1 0 0,11-12 0 0 0,9-15-3391 0 0,-12 12-5561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39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4607 0 0,'0'0'354'0'0,"2"0"-233"0"0,24-2 8791 0 0,32-5 1 0 0,-29 3-5400 0 0,0 1-3651 0 0,20-4 1382 0 0,58-15 0 0 0,32-4-1059 0 0,-126 24-173 0 0,0 4 8 0 0,-11-1 7 0 0,-1-1-1 0 0,1 1 1 0 0,-1 0-1 0 0,1 0 1 0 0,-1 0-1 0 0,1-1 1 0 0,-1 1-1 0 0,1 1 1 0 0,-1-1-1 0 0,0 0 1 0 0,1 0-1 0 0,-1 0 1 0 0,0 1 0 0 0,0-1-1 0 0,0 1 1 0 0,0-1-1 0 0,1 3 1 0 0,-1 0 23 0 0,1-1 0 0 0,-1 0-1 0 0,-1 1 1 0 0,1-1 0 0 0,0 1 0 0 0,-1-1 0 0 0,0 1 0 0 0,0 4 0 0 0,-1 7 101 0 0,-1 0 1 0 0,0-1-1 0 0,-6 20 1 0 0,6-28-121 0 0,-8 29 81 0 0,2-3-88 0 0,0 0-1 0 0,-5 49 1 0 0,11-33-1154 0 0,1-16-2763 0 0,1-16-5523 0 0</inkml:trace>
  <inkml:trace contextRef="#ctx0" brushRef="#br0" timeOffset="1">135 259 17503 0 0,'0'0'7099'0'0,"3"1"-5409"0"0,52 4 383 0 0,207 14-815 0 0,-231-19-1821 0 0,99-3 636 0 0,-65-5-2751 0 0,-46 4-1166 0 0,25-8-1 0 0,-16 1-4250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40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15663 0 0,'2'2'7665'0'0,"32"42"-4750"0"0,49 47-1 0 0,25 31-2331 0 0,-62-60-530 0 0,-3 2 0 0 0,-2 1-1 0 0,54 124 1 0 0,-89-177-30 0 0,-2 1-1 0 0,1 0 1 0 0,-2 0 0 0 0,1 0 0 0 0,-2 0-1 0 0,0 1 1 0 0,0-1 0 0 0,-2 1 0 0 0,1-1-1 0 0,-2 1 1 0 0,0-1 0 0 0,0 1-1 0 0,-1-1 1 0 0,-1 0 0 0 0,0 0 0 0 0,-1 0-1 0 0,-1 0 1 0 0,0 0 0 0 0,0-1 0 0 0,-1 0-1 0 0,-1 0 1 0 0,-11 16 0 0 0,6-13 110 0 0,1-1 1 0 0,-2-1 0 0 0,0 0-1 0 0,-25 18 1 0 0,-64 37 558 0 0,81-55-579 0 0,6-5-149 0 0,0 0-1 0 0,-19 6 1 0 0,12-5-1906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40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91 16583 0 0,'0'0'6755'0'0,"1"2"-5151"0"0,0 7-1285 0 0,0-1 0 0 0,-1 1 1 0 0,0-1-1 0 0,-1 1 1 0 0,1-1-1 0 0,-1 1 0 0 0,-1-1 1 0 0,-3 12-1 0 0,-27 69 1672 0 0,22-64-1499 0 0,-58 145 843 0 0,67-168-1245 0 0,2-5-158 0 0,92-264-2762 0 0,-91 262 2707 0 0,40-88-1263 0 0,0 3 324 0 0,-42 87 935 0 0,0 3 157 0 0,0 0-1 0 0,0 0 1 0 0,0 0-1 0 0,0 0 1 0 0,0 0-1 0 0,0 0 1 0 0,0-1-1 0 0,0 1 1 0 0,0 0-1 0 0,0 0 1 0 0,0 0-1 0 0,0 0 1 0 0,0-1-1 0 0,0 1 1 0 0,0 0-1 0 0,0 0 1 0 0,0 0-1 0 0,0 0 1 0 0,0 0-1 0 0,0-1 0 0 0,0 1 1 0 0,0 0-1 0 0,0 0 1 0 0,0 0-1 0 0,0 0 1 0 0,0 0-1 0 0,0-1 1 0 0,0 1-1 0 0,0 0 1 0 0,1 0-1 0 0,-1 0 1 0 0,0 0-1 0 0,0 0 1 0 0,0 0-1 0 0,0-1 1 0 0,0 1-1 0 0,0 0 1 0 0,1 0-1 0 0,-1 0 1 0 0,0 0-1 0 0,0 0 0 0 0,0 0 1 0 0,0 0-1 0 0,0 0 1 0 0,1 0-1 0 0,-1 0 1 0 0,0 0-1 0 0,0 0 1 0 0,0 0-1 0 0,0 0 1 0 0,0 0-1 0 0,1 0 1 0 0,-1 0-1 0 0,0 0 1 0 0,0 0-1 0 0,0 0 1 0 0,0 0-1 0 0,1 0 1 0 0,-1 0-1 0 0,0 0 1 0 0,0 0-1 0 0,0 0 1 0 0,0 0-1 0 0,0 0 0 0 0,0 1 1 0 0,1-1-1 0 0,-1 0 1 0 0,8 9 1402 0 0,-7-9-1695 0 0,42 59 1391 0 0,-28-37-934 0 0,1-1-1 0 0,35 36 1 0 0,-24-33-163 0 0,1 0 0 0 0,1-2 0 0 0,49 28 0 0 0,-53-35-31 0 0,-11-7 0 0 0,0 0 0 0 0,19 7 0 0 0,-19-9-25 0 0,0 1-1 0 0,-1 0 1 0 0,23 17 0 0 0,-29-18-42 0 0,-5-5-13 0 0,-2 1-37 0 0,0-1 105 0 0,1 0 1 0 0,-1-1-1 0 0,0 1 1 0 0,0 0-1 0 0,0 0 1 0 0,0-1-1 0 0,0 1 1 0 0,0 0-1 0 0,0-1 0 0 0,0 1 1 0 0,0 0-1 0 0,0 0 1 0 0,-1 0-1 0 0,-1 2 6 0 0,0 0-1 0 0,-1-1 0 0 0,0 0 0 0 0,1 1 0 0 0,-1-1 1 0 0,0 0-1 0 0,0-1 0 0 0,0 1 0 0 0,0 0 1 0 0,-1-1-1 0 0,1 0 0 0 0,0 0 0 0 0,-1 0 0 0 0,-4 1 1 0 0,-6 1-14 0 0,-1-1 0 0 0,-17 1 0 0 0,-287-1 20 0 0,139-3-408 0 0,152-3-451 0 0,26 4 75 0 0,22-2-11411 0 0,2-1 5185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41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32 119 12895 0 0,'-4'-8'14204'0'0,"3"8"-14051"0"0,0 0-1 0 0,0 0 1 0 0,1 0-1 0 0,-1 1 1 0 0,0-1-1 0 0,0 0 1 0 0,1 0 0 0 0,-1 1-1 0 0,0-1 1 0 0,1 0-1 0 0,-1 1 1 0 0,0-1-1 0 0,1 0 1 0 0,-1 1-1 0 0,1-1 1 0 0,-1 1-1 0 0,1-1 1 0 0,-1 1 0 0 0,1 0-1 0 0,-2 0 1 0 0,-6 19 794 0 0,7-12-848 0 0,-1 1 0 0 0,1-1 1 0 0,1 10-1 0 0,1 5 24 0 0,1-1 0 0 0,1 0 0 0 0,1 0-1 0 0,1 0 1 0 0,0-1 0 0 0,13 30 0 0 0,63 117 29 0 0,1-30-44 0 0,-75-126-108 0 0,-6-12 0 0 0,-1 0 0 0 0,0 1 0 0 0,0-1 0 0 0,1 1 0 0 0,-1-1 0 0 0,0 0 0 0 0,0 0 0 0 0,1 1 0 0 0,-1-1 0 0 0,0 0 0 0 0,1 1 0 0 0,-1-1 0 0 0,0 0 0 0 0,1 0 0 0 0,-1 0 0 0 0,1 1 0 0 0,-1-1 0 0 0,0 0 0 0 0,1 0 0 0 0,-1 0 0 0 0,1 0 0 0 0,0-1 0 0 0,1 1 0 0 0,-1-1 0 0 0,0 0 0 0 0,0 0 0 0 0,0 0 0 0 0,0 0 0 0 0,0 0 0 0 0,0 0 0 0 0,-1 0 0 0 0,1 0 0 0 0,0-1 0 0 0,-1 1 0 0 0,1 0 0 0 0,0 0 0 0 0,-1-1 0 0 0,1 1 0 0 0,-1-3 0 0 0,8-25 0 0 0,1-51 0 0 0,3-16 0 0 0,2 32 2 0 0,25-69 0 0 0,33-59-23 0 0,-68 182-217 0 0,1-1-1 0 0,0 1 1 0 0,1 0 0 0 0,13-19 0 0 0,-18 28-209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41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41 13359 0 0,'-13'-2'13959'0'0,"16"2"-12855"0"0,34-6-172 0 0,1 2-1 0 0,48 1 1 0 0,-61 2-807 0 0,-18 1-296 0 0,299-11 363 0 0,-241 6-3526 0 0,0 0-3277 0 0,-32 2-2616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42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34 22807 0 0,'0'0'2063'0'0,"2"0"-1550"0"0,67-14 4525 0 0,40-1-3625 0 0,-87 13-1412 0 0,-9 0-26 0 0,1 1 1 0 0,0 1-1 0 0,0 0 0 0 0,19 3 0 0 0,-31-2-312 0 0,-3 3-3676 0 0,1-1 3643 0 0,-1-1 1 0 0,1 1-1 0 0,-1-1 1 0 0,0 0-1 0 0,0 1 0 0 0,0-1 1 0 0,0 0-1 0 0,0 0 0 0 0,0 0 1 0 0,-1 0-1 0 0,1 0 0 0 0,-1 0 1 0 0,1 0-1 0 0,-5 3 1 0 0,-9 8-1857 0 0</inkml:trace>
  <inkml:trace contextRef="#ctx0" brushRef="#br0" timeOffset="1">16 213 10591 0 0,'-15'12'16179'0'0,"15"-12"-16058"0"0,0 0-1 0 0,0 1 0 0 0,0-1 0 0 0,0 1 0 0 0,0-1 0 0 0,0 1 0 0 0,1-1 0 0 0,-1 0 0 0 0,0 1 0 0 0,0-1 0 0 0,0 1 0 0 0,1-1 0 0 0,-1 0 0 0 0,0 1 0 0 0,0-1 0 0 0,1 0 0 0 0,-1 1 0 0 0,0-1 0 0 0,1 0 0 0 0,-1 0 0 0 0,0 1 0 0 0,1-1 0 0 0,-1 0 0 0 0,1 1 0 0 0,17 6-1927 0 0,-10-5 3522 0 0,3-1-1483 0 0,-1-1-1 0 0,1 0 1 0 0,-1 0-1 0 0,1-1 1 0 0,-1 0 0 0 0,21-6-1 0 0,-20 4-100 0 0,107-21 333 0 0,-99 21-2043 0 0,-1 0 1 0 0,37 1-1 0 0,-41 2-741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45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46 18863 0 0,'0'0'1706'0'0,"0"-2"-1405"0"0,-2-22-109 0 0,-3 9 6051 0 0,5 15-6138 0 0,0-1 1 0 0,-1 1-1 0 0,1 0 0 0 0,0-1 0 0 0,-1 1 1 0 0,1 0-1 0 0,0-1 0 0 0,-1 1 1 0 0,1 0-1 0 0,0 0 0 0 0,-1-1 1 0 0,1 1-1 0 0,0 0 0 0 0,-1 0 0 0 0,1 0 1 0 0,-1 0-1 0 0,1 0 0 0 0,0 0 1 0 0,-1-1-1 0 0,1 1 0 0 0,-1 0 0 0 0,-1 1-58 0 0,0-1 0 0 0,0 1 0 0 0,0 0-1 0 0,0 0 1 0 0,0-1 0 0 0,0 1-1 0 0,0 0 1 0 0,0 1 0 0 0,1-1-1 0 0,-1 0 1 0 0,-1 2 0 0 0,-8 6 72 0 0,1 0 1 0 0,1 1 0 0 0,0 0 0 0 0,0 0-1 0 0,1 1 1 0 0,-7 12 0 0 0,-37 76 253 0 0,27-50-184 0 0,19-37-149 0 0,0 1 0 0 0,0-1 0 0 0,1 1 1 0 0,1 0-1 0 0,0 0 0 0 0,1 1 0 0 0,-3 20 0 0 0,6-29-28 0 0,0 1-1 0 0,0-1 1 0 0,0 0-1 0 0,1 1 1 0 0,0-1-1 0 0,0 0 1 0 0,0 0-1 0 0,0 1 1 0 0,1-1-1 0 0,0 0 0 0 0,0 0 1 0 0,0-1-1 0 0,1 1 1 0 0,0 0-1 0 0,-1-1 1 0 0,2 0-1 0 0,-1 1 1 0 0,0-1-1 0 0,1 0 1 0 0,0-1-1 0 0,0 1 1 0 0,5 3-1 0 0,-3-3-23 0 0,0-1-1 0 0,1 1 1 0 0,-1-1 0 0 0,1-1-1 0 0,0 1 1 0 0,0-1-1 0 0,0 0 1 0 0,0-1 0 0 0,0 0-1 0 0,14 1 1 0 0,0-1-41 0 0,0-2-1 0 0,30-3 1 0 0,-38 2 30 0 0,0 0-1 0 0,0-1 1 0 0,0 0-1 0 0,-1-1 1 0 0,1-1-1 0 0,-1 0 1 0 0,0-1-1 0 0,0 0 1 0 0,-1-1-1 0 0,0 0 1 0 0,0 0-1 0 0,11-11 1 0 0,-15 11 13 0 0,-1 1 0 0 0,1-1 0 0 0,-2 0-1 0 0,1-1 1 0 0,-1 0 0 0 0,0 1 0 0 0,0-2 0 0 0,-1 1 0 0 0,0 0 0 0 0,-1-1 0 0 0,0 0 0 0 0,0 0 0 0 0,-1 0 0 0 0,0 0 0 0 0,-1 0 0 0 0,0 0 0 0 0,0 0 0 0 0,-1-10 0 0 0,-1 8 1 0 0,0 0 1 0 0,-1 0-1 0 0,0 0 0 0 0,0 1 1 0 0,-1-1-1 0 0,-1 1 0 0 0,0 0 1 0 0,0 0-1 0 0,-1 0 0 0 0,-11-17 1 0 0,11 20-7 0 0,0 1 0 0 0,0 0 1 0 0,0 0-1 0 0,-1 0 0 0 0,0 0 0 0 0,0 1 1 0 0,0 0-1 0 0,-1 0 0 0 0,1 1 1 0 0,-1 0-1 0 0,0 0 0 0 0,-1 0 0 0 0,1 1 1 0 0,-1 0-1 0 0,-9-2 0 0 0,13 4-29 0 0,-2-1-237 0 0,-1 1 0 0 0,1 0 0 0 0,0 0 0 0 0,0 0-1 0 0,-1 1 1 0 0,1-1 0 0 0,0 2 0 0 0,-10 0 0 0 0,15 0 119 0 0,0 0 1 0 0,0 0 0 0 0,0 0-1 0 0,0 1 1 0 0,0-1 0 0 0,0 0-1 0 0,0 0 1 0 0,1 1 0 0 0,-1-1-1 0 0,0 0 1 0 0,1 1 0 0 0,-1-1-1 0 0,1 1 1 0 0,-1-1 0 0 0,1 1-1 0 0,0-1 1 0 0,0 1 0 0 0,0 1-1 0 0,-1-2-99 0 0,1 2-121 0 0,0 0-1 0 0,0 0 1 0 0,0-1-1 0 0,0 1 1 0 0,1 0-1 0 0,-1 0 1 0 0,1-1-1 0 0,0 1 1 0 0,-1 0-1 0 0,1-1 1 0 0,0 1-1 0 0,1-1 1 0 0,-1 1-1 0 0,0-1 1 0 0,1 0-1 0 0,2 4 1 0 0,10 10-6660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45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11975 0 0,'1'2'12709'0'0,"15"12"-8254"0"0,0-3-4778 0 0,-13-10-107 0 0,-1 0 0 0 0,1 0 0 0 0,-1-1 0 0 0,1 1 0 0 0,0-1 0 0 0,-1 1 0 0 0,1-1 0 0 0,0 0 0 0 0,0 0 0 0 0,-1 0 0 0 0,1 0 0 0 0,0 0 0 0 0,3-1 0 0 0,10-4-8007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45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8 6911 0 0,'-12'-4'13076'0'0,"7"3"-11107"0"0,-22-2 3533 0 0,23 3-5247 0 0,0 0-1 0 0,0 0 1 0 0,0 1-1 0 0,0-1 1 0 0,0 1-1 0 0,0 0 0 0 0,0 0 1 0 0,-7 3-1 0 0,0 1-138 0 0,1 1-1 0 0,-1 0 1 0 0,1 0-1 0 0,0 1 1 0 0,1 0-1 0 0,0 1 1 0 0,0 0-1 0 0,0 1 1 0 0,-12 16-1 0 0,18-22-104 0 0,1 0 1 0 0,0 0-1 0 0,0 0 0 0 0,0 0 0 0 0,0 1 1 0 0,-1 3-1 0 0,0-1 1 0 0,2-4 41 0 0,1 1 11 0 0,0 1-52 0 0,1 0 1 0 0,-1 0-1 0 0,1 0 0 0 0,0 0 1 0 0,0 0-1 0 0,1-1 0 0 0,-1 1 0 0 0,1 0 1 0 0,-1-1-1 0 0,1 1 0 0 0,0-1 1 0 0,1 0-1 0 0,-1 0 0 0 0,0 1 1 0 0,1-1-1 0 0,0-1 0 0 0,0 1 1 0 0,0 0-1 0 0,0-1 0 0 0,0 1 1 0 0,0-1-1 0 0,1 0 0 0 0,-1 0 0 0 0,1-1 1 0 0,3 3-1 0 0,111 38-12 0 0,-43-15 0 0 0,-35-14 0 0 0,34 15 0 0 0,-65-24 0 0 0,0 1 0 0 0,-1 0 0 0 0,0 0 0 0 0,0 0 0 0 0,0 1 0 0 0,7 8 0 0 0,-12-12 0 0 0,6 14 0 0 0,-5-5 0 0 0,-4 0 0 0 0,-2-7 1 0 0,0 0 0 0 0,0 0 0 0 0,-1 0 0 0 0,1-1 0 0 0,-1 1 0 0 0,0-1 0 0 0,0 0 0 0 0,0 0 0 0 0,0 0 0 0 0,0 0 0 0 0,-1 0 0 0 0,1-1 0 0 0,-1 0 0 0 0,0 1 0 0 0,0-1 0 0 0,0-1 0 0 0,0 1 0 0 0,-4 1 0 0 0,-6 2 6 0 0,0-1 0 0 0,0-1-1 0 0,-1 0 1 0 0,-15 1 0 0 0,15-3 74 0 0,0 0-1 0 0,0-1 0 0 0,-21-2 1 0 0,30 1-470 0 0,1 0 1 0 0,-1 0 0 0 0,1-1 0 0 0,0 0 0 0 0,-6-2 0 0 0,7 2-807 0 0,1 0 0 0 0,-1 0 0 0 0,1-1 0 0 0,0 1 0 0 0,-1-1 0 0 0,1 0 0 0 0,-5-5 0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46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 13823 0 0,'0'0'1892'0'0,"3"0"319"0"0,34-3 5880 0 0,2-5-4984 0 0,22-3-1789 0 0,33 3-841 0 0,142 6 0 0 0,-221 3-466 0 0,-3 1-22 0 0,-9-2-51 0 0,-5 1-1492 0 0,1-1 1474 0 0,1 0-1 0 0,-1 1 1 0 0,1-1-1 0 0,-1 0 1 0 0,1 1 0 0 0,0-1-1 0 0,-1 0 1 0 0,1 1-1 0 0,-1-1 1 0 0,1 1 0 0 0,0-1-1 0 0,0 1 1 0 0,-1 0-1 0 0,-9 9-1874 0 0,1-6 72 0 0,-1 1-350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46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60 10591 0 0,'0'0'819'0'0,"-1"-1"-534"0"0,0-1 171 0 0,0 1 0 0 0,-1 0 0 0 0,1-1 0 0 0,0 1 0 0 0,-1 0 0 0 0,1 0 1 0 0,-1-1-1 0 0,1 1 0 0 0,-1 1 0 0 0,0-1 0 0 0,1 0 0 0 0,-1 0 0 0 0,0 0 0 0 0,1 1 0 0 0,-1-1 0 0 0,0 1 0 0 0,0 0 0 0 0,0-1 0 0 0,0 1 0 0 0,0 0 0 0 0,1 0 0 0 0,-1 0 0 0 0,0 0 0 0 0,-2 1 0 0 0,-1 0 213 0 0,0 1 0 0 0,0 0 0 0 0,0-1-1 0 0,0 2 1 0 0,-9 4 0 0 0,13-6-644 0 0,-17 10 764 0 0,1 1 1 0 0,1 0 0 0 0,-30 29-1 0 0,-37 51 502 0 0,76-82-1201 0 0,0 0-1 0 0,0 0 0 0 0,1 0 1 0 0,0 0-1 0 0,0 1 1 0 0,1 0-1 0 0,1 0 1 0 0,0 1-1 0 0,-3 14 1 0 0,6-21-83 0 0,0 1 0 0 0,0 0 0 0 0,1-1 0 0 0,-1 1 0 0 0,1-1 0 0 0,0 1 0 0 0,1 0 0 0 0,0-1 0 0 0,0 1-1 0 0,0-1 1 0 0,0 1 0 0 0,1-1 0 0 0,0 1 0 0 0,0-1 0 0 0,0 0 0 0 0,1 0 0 0 0,0 0 0 0 0,0 0 0 0 0,0-1 0 0 0,0 1 0 0 0,8 7 0 0 0,-5-8-27 0 0,-1 1 1 0 0,1-1-1 0 0,0-1 1 0 0,0 1-1 0 0,1-1 1 0 0,-1 0-1 0 0,1 0 0 0 0,-1-1 1 0 0,11 3-1 0 0,-5-3-29 0 0,0 0 1 0 0,0 0-1 0 0,0-1 0 0 0,22-1 0 0 0,-14-1-26 0 0,0-1 0 0 0,0-1 0 0 0,0-1 0 0 0,-1-1 0 0 0,24-9 1 0 0,-34 11 10 0 0,0-1 0 0 0,-1 0 0 0 0,0-1 0 0 0,1 0 0 0 0,-2 0 0 0 0,1-1 0 0 0,-1 1 0 0 0,0-2 1 0 0,0 1-1 0 0,0-1 0 0 0,-1 0 0 0 0,0-1 0 0 0,6-10 0 0 0,-5 5-52 0 0,-1 1 0 0 0,0-1-1 0 0,-1-1 1 0 0,-1 1 0 0 0,0-1 0 0 0,-1 1 0 0 0,0-1-1 0 0,-1 0 1 0 0,-1 0 0 0 0,0-24 0 0 0,-2 26-12 0 0,0-1 1 0 0,0 1-1 0 0,-1 0 1 0 0,-1 0-1 0 0,0 0 1 0 0,-1 0-1 0 0,0 1 1 0 0,0-1-1 0 0,-1 1 1 0 0,-1 0-1 0 0,0 1 1 0 0,-12-17-1 0 0,11 21-107 0 0,0-1 0 0 0,0 1 0 0 0,-1 0 0 0 0,0 0 0 0 0,0 1 0 0 0,0 0 0 0 0,-1 1 0 0 0,0 0 0 0 0,-9-3-1 0 0,16 6-893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47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73 10591 0 0,'0'0'819'0'0,"2"-2"-534"0"0,5-4-212 0 0,10-9 1438 0 0,-7 3 4797 0 0,-10 11-6036 0 0,1 0 0 0 0,-1 0 0 0 0,1 1 0 0 0,-1-1-1 0 0,0 0 1 0 0,1 0 0 0 0,-1 0 0 0 0,0 0 0 0 0,0 1-1 0 0,0-1 1 0 0,0 0 0 0 0,1 0 0 0 0,-1 0 0 0 0,0 0 0 0 0,-1 0-1 0 0,1 0 1 0 0,0 1 0 0 0,0-3 0 0 0,-1 2-169 0 0,1 0 0 0 0,-1 0 1 0 0,1 1-1 0 0,-1-1 0 0 0,0 0 1 0 0,1 0-1 0 0,-1 0 0 0 0,0 1 0 0 0,1-1 1 0 0,-1 0-1 0 0,0 1 0 0 0,0-1 0 0 0,-1 0 1 0 0,-1-1 12 0 0,-1 1 0 0 0,1 0 0 0 0,0 0 0 0 0,0 0 1 0 0,-1 0-1 0 0,1 0 0 0 0,-6 0 0 0 0,1 2 79 0 0,0-1-1 0 0,0 1 0 0 0,0 0 1 0 0,0 0-1 0 0,0 1 1 0 0,0 1-1 0 0,1-1 1 0 0,-8 4-1 0 0,-6 4 226 0 0,-30 18 1 0 0,41-22-319 0 0,1 1 0 0 0,0 0-1 0 0,0 0 1 0 0,1 1 0 0 0,0 0 0 0 0,0 0 0 0 0,1 1 0 0 0,-11 15 0 0 0,17-23-98 0 0,0 0 1 0 0,0 1-1 0 0,0-1 0 0 0,0 0 1 0 0,0 1-1 0 0,0-1 1 0 0,1 0-1 0 0,-1 1 0 0 0,0-1 1 0 0,1 1-1 0 0,-1-1 0 0 0,1 1 1 0 0,-1 1-1 0 0,1 2 8 0 0,-2 6-13 0 0,2-10-2 0 0,0 0-1 0 0,0 0 1 0 0,0 0-1 0 0,1 0 1 0 0,-1 0-1 0 0,0-1 1 0 0,0 1-1 0 0,1 0 1 0 0,-1 0-1 0 0,0 0 1 0 0,1-1-1 0 0,-1 1 1 0 0,1 0-1 0 0,-1 0 1 0 0,1-1-1 0 0,0 1 1 0 0,-1 0-1 0 0,2 0 1 0 0,0 1-12 0 0,0 1-9 0 0,0 0 1 0 0,0-1 0 0 0,1 1-1 0 0,0-1 1 0 0,-1 0 0 0 0,1 0 0 0 0,0 0-1 0 0,0 0 1 0 0,0 0 0 0 0,0 0-1 0 0,1-1 1 0 0,-1 0 0 0 0,0 1-1 0 0,1-1 1 0 0,-1-1 0 0 0,0 1-1 0 0,7 0 1 0 0,5 1-47 0 0,1-2 1 0 0,27-2-1 0 0,-22 1 72 0 0,2 0-2 0 0,-11 0 6 0 0,-1 0 1 0 0,1 1-1 0 0,0 0 1 0 0,17 3-1 0 0,-26-2 19 0 0,0 0 0 0 0,1 0 0 0 0,-1 0 0 0 0,0 0 0 0 0,1 1 0 0 0,-1-1 0 0 0,0 1 0 0 0,0 0 0 0 0,0 0 0 0 0,-1 0-1 0 0,1 0 1 0 0,0 1 0 0 0,-1-1 0 0 0,1 0 0 0 0,-1 1 0 0 0,0 0 0 0 0,0 0 0 0 0,0 0 0 0 0,3 5 0 0 0,0 4 126 0 0,-1 0 0 0 0,1 0 0 0 0,-2 0 0 0 0,0 1-1 0 0,0 0 1 0 0,1 20 0 0 0,-3 82 437 0 0,-2-67-475 0 0,-2 31 4 0 0,2-68-123 0 0,1-9-80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47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0 12895 0 0,'0'0'17013'0'0,"-3"1"-16205"0"0,-1 0-721 0 0,-1 1-1 0 0,0 0 0 0 0,1 1 1 0 0,-1-1-1 0 0,1 1 0 0 0,0 0 1 0 0,0 0-1 0 0,0 0 0 0 0,0 0 0 0 0,1 1 1 0 0,-1 0-1 0 0,-4 7 0 0 0,-1 1-33 0 0,0 0-1 0 0,2 0 0 0 0,-9 19 0 0 0,13-24-40 0 0,0-1 0 0 0,1 1 0 0 0,-1 0 0 0 0,2 0 0 0 0,-1 0-1 0 0,1 0 1 0 0,0 0 0 0 0,0 1 0 0 0,1-1 0 0 0,0 0 0 0 0,0 0 0 0 0,3 14 0 0 0,-2-16-18 0 0,1-1 0 0 0,-1 1 1 0 0,1-1-1 0 0,0 1 0 0 0,0-1 0 0 0,0 0 1 0 0,1 0-1 0 0,0 0 0 0 0,-1 0 1 0 0,1 0-1 0 0,1-1 0 0 0,-1 1 0 0 0,1-1 1 0 0,-1 0-1 0 0,1 0 0 0 0,0 0 1 0 0,0 0-1 0 0,0-1 0 0 0,0 0 0 0 0,6 3 1 0 0,1-1-32 0 0,0-1 1 0 0,0-1 0 0 0,0 1-1 0 0,0-2 1 0 0,0 1 0 0 0,0-2-1 0 0,0 1 1 0 0,1-2 0 0 0,-1 1-1 0 0,0-2 1 0 0,0 1 0 0 0,0-2-1 0 0,0 1 1 0 0,0-1 0 0 0,16-7-1 0 0,-21 7 23 0 0,-1-1-1 0 0,1 1 0 0 0,0-1 0 0 0,-1 0 0 0 0,0 0 0 0 0,0 0 1 0 0,0-1-1 0 0,0 0 0 0 0,-1 0 0 0 0,0 0 0 0 0,0 0 0 0 0,0-1 1 0 0,-1 1-1 0 0,0-1 0 0 0,0 0 0 0 0,0 0 0 0 0,-1 0 0 0 0,4-12 1 0 0,-5 13 10 0 0,0 1 0 0 0,0-1 0 0 0,-1 1 0 0 0,1-1 0 0 0,-1 0 0 0 0,0 1 0 0 0,0-1 0 0 0,-1 0 0 0 0,1 1 0 0 0,-1-1 0 0 0,0 1 0 0 0,0-1 0 0 0,-1 1 1 0 0,0-1-1 0 0,1 1 0 0 0,-1 0 0 0 0,0 0 0 0 0,-1 0 0 0 0,1 0 0 0 0,-1 0 0 0 0,0 0 0 0 0,0 1 0 0 0,0-1 0 0 0,0 1 0 0 0,-1 0 0 0 0,1 0 0 0 0,-6-4 0 0 0,1 3-62 0 0,0-1-1 0 0,0 1 1 0 0,0 0-1 0 0,0 1 1 0 0,0 0-1 0 0,-1 0 0 0 0,0 1 1 0 0,1 0-1 0 0,-1 0 1 0 0,0 1-1 0 0,0 1 1 0 0,-11-1-1 0 0,11 2-307 0 0,1 0 0 0 0,0 0 1 0 0,0 1-1 0 0,0 0 0 0 0,0 0 0 0 0,0 1 1 0 0,0 0-1 0 0,-9 5 0 0 0,-5 5-1601 0 0,-1 0-66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47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333 55 18079 0 0,'0'0'1639'0'0,"1"-2"-1350"0"0,4-11-244 0 0,-5 10 26 0 0,-1 2 65 0 0,0-2 2516 0 0,-1 1-2391 0 0,0 0 0 0 0,0 1 0 0 0,0-1 0 0 0,0 1 0 0 0,0-1 0 0 0,-1 1 0 0 0,1 0 1 0 0,0 0-1 0 0,0 0 0 0 0,-1 0 0 0 0,1 1 0 0 0,-1-1 0 0 0,1 0 0 0 0,-1 1 0 0 0,1 0 0 0 0,-1 0 0 0 0,1 0 0 0 0,-1 0 0 0 0,1 0 0 0 0,-1 0 0 0 0,1 0 0 0 0,-1 1 0 0 0,-3 1 0 0 0,-8 1 198 0 0,1 2-1 0 0,0 0 1 0 0,-13 6-1 0 0,22-8-394 0 0,-30 12 465 0 0,-35 24 1 0 0,58-32-453 0 0,0 1 0 0 0,1 0 0 0 0,0 0 0 0 0,1 1-1 0 0,0 0 1 0 0,-16 20 0 0 0,23-25-74 0 0,0-1 0 0 0,0 0 0 0 0,0 1 0 0 0,0 0 0 0 0,0 0 0 0 0,1-1 0 0 0,0 1 1 0 0,0 0-1 0 0,0 0 0 0 0,0 0 0 0 0,1 0 0 0 0,-1 0 0 0 0,1 0 0 0 0,0 1 0 0 0,0-1 0 0 0,0 0 0 0 0,1 0 0 0 0,0 0 0 0 0,-1 0 0 0 0,2 0 1 0 0,-1 0-1 0 0,3 6 0 0 0,-2-6-21 0 0,1 1-1 0 0,0-1 1 0 0,0 0 0 0 0,0 0 0 0 0,0 0 0 0 0,1 0 0 0 0,0 0-1 0 0,-1-1 1 0 0,1 1 0 0 0,1-1 0 0 0,-1 0 0 0 0,0 0 0 0 0,1-1 0 0 0,0 1-1 0 0,-1-1 1 0 0,1 0 0 0 0,7 1 0 0 0,9 2-60 0 0,0 0-1 0 0,0-2 1 0 0,1-1-1 0 0,0-1 1 0 0,-1 0 0 0 0,1-2-1 0 0,0-1 1 0 0,-1 0-1 0 0,38-10 1 0 0,-51 10 44 0 0,0 0 0 0 0,-1-1 1 0 0,1 0-1 0 0,-1-1 0 0 0,0 1 0 0 0,0-2 0 0 0,0 1 0 0 0,0-1 1 0 0,-1 1-1 0 0,7-8 0 0 0,-10 9 18 0 0,0 0 0 0 0,0-1-1 0 0,0 0 1 0 0,-1 1 0 0 0,1-1 0 0 0,-1 0 0 0 0,0 0-1 0 0,0 0 1 0 0,-1 0 0 0 0,1-1 0 0 0,-1 1 0 0 0,0 0-1 0 0,0-1 1 0 0,0 1 0 0 0,-1-1 0 0 0,1 1 0 0 0,-1-1-1 0 0,0 1 1 0 0,-1-7 0 0 0,-1 2-2 0 0,0 1 0 0 0,0 0 1 0 0,-1-1-1 0 0,0 1 0 0 0,-1 1 0 0 0,1-1 0 0 0,-2 0 1 0 0,1 1-1 0 0,-7-8 0 0 0,-8-9-238 0 0,-26-26 1 0 0,35 39 139 0 0,-5-4-707 0 0,0 2-37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48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0 118 10135 0 0,'13'-15'14708'0'0,"-11"13"-13310"0"0,1 1-3361 0 0,-1 0 2824 0 0,0 2-117 0 0,2 3-517 0 0,-1-1 0 0 0,1 1 1 0 0,-1-1-1 0 0,0 1 0 0 0,0 0 0 0 0,0 0 0 0 0,-1 0 0 0 0,0 1 1 0 0,1-1-1 0 0,-1 0 0 0 0,-1 1 0 0 0,2 4 0 0 0,3 12 547 0 0,4 32 1 0 0,-4-20-276 0 0,-1-3-180 0 0,-1-6-31 0 0,14 42 0 0 0,-18-64-228 0 0,2-5 0 0 0,11-24-128 0 0,-1-1 0 0 0,13-47 0 0 0,-15 43-92 0 0,28-62 0 0 0,-33 82 135 0 0,-1 4 4 0 0,0 0-1 0 0,0 1 0 0 0,1-1 1 0 0,0 1-1 0 0,0 0 1 0 0,12-13-1 0 0,4 5-64 0 0,-12 14 95 0 0,-5 1-23 0 0,-2 0 15 0 0,0 0 0 0 0,0 1 0 0 0,0-1 0 0 0,0 0 0 0 0,-1 1 0 0 0,1 0 0 0 0,0-1 0 0 0,0 1 0 0 0,0 0 0 0 0,-1 0 0 0 0,1 0 0 0 0,0 0 0 0 0,2 2 0 0 0,-1-1 16 0 0,2 2 15 0 0,-1 0-1 0 0,1 0 1 0 0,-1 0 0 0 0,0 0-1 0 0,-1 0 1 0 0,1 1 0 0 0,-1 0-1 0 0,0 0 1 0 0,5 9 0 0 0,1 6 141 0 0,7 27 0 0 0,-12-37-137 0 0,42 149 453 0 0,-45-154-489 0 0,6 14 75 0 0,-6-18 62 0 0,7-14-53 0 0,4-12-126 0 0,17-47 0 0 0,-19 44-64 0 0,20-39 0 0 0,-21 50 54 0 0,1-2-53 0 0,25-34 0 0 0,-29 45 71 0 0,1 0-1 0 0,1 0 1 0 0,-1 1 0 0 0,1 0 0 0 0,0 0-1 0 0,1 1 1 0 0,10-6 0 0 0,-18 12 30 0 0,0-1-1 0 0,0 1 1 0 0,-1-1 0 0 0,1 1-1 0 0,0 0 1 0 0,0-1 0 0 0,0 1 0 0 0,0 0-1 0 0,0 0 1 0 0,0 0 0 0 0,0 0-1 0 0,0 0 1 0 0,1 0 0 0 0,2 0 0 0 0,11 2 4 0 0,-11 0 1 0 0,0 0 1 0 0,-1 0-1 0 0,1 1 0 0 0,-1-1 1 0 0,1 1-1 0 0,-1 0 1 0 0,0 0-1 0 0,0 0 0 0 0,0 1 1 0 0,-1-1-1 0 0,1 1 0 0 0,-1-1 1 0 0,0 1-1 0 0,3 5 0 0 0,2 7 19 0 0,12 35-1 0 0,-19-50-18 0 0,53 204-884 0 0,-49-195 465 0 0,-2-8-1505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49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 19351 0 0,'0'0'2018'0'0,"0"-2"-1760"0"0,1-1 191 0 0,0 1 0 0 0,0-1 0 0 0,1 1 0 0 0,-1-1 0 0 0,0 1 0 0 0,1-1 0 0 0,-1 1 0 0 0,1 0 0 0 0,0 0 0 0 0,0 0 0 0 0,0 0 0 0 0,0 0 0 0 0,3-2 0 0 0,-1 1-140 0 0,1 0 0 0 0,-1 0 1 0 0,1 1-1 0 0,0 0 0 0 0,0 0 0 0 0,8-2 0 0 0,2 1-197 0 0,0 0 0 0 0,0 1 0 0 0,31 0-1 0 0,-24 2-86 0 0,0 0 0 0 0,41 8 0 0 0,-50-4-25 0 0,2 2 0 0 0,-3 4 0 0 0,-5-1 11 0 0,-6-7-6 0 0,0-1 1 0 0,0 1 0 0 0,0 0-1 0 0,-1-1 1 0 0,1 1 0 0 0,0 0-1 0 0,-1 0 1 0 0,0 0 0 0 0,1 0-1 0 0,-1 0 1 0 0,0-1 0 0 0,0 1 0 0 0,0 0-1 0 0,0 0 1 0 0,-1 0 0 0 0,1 0-1 0 0,0 0 1 0 0,-2 2 0 0 0,1 1-3 0 0,-1 0 0 0 0,0-1 1 0 0,0 1-1 0 0,0-1 0 0 0,-4 6 1 0 0,-3 0 22 0 0,1 0 1 0 0,-1-1-1 0 0,0 0 1 0 0,-1-1-1 0 0,0 0 1 0 0,-17 10-1 0 0,13-8-2 0 0,0 0-1 0 0,-16 15 1 0 0,30-25-20 0 0,-1 1 0 0 0,1-1 0 0 0,-1 1 1 0 0,1-1-1 0 0,-1 1 0 0 0,1-1 1 0 0,0 1-1 0 0,-1-1 0 0 0,1 1 0 0 0,0-1 1 0 0,0 1-1 0 0,-1-1 0 0 0,1 1 0 0 0,0 0 1 0 0,0-1-1 0 0,0 1 0 0 0,0 0 1 0 0,-1-1-1 0 0,1 1 0 0 0,0-1 0 0 0,0 1 1 0 0,0 0-1 0 0,1-1 0 0 0,-1 2 0 0 0,7 13 7 0 0,-2-11-19 0 0,-1-3 0 0 0,3 3-16 0 0,-1 0 1 0 0,2-1-1 0 0,-1 0 0 0 0,0 0 1 0 0,1 0-1 0 0,-1-1 0 0 0,1 0 1 0 0,10 1-1 0 0,-8-2-1 0 0,-1 1 1 0 0,0 0-1 0 0,0 0 0 0 0,0 1 1 0 0,0 0-1 0 0,0 1 1 0 0,-1 0-1 0 0,0 0 0 0 0,1 1 1 0 0,7 6-1 0 0,-2 1 12 0 0,-12-8 25 0 0,-1 2 108 0 0,-1-4-81 0 0,0 0 1 0 0,0 1-1 0 0,0-1 0 0 0,0 1 1 0 0,0-1-1 0 0,0 0 1 0 0,-1 1-1 0 0,1-1 1 0 0,-1 0-1 0 0,1 0 1 0 0,-1 1-1 0 0,0-1 0 0 0,0 0 1 0 0,0 0-1 0 0,0 0 1 0 0,0 0-1 0 0,-1 0 1 0 0,1 0-1 0 0,-1 0 0 0 0,1 0 1 0 0,-1-1-1 0 0,1 1 1 0 0,-1 0-1 0 0,-2 1 1 0 0,-5 4 77 0 0,0-1 0 0 0,-1 1 0 0 0,-18 9 0 0 0,17-12-89 0 0,0 0-1 0 0,-1 0 1 0 0,1-1-1 0 0,-13 1 0 0 0,-14 5 54 0 0,-10 2-1405 0 0,28-6-7148 0 0,5-2-1247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50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1 18863 0 0,'-5'7'295'0'0,"1"1"0"0"0,0 0 0 0 0,0 0-1 0 0,1 0 1 0 0,0 0 0 0 0,-2 12 0 0 0,-8 54-411 0 0,9-45 208 0 0,-22 290 1397 0 0,29 2 1285 0 0,3-212-2182 0 0,5-1 0 0 0,27 116 0 0 0,-32-196-565 0 0,20 114 251 0 0,-25-126-214 0 0,-3 1-99 0 0,-1-14 16 0 0,3-3 14 0 0,0 0 0 0 0,0 0 0 0 0,0 0 0 0 0,0 0 0 0 0,-1 0 1 0 0,1 0-1 0 0,0 0 0 0 0,0 0 0 0 0,0 0 0 0 0,0 0 0 0 0,0 0 0 0 0,0 0 1 0 0,0 0-1 0 0,0 0 0 0 0,-1 0 0 0 0,1 1 0 0 0,0-1 0 0 0,0 0 0 0 0,0 0 1 0 0,0 0-1 0 0,0 0 0 0 0,0 0 0 0 0,0 0 0 0 0,0 0 0 0 0,0 0 0 0 0,0 0 1 0 0,0 1-1 0 0,0-1 0 0 0,0 0 0 0 0,0 0 0 0 0,0 0 0 0 0,0 0 0 0 0,0 0 1 0 0,0 0-1 0 0,0 0 0 0 0,0 1 0 0 0,0-1 0 0 0,0 0 0 0 0,0 0 0 0 0,0 0 1 0 0,0 0-1 0 0,0 0 0 0 0,0 0 0 0 0,0 0 0 0 0,0 1 0 0 0,0-1 0 0 0,-2 0-267 0 0,1 0 184 0 0,1 0 0 0 0,-1 0 0 0 0,0 0 0 0 0,1 0 0 0 0,-1 0 0 0 0,1 0 0 0 0,-1 0 0 0 0,0 0-1 0 0,1 0 1 0 0,-1 0 0 0 0,1 0 0 0 0,-1-1 0 0 0,1 1 0 0 0,-1 0 0 0 0,0 0 0 0 0,1 0 0 0 0,-1-1 0 0 0,0 1 0 0 0,-10-12-1822 0 0,-1-5-3805 0 0,2-6-1808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6:51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0 307 8287 0 0,'2'-2'639'0'0,"2"-3"-220"0"0,1 1-1 0 0,0-1 1 0 0,0 1-1 0 0,1 0 1 0 0,-1 0-1 0 0,1 0 1 0 0,12-5-1 0 0,49-16 5578 0 0,-31 13-6021 0 0,-5 2 498 0 0,0 1 0 0 0,47-7 1 0 0,68-1 1146 0 0,-83 11-1362 0 0,591-32 1982 0 0,-27 22-1920 0 0,-326 9-307 0 0,157-4 27 0 0,665-6-29 0 0,-854 14-11 0 0,73-2 0 0 0,1143-41 117 0 0,-367 24-73 0 0,-715 17-13 0 0,1325 21 33 0 0,-922 13 160 0 0,-722-27 264 0 0,152-15 0 0 0,-229 11-339 0 0,-3 1-354 0 0,-9 8 3445 0 0,3-4-3235 0 0,1 0 0 0 0,-1 0 0 0 0,0 0 0 0 0,1 0 1 0 0,-1 0-1 0 0,1 1 0 0 0,0-1 0 0 0,0 0 0 0 0,0 1 0 0 0,1-1 0 0 0,-1 7 0 0 0,2 43 50 0 0,0-25-43 0 0,-1 117-12 0 0,5 425 0 0 0,37-79 0 0 0,-41-481 0 0 0,53 411 0 0 0,-51-400 0 0 0,-1 0 0 0 0,-1 1 0 0 0,-2 32 0 0 0,1-51 0 0 0,-1 1 0 0 0,1 0 0 0 0,-1-1 0 0 0,0 1 0 0 0,0 0 0 0 0,0-1 0 0 0,0 1 0 0 0,-1-1 0 0 0,-2 4 0 0 0,0 2 0 0 0,1-5 0 0 0,1 1 0 0 0,-1-1 0 0 0,0 0 0 0 0,0-1 0 0 0,-1 1 0 0 0,1-1 0 0 0,-1 1 0 0 0,0-1 0 0 0,0 0 0 0 0,0 0 0 0 0,-7 3 0 0 0,6-2-7 0 0,-1-1 0 0 0,0 0 0 0 0,0 0 0 0 0,0 0 0 0 0,0-1 0 0 0,-1 0 0 0 0,1 0 0 0 0,-1-1 0 0 0,1 0 0 0 0,-1 0 0 0 0,-7 0 0 0 0,-17 2-26 0 0,3 1-72 0 0,-1-2 0 0 0,-47-1 0 0 0,2-1-55 0 0,-646-4-942 0 0,708 3 1083 0 0,-304-8-514 0 0,-718-19-103 0 0,0 15 646 0 0,801 12-10 0 0,-344 3 0 0 0,-186 2-1 0 0,312-5 13 0 0,-929-7 169 0 0,750-7-23 0 0,-143-2 116 0 0,-553 28 1494 0 0,772 5-432 0 0,547-15-1288 0 0,-17-3 121 0 0,21 2-214 0 0,17-3-3826 0 0,3 1-5614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0:16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20 8751 0 0,'0'0'10002'0'0,"0"3"-9880"0"0,-5 79 2123 0 0,-29 157 0 0 0,21-159-1012 0 0,10-66-1087 0 0,0 0 1 0 0,0 0-1 0 0,-2 0 0 0 0,-10 24 1 0 0,15-37-121 0 0,-5-14-216 0 0,4 5 151 0 0,0 1 0 0 0,1-1 0 0 0,-1 0 0 0 0,2 1 1 0 0,-1-1-1 0 0,1 0 0 0 0,2-8 0 0 0,16-56-235 0 0,-9 39 132 0 0,94-295-3784 0 0,-104 328 3967 0 0,0 0 1 0 0,0 0 0 0 0,0-1 0 0 0,0 1 0 0 0,0 0-1 0 0,0 0 1 0 0,1 0 0 0 0,-1 0 0 0 0,0 0 0 0 0,0 0-1 0 0,0 0 1 0 0,0 0 0 0 0,0 0 0 0 0,0 0 0 0 0,0 0-1 0 0,0 0 1 0 0,0-1 0 0 0,0 1 0 0 0,0 0 0 0 0,0 0-1 0 0,0 0 1 0 0,0 0 0 0 0,0 0 0 0 0,0 0 0 0 0,0 0-1 0 0,0 0 1 0 0,1 0 0 0 0,-1 0 0 0 0,0 0 0 0 0,0 0-1 0 0,0 0 1 0 0,0 0 0 0 0,0 0 0 0 0,0 0 0 0 0,0 0-1 0 0,0 0 1 0 0,0 0 0 0 0,0 0 0 0 0,0 0 0 0 0,1 0-1 0 0,-1 0 1 0 0,0 0 0 0 0,0 0 0 0 0,0 0 0 0 0,0 0-1 0 0,0 0 1 0 0,0 0 0 0 0,0 0 0 0 0,0 0-1 0 0,0 0 1 0 0,0 0 0 0 0,0 0 0 0 0,0 0 0 0 0,1 0 0 0 0,3 7 1290 0 0,7 22-495 0 0,7 12-235 0 0,-11-30-495 0 0,1 0 1 0 0,0 0-1 0 0,0-1 0 0 0,2 0 1 0 0,-1-1-1 0 0,1 1 0 0 0,16 10 1 0 0,-4-3-80 0 0,-1 2 1 0 0,0 0 0 0 0,19 25 0 0 0,-18-20-57 0 0,0-1 0 0 0,36 28 1 0 0,-39-37-120 0 0,-17-13 71 0 0,-1 0-112 0 0,0 0 176 0 0,-1 0 0 0 0,1 0 0 0 0,-1 0 0 0 0,1 0 0 0 0,0-1 0 0 0,-1 1 0 0 0,0 0 0 0 0,1 0 0 0 0,-1 0 0 0 0,0 0 0 0 0,1 0 0 0 0,-1 1 0 0 0,0-1 0 0 0,0 0 0 0 0,0 0 0 0 0,0 0 0 0 0,0 0 0 0 0,0 0 0 0 0,0 0 0 0 0,0 0 0 0 0,0 0 0 0 0,-1 0 0 0 0,1 0 0 0 0,0 0 0 0 0,-1 0 0 0 0,1 0 0 0 0,-1 0 0 0 0,1 0 0 0 0,-1 1 0 0 0,-2 1 12 0 0,1 0 0 0 0,-1 0 0 0 0,0 0 0 0 0,1 0 0 0 0,-2 0 0 0 0,1-1 0 0 0,0 1 0 0 0,0-1 0 0 0,-7 4 0 0 0,-37 14 0 0 0,31-14 0 0 0,-7 2 49 0 0,0-1-1 0 0,-1 0 1 0 0,1-2 0 0 0,-1-1-1 0 0,-25 1 1 0 0,2-3 86 0 0,-75-6-1 0 0,105 3-325 0 0,-27-4-142 0 0,40 4-268 0 0,1 0 1 0 0,-1 0-1 0 0,1 0 1 0 0,-1 0-1 0 0,-4-4 0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0:16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3679 0 0,'2'1'12324'0'0,"1"0"-11715"0"0,-1 0-1 0 0,0 1 0 0 0,1-1 1 0 0,-1 0-1 0 0,0 1 0 0 0,0 0 0 0 0,1-1 1 0 0,-1 1-1 0 0,-1 0 0 0 0,4 3 1 0 0,-2-1-113 0 0,0 1-1 0 0,-1-1 1 0 0,1 0 0 0 0,-1 1 0 0 0,2 6-1 0 0,1 6-227 0 0,-1 0 0 0 0,3 27 0 0 0,-1-9 583 0 0,61 202-189 0 0,-63-226-1319 0 0,1 1 1 0 0,7 12 0 0 0,-6-15-3180 0 0,-1 2-3494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0:17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0 8751 0 0,'0'0'674'0'0,"-2"1"-438"0"0,0 0 211 0 0,-1 0 1 0 0,1-1 0 0 0,0 1 0 0 0,0 0-1 0 0,0 1 1 0 0,-1-1 0 0 0,1 0 0 0 0,0 1-1 0 0,0-1 1 0 0,1 1 0 0 0,-1-1 0 0 0,0 1-1 0 0,0 0 1 0 0,1 0 0 0 0,-1 0 0 0 0,1 0-1 0 0,-2 3 1 0 0,-1 1 1090 0 0,-2 5 166 0 0,0 0 0 0 0,-5 12 0 0 0,2 3-713 0 0,0 1 0 0 0,-6 36 0 0 0,13-49-829 0 0,0 0 0 0 0,1 0 0 0 0,0 0 0 0 0,1 0 0 0 0,3 21 0 0 0,-2-25-86 0 0,1 0 0 0 0,0 0 0 0 0,1 0 0 0 0,0 0 0 0 0,0-1 0 0 0,1 1 0 0 0,1-1 0 0 0,6 11 0 0 0,-8-16-111 0 0,0 0-1 0 0,0 0 1 0 0,0 0 0 0 0,1-1 0 0 0,0 1-1 0 0,0-1 1 0 0,0 0 0 0 0,0 0-1 0 0,0-1 1 0 0,1 1 0 0 0,-1-1 0 0 0,1 0-1 0 0,-1 0 1 0 0,1 0 0 0 0,0-1-1 0 0,0 0 1 0 0,0 0 0 0 0,0 0 0 0 0,0 0-1 0 0,0-1 1 0 0,0 0 0 0 0,5 0-1 0 0,1-1-68 0 0,1 0-1 0 0,-2-1 1 0 0,1 0-1 0 0,0-1 0 0 0,0 0 1 0 0,-1-1-1 0 0,1 0 0 0 0,18-11 1 0 0,-9 2-65 0 0,1-2 0 0 0,-2 0 1 0 0,0-1-1 0 0,-1-1 0 0 0,-1-1 0 0 0,0 0 1 0 0,-2-2-1 0 0,18-26 0 0 0,-23 30 161 0 0,0 0-1 0 0,-2-1 0 0 0,0 0 1 0 0,-1-1-1 0 0,0 0 1 0 0,-2 0-1 0 0,0 0 0 0 0,3-28 1 0 0,-8 41 114 0 0,0 1 1 0 0,0 0 0 0 0,0 0-1 0 0,-2-9 1 0 0,1 11 157 0 0,0 1 149 0 0,1 1-379 0 0,0 0 0 0 0,0 0 0 0 0,0-1 0 0 0,0 1 0 0 0,0 0 0 0 0,0 0 1 0 0,0 0-1 0 0,0 0 0 0 0,0 0 0 0 0,0 0 0 0 0,0-1 0 0 0,0 1 0 0 0,0 0 1 0 0,0 0-1 0 0,0 0 0 0 0,0 0 0 0 0,0 0 0 0 0,-1 0 0 0 0,1 0 0 0 0,0 0 1 0 0,0-1-1 0 0,0 1 0 0 0,0 0 0 0 0,0 0 0 0 0,0 0 0 0 0,0 0 0 0 0,-1 0 0 0 0,1 0 1 0 0,0 0-1 0 0,0 0 0 0 0,0 0 0 0 0,0 0 0 0 0,0 0 0 0 0,0 0 0 0 0,0 0 1 0 0,-1 0-1 0 0,1 0 0 0 0,0 0 0 0 0,0 0 0 0 0,0 0 0 0 0,0 0 0 0 0,0 0 1 0 0,0 0-1 0 0,-1 0 0 0 0,1 0 0 0 0,0 0 0 0 0,0 0 0 0 0,0 0 0 0 0,0 0 1 0 0,0 0-1 0 0,0 0 0 0 0,0 0 0 0 0,-1 1 0 0 0,-3 9 54 0 0,0 1 0 0 0,0-1 0 0 0,1 1 0 0 0,1 0 0 0 0,0 0 0 0 0,-1 15 0 0 0,1-7 5 0 0,2 1 0 0 0,3 38 0 0 0,0-41-51 0 0,1 0 0 0 0,0 0 0 0 0,1 0 0 0 0,1-1 1 0 0,1 0-1 0 0,0 0 0 0 0,1 0 0 0 0,14 20 0 0 0,-14-24-11 0 0,1 0-1 0 0,1 0 0 0 0,0-1 1 0 0,0 0-1 0 0,1-1 0 0 0,0 0 1 0 0,1-1-1 0 0,0 0 0 0 0,1-1 1 0 0,15 8-1 0 0,-21-13-269 0 0,1 0-1 0 0,-1-1 1 0 0,1 1-1 0 0,0-2 1 0 0,0 1-1 0 0,0-1 0 0 0,0 0 1 0 0,1-1-1 0 0,-1 0 1 0 0,0 0-1 0 0,0-1 1 0 0,0 0-1 0 0,0 0 1 0 0,0-1-1 0 0,0 0 1 0 0,9-4-1 0 0,-11 4 52 0 0,-1 0-1 0 0,0-1 0 0 0,0 1 0 0 0,0-1 0 0 0,-1 0 0 0 0,1-1 0 0 0,0 1 1 0 0,-1-1-1 0 0,0 0 0 0 0,0 0 0 0 0,0 0 0 0 0,-1 0 0 0 0,1-1 0 0 0,-1 1 0 0 0,0-1 1 0 0,0 0-1 0 0,-1 0 0 0 0,1 0 0 0 0,-1-1 0 0 0,0 1 0 0 0,-1 0 0 0 0,1-1 1 0 0,-1 1-1 0 0,1-7 0 0 0,-2-27-6823 0 0,-1 18 737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0:17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34 2303 0 0,'-5'-5'21593'0'0,"23"1"-17714"0"0,12-1-6920 0 0,-16 4 5137 0 0,61-7-1597 0 0,20-2-229 0 0,-80 9-534 0 0,0 1 0 0 0,1 1 0 0 0,-1 0 0 0 0,16 4 0 0 0,-29-4-717 0 0,0-1-527 0 0,-1 0 1428 0 0,-1 0 0 0 0,0 0 0 0 0,0 0 0 0 0,1 0 0 0 0,-1 1 1 0 0,0-1-1 0 0,1 0 0 0 0,-1 0 0 0 0,0 0 0 0 0,0 0 0 0 0,1 1 0 0 0,-1-1 0 0 0,0 0 0 0 0,0 0 0 0 0,0 1 0 0 0,0-1 0 0 0,1 0 0 0 0,-1 1 0 0 0,0-1-54 0 0,0 0 0 0 0,0 1 0 0 0,1-1 0 0 0,-1 0 0 0 0,0 0 0 0 0,0 1 0 0 0,0-1 0 0 0,1 0 0 0 0,-1 0 0 0 0,0 0 0 0 0,0 1 0 0 0,1-1 0 0 0,-1 0 0 0 0,0 0 0 0 0,0 0 0 0 0,1 0 0 0 0,-1 0 0 0 0,0 0 0 0 0,1 1 0 0 0,-1-1 0 0 0,0 0 0 0 0,1 0 0 0 0,-1 0 0 0 0,0 0 0 0 0,-1 2-2157 0 0,-4 12-12 0 0</inkml:trace>
  <inkml:trace contextRef="#ctx0" brushRef="#br0" timeOffset="1">0 256 9215 0 0,'0'0'10562'0'0,"3"1"-9204"0"0,4 2-1031 0 0,0 1 0 0 0,1-2 0 0 0,-1 1-1 0 0,1-1 1 0 0,0 0 0 0 0,0-1 0 0 0,0 0 0 0 0,-1 0 0 0 0,1-1-1 0 0,9 0 1 0 0,16-2-265 0 0,38-8 1 0 0,-18 2-759 0 0,-5 2-1511 0 0,-17 2-3755 0 0,-6 1-941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0:18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6447 0 0,'0'0'586'0'0,"3"-1"-28"0"0,3 0 1168 0 0,0 1-1 0 0,0 0 0 0 0,1 0 0 0 0,-1 0 0 0 0,0 0 0 0 0,9 3 0 0 0,-13-3-1384 0 0,0 1 0 0 0,0-1 1 0 0,0 0-1 0 0,1 0 0 0 0,-1 0 0 0 0,0 0 0 0 0,0 0 0 0 0,1-1 0 0 0,-1 1 0 0 0,3-2 1 0 0,-2 2-46 0 0,-1-1 1 0 0,1 0-1 0 0,0 1 1 0 0,0 0-1 0 0,0 0 1 0 0,4 0-1 0 0,34 0 944 0 0,-23 0-1001 0 0,20 1-1 0 0,-14 1-320 0 0,-13 0-409 0 0,-9-1-193 0 0,0 0-41 0 0,17 7-3327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0:18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57 10591 0 0,'-10'-3'11120'0'0,"24"-3"-9505"0"0,-5 1-1089 0 0,6 1 213 0 0,-1 0 0 0 0,25-1 0 0 0,18-5-276 0 0,-37 5-536 0 0,30-1-1 0 0,-10 0-2820 0 0,-19 3-5614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0:19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20 11055 0 0,'0'0'8780'0'0,"-1"2"-7852"0"0,-15 24 479 0 0,2 1-1 0 0,0 1 1 0 0,-18 56 0 0 0,8 3-41 0 0,2-2-520 0 0,20-77-821 0 0,2 0 34 0 0,1-7-26 0 0,2-12-336 0 0,24-110-1393 0 0,24-84-1017 0 0,-50 199 2639 0 0,10-18-103 0 0,-6 15 1655 0 0,-4 12-1048 0 0,4 10-258 0 0,1-1 0 0 0,0 0 0 0 0,1 0 0 0 0,0-1 0 0 0,0 0-1 0 0,1 0 1 0 0,1-1 0 0 0,0 0 0 0 0,0 0 0 0 0,1-1 0 0 0,0 0 0 0 0,1-1-1 0 0,0 0 1 0 0,0-1 0 0 0,0 0 0 0 0,17 7 0 0 0,4-1-130 0 0,15 6 0 0 0,73 41-1 0 0,-119-59-39 0 0,42 28-183 0 0,-41-28 95 0 0,-2 0 73 0 0,0-1 0 0 0,1 0 0 0 0,-1 1 0 0 0,1-1 0 0 0,-1 0 0 0 0,0 1 1 0 0,1-1-1 0 0,-1 1 0 0 0,0-1 0 0 0,0 1 0 0 0,1-1 0 0 0,-1 0 0 0 0,0 1 0 0 0,0-1 0 0 0,1 1 1 0 0,-1-1-1 0 0,0 1 0 0 0,0-1 0 0 0,0 1 0 0 0,0 0 0 0 0,-2 2 6 0 0,0 1-1 0 0,-1-1 1 0 0,1 0-1 0 0,-1-1 1 0 0,0 1-1 0 0,0 0 1 0 0,0-1-1 0 0,0 0 1 0 0,0 0-1 0 0,0 0 1 0 0,-1 0-1 0 0,1 0 1 0 0,-7 2-1 0 0,-6 1 2 0 0,1-1 0 0 0,-19 3 0 0 0,7-1 54 0 0,-35 5-372 0 0,-2-3 0 0 0,-125 0-1 0 0,160-9-532 0 0,27 0 386 0 0,30-12-6802 0 0,-6 7 5378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0:19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4607 0 0,'0'0'19829'0'0,"1"2"-18757"0"0,29 94 2479 0 0,4 12-2668 0 0,-22-56-751 0 0,22 88 249 0 0,-31-130-637 0 0,0-1 0 0 0,1-1 0 0 0,7 15 0 0 0,-10-22-211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0:19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7367 0 0,'0'0'568'0'0,"3"-1"123"0"0,34-12 8234 0 0,3 5-3817 0 0,45-1-1659 0 0,-23 3-2142 0 0,-28 2-1155 0 0,-1 2 0 0 0,0 1 0 0 0,1 1 0 0 0,-1 2 0 0 0,0 1 0 0 0,57 14 0 0 0,-86-16-152 0 0,-1 0 0 0 0,1 0 0 0 0,-1 0 0 0 0,1 1 0 0 0,-1-1 0 0 0,4 3 0 0 0,2 6 0 0 0,-7-7-11 0 0,-1-1 1 0 0,0 1-1 0 0,0 0 0 0 0,0-1 1 0 0,0 1-1 0 0,0 0 0 0 0,0 0 1 0 0,-1 0-1 0 0,0 0 0 0 0,1-1 1 0 0,-1 1-1 0 0,0 0 0 0 0,0 0 0 0 0,-1 0 1 0 0,1 0-1 0 0,-1 0 0 0 0,1-1 1 0 0,-1 1-1 0 0,0 0 0 0 0,0 0 1 0 0,0-1-1 0 0,-3 5 0 0 0,-1 2-23 0 0,0 0-1 0 0,-1 0 1 0 0,-1 0-1 0 0,-13 14 0 0 0,1-5-71 0 0,-1-2 0 0 0,-1 0 0 0 0,0-1 0 0 0,-1-1 0 0 0,-27 13 0 0 0,44-25-536 0 0,0 0-1 0 0,0 0 0 0 0,-1 0 0 0 0,1-1 0 0 0,0 1 0 0 0,-10 0 0 0 0,14-2 314 0 0,-1 0-1219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0:20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51 6447 0 0,'2'2'3760'0'0,"1"3"-1591"0"0,0 0 1 0 0,0 0-1 0 0,3 9 0 0 0,3 18 2961 0 0,-1 37-1514 0 0,-7-48-2637 0 0,8 37-1 0 0,-6-46-940 0 0,5 21 322 0 0,18 47 1 0 0,-22-72-314 0 0,0 1 1 0 0,0-1 0 0 0,0 0 0 0 0,1 0-1 0 0,0 0 1 0 0,1-1 0 0 0,0 0 0 0 0,0 0-1 0 0,0 0 1 0 0,11 8 0 0 0,-11-11-116 0 0,0-1 1 0 0,0 0-1 0 0,0 0 0 0 0,1 0 1 0 0,-1-1-1 0 0,1 0 0 0 0,0 0 1 0 0,-1 0-1 0 0,1-1 0 0 0,0 0 1 0 0,0 0-1 0 0,0-1 0 0 0,0 0 1 0 0,0 0-1 0 0,0-1 0 0 0,0 0 1 0 0,-1 0-1 0 0,14-4 0 0 0,-8 1-106 0 0,-1 0 0 0 0,0-1 0 0 0,0 0 1 0 0,0 0-1 0 0,0-1 0 0 0,-1 0 0 0 0,0-1 0 0 0,-1-1 0 0 0,18-16 0 0 0,-20 18-432 0 0,-2-1 1 0 0,1 0-1 0 0,-1 0 1 0 0,0-1-1 0 0,0 1 1 0 0,6-15-1 0 0,-9 17-689 0 0,0-1-1 0 0,-1 0 0 0 0,1 0 0 0 0,-1 1 0 0 0,0-1 0 0 0,0-11 1 0 0,-3-1-5003 0 0</inkml:trace>
  <inkml:trace contextRef="#ctx0" brushRef="#br0" timeOffset="1">0 22 21335 0 0,'0'0'1935'0'0,"3"0"-1595"0"0,34-4-94 0 0,66-5 1994 0 0,43 2-641 0 0,-127 5-1818 0 0,1 2 0 0 0,0 1 0 0 0,35 5 0 0 0,-46-2-146 0 0,-6-3-1194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0:20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10135 0 0,'2'2'6563'0'0,"-1"-1"-6299"0"0,0 1-1 0 0,1 0 1 0 0,-1-1 0 0 0,1 1 0 0 0,0-1 0 0 0,0 0-1 0 0,-1 1 1 0 0,1-1 0 0 0,0 0 0 0 0,0 0 0 0 0,0 0-1 0 0,0-1 1 0 0,0 1 0 0 0,0 0 0 0 0,0-1-1 0 0,1 1 1 0 0,3 0 0 0 0,4-1 257 0 0,1 1 0 0 0,16-2 0 0 0,-13 0-123 0 0,89-8-221 0 0,-35 1-4072 0 0,-51 6-3339 0 0</inkml:trace>
  <inkml:trace contextRef="#ctx0" brushRef="#br0" timeOffset="1">555 23 20239 0 0,'0'0'1839'0'0,"2"0"-1514"0"0,82-17 3807 0 0,0 12-3005 0 0,-81 5-1316 0 0,1 0 0 0 0,0 0 0 0 0,-1 0 0 0 0,1 1 0 0 0,0-1 0 0 0,-1 1 0 0 0,7 2 0 0 0,1 0-2657 0 0,0 1-3033 0 0,0 2-1643 0 0</inkml:trace>
  <inkml:trace contextRef="#ctx0" brushRef="#br0" timeOffset="2">591 211 9215 0 0,'0'0'831'0'0,"2"1"-279"0"0,31 0 8636 0 0,21-4-4692 0 0,6 0-3611 0 0,2-2-4088 0 0,-46 5-4778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0:21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46 5063 0 0,'0'0'232'0'0,"0"-2"-13"0"0,6-22 9517 0 0,-13 17-3769 0 0,1 1-5074 0 0,5 5-758 0 0,-1 0 1 0 0,1 0-1 0 0,-1 1 1 0 0,1-1-1 0 0,-1 0 1 0 0,0 1-1 0 0,1 0 1 0 0,-1-1-1 0 0,0 1 1 0 0,1 0-1 0 0,-1 0 1 0 0,0-1-1 0 0,0 2 1 0 0,1-1-1 0 0,-1 0 1 0 0,0 0-1 0 0,1 0 1 0 0,-1 1-1 0 0,0-1 1 0 0,-2 2 0 0 0,-2 0 29 0 0,1 1 0 0 0,-1 0 0 0 0,1 0 0 0 0,-6 5 0 0 0,8-5-131 0 0,-12 10 320 0 0,0 0-1 0 0,1 2 1 0 0,1 0-1 0 0,0 0 1 0 0,1 1-1 0 0,0 1 1 0 0,-11 23-1 0 0,17-28-222 0 0,1 0 0 0 0,0 1 0 0 0,1 0-1 0 0,0 0 1 0 0,1 0 0 0 0,-1 18 0 0 0,4-26-119 0 0,0 0 1 0 0,0 0-1 0 0,0 0 1 0 0,1 0-1 0 0,0 1 0 0 0,0-1 1 0 0,0 0-1 0 0,1-1 0 0 0,0 1 1 0 0,0 0-1 0 0,0 0 1 0 0,0-1-1 0 0,1 1 0 0 0,0-1 1 0 0,0 0-1 0 0,0 0 1 0 0,0 0-1 0 0,6 6 0 0 0,-1-4-11 0 0,-1 1-1 0 0,0-1 1 0 0,1-1-1 0 0,0 1 1 0 0,1-1-1 0 0,-1-1 1 0 0,1 0 0 0 0,18 7-1 0 0,-7-6-32 0 0,-1-1 0 0 0,1-1-1 0 0,0 0 1 0 0,1-1 0 0 0,-1-1 0 0 0,0-2-1 0 0,0 0 1 0 0,0 0 0 0 0,1-2 0 0 0,28-8-1 0 0,-33 8-15 0 0,15-5-84 0 0,36-12-1 0 0,-58 17 32 0 0,0-1-1 0 0,0 0 1 0 0,-1-1-1 0 0,0 1 1 0 0,0-2-1 0 0,0 1 1 0 0,0-1-1 0 0,10-10 1 0 0,-16 13 80 0 0,0 1 0 0 0,1-1 0 0 0,-1 0 1 0 0,0 0-1 0 0,0 0 0 0 0,-1 0 0 0 0,1 0 0 0 0,-1 0 1 0 0,1 0-1 0 0,-1-1 0 0 0,0 1 0 0 0,0 0 1 0 0,-1-1-1 0 0,1 1 0 0 0,-1-1 0 0 0,1 1 0 0 0,-1-1 1 0 0,0 1-1 0 0,0-1 0 0 0,-1 1 0 0 0,1-1 1 0 0,-1 1-1 0 0,0-1 0 0 0,0 1 0 0 0,0-1 0 0 0,0 1 1 0 0,-2-4-1 0 0,-2-1 67 0 0,1 0 0 0 0,-1 1 1 0 0,-1-1-1 0 0,1 1 0 0 0,-1 0 1 0 0,-1 1-1 0 0,1 0 0 0 0,-1 0 1 0 0,-11-8-1 0 0,-102-65 654 0 0,101 68-657 0 0,0 1 0 0 0,-1 0 0 0 0,-1 2 0 0 0,1 0 0 0 0,-1 1 0 0 0,0 1 0 0 0,-33-4 0 0 0,49 8-21 0 0,-15 0-300 0 0,7 2-1919 0 0,5 1 906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7:18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1 106 20415 0 0,'0'0'3716'0'0,"4"12"-1879"0"0,46 96 61 0 0,74 153-46 0 0,-105-218-1727 0 0,-15-33-99 0 0,0-1 0 0 0,0 1-1 0 0,1-1 1 0 0,0 0-1 0 0,0 0 1 0 0,1-1 0 0 0,0 0-1 0 0,8 9 1 0 0,-13-18-23 0 0,0 1 0 0 0,0-1 1 0 0,0 1-1 0 0,0-1 0 0 0,0 1 1 0 0,0-1-1 0 0,0 0 0 0 0,0 1 1 0 0,-1-1-1 0 0,1 0 0 0 0,0 0 1 0 0,-1 1-1 0 0,1-1 0 0 0,0 0 1 0 0,0-1-1 0 0,-1 1-3 0 0,4-5 0 0 0,0 0 0 0 0,-1 0 0 0 0,0-1 0 0 0,0 0 0 0 0,0 0 0 0 0,-1 0 0 0 0,0 0 0 0 0,2-10 0 0 0,-1-10 0 0 0,0-27 0 0 0,2-12 0 0 0,4 1-17 0 0,10-61-30 0 0,-18 121 33 0 0,0 0 0 0 0,1 0-1 0 0,-1 0 1 0 0,1 0 0 0 0,4-7 0 0 0,-5 10-50 0 0,7 16-3 0 0,16 60 25 0 0,-6-17 137 0 0,-15-50-85 0 0,47 121 371 0 0,-38-102-289 0 0,1-1 1 0 0,30 44-1 0 0,-36-60-87 0 0,0-1-1 0 0,0-1 0 0 0,0 1 0 0 0,1-1 0 0 0,1 0 1 0 0,-1-1-1 0 0,1 0 0 0 0,0 0 0 0 0,0-1 0 0 0,1 0 1 0 0,19 6-1 0 0,-23-9-3 0 0,0 0 0 0 0,0 0 1 0 0,0-1-1 0 0,1 0 0 0 0,-1 0 1 0 0,0-1-1 0 0,1 0 0 0 0,-1 0 1 0 0,1 0-1 0 0,-1-1 1 0 0,0 0-1 0 0,1 0 0 0 0,-1 0 1 0 0,0-1-1 0 0,0 0 0 0 0,0 0 1 0 0,0-1-1 0 0,0 0 0 0 0,0 0 1 0 0,9-7-1 0 0,-10 6 13 0 0,-1 0-1 0 0,0-1 1 0 0,0 1 0 0 0,0-1 0 0 0,-1 0-1 0 0,1 0 1 0 0,-1-1 0 0 0,-1 1-1 0 0,1-1 1 0 0,-1 1 0 0 0,0-1-1 0 0,0 0 1 0 0,0 0 0 0 0,-1 0 0 0 0,0 0-1 0 0,0 0 1 0 0,-1 0 0 0 0,1-7-1 0 0,-2-13 102 0 0,0 0 0 0 0,-10-49-1 0 0,7 54-93 0 0,-71-301-642 0 0,71 310-44 0 0,-2-8-139 0 0,4 7-5634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7:19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158 300 11255 0 0,'0'0'1023'0'0,"-6"-17"496"0"0,5 16-1214 0 0,0 0 0 0 0,0 1 0 0 0,0-1 1 0 0,0 0-1 0 0,0 1 0 0 0,-1-1 1 0 0,1 1-1 0 0,0 0 0 0 0,0-1 0 0 0,0 1 1 0 0,-1 0-1 0 0,1 0 0 0 0,0 0 1 0 0,0 0-1 0 0,0 0 0 0 0,-1 0 0 0 0,1 0 1 0 0,-2 0-1 0 0,0 1-9 0 0,1 0-1 0 0,0 0 1 0 0,-1 0-1 0 0,1 0 1 0 0,0 0 0 0 0,0 0-1 0 0,0 1 1 0 0,-4 2 0 0 0,-1 3 378 0 0,0 0 1 0 0,1 0 0 0 0,-11 16-1 0 0,5-6-3 0 0,1 1-1 0 0,1 0 1 0 0,-12 29-1 0 0,19-40-597 0 0,1 0-1 0 0,0 0 0 0 0,1 0 1 0 0,0 0-1 0 0,-1 14 0 0 0,2-17-74 0 0,0 0 0 0 0,0 0 0 0 0,1 0-1 0 0,0 0 1 0 0,0-1 0 0 0,0 1 0 0 0,0 0 0 0 0,0 0-1 0 0,1-1 1 0 0,0 1 0 0 0,3 5 0 0 0,-4-8-30 0 0,0 1-1 0 0,0-1 1 0 0,0 0 0 0 0,0-1 0 0 0,0 1 0 0 0,1 0-1 0 0,-1 0 1 0 0,0 0 0 0 0,1-1 0 0 0,-1 1 0 0 0,0-1-1 0 0,1 1 1 0 0,-1-1 0 0 0,1 1 0 0 0,-1-1 0 0 0,1 0-1 0 0,1 1 1 0 0,25-3-763 0 0,-23 1 663 0 0,0 0-1 0 0,0-1 1 0 0,0 0-1 0 0,0 0 1 0 0,0 0-1 0 0,0-1 1 0 0,-1 0 0 0 0,1 0-1 0 0,-1 0 1 0 0,1 0-1 0 0,-1-1 1 0 0,0 1-1 0 0,-1-1 1 0 0,1 0 0 0 0,-1-1-1 0 0,1 1 1 0 0,-1 0-1 0 0,0-1 1 0 0,-1 0-1 0 0,1 1 1 0 0,-1-1 0 0 0,2-7-1 0 0,1-4 125 0 0,-1 0 0 0 0,0 0 0 0 0,-1 0 0 0 0,-1 0 1 0 0,-1-1-1 0 0,0-17 0 0 0,-1 29 157 0 0,0-1 1 0 0,1 0 0 0 0,0 0-1 0 0,0 1 1 0 0,1-1 0 0 0,-1 1-1 0 0,3-7 1 0 0,-3 11 362 0 0,0 0-445 0 0,0 0-1 0 0,0 1 1 0 0,1-1 0 0 0,-1 0-1 0 0,0 0 1 0 0,1 1 0 0 0,-1-1-1 0 0,0 1 1 0 0,1-1 0 0 0,-1 1-1 0 0,3-1 1 0 0,1 3-42 0 0,0-1-1 0 0,0 1 1 0 0,0 0 0 0 0,0 0-1 0 0,0 0 1 0 0,-1 1 0 0 0,1 0-1 0 0,-1 0 1 0 0,1 0 0 0 0,-1 0-1 0 0,0 1 1 0 0,-1-1 0 0 0,1 1-1 0 0,0 0 1 0 0,-1 0 0 0 0,3 6-1 0 0,6 8 24 0 0,0 1 0 0 0,13 32 0 0 0,7 38 202 0 0,-32-89-250 0 0,0 0-1 0 0,0 1 0 0 0,0-1 1 0 0,0 0-1 0 0,0 1 1 0 0,1-1-1 0 0,-1 0 0 0 0,0 1 1 0 0,0-1-1 0 0,0 0 0 0 0,0 0 1 0 0,0 1-1 0 0,1-1 0 0 0,-1 0 1 0 0,0 0-1 0 0,0 1 0 0 0,0-1 1 0 0,1 0-1 0 0,-1 0 0 0 0,0 1 1 0 0,1-1-1 0 0,-1 0 0 0 0,0 0 1 0 0,0 0-1 0 0,1 0 0 0 0,-1 1 1 0 0,0-1-1 0 0,1 0 1 0 0,-1 0-1 0 0,0 0 0 0 0,1 0 1 0 0,-1 0-1 0 0,0 0 0 0 0,1 0 1 0 0,-1 0-1 0 0,0 0 0 0 0,1 0 1 0 0,-1 0-1 0 0,4-4-23 0 0,-1 0 23 0 0,0 1-1 0 0,0-1 0 0 0,0 0 1 0 0,-1 0-1 0 0,0 0 1 0 0,1 0-1 0 0,-1-1 0 0 0,2-5 1 0 0,8-39 2 0 0,-5 17 0 0 0,14-42-73 0 0,2 2 0 0 0,40-81 0 0 0,-59 143 103 0 0,1 0 0 0 0,1 0 0 0 0,0 1-1 0 0,0 0 1 0 0,1 0 0 0 0,0 0 0 0 0,15-14 0 0 0,-21 23-16 0 0,-1 0-1 0 0,0 0 1 0 0,1 0 0 0 0,-1 0 0 0 0,0 0-1 0 0,1 0 1 0 0,-1 0 0 0 0,0 0 0 0 0,1 0-1 0 0,-1 0 1 0 0,1 0 0 0 0,-1 0 0 0 0,0 0-1 0 0,1 0 1 0 0,-1 0 0 0 0,0 1 0 0 0,0-1 0 0 0,1 0-1 0 0,-1 0 1 0 0,0 0 0 0 0,1 1 0 0 0,-1-1-1 0 0,0 0 1 0 0,0 0 0 0 0,1 1 0 0 0,-1-1-1 0 0,0 1 1 0 0,7 7 258 0 0,-7-8-253 0 0,5 10 231 0 0,0-1 0 0 0,0 1-1 0 0,-2 0 1 0 0,1 1-1 0 0,-1-1 1 0 0,-1 1 0 0 0,3 19-1 0 0,-1-8-20 0 0,61 345-59 0 0,-59-335-1226 0 0,-6-31 562 0 0,8-1-6040 0 0,1-4 4407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7:19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0 6447 0 0,'0'0'586'0'0,"-1"2"-486"0"0,-9 16 0 0 0,-18 25 12448 0 0,16-24-7094 0 0,-4 11-2717 0 0,-5 8-1354 0 0,20-37-1327 0 0,-18 29 829 0 0,-16 31 0 0 0,30-51-784 0 0,1 1-1 0 0,0 1 1 0 0,0-1 0 0 0,1 0-1 0 0,0 1 1 0 0,-1 21 0 0 0,4-29-93 0 0,-1-1 0 0 0,1 0 1 0 0,1 1-1 0 0,-1-1 0 0 0,0 0 1 0 0,1 1-1 0 0,0-1 0 0 0,0 0 1 0 0,0 1-1 0 0,0-1 0 0 0,0 0 1 0 0,1 0-1 0 0,-1 0 0 0 0,1 0 1 0 0,0 0-1 0 0,0-1 0 0 0,0 1 1 0 0,0 0-1 0 0,3 2 0 0 0,-2-3-9 0 0,1 1-1 0 0,-1-1 0 0 0,1 1 1 0 0,-1-1-1 0 0,1 0 0 0 0,0-1 1 0 0,0 1-1 0 0,0-1 0 0 0,0 1 1 0 0,0-1-1 0 0,0-1 0 0 0,1 1 0 0 0,-1 0 1 0 0,8-1-1 0 0,-1 0-57 0 0,-1-1 0 0 0,0-1 1 0 0,1 0-1 0 0,-1 0 0 0 0,0-1 0 0 0,17-6 0 0 0,55-32-5221 0 0,-65 31-4344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7:19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 6911 0 0,'0'0'672'0'0,"-12"11"7656"0"0,8-4-3688 0 0,-1-1 32 0 0,0 1-3432 0 0,2 2-1144 0 0,1 1-24 0 0,2 0-1352 0 0,2 0-280 0 0</inkml:trace>
  <inkml:trace contextRef="#ctx0" brushRef="#br0" timeOffset="1">82 298 9215 0 0,'-16'19'13156'0'0,"16"-18"-12528"0"0,0 1 0 0 0,-1-1 0 0 0,1 0-1 0 0,0 0 1 0 0,-1 1 0 0 0,1-1 0 0 0,0 0 0 0 0,-1 0-1 0 0,-1 3 1 0 0,2-4-598 0 0,-1 1-1 0 0,1 0 1 0 0,-1 0-1 0 0,1 0 0 0 0,0-1 1 0 0,-1 1-1 0 0,1 0 1 0 0,0 0-1 0 0,0 0 0 0 0,0 0 1 0 0,-1 0-1 0 0,1-1 1 0 0,0 1-1 0 0,0 0 1 0 0,0 0-1 0 0,0 0 0 0 0,1 0 1 0 0,-1 0-1 0 0,0 0 1 0 0,0 0-1 0 0,1 0 0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7:21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10591 0 0,'0'0'488'0'0,"1"-1"-12"0"0,7-17 12919 0 0,-7 18-13229 0 0,-1 0-1 0 0,1 1 0 0 0,-1-1 0 0 0,1 1 0 0 0,-1-1 1 0 0,0 0-1 0 0,1 1 0 0 0,-1-1 0 0 0,0 1 0 0 0,1-1 1 0 0,-1 1-1 0 0,0-1 0 0 0,1 1 0 0 0,-1 0 0 0 0,0-1 1 0 0,0 1-1 0 0,0 0 0 0 0,7 29-561 0 0,-7-30 707 0 0,10 100 997 0 0,5 28-2452 0 0,-15-126 516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7:22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20671 0 0,'0'0'1877'0'0,"0"2"-1451"0"0,4 26 1243 0 0,8 49 1311 0 0,2-29-2551 0 0,2 0-1 0 0,2-1 0 0 0,2-1 1 0 0,1-1-1 0 0,41 61 1 0 0,-39-70-340 0 0,38 48 0 0 0,-57-79-78 0 0,-3-3-11 0 0,1 0 0 0 0,-1 0 0 0 0,1-1 0 0 0,-1 1 0 0 0,1-1 0 0 0,-1 1 0 0 0,1-1 0 0 0,0 0 0 0 0,0 1 0 0 0,0-1 0 0 0,2 1 0 0 0,4 1 0 0 0,0-4 0 0 0,-6 0 0 0 0,0-1 0 0 0,0 0 0 0 0,0 0-1 0 0,0 1 1 0 0,0-1 0 0 0,0-1 0 0 0,-1 1 0 0 0,1 0 0 0 0,-1 0-1 0 0,0-1 1 0 0,0 1 0 0 0,1 0 0 0 0,-2-1 0 0 0,1 1 0 0 0,1-6-1 0 0,1-6 8 0 0,3-21-1 0 0,-6 34-5 0 0,51-315-81 0 0,-49 304 71 0 0,1 0-1 0 0,0 0 1 0 0,0 1 0 0 0,1-1 0 0 0,1 1 0 0 0,10-19 0 0 0,-14 29 7 0 0,-1 1-1 0 0,0-1 1 0 0,1 0 0 0 0,-1 1 0 0 0,1-1 0 0 0,-1 1-1 0 0,0-1 1 0 0,1 1 0 0 0,0-1 0 0 0,-1 1 0 0 0,1-1-1 0 0,-1 1 1 0 0,1 0 0 0 0,-1-1 0 0 0,1 1 0 0 0,0 0 0 0 0,-1-1-1 0 0,2 1 1 0 0,4 2-14 0 0,-6-1 10 0 0,3 0 7 0 0,0 1 0 0 0,0 0 1 0 0,0 0-1 0 0,0 0 1 0 0,0 0-1 0 0,-1 1 0 0 0,1-1 1 0 0,-1 1-1 0 0,1-1 1 0 0,-1 1-1 0 0,0 0 0 0 0,0 0 1 0 0,0 0-1 0 0,2 6 0 0 0,2 6 75 0 0,9 31-1 0 0,-8-24 6 0 0,12 41 119 0 0,15 44 69 0 0,-27-90-244 0 0,1 0 1 0 0,0 0-1 0 0,2-1 0 0 0,11 16 1 0 0,-18-27-20 0 0,1 0 1 0 0,0 0 0 0 0,0-1-1 0 0,1 1 1 0 0,0-1 0 0 0,-1 0-1 0 0,11 6 1 0 0,-14-10-5 0 0,0 1 1 0 0,0 0-1 0 0,0-1 1 0 0,0 1-1 0 0,0-1 0 0 0,1 1 1 0 0,-1-1-1 0 0,0 0 1 0 0,0 1-1 0 0,0-1 0 0 0,0 0 1 0 0,1 0-1 0 0,-1 0 1 0 0,0 0-1 0 0,0 0 0 0 0,0 0 1 0 0,0 0-1 0 0,1 0 1 0 0,-1-1-1 0 0,0 1 0 0 0,0 0 1 0 0,0-1-1 0 0,0 1 1 0 0,0-1-1 0 0,0 1 0 0 0,2-2 1 0 0,0 1-4 0 0,0-1 5 0 0,1 0 0 0 0,-1 0-1 0 0,0-1 1 0 0,-1 1 0 0 0,1 0 0 0 0,0-1 0 0 0,-1 0 0 0 0,1 0-1 0 0,-1 1 1 0 0,0-1 0 0 0,0-1 0 0 0,0 1 0 0 0,2-6 0 0 0,3-6 41 0 0,7-29 0 0 0,-10 30-53 0 0,4-19 6 0 0,-2-1 0 0 0,-2 0 0 0 0,2-55 1 0 0,-4 50-24 0 0,-1 3-796 0 0,-7-60 1 0 0,6 91 430 0 0,-1 1 1 0 0,0 0 0 0 0,0 0-1 0 0,-3-7 1 0 0,-5-6-7460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7:22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1839 0 0,'1'-1'5090'0'0,"7"-3"-146"0"0,1-1 0 0 0,12-4 1 0 0,21-2 907 0 0,46-3-7478 0 0,-24 5 2116 0 0,51-11-4046 0 0,-86 17 1425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7:22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5063 0 0,'0'0'232'0'0,"2"1"651"0"0,3 1 3045 0 0,1 0 1 0 0,0-1-1 0 0,9 2 0 0 0,20-2 3033 0 0,35-11-6579 0 0,-18 2 546 0 0,46 0-1772 0 0,-32 4-3404 0 0,-47 3 2745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7:23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47 5983 0 0,'-4'-6'18291'0'0,"7"4"-18132"0"0,-1 0 1 0 0,1 0 0 0 0,0 0-1 0 0,-1 0 1 0 0,1 1 0 0 0,0-1-1 0 0,0 1 1 0 0,0 0 0 0 0,0 0-1 0 0,4-1 1 0 0,38-8 1028 0 0,-34 7-1019 0 0,13-1-26 0 0,-1 1 0 0 0,1 1 0 0 0,46 2 0 0 0,-66 0-140 0 0,1 1-1 0 0,-1 0 1 0 0,0 0 0 0 0,0 0-1 0 0,5 2 1 0 0,-8-2 7 0 0,-1 0 0 0 0,1 0 0 0 0,0 0 1 0 0,0 0-1 0 0,-1 0 0 0 0,1 0 0 0 0,-1 0 0 0 0,1 1 0 0 0,-1-1 0 0 0,1 0 1 0 0,-1 0-1 0 0,0 1 0 0 0,0-1 0 0 0,1 0 0 0 0,-1 0 0 0 0,0 1 0 0 0,0-1 0 0 0,0 0 1 0 0,-1 2-1 0 0,0 3 51 0 0,-1 0 1 0 0,1 0-1 0 0,-1-1 1 0 0,-1 1-1 0 0,1-1 1 0 0,-1 1-1 0 0,0-1 1 0 0,0 0-1 0 0,-7 8 0 0 0,0 2 91 0 0,-7 7 272 0 0,-29 33-1 0 0,33-42-225 0 0,1 0-1 0 0,0 1 1 0 0,2 0 0 0 0,-1 1 0 0 0,2 1-1 0 0,-10 18 1 0 0,19-30-83 0 0,3 4-23 0 0,-3-7-88 0 0,1 0 0 0 0,0 0 0 0 0,0-1 1 0 0,0 1-1 0 0,0 0 0 0 0,-1 0 0 0 0,1-1 0 0 0,0 1 1 0 0,0-1-1 0 0,0 1 0 0 0,1-1 0 0 0,-1 1 1 0 0,0-1-1 0 0,0 0 0 0 0,0 0 0 0 0,0 1 1 0 0,0-1-1 0 0,2 0 0 0 0,-2 0-3 0 0,11 2 4 0 0,-1-1 0 0 0,1 0 0 0 0,-1 0-1 0 0,22-3 1 0 0,47-10 30 0 0,-51 7-30 0 0,44-7-2186 0 0,47-8-7094 0 0,-104 16 611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7:24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6911 0 0,'0'0'18321'0'0,"3"1"-17830"0"0,7 1-220 0 0,-1-1 0 0 0,1 0 1 0 0,0 0-1 0 0,0-1 0 0 0,16-2 0 0 0,-11 1-276 0 0,26 1 0 0 0,3 2-434 0 0,-19-2-1750 0 0,-1 2-5138 0 0,-11-1-179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7:24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 20503 0 0,'0'0'2307'0'0,"3"-1"-2182"0"0,105-35 907 0 0,-87 29-1602 0 0,1 1-1 0 0,28-5 0 0 0,-26 7-525 0 0,10-2-368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7:27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7831 0 0,'0'3'4134'0'0,"10"38"7042"0"0,1 4-7075 0 0,5 17-2411 0 0,8 24-132 0 0,-4-22-1081 0 0,-15-42-364 0 0,-1-7-63 0 0,0 0-1 0 0,1 0 1 0 0,0 0 0 0 0,1-1 0 0 0,0 0 0 0 0,17 25-1 0 0,-17-31-27 0 0,1-20 42 0 0,36-151 137 0 0,-1 5-428 0 0,15-5-1341 0 0,-55 155 739 0 0,-1 4-59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7:28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37 9671 0 0,'-10'6'8912'0'0,"12"-5"-8150"0"0,0 0-1 0 0,1 0 0 0 0,-1 0 0 0 0,0 0 1 0 0,0-1-1 0 0,1 1 0 0 0,-1-1 1 0 0,0 0-1 0 0,1 1 0 0 0,-1-1 1 0 0,0 0-1 0 0,3-1 0 0 0,31-6 705 0 0,2-1-886 0 0,-15 5-379 0 0,33-8 0 0 0,-31 6-285 0 0,28-3-1 0 0,-35 6-589 0 0,73-3-3599 0 0,-68 7 2012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7:28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 13359 0 0,'0'0'1027'0'0,"-1"2"-670"0"0,-9 24 839 0 0,6-8 2721 0 0,2 0 0 0 0,-2 20-1 0 0,3-17-3250 0 0,0-8 44 0 0,0 0 0 0 0,1 0 1 0 0,3 20-1 0 0,-2-27-935 0 0,1 1 0 0 0,-1-1 0 0 0,1 0 0 0 0,0 0 0 0 0,0 0 0 0 0,1 0 0 0 0,-1 0 0 0 0,2-1 0 0 0,2 6 0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7:25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56 2759 0 0,'-1'-2'207'0'0,"0"1"-685"0"0,-11-13 154 0 0,-7-5 7554 0 0,16 17-5568 0 0,-1 0 0 0 0,1-1 1 0 0,0 1-1 0 0,-7-2 0 0 0,-10-2-61 0 0,14 6-1150 0 0,1-1 1 0 0,-1 1-1 0 0,0 0 1 0 0,1 1-1 0 0,-1-1 1 0 0,0 1-1 0 0,1 0 1 0 0,-1 0-1 0 0,0 1 0 0 0,1 0 1 0 0,0 0-1 0 0,-7 3 1 0 0,9-3-304 0 0,-1 0 1 0 0,1 0-1 0 0,-1 0 1 0 0,1 0-1 0 0,0 1 1 0 0,0 0-1 0 0,0-1 1 0 0,0 1-1 0 0,0 0 0 0 0,1 0 1 0 0,-1 1-1 0 0,1-1 1 0 0,0 1-1 0 0,0-1 1 0 0,0 1-1 0 0,0-1 1 0 0,-2 8-1 0 0,2 1-19 0 0,0 0 0 0 0,1 0 0 0 0,1 1 1 0 0,-1-1-1 0 0,2 0 0 0 0,0 0 0 0 0,3 16 0 0 0,25 85 408 0 0,-9-45-195 0 0,80 242 563 0 0,-54-180-783 0 0,-25-63-87 0 0,-2 1 1 0 0,12 90-1 0 0,-25-110-36 0 0,-2 1 0 0 0,-2-1 0 0 0,-3 1 0 0 0,-7 57 0 0 0,7-93-15 0 0,-2 0 0 0 0,1-1-1 0 0,-2 1 1 0 0,0-1 0 0 0,0 0 0 0 0,-1 0 0 0 0,-8 15-1 0 0,9-21 9 0 0,0 0-1 0 0,0-1 0 0 0,0 1 0 0 0,-1-1 1 0 0,0 0-1 0 0,0 0 0 0 0,0 0 1 0 0,-1-1-1 0 0,1 0 0 0 0,-1 0 0 0 0,0 0 1 0 0,0-1-1 0 0,-1 0 0 0 0,1 0 0 0 0,-7 2 1 0 0,4-2-77 0 0,0-1 0 0 0,0 0 0 0 0,0 0 1 0 0,0-1-1 0 0,0 0 0 0 0,0-1 0 0 0,-14-1 1 0 0,17 1-587 0 0,-1-2-1 0 0,0 1 1 0 0,0-1 0 0 0,1 0 0 0 0,-1 0 0 0 0,-7-5 0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7:25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17967 0 0,'0'0'2136'0'0,"1"2"-1281"0"0,19 63 3701 0 0,50 126-1047 0 0,-58-160-3380 0 0,0 2 0 0 0,7 36 0 0 0,-6-21-68 0 0,-6-19-89 0 0,-5-18-108 0 0,-1-9-11 0 0,-7-15-8539 0 0,1 0 6619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7:25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87 20991 0 0,'0'0'960'0'0,"-2"-1"-21"0"0,-7-5-603 0 0,3 0-240 0 0,5 5 202 0 0,5-10 465 0 0,-3 9-691 0 0,0 0 0 0 0,0 1 0 0 0,1-1 0 0 0,-1 1 0 0 0,1 0 0 0 0,-1-1 0 0 0,1 1 0 0 0,-1 0 0 0 0,1 0-1 0 0,0 0 1 0 0,-1 0 0 0 0,1 0 0 0 0,0 0 0 0 0,0 1 0 0 0,2-2 0 0 0,32-4 933 0 0,-17 3-742 0 0,33-7 263 0 0,78-11-15 0 0,-114 20-497 0 0,1 0 1 0 0,-1 1 0 0 0,0 1 0 0 0,1 1 0 0 0,-1 0 0 0 0,18 6 0 0 0,-20-5-45 0 0,-1 1-1 0 0,1 1 1 0 0,-1 0-1 0 0,0 1 0 0 0,16 10 1 0 0,-24-13 1 0 0,-1 0 1 0 0,1 1-1 0 0,-1 0 0 0 0,0-1 1 0 0,0 2-1 0 0,-1-1 0 0 0,1 0 1 0 0,-1 1-1 0 0,0-1 0 0 0,0 1 0 0 0,-1 0 1 0 0,1 0-1 0 0,-1 0 0 0 0,0 0 1 0 0,0 1-1 0 0,1 8 0 0 0,-1-6 18 0 0,-1-1 0 0 0,0 1 0 0 0,-1 0-1 0 0,0 0 1 0 0,0-1 0 0 0,-1 1 0 0 0,1 0 0 0 0,-2-1-1 0 0,1 1 1 0 0,-1 0 0 0 0,0-1 0 0 0,-4 8-1 0 0,3-9 29 0 0,0-1 0 0 0,0 1 0 0 0,0-1 0 0 0,-1 0 0 0 0,1 0 0 0 0,-1-1 0 0 0,0 1-1 0 0,-1-1 1 0 0,1 0 0 0 0,-1 0 0 0 0,0 0 0 0 0,0 0 0 0 0,0-1 0 0 0,0 0 0 0 0,-11 4-1 0 0,3-2 2 0 0,0-1 0 0 0,0-1 0 0 0,0 0 0 0 0,-25 3-1 0 0,-55-6-950 0 0,39-7-1548 0 0,37 3 245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7:26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533 167 8751 0 0,'0'0'399'0'0,"-7"-4"138"0"0,-34-13 1763 0 0,32 14-965 0 0,0 0-1 0 0,0 1 0 0 0,0 0 0 0 0,-1 1 1 0 0,1 0-1 0 0,0 0 0 0 0,-1 1 1 0 0,-12 2-1 0 0,-15 4-1076 0 0,-2 7 476 0 0,-1 1 0 0 0,2 2 1 0 0,-55 31-1 0 0,88-45-669 0 0,-16 9 264 0 0,0 1 1 0 0,1 1-1 0 0,1 1 1 0 0,-19 16-1 0 0,27-16-72 0 0,5-1-165 0 0,6-12-93 0 0,0 0-1 0 0,0 0 1 0 0,0 0-1 0 0,0 0 1 0 0,0 0-1 0 0,0 0 1 0 0,0 0-1 0 0,1 0 1 0 0,-1 0-1 0 0,0-1 0 0 0,1 1 1 0 0,0 2-1 0 0,1 0-39 0 0,0 0 0 0 0,0-1-1 0 0,0 1 1 0 0,1-1 0 0 0,-1 1-1 0 0,1-1 1 0 0,0 0-1 0 0,0 0 1 0 0,-1 0 0 0 0,1 0-1 0 0,0 0 1 0 0,1 0 0 0 0,-1-1-1 0 0,0 0 1 0 0,0 0 0 0 0,1 0-1 0 0,-1 0 1 0 0,6 1-1 0 0,6 0-293 0 0,1-1 0 0 0,29-1-1 0 0,-36-1 199 0 0,14 0-239 0 0,-1-1 0 0 0,0 0 0 0 0,0-2 0 0 0,0-1 0 0 0,0-1 0 0 0,-1-1 0 0 0,36-16 0 0 0,-51 20 372 0 0,0 0-1 0 0,0 0 1 0 0,-1-1 0 0 0,1 0-1 0 0,-1 0 1 0 0,0-1 0 0 0,0 1-1 0 0,0-1 1 0 0,-1 0 0 0 0,1 0-1 0 0,-1 0 1 0 0,0-1 0 0 0,-1 0-1 0 0,1 0 1 0 0,-1 0 0 0 0,-1 0-1 0 0,1 0 1 0 0,-1 0 0 0 0,0-1-1 0 0,0 1 1 0 0,-1-1 0 0 0,0 1-1 0 0,1-10 1 0 0,-1-12 387 0 0,-2 0 0 0 0,-1 1 0 0 0,-1-1 0 0 0,-1 1 0 0 0,-9-34-1 0 0,12 59-55 0 0,-4-4 491 0 0,4 4-165 0 0,2 9-400 0 0,7 28-257 0 0,20 55 0 0 0,-20-65-49 0 0,0-4-321 0 0,0 0 1 0 0,1-1 0 0 0,1 0-1 0 0,0 0 1 0 0,18 22 0 0 0,-26-39 296 0 0,0 0-1036 0 0,1 1 0 0 0,0 0 0 0 0,0-1 0 0 0,5 5 1 0 0,13-8-9966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7:26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48 14743 0 0,'0'0'7275'0'0,"-3"8"-4322"0"0,2-3-2643 0 0,0-1 1 0 0,1 0-1 0 0,-1 0 0 0 0,1 1 0 0 0,0-1 1 0 0,1 0-1 0 0,-1 0 0 0 0,2 9 0 0 0,13 34 1232 0 0,-5-16-905 0 0,8 24-59 0 0,2-1 0 0 0,49 96 0 0 0,-49-106-595 0 0,-13-28-6 0 0,0-1 1 0 0,16 26-1 0 0,-22-41 23 0 0,-1 0 0 0 0,0 1 0 0 0,0-1 0 0 0,0 0 0 0 0,0 1 0 0 0,1-1-1 0 0,-1 0 1 0 0,0 0 0 0 0,0 1 0 0 0,0-1 0 0 0,1 0 0 0 0,-1 0 0 0 0,0 1 0 0 0,1-1 0 0 0,-1 0 0 0 0,0 0 0 0 0,0 0 0 0 0,1 1 0 0 0,-1-1-1 0 0,0 0 1 0 0,1 0 0 0 0,-1 0 0 0 0,1 0 0 0 0,-1 0 0 0 0,0 0 0 0 0,1 0 0 0 0,-1 0 0 0 0,0 0 0 0 0,1 0 0 0 0,-1 0 0 0 0,0 0 0 0 0,1 0-1 0 0,-1 0 1 0 0,1 0 0 0 0,3-4 14 0 0,-1-1 0 0 0,0 0 0 0 0,1-1 0 0 0,-2 1 1 0 0,1-1-1 0 0,0 1 0 0 0,-1-1 0 0 0,0 0 1 0 0,-1 0-1 0 0,1 0 0 0 0,0-10 0 0 0,3-8 11 0 0,36-143-174 0 0,7-29-111 0 0,-27 99-2523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7:27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25311 0 0,'0'0'1936'0'0,"3"0"-1327"0"0,12 1-332 0 0,-1-1-1 0 0,1 0 1 0 0,-1-1-1 0 0,20-4 1 0 0,-10 2 459 0 0,101-16 659 0 0,-48 6-1293 0 0,80-2 0 0 0,-132 15-1112 0 0,25 4 1 0 0,-27-2-75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7:28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12895 0 0,'0'3'8395'0'0,"18"66"-2601"0"0,-6-34-4457 0 0,16 34 0 0 0,-17-45-939 0 0,2 0 0 0 0,0 0 0 0 0,24 31 0 0 0,-36-54-379 0 0,-1-1 0 0 0,0 1 0 0 0,1-1 0 0 0,-1 1 0 0 0,0-1 0 0 0,1 1 0 0 0,-1-1 0 0 0,1 1 1 0 0,-1-1-1 0 0,1 1 0 0 0,-1-1 0 0 0,1 0 0 0 0,-1 1 0 0 0,1-1 0 0 0,-1 0 0 0 0,1 1 0 0 0,-1-1 0 0 0,1 0 0 0 0,0 0 1 0 0,-1 0-1 0 0,1 1 0 0 0,-1-1 0 0 0,1 0 0 0 0,0 0 0 0 0,-1 0 0 0 0,1 0 0 0 0,0 0 0 0 0,-1 0 0 0 0,1 0 1 0 0,-1 0-1 0 0,1 0 0 0 0,0-1 0 0 0,-1 1 0 0 0,1 0 0 0 0,0 0 0 0 0,-1 0 0 0 0,1-1 0 0 0,0 1 0 0 0,1-2 6 0 0,-1 0-1 0 0,1 0 1 0 0,-1 1-1 0 0,0-1 1 0 0,1 0-1 0 0,-1 0 1 0 0,0 0-1 0 0,0 0 1 0 0,1-4-1 0 0,5-15-4 0 0,-1 0 1 0 0,5-35-1 0 0,1-1-21 0 0,-3 16-18 0 0,-6 23-115 0 0,2 0 0 0 0,0 0 0 0 0,0 0 0 0 0,15-29 0 0 0,-19 45-65 0 0,2-4 567 0 0,-1 2-3039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7:29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83 4607 0 0,'-10'0'24517'0'0,"122"-22"-25709"0"0,-58 7 970 0 0,62-16 1212 0 0,-77 24-4103 0 0,0 1-3508 0 0,-24 5-1554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7:29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15663 0 0,'0'0'1814'0'0,"20"1"4227"0"0,40 5-1143 0 0,-59-5-4872 0 0,1-1 0 0 0,-1 0-1 0 0,1 1 1 0 0,-1-1 0 0 0,0 1-1 0 0,1-1 1 0 0,-1 1 0 0 0,0-1-1 0 0,0 1 1 0 0,0 0-1 0 0,1 0 1 0 0,-1 0 0 0 0,0 0-1 0 0,0 0 1 0 0,0 0 0 0 0,0 0-1 0 0,0 0 1 0 0,0 0 0 0 0,-1 0-1 0 0,1 0 1 0 0,0 1 0 0 0,-1-1-1 0 0,1 0 1 0 0,0 0-1 0 0,-1 1 1 0 0,0-1 0 0 0,1 1-1 0 0,-1-1 1 0 0,0 0 0 0 0,0 1-1 0 0,1-1 1 0 0,-1 1 0 0 0,0-1-1 0 0,-1 2 1 0 0,1 2 59 0 0,-1 0 0 0 0,1 1 0 0 0,-1-1 0 0 0,-1 0 0 0 0,1 0 0 0 0,-1 0 0 0 0,-3 7 0 0 0,-19 30 711 0 0,15-28-291 0 0,-12 28-1 0 0,20-41-104 0 0,2 0-264 0 0,-1 1-134 0 0,1-1 0 0 0,0 1 0 0 0,0-1 0 0 0,0 0 0 0 0,0 1 1 0 0,0-1-1 0 0,0 0 0 0 0,0 1 0 0 0,1-1 0 0 0,-1 0 0 0 0,0 0 0 0 0,1 0 0 0 0,-1 0 0 0 0,1-1 0 0 0,-1 1 1 0 0,1 0-1 0 0,-1 0 0 0 0,1-1 0 0 0,0 1 0 0 0,-1-1 0 0 0,1 0 0 0 0,0 1 0 0 0,-1-1 0 0 0,1 0 0 0 0,0 0 1 0 0,1 0-1 0 0,-1 0 5 0 0,12 0-6 0 0,0 0 1 0 0,0-1-1 0 0,0 0 1 0 0,14-4-1 0 0,55-16-73 0 0,-7 1-3178 0 0,-57 16-3925 0 0,-1-1-2255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7:43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10591 0 0,'0'0'819'0'0,"2"-1"-190"0"0,9-4 1788 0 0,15-6 6564 0 0,-5 7-7076 0 0,66-5 1690 0 0,45 3-2682 0 0,-29-1-982 0 0,-29 0-2706 0 0,-47 8-496 0 0,-16-1 839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7:43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52 11519 0 0,'-2'0'887'0'0,"-14"-1"9879"0"0,20-4-9508 0 0,-1 2-418 0 0,2-1-674 0 0,1 1 0 0 0,-1-1 0 0 0,1 1 0 0 0,0 0 0 0 0,-1 1 0 0 0,2-1 0 0 0,-1 1 0 0 0,12-2 0 0 0,0 1 40 0 0,32-1 0 0 0,7 0 6 0 0,-33 1-268 0 0,1 2 0 0 0,43 3 0 0 0,-30 0-1065 0 0,-16 0-202 0 0,2 1-54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7:45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11519 0 0,'1'1'10491'0'0,"9"20"-7470"0"0,-7-14-2520 0 0,0-1-1 0 0,0 1 1 0 0,6 6 0 0 0,-4-5-194 0 0,-1-1 0 0 0,1 1 0 0 0,-2 0 1 0 0,4 9-1 0 0,8 16 127 0 0,11 16-8 0 0,59 98 114 0 0,-84-145-135 0 0,6-20-340 0 0,-1 1 0 0 0,-1-1 0 0 0,0 0 1 0 0,4-36-1 0 0,3-10-92 0 0,15-45-811 0 0,-6 39-2754 0 0,-21 68 2498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7:45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35 15199 0 0,'-7'-5'12204'0'0,"26"0"-11424"0"0,54-5-51 0 0,-50 6-1484 0 0,1 2 0 0 0,37 0 0 0 0,6-1-4162 0 0,-50 1-624 0 0,-1 1-1465 0 0</inkml:trace>
  <inkml:trace contextRef="#ctx0" brushRef="#br0" timeOffset="1">500 1 16903 0 0,'0'0'1528'0'0,"1"1"-1254"0"0,4 6 528 0 0,0 1 0 0 0,-1-1 0 0 0,1 1 0 0 0,-1 0 0 0 0,-1 0 0 0 0,3 9 1 0 0,12 54 2509 0 0,-9-34-6370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7:43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5527 0 0,'0'0'15132'0'0,"1"2"-14332"0"0,47 163 5390 0 0,4 91-5096 0 0,-45-216-717 0 0,-3-14-829 0 0,-3-21-2169 0 0,-10-37-6336 0 0,4 14 2578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7:44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27 153 4143 0 0,'-1'-1'319'0'0,"-25"-25"14938"0"0,31 9-12334 0 0,-1 13-2560 0 0,0 0 0 0 0,1 1-1 0 0,-1-1 1 0 0,1 1 0 0 0,0 0 0 0 0,0 0 0 0 0,0 1 0 0 0,10-4 0 0 0,50-14 1391 0 0,-49 16-1610 0 0,49-14 554 0 0,74-9 0 0 0,-114 23-673 0 0,1 2 1 0 0,-1 1-1 0 0,1 1 1 0 0,-1 1-1 0 0,1 1 1 0 0,28 6-1 0 0,-43-5-59 0 0,0 0 1 0 0,0 1-1 0 0,-1 0 0 0 0,0 0 0 0 0,0 1 0 0 0,0 0 0 0 0,0 1 0 0 0,-1 0 0 0 0,15 13 0 0 0,-20-16 12 0 0,-1 0 0 0 0,0 1 0 0 0,1-1 0 0 0,-2 1 0 0 0,1-1 0 0 0,0 1 0 0 0,-1 0 0 0 0,0 0 0 0 0,0 0 0 0 0,0 1 0 0 0,0-1 0 0 0,-1 0 0 0 0,1 1 0 0 0,-1-1-1 0 0,0 1 1 0 0,-1-1 0 0 0,1 1 0 0 0,-1 0 0 0 0,0-1 0 0 0,0 1 0 0 0,0 0 0 0 0,-1-1 0 0 0,1 1 0 0 0,-1-1 0 0 0,0 1 0 0 0,-2 4 0 0 0,0-1-1 0 0,0-1 1 0 0,-1 1 0 0 0,0-1-1 0 0,0 0 1 0 0,-1 0 0 0 0,0 0-1 0 0,0-1 1 0 0,-11 11 0 0 0,7-8 6 0 0,-1-1 1 0 0,0-1-1 0 0,0 0 1 0 0,-1 0-1 0 0,-15 6 1 0 0,3-3-136 0 0,-1-2 1 0 0,0 0 0 0 0,0-1-1 0 0,0-2 1 0 0,-33 4 0 0 0,-6-6-2554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7:45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61 17911 0 0,'-1'-1'820'0'0,"-7"-5"-678"0"0,0 0-1 0 0,0-1 0 0 0,1 0 1 0 0,-13-15-1 0 0,18 20-95 0 0,0 1 0 0 0,0 0 0 0 0,-1 0 0 0 0,1 0 1 0 0,0 0-1 0 0,0 0 0 0 0,-1 0 0 0 0,1 1 0 0 0,0-1 0 0 0,-1 1 1 0 0,1-1-1 0 0,-5 1 0 0 0,3 0 69 0 0,-1 0 1 0 0,1 1 0 0 0,-1-1-1 0 0,1 1 1 0 0,0 0-1 0 0,-1 0 1 0 0,1 0-1 0 0,0 1 1 0 0,0 0 0 0 0,0 0-1 0 0,0 0 1 0 0,0 0-1 0 0,0 0 1 0 0,0 1-1 0 0,1 0 1 0 0,-1 0 0 0 0,1 0-1 0 0,0 0 1 0 0,-5 6-1 0 0,3-3 81 0 0,0 0 1 0 0,1 1-1 0 0,0-1 0 0 0,0 1 0 0 0,1 0 0 0 0,0 0 0 0 0,0 0 1 0 0,0 1-1 0 0,1-1 0 0 0,-2 14 0 0 0,3-8-87 0 0,0 1 1 0 0,1 0-1 0 0,1-1 1 0 0,0 1-1 0 0,1-1 0 0 0,5 18 1 0 0,29 79 462 0 0,-31-96-498 0 0,84 205 919 0 0,-6-1-743 0 0,-71-176-216 0 0,-1 2 0 0 0,-2-1 1 0 0,3 56-1 0 0,-10-75-7 0 0,-1 0-1 0 0,-2 1 1 0 0,0-1-1 0 0,-2 1 0 0 0,-1-1 1 0 0,-12 45-1 0 0,12-60 13 0 0,0 0 0 0 0,0 0-1 0 0,-1 0 1 0 0,0-1 0 0 0,-1 1 0 0 0,0-1-1 0 0,0 0 1 0 0,-12 10 0 0 0,13-13 20 0 0,-1 0 1 0 0,0 0-1 0 0,0 0 1 0 0,-1-1-1 0 0,1 0 1 0 0,-1 0-1 0 0,0-1 1 0 0,0 0-1 0 0,0 0 1 0 0,0-1 0 0 0,-11 3-1 0 0,17-5-85 0 0,0 0 1 0 0,0 0-1 0 0,0 0 0 0 0,0 0 1 0 0,0 0-1 0 0,1 0 0 0 0,-1 0 1 0 0,0-1-1 0 0,0 1 0 0 0,0 0 0 0 0,0 0 1 0 0,0-1-1 0 0,1 1 0 0 0,-1 0 1 0 0,0-1-1 0 0,0 1 0 0 0,1-1 1 0 0,-1 1-1 0 0,0-1 0 0 0,0 1 0 0 0,1-1 1 0 0,-1 0-1 0 0,1 1 0 0 0,-1-1 1 0 0,1 0-1 0 0,-1 0 0 0 0,1 1 1 0 0,-1-1-1 0 0,1 0 0 0 0,-1 0 1 0 0,1 0-1 0 0,0 1 0 0 0,0-1 0 0 0,-1 0 1 0 0,1 0-1 0 0,0 0 0 0 0,0-1 1 0 0,-2-18-2613 0 0,4 4-3998 0 0,1-1-1262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7:46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79 18599 0 0,'0'0'4269'0'0,"1"2"-3499"0"0,14 38 1404 0 0,12 44 1 0 0,-16-45-1661 0 0,27 63 0 0 0,-8-32-310 0 0,-30-69-196 0 0,0-1-1 0 0,1 1 1 0 0,-1-1 0 0 0,0 1 0 0 0,0-1-1 0 0,1 0 1 0 0,-1 1 0 0 0,0-1 0 0 0,0 0-1 0 0,1 1 1 0 0,-1-1 0 0 0,0 1-1 0 0,1-1 1 0 0,-1 0 0 0 0,1 0 0 0 0,-1 1-1 0 0,0-1 1 0 0,1 0 0 0 0,-1 0 0 0 0,1 1-1 0 0,-1-1 1 0 0,1 0 0 0 0,0 0-1 0 0,0 0-3 0 0,0 0-1 0 0,0-1 0 0 0,0 1 0 0 0,0 0 0 0 0,0-1 0 0 0,-1 1 1 0 0,1-1-1 0 0,0 1 0 0 0,0-1 0 0 0,0 1 0 0 0,0-1 1 0 0,-1 0-1 0 0,1 1 0 0 0,0-1 0 0 0,-1 0 0 0 0,1 1 1 0 0,0-1-1 0 0,-1 0 0 0 0,1 0 0 0 0,-1 0 0 0 0,1 0 0 0 0,-1 0 1 0 0,0 0-1 0 0,1-1 0 0 0,0 0 8 0 0,7-16 48 0 0,-1 0 0 0 0,-1 0 0 0 0,-1 0 0 0 0,6-36 0 0 0,3-12-130 0 0,-8 44-152 0 0,28-95-768 0 0,-25 92-1579 0 0,13-23-1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7:47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71 11519 0 0,'1'-1'7452'0'0,"6"0"-5436"0"0,37-11 2133 0 0,55-15-3379 0 0,21 1-4022 0 0,-101 23 1637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7:47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4607 0 0,'2'0'13478'0'0,"24"5"-6030"0"0,14-8-4754 0 0,-31 2-2595 0 0,1 0-1 0 0,18 1 1 0 0,-20 2-51 0 0,-1 1-21 0 0,-6-2-19 0 0,-1 0 0 0 0,1-1-1 0 0,0 1 1 0 0,-1 0 0 0 0,1-1 0 0 0,-1 1 0 0 0,1 0 0 0 0,-1 0 0 0 0,0-1 0 0 0,1 1 0 0 0,-1 0 0 0 0,0 0 0 0 0,0 0-1 0 0,1 0 1 0 0,-1-1 0 0 0,0 1 0 0 0,0 0 0 0 0,0 0 0 0 0,0 0 0 0 0,0 0 0 0 0,0 0 0 0 0,0 0 0 0 0,-1 0 0 0 0,-3 21 166 0 0,3-21-142 0 0,-3 10 131 0 0,-1 0 0 0 0,-1 0 1 0 0,0 0-1 0 0,0-1 0 0 0,-1 0 1 0 0,0 0-1 0 0,-17 17 0 0 0,-13 18 392 0 0,9-6-83 0 0,27-37-152 0 0,2-2-318 0 0,-1 1 1 0 0,0-1-1 0 0,1 1 1 0 0,-1-1-1 0 0,1 1 1 0 0,-1-1-1 0 0,0 1 1 0 0,1-1-1 0 0,-1 1 1 0 0,1-1-1 0 0,0 0 0 0 0,-1 1 1 0 0,1-1-1 0 0,-1 0 1 0 0,1 1-1 0 0,-1-1 1 0 0,1 0-1 0 0,0 0 1 0 0,-1 0-1 0 0,1 0 1 0 0,0 1-1 0 0,15 2 16 0 0,3-3-20 0 0,0-1 0 0 0,1-1-1 0 0,-1-1 1 0 0,21-5 0 0 0,-39 7 1 0 0,69-15-840 0 0,-23 3-3305 0 0,-36 10 2529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7:48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347 385 4143 0 0,'2'-1'319'0'0,"20"-12"-449"0"0,-17 10 1062 0 0,-2 0 0 0 0,1-1 0 0 0,0 1-1 0 0,-1-1 1 0 0,6-8 0 0 0,-6 9-294 0 0,-2 0-1 0 0,1-1 0 0 0,0 1 1 0 0,-1-1-1 0 0,1 1 1 0 0,-1-1-1 0 0,0 1 1 0 0,1-7-1 0 0,-2 7-618 0 0,0 0-1 0 0,1 0 1 0 0,-2 0-1 0 0,1-1 1 0 0,0 1-1 0 0,-2-5 1 0 0,0 0 557 0 0,-1 0 1 0 0,0 0-1 0 0,0 0 0 0 0,-1 1 1 0 0,0 0-1 0 0,0 0 0 0 0,-7-9 1 0 0,9 13-445 0 0,-1 0 0 0 0,1 0 0 0 0,-1 0 1 0 0,0 1-1 0 0,0-1 0 0 0,0 1 0 0 0,0 0 0 0 0,0 0 1 0 0,0 0-1 0 0,-1 0 0 0 0,1 0 0 0 0,-1 1 0 0 0,1-1 1 0 0,-1 1-1 0 0,0 0 0 0 0,1 0 0 0 0,-7 0 0 0 0,9 1-124 0 0,-20-1 680 0 0,-27 2 0 0 0,40 0-563 0 0,1 0-1 0 0,0 0 0 0 0,-1 1 0 0 0,1 0 0 0 0,0 0 0 0 0,0 1 1 0 0,-8 4-1 0 0,-1 2 73 0 0,1 0 1 0 0,1 1 0 0 0,0 1 0 0 0,0 0-1 0 0,-17 19 1 0 0,22-19-77 0 0,0-1 0 0 0,0 2 0 0 0,1-1 0 0 0,1 1-1 0 0,0 0 1 0 0,0 0 0 0 0,-6 19 0 0 0,12-28-102 0 0,0 1 1 0 0,0-1-1 0 0,0 0 0 0 0,1 1 0 0 0,-1-1 1 0 0,1 1-1 0 0,0-1 0 0 0,0 0 0 0 0,0 1 1 0 0,1-1-1 0 0,-1 1 0 0 0,1-1 0 0 0,-1 0 1 0 0,1 1-1 0 0,0-1 0 0 0,1 0 1 0 0,-1 0-1 0 0,0 0 0 0 0,1 0 0 0 0,0 0 1 0 0,0 0-1 0 0,4 5 0 0 0,-3-4-37 0 0,1-1 0 0 0,-1 0-1 0 0,1 0 1 0 0,0 0 0 0 0,0 0-1 0 0,0-1 1 0 0,1 1 0 0 0,-1-1 0 0 0,1 0-1 0 0,-1 0 1 0 0,1-1 0 0 0,0 1 0 0 0,-1-1-1 0 0,1 0 1 0 0,8 0 0 0 0,10 1-253 0 0,0-1 1 0 0,33-4 0 0 0,-44 1 74 0 0,1 0-1 0 0,-1 0 1 0 0,0-2 0 0 0,1 1 0 0 0,-1-2 0 0 0,12-6 0 0 0,-17 8 78 0 0,0-1-1 0 0,0 0 1 0 0,0 0 0 0 0,0-1-1 0 0,-1 0 1 0 0,0 0 0 0 0,0-1 0 0 0,9-11-1 0 0,-11 13 79 0 0,-1-1-1 0 0,-1 0 1 0 0,1 0 0 0 0,-1 0-1 0 0,0 0 1 0 0,0 0-1 0 0,0 0 1 0 0,-1-1 0 0 0,0 1-1 0 0,0-1 1 0 0,0 1-1 0 0,-1-1 1 0 0,0 1 0 0 0,0-6-1 0 0,-13-144 342 0 0,10 133-234 0 0,-1 1 0 0 0,-1 0 0 0 0,-2 0 1 0 0,0 0-1 0 0,-10-22 0 0 0,14 39 26 0 0,1 0-1 0 0,-1 1 1 0 0,1-1-1 0 0,-1 1 1 0 0,-1-1 0 0 0,-2-2-1 0 0,4 5 884 0 0,0 16-535 0 0,1-11-376 0 0,0 1-1 0 0,1 0 0 0 0,-1 0 1 0 0,1 0-1 0 0,0 0 0 0 0,1 0 1 0 0,0 6-1 0 0,5 17 79 0 0,0 1 1 0 0,3-1-1 0 0,0 0 0 0 0,1-1 1 0 0,24 45-1 0 0,-19-47-246 0 0,2 5-636 0 0,24 32 1 0 0,-35-54 551 0 0,1 0 1 0 0,0-1-1 0 0,0 1 1 0 0,1-1-1 0 0,0-1 1 0 0,0 1-1 0 0,0-2 1 0 0,13 8-1 0 0,-2-8-2499 0 0,-17-5 1205 0 0,10-1-2581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7:48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0 157 21423 0 0,'0'0'2795'0'0,"0"2"-2307"0"0,2 13 88 0 0,0 1 1 0 0,1-1-1 0 0,1 0 1 0 0,0 0-1 0 0,0-1 1 0 0,10 20 0 0 0,1 4-88 0 0,8 28-122 0 0,4-1 0 0 0,41 74 0 0 0,-64-132-355 0 0,-3-4-6 0 0,0 0 0 0 0,1-1-1 0 0,0 1 1 0 0,-1-1 0 0 0,1 1 0 0 0,0-1 0 0 0,0 0 0 0 0,4 3-1 0 0,2 1 6 0 0,1-4-11 0 0,-7-3 10 0 0,1 1 1 0 0,-1-1-1 0 0,0 1 1 0 0,1-1-1 0 0,-1 0 0 0 0,0 0 1 0 0,0 0-1 0 0,0-1 0 0 0,0 1 1 0 0,0 0-1 0 0,0-1 0 0 0,0 1 1 0 0,-1-1-1 0 0,1 0 1 0 0,0 1-1 0 0,-1-1 0 0 0,1 0 1 0 0,-1 0-1 0 0,0 0 0 0 0,0 0 1 0 0,1 0-1 0 0,0-4 1 0 0,2-5 73 0 0,0 0 0 0 0,0 0 0 0 0,2-15 1 0 0,-3 14-53 0 0,121-481-464 0 0,-121 485 24 0 0,0-5 307 0 0,-2 4-6626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7:48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4 103 14743 0 0,'0'0'1136'0'0,"0"-2"-746"0"0,-3-17 998 0 0,3 14 1381 0 0,7-4 982 0 0,-4 7-3146 0 0,-1-2-278 0 0,1 1 0 0 0,1 0 0 0 0,-1 0 0 0 0,0-1 0 0 0,1 2 0 0 0,0-1 0 0 0,0 0 0 0 0,0 1 0 0 0,0 0 0 0 0,6-3 0 0 0,0 2 79 0 0,0 0 1 0 0,0 1-1 0 0,18-3 0 0 0,91-6 788 0 0,-81 7-1029 0 0,50 2 1 0 0,-22 1-149 0 0,29 1-1217 0 0,-52 0-7775 0 0,-21 0-221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7:54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7831 0 0,'0'0'12962'0'0,"3"0"-11200"0"0,11 1-488 0 0,-9 0-951 0 0,-1-1 0 0 0,1 0 0 0 0,0 0-1 0 0,-1 0 1 0 0,1 0 0 0 0,-1-1-1 0 0,6-1 1 0 0,6-1-143 0 0,0 0 1 0 0,0 1-1 0 0,0 1 0 0 0,0 0 1 0 0,32 4-1 0 0,-23-2-270 0 0,-9 0 19 0 0,22 1-1630 0 0,-12 4-2200 0 0,-12-3-4150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7:54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20935 0 0,'0'0'2271'0'0,"2"0"-2054"0"0,97-8 2163 0 0,124-5-4119 0 0,-196 11-6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7:55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2303 0 0,'-14'4'30480'0'0,"16"7"-32241"0"0,-1-8-526 0 0,47 182 3952 0 0,-9-46-1142 0 0,-9-32-648 0 0,-29-106-43 0 0,-11-12-4208 0 0,4 4 2809 0 0,1-1 0 0 0,-8-13 1 0 0,6 5-429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7:55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76 4607 0 0,'0'0'208'0'0,"-2"-1"-9"0"0,-1 1-148 0 0,-11-11 8392 0 0,14 8-6165 0 0,2-8 4576 0 0,1 8-6497 0 0,-1 0 0 0 0,1 0-1 0 0,0 0 1 0 0,1 1 0 0 0,-1-1-1 0 0,0 1 1 0 0,1 0-1 0 0,-1 0 1 0 0,1 0 0 0 0,0 0-1 0 0,-1 1 1 0 0,1-1-1 0 0,0 1 1 0 0,5-1 0 0 0,11-2 102 0 0,33-3 0 0 0,-42 6-191 0 0,180-4 440 0 0,-151 7-696 0 0,48 8-1 0 0,-67-6-46 0 0,1 1 0 0 0,-1 1 0 0 0,37 14 0 0 0,-45-13-91 0 0,0-1 1 0 0,20 16-1 0 0,-27-18 53 0 0,-1 0 0 0 0,1 1 0 0 0,-1 0 0 0 0,0 0 1 0 0,-1 0-1 0 0,1 0 0 0 0,6 12 0 0 0,-10-14 46 0 0,1 0 1 0 0,-2 0-1 0 0,1 1 0 0 0,0-1 0 0 0,0 0 1 0 0,-1 1-1 0 0,0-1 0 0 0,0 1 1 0 0,0-1-1 0 0,0 1 0 0 0,0-1 0 0 0,-1 0 1 0 0,1 1-1 0 0,-1-1 0 0 0,0 0 1 0 0,0 1-1 0 0,0-1 0 0 0,-1 0 0 0 0,-2 5 1 0 0,1-1 4 0 0,-1-1 1 0 0,0 0-1 0 0,0 0 1 0 0,0-1-1 0 0,-1 1 1 0 0,0-1-1 0 0,0 0 1 0 0,-9 7-1 0 0,-1-3 40 0 0,-1 1 0 0 0,-18 6-1 0 0,10-5 6 0 0,3-2-12 0 0,-1-1 0 0 0,1-2 0 0 0,-2 0-1 0 0,1-1 1 0 0,-26 2 0 0 0,-15 3-1628 0 0,57-8 367 0 0,-1-1-1 0 0,1-1 1 0 0,-12 1 0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7:56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72 13703 0 0,'3'-9'1246'0'0,"7"-9"-1154"0"0,2-8 1888 0 0,-6 9 5633 0 0,-8 17-7387 0 0,0-1 1 0 0,1 1-1 0 0,-1 0 1 0 0,0 0-1 0 0,1-1 1 0 0,-1 1-1 0 0,0 0 0 0 0,0 1 1 0 0,1-1-1 0 0,-1 0 1 0 0,0 0-1 0 0,-2 2 1 0 0,-2 0-13 0 0,-1 1 0 0 0,1 0 0 0 0,0 0 0 0 0,0 1 0 0 0,0-1 0 0 0,-7 7 0 0 0,-31 30 424 0 0,38-34-577 0 0,-14 15 92 0 0,1 0 0 0 0,1 2 0 0 0,2 0 0 0 0,0 1 0 0 0,1 0 0 0 0,1 1 0 0 0,1 1 0 0 0,2 0 0 0 0,1 1 1 0 0,0 0-1 0 0,2 0 0 0 0,2 1 0 0 0,-6 45 0 0 0,10-50-141 0 0,1-1 0 0 0,1 1 0 0 0,1-1 1 0 0,1 1-1 0 0,8 35 0 0 0,-5-38-9 0 0,0 0-1 0 0,1-1 1 0 0,12 24 0 0 0,-13-33-54 0 0,0 0 1 0 0,1-1 0 0 0,0 0-1 0 0,1 0 1 0 0,0-1 0 0 0,0 1-1 0 0,17 13 1 0 0,-15-15-173 0 0,-1-1-1 0 0,1 1 1 0 0,1-2 0 0 0,-1 1-1 0 0,1-1 1 0 0,19 6 0 0 0,-25-9-217 0 0,0-1 1 0 0,0 0-1 0 0,0-1 1 0 0,0 1-1 0 0,0-1 0 0 0,1 1 1 0 0,-1-1-1 0 0,0 0 1 0 0,0-1-1 0 0,0 1 1 0 0,0-1-1 0 0,0 0 1 0 0,0 0-1 0 0,0 0 1 0 0,0 0-1 0 0,0-1 1 0 0,0 1-1 0 0,-1-1 0 0 0,1 0 1 0 0,0 0-1 0 0,4-5 1 0 0,5-7-1728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7:56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9671 0 0,'0'0'13337'0'0,"2"2"-12526"0"0,9 18 50 0 0,0 0 1 0 0,-1 0-1 0 0,-2 1 0 0 0,10 32 1 0 0,-3-10-405 0 0,-4-13-222 0 0,35 91 310 0 0,-34-94-452 0 0,2-1-1 0 0,22 35 0 0 0,-29-50-69 0 0,-5-8-9 0 0,0 1 0 0 0,0-1-1 0 0,0 0 1 0 0,0 0 0 0 0,1-1 0 0 0,-1 1 0 0 0,1 0-1 0 0,0-1 1 0 0,-1 1 0 0 0,1-1 0 0 0,6 4-1 0 0,10 0 115 0 0,-12-7-111 0 0,-4 0-2 0 0,-3 1-10 0 0,1 0-1 0 0,0 0 0 0 0,-1 0 0 0 0,1 0 1 0 0,0 0-1 0 0,-1 0 0 0 0,1-1 0 0 0,0 1 1 0 0,-1 0-1 0 0,1 0 0 0 0,0 0 0 0 0,-1-1 1 0 0,1 1-1 0 0,-1 0 0 0 0,1-1 1 0 0,-1 1-1 0 0,1 0 0 0 0,-1-1 0 0 0,1 1 1 0 0,-1-1-1 0 0,1 1 0 0 0,-1-1 0 0 0,1 1 1 0 0,-1-2-1 0 0,2 1 9 0 0,0-2 6 0 0,1 0-1 0 0,-1 0 0 0 0,1 0 0 0 0,-1 0 0 0 0,0 0 1 0 0,0 0-1 0 0,-1-1 0 0 0,1 1 0 0 0,-1-1 0 0 0,2-4 1 0 0,7-40 177 0 0,-4 17-78 0 0,15-91-180 0 0,-5 21-373 0 0,-12 83 29 0 0,1-3-1152 0 0,-2 1 1 0 0,3-33-1 0 0,-7 46-807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7:57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4607 0 0,'1'0'14982'0'0,"6"1"-13066"0"0,0 0 0 0 0,0-1 0 0 0,13-1 0 0 0,1-1-701 0 0,21-7 0 0 0,-25 5-1203 0 0,0 1 0 0 0,24-2 0 0 0,39-3-495 0 0,13 0-3158 0 0,-70 9 1501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7:57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93 9671 0 0,'0'0'875'0'0,"2"0"-719"0"0,20-1 6514 0 0,36-7 1 0 0,-12 1-4624 0 0,-42 6-1966 0 0,0 1 0 0 0,0-1-1 0 0,0 1 0 0 0,0-1 1 0 0,0 1-1 0 0,0 0 1 0 0,0 1-1 0 0,0-1 0 0 0,0 1 1 0 0,5 1-1 0 0,-8-1 220 0 0,-1 0-55 0 0,-1 4-122 0 0,0 0 0 0 0,0-1 0 0 0,-1 1 0 0 0,1-1-1 0 0,-1 1 1 0 0,0-1 0 0 0,-1 0 0 0 0,1 0 0 0 0,-5 6 0 0 0,-3 2 387 0 0,-17 17 1 0 0,-2 2 202 0 0,26-28-616 0 0,1 0 0 0 0,0 1 0 0 0,0-1 0 0 0,-2 8 0 0 0,4-11-85 0 0,-1 2 102 0 0,2 7 144 0 0,-1-7-256 0 0,1 0-1 0 0,0-1 0 0 0,-1 1 1 0 0,1-1-1 0 0,0 1 0 0 0,0-1 1 0 0,0 0-1 0 0,0 1 0 0 0,1-1 0 0 0,-1 0 1 0 0,0 0-1 0 0,0 1 0 0 0,1-1 1 0 0,-1 0-1 0 0,1-1 0 0 0,2 3 1 0 0,-1-2-5 0 0,1 1 1 0 0,0-1-1 0 0,0 0 1 0 0,-1 0-1 0 0,1-1 1 0 0,0 1 0 0 0,5-1-1 0 0,0 0-110 0 0,-1 0 1 0 0,1-1-1 0 0,0 0 0 0 0,-1 0 0 0 0,1-1 0 0 0,10-4 1 0 0,-4 0-1736 0 0,0 0 0 0 0,22-13 0 0 0,-24 11-527 0 0</inkml:trace>
  <inkml:trace contextRef="#ctx0" brushRef="#br0" timeOffset="1">497 1 21023 0 0,'0'0'1899'0'0,"2"0"-1499"0"0,121 7 3460 0 0,-80-6-3822 0 0,30-1-2450 0 0,-50-2 1067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7:57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22031 0 0,'0'0'1995'0'0,"1"2"-1535"0"0,13 73 3869 0 0,6 9-2412 0 0,-8-30-1594 0 0,3 0 0 0 0,22 53-1 0 0,-20-64-261 0 0,9 21 55 0 0,-22-56-84 0 0,0-1 1 0 0,0 1-1 0 0,1-1 0 0 0,0 0 1 0 0,10 10-1 0 0,-14-15 18 0 0,0-2-46 0 0,-1 1 1 0 0,0-1-1 0 0,1 0 1 0 0,-1 1-1 0 0,1-1 0 0 0,-1 0 1 0 0,0 1-1 0 0,1-1 0 0 0,-1 0 1 0 0,1 0-1 0 0,-1 1 1 0 0,1-1-1 0 0,-1 0 0 0 0,1 0 1 0 0,-1 0-1 0 0,1 0 1 0 0,-1 0-1 0 0,2 0 0 0 0,0 1-3 0 0,-1-1-1 0 0,1 0 1 0 0,0 1 0 0 0,0-1-1 0 0,0 0 1 0 0,0-1-1 0 0,-1 1 1 0 0,1 0-1 0 0,0 0 1 0 0,0-1-1 0 0,0 1 1 0 0,-1-1 0 0 0,1 0-1 0 0,0 1 1 0 0,-1-1-1 0 0,1 0 1 0 0,0 0-1 0 0,-1 0 1 0 0,1 0-1 0 0,2-2 1 0 0,-2 0 11 0 0,1-1 1 0 0,0 1 0 0 0,-1-1-1 0 0,0 1 1 0 0,0-1-1 0 0,2-5 1 0 0,1 0 58 0 0,47-111 91 0 0,-12 23-271 0 0,7 4-194 0 0,27-63-1323 0 0,-73 153 1350 0 0,1 0 0 0 0,-1 0 0 0 0,0-1 0 0 0,0 1 0 0 0,0 0 0 0 0,0-1 0 0 0,-1 1 0 0 0,1-1 0 0 0,-1 1 0 0 0,0-5 0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7:58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14279 0 0,'0'0'1103'0'0,"2"1"-720"0"0,7 0 1213 0 0,-1 0 0 0 0,1 0 0 0 0,0-1 0 0 0,0 0 0 0 0,0-1 0 0 0,15-3 0 0 0,4 1-577 0 0,25-3 364 0 0,72-3-631 0 0,-13 14-1092 0 0,-75 1-2856 0 0,-1 4-4538 0 0,-20-5-392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7:58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0 644 16327 0 0,'0'0'1476'0'0,"1"2"-1213"0"0,2 12 954 0 0,-1-1-1 0 0,0 1 1 0 0,-1-1 0 0 0,-1 24 0 0 0,-1-17-439 0 0,0 1 0 0 0,2-1-1 0 0,1 1 1 0 0,5 23 0 0 0,-2-26-973 0 0,-4-17-85 0 0,0 0-1 0 0,-1-1 1 0 0,1 1-1 0 0,0 0 1 0 0,-1 0-1 0 0,1 0 0 0 0,0-1 1 0 0,0 1-1 0 0,0-1 1 0 0,0 1-1 0 0,0 0 0 0 0,0-1 1 0 0,0 0-1 0 0,0 1 1 0 0,0-1-1 0 0,0 1 1 0 0,0-1-1 0 0,0 0 0 0 0,0 0 1 0 0,0 0-1 0 0,0 0 1 0 0,0 0-1 0 0,0 0 1 0 0,0 0-1 0 0,0 0 0 0 0,0 0 1 0 0,0 0-1 0 0,1 0 1 0 0,-1-1-1 0 0,0 1 0 0 0,1-1 1 0 0,6-3-6803 0 0</inkml:trace>
  <inkml:trace contextRef="#ctx0" brushRef="#br0" timeOffset="1">114 1 5983 0 0,'1'0'13550'0'0,"5"0"-12459"0"0,-1 0 0 0 0,0 1 0 0 0,0 0 0 0 0,1 0 1 0 0,7 3-1 0 0,-4-1-297 0 0,0 1 0 0 0,13 8 0 0 0,3 4-670 0 0,23 20 1 0 0,-32-23 426 0 0,-14-12-541 0 0,70 55 786 0 0,97 95-1 0 0,-132-112-667 0 0,-2 1 0 0 0,42 64 0 0 0,-66-86-94 0 0,0 0 0 0 0,-1 1-1 0 0,-1 0 1 0 0,-1 1 0 0 0,-1 0 0 0 0,0 1-1 0 0,-2-1 1 0 0,6 43 0 0 0,-9-36 29 0 0,-2 1 0 0 0,-1-1 1 0 0,-1 1-1 0 0,-1-1 0 0 0,-1 0 0 0 0,-2 0 0 0 0,0 0 1 0 0,-2-1-1 0 0,-22 48 0 0 0,24-62-100 0 0,0-2 0 0 0,-1 1-1 0 0,0-1 1 0 0,-1 0 0 0 0,0 0 0 0 0,0-1 0 0 0,-1 0-1 0 0,-1 0 1 0 0,1-1 0 0 0,-20 11 0 0 0,15-13-1442 0 0,7-6 103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8:06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7831 0 0,'0'0'16665'0'0,"3"0"-16270"0"0,7 2-97 0 0,0 0 0 0 0,0-1 0 0 0,0-1 0 0 0,0 0 1 0 0,0 0-1 0 0,19-4 0 0 0,1 1-152 0 0,5 0-48 0 0,-7 0-402 0 0,0 2 0 0 0,0 0 0 0 0,42 6 0 0 0,-29-1-5621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8:06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7831 0 0,'2'1'12742'0'0,"7"2"-12237"0"0,0-1 0 0 0,0-1 0 0 0,1 1 1 0 0,-1-2-1 0 0,10 1 0 0 0,51-5 90 0 0,-57 3-456 0 0,5 0-467 0 0,80-6 428 0 0,-32 4-8069 0 0,-43 3 1011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8:06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367 25 8287 0 0,'0'0'639'0'0,"-1"-1"-415"0"0,0-1 129 0 0,1 0 1 0 0,-1 1-1 0 0,-1-1 1 0 0,1 1-1 0 0,0-1 0 0 0,0 1 1 0 0,0 0-1 0 0,-1 0 1 0 0,1-1-1 0 0,-1 1 1 0 0,1 0-1 0 0,-1 0 0 0 0,1 0 1 0 0,-1 1-1 0 0,0-1 1 0 0,1 0-1 0 0,-1 1 0 0 0,0-1 1 0 0,0 1-1 0 0,1-1 1 0 0,-1 1-1 0 0,-3-1 0 0 0,1 2 1 0 0,-1-1-1 0 0,0 1 0 0 0,0 0 1 0 0,1 0-1 0 0,-1 0 0 0 0,1 1 0 0 0,-1-1 1 0 0,-4 3-1 0 0,5-1-41 0 0,0-1 0 0 0,-1 1 0 0 0,1 0 1 0 0,0 0-1 0 0,0 0 0 0 0,0 1 0 0 0,-4 5 1 0 0,-23 30 1090 0 0,20-23-1068 0 0,-15 21 176 0 0,1 0 0 0 0,2 2 0 0 0,1 1-1 0 0,3 1 1 0 0,1 1 0 0 0,2 0 0 0 0,2 1 0 0 0,1 1 0 0 0,-11 83 0 0 0,21-104-449 0 0,2 1 0 0 0,0 0 0 0 0,2-1 0 0 0,0 1 0 0 0,2-1-1 0 0,0 0 1 0 0,2 0 0 0 0,0 0 0 0 0,2 0 0 0 0,0-1 0 0 0,2 0 0 0 0,0 0 0 0 0,2-1 0 0 0,0 0 0 0 0,1-1 0 0 0,1 0-1 0 0,1-1 1 0 0,1-1 0 0 0,0 0 0 0 0,25 21 0 0 0,-12-16-159 0 0,1 0 0 0 0,1-2 0 0 0,1-2-1 0 0,1 0 1 0 0,0-2 0 0 0,68 24 0 0 0,-88-37-441 0 0,0-1 1 0 0,17 1-1 0 0,-26-3 319 0 0,-1-1-545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8:15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88 4607 0 0,'0'0'354'0'0,"-1"-2"-233"0"0,0 0 356 0 0,0 0-1 0 0,0 0 1 0 0,0 0 0 0 0,0 0-1 0 0,1 0 1 0 0,-1-1 0 0 0,1 1-1 0 0,-1 0 1 0 0,1 0-1 0 0,0 0 1 0 0,0-1 0 0 0,0 1-1 0 0,0 0 1 0 0,1-4 0 0 0,-1 0 2053 0 0,2-12 4370 0 0,-2-8-532 0 0,-15 35-5140 0 0,7-1-1051 0 0,-1 0-1 0 0,1 1 1 0 0,1 0 0 0 0,0 1 0 0 0,-12 20 0 0 0,-1 2 7 0 0,-62 103 350 0 0,70-112-414 0 0,2 0 1 0 0,0 0-1 0 0,1 1 1 0 0,-7 35-1 0 0,15-54-107 0 0,0 1 0 0 0,1 0 1 0 0,-1 0-1 0 0,1-1 0 0 0,0 1 0 0 0,1 0 0 0 0,-1 0 0 0 0,3 9 1 0 0,-2-12-18 0 0,-1-1 0 0 0,1 0 0 0 0,0 0 0 0 0,0 1 1 0 0,0-1-1 0 0,1 0 0 0 0,-1 0 0 0 0,0 0 0 0 0,1 0 0 0 0,-1 0 1 0 0,1-1-1 0 0,0 1 0 0 0,0 0 0 0 0,-1-1 0 0 0,1 1 0 0 0,0-1 1 0 0,0 0-1 0 0,1 1 0 0 0,-1-1 0 0 0,0 0 0 0 0,0 0 0 0 0,0 0 1 0 0,4 0-1 0 0,8 2-64 0 0,1-1 0 0 0,-1 0 0 0 0,1-1 0 0 0,0 0 0 0 0,0-1 0 0 0,0-1 0 0 0,-1-1 1 0 0,1 0-1 0 0,-1 0 0 0 0,1-2 0 0 0,-1 0 0 0 0,22-9 0 0 0,-17 6-29 0 0,-2 0 0 0 0,1-1 0 0 0,-1-1 0 0 0,26-17 1 0 0,-38 22 73 0 0,1-1 1 0 0,-1 1 0 0 0,0-1-1 0 0,0 0 1 0 0,-1 0 0 0 0,0-1-1 0 0,0 1 1 0 0,0-1 0 0 0,0 0-1 0 0,-1 0 1 0 0,0 0 0 0 0,0-1-1 0 0,-1 1 1 0 0,0-1 0 0 0,0 1-1 0 0,1-11 1 0 0,-2 9 0 0 0,0 0 0 0 0,-1 0 0 0 0,-1 0-1 0 0,1 0 1 0 0,-1 0 0 0 0,-1 0 0 0 0,1 0 0 0 0,-1 0 0 0 0,-1 0-1 0 0,1 0 1 0 0,-1 1 0 0 0,-1-1 0 0 0,0 1 0 0 0,0 0 0 0 0,0 0-1 0 0,0 0 1 0 0,-1 1 0 0 0,-1-1 0 0 0,-10-9 0 0 0,9 9-132 0 0,0 0 0 0 0,-1 1 0 0 0,0 0 1 0 0,0 1-1 0 0,-1 0 0 0 0,0 0 0 0 0,0 1 1 0 0,0 0-1 0 0,0 0 0 0 0,0 1 0 0 0,-1 0 1 0 0,1 1-1 0 0,-1 0 0 0 0,0 1 0 0 0,0 0 1 0 0,-12 0-1 0 0,17 1-147 0 0,-1 1 0 0 0,1 0 0 0 0,0 0 0 0 0,-1 0 0 0 0,1 1 0 0 0,-6 2 0 0 0,8-3 9 0 0,1 0 0 0 0,-1 0 0 0 0,1 1 0 0 0,-1-1 0 0 0,1 0 0 0 0,0 1 1 0 0,0 0-1 0 0,0 0 0 0 0,0 0 0 0 0,0 0 0 0 0,0 0 0 0 0,1 0 0 0 0,-3 4 1 0 0,3-2-1240 0 0,3 10-120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8:15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11055 0 0,'0'0'852'0'0,"1"2"-560"0"0,8 10 1541 0 0,-6-7 200 0 0,-1 0 0 0 0,0 1-1 0 0,0-1 1 0 0,3 10 0 0 0,-3 8 974 0 0,-2-21-2611 0 0,0-1-474 0 0,0-1-1 0 0,0 1 1 0 0,0-1-1 0 0,0 1 1 0 0,0-1-1 0 0,1 0 1 0 0,-1 1-1 0 0,0-1 1 0 0,0 1-1 0 0,0-1 1 0 0,0 1-1 0 0,1-1 1 0 0,-1 0 0 0 0,0 1-1 0 0,0-1 1 0 0,1 1-1 0 0,-1-1 1 0 0,0 0-1 0 0,1 1 1 0 0,-1-1-1 0 0,0 0 1 0 0,1 1-1 0 0,-1-1 1 0 0,0 0-1 0 0,1 0 1 0 0,-1 1-1 0 0,1-1 1 0 0,-1 0 0 0 0,1 0-1 0 0,-1 0 1 0 0,0 0-1 0 0,1 0 1 0 0,-1 1-1 0 0,1-1 1 0 0,-1 0-1 0 0,1 0 1 0 0,-1 0-1 0 0,1 0 1 0 0,-1 0-1 0 0,1 0 1 0 0,-1-1-1 0 0,1 1 1 0 0,-1 0 0 0 0,0 0-1 0 0,1 0 1 0 0,0-1-1 0 0,12-1-1569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8:16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0 4607 0 0,'0'0'23195'0'0,"0"3"-22541"0"0,-1 2-476 0 0,1 0-1 0 0,-1 0 0 0 0,0 0 0 0 0,0 0 1 0 0,-1 0-1 0 0,1 0 0 0 0,-1 0 0 0 0,0 0 0 0 0,-1-1 1 0 0,1 1-1 0 0,-1-1 0 0 0,-5 8 0 0 0,-5 4 57 0 0,-30 28 0 0 0,-2 3-42 0 0,20-18-122 0 0,-45 39-1 0 0,65-64-60 0 0,-5 5 35 0 0,7-2-33 0 0,6 1-11 0 0,0-6 0 0 0,-1 0 0 0 0,1 0 0 0 0,-1-1 0 0 0,1 1 0 0 0,-1-1 0 0 0,1 1 0 0 0,0-1 0 0 0,0 0 0 0 0,0 0 0 0 0,0 0 0 0 0,0 0 0 0 0,0-1 0 0 0,0 1 0 0 0,4-1 0 0 0,6 1 0 0 0,-1-1 0 0 0,15-1 0 0 0,53-7-519 0 0,91-5-1562 0 0,-145 10-760 0 0,-24 3 1695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8:16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14279 0 0,'0'0'10247'0'0,"0"2"-9381"0"0,5 106 3337 0 0,1 11-3205 0 0,-4-105-1056 0 0,0-1-1 0 0,1 1 1 0 0,1 0 0 0 0,0-1 0 0 0,1 0 0 0 0,8 17 0 0 0,-11-26-314 0 0,0 0 1 0 0,1 0 0 0 0,0 0-1 0 0,-1 0 1 0 0,6 4 0 0 0,-6-6 158 0 0,-1-1 1 0 0,0 0 0 0 0,1 0-1 0 0,-1 0 1 0 0,1 0-1 0 0,-1 0 1 0 0,1 0 0 0 0,0-1-1 0 0,-1 1 1 0 0,1 0 0 0 0,0-1-1 0 0,-1 0 1 0 0,1 1 0 0 0,0-1-1 0 0,0 0 1 0 0,-1 0-1 0 0,4 0 1 0 0,8-1-1996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8:16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60 1839 0 0,'0'0'83'0'0,"6"-5"777"0"0,20-13 15805 0 0,4 3-9246 0 0,-17 11-7006 0 0,0 0 1 0 0,0 0-1 0 0,0 1 0 0 0,1 1 0 0 0,16-1 1 0 0,-2 2-300 0 0,45 4 1 0 0,-71-3-112 0 0,1 0 0 0 0,0 1 0 0 0,0-1 1 0 0,0 1-1 0 0,-1 0 0 0 0,1-1 0 0 0,-1 1 0 0 0,1 0 0 0 0,0 1 0 0 0,-1-1 1 0 0,0 0-1 0 0,1 1 0 0 0,-1 0 0 0 0,0-1 0 0 0,0 1 0 0 0,3 2 0 0 0,-5-3-2 0 0,1 0-1 0 0,-1-1 1 0 0,0 1 0 0 0,1 0-1 0 0,-1 0 1 0 0,0-1-1 0 0,1 1 1 0 0,-1 0-1 0 0,0 0 1 0 0,0 0-1 0 0,0 0 1 0 0,1-1-1 0 0,-1 1 1 0 0,0 0 0 0 0,0 0-1 0 0,0 0 1 0 0,-1 0-1 0 0,1 0 1 0 0,0-1-1 0 0,0 1 1 0 0,0 0-1 0 0,-1 0 1 0 0,1 0 0 0 0,0-1-1 0 0,-1 1 1 0 0,1 0-1 0 0,-1 1 1 0 0,-1 1 10 0 0,-4 7 81 0 0,-1 1 1 0 0,-1-1-1 0 0,1 0 0 0 0,-1-1 1 0 0,-1 0-1 0 0,-16 13 0 0 0,-2 3 78 0 0,17-15-113 0 0,5-6-45 0 0,1 1 0 0 0,-1-1 0 0 0,1 1 0 0 0,0 0-1 0 0,0 0 1 0 0,-3 6 0 0 0,6-8 36 0 0,0 2-25 0 0,2-4-20 0 0,-1 0 0 0 0,1 0 1 0 0,0 0-1 0 0,-1 0 0 0 0,1 0 0 0 0,0 0 1 0 0,0 0-1 0 0,0 0 0 0 0,-1 0 0 0 0,1 0 1 0 0,0-1-1 0 0,0 1 0 0 0,0 0 1 0 0,2 0-1 0 0,-2-1 1 0 0,3 3-2 0 0,0-1 1 0 0,0 0-1 0 0,0 0 1 0 0,0 0-1 0 0,1-1 0 0 0,-1 0 1 0 0,1 0-1 0 0,4 1 0 0 0,41 2 33 0 0,-23-2-27 0 0,-12-1-10 0 0,7 1-20 0 0,40 8 1 0 0,-56-9 18 0 0,-1 1 1 0 0,0-1-1 0 0,0 1 1 0 0,1 0-1 0 0,-1 1 1 0 0,-1-1-1 0 0,1 1 1 0 0,0 0-1 0 0,-1 0 1 0 0,1 0-1 0 0,-1 1 1 0 0,0 0-1 0 0,4 4 1 0 0,-7-7-5 0 0,0 1 0 0 0,0 0 1 0 0,1-1-1 0 0,-1 1 0 0 0,0 0 0 0 0,-1 0 0 0 0,1 0 1 0 0,0 0-1 0 0,0 0 0 0 0,-1 0 0 0 0,1 0 0 0 0,-1 0 1 0 0,0 0-1 0 0,0 0 0 0 0,0 1 0 0 0,0-1 0 0 0,0 4 1 0 0,-1-3 0 0 0,0 0 1 0 0,0 0-1 0 0,0 0 1 0 0,0-1 0 0 0,-1 1-1 0 0,1 0 1 0 0,-1 0-1 0 0,1-1 1 0 0,-1 1 0 0 0,-4 4-1 0 0,-2 0 10 0 0,0 0 0 0 0,0-1 0 0 0,0 1 0 0 0,-1-2 0 0 0,0 1-1 0 0,-12 4 1 0 0,10-4-40 0 0,-1-1-1 0 0,0 0 1 0 0,0-1-1 0 0,0-1 1 0 0,0 0-1 0 0,-1 0 1 0 0,1-1-1 0 0,-1-1 1 0 0,-21 0-1 0 0,19-1-225 0 0,9 0-157 0 0,0 0 1 0 0,0 0 0 0 0,0-1 0 0 0,-10-2 0 0 0,14 3 235 0 0,1-1-1 0 0,0 1 1 0 0,-1 0 0 0 0,1-1 0 0 0,0 0-1 0 0,0 1 1 0 0,0-1 0 0 0,-1 0-1 0 0,1 0 1 0 0,0 0 0 0 0,0 0 0 0 0,0 1-1 0 0,0-1 1 0 0,1-1 0 0 0,-1 1 0 0 0,0 0-1 0 0,0 0 1 0 0,1 0 0 0 0,-1 0 0 0 0,0-1-1 0 0,1 1 1 0 0,-1 0 0 0 0,1 0 0 0 0,0-1-1 0 0,-1 1 1 0 0,1-2 0 0 0,-1-10-1668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8:17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16127 0 0,'0'0'7667'0'0,"8"-2"-4777"0"0,61-25-103 0 0,-8 10-2447 0 0,102-13 0 0 0,-161 29-330 0 0,0 1-1 0 0,0 0 1 0 0,0 0-1 0 0,0 0 1 0 0,0 0-1 0 0,0 0 1 0 0,0 0-1 0 0,0 0 1 0 0,0 1 0 0 0,0-1-1 0 0,0 1 1 0 0,0-1-1 0 0,0 1 1 0 0,0 0-1 0 0,0 0 1 0 0,0 0 0 0 0,-1 0-1 0 0,1 0 1 0 0,0 0-1 0 0,-1 0 1 0 0,1 0-1 0 0,-1 1 1 0 0,1-1-1 0 0,-1 1 1 0 0,1-1 0 0 0,0 3-1 0 0,0 1 20 0 0,0-1 0 0 0,0 0 0 0 0,-1 1 0 0 0,1 0 0 0 0,-1-1-1 0 0,0 1 1 0 0,-1 0 0 0 0,1 0 0 0 0,-1-1 0 0 0,0 6 0 0 0,-10 217 934 0 0,5-99-1198 0 0,4-124 34 0 0,1-1 1 0 0,-1 0-1 0 0,0 1 0 0 0,0-1 1 0 0,-2 6-1 0 0,3-9 161 0 0,-1 2-588 0 0,-20 1-6411 0 0,13-5 4622 0 0</inkml:trace>
  <inkml:trace contextRef="#ctx0" brushRef="#br0" timeOffset="1">182 261 21887 0 0,'0'0'1980'0'0,"2"0"-1631"0"0,46-1 2110 0 0,94-17-1 0 0,-16-8-7291 0 0,-100 19-4060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8:17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22687 0 0,'0'0'2061'0'0,"5"-6"-1658"0"0,-1 2-169 0 0,0 1 0 0 0,0 0 0 0 0,1 1 0 0 0,-1-1 0 0 0,1 1 0 0 0,0 0 0 0 0,0 0 0 0 0,0 0 0 0 0,0 1 0 0 0,9-2 0 0 0,2-1 241 0 0,1 0-201 0 0,0 1-1 0 0,0 1 1 0 0,1 1 0 0 0,-1 1-1 0 0,34 2 1 0 0,-33 1-200 0 0,24 6 0 0 0,-24-5 39 0 0,-16-3-91 0 0,0-1 1 0 0,-1 1-1 0 0,1-1 1 0 0,0 1-1 0 0,-1 0 0 0 0,1 0 1 0 0,0 0-1 0 0,-1 0 1 0 0,1 0-1 0 0,-1 0 0 0 0,1 0 1 0 0,-1 0-1 0 0,0 1 1 0 0,2 1-1 0 0,-2-1 74 0 0,1 9 97 0 0,-2-7-161 0 0,-1-1 0 0 0,1 0 0 0 0,0 1 1 0 0,-1-1-1 0 0,0 1 0 0 0,0-1 0 0 0,0 0 0 0 0,0 1 0 0 0,0-1 0 0 0,-1 0 0 0 0,1 0 0 0 0,-4 5 0 0 0,-3 3 68 0 0,-18 20 0 0 0,5-6 5 0 0,2-5-89 0 0,13-14-17 0 0,0-1 1 0 0,1 1-1 0 0,0 0 1 0 0,-6 9-1 0 0,7-8 1 0 0,2 1 0 0 0,4 0 0 0 0,5-1 0 0 0,-4-5 0 0 0,1 1 0 0 0,0-1 0 0 0,0 0 0 0 0,1-1 0 0 0,-1 1 0 0 0,0-1 0 0 0,9 2 0 0 0,34 3 0 0 0,-8-2 0 0 0,-25-2-6 0 0,45 10-82 0 0,-54-10 81 0 0,1 0 0 0 0,-1 0-1 0 0,1 0 1 0 0,-1 0 0 0 0,0 1-1 0 0,0 0 1 0 0,0 0-1 0 0,4 5 1 0 0,-7-7 7 0 0,0 1-1 0 0,-1-1 1 0 0,1 1 0 0 0,-1 0-1 0 0,0 0 1 0 0,0 0-1 0 0,1 0 1 0 0,-1 0 0 0 0,0 0-1 0 0,-1 0 1 0 0,1 0 0 0 0,0 0-1 0 0,0 0 1 0 0,-1 1 0 0 0,0-1-1 0 0,1 3 1 0 0,-1-1 16 0 0,0-1 1 0 0,0 1-1 0 0,-1 0 1 0 0,1 0-1 0 0,-1-1 1 0 0,0 1-1 0 0,0 0 1 0 0,0-1-1 0 0,-3 5 1 0 0,1-2 20 0 0,0 1 0 0 0,-1-1 0 0 0,0 0 0 0 0,0-1 0 0 0,0 1 0 0 0,-1-1 0 0 0,0 0-1 0 0,0 0 1 0 0,-1 0 0 0 0,-5 4 0 0 0,-12 4-90 0 0,-1-1 1 0 0,0-1-1 0 0,-1 0 0 0 0,0-2 0 0 0,-37 8 0 0 0,58-16-77 0 0,-18 3-708 0 0,20-4 704 0 0,1 0-1 0 0,0 0 0 0 0,0 0 1 0 0,0-1-1 0 0,-1 1 0 0 0,1-1 1 0 0,0 1-1 0 0,0 0 0 0 0,0-1 0 0 0,0 0 1 0 0,0 1-1 0 0,0-1 0 0 0,0 0 1 0 0,0 1-1 0 0,0-1 0 0 0,-1-1 1 0 0,2 1-109 0 0,0 0 0 0 0,0 0 0 0 0,0 0 0 0 0,0 0 0 0 0,0 0 0 0 0,0 0-1 0 0,0 0 1 0 0,1 0 0 0 0,-1 0 0 0 0,0 0 0 0 0,1 0 0 0 0,-1 0 0 0 0,1 0 0 0 0,-1 0 0 0 0,1 0 0 0 0,1-1 0 0 0,-2 1-159 0 0,8-12-1607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8:18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1 6911 0 0,'0'0'528'0'0,"-13"8"7927"0"0,-19 26 2762 0 0,-10 22-9021 0 0,15-18-753 0 0,23-32-1324 0 0,-1 0-1 0 0,2 1 1 0 0,-1-1 0 0 0,1 1 0 0 0,0-1 0 0 0,0 1 0 0 0,1 0 0 0 0,0 0 0 0 0,0 1 0 0 0,0-1 0 0 0,0 13-1 0 0,2-17-112 0 0,0 1 0 0 0,0-1-1 0 0,0 1 1 0 0,1-1-1 0 0,-1 1 1 0 0,1-1-1 0 0,0 0 1 0 0,0 1 0 0 0,0-1-1 0 0,0 0 1 0 0,1 1-1 0 0,-1-1 1 0 0,1 0 0 0 0,0 0-1 0 0,0 0 1 0 0,0 0-1 0 0,0-1 1 0 0,0 1-1 0 0,1-1 1 0 0,-1 1 0 0 0,1-1-1 0 0,0 0 1 0 0,0 0-1 0 0,0 0 1 0 0,0 0-1 0 0,4 2 1 0 0,2 0-55 0 0,1-1-1 0 0,0 0 1 0 0,0 0-1 0 0,0 0 1 0 0,0-2 0 0 0,0 1-1 0 0,0-1 1 0 0,1-1 0 0 0,-1 0-1 0 0,0 0 1 0 0,1-1-1 0 0,14-3 1 0 0,-12 1-11 0 0,0 0 0 0 0,0-1 1 0 0,0-1-1 0 0,-1 0 0 0 0,1 0 0 0 0,-1-2 0 0 0,-1 1 1 0 0,1-2-1 0 0,11-9 0 0 0,-20 15 52 0 0,0-1-1 0 0,0 1 1 0 0,0-1-1 0 0,-1 0 1 0 0,1 0-1 0 0,-1 0 1 0 0,1-1-1 0 0,-1 1 1 0 0,0-1-1 0 0,0 1 1 0 0,-1-1-1 0 0,1 1 1 0 0,-1-1-1 0 0,0 0 1 0 0,0 0-1 0 0,0 0 1 0 0,0 0 0 0 0,-1 0-1 0 0,1 0 1 0 0,-1 0-1 0 0,-1-4 1 0 0,1 2-44 0 0,-1 0 1 0 0,-1 0 0 0 0,1 0 0 0 0,-1 1-1 0 0,0-1 1 0 0,-1 0 0 0 0,1 1 0 0 0,-1 0-1 0 0,0-1 1 0 0,-1 1 0 0 0,1 0 0 0 0,-1 1-1 0 0,-5-7 1 0 0,5 7-107 0 0,-12-13-1059 0 0,-19-16 0 0 0,29 29 443 0 0,1 0-1 0 0,-1 0 1 0 0,0 0 0 0 0,0 0-1 0 0,0 1 1 0 0,-1 0 0 0 0,1 1-1 0 0,-8-3 1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8:18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97 10591 0 0,'10'-4'445'0'0,"-1"-1"0"0"0,0 0 0 0 0,9-7 0 0 0,3-3 4078 0 0,-19 14-3910 0 0,0 0 0 0 0,0 0-1 0 0,-1-1 1 0 0,1 1 0 0 0,0-1 0 0 0,0 0 0 0 0,-1 1 0 0 0,1-1 0 0 0,-1 0-1 0 0,0 0 1 0 0,3-3 0 0 0,-4 4-520 0 0,0 0 0 0 0,0 0 1 0 0,0 1-1 0 0,0-1 0 0 0,1 0 0 0 0,-1 0 0 0 0,0 0 0 0 0,0 1 1 0 0,0-1-1 0 0,-1 0 0 0 0,1 0 0 0 0,0 1 0 0 0,0-1 0 0 0,0 0 1 0 0,-1 0-1 0 0,1 1 0 0 0,0-1 0 0 0,-1 0 0 0 0,1 0 0 0 0,0 1 1 0 0,-1-1-1 0 0,1 0 0 0 0,-1 1 0 0 0,1-1 0 0 0,-1 1 0 0 0,1-1 1 0 0,-1 1-1 0 0,0-1 0 0 0,1 1 0 0 0,-1-1 0 0 0,0 1 0 0 0,1-1 1 0 0,-1 1-1 0 0,0 0 0 0 0,0-1 0 0 0,1 1 0 0 0,-2 0 0 0 0,-3-2 54 0 0,1 0-1 0 0,-1 1 0 0 0,1-1 0 0 0,-1 1 0 0 0,0 0 0 0 0,0 1 0 0 0,0-1 0 0 0,1 1 0 0 0,-1 0 0 0 0,0 0 1 0 0,0 1-1 0 0,0-1 0 0 0,1 1 0 0 0,-9 2 0 0 0,-2 3-12 0 0,0 0 1 0 0,0 0 0 0 0,-14 10-1 0 0,6-3 50 0 0,7-5-63 0 0,0 1 1 0 0,1 1-1 0 0,-24 20 1 0 0,33-25-108 0 0,0 1 1 0 0,1 0-1 0 0,0 0 0 0 0,0 0 1 0 0,0 0-1 0 0,1 1 0 0 0,0-1 1 0 0,0 1-1 0 0,1 0 0 0 0,-5 14 1 0 0,8-19-42 0 0,0 0 0 0 0,0 0 0 0 0,1 0 0 0 0,-1 0 0 0 0,1 0 0 0 0,-1 0 0 0 0,1 0 0 0 0,0 0 0 0 0,0 0 0 0 0,0-1 0 0 0,0 1 0 0 0,0 0 0 0 0,0-1 0 0 0,3 4 0 0 0,-3-3-23 0 0,2 0-3 0 0,-1 1 0 0 0,1-1 0 0 0,-1 0 0 0 0,1 0 0 0 0,0 0 0 0 0,0 0 0 0 0,0 0 0 0 0,0-1-1 0 0,0 1 1 0 0,0-1 0 0 0,0 0 0 0 0,0 0 0 0 0,1 0 0 0 0,4 1 0 0 0,5 0-149 0 0,0-1 0 0 0,19 0-1 0 0,-22-1 158 0 0,-1-1-1 0 0,1-1 1 0 0,-1 0-1 0 0,1 0 0 0 0,-1 0 1 0 0,0-2-1 0 0,1 1 1 0 0,-2-1-1 0 0,11-5 0 0 0,-1-2 4 0 0,0 0 0 0 0,0-2-1 0 0,16-15 1 0 0,79-79-206 0 0,-111 104 1285 0 0,11 20 95 0 0,-8-4-919 0 0,-1 0-1 0 0,0 1 1 0 0,0 0-1 0 0,-2 0 0 0 0,2 20 1 0 0,-1-10-17 0 0,25 136 312 0 0,-13-85-503 0 0,-4-30-6 0 0,8 51-14 0 0,-19-94-59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8:19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13823 0 0,'0'0'1062'0'0,"2"-1"-389"0"0,1-1-119 0 0,-1 0-1 0 0,1 1 1 0 0,0-1 0 0 0,0 1-1 0 0,0 0 1 0 0,0 0-1 0 0,0 0 1 0 0,0 0 0 0 0,0 0-1 0 0,0 1 1 0 0,0-1 0 0 0,5 1-1 0 0,-4 0-72 0 0,1 1 1 0 0,-1 0-1 0 0,1 0 0 0 0,-1 0 0 0 0,1 0 0 0 0,-1 1 0 0 0,1-1 1 0 0,4 4-1 0 0,25 12 1192 0 0,0-1-741 0 0,55 36 0 0 0,-1 13-686 0 0,-72-52-428 0 0,-1 1-1 0 0,0 1 0 0 0,16 20 0 0 0,-30-34 1 0 0,0 0 1 0 0,1 1 0 0 0,-1-1-1 0 0,0 1 1 0 0,0 0 0 0 0,0-1-1 0 0,0 1 1 0 0,0 0 0 0 0,-1-1-1 0 0,1 1 1 0 0,0 0 0 0 0,-1 0-1 0 0,1 0 1 0 0,-1-1 0 0 0,0 1-1 0 0,0 0 1 0 0,0 0 0 0 0,0 2-1 0 0,0-3 10 0 0,0 0-1 0 0,-1-1 1 0 0,1 1-1 0 0,-1 0 1 0 0,1-1 0 0 0,-1 1-1 0 0,1 0 1 0 0,-1-1-1 0 0,0 1 1 0 0,1-1-1 0 0,-1 1 1 0 0,0-1-1 0 0,1 1 1 0 0,-1-1-1 0 0,0 0 1 0 0,1 1-1 0 0,-1-1 1 0 0,0 0-1 0 0,0 1 1 0 0,0-1-1 0 0,-1 0 1 0 0,-7 2-1823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8:19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1 12439 0 0,'0'0'12941'0'0,"-1"1"-12237"0"0,-35 40 247 0 0,-2-2 0 0 0,-53 41 0 0 0,-17 17 303 0 0,99-88-1476 0 0,0-2 0 0 0,-13 9 0 0 0,-3 2-492 0 0,24-17-133 0 0,26-9-18278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8:20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7 5063 0 0,'5'-7'21100'0'0,"-24"92"-17720"0"0,-4 26-2304 0 0,19-66-1477 0 0,2 0-1 0 0,3 0 1 0 0,10 84 0 0 0,-11-127-577 0 0,2 4-1320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8:20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0 18023 0 0,'0'0'3012'0'0,"-1"1"-1835"0"0,-8 4-447 0 0,0 0-1 0 0,0 1 0 0 0,1 0 0 0 0,0 1 0 0 0,0-1 1 0 0,0 2-1 0 0,1-1 0 0 0,0 1 0 0 0,-6 10 0 0 0,-10 13 51 0 0,1 1 0 0 0,-22 43 0 0 0,36-58-689 0 0,0 0 1 0 0,1 0 0 0 0,1 1 0 0 0,1 0 0 0 0,1 0 0 0 0,-5 35 0 0 0,9-49-92 0 0,-1 1 0 0 0,1-1 0 0 0,0 1 0 0 0,1-1 0 0 0,-1 1 0 0 0,1-1-1 0 0,-1 1 1 0 0,1-1 0 0 0,1 1 0 0 0,-1-1 0 0 0,1 0 0 0 0,-1 0 0 0 0,1 0 0 0 0,1 0 0 0 0,-1 0 0 0 0,0 0 0 0 0,1 0 0 0 0,0-1-1 0 0,0 1 1 0 0,0-1 0 0 0,0 0 0 0 0,0 0 0 0 0,1 0 0 0 0,0 0 0 0 0,-1 0 0 0 0,1-1 0 0 0,0 0 0 0 0,0 0 0 0 0,0 0 0 0 0,0 0 0 0 0,1-1-1 0 0,6 2 1 0 0,4 0-72 0 0,0-1-1 0 0,-1 0 0 0 0,1-1 1 0 0,0-1-1 0 0,0 0 1 0 0,0-1-1 0 0,-1-1 0 0 0,1 0 1 0 0,0-1-1 0 0,-1-1 0 0 0,23-9 1 0 0,-27 10 20 0 0,-1-1 1 0 0,0-1-1 0 0,0 0 1 0 0,-1 0-1 0 0,1-1 0 0 0,-1 0 1 0 0,0 0-1 0 0,-1-1 1 0 0,1 0-1 0 0,-1 0 0 0 0,-1-1 1 0 0,1 1-1 0 0,-2-2 1 0 0,1 1-1 0 0,-1-1 1 0 0,0 0-1 0 0,7-18 0 0 0,-10 21 15 0 0,0 0-1 0 0,-1 0 0 0 0,0 0 0 0 0,0 0 1 0 0,0-1-1 0 0,-1 1 0 0 0,0 0 0 0 0,0 0 1 0 0,-1-1-1 0 0,0 1 0 0 0,0 0 0 0 0,0 0 0 0 0,-1 0 1 0 0,-3-9-1 0 0,1 5-92 0 0,-1 1 0 0 0,0 0 0 0 0,-1 0 1 0 0,0 0-1 0 0,0 1 0 0 0,-1 0 0 0 0,-14-13 0 0 0,-71-54-4001 0 0,41 36-1355 0 0,36 26 3375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8:20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 17647 0 0,'0'0'5424'0'0,"-1"2"-4213"0"0,-3 7-457 0 0,-1 0 0 0 0,1 1 0 0 0,1 0 0 0 0,0 0 0 0 0,0 0 0 0 0,-2 18 0 0 0,4-20-633 0 0,1-1 0 0 0,-1 1 0 0 0,1-1 0 0 0,1 1 0 0 0,-1-1-1 0 0,1 1 1 0 0,1-1 0 0 0,-1 1 0 0 0,1-1 0 0 0,4 9 0 0 0,-3-10-120 0 0,0-1 1 0 0,0 0-1 0 0,0-1 1 0 0,1 1 0 0 0,-1-1-1 0 0,1 1 1 0 0,1-1-1 0 0,-1 0 1 0 0,0-1-1 0 0,1 1 1 0 0,0-1 0 0 0,0 0-1 0 0,0 0 1 0 0,0 0-1 0 0,0-1 1 0 0,1 1-1 0 0,-1-1 1 0 0,1-1 0 0 0,-1 1-1 0 0,7 0 1 0 0,-3-1-75 0 0,-1 0 0 0 0,1 0 0 0 0,-1-1 0 0 0,1 0 1 0 0,-1 0-1 0 0,1-1 0 0 0,-1 0 0 0 0,0-1 0 0 0,1 0 0 0 0,-1 0 1 0 0,0-1-1 0 0,0 0 0 0 0,9-5 0 0 0,-16 8 51 0 0,1-1 9 0 0,-1 1 0 0 0,0-1 0 0 0,1 0 0 0 0,-1 1 0 0 0,0-1 0 0 0,0 0 0 0 0,1 0 0 0 0,-1 0 0 0 0,0 0 1 0 0,0 0-1 0 0,0 0 0 0 0,0 0 0 0 0,0 0 0 0 0,0 0 0 0 0,-1 0 0 0 0,1-1 0 0 0,0 1 0 0 0,-1 0 0 0 0,1-1 0 0 0,-1 1 0 0 0,1 0 0 0 0,-1-1 0 0 0,1 1 0 0 0,-1 0 0 0 0,0-1 0 0 0,0 1 0 0 0,0-1 0 0 0,0 1 0 0 0,0-1 0 0 0,0 1 0 0 0,0-3 0 0 0,-1 4 16 0 0,1 0 0 0 0,0-1 1 0 0,-1 1-1 0 0,1 0 1 0 0,0 0-1 0 0,-1 0 0 0 0,1-1 1 0 0,-1 1-1 0 0,1 0 0 0 0,0 0 1 0 0,-1 0-1 0 0,1 0 0 0 0,-1 0 1 0 0,1 0-1 0 0,0 0 1 0 0,-1 0-1 0 0,1 0 0 0 0,-1 0 1 0 0,1 0-1 0 0,0 0 0 0 0,-1 0 1 0 0,1 1-1 0 0,-1-1 1 0 0,1 0-1 0 0,-1 0 0 0 0,-12 4 37 0 0,12-3-31 0 0,-5 0 28 0 0,1 0 1 0 0,0 1 0 0 0,0 0-1 0 0,0 0 1 0 0,0 1-1 0 0,0-1 1 0 0,0 1 0 0 0,0 0-1 0 0,1 1 1 0 0,0-1 0 0 0,0 1-1 0 0,0 0 1 0 0,0 0 0 0 0,0 0-1 0 0,1 0 1 0 0,-1 1-1 0 0,-3 7 1 0 0,5-10-48 0 0,1 0-87 0 0,-1 0 1 0 0,1 1-1 0 0,0-1 0 0 0,0 0 1 0 0,0 0-1 0 0,0 1 0 0 0,0-1 1 0 0,0 1-1 0 0,1-1 0 0 0,-1 5 1 0 0,1-5-480 0 0,13 12-5578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8:21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9 17855 0 0,'-10'-8'7068'0'0,"15"21"-5152"0"0,4 1-1461 0 0,1 0-1 0 0,0 0 0 0 0,0-1 1 0 0,14 13-1 0 0,0 2-113 0 0,114 154 797 0 0,-130-172-1097 0 0,17 28 0 0 0,-1 0 0 0 0,-2 2 0 0 0,-1 0 1 0 0,-3 1-1 0 0,-1 1 0 0 0,18 70 0 0 0,-28-82-57 0 0,-1 0 1 0 0,-1 1-1 0 0,-2-1 1 0 0,-1 1-1 0 0,-1 0 0 0 0,-2 0 1 0 0,-1 0-1 0 0,-1 0 1 0 0,-12 47-1 0 0,10-60 17 0 0,-2-1 1 0 0,0 0-1 0 0,-1 0 0 0 0,-1-1 1 0 0,0 0-1 0 0,-1 0 0 0 0,-1-1 1 0 0,-22 24-1 0 0,11-17-191 0 0,-1-1-1 0 0,0 0 1 0 0,-2-2-1 0 0,-36 22 1 0 0,29-24-2439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8:32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368 76 4607 0 0,'0'0'354'0'0,"0"-2"36"0"0,-1-32 5037 0 0,0 5 5210 0 0,1 29-10513 0 0,0-1 0 0 0,0 1 0 0 0,0-1 0 0 0,0 1-1 0 0,-1-1 1 0 0,1 1 0 0 0,0 0 0 0 0,0-1 0 0 0,-1 1 0 0 0,1-1-1 0 0,0 1 1 0 0,0-1 0 0 0,-1 1 0 0 0,1 0 0 0 0,-1-1 0 0 0,1 1-1 0 0,0 0 1 0 0,-1-1 0 0 0,1 1 0 0 0,-1 0 0 0 0,1-1 0 0 0,-1 1-1 0 0,1 0 1 0 0,-1 0 0 0 0,1 0 0 0 0,-1 0 0 0 0,1-1 0 0 0,-1 1-1 0 0,1 0 1 0 0,-1 0 0 0 0,0 0 0 0 0,0 0 93 0 0,0 0 1 0 0,-1 0-1 0 0,1 0 0 0 0,-1 0 0 0 0,1 0 1 0 0,-1 0-1 0 0,1 0 0 0 0,-1 0 1 0 0,-2 2-1 0 0,0 0-127 0 0,0 1 0 0 0,1 1 1 0 0,-1-1-1 0 0,0 1 0 0 0,1-1 0 0 0,0 1 0 0 0,0 0 0 0 0,0 0 1 0 0,-3 6-1 0 0,-4 6 72 0 0,-5 7 38 0 0,-21 42 0 0 0,14-22-96 0 0,-24 43 245 0 0,4 2 1 0 0,-51 153-1 0 0,82-202-159 0 0,-7 43 0 0 0,15-66-123 0 0,1 1 1 0 0,1 0 0 0 0,1 0-1 0 0,0 0 1 0 0,3 21-1 0 0,-1-25-50 0 0,1 0 0 0 0,0 0-1 0 0,1-1 1 0 0,1 1 0 0 0,0-1-1 0 0,1 0 1 0 0,0 0-1 0 0,0-1 1 0 0,12 16 0 0 0,-8-15-16 0 0,0-1 0 0 0,1 0 0 0 0,0 0 0 0 0,1-1 0 0 0,0 0 0 0 0,0-1 0 0 0,25 13 0 0 0,19 6-31 0 0,76 27 0 0 0,-131-55 29 0 0,19 7-109 0 0,-1 1-1 0 0,36 19 1 0 0,-53-25 14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8:37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13 10591 0 0,'4'-13'16996'0'0,"-28"51"-16361"0"0,3 1-1 0 0,1 1 1 0 0,-14 43 0 0 0,26-64-499 0 0,4-10-81 0 0,-34 89 521 0 0,33-82-463 0 0,1 0 0 0 0,0 0 0 0 0,1 1 1 0 0,0 20-1 0 0,2-33-104 0 0,1 0 0 0 0,1 0 1 0 0,-1 0-1 0 0,0 0 0 0 0,1-1 0 0 0,0 1 0 0 0,0 0 0 0 0,0 0 1 0 0,1-1-1 0 0,-1 1 0 0 0,1 0 0 0 0,0-1 0 0 0,0 0 0 0 0,0 1 1 0 0,0-1-1 0 0,0 0 0 0 0,1 0 0 0 0,0 0 0 0 0,5 4 0 0 0,-4-3-27 0 0,1-1 0 0 0,0 0 1 0 0,0-1-1 0 0,0 1 0 0 0,0-1 0 0 0,0 0 0 0 0,0 0 0 0 0,1 0 0 0 0,-1-1 0 0 0,1 0 0 0 0,-1 0 0 0 0,1-1 0 0 0,8 1 0 0 0,8-2-23 0 0,0-1 0 0 0,0-1 0 0 0,-1-1 0 0 0,1 0 1 0 0,-1-2-1 0 0,0-1 0 0 0,0 0 0 0 0,38-21 0 0 0,-52 25 28 0 0,0-1 0 0 0,-1-1 1 0 0,0 1-1 0 0,1-1 0 0 0,-2 0 0 0 0,1-1 0 0 0,-1 0 0 0 0,1 1 1 0 0,-1-2-1 0 0,-1 1 0 0 0,0 0 0 0 0,1-1 0 0 0,-2 0 0 0 0,5-9 1 0 0,-6 10 22 0 0,0 0 0 0 0,-1 0 0 0 0,1 0 0 0 0,-1 0 0 0 0,0-1 0 0 0,-1 1 1 0 0,0 0-1 0 0,0 0 0 0 0,0 0 0 0 0,0-1 0 0 0,-1 1 0 0 0,0 0 0 0 0,-1 0 0 0 0,1 0 1 0 0,-1 0-1 0 0,0 0 0 0 0,-1 1 0 0 0,-3-9 0 0 0,0 6 17 0 0,1-1 1 0 0,-2 1-1 0 0,1 0 0 0 0,-1 1 1 0 0,0 0-1 0 0,-1 0 0 0 0,1 0 1 0 0,-1 1-1 0 0,-1 0 0 0 0,-10-6 1 0 0,-1 1-42 0 0,0 2-1 0 0,-1 0 1 0 0,-35-9 0 0 0,45 14-386 0 0,0 2 0 0 0,-1-1 0 0 0,1 2 0 0 0,-1-1 0 0 0,1 2 0 0 0,-1-1 0 0 0,-18 3 0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8:38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4607 0 0,'8'29'3932'0'0,"-5"-13"1995"0"0,0 0-1 0 0,0 19 0 0 0,-2-10-3823 0 0,-1 3-4069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8:38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19 21455 0 0,'-13'-5'2283'0'0,"10"3"-2083"0"0,0 0 1 0 0,0 1 0 0 0,0-1-1 0 0,0 1 1 0 0,0 0 0 0 0,-1 0-1 0 0,1 0 1 0 0,0 0-1 0 0,0 0 1 0 0,-1 1 0 0 0,1 0-1 0 0,-1-1 1 0 0,1 1 0 0 0,0 0-1 0 0,-1 1 1 0 0,1-1 0 0 0,0 1-1 0 0,-1-1 1 0 0,1 1-1 0 0,-5 2 1 0 0,-4 2 190 0 0,1 1 0 0 0,0 0 0 0 0,0 1-1 0 0,1 0 1 0 0,0 1 0 0 0,-11 10 0 0 0,20-17-377 0 0,-1 0 0 0 0,1 1 0 0 0,0-1 1 0 0,0 1-1 0 0,0-1 0 0 0,0 1 0 0 0,0-1 0 0 0,0 1 0 0 0,0-1 0 0 0,0 1 0 0 0,1 0 1 0 0,-1 0-1 0 0,0-1 0 0 0,1 1 0 0 0,0 0 0 0 0,-1 0 0 0 0,1 0 0 0 0,0 0 0 0 0,0 3 1 0 0,1-3-7 0 0,-1 0 1 0 0,1 1 0 0 0,0-1 0 0 0,0 1 0 0 0,0-1-1 0 0,0 0 1 0 0,0 0 0 0 0,1 0 0 0 0,-1 1-1 0 0,0-1 1 0 0,1 0 0 0 0,3 3 0 0 0,3 2-1 0 0,0-1 1 0 0,1 1-1 0 0,0-1 1 0 0,0-1 0 0 0,15 7-1 0 0,87 32 60 0 0,-77-32-16 0 0,-1 1-1 0 0,56 30 1 0 0,-87-42-56 0 0,6 4-9 0 0,-1-1 0 0 0,1 1 0 0 0,-2 0 0 0 0,1 1 0 0 0,9 9-1 0 0,-15-14 7 0 0,0 1 0 0 0,0-1-1 0 0,1 1 1 0 0,-1 0-1 0 0,-1-1 1 0 0,1 1-1 0 0,0 0 1 0 0,0 0-1 0 0,-1 0 1 0 0,1-1-1 0 0,-1 1 1 0 0,1 0-1 0 0,-1 0 1 0 0,0 0-1 0 0,0 0 1 0 0,0 0-1 0 0,0 0 1 0 0,0 0-1 0 0,0 0 1 0 0,0-1 0 0 0,-1 1-1 0 0,1 0 1 0 0,-1 0-1 0 0,1 0 1 0 0,-1 0-1 0 0,0-1 1 0 0,0 1-1 0 0,0 0 1 0 0,0-1-1 0 0,0 1 1 0 0,-1 1-1 0 0,-1 1 6 0 0,1-1 0 0 0,-1 0 0 0 0,0 1 0 0 0,0-1 0 0 0,-1 0 0 0 0,1-1 0 0 0,-1 1 0 0 0,1-1 0 0 0,-1 1 0 0 0,0-1 0 0 0,0 0 0 0 0,0 0 0 0 0,-6 1 0 0 0,-3 1-30 0 0,-1-2-1 0 0,1 0 1 0 0,-15 1 0 0 0,7-1-59 0 0,6-1-163 0 0,-1-1 0 0 0,1 0 0 0 0,0-1 0 0 0,-31-6 0 0 0,29 3-735 0 0,0-1-1 0 0,0-1 0 0 0,1 0 0 0 0,-18-9 1 0 0,26 10 417 0 0,0 0 0 0 0,0 0 0 0 0,0-1-1 0 0,1 0 1 0 0,-1 0 0 0 0,-6-9 0 0 0,12 13 429 0 0,-22-28-1968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8:38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2303 0 0,'0'0'102'0'0,"2"0"-1"0"0,55-2 14565 0 0,-1-3-6098 0 0,12-5-4172 0 0,34-8-4315 0 0,14-2 717 0 0,-99 17-798 0 0,1 1 0 0 0,-1 0 0 0 0,1 2 0 0 0,0 0 0 0 0,27 4 0 0 0,-44-4-2 0 0,0 0-1 0 0,1 0 1 0 0,-1 0-1 0 0,0 1 1 0 0,1-1 0 0 0,-1 0-1 0 0,0 1 1 0 0,1-1-1 0 0,-1 1 1 0 0,0-1 0 0 0,0 1-1 0 0,1 0 1 0 0,-1 0-1 0 0,0-1 1 0 0,0 1 0 0 0,0 0-1 0 0,0 0 1 0 0,0 0-1 0 0,0 0 1 0 0,0 0-1 0 0,0 0 1 0 0,-1 0 0 0 0,1 1-1 0 0,0-1 1 0 0,-1 0-1 0 0,1 0 1 0 0,0 1 0 0 0,-1-1-1 0 0,1 2 1 0 0,0 1 2 0 0,0 0 3 0 0,0 0 0 0 0,0 0-1 0 0,0 0 1 0 0,-1 0 0 0 0,0 0 0 0 0,0 0-1 0 0,0 0 1 0 0,0 1 0 0 0,0-1 0 0 0,-1 0-1 0 0,-2 6 1 0 0,-1 5 108 0 0,-12 25 1 0 0,5-14 32 0 0,-2 8 10 0 0,2-7-6 0 0,1 0 1 0 0,1 1-1 0 0,1 0 1 0 0,-5 37-1 0 0,13-61-139 0 0,0 0 1 0 0,0 0-1 0 0,0 0 1 0 0,0 0-1 0 0,1 0 1 0 0,0 0-1 0 0,0 0 1 0 0,0 0-1 0 0,0 0 0 0 0,0 0 1 0 0,1-1-1 0 0,0 1 1 0 0,0 0-1 0 0,3 4 1 0 0,-3-6-11 0 0,-1 1 1 0 0,1-1 0 0 0,0 0 0 0 0,1 0 0 0 0,-1 0-1 0 0,0 0 1 0 0,0 0 0 0 0,1-1 0 0 0,-1 1 0 0 0,1-1-1 0 0,0 1 1 0 0,-1-1 0 0 0,1 0 0 0 0,0 0 0 0 0,0 0-1 0 0,0-1 1 0 0,0 1 0 0 0,0-1 0 0 0,0 1 0 0 0,3-1-1 0 0,16-1 0 0 0,0-1 0 0 0,0-1-1 0 0,-1-1 1 0 0,1-1 0 0 0,-1-1-1 0 0,33-13 1 0 0,-44 15 5 0 0,0-1 0 0 0,0 0 0 0 0,-1-1 1 0 0,1 0-1 0 0,-2 0 0 0 0,1-1 0 0 0,-1 0 0 0 0,8-8 0 0 0,-13 12-27 0 0,-1 0-1 0 0,1 0 1 0 0,-1 0-1 0 0,0 0 1 0 0,0 0-1 0 0,0-1 1 0 0,0 1-1 0 0,-1 0 1 0 0,1-1-1 0 0,-1 1 1 0 0,0-1-1 0 0,0 0 1 0 0,0 1-1 0 0,-1-1 1 0 0,1 0-1 0 0,-1 0 1 0 0,0 1-1 0 0,0-1 1 0 0,0 0-1 0 0,-1 0 1 0 0,1 1-1 0 0,-1-1 1 0 0,0 0-1 0 0,0 1 1 0 0,0-1-1 0 0,-3-6 1 0 0,0 3 3 0 0,-1 0 0 0 0,1 1 0 0 0,-1-1 0 0 0,0 1 0 0 0,-1 0 0 0 0,0 0 1 0 0,0 1-1 0 0,-11-8 0 0 0,3 4-67 0 0,1 0 1 0 0,-1 1-1 0 0,-21-8 0 0 0,-62-26-1275 0 0,34 11-3132 0 0,56 26 3333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8:39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192 115 6911 0 0,'15'-16'-443'0'0,"6"-11"7268"0"0,-20 24-5874 0 0,1 0 1 0 0,-1 1 0 0 0,0-1-1 0 0,1 0 1 0 0,-2 0-1 0 0,1 0 1 0 0,0 0-1 0 0,0-5 1 0 0,-1 6-658 0 0,0 0 0 0 0,0 0 0 0 0,0 0 1 0 0,0 0-1 0 0,0-1 0 0 0,-1 1 0 0 0,1 0 0 0 0,-2-3 0 0 0,1 4-161 0 0,0 0-1 0 0,0-1 0 0 0,0 1 1 0 0,0 0-1 0 0,0 0 0 0 0,0-1 0 0 0,-1 1 1 0 0,1 0-1 0 0,0 0 0 0 0,-1 0 1 0 0,1 1-1 0 0,-1-1 0 0 0,1 0 0 0 0,-1 0 1 0 0,1 1-1 0 0,-1-1 0 0 0,0 1 1 0 0,1-1-1 0 0,-1 1 0 0 0,0 0 0 0 0,1 0 1 0 0,-1 0-1 0 0,-3 0 0 0 0,0 0 122 0 0,-1 0 0 0 0,0 0 0 0 0,1 1 0 0 0,-1 0 0 0 0,-10 2 0 0 0,6 2-113 0 0,-1-1-1 0 0,1 2 1 0 0,-1-1-1 0 0,1 1 1 0 0,1 1-1 0 0,-1 0 1 0 0,1 0-1 0 0,1 1 1 0 0,-1 0-1 0 0,1 0 1 0 0,1 1-1 0 0,-1 0 1 0 0,2 1-1 0 0,-1-1 1 0 0,-8 19-1 0 0,14-26-150 0 0,0 0 1 0 0,0 0-1 0 0,1 0 1 0 0,-1 0-1 0 0,0 0 0 0 0,1-1 1 0 0,0 1-1 0 0,-1 1 1 0 0,1-1-1 0 0,0 0 1 0 0,0 0-1 0 0,0 0 0 0 0,1 0 1 0 0,-1 0-1 0 0,0 0 1 0 0,1 0-1 0 0,-1 0 0 0 0,1 0 1 0 0,0-1-1 0 0,-1 1 1 0 0,1 0-1 0 0,0 0 0 0 0,0 0 1 0 0,0-1-1 0 0,0 1 1 0 0,1 0-1 0 0,-1-1 0 0 0,0 1 1 0 0,1-1-1 0 0,-1 1 1 0 0,1-1-1 0 0,0 0 1 0 0,-1 0-1 0 0,5 2 0 0 0,-2-1-37 0 0,0 0 0 0 0,0 0 0 0 0,0-1-1 0 0,0 1 1 0 0,1-1 0 0 0,-1 0-1 0 0,0-1 1 0 0,1 1 0 0 0,-1-1 0 0 0,1 0-1 0 0,-1 0 1 0 0,0 0 0 0 0,1 0 0 0 0,-1-1-1 0 0,6-1 1 0 0,4-2-43 0 0,-1-1 1 0 0,0 0-1 0 0,0-1 1 0 0,-1 0-1 0 0,24-17 1 0 0,-5 0-59 0 0,-14 9 124 0 0,27-16 1 0 0,-43 29 347 0 0,0 3-140 0 0,1 4-79 0 0,-1 0 1 0 0,0 0-1 0 0,0 1 0 0 0,-1-1 1 0 0,0 0-1 0 0,0 1 0 0 0,0-1 1 0 0,-2 8-1 0 0,-13 56 410 0 0,4-22-314 0 0,-22 85-56 0 0,6-35-82 0 0,21-75-80 0 0,-2 6-69 0 0,6-11-2886 0 0,15-18 1027 0 0,1-1 273 0 0,-1-3-260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8:39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34 4607 0 0,'0'-18'19535'0'0,"0"18"-19158"0"0,-7-2 3707 0 0,3 2-5229 0 0,-1 0 1291 0 0,1 0 52 0 0,0 0-1 0 0,-1 0 1 0 0,1 1 0 0 0,-1 0 0 0 0,1 0 0 0 0,0 0 0 0 0,0 0 0 0 0,-1 1 0 0 0,1-1 0 0 0,0 1 0 0 0,0 0 0 0 0,1 1 0 0 0,-1-1-1 0 0,-6 6 1 0 0,-4 4 78 0 0,1 0 0 0 0,-17 21 0 0 0,27-30-200 0 0,0 1-43 0 0,0-1-1 0 0,1 0 1 0 0,-1 1-1 0 0,1-1 1 0 0,0 1-1 0 0,0 0 1 0 0,-2 5-1 0 0,3-8-29 0 0,1 0-1 0 0,-1 0 0 0 0,1 0 1 0 0,0 0-1 0 0,-1 0 0 0 0,1 0 1 0 0,0 0-1 0 0,0 0 0 0 0,0 0 0 0 0,0 0 1 0 0,0 0-1 0 0,0 0 0 0 0,0 0 1 0 0,0 0-1 0 0,0 0 0 0 0,0 0 1 0 0,0 1-1 0 0,1-1 0 0 0,-1-1 1 0 0,1 1-1 0 0,-1 0 0 0 0,0 0 1 0 0,1 0-1 0 0,0 0 0 0 0,-1 0 1 0 0,1 0-1 0 0,-1 0 0 0 0,1-1 0 0 0,0 1 1 0 0,0 0-1 0 0,-1 0 0 0 0,3 0 1 0 0,-1 1-1 0 0,2 1-30 0 0,0 0-1 0 0,1-1 1 0 0,-1 1-1 0 0,0-1 1 0 0,1 0-1 0 0,0 0 1 0 0,0-1 0 0 0,-1 1-1 0 0,1-1 1 0 0,0 0-1 0 0,0 0 1 0 0,0-1-1 0 0,8 0 1 0 0,8 0-201 0 0,39-5 0 0 0,-50 3 127 0 0,1 0 0 0 0,0-1 0 0 0,-1 0-1 0 0,0-1 1 0 0,0 0 0 0 0,17-9 0 0 0,-21 10 26 0 0,0-1-1 0 0,-1 1 1 0 0,1-2-1 0 0,-1 1 1 0 0,0 0-1 0 0,0-1 1 0 0,0 0 0 0 0,-1 0-1 0 0,0-1 1 0 0,0 1-1 0 0,6-12 1 0 0,-9 15 53 0 0,0 1 1 0 0,0-1-1 0 0,-1 0 0 0 0,1 0 1 0 0,-1 0-1 0 0,1 0 1 0 0,-1 1-1 0 0,0-1 0 0 0,0 0 1 0 0,0 0-1 0 0,0 0 0 0 0,0 0 1 0 0,0 0-1 0 0,0 0 0 0 0,-1 0 1 0 0,1 0-1 0 0,-1 0 0 0 0,1 1 1 0 0,-1-1-1 0 0,-1-3 1 0 0,0 3 13 0 0,0-1 0 0 0,0 0 0 0 0,0 1 1 0 0,-1-1-1 0 0,1 1 0 0 0,0-1 0 0 0,-1 1 1 0 0,0 0-1 0 0,0 0 0 0 0,0 0 0 0 0,-3-1 1 0 0,1 0-83 0 0,-1 1 0 0 0,1 0 0 0 0,-1 0 0 0 0,0 0 0 0 0,0 0 1 0 0,0 1-1 0 0,0 0 0 0 0,0 0 0 0 0,0 1 0 0 0,0-1 0 0 0,0 2 1 0 0,-12 0-1 0 0,4 4-1128 0 0,0 0 0 0 0,1 0 1 0 0,0 1-1 0 0,-14 9 1 0 0,9-4-784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8:40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322 119 6447 0 0,'0'0'586'0'0,"0"-2"-486"0"0,-8-17 5848 0 0,5 18-5113 0 0,0 0 1 0 0,0 0 0 0 0,1 0 0 0 0,-1 0 0 0 0,0 1 0 0 0,0-1-1 0 0,0 1 1 0 0,0 0 0 0 0,-6 0 0 0 0,4 0-187 0 0,0 1 0 0 0,-1 0 0 0 0,1 0 0 0 0,0 0 0 0 0,-5 3 1 0 0,-6 3 189 0 0,0 1 1 0 0,-21 14-1 0 0,26-16-180 0 0,-105 77 2313 0 0,88-61-2571 0 0,27-21-387 0 0,-1 0-1 0 0,1 0 1 0 0,0 1-1 0 0,-1-1 1 0 0,1 0-1 0 0,0 1 0 0 0,0-1 1 0 0,0 1-1 0 0,0-1 1 0 0,0 1-1 0 0,0 0 1 0 0,0-1-1 0 0,0 1 1 0 0,0 0-1 0 0,1 0 0 0 0,-1-1 1 0 0,1 1-1 0 0,0 0 1 0 0,-1 0-1 0 0,1 0 1 0 0,0 0-1 0 0,0 0 1 0 0,0-1-1 0 0,0 1 1 0 0,1 3-1 0 0,0-3-23 0 0,0 1 1 0 0,-1-1-1 0 0,1-1 0 0 0,0 1 1 0 0,0 0-1 0 0,1 0 0 0 0,-1 0 1 0 0,0 0-1 0 0,1-1 0 0 0,-1 1 1 0 0,1-1-1 0 0,-1 1 1 0 0,1-1-1 0 0,0 1 0 0 0,-1-1 1 0 0,1 0-1 0 0,0 0 0 0 0,0 0 1 0 0,0 0-1 0 0,0 0 0 0 0,4 0 1 0 0,11 4-180 0 0,1-1 1 0 0,-1 0 0 0 0,1-2 0 0 0,0 0 0 0 0,0-1-1 0 0,0-1 1 0 0,0-1 0 0 0,0 0 0 0 0,0-2-1 0 0,-1 0 1 0 0,1 0 0 0 0,-1-2 0 0 0,1 0-1 0 0,-1-1 1 0 0,-1-1 0 0 0,20-11 0 0 0,-31 15 109 0 0,0 0 0 0 0,0 0 0 0 0,0-1-1 0 0,0 1 1 0 0,-1-1 0 0 0,0-1 0 0 0,0 1 0 0 0,0-1 0 0 0,0 1 0 0 0,-1-1 0 0 0,1 0 0 0 0,-1 0 0 0 0,-1-1 0 0 0,1 1 0 0 0,-1 0 0 0 0,0-1 0 0 0,0 0 0 0 0,0 1 0 0 0,-1-1 0 0 0,0 0 0 0 0,0 0-1 0 0,0 0 1 0 0,-1 0 0 0 0,0 0 0 0 0,0 0 0 0 0,-1 0 0 0 0,0 0 0 0 0,0 0 0 0 0,0 1 0 0 0,0-1 0 0 0,-1 0 0 0 0,0 0 0 0 0,-4-7 0 0 0,-9-11-1076 0 0,-22-27 0 0 0,22 31-1634 0 0,3 4-4951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8:40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17247 0 0,'0'0'1566'0'0,"1"-1"-1290"0"0,4-1-142 0 0,-1 1 1 0 0,1 0 0 0 0,0-1 0 0 0,-1 2-1 0 0,1-1 1 0 0,0 0 0 0 0,-1 1 0 0 0,1 0-1 0 0,0 0 1 0 0,0 0 0 0 0,-1 1 0 0 0,1-1-1 0 0,5 3 1 0 0,5 1 1379 0 0,0 1 1 0 0,24 13-1 0 0,-24-11-745 0 0,46 16 1346 0 0,-39-16-1579 0 0,30 16 1 0 0,79 54 278 0 0,-111-62-729 0 0,0 1 0 0 0,-1 0-1 0 0,-1 1 1 0 0,18 21 0 0 0,-20-19-21 0 0,-1 1-1 0 0,-1 1 1 0 0,0 0-1 0 0,-1 1 1 0 0,-2 0-1 0 0,0 1 1 0 0,-2 1 0 0 0,0-1-1 0 0,-1 1 1 0 0,-2 1-1 0 0,0-1 1 0 0,-2 1-1 0 0,2 32 1 0 0,-6-37-20 0 0,0 1 0 0 0,-2-1 0 0 0,0 0 0 0 0,-1 0 0 0 0,-1 0 0 0 0,-1 0 0 0 0,0-1 0 0 0,-2 0 0 0 0,0 0 0 0 0,-1 0-1 0 0,-1-1 1 0 0,-1 0 0 0 0,-13 18 0 0 0,19-30-100 0 0,-1 1 0 0 0,0-1 0 0 0,-1 0 0 0 0,0-1-1 0 0,1 1 1 0 0,-2-1 0 0 0,1 0 0 0 0,0-1 0 0 0,-1 0 0 0 0,0 0-1 0 0,0 0 1 0 0,-10 3 0 0 0,-8-5-1918 0 0,24-2 1050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8:47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0 13823 0 0,'-7'2'1431'0'0,"1"-1"-1138"0"0,5-1 12 0 0,0 1 1 0 0,0 0-1 0 0,0-1 0 0 0,0 1 0 0 0,1-1 0 0 0,-1 1 1 0 0,0 0-1 0 0,0-1 0 0 0,1 1 0 0 0,-1 0 0 0 0,1 0 0 0 0,-1 0 1 0 0,1 0-1 0 0,-1-1 0 0 0,1 1 0 0 0,-1 0 0 0 0,1 1 1 0 0,-6 15 2253 0 0,1 14-1276 0 0,1-1 0 0 0,1 50 0 0 0,2-46-989 0 0,-6 52 141 0 0,-1 11-881 0 0,8-95-495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8:47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4607 0 0,'1'2'3855'0'0,"5"26"5968"0"0,0 18-4865 0 0,2 11-3270 0 0,5 12-125 0 0,10 47-186 0 0,25 58-268 0 0,-44-159-1061 0 0,3 4-25 0 0,1 0 0 0 0,0-1-1 0 0,15 23 1 0 0,-17-31-23 0 0,2-6-11 0 0,-7-4 4 0 0,0 0-1 0 0,1 0 0 0 0,-1 0 0 0 0,0-1 0 0 0,1 1 0 0 0,-1-1 0 0 0,0 1 1 0 0,0-1-1 0 0,1 1 0 0 0,-1-1 0 0 0,0 0 0 0 0,0 1 0 0 0,0-1 1 0 0,0 0-1 0 0,0 0 0 0 0,2-2 0 0 0,1-3-27 0 0,0 0 1 0 0,0 0-1 0 0,0-1 0 0 0,-1 0 0 0 0,0 1 0 0 0,0-1 1 0 0,-1-1-1 0 0,0 1 0 0 0,2-11 0 0 0,1 1-34 0 0,25-124-421 0 0,-19 84 362 0 0,17-57 0 0 0,-19 84 82 0 0,-7 20 36 0 0,1 0 0 0 0,0 0-1 0 0,1 0 1 0 0,0 0 0 0 0,1 1-1 0 0,10-16 1 0 0,-15 24 7 0 0,1 1 1 0 0,0 0 0 0 0,0 0 0 0 0,0-1-1 0 0,0 1 1 0 0,-1 0 0 0 0,1 0 0 0 0,0 0-1 0 0,0 0 1 0 0,0 0 0 0 0,0 0-1 0 0,0 0 1 0 0,-1 0 0 0 0,1 0 0 0 0,0 1-1 0 0,0-1 1 0 0,0 0 0 0 0,0 0-1 0 0,-1 1 1 0 0,1-1 0 0 0,0 1 0 0 0,0-1-1 0 0,0 1 1 0 0,3 2 32 0 0,0 0 0 0 0,-1 0 0 0 0,1 0 0 0 0,-1 0 0 0 0,0 1 0 0 0,0-1 0 0 0,-1 1 0 0 0,1 0 1 0 0,-1 0-1 0 0,3 5 0 0 0,3 8 166 0 0,6 22 0 0 0,1 1 32 0 0,6 6-40 0 0,28 45 0 0 0,-41-78-179 0 0,0 0-1 0 0,1-1 1 0 0,1 0 0 0 0,0-1 0 0 0,0 0-1 0 0,1 0 1 0 0,1-1 0 0 0,14 9-1 0 0,-24-17-7 0 0,0-1 0 0 0,1 0-1 0 0,-1 0 1 0 0,0 0-1 0 0,1 0 1 0 0,-1 0 0 0 0,1 0-1 0 0,0-1 1 0 0,-1 1-1 0 0,1-1 1 0 0,0 0 0 0 0,-1 1-1 0 0,1-1 1 0 0,0-1-1 0 0,-1 1 1 0 0,1 0-1 0 0,4-2 1 0 0,-7 2 0 0 0,1 0 1 0 0,0 0-1 0 0,-1 0 1 0 0,1 0-1 0 0,0 0 0 0 0,-1 0 1 0 0,1 0-1 0 0,-1-1 1 0 0,1 1-1 0 0,0 0 0 0 0,-1 0 1 0 0,1-1-1 0 0,-1 1 1 0 0,1 0-1 0 0,-1-1 0 0 0,1 1 1 0 0,-1 0-1 0 0,1-1 1 0 0,-1 1-1 0 0,0-1 0 0 0,1 1 1 0 0,-1-1-1 0 0,1 1 1 0 0,-1-1-1 0 0,1 0 0 0 0,-1-1 16 0 0,4-3 14 0 0,0 0 0 0 0,-1 0 0 0 0,0 0 0 0 0,0 0 0 0 0,-1 0 0 0 0,0-1 0 0 0,1 1 0 0 0,1-12 0 0 0,1-5 66 0 0,1-23 1 0 0,-2 13-20 0 0,22-189-743 0 0,-26 208-39 0 0,1 0 1 0 0,-4-23-1 0 0,2 31-42 0 0,0-1 1 0 0,0 1-1 0 0,-1-1 0 0 0,1 1 1 0 0,-4-7-1 0 0,0 2-1089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8:48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67 20503 0 0,'-7'0'1855'0'0,"-1"-2"1323"0"0,10 3-2555 0 0,8 0-464 0 0,-1 0-1 0 0,0 0 1 0 0,1 0-1 0 0,-1-2 1 0 0,19-1-1 0 0,49-13-469 0 0,5-7-1637 0 0,-29 3-5968 0 0,-26 8 604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8:48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8287 0 0,'10'5'10174'0'0,"22"-5"-5053"0"0,18-10-2840 0 0,-1 0-1669 0 0,-32 8-648 0 0,0 0-1584 0 0,32 0 0 0 0,-31 3-76 0 0</inkml:trace>
  <inkml:trace contextRef="#ctx0" brushRef="#br0" timeOffset="1">383 459 10135 0 0,'0'0'778'0'0,"1"1"-140"0"0,1 2 391 0 0,1 0 1 0 0,-1 0-1 0 0,1-1 0 0 0,-1 1 0 0 0,1-1 0 0 0,0 0 0 0 0,0 0 0 0 0,0 0 1 0 0,0 0-1 0 0,0 0 0 0 0,4 1 0 0 0,7 1-67 0 0,60 0 2742 0 0,-72-4-3008 0 0,-1 14-295 0 0,-1 8-90 0 0,-3-11-135 0 0,0-1 0 0 0,-1 1 0 0 0,-1-1 0 0 0,1 0 0 0 0,-2 0 0 0 0,-10 16 0 0 0,7-12 55 0 0,-15 31 0 0 0,22-40-215 0 0,1-1 1 0 0,-1 1 0 0 0,1 0-1 0 0,0-1 1 0 0,0 1 0 0 0,0 0-1 0 0,1 0 1 0 0,0 0-1 0 0,-1 0 1 0 0,2 0 0 0 0,0 6-1 0 0,-1-8-7 0 0,0-2-6 0 0,0 0 0 0 0,0 0 0 0 0,0 0 0 0 0,0 0 0 0 0,0 0 0 0 0,1-1-1 0 0,-1 1 1 0 0,0 0 0 0 0,0 0 0 0 0,1 0 0 0 0,-1 0 0 0 0,1 0-1 0 0,-1-1 1 0 0,1 1 0 0 0,-1 0 0 0 0,1 0 0 0 0,-1-1 0 0 0,1 1 0 0 0,0 0-1 0 0,-1-1 1 0 0,1 1 0 0 0,1 0 0 0 0,2 2-19 0 0,0 0 0 0 0,0-1 0 0 0,0 0 1 0 0,0 0-1 0 0,0 0 0 0 0,1 0 0 0 0,-1-1 0 0 0,0 1 0 0 0,1-1 1 0 0,-1 0-1 0 0,1-1 0 0 0,0 1 0 0 0,-1-1 0 0 0,1 0 0 0 0,0 0 0 0 0,8-1 1 0 0,2-1-608 0 0,-1-1 0 0 0,1-1 0 0 0,27-10 0 0 0,-26 7-1399 0 0,22-13 0 0 0,-20 9 267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8:48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6911 0 0,'1'-1'4702'0'0,"19"-10"7077"0"0,2 2-5682 0 0,0 3-4079 0 0,-12 4-2044 0 0,-1 1-1 0 0,1 0 0 0 0,0 0 0 0 0,-1 1 0 0 0,1 0 0 0 0,0 1 0 0 0,12 2 0 0 0,8 1 41 0 0,-26-5-27 0 0,0 2 1 0 0,1-1-1 0 0,-1 0 0 0 0,0 1 1 0 0,0 0-1 0 0,0 0 0 0 0,0 0 1 0 0,0 0-1 0 0,0 1 1 0 0,5 2-1 0 0,-9-4 16 0 0,3 3-254 0 0,1-1-1 0 0,0 0 0 0 0,0 0 1 0 0,0 0-1 0 0,6 1 0 0 0,-8-2-177 0 0,-1-1 0 0 0,1 1 0 0 0,-1 0 0 0 0,1 0 0 0 0,-1-1 0 0 0,1 1 0 0 0,-1 0 0 0 0,1 0 0 0 0,-1 0 0 0 0,0 0 0 0 0,1 1 0 0 0,-1-1 0 0 0,0 0 0 0 0,0 1 0 0 0,0-1 0 0 0,0 0 0 0 0,1 3 0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8:49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18887 0 0,'0'0'2910'0'0,"3"1"-1960"0"0,5 2-400 0 0,0-1-1 0 0,0 0 1 0 0,1-1 0 0 0,-1 0-1 0 0,1 0 1 0 0,-1 0-1 0 0,1-1 1 0 0,-1-1-1 0 0,15-1 1 0 0,8-4 58 0 0,47-2 0 0 0,5 0-344 0 0,-60 5-418 0 0,26 0 1 0 0,-19 3-8282 0 0,-15 0-595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8:51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24 2759 0 0,'-1'2'450'0'0,"-5"3"940"0"0,-22 8 22918 0 0,41-9-23547 0 0,-5-3-666 0 0,0-1-1 0 0,-1 0 1 0 0,1-1-1 0 0,0 0 1 0 0,0 0-1 0 0,-1 0 1 0 0,1-1 0 0 0,-1 0-1 0 0,8-3 1 0 0,3-1-27 0 0,17-5-54 0 0,-19 6-70 0 0,0 0-1 0 0,28-4 1 0 0,-42 9 25 0 0,0 0 0 0 0,0 0-1 0 0,0 1 1 0 0,0-1 0 0 0,1 0-1 0 0,-1 1 1 0 0,0 0 0 0 0,0-1 0 0 0,0 1-1 0 0,0 0 1 0 0,2 2 0 0 0,-2-2-10 0 0,-1 0 23 0 0,0 0 0 0 0,0 0-1 0 0,0 0 1 0 0,0 0 0 0 0,0 1-1 0 0,-1-1 1 0 0,1 0 0 0 0,0 1 0 0 0,-1-1-1 0 0,1 0 1 0 0,-1 1 0 0 0,0-1 0 0 0,1 1-1 0 0,-1-1 1 0 0,0 1 0 0 0,0-1 0 0 0,0 1-1 0 0,0-1 1 0 0,0 3 0 0 0,-1 0 2 0 0,0 1 0 0 0,0-1 0 0 0,0 1-1 0 0,0-1 1 0 0,-1 1 0 0 0,1-1 0 0 0,-1 0 0 0 0,0 0 0 0 0,-1 0 0 0 0,-2 4 0 0 0,-5 7 18 0 0,-16 16-1 0 0,13-17 45 0 0,-65 67 165 0 0,3-3 15 0 0,48-47-158 0 0,-1 0-1 0 0,-38 31 1 0 0,64-60-26 0 0,2-1-41 0 0,0 0-1 0 0,0 0 0 0 0,0 0 1 0 0,0 0-1 0 0,0 0 0 0 0,0 0 0 0 0,0 0 1 0 0,0-1-1 0 0,1 1 0 0 0,-1 0 1 0 0,0 0-1 0 0,1 0 0 0 0,-1 0 0 0 0,1 0 1 0 0,-1-1-1 0 0,1 1 0 0 0,-1 0 1 0 0,1 0-1 0 0,-1-1 0 0 0,1 1 0 0 0,0 0 1 0 0,-1-1-1 0 0,1 1 0 0 0,0-1 1 0 0,0 1-1 0 0,-1-1 0 0 0,1 1 0 0 0,0-1 1 0 0,0 1-1 0 0,0-1 0 0 0,0 0 1 0 0,0 1-1 0 0,-1-1 0 0 0,1 0 0 0 0,0 0 1 0 0,2 0-1 0 0,-2 0 0 0 0,7 2 0 0 0,0-1 0 0 0,1 0 0 0 0,-1-1 0 0 0,0 0 0 0 0,13-1 0 0 0,42-10 0 0 0,-46 8 0 0 0,10-4-92 0 0,43-16 0 0 0,5-2-76 0 0,-36 14-437 0 0,21-5-4709 0 0,-57 16 3481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8:51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30 14279 0 0,'-8'-3'13516'0'0,"14"2"-13120"0"0,0 1-1 0 0,0-1 1 0 0,10-3-1 0 0,11-2 100 0 0,20-1-105 0 0,-35 5-301 0 0,1-1 1 0 0,0 2-1 0 0,0 0 1 0 0,0 0-1 0 0,-1 1 1 0 0,20 3-1 0 0,-24-3-70 0 0,-5 0-13 0 0,-1 0-1 0 0,0 0 0 0 0,0 0 1 0 0,1 1-1 0 0,-1-1 1 0 0,0 1-1 0 0,0-1 1 0 0,0 1-1 0 0,1 0 1 0 0,1 1-1 0 0,-1-1-2 0 0,-3-1 0 0 0,1 0 0 0 0,-1 0 0 0 0,1 0 0 0 0,-1 0 0 0 0,1 1 0 0 0,-1-1 0 0 0,1 0 0 0 0,-1 0 0 0 0,1 0 0 0 0,-1 1 0 0 0,0-1 0 0 0,1 0 0 0 0,-1 1 0 0 0,1-1 0 0 0,-1 0 0 0 0,0 1 0 0 0,1-1 0 0 0,-1 1 0 0 0,2 1 0 0 0,-1 0 0 0 0,0 0 0 0 0,0 1 0 0 0,0-1-1 0 0,0 0 1 0 0,0 0 0 0 0,0 1 0 0 0,-1-1 0 0 0,1 0 0 0 0,-1 1 0 0 0,0-1-1 0 0,0 0 1 0 0,1 1 0 0 0,-2-1 0 0 0,1 1 0 0 0,0-1 0 0 0,0 0 0 0 0,-1 1 0 0 0,1-1-1 0 0,-1 0 1 0 0,0 1 0 0 0,0-1 0 0 0,0 0 0 0 0,0 0 0 0 0,0 0 0 0 0,-3 4-1 0 0,1 1 5 0 0,-10 16-7 0 0,-30 40 0 0 0,34-51 0 0 0,-11 13-22 0 0,-1-1 0 0 0,-40 33-1 0 0,28-26-51 0 0,17-16 31 0 0,3-3-77 0 0,-16 18-1 0 0,28-30 102 0 0,0 1 1 0 0,1 0 0 0 0,-1 0-1 0 0,1-1 1 0 0,-1 1 0 0 0,1 0-1 0 0,-1 0 1 0 0,1 0 0 0 0,-1-1 0 0 0,1 1-1 0 0,-1 0 1 0 0,1 0 0 0 0,0 0-1 0 0,0 0 1 0 0,0 0 0 0 0,-1 0-1 0 0,1 0 1 0 0,0 0 0 0 0,0 0-1 0 0,0 0 1 0 0,0 0 0 0 0,1 0-1 0 0,-1 0 1 0 0,0 1 0 0 0,1-2 6 0 0,-1 1 0 0 0,1 0 1 0 0,0 0-1 0 0,0 0 0 0 0,0 0 1 0 0,-1-1-1 0 0,1 1 0 0 0,0 0 0 0 0,0-1 1 0 0,0 1-1 0 0,0 0 0 0 0,0-1 1 0 0,0 1-1 0 0,0-1 0 0 0,0 0 1 0 0,3 1-1 0 0,2 0 3 0 0,0 0 0 0 0,0 0 0 0 0,0-1 1 0 0,0 1-1 0 0,0-1 0 0 0,7-1 0 0 0,124-32 9 0 0,-110 25 0 0 0,64-24 129 0 0,-60 19-1237 0 0,47-11-1 0 0,-72 23 118 0 0,-1-1 1 0 0,1 0-1 0 0,-1 0 0 0 0,0-1 1 0 0,6-3-1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8:52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4607 0 0,'0'0'23979'0'0,"3"0"-23523"0"0,21-2 60 0 0,1 0 0 0 0,34-9 0 0 0,25-3-106 0 0,-79 13-404 0 0,5 0 22 0 0,0 0 1 0 0,1 1-1 0 0,-1 0 0 0 0,1 1 0 0 0,10 1 0 0 0,-20-2-26 0 0,0 0-1 0 0,0 0 1 0 0,0 0 0 0 0,1 0-1 0 0,-1 1 1 0 0,0-1-1 0 0,0 0 1 0 0,0 1 0 0 0,0-1-1 0 0,0 1 1 0 0,0-1 0 0 0,-1 1-1 0 0,1-1 1 0 0,0 1 0 0 0,0-1-1 0 0,0 1 1 0 0,0 0-1 0 0,-1 0 1 0 0,1-1 0 0 0,0 1-1 0 0,-1 0 1 0 0,1 0 0 0 0,0 0-1 0 0,-1 0 1 0 0,1 1 0 0 0,1 1 19 0 0,-1-1-5 0 0,-1 1-1 0 0,1 0 1 0 0,0-1 0 0 0,-1 1 0 0 0,1 0-1 0 0,-1-1 1 0 0,0 1 0 0 0,0 0-1 0 0,0-1 1 0 0,0 1 0 0 0,0 0 0 0 0,0 0-1 0 0,-1-1 1 0 0,0 1 0 0 0,1-1-1 0 0,-1 1 1 0 0,-2 3 0 0 0,-1 4 42 0 0,-1 0 0 0 0,0-1 0 0 0,-7 10 0 0 0,-51 66 319 0 0,39-55-288 0 0,1 2 1 0 0,-21 37-1 0 0,41-65-78 0 0,2-3-10 0 0,0 0-1 0 0,0 0 0 0 0,0 0 1 0 0,1 1-1 0 0,-1-1 0 0 0,0 0 1 0 0,1 0-1 0 0,-1 0 0 0 0,1 1 0 0 0,-1-1 1 0 0,1 0-1 0 0,0 1 0 0 0,-1-1 1 0 0,1 2-1 0 0,-2 9 0 0 0,2-1-13 0 0,0-10 11 0 0,0 0 0 0 0,0-1 1 0 0,1 1-1 0 0,-1-1 0 0 0,0 1 1 0 0,0 0-1 0 0,1-1 0 0 0,-1 1 1 0 0,1-1-1 0 0,-1 1 0 0 0,0-1 0 0 0,1 1 1 0 0,-1-1-1 0 0,1 1 0 0 0,-1-1 1 0 0,1 1-1 0 0,-1-1 0 0 0,1 0 1 0 0,-1 1-1 0 0,1-1 0 0 0,0 0 1 0 0,0 1-1 0 0,13 4 38 0 0,-8-4-34 0 0,-1-1 0 0 0,1 1 0 0 0,-1-1 0 0 0,1 0 0 0 0,-1 0 1 0 0,1 0-1 0 0,-1-1 0 0 0,8-1 0 0 0,4-3-31 0 0,20-8 1 0 0,16-3-42 0 0,-11 4-1040 0 0,54-21 0 0 0,-49 16-2935 0 0,-25 9-5486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8:52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284 112 7367 0 0,'2'-1'334'0'0,"4"-4"-247"0"0,0 0 0 0 0,-1-1 0 0 0,0 1 0 0 0,0-1 0 0 0,7-10 0 0 0,1-5 6332 0 0,-13 20-5998 0 0,1 0-1 0 0,0 0 1 0 0,-1 0-1 0 0,1-1 1 0 0,-1 1 0 0 0,1 0-1 0 0,-1 0 1 0 0,0 0-1 0 0,0-1 1 0 0,1 1 0 0 0,-1 0-1 0 0,0 0 1 0 0,0 0-1 0 0,0-1 1 0 0,0 1-1 0 0,0 0 1 0 0,-1 0 0 0 0,1-1-1 0 0,-1-1 1 0 0,1 2-225 0 0,-1 0-1 0 0,0 0 1 0 0,0 0 0 0 0,1 0-1 0 0,-1 0 1 0 0,0 0 0 0 0,0 0-1 0 0,0 0 1 0 0,0 0 0 0 0,0 0-1 0 0,0 1 1 0 0,-1-1 0 0 0,1 0-1 0 0,0 1 1 0 0,-2-2 0 0 0,-1 1-36 0 0,0 0-1 0 0,0 0 1 0 0,-1 0 0 0 0,1 0 0 0 0,0 1 0 0 0,-1-1 0 0 0,1 1 0 0 0,0 0-1 0 0,0 1 1 0 0,-5 0 0 0 0,-8 2 37 0 0,1 2 0 0 0,0 0 0 0 0,0 1 0 0 0,0 0 1 0 0,1 2-1 0 0,0 0 0 0 0,1 0 0 0 0,-1 1 0 0 0,2 1 0 0 0,-22 19 0 0 0,26-22-124 0 0,0 1 0 0 0,0 0-1 0 0,1 1 1 0 0,1 0 0 0 0,-1 0 0 0 0,1 1 0 0 0,1 0-1 0 0,0 0 1 0 0,-7 15 0 0 0,12-22-73 0 0,1 0-1 0 0,-1 0 1 0 0,1 0 0 0 0,0-1-1 0 0,0 1 1 0 0,0 4 0 0 0,0-3-10 0 0,0-2-61 0 0,1-1-57 0 0,2 1 98 0 0,0 1 0 0 0,0-1 0 0 0,0 0 0 0 0,0-1 0 0 0,0 1 0 0 0,0 0 0 0 0,1-1-1 0 0,-1 0 1 0 0,0 0 0 0 0,1 0 0 0 0,-1 0 0 0 0,1 0 0 0 0,0-1 0 0 0,-1 1 0 0 0,1-1-1 0 0,-1 0 1 0 0,1 0 0 0 0,0 0 0 0 0,-1-1 0 0 0,6-1 0 0 0,7-1-128 0 0,1-2 0 0 0,-1 0 1 0 0,17-8-1 0 0,-27 10 152 0 0,0 1 5 0 0,0-1-4 0 0,1 0 1 0 0,0 0-1 0 0,0 0 0 0 0,0 1 0 0 0,0 0 1 0 0,0 1-1 0 0,0 0 0 0 0,0 0 0 0 0,1 0 0 0 0,13 2 1 0 0,-20-1 28 0 0,0 0-1 0 0,0 0 1 0 0,0 1 0 0 0,0-1 0 0 0,0 0-1 0 0,0 1 1 0 0,0-1 0 0 0,0 1 0 0 0,0 0 0 0 0,0-1-1 0 0,-1 1 1 0 0,1 0 0 0 0,0-1 0 0 0,0 1 0 0 0,-1 0-1 0 0,1 0 1 0 0,0 0 0 0 0,-1-1 0 0 0,1 1 0 0 0,-1 0-1 0 0,1 0 1 0 0,-1 0 0 0 0,1 1 0 0 0,4 24 340 0 0,-5-19-205 0 0,7 105 1171 0 0,-7-80-1262 0 0,1 0 1 0 0,8 39-1 0 0,-7-61-379 0 0,0-1 1 0 0,1 1-1 0 0,4 11 0 0 0,-6-19-36 0 0,0 0-1 0 0,0 0 1 0 0,0 0-1 0 0,0 0 1 0 0,1 0-1 0 0,-1 0 1 0 0,0 0-1 0 0,1 0 1 0 0,0-1-1 0 0,-1 1 1 0 0,1-1-1 0 0,0 1 1 0 0,0-1-1 0 0,-1 0 1 0 0,1 1 0 0 0,0-1-1 0 0,1 0 1 0 0,-1 0-1 0 0,0-1 1 0 0,2 2-1 0 0,9 0-8328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8:53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8 12439 0 0,'0'0'958'0'0,"-19"-5"4235"0"0,15 4-4382 0 0,1 0 0 0 0,0 1 0 0 0,-1-1 0 0 0,1 1 0 0 0,-1 0 0 0 0,1 0 1 0 0,-7 1-1 0 0,5 0-321 0 0,0 0 0 0 0,0 1 0 0 0,0-1 1 0 0,-7 4-1 0 0,-2 3-273 0 0,0-1 0 0 0,-17 15 0 0 0,21-15 257 0 0,6-3-398 0 0,0 0 1 0 0,0 0-1 0 0,0 0 0 0 0,1 0 0 0 0,-1 0 1 0 0,1 1-1 0 0,0 0 0 0 0,1-1 0 0 0,-1 1 0 0 0,-2 7 1 0 0,5-10 44 0 0,0-1-1 0 0,0 1-110 0 0,1 0-1 0 0,-1-1 1 0 0,0 1-1 0 0,1 0 1 0 0,-1-1-1 0 0,1 1 1 0 0,0 0 0 0 0,0-1-1 0 0,-1 1 1 0 0,1-1-1 0 0,0 1 1 0 0,0-1-1 0 0,1 0 1 0 0,-1 1 0 0 0,0-1-1 0 0,0 0 1 0 0,0 0-1 0 0,1 0 1 0 0,-1 0-1 0 0,1 0 1 0 0,-1 0-1 0 0,2 1 1 0 0,0-1 15 0 0,5 3-23 0 0,-1-1 0 0 0,1 0 0 0 0,1 0 0 0 0,-1-1-1 0 0,10 2 1 0 0,16 5-2 0 0,24 7 0 0 0,-39-12 0 0 0,-1 1 0 0 0,0 1 0 0 0,31 15 0 0 0,-34-13 100 0 0,0 0 0 0 0,-1 1 0 0 0,-1 1 0 0 0,24 20 0 0 0,-33-26-53 0 0,0 0 0 0 0,-1 0 0 0 0,0 0-1 0 0,1 1 1 0 0,-2-1 0 0 0,1 1 0 0 0,0-1 0 0 0,-1 1-1 0 0,0 0 1 0 0,0 0 0 0 0,-1 0 0 0 0,1 1-1 0 0,-1-1 1 0 0,0 0 0 0 0,0 0 0 0 0,-1 1 0 0 0,0-1-1 0 0,0 0 1 0 0,0 8 0 0 0,-1-9-9 0 0,0 1 1 0 0,1-1-1 0 0,-2 0 1 0 0,1 1-1 0 0,0-1 1 0 0,-1 0-1 0 0,0 0 1 0 0,0 0-1 0 0,0 0 0 0 0,0 0 1 0 0,-1 0-1 0 0,0-1 1 0 0,1 1-1 0 0,-1-1 1 0 0,-5 4-1 0 0,3-3-24 0 0,0 0 0 0 0,-1 0 0 0 0,1-1 0 0 0,-1 0 0 0 0,0 0 0 0 0,0 0-1 0 0,0-1 1 0 0,-1 0 0 0 0,-9 2 0 0 0,1-1-305 0 0,0-1 1 0 0,0-1-1 0 0,-1-1 0 0 0,1 0 0 0 0,0-1 1 0 0,0 0-1 0 0,-1-1 0 0 0,-19-6 0 0 0,-44-16-3957 0 0,54 14 1563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8:53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65 6911 0 0,'0'0'315'0'0,"1"0"-7"0"0,3 2-319 0 0,1-1 0 0 0,-1 0 0 0 0,1-1 0 0 0,-1 1 0 0 0,0-1 0 0 0,6 0 0 0 0,4-1 3239 0 0,0-1 0 0 0,14-4-1 0 0,18-1 5004 0 0,111-17-4718 0 0,4 1-4695 0 0,-106 18-2492 0 0,-11 3-3616 0 0,43 4 1 0 0,-83-2 7430 0 0,-1 1 0 0 0,0-1 0 0 0,1 1 1 0 0,-1 0-1 0 0,0 0 0 0 0,0 0 0 0 0,0 0 1 0 0,0 1-1 0 0,6 2 0 0 0,-6-1 621 0 0,1 0 0 0 0,-1 0 0 0 0,1 0 0 0 0,-1 0 0 0 0,0 1-1 0 0,0 0 1 0 0,-1-1 0 0 0,1 1 0 0 0,-1 0 0 0 0,4 7 0 0 0,-1 1 1483 0 0,-1-1 1 0 0,0 1 0 0 0,2 13 0 0 0,1 16 237 0 0,-3-21-3379 0 0,8 76 3077 0 0,-2-11-1520 0 0,7 36-581 0 0,-17-120-254 0 0,0 0-528 0 0,1 0 480 0 0,0 0 1 0 0,-1 0 0 0 0,1 0-1 0 0,0 0 1 0 0,-1-1 0 0 0,1 1-1 0 0,0 0 1 0 0,0 0 0 0 0,0-1-1 0 0,0 1 1 0 0,1 0 0 0 0,6 3-1214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8:54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26495 0 0,'0'0'2397'0'0,"0"0"-2207"0"0,0 1 0 0 0,0 0 1 0 0,0-1-1 0 0,0 1 0 0 0,0 0 0 0 0,0-1 0 0 0,0 1 0 0 0,0-1 0 0 0,0 1 0 0 0,0 0 0 0 0,0-1 0 0 0,0 1 0 0 0,1 0 0 0 0,-1 0 0 0 0,2 0-622 0 0,1-1 0 0 0,-1 0-1 0 0,0 1 1 0 0,0-1 0 0 0,0 0 0 0 0,0 0 0 0 0,0 0-1 0 0,0 0 1 0 0,0-1 0 0 0,1 1 0 0 0,1-1-1 0 0,8-3-9284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8:54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30 21943 0 0,'0'0'1987'0'0,"4"-7"478"0"0,-5 6-2306 0 0,1-1 0 0 0,0 1 0 0 0,0 0 0 0 0,0 0 0 0 0,-1 0 0 0 0,1 1-1 0 0,-1-1 1 0 0,1 0 0 0 0,-1 0 0 0 0,1 0 0 0 0,-1 0 0 0 0,1 0 0 0 0,-1 0 0 0 0,0 1 0 0 0,1-1 0 0 0,-1 0 0 0 0,0 0-1 0 0,0 1 1 0 0,0-1 0 0 0,1 1 0 0 0,-1-1 0 0 0,0 1 0 0 0,0-1 0 0 0,0 1 0 0 0,0-1 0 0 0,0 1 0 0 0,0 0 0 0 0,0-1 0 0 0,0 1-1 0 0,0 0 1 0 0,0 0 0 0 0,0 0 0 0 0,-2 0 0 0 0,0 0-157 0 0,-1 0 0 0 0,1 0 0 0 0,0 0 1 0 0,0 0-1 0 0,0 1 0 0 0,0-1 0 0 0,0 1 0 0 0,0 0 0 0 0,0 0 1 0 0,-5 2-1 0 0,-11 7 26 0 0,14-8-23 0 0,0 1 1 0 0,0-1 0 0 0,0 1-1 0 0,1 0 1 0 0,-1 0 0 0 0,1 1-1 0 0,-6 5 1 0 0,9-8 7 0 0,0 0 0 0 0,0 0 0 0 0,0 1 0 0 0,0-1 0 0 0,0 1 0 0 0,0-1 0 0 0,0 1 0 0 0,0 0 1 0 0,0-1-1 0 0,1 1 0 0 0,-1 0 0 0 0,1-1 0 0 0,-1 1 0 0 0,1 0 0 0 0,-1 0 0 0 0,1-1 0 0 0,0 4 0 0 0,0-4-8 0 0,0 1 48 0 0,1 0-52 0 0,-1 0-1 0 0,1 0 1 0 0,0 0-1 0 0,0 1 1 0 0,-1-1-1 0 0,1 0 1 0 0,0 0-1 0 0,1 0 1 0 0,-1 0 0 0 0,0-1-1 0 0,1 1 1 0 0,-1 0-1 0 0,1 0 1 0 0,-1-1-1 0 0,1 1 1 0 0,0-1-1 0 0,0 1 1 0 0,-1-1-1 0 0,1 0 1 0 0,3 1-1 0 0,-2 0 0 0 0,20 10 0 0 0,0-1 0 0 0,0-1 0 0 0,45 13 0 0 0,-28-10 0 0 0,-15-4 21 0 0,-1 2 1 0 0,33 19-1 0 0,-51-26-7 0 0,0 1 0 0 0,0 0 0 0 0,-1 0-1 0 0,1 0 1 0 0,-1 1 0 0 0,-1-1 0 0 0,1 1 0 0 0,-1 0 0 0 0,4 8 0 0 0,-7-13-8 0 0,0 0 1 0 0,0 1 0 0 0,0-1 0 0 0,-1 0-1 0 0,1 1 1 0 0,0-1 0 0 0,-1 0 0 0 0,1 1 0 0 0,-1-1-1 0 0,1 1 1 0 0,-1-1 0 0 0,0 1 0 0 0,0-1-1 0 0,1 1 1 0 0,-1-1 0 0 0,-1 3 0 0 0,1 1 6 0 0,0-2-8 0 0,-1 0 1 0 0,1 0-1 0 0,-1 1 1 0 0,0-1-1 0 0,0 0 1 0 0,0 0-1 0 0,0 0 1 0 0,-1 0-1 0 0,1-1 1 0 0,-1 1-1 0 0,0 0 1 0 0,0-1-1 0 0,0 1 1 0 0,0-1-1 0 0,0 1 1 0 0,0-1-1 0 0,-1 0 1 0 0,1 0-1 0 0,-1 0 1 0 0,1 0-1 0 0,-1 0 1 0 0,-3 1-1 0 0,-7 4 23 0 0,-1-1 0 0 0,1 0-1 0 0,-21 5 1 0 0,15-5-337 0 0,-1-2 0 0 0,1 0 0 0 0,-1-1-1 0 0,1-1 1 0 0,-27 0 0 0 0,39-2 84 0 0,-1 0 1 0 0,1-1-1 0 0,-1 1 0 0 0,1-2 0 0 0,-1 1 1 0 0,1-1-1 0 0,0 0 0 0 0,0-1 1 0 0,0 0-1 0 0,0 0 0 0 0,1 0 0 0 0,-1-1 1 0 0,1 0-1 0 0,0 0 0 0 0,0-1 1 0 0,0 1-1 0 0,-6-8 0 0 0,3 0-6521 0 0,1-3-1936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8:54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99 18863 0 0,'0'0'862'0'0,"7"-13"316"0"0,-2 8-620 0 0,0 0-1 0 0,0 0 0 0 0,0 0 1 0 0,1 0-1 0 0,0 1 0 0 0,0 0 1 0 0,0 0-1 0 0,0 1 1 0 0,1 0-1 0 0,-1 0 0 0 0,1 0 1 0 0,12-3-1 0 0,7 1 598 0 0,0 0-1 0 0,30-1 0 0 0,-45 5-1170 0 0,165-4 809 0 0,-38 3-716 0 0,-73 1-36 0 0,23-1-1485 0 0,-68-1 196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8:55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1 12439 0 0,'1'2'11892'0'0,"42"104"-8696"0"0,-1-2-2348 0 0,-17-56-718 0 0,28 67-15 0 0,-48-101-93 0 0,0 0-1 0 0,-1 1 1 0 0,0-1 0 0 0,-1 1 0 0 0,-1 0 0 0 0,0 19-1 0 0,-2-29 16 0 0,0 0 0 0 0,0 0-1 0 0,-1 0 1 0 0,1 0-1 0 0,-1 0 1 0 0,-1 0-1 0 0,1-1 1 0 0,-1 1-1 0 0,1 0 1 0 0,-1-1 0 0 0,-1 1-1 0 0,1-1 1 0 0,0 0-1 0 0,-1 0 1 0 0,0 0-1 0 0,-5 6 1 0 0,3-6 57 0 0,0 0-1 0 0,-1 0 1 0 0,1 0 0 0 0,-1 0 0 0 0,0-1-1 0 0,0 0 1 0 0,0 0 0 0 0,0-1 0 0 0,-1 0 0 0 0,1 0-1 0 0,-12 2 1 0 0,0-1 3 0 0,0-2 1 0 0,1 0-1 0 0,-1-1 1 0 0,0 0-1 0 0,0-2 1 0 0,-23-4-1 0 0,8-1 94 0 0,1-1 1 0 0,-47-19-1 0 0,70 24-384 0 0,0-1 1 0 0,0 0-1 0 0,1-1 1 0 0,-1 0-1 0 0,1 0 1 0 0,0-1-1 0 0,0 0 1 0 0,1 0-1 0 0,-8-8 1 0 0,2-1-859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8:56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40 12439 0 0,'-39'-38'3028'0'0,"38"37"-2102"0"0,-6 0 684 0 0,2 2 859 0 0,1 8-2198 0 0,-1 7 81 0 0,1 0 0 0 0,1 1 0 0 0,0 0-1 0 0,1 0 1 0 0,0 20 0 0 0,1-10-95 0 0,-12 856 2148 0 0,33-343-2330 0 0,-16-450-35 0 0,2 74 75 0 0,-7-129-60 0 0,-8 39 1 0 0,5-49-63 0 0,4-23-40 0 0,0 0 1 0 0,-1 0-1 0 0,1-1 0 0 0,-1 1 1 0 0,1 0-1 0 0,-1 0 0 0 0,0-1 1 0 0,0 1-1 0 0,1 0 0 0 0,-1-1 1 0 0,0 1-1 0 0,-1-1 1 0 0,1 1-1 0 0,-2 1 0 0 0,3-3-26 0 0,-1 1-1 0 0,0-1 1 0 0,1 0-1 0 0,-1 1 1 0 0,0-1 0 0 0,0 0-1 0 0,1 1 1 0 0,-1-1-1 0 0,0 0 1 0 0,0 0-1 0 0,0 0 1 0 0,1 0-1 0 0,-1 0 1 0 0,0 0-1 0 0,0 0 1 0 0,0 0 0 0 0,1 0-1 0 0,-1 0 1 0 0,0 0-1 0 0,0-1 1 0 0,1 1-1 0 0,-1 0 1 0 0,0 0-1 0 0,0-1 1 0 0,1 1-1 0 0,-1-1 1 0 0,0 1 0 0 0,1 0-1 0 0,-1-1 1 0 0,0 1-1 0 0,1-1 1 0 0,-1 0-1 0 0,1 1 1 0 0,-1-1-1 0 0,0 0 1 0 0,-6-10-2363 0 0,0-5-4971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8:57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1 411 11519 0 0,'4'-1'887'0'0,"244"-46"1306"0"0,-92 22-806 0 0,-95 17-846 0 0,319-39 1415 0 0,93 0-624 0 0,1397-64 652 0 0,-1556 87-1796 0 0,176-10-31 0 0,859 11 162 0 0,-1036 25-283 0 0,136 1 63 0 0,339 3 295 0 0,0-18-185 0 0,-60 0 21 0 0,54-13 708 0 0,-776 25-937 0 0,464-5 116 0 0,-194 28 262 0 0,-98-5-182 0 0,-80-9-73 0 0,-26 0-7 0 0,-44-5 55 0 0,-24-4-214 0 0,3 3 46 0 0,-5-3 70 0 0,20 9 605 0 0,-20-8-595 0 0,14 18 165 0 0,-12-11-219 0 0,0-1 0 0 0,0 1 0 0 0,-1-1-1 0 0,0 1 1 0 0,-1 0 0 0 0,0 0 0 0 0,2 15-1 0 0,1 61 174 0 0,-4-50-121 0 0,6 220 337 0 0,11 197-241 0 0,60 162-103 0 0,-40-311-75 0 0,-32-218 0 0 0,-8 136 0 0 0,-2-157-100 0 0,3-59 52 0 0,-3 2 48 0 0,4-4 61 0 0,-15-2 78 0 0,7 0-120 0 0,0 0-1 0 0,0 0 1 0 0,0-1-1 0 0,0 0 0 0 0,0-1 1 0 0,-15-4-1 0 0,7 2-15 0 0,0 0-1 0 0,0 1 0 0 0,0 0 0 0 0,-32 0 1 0 0,31 2-4 0 0,-41 1 1 0 0,-62 7 0 0 0,70-3 0 0 0,-213 20-74 0 0,35-2-17 0 0,-429 14-872 0 0,296-18 737 0 0,39-1 116 0 0,-180 4 126 0 0,-48 2 144 0 0,265-14-112 0 0,-302 5-48 0 0,248-8 19 0 0,-189-2 41 0 0,112-6 119 0 0,-7 1 163 0 0,-5-4-112 0 0,-210-5-55 0 0,-377 14 39 0 0,545 18 407 0 0,37 11 84 0 0,1 17-93 0 0,195-21-313 0 0,-37-1-177 0 0,-55 7 25 0 0,286-30-151 0 0,41-5-80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9:02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 18287 0 0,'0'0'2596'0'0,"0"2"-1924"0"0,-18 103 3903 0 0,2-15-3271 0 0,13-67-1214 0 0,1-13-90 0 0,0 1 1 0 0,1-1-1 0 0,0 1 1 0 0,1 0-1 0 0,1 0 1 0 0,1 10-1 0 0,-2-18-229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9:02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2303 0 0,'0'2'17840'0'0,"-4"32"-15155"0"0,3 40 0 0 0,2-46-2031 0 0,2-1 0 0 0,0 0-1 0 0,2 0 1 0 0,9 28 0 0 0,-2-20-291 0 0,1-1 0 0 0,32 60 0 0 0,-43-90-356 0 0,0 0 1 0 0,1-1-1 0 0,-1 1 0 0 0,1 0 0 0 0,0-1 1 0 0,0 0-1 0 0,0 1 0 0 0,1-1 1 0 0,-1 0-1 0 0,8 4 0 0 0,2-2-34 0 0,-8-6 11 0 0,-3 0 6 0 0,1 1 0 0 0,0 0 0 0 0,0-1-1 0 0,0 0 1 0 0,-1 0 0 0 0,1 1 0 0 0,0-2 0 0 0,-1 1 0 0 0,1 0 0 0 0,-1 0 0 0 0,1-1 0 0 0,-1 0 0 0 0,0 1-1 0 0,1-1 1 0 0,-1 0 0 0 0,0 0 0 0 0,0 0 0 0 0,0 0 0 0 0,-1-1 0 0 0,1 1 0 0 0,0 0 0 0 0,1-5 0 0 0,3-5-16 0 0,-1 0 1 0 0,-1 0 0 0 0,6-21 0 0 0,-3 6-47 0 0,0 0-2 0 0,5-33 0 0 0,-10 42 30 0 0,2 0-1 0 0,0 0 0 0 0,1 0 1 0 0,0 0-1 0 0,11-21 0 0 0,-11 30-35 0 0,-3 8-16 0 0,-1 3 16 0 0,7 19 186 0 0,0 0 0 0 0,-1 0 0 0 0,4 25 0 0 0,-7-28 1 0 0,0 0 0 0 0,1-1 0 0 0,1 1 0 0 0,1-1 0 0 0,0-1 0 0 0,12 21 0 0 0,-11-26-78 0 0,0 0 0 0 0,0-1 0 0 0,1-1 1 0 0,0 1-1 0 0,1-1 0 0 0,0-1 0 0 0,0 0 0 0 0,16 9 0 0 0,-22-15-30 0 0,0 1 0 0 0,1-1 0 0 0,0 0 1 0 0,-1 0-1 0 0,1 0 0 0 0,0-1 1 0 0,0 1-1 0 0,0-1 0 0 0,0-1 0 0 0,0 1 1 0 0,0-1-1 0 0,0 0 0 0 0,0 0 0 0 0,1 0 1 0 0,-1 0-1 0 0,0-1 0 0 0,0 0 0 0 0,0 0 1 0 0,0-1-1 0 0,-1 1 0 0 0,1-1 0 0 0,0 0 1 0 0,-1 0-1 0 0,7-4 0 0 0,-4 0 1 0 0,-1 1 1 0 0,1-1-1 0 0,-1 0 1 0 0,-1 0-1 0 0,1-1 1 0 0,-1 0-1 0 0,0 0 1 0 0,0 0-1 0 0,-1 0 1 0 0,0-1-1 0 0,5-14 1 0 0,2-8-25 0 0,11-57 0 0 0,-17 63-18 0 0,1 1-157 0 0,11-63-53 0 0,-15 76-251 0 0,-2-1 0 0 0,1 0 0 0 0,-1 1 0 0 0,0-1 0 0 0,-1 1 0 0 0,-3-12 0 0 0,4 19-57 0 0,-1 0-1 0 0,0 1 1 0 0,0-1-1 0 0,0 1 1 0 0,0-1-1 0 0,-1 1 1 0 0,-2-5-1 0 0,-1 1-1275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9:03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98 3679 0 0,'3'0'20329'0'0,"28"-5"-19312"0"0,0-1 0 0 0,36-11 0 0 0,28-7-1857 0 0,1 8-2341 0 0,-62 13 1102 0 0</inkml:trace>
  <inkml:trace contextRef="#ctx0" brushRef="#br0" timeOffset="1">837 19 10591 0 0,'0'0'1136'0'0,"13"3"-1136"0"0,1-2 0 0 0,2-2 1824 0 0,2 1 320 0 0,2-2 72 0 0,-1 1 16 0 0,2-3-1280 0 0,0 1-256 0 0,2 1-56 0 0,0 1 0 0 0,-1-2-768 0 0,4-1-160 0 0,0 3-24 0 0,0 1-8656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9:03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19007 0 0,'0'0'1720'0'0,"2"0"-1417"0"0,94 9 2807 0 0,-14-2-331 0 0,-80-7-2710 0 0,0 0-1 0 0,0 0 1 0 0,0 1-1 0 0,0-1 1 0 0,0 1-1 0 0,0-1 1 0 0,0 1 0 0 0,0 0-1 0 0,0 0 1 0 0,0 0-1 0 0,-1 0 1 0 0,1 0-1 0 0,0 0 1 0 0,-1 0-1 0 0,1 1 1 0 0,-1-1 0 0 0,1 1-1 0 0,-1-1 1 0 0,0 1-1 0 0,1-1 1 0 0,-1 1-1 0 0,0 0 1 0 0,0-1-1 0 0,1 3 1 0 0,-1-1 7 0 0,-1 0 1 0 0,1 0-1 0 0,-1 0 1 0 0,0 0-1 0 0,0 0 0 0 0,0 1 1 0 0,0-1-1 0 0,0 0 0 0 0,-1 0 1 0 0,1 0-1 0 0,-1 0 1 0 0,0 0-1 0 0,0 0 0 0 0,0-1 1 0 0,-2 6-1 0 0,-23 39 645 0 0,15-28-371 0 0,-9 20-1 0 0,19-37-331 0 0,0-1-12 0 0,1 0 0 0 0,-1-1 0 0 0,1 1 0 0 0,0 0 0 0 0,-1-1 0 0 0,1 1 0 0 0,0 0 0 0 0,-1 0 0 0 0,1-1 0 0 0,0 1 1 0 0,0 0-1 0 0,0 0 0 0 0,0 0 0 0 0,0-1 0 0 0,0 1 0 0 0,0 0 0 0 0,0 0 0 0 0,0 0 0 0 0,0-1 0 0 0,0 3 0 0 0,0-2-3 0 0,0 0-1 0 0,0 0 0 0 0,0 0 0 0 0,0 0 1 0 0,1 0-1 0 0,-1 0 0 0 0,0 0 0 0 0,0 0 1 0 0,0 0-1 0 0,1 0 0 0 0,-1 0 1 0 0,1 0-1 0 0,-1 0 0 0 0,1-1 0 0 0,-1 1 1 0 0,1 0-1 0 0,-1 0 0 0 0,1 0 0 0 0,1 1 1 0 0,0 0 15 0 0,-1-1-17 0 0,0 0 0 0 0,-1 1-1 0 0,1-1 1 0 0,0 0 0 0 0,0 0-1 0 0,0-1 1 0 0,0 1 0 0 0,0 0-1 0 0,0 0 1 0 0,0 0 0 0 0,0-1-1 0 0,0 1 1 0 0,0 0 0 0 0,0-1-1 0 0,1 1 1 0 0,-1-1 0 0 0,3 1-1 0 0,0 0-1 0 0,1 1-32 0 0,1 0 1 0 0,0-1-1 0 0,-1 0 0 0 0,1-1 0 0 0,0 1 1 0 0,0-1-1 0 0,0 0 0 0 0,0 0 1 0 0,9-3-1 0 0,8-1-297 0 0,23-9 0 0 0,-40 12 266 0 0,11-5-1029 0 0,31-16 0 0 0,-19 8-778 0 0,-3 3-101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9:04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11 13823 0 0,'2'0'3763'0'0,"30"-1"4051"0"0,1-3-5045 0 0,35-2-1355 0 0,-54 7-1472 0 0,1 1 0 0 0,28 6 0 0 0,-4 0-992 0 0,-37-8 575 0 0,6 4-1052 0 0</inkml:trace>
  <inkml:trace contextRef="#ctx0" brushRef="#br0" timeOffset="1">0 194 2759 0 0,'2'1'17155'0'0,"8"2"-16740"0"0,0-1 0 0 0,0 0 0 0 0,1 0 0 0 0,-1-1 0 0 0,18 0 0 0 0,53-7 2779 0 0,-29 0-2361 0 0,63-5-2190 0 0,-97 9 594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9:05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12895 0 0,'9'0'9774'0'0,"24"0"-6122"0"0,22-2-3510 0 0,-47 2-70 0 0,8 0 115 0 0,0 1 0 0 0,16 2 0 0 0,-28-2-166 0 0,0 0 1 0 0,1 0-1 0 0,-1 0 0 0 0,0 0 0 0 0,0 1 0 0 0,-1 0 0 0 0,1 0 0 0 0,0 0 1 0 0,0 0-1 0 0,-1 0 0 0 0,1 1 0 0 0,3 3 0 0 0,-6-5-1 0 0,0 1-1 0 0,0-1 0 0 0,0 1 1 0 0,0 0-1 0 0,0-1 1 0 0,0 1-1 0 0,0 0 0 0 0,-1 0 1 0 0,1 0-1 0 0,-1-1 1 0 0,1 1-1 0 0,-1 0 0 0 0,0 0 1 0 0,0 2-1 0 0,-1 26 199 0 0,-3-13-65 0 0,0 0-1 0 0,-1 0 0 0 0,0-1 0 0 0,-16 31 1 0 0,-41 62 702 0 0,13-24-121 0 0,42-72-633 0 0,4 1-11 0 0,1-3-10 0 0,4-7-19 0 0,6 0-46 0 0,0 0 0 0 0,0-1 0 0 0,0 0 0 0 0,0 0 0 0 0,1-1 0 0 0,-1 0 0 0 0,1 0 0 0 0,0-1-1 0 0,-1 0 1 0 0,1-1 0 0 0,16-1 0 0 0,9-2-981 0 0,57-13-1 0 0,-81 14 516 0 0,0-1-408 0 0,1 0 1 0 0,-1-1-1 0 0,13-6 1 0 0,-18 8 344 0 0,13-6-1201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9:05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 10591 0 0,'0'-1'6490'0'0,"8"-2"-4753"0"0,39-17 3111 0 0,-37 17-4509 0 0,-1 1 0 0 0,1-1 0 0 0,0 2 0 0 0,0-1 0 0 0,15 1 0 0 0,9-1-99 0 0,-23 1-132 0 0,0 0 0 0 0,18 2 1 0 0,-26-1-68 0 0,0 1 1 0 0,0-1-1 0 0,0 1 1 0 0,0 0 0 0 0,0 0-1 0 0,0 0 1 0 0,0 0-1 0 0,0 0 1 0 0,0 1 0 0 0,-1-1-1 0 0,1 1 1 0 0,-1 0-1 0 0,5 4 1 0 0,-6-5-19 0 0,-1 0 0 0 0,1 1 0 0 0,-1-1 0 0 0,1 0 1 0 0,-1 1-1 0 0,0-1 0 0 0,0 0 0 0 0,1 1 0 0 0,-1-1 0 0 0,0 1 0 0 0,0-1 0 0 0,0 0 0 0 0,-1 1 0 0 0,1 1 0 0 0,-1 1 31 0 0,0 4 25 0 0,0 0 1 0 0,-1 0-1 0 0,0 0 0 0 0,0-1 0 0 0,-1 1 1 0 0,-4 9-1 0 0,-26 44 497 0 0,31-57-522 0 0,-29 45 528 0 0,16-25-37 0 0,-23 47-1 0 0,34-63-464 0 0,1-4 0 0 0,2-1-82 0 0,2 8 95 0 0,0-10-91 0 0,-1 0 1 0 0,1 1-1 0 0,0-1 1 0 0,0 0-1 0 0,0 0 1 0 0,-1 0-1 0 0,1 0 1 0 0,0 0 0 0 0,0 0-1 0 0,0 0 1 0 0,1-1-1 0 0,-1 1 1 0 0,0 0-1 0 0,0 0 1 0 0,0-1-1 0 0,0 1 1 0 0,1-1-1 0 0,-1 1 1 0 0,0-1 0 0 0,3 1-1 0 0,0 0-2 0 0,0 1 0 0 0,0-1 0 0 0,0 0 0 0 0,0-1 0 0 0,1 1 0 0 0,-1-1 0 0 0,0 1-1 0 0,0-1 1 0 0,1-1 0 0 0,-1 1 0 0 0,0 0 0 0 0,5-2 0 0 0,4-1-11 0 0,26-2-395 0 0,0-3 0 0 0,-1-1 0 0 0,-1-2 0 0 0,61-25-1 0 0,-59 15-2452 0 0,-16 8-3791 0 0,-2 1-1486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9:05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13359 0 0,'2'0'9017'0'0,"7"-3"-7982"0"0,0 1 0 0 0,0 0 0 0 0,1 1 0 0 0,-1 0 0 0 0,1 0 0 0 0,9 2 0 0 0,-9-1-983 0 0,-1 1 0 0 0,1 0 0 0 0,0 0 0 0 0,-1 1 0 0 0,0 1 0 0 0,1 0 0 0 0,-1 0 0 0 0,0 1 1 0 0,0 0-1 0 0,8 5 0 0 0,-15-8-43 0 0,-1 1 1 0 0,1-1-1 0 0,0 1 1 0 0,-1 0 0 0 0,0 0-1 0 0,1-1 1 0 0,-1 1-1 0 0,0 0 1 0 0,0 0 0 0 0,0 0-1 0 0,0 0 1 0 0,0 0-1 0 0,0 0 1 0 0,0 3-1 0 0,0-1 16 0 0,0 1 0 0 0,0 0-1 0 0,-1 0 1 0 0,0 9-1 0 0,-1-3 15 0 0,0 0 0 0 0,-1 0-1 0 0,0-1 1 0 0,-1 1 0 0 0,0-1-1 0 0,-1 1 1 0 0,-7 13 0 0 0,-43 66 266 0 0,9-19-120 0 0,35-52-174 0 0,7-11-11 0 0,3 0-12 0 0,0-7 8 0 0,1-1 0 0 0,-1 1 0 0 0,0 0 0 0 0,1-1-1 0 0,-1 1 1 0 0,0 0 0 0 0,1-1 0 0 0,-1 1 0 0 0,1-1 0 0 0,-1 1 0 0 0,1 0 0 0 0,-1-1 0 0 0,1 1 0 0 0,-1-1-1 0 0,1 1 1 0 0,0-1 0 0 0,-1 0 0 0 0,1 1 0 0 0,-1-1 0 0 0,1 0 0 0 0,0 1 0 0 0,0-1 0 0 0,1 0-1 0 0,16 5-147 0 0,-8-3 58 0 0,0-2-1 0 0,1 1 1 0 0,-1-1 0 0 0,1-1-1 0 0,-1 0 1 0 0,16-3-1 0 0,61-21-2214 0 0,-46 11-210 0 0,-16 6 135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9:06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12895 0 0,'-1'2'7442'0'0,"0"7"-1437"0"0,19 1-8687 0 0,-8-8 373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9:06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379 83 12439 0 0,'-5'-7'1291'0'0,"-5"-9"-561"0"0,7 11 732 0 0,0 0-1 0 0,-1 0 1 0 0,1 1 0 0 0,-1-1 0 0 0,-6-6 0 0 0,-8-1-545 0 0,11 10-719 0 0,1-1-1 0 0,-1 1 1 0 0,1 1-1 0 0,-1-1 1 0 0,0 1-1 0 0,0 0 1 0 0,0 0-1 0 0,0 1 0 0 0,0 0 1 0 0,1 0-1 0 0,-1 1 1 0 0,0 0-1 0 0,0 0 1 0 0,0 1-1 0 0,-12 4 0 0 0,-6 3 142 0 0,1 1-1 0 0,-41 26 0 0 0,54-30-164 0 0,1 0 1 0 0,0 2-1 0 0,-10 8 1 0 0,17-14-137 0 0,0 1 0 0 0,0 0 1 0 0,0 0-1 0 0,1 0 1 0 0,-1 1-1 0 0,1-1 0 0 0,0 1 1 0 0,0-1-1 0 0,0 1 1 0 0,0 0-1 0 0,1 0 1 0 0,-3 7-1 0 0,4-10-39 0 0,0 1 0 0 0,0-1 0 0 0,0 1-1 0 0,0-1 1 0 0,0 1 0 0 0,0-1 0 0 0,0 1 0 0 0,1-1 0 0 0,-1 0-1 0 0,0 1 1 0 0,1-1 0 0 0,-1 1 0 0 0,1-1 0 0 0,0 0 0 0 0,-1 1-1 0 0,1-1 1 0 0,0 0 0 0 0,2 3 0 0 0,-1-2-28 0 0,0 0 0 0 0,1 0 0 0 0,0 0 0 0 0,-1 0 0 0 0,1 0 0 0 0,0 0 0 0 0,0-1 0 0 0,4 2 0 0 0,0 0-56 0 0,0-1 0 0 0,0 0 0 0 0,0 0 0 0 0,1-1 0 0 0,-1 0 0 0 0,15 1-1 0 0,-2-3 32 0 0,-1 0 0 0 0,1-1 0 0 0,-1-1 0 0 0,0 0 0 0 0,0-2-1 0 0,-1 0 1 0 0,21-9 0 0 0,-23 7 59 0 0,-1 0 0 0 0,1 2 0 0 0,0 0 0 0 0,26-5 0 0 0,-41 10 121 0 0,0 1 19 0 0,1 2-76 0 0,1 0 1 0 0,-1 0-1 0 0,0 1 0 0 0,0-1 0 0 0,0 1 1 0 0,-1-1-1 0 0,1 1 0 0 0,-1-1 0 0 0,0 1 1 0 0,0 0-1 0 0,0 0 0 0 0,0 7 0 0 0,0 9 194 0 0,-1 25-1 0 0,0-22-207 0 0,-1 5-92 0 0,3 56 426 0 0,-1-74-601 0 0,1 1-1 0 0,-1-1 1 0 0,2 1 0 0 0,0-1 0 0 0,7 17 0 0 0,-10-25 69 0 0,1-1 1 0 0,-1 0-1 0 0,1 0 1 0 0,0 0 0 0 0,-1 1-1 0 0,1-1 1 0 0,0 0-1 0 0,0 0 1 0 0,0 0 0 0 0,0 0-1 0 0,0-1 1 0 0,0 1-1 0 0,0 0 1 0 0,0 0-1 0 0,0 0 1 0 0,1-1 0 0 0,-1 1-1 0 0,0-1 1 0 0,0 1-1 0 0,1-1 1 0 0,1 1-1 0 0,8 1-1858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9: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44 20039 0 0,'0'0'919'0'0,"-1"-1"-20"0"0,-1-4-700 0 0,0 1 1 0 0,0 0 0 0 0,-1 0 0 0 0,-4-6 0 0 0,6 8-66 0 0,-1 1 0 0 0,0 0 1 0 0,0 0-1 0 0,1 0 0 0 0,-1 0 1 0 0,0 0-1 0 0,0 0 0 0 0,0 1 1 0 0,-4-2-1 0 0,0 1 80 0 0,1-1-1 0 0,-1 2 1 0 0,0-1-1 0 0,0 0 1 0 0,0 1 0 0 0,0 0-1 0 0,0 1 1 0 0,0-1-1 0 0,0 1 1 0 0,0 0-1 0 0,0 1 1 0 0,-6 2 0 0 0,2-1-96 0 0,1 1 0 0 0,0 0 1 0 0,0 1-1 0 0,1 0 1 0 0,-1 0-1 0 0,-11 11 0 0 0,16-13-86 0 0,1 0-1 0 0,0 0 0 0 0,-1 1 0 0 0,1-1 1 0 0,1 1-1 0 0,-1 0 0 0 0,0 0 0 0 0,1 0 0 0 0,0 0 1 0 0,0 0-1 0 0,-3 9 0 0 0,5-11-27 0 0,0-1 0 0 0,1 0 1 0 0,-1 1-1 0 0,0-1 0 0 0,0 0 0 0 0,1 0 0 0 0,-1 1 1 0 0,1-1-1 0 0,-1 0 0 0 0,1 0 0 0 0,0 0 0 0 0,-1 0 0 0 0,2 2 1 0 0,-1-1-4 0 0,0-1-1 0 0,-1 0 0 0 0,1 0 0 0 0,-1 0 0 0 0,0-1 0 0 0,1 1 0 0 0,0 0 0 0 0,-1 0 0 0 0,1 0 0 0 0,-1 0 0 0 0,1-1 0 0 0,0 1 0 0 0,0 0 0 0 0,-1-1 0 0 0,1 1 0 0 0,0-1 0 0 0,0 1 0 0 0,0-1 0 0 0,0 1 0 0 0,0-1 0 0 0,1 1 0 0 0,2 0 0 0 0,20 12 5 0 0,1-2 0 0 0,0-1 0 0 0,43 10 0 0 0,-21-5-1 0 0,-19-7 15 0 0,-8-2 38 0 0,0 1 0 0 0,0 0 0 0 0,0 2 0 0 0,26 15 0 0 0,-31-15 49 0 0,-10-7-95 0 0,0 1 1 0 0,-1 0 0 0 0,1 0-1 0 0,-1 0 1 0 0,0 1-1 0 0,6 5 1 0 0,-6-3 44 0 0,-3-5-51 0 0,-1 0 0 0 0,0-1 0 0 0,0 1 0 0 0,1 0 0 0 0,-1 0 0 0 0,0-1 1 0 0,0 1-1 0 0,0 0 0 0 0,0 0 0 0 0,0-1 0 0 0,0 1 0 0 0,0 0 0 0 0,0 0 0 0 0,0-1 0 0 0,0 1 1 0 0,0 0-1 0 0,-1 0 0 0 0,1-1 0 0 0,0 1 0 0 0,0 0 0 0 0,-1-1 0 0 0,1 1 0 0 0,0 0 0 0 0,-1-1 1 0 0,1 1-1 0 0,-1-1 0 0 0,0 2 0 0 0,-15 11 69 0 0,15-12-77 0 0,-2 2-14 0 0,-1 0 0 0 0,0-1 0 0 0,0 1-1 0 0,0-1 1 0 0,0 0 0 0 0,-1 0 0 0 0,1 0-1 0 0,0-1 1 0 0,-1 0 0 0 0,1 0 0 0 0,-1 0-1 0 0,0 0 1 0 0,1 0 0 0 0,-1-1 0 0 0,-8 0-1 0 0,-2-2-668 0 0,1-1-1 0 0,-22-6 0 0 0,-6-7-7930 0 0,18 6 809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9:07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17735 0 0,'0'0'812'0'0,"2"-1"-14"0"0,331-30 4199 0 0,-272 27-5256 0 0,-26 3-1347 0 0,1-2-4378 0 0,-9-1-1126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9:07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6911 0 0,'0'0'528'0'0,"2"0"-341"0"0,6-1 2192 0 0,1 0 0 0 0,15-3-1 0 0,-16 2-1137 0 0,0 0-1 0 0,0 1 1 0 0,0 0-1 0 0,9 0 1 0 0,17 2 836 0 0,-20-2-695 0 0,24 4 1 0 0,-33-2-1123 0 0,0 0 0 0 0,1 1 1 0 0,-1-1-1 0 0,0 1 0 0 0,0 0 1 0 0,0 0-1 0 0,-1 1 0 0 0,6 3 1 0 0,-9-5-202 0 0,1 0 0 0 0,-1 0 0 0 0,0 0 0 0 0,0 0 0 0 0,0 1 0 0 0,0-1 0 0 0,0 0 0 0 0,0 1 0 0 0,0-1 0 0 0,0 1 0 0 0,-1-1 0 0 0,1 1 0 0 0,-1-1 0 0 0,1 1 0 0 0,-1 0 0 0 0,1-1 0 0 0,-1 1 0 0 0,0 0 0 0 0,0-1 0 0 0,0 1 0 0 0,0 0 0 0 0,0-1 0 0 0,0 1 0 0 0,0-1 0 0 0,-1 1 0 0 0,1 0 0 0 0,0-1 1 0 0,-1 1-1 0 0,0-1 0 0 0,-1 4 0 0 0,-2 5 57 0 0,-1-1 1 0 0,0 0 0 0 0,-10 15 0 0 0,11-19-29 0 0,-3 6-36 0 0,-95 146 472 0 0,92-141-463 0 0,5-9-25 0 0,1-1 0 0 0,0 1 1 0 0,0 0-1 0 0,1 0 1 0 0,0 1-1 0 0,0-1 1 0 0,-2 13-1 0 0,5-19-33 0 0,-1 0 0 0 0,1 0 1 0 0,0 0-1 0 0,0 0 0 0 0,0 0 0 0 0,0 0 0 0 0,0 0 1 0 0,0 0-1 0 0,0 0 0 0 0,0 0 0 0 0,0 0 0 0 0,0 0 1 0 0,1 0-1 0 0,-1 0 0 0 0,0 0 0 0 0,1 0 0 0 0,-1-1 1 0 0,1 1-1 0 0,-1 0 0 0 0,1 0 0 0 0,-1 0 0 0 0,1 0 0 0 0,-1-1 1 0 0,1 1-1 0 0,0 0 0 0 0,0-1 0 0 0,-1 1 0 0 0,1 0 1 0 0,0-1-1 0 0,1 1 0 0 0,1 2 26 0 0,-1-2-30 0 0,0 1 1 0 0,0-1-1 0 0,0 1 0 0 0,0-1 0 0 0,0 0 1 0 0,0 0-1 0 0,0 0 0 0 0,0 0 1 0 0,1 0-1 0 0,-1 0 0 0 0,0-1 0 0 0,1 1 1 0 0,3 0-1 0 0,34-2-59 0 0,-16 0 42 0 0,15-2 80 0 0,0-1 0 0 0,56-13 0 0 0,-75 13-56 0 0,80-21-1278 0 0,-98 24 713 0 0,12-5-4027 0 0,-7 2 2891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9:08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3679 0 0,'5'-7'17787'0'0,"-1"13"-17097"0"0,-1 0 1 0 0,1 0 0 0 0,-1 0-1 0 0,0 0 1 0 0,0 1-1 0 0,-1-1 1 0 0,3 10-1 0 0,8 51 582 0 0,-7-32-427 0 0,28 117 272 0 0,-26-127-1202 0 0,0 0 1 0 0,2-1 0 0 0,24 44 0 0 0,-33-67-172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9:09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1 15199 0 0,'-8'2'568'0'0,"-1"1"0"0"0,-14 2 0 0 0,-11 2 1311 0 0,-44 24 5352 0 0,61-23-6625 0 0,1 0 1 0 0,0 2 0 0 0,0 0 0 0 0,-24 21 0 0 0,37-29-548 0 0,0 1 0 0 0,1-1 0 0 0,-1 1 0 0 0,1 0-1 0 0,0 0 1 0 0,0 0 0 0 0,0 0 0 0 0,0 1 0 0 0,0-1 0 0 0,0 1 0 0 0,1-1 0 0 0,0 1 0 0 0,0-1-1 0 0,0 1 1 0 0,0 0 0 0 0,0-1 0 0 0,1 8 0 0 0,0-8-23 0 0,0 1 0 0 0,1-1-1 0 0,-1 0 1 0 0,1 0 0 0 0,0 0 0 0 0,0 0 0 0 0,0 0 0 0 0,0 0-1 0 0,1 0 1 0 0,-1-1 0 0 0,1 1 0 0 0,0 0 0 0 0,0-1-1 0 0,0 1 1 0 0,0-1 0 0 0,0 0 0 0 0,0 1 0 0 0,1-1 0 0 0,-1 0-1 0 0,1 0 1 0 0,4 2 0 0 0,3 2-116 0 0,1-1 0 0 0,1 0 0 0 0,-1-1 0 0 0,1 0 0 0 0,0-1 0 0 0,0 0 0 0 0,0 0 0 0 0,14 0 0 0 0,-1-2-154 0 0,-1 0 0 0 0,0-2 0 0 0,29-3 0 0 0,-48 3-94 0 0,62-10-1341 0 0,-24-3-7082 0 0,-25 6 771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9:09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38 18799 0 0,'-7'-5'1706'0'0,"-38"-27"6228"0"0,45 35-7853 0 0,1 1 1 0 0,-1-1-1 0 0,1 0 0 0 0,0 1 1 0 0,0-1-1 0 0,0 0 0 0 0,1 1 0 0 0,-1-1 1 0 0,1 0-1 0 0,0 0 0 0 0,0 0 1 0 0,0 0-1 0 0,0 0 0 0 0,4 4 0 0 0,6 4-44 0 0,24 19 0 0 0,-24-20 62 0 0,20 16-10 0 0,103 89-50 0 0,-122-102-41 0 0,-1-1 1 0 0,-1 2-1 0 0,0 0 1 0 0,14 22-1 0 0,-22-32 7 0 0,0 1 1 0 0,-1 0-1 0 0,0 0 0 0 0,1 0 1 0 0,-2 0-1 0 0,1 1 0 0 0,-1-1 1 0 0,1 1-1 0 0,-1-1 0 0 0,-1 0 1 0 0,1 1-1 0 0,-1 0 0 0 0,0-1 1 0 0,0 1-1 0 0,-1-1 0 0 0,0 1 1 0 0,0-1-1 0 0,-2 7 0 0 0,2-8 16 0 0,-1-1-1 0 0,0 0 0 0 0,0 0 0 0 0,-1 0 0 0 0,1 0 0 0 0,-1 0 0 0 0,1 0 1 0 0,-1-1-1 0 0,0 1 0 0 0,0-1 0 0 0,0 0 0 0 0,0 0 0 0 0,0 0 0 0 0,-1 0 0 0 0,1 0 1 0 0,-1-1-1 0 0,-5 2 0 0 0,-6 2 145 0 0,-1 0 1 0 0,-27 3-1 0 0,28-7-187 0 0,1 0-1 0 0,-1 0 1 0 0,0-2-1 0 0,1 1 0 0 0,-28-7 1 0 0,15 1-1287 0 0,0-1 0 0 0,-29-13-1 0 0,38 12-819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9:10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1 8751 0 0,'-8'0'910'0'0,"6"0"-395"0"0,1 0 1 0 0,0 0-1 0 0,-1 0 1 0 0,1 0-1 0 0,-1 0 1 0 0,1 0-1 0 0,0 0 1 0 0,-1 1-1 0 0,1-1 1 0 0,0 1-1 0 0,-3 0 1 0 0,3 0-304 0 0,0 0 0 0 0,0-1 0 0 0,0 1-1 0 0,0 0 1 0 0,0 0 0 0 0,0 0 0 0 0,0 0 0 0 0,0 0 0 0 0,1 0 0 0 0,-2 1-1 0 0,0 2-173 0 0,1 0-1 0 0,-1 0 0 0 0,1-1 0 0 0,0 1 0 0 0,-2 8 0 0 0,2-5 474 0 0,-35 230 2880 0 0,22 5-1515 0 0,14-119-1258 0 0,6-1-1 0 0,38 225 1 0 0,-26-242-562 0 0,19 93-32 0 0,-33-180-169 0 0,1 29 0 0 0,-4-19-4717 0 0,-3-29 3298 0 0,-7-7-40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9:12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33 298 7367 0 0,'0'0'568'0'0,"2"0"-373"0"0,80-15 10214 0 0,-46 6-9953 0 0,8-2-307 0 0,82-8 0 0 0,47 8 833 0 0,-156 10-900 0 0,937-22 3445 0 0,-628 18-3101 0 0,291-22 149 0 0,1-23-349 0 0,296 1 104 0 0,-830 46-279 0 0,501-7 148 0 0,-74 3-144 0 0,-286 1-30 0 0,508-23 67 0 0,-108 11-28 0 0,-618 18-64 0 0,137-3-2 0 0,113 1 15 0 0,-34 5 117 0 0,127 4 113 0 0,149 6-70 0 0,-142-5-90 0 0,187-14-12 0 0,-515 5-67 0 0,365 8 209 0 0,-79 15 192 0 0,-173-17-336 0 0,-2 0 1 0 0,-20 6 298 0 0,-118-10-280 0 0,3 0 39 0 0,0 0 0 0 0,-1 1 0 0 0,1 0 1 0 0,6 3-1 0 0,-2-1-27 0 0,-7-3-87 0 0,13 3 65 0 0,-11-4-36 0 0,3-2-20 0 0,-3 1 20 0 0,5 0-31 0 0,37-6-11 0 0,-38 5 0 0 0,0 0 0 0 0,14-7 0 0 0,-16 6 0 0 0,1 0 0 0 0,0 1 0 0 0,0-1 0 0 0,9 0 0 0 0,27-10 0 0 0,-14 11 0 0 0,-15 1 11 0 0,-1 2 31 0 0,-2 2-18 0 0,15-1 324 0 0,-24-2 203 0 0,0 2-462 0 0,0 2-79 0 0,1 0 0 0 0,-1 0 0 0 0,1 0 0 0 0,-1 0 0 0 0,0 0 0 0 0,-1 1 0 0 0,1-1 0 0 0,-1 1 0 0 0,0-1 0 0 0,0 1 0 0 0,0-1 0 0 0,0 10 0 0 0,-1 7 65 0 0,-4 35 0 0 0,0-10-36 0 0,17 448 25 0 0,-11-223-64 0 0,-3-151 0 0 0,-5 133 0 0 0,5-210 0 0 0,6 97 0 0 0,-2-111 0 0 0,11 45 0 0 0,-10-61 0 0 0,0-1 0 0 0,0 0 0 0 0,1 0 0 0 0,1 0 0 0 0,13 22 0 0 0,-1-5 0 0 0,-14-21 11 0 0,-3-4 31 0 0,-2 5-20 0 0,1-9-20 0 0,-1 0 0 0 0,1 1 1 0 0,0-1-1 0 0,-1 1 0 0 0,1-1 1 0 0,-1 0-1 0 0,1 1 0 0 0,0-1 1 0 0,-1 0-1 0 0,1 0 1 0 0,-1 1-1 0 0,1-1 0 0 0,-1 0 1 0 0,1 0-1 0 0,-1 0 0 0 0,1 1 1 0 0,-1-1-1 0 0,1 0 0 0 0,-1 0 1 0 0,1 0-1 0 0,-2 0 0 0 0,1 0 0 0 0,-8 3-2 0 0,-1 0 0 0 0,0-1 0 0 0,1 0 0 0 0,-1-1 0 0 0,0 0 0 0 0,0 0 0 0 0,-11-1 0 0 0,5-1-25 0 0,1 2 1 0 0,-1 0-1 0 0,-29 5 0 0 0,-10 1-57 0 0,-89 7-231 0 0,-81 4-45 0 0,-206-9 31 0 0,-109-13 247 0 0,337 0 67 0 0,156 3 15 0 0,-664-2 201 0 0,687 4-202 0 0,-418 13 185 0 0,62 1-21 0 0,52-2-42 0 0,-465 12 10 0 0,253-13 206 0 0,252-14-76 0 0,-40 1-54 0 0,-20 7-183 0 0,-100 2 12 0 0,-222 12-38 0 0,504-17 0 0 0,-135 5 0 0 0,-41 1 0 0 0,-23 2 0 0 0,-104 3 86 0 0,110-4-28 0 0,-73-17-58 0 0,130-18 72 0 0,46 2-16 0 0,212 20-56 0 0,-98-4 0 0 0,113 8 0 0 0,1 1 0 0 0,0 1 0 0 0,-28 6 0 0 0,32-4-55 0 0,0-1 1 0 0,1-2-1 0 0,-1 0 1 0 0,-31-2-1 0 0,36-2-1234 0 0,-25-4 0 0 0,33 4-500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9:43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6911 0 0,'0'0'11764'0'0,"0"3"-10516"0"0,1 5-844 0 0,0 1-1 0 0,1 0 0 0 0,0-1 1 0 0,0 1-1 0 0,1-1 1 0 0,7 15-1 0 0,7 22 828 0 0,27 142 142 0 0,-38-147-1335 0 0,-1 1 0 0 0,-1 70-1 0 0,-9-64-495 0 0,-1-18-2630 0 0,6-27 1935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9:44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18831 0 0,'0'0'1706'0'0,"1"2"-1405"0"0,2 4-133 0 0,0 0 0 0 0,0 0 0 0 0,-1 0 0 0 0,0 0 0 0 0,0 1 0 0 0,1 6 0 0 0,5 17 586 0 0,24 51 1162 0 0,9 28-1089 0 0,-27-61-772 0 0,-1-8-87 0 0,-1 1 1 0 0,-3 0 0 0 0,6 52-1 0 0,-15-70-593 0 0,-5 39 0 0 0,4-55 327 0 0,-7 21-1955 0 0,8-28 2087 0 0,0 1 0 0 0,-1-1 0 0 0,1 1 0 0 0,0-1-1 0 0,0 1 1 0 0,-1-1 0 0 0,1 0 0 0 0,-1 1 0 0 0,1-1 0 0 0,0 1 0 0 0,-1-1-1 0 0,1 0 1 0 0,-1 0 0 0 0,1 1 0 0 0,-1-1 0 0 0,1 0 0 0 0,-1 0 0 0 0,1 1-1 0 0,-1-1 1 0 0,1 0 0 0 0,-1 0 0 0 0,0 0 0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9:44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1 324 18055 0 0,'0'0'1936'0'0,"2"-1"-1829"0"0,430-124 4150 0 0,-389 111-4092 0 0,0-2-1 0 0,-2-1 1 0 0,0-3-1 0 0,60-38 1 0 0,-71 43-103 0 0,6-4-175 0 0,-34 18 95 0 0,1-1 0 0 0,-1 0 0 0 0,0 1 0 0 0,0-1 0 0 0,1 0 0 0 0,-1 0 0 0 0,0-1 1 0 0,-1 1-1 0 0,1 0 0 0 0,1-3 0 0 0,-2 3-49 0 0,-1 1 0 0 0,-1 0 67 0 0,1 0 0 0 0,0 1-1 0 0,-1-1 1 0 0,1 0 0 0 0,0 1-1 0 0,-1-1 1 0 0,1 1 0 0 0,-1-1-1 0 0,1 0 1 0 0,-1 1 0 0 0,1-1-1 0 0,-1 1 1 0 0,0 0 0 0 0,1-1-1 0 0,-1 1 1 0 0,0-1 0 0 0,1 1-1 0 0,-1 0 1 0 0,0 0 0 0 0,1-1-1 0 0,-1 1 1 0 0,0 0 0 0 0,0 0-1 0 0,1 0 1 0 0,-1 0 0 0 0,0 0-1 0 0,1 0 1 0 0,-1 0 0 0 0,0 0-1 0 0,0 0 1 0 0,1 0 0 0 0,-1 0-1 0 0,0 0 1 0 0,0 0 0 0 0,0 1-1 0 0,-1-1 0 0 0,-5 2 14 0 0,1 0 0 0 0,-1 1 0 0 0,0-1 0 0 0,1 1-1 0 0,0 1 1 0 0,-11 6 0 0 0,1 1 70 0 0,-18 17 0 0 0,22-17-17 0 0,1 1 0 0 0,1 0 0 0 0,0 1 0 0 0,0 0 0 0 0,1 0 0 0 0,1 1 0 0 0,0 0 0 0 0,1 0 0 0 0,0 1 0 0 0,2 0 0 0 0,-8 28 0 0 0,12-38-50 0 0,0-1 0 0 0,1 1 1 0 0,-1-1-1 0 0,1 1 0 0 0,0-1 0 0 0,0 1 0 0 0,1-1 1 0 0,-1 0-1 0 0,1 1 0 0 0,0-1 0 0 0,1 1 0 0 0,-1-1 1 0 0,0 0-1 0 0,1 0 0 0 0,0 0 0 0 0,0 0 0 0 0,1 0 0 0 0,-1 0 1 0 0,1-1-1 0 0,-1 1 0 0 0,1-1 0 0 0,0 0 0 0 0,0 1 1 0 0,1-1-1 0 0,-1-1 0 0 0,1 1 0 0 0,0 0 0 0 0,-1-1 0 0 0,1 0 1 0 0,0 0-1 0 0,0 0 0 0 0,0 0 0 0 0,1-1 0 0 0,-1 1 1 0 0,5 0-1 0 0,13 2-98 0 0,1-1 0 0 0,0-1-1 0 0,0 0 1 0 0,0-2 0 0 0,0-1 0 0 0,41-6 0 0 0,-36 1-69 0 0,0 0-1 0 0,49-19 0 0 0,48-30-249 0 0,-111 48 332 0 0,-1-1 0 0 0,0 0-1 0 0,0 0 1 0 0,-1-1 0 0 0,18-18-1 0 0,-25 23 46 0 0,-1-1-1 0 0,0 0 1 0 0,1 0-1 0 0,-2 0 1 0 0,1-1-1 0 0,-1 1 1 0 0,1-1-1 0 0,-2 0 1 0 0,1 0-1 0 0,-1 0 1 0 0,1 0-1 0 0,-2 0 1 0 0,1 0-1 0 0,-1-1 1 0 0,1-11-1 0 0,-3 6 25 0 0,-4 0 0 0 0,4 11 12 0 0,0 0 0 0 0,-1 0 1 0 0,1 0-1 0 0,0-1 0 0 0,0 1 0 0 0,-1 0 0 0 0,1 0 1 0 0,-1 1-1 0 0,1-1 0 0 0,-1 0 0 0 0,1 0 0 0 0,-1 1 0 0 0,1-1 1 0 0,-1 1-1 0 0,0-1 0 0 0,1 1 0 0 0,-1 0 0 0 0,1 0 0 0 0,-1-1 1 0 0,0 1-1 0 0,0 0 0 0 0,1 1 0 0 0,-1-1 0 0 0,0 0 0 0 0,1 0 1 0 0,-3 1-1 0 0,-5 2 62 0 0,1-1 1 0 0,0 1 0 0 0,-13 7 0 0 0,20-10-63 0 0,-8 5 61 0 0,1 0-1 0 0,1 0 1 0 0,-1 1 0 0 0,1 0-1 0 0,-1 0 1 0 0,2 0-1 0 0,-1 1 1 0 0,1 0 0 0 0,-9 14-1 0 0,8-11 10 0 0,1 0 1 0 0,0 0-1 0 0,1 1 0 0 0,0 0 0 0 0,1 0 1 0 0,0 0-1 0 0,-3 16 0 0 0,6-11-82 0 0,1-13-17 0 0,1 0 1 0 0,-1-1-1 0 0,1 1 0 0 0,-1 0 1 0 0,1-1-1 0 0,0 1 0 0 0,0-1 0 0 0,0 1 1 0 0,0-1-1 0 0,0 1 0 0 0,1-1 1 0 0,-1 0-1 0 0,1 1 0 0 0,0-1 1 0 0,-1 0-1 0 0,1 0 0 0 0,0 0 0 0 0,0 0 1 0 0,4 2-1 0 0,-3-3-13 0 0,0 1-1 0 0,1-1 1 0 0,-1 1-1 0 0,1-1 1 0 0,-1 0 0 0 0,1 0-1 0 0,0 0 1 0 0,-1-1-1 0 0,1 1 1 0 0,0-1-1 0 0,-1 0 1 0 0,1 0 0 0 0,5-1-1 0 0,-3 0-41 0 0,1 0 0 0 0,-1 0 0 0 0,0-1 0 0 0,0 0 0 0 0,0 0 0 0 0,0 0 0 0 0,0-1 0 0 0,0 0 0 0 0,-1 0 0 0 0,1 0 0 0 0,-1-1 0 0 0,0 0 0 0 0,0 0 0 0 0,0 0 0 0 0,-1-1 0 0 0,0 0 0 0 0,1 1 0 0 0,-1-1 0 0 0,-1-1 0 0 0,1 1 0 0 0,-1-1 0 0 0,0 1 0 0 0,0-1 0 0 0,-1 0 0 0 0,0 0 0 0 0,0 0 0 0 0,2-8 0 0 0,2-14-151 0 0,1 0-9 0 0,3-34 0 0 0,-9 60 667 0 0,-1 4-55 0 0,5 18-231 0 0,0 6 513 0 0,11 29 0 0 0,-13-46-549 0 0,1-1 1 0 0,-1 0-1 0 0,2 0 1 0 0,-1 0 0 0 0,1 0-1 0 0,0-1 1 0 0,9 10-1 0 0,-8-11-386 0 0,-1-1 0 0 0,1 0 0 0 0,0-1 0 0 0,0 0 0 0 0,0 1 0 0 0,1-2 0 0 0,-1 1 0 0 0,1-1 0 0 0,0 0 0 0 0,0 0 0 0 0,0-1 0 0 0,0 0 0 0 0,1 0 0 0 0,-1-1 0 0 0,0 0 0 0 0,1 0 0 0 0,-1-1 0 0 0,1 0 0 0 0,-1 0 0 0 0,1-1 0 0 0,-1 1 0 0 0,12-4 0 0 0,1-1-1965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9:45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12 5063 0 0,'-12'-12'18216'0'0,"12"15"-17156"0"0,1 19-140 0 0,1 0 0 0 0,1-1 0 0 0,7 29 0 0 0,24 66-332 0 0,-25-85-484 0 0,8 23-70 0 0,26 91-136 0 0,-40-131-120 0 0,0-4 66 0 0,-1 0 1 0 0,2 17-1 0 0,-4-23-313 0 0,0-1 0 0 0,0 1 0 0 0,-1-1-1 0 0,1 1 1 0 0,-1 0 0 0 0,0-1 0 0 0,0 1 0 0 0,0-1 0 0 0,0 0 0 0 0,0 1 0 0 0,-3 3-1 0 0,3-6 125 0 0,1-1 0 0 0,-1 1 0 0 0,1 0-1 0 0,-1-1 1 0 0,1 1 0 0 0,-1 0 0 0 0,1-1-1 0 0,-1 1 1 0 0,0-1 0 0 0,1 1-1 0 0,-1-1 1 0 0,0 1 0 0 0,1-1 0 0 0,-1 1-1 0 0,-1-1 1 0 0,-1 2-1333 0 0,-10 5-4861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9:45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1 109 13359 0 0,'0'0'1027'0'0,"2"1"-371"0"0,9-1 1502 0 0,-1 1-1 0 0,20-3 1 0 0,24-6 433 0 0,-23 3-2685 0 0,187-25 1669 0 0,0 0-4298 0 0,-195 27 1354 0 0</inkml:trace>
  <inkml:trace contextRef="#ctx0" brushRef="#br0" timeOffset="1">815 1 7367 0 0,'2'1'15043'0'0,"57"46"-18045"0"0,-39-32-853 0 0,-20-15 3707 0 0,22 17-4273 0 0,-16-12 3945 0 0,-2-1-1 0 0,1 1 1 0 0,0 0-1 0 0,3 5 1 0 0,-6-6 678 0 0,0-1 0 0 0,0 0 0 0 0,0 1 1 0 0,0-1-1 0 0,-1 1 0 0 0,1 0 0 0 0,-1 0 0 0 0,0-1 0 0 0,0 1 0 0 0,-1 0 1 0 0,1 4-1 0 0,-1 2 2519 0 0,0 0 0 0 0,-3 19 0 0 0,2-28-2462 0 0,1 4 1290 0 0,-1-3-902 0 0,1 1 0 0 0,-1 0 0 0 0,1-1-1 0 0,0 1 1 0 0,0 0 0 0 0,0-1 0 0 0,1 5 0 0 0,1 0-373 0 0,-1-5-1471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9:46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21743 0 0,'0'0'1965'0'0,"0"2"-1617"0"0,-4 18 158 0 0,0-1-1 0 0,2 1 0 0 0,0 37 0 0 0,11 59-515 0 0,-7-106-1134 0 0,-1-8-982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9:46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56 8287 0 0,'0'0'639'0'0,"-10"7"5732"0"0,-20 64 3073 0 0,-6 43-7829 0 0,28-87-516 0 0,1-4-626 0 0,1 1 0 0 0,2 1 0 0 0,-3 38 0 0 0,7-45-280 0 0,0-1 0 0 0,1 1-1 0 0,0-1 1 0 0,2 1-1 0 0,7 30 1 0 0,-8-42-173 0 0,0 0 1 0 0,1 0-1 0 0,-1 0 0 0 0,1 0 1 0 0,0-1-1 0 0,1 0 1 0 0,-1 0-1 0 0,1 0 0 0 0,0 0 1 0 0,0 0-1 0 0,0-1 0 0 0,7 6 1 0 0,-6-7-27 0 0,-1 0 0 0 0,1 0 0 0 0,-1-1 0 0 0,1 0 0 0 0,0 0 0 0 0,0 0 0 0 0,0 0 0 0 0,0-1 1 0 0,0 1-1 0 0,1-1 0 0 0,-1-1 0 0 0,0 1 0 0 0,1-1 0 0 0,8-1 0 0 0,5 0-76 0 0,-1-2 1 0 0,0 0-1 0 0,0-1 1 0 0,0-1-1 0 0,0-1 0 0 0,-1 0 1 0 0,1-2-1 0 0,-2 1 1 0 0,1-2-1 0 0,-1-1 0 0 0,-1 0 1 0 0,1 0-1 0 0,-2-2 1 0 0,25-23-1 0 0,-31 25 54 0 0,1-1 1 0 0,-2 0-1 0 0,1 0 0 0 0,-2-1 0 0 0,0 1 0 0 0,0-1 1 0 0,-1-1-1 0 0,6-20 0 0 0,-7 17-10 0 0,0-1-1 0 0,-1 1 1 0 0,-1-1 0 0 0,-1 0-1 0 0,0 0 1 0 0,-2-23-1 0 0,-1 30 29 0 0,0-1 0 0 0,-1 1 0 0 0,0 0 0 0 0,0 0 0 0 0,-1 0 0 0 0,0 0-1 0 0,-1 1 1 0 0,0 0 0 0 0,-1 0 0 0 0,0 0 0 0 0,0 0 0 0 0,-1 1 0 0 0,0 0-1 0 0,0 1 1 0 0,-17-14 0 0 0,11 10-99 0 0,-2 1-1 0 0,1 1 1 0 0,-1 0-1 0 0,-1 0 1 0 0,1 2-1 0 0,-2 0 0 0 0,1 0 1 0 0,-33-7-1 0 0,38 12-294 0 0,-1 0-1 0 0,1 1 1 0 0,-17-1-1 0 0,25 2 125 0 0,0 0 0 0 0,-1 1 0 0 0,1-1 0 0 0,0 1 0 0 0,0-1 0 0 0,-1 1 1 0 0,1 0-1 0 0,0 0 0 0 0,0 1 0 0 0,0-1 0 0 0,0 1 0 0 0,0-1 0 0 0,0 1 0 0 0,1 0 0 0 0,-1 0 0 0 0,-3 3 0 0 0,-4 7-1908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9:46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4607 0 0,'2'2'8023'0'0,"1"3"-6401"0"0,1 1 0 0 0,-1 0 0 0 0,0 0 0 0 0,-1 0 0 0 0,1 1 0 0 0,1 9 0 0 0,7 45 683 0 0,0 2-820 0 0,-7-45-1374 0 0,2 0 0 0 0,0 0 0 0 0,0 0 0 0 0,2-1 0 0 0,0 0 0 0 0,15 22 0 0 0,-21-36-391 0 0,-1-3 138 0 0,0 0 0 0 0,0 0 0 0 0,0 1 0 0 0,-1-1 0 0 0,1 1 1 0 0,0-1-1 0 0,0 0 0 0 0,0 1 0 0 0,-1 0 0 0 0,1-1 0 0 0,0 1 0 0 0,0 0 0 0 0,2 2-285 0 0,0-1-252 0 0,3 2 146 0 0,12-3-14199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09:47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20559 0 0,'0'0'1863'0'0,"3"0"-1531"0"0,22 2 1255 0 0,0-1 0 0 0,0-1 1 0 0,49-6-1 0 0,-73 5-1552 0 0,1 1 0 0 0,-1 0 0 0 0,1 0 1 0 0,-1 0-1 0 0,1 0 0 0 0,-1 0 0 0 0,1 0 0 0 0,-1 0 0 0 0,0 0 0 0 0,1 1 0 0 0,-1-1 0 0 0,1 0 1 0 0,-1 1-1 0 0,2 0 0 0 0,18 6 166 0 0,-19-6-191 0 0,0-1-1 0 0,-1 1 1 0 0,1 0 0 0 0,0-1 0 0 0,-1 1-1 0 0,1 0 1 0 0,-1 0 0 0 0,1 0-1 0 0,-1 0 1 0 0,0 0 0 0 0,1 0-1 0 0,-1 1 1 0 0,0-1 0 0 0,0 0-1 0 0,0 1 1 0 0,1-1 0 0 0,-2 1 0 0 0,1-1-1 0 0,0 1 1 0 0,1 3 0 0 0,-1-3 11 0 0,-1 1 1 0 0,1 0-1 0 0,-1 0 1 0 0,0 0 0 0 0,0 0-1 0 0,0 0 1 0 0,0 0-1 0 0,0 0 1 0 0,-1 0 0 0 0,1 0-1 0 0,-2 4 1 0 0,-1 1 32 0 0,0 0 1 0 0,0-1-1 0 0,-1 0 0 0 0,0 0 1 0 0,0 0-1 0 0,-7 9 1 0 0,-36 36 299 0 0,19-21-59 0 0,24-27-275 0 0,0 0 69 0 0,0 1 0 0 0,1 0 1 0 0,-1 0-1 0 0,1-1 0 0 0,-5 11 0 0 0,7-13 42 0 0,2 0-54 0 0,11 11-27 0 0,-5-11-24 0 0,-4-2-22 0 0,4 1-4 0 0,-1 0 0 0 0,1 0 0 0 0,0-1 0 0 0,0 0 0 0 0,0-1 0 0 0,0 1 0 0 0,0-1 0 0 0,12-3 0 0 0,14-2 0 0 0,-16 3-45 0 0,25-7-1 0 0,6-1-62 0 0,11 3-694 0 0,-19 5-2784 0 0,-18 1-6435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1:18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9215 0 0,'0'0'16101'0'0,"4"0"-15998"0"0,103-12 1293 0 0,48-4-463 0 0,-114 14-899 0 0,199-3-234 0 0,-233 5-20 0 0,34 3-142 0 0,-38-2-293 0 0,1-1 0 0 0,-1 1 0 0 0,0 0 1 0 0,1 0-1 0 0,-1 0 0 0 0,0 1 0 0 0,0-1 0 0 0,0 1 0 0 0,6 4 0 0 0,-1 0-1549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1:18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59 13359 0 0,'-2'1'1027'0'0,"-1"1"-842"0"0,-18 5 10539 0 0,28-5-10585 0 0,-1 0 1 0 0,1-1-1 0 0,0 0 0 0 0,0 0 0 0 0,0 0 1 0 0,0-1-1 0 0,-1 0 0 0 0,1 0 0 0 0,10-2 1 0 0,6 0-118 0 0,129-16 45 0 0,-78 7-644 0 0,-18 4-2196 0 0,72-20 0 0 0,-94 18 710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1:19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7831 0 0,'1'2'7395'0'0,"1"1"-6498"0"0,0 0 1 0 0,0-1-1 0 0,0 1 0 0 0,0 0 1 0 0,0-1-1 0 0,1 0 1 0 0,-1 1-1 0 0,6 2 0 0 0,-3-2-357 0 0,0 0-1 0 0,0 0 1 0 0,1-1-1 0 0,8 3 1 0 0,4 0-663 0 0,1-2 1 0 0,23 3-1 0 0,-21-4 853 0 0,49 6-663 0 0,-30-5-122 0 0,-1 2 0 0 0,52 14 0 0 0,-85-17-58 0 0,-6-2 104 0 0,1 0 1 0 0,0 0-1 0 0,-1 0 0 0 0,1 0 0 0 0,0 1 0 0 0,-1-1 0 0 0,1 0 0 0 0,0 1 0 0 0,-1-1 0 0 0,1 0 0 0 0,-1 1 1 0 0,1-1-1 0 0,-1 1 0 0 0,1-1 0 0 0,-1 1 0 0 0,1-1 0 0 0,0 2 0 0 0,0-1 2 0 0,0 0 1 0 0,1 1-1 0 0,-1-1 0 0 0,0 0 0 0 0,0 1 1 0 0,0-1-1 0 0,0 1 0 0 0,0 0 0 0 0,-1-1 0 0 0,1 1 1 0 0,0-1-1 0 0,-1 1 0 0 0,1 0 0 0 0,-1 0 1 0 0,0-1-1 0 0,1 1 0 0 0,-1 2 0 0 0,0 0-19 0 0,-1 8 38 0 0,-1-6 61 0 0,-1 0 1 0 0,1 0-1 0 0,-1 0 0 0 0,0 0 1 0 0,0-1-1 0 0,0 1 0 0 0,-1-1 1 0 0,0 0-1 0 0,0 0 0 0 0,0 0 1 0 0,-1-1-1 0 0,-6 6 0 0 0,-7 4 56 0 0,0-2 0 0 0,-25 14 0 0 0,32-20-1280 0 0,-2 0-5268 0 0,2-1-2015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1:19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219 64 9671 0 0,'0'0'875'0'0,"1"-2"-719"0"0,5-5-207 0 0,12-11 14590 0 0,-19 31-13366 0 0,0-4-934 0 0,-1-1-1 0 0,0 0 1 0 0,-1 0 0 0 0,0 0-1 0 0,0 0 1 0 0,-1 0-1 0 0,0-1 1 0 0,-6 10 0 0 0,0 1 21 0 0,-58 92 923 0 0,-19 18-562 0 0,84-123-587 0 0,-14 12 12 0 0,8-9-46 0 0,1-3-15 0 0,7-5 11 0 0,1-1 0 0 0,0 1 1 0 0,-1 0-1 0 0,1 0 0 0 0,0 0 0 0 0,-1 0 0 0 0,1-1 0 0 0,0 1 0 0 0,-1 0 0 0 0,1-1 0 0 0,0 1 0 0 0,0 0 0 0 0,-1 0 0 0 0,1-1 0 0 0,0 1 0 0 0,0 0 0 0 0,0-1 0 0 0,-1 1 1 0 0,1 0-1 0 0,0-1 0 0 0,0 0 0 0 0,-1-1-22 0 0,1 0 0 0 0,-1-1 0 0 0,1 1 0 0 0,0 0 1 0 0,0-1-1 0 0,0 1 0 0 0,0 0 0 0 0,0-1 0 0 0,0 1 0 0 0,1-1 1 0 0,0-1-1 0 0,9-28-174 0 0,-6 22 130 0 0,18-54-750 0 0,42-81 1 0 0,-48 110 470 0 0,-10 21 173 0 0,1 1-1 0 0,0-1 1 0 0,0 1-1 0 0,2 1 1 0 0,13-19-1 0 0,-20 30 558 0 0,3 2-67 0 0,-5-1-286 0 0,1-1 1 0 0,-1 1 0 0 0,1 0-1 0 0,-1 0 1 0 0,1 0 0 0 0,0 0-1 0 0,-1 0 1 0 0,1 0-1 0 0,-1 0 1 0 0,1 0 0 0 0,-1 0-1 0 0,1 0 1 0 0,-1 0 0 0 0,1 0-1 0 0,-1 0 1 0 0,1 0-1 0 0,-1 1 1 0 0,1-1 0 0 0,6 4 91 0 0,0 0-1 0 0,0 1 1 0 0,0 0 0 0 0,-1 0 0 0 0,0 0-1 0 0,0 1 1 0 0,7 8 0 0 0,2 2 48 0 0,-3-6-87 0 0,0 0 0 0 0,16 10 0 0 0,14 12-29 0 0,-8-7-21 0 0,0-1 0 0 0,2-1 0 0 0,41 19 0 0 0,-69-38-45 0 0,-1 1 0 0 0,1-1 1 0 0,-1 2-1 0 0,0-1 0 0 0,-1 0 0 0 0,1 1 1 0 0,-1 1-1 0 0,10 12 0 0 0,-12-10 2 0 0,-1 4 12 0 0,-4-9 0 0 0,0-2 0 0 0,-1 7 0 0 0,-4 2 0 0 0,3-8 5 0 0,-1 0 0 0 0,1-1 0 0 0,-1 1 0 0 0,0-1 0 0 0,0 0 0 0 0,0 0 0 0 0,0 0-1 0 0,0 0 1 0 0,0 0 0 0 0,0-1 0 0 0,-1 0 0 0 0,-6 1 0 0 0,-8 1 27 0 0,-29 1 0 0 0,-36-1 30 0 0,-149 2-60 0 0,122-10-154 0 0,109 5 72 0 0,18-6-6392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1:20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8751 0 0,'0'-2'674'0'0,"0"0"-549"0"0,3-15 344 0 0,4 2 11576 0 0,-5 24-6232 0 0,-1 1-4939 0 0,-1-2-2471 0 0,2 120 3556 0 0,-3-84-1484 0 0,5 51-1 0 0,1-60-273 0 0,0-1 0 0 0,16 50 1 0 0,-17-72-196 0 0,0 0 1 0 0,0 0-1 0 0,2-1 1 0 0,-1 1-1 0 0,2-1 1 0 0,-1-1-1 0 0,1 1 1 0 0,1-1 0 0 0,0-1-1 0 0,12 12 1 0 0,-16-17-54 0 0,-1-1-1 0 0,1-1 1 0 0,0 1 0 0 0,1 0 0 0 0,-1-1 0 0 0,0 0 0 0 0,1 0-1 0 0,-1 0 1 0 0,1-1 0 0 0,0 1 0 0 0,-1-1 0 0 0,1 0 0 0 0,0 0 0 0 0,0-1-1 0 0,0 0 1 0 0,0 0 0 0 0,-1 0 0 0 0,1 0 0 0 0,0-1 0 0 0,0 1-1 0 0,0-1 1 0 0,7-3 0 0 0,-4 1-38 0 0,0 0 1 0 0,-1-1-1 0 0,1 0 0 0 0,-1 0 0 0 0,0-1 1 0 0,0 0-1 0 0,-1 0 0 0 0,0 0 0 0 0,1-1 0 0 0,-2 0 1 0 0,1 0-1 0 0,7-12 0 0 0,4-8-112 0 0,-2-1-1 0 0,23-53 1 0 0,11-65-443 0 0,-22 31 213 0 0,-25 99 453 0 0,0-1 0 0 0,-1 0 0 0 0,-1 0-1 0 0,-1 1 1 0 0,-2-22 1456 0 0,3 52-950 0 0,3 19-359 0 0,2 1 0 0 0,2-1 0 0 0,0-1 1 0 0,3 1-1 0 0,0-2 0 0 0,21 43 0 0 0,-30-73-184 0 0,71 148-1538 0 0,-71-148 1070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1:20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21103 0 0,'0'0'1913'0'0,"3"-1"-1522"0"0,20-3 36 0 0,-2 0 221 0 0,27-2 1 0 0,-21 4-289 0 0,0-1 1 0 0,-1-2-1 0 0,33-8 1 0 0,30-16-2959 0 0,-62 19 1278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1:21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11055 0 0,'2'0'3872'0'0,"5"3"-1836"0"0,28 9 5391 0 0,-30-11-7004 0 0,1 0-1 0 0,-1 0 0 0 0,0 0 0 0 0,1-1 0 0 0,6 0 0 0 0,114-3 2174 0 0,-92 0-6186 0 0,34-7-1 0 0,-45 6 772 0 0,-4 0-5597 0 0</inkml:trace>
  <inkml:trace contextRef="#ctx0" brushRef="#br0" timeOffset="1">696 322 2303 0 0,'0'0'21616'0'0,"1"0"-20593"0"0,11-2-76 0 0,1 2 0 0 0,-1 0 0 0 0,12 2 0 0 0,12-1-175 0 0,-4-1-1070 0 0,67 2 971 0 0,-78 0-4691 0 0,22 4 0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1:21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10591 0 0,'2'0'3868'0'0,"37"4"6004"0"0,-24-4-8606 0 0,0 0 0 0 0,18-3-1 0 0,134-29-617 0 0,-94 16-9649 0 0,-49 11 489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1:22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340 281 7367 0 0,'0'0'568'0'0,"1"-2"-373"0"0,3-12-312 0 0,12-40 9167 0 0,-13 46-8590 0 0,-1 0 0 0 0,0-1 0 0 0,0 1 1 0 0,-1-1-1 0 0,0 1 0 0 0,0-15 0 0 0,-1 19-235 0 0,-1 0 0 0 0,1 0-1 0 0,-1-1 1 0 0,1 1 0 0 0,-1 0 0 0 0,0 0 0 0 0,-1 0 0 0 0,1 0 0 0 0,-1 0 0 0 0,0 1-1 0 0,0-1 1 0 0,0 0 0 0 0,0 1 0 0 0,-1 0 0 0 0,-2-4 0 0 0,3 6-138 0 0,1 1 0 0 0,-1-1 1 0 0,1 1-1 0 0,-1-1 0 0 0,1 1 1 0 0,-1 0-1 0 0,1 0 0 0 0,-1 0 1 0 0,0 0-1 0 0,1 0 0 0 0,-1 0 1 0 0,1 0-1 0 0,-1 0 0 0 0,1 1 1 0 0,-4 0-1 0 0,4-1 25 0 0,-8 3 90 0 0,1-1-1 0 0,-1 1 1 0 0,1 1 0 0 0,0 0-1 0 0,0 0 1 0 0,1 0 0 0 0,-1 1-1 0 0,-11 10 1 0 0,-2 3 138 0 0,-26 31 0 0 0,24-22-128 0 0,2 0 1 0 0,1 2-1 0 0,1 1 1 0 0,2 0 0 0 0,1 1-1 0 0,-21 58 1 0 0,34-80-166 0 0,0 0 0 0 0,1 0 1 0 0,0 0-1 0 0,0 0 1 0 0,1 0-1 0 0,1 0 0 0 0,-1 0 1 0 0,2 1-1 0 0,-1-1 0 0 0,1 0 1 0 0,0 0-1 0 0,4 11 0 0 0,-3-13-19 0 0,0-1 1 0 0,0 0-1 0 0,1 0 0 0 0,0 0 0 0 0,0 0 0 0 0,0 0 0 0 0,1-1 0 0 0,0 0 0 0 0,0 1 0 0 0,1-1 0 0 0,-1-1 0 0 0,1 1 1 0 0,0-1-1 0 0,0 0 0 0 0,1 0 0 0 0,-1 0 0 0 0,10 4 0 0 0,-1-2-45 0 0,1-1 1 0 0,-1 0-1 0 0,1-1 1 0 0,0-1-1 0 0,0 0 1 0 0,0-1-1 0 0,1-1 1 0 0,-1 0-1 0 0,30-4 0 0 0,0-2-59 0 0,0-2 1 0 0,46-14-1 0 0,-58 12-45 0 0,-1-1 1 0 0,-1-2-1 0 0,0-1 1 0 0,36-22-1 0 0,-47 23 54 0 0,0-1-1 0 0,-2 0 1 0 0,1-1-1 0 0,-2-2 1 0 0,0 1-1 0 0,-1-2 1 0 0,15-19-1 0 0,-27 30 97 0 0,0 1 0 0 0,-1-1 0 0 0,0 0 0 0 0,0-1 0 0 0,0 1 0 0 0,-1 0 0 0 0,0-1 0 0 0,0 0 0 0 0,-1 1 0 0 0,0-1 0 0 0,0 0 0 0 0,0 0 0 0 0,-1 0 0 0 0,0 1 0 0 0,-1-1 0 0 0,1 0 0 0 0,-1 0 0 0 0,0 0 0 0 0,-1 1 0 0 0,-4-14 0 0 0,-3-2 100 0 0,-1 0 0 0 0,0 1 0 0 0,-2 0-1 0 0,-24-33 1 0 0,26 40-93 0 0,-1 1 0 0 0,-1 0 0 0 0,0 0 0 0 0,0 1 0 0 0,-1 1 0 0 0,-1 0 0 0 0,-28-17 0 0 0,29 21-154 0 0,0 0-1 0 0,0 1 1 0 0,0 1 0 0 0,-1 0-1 0 0,0 1 1 0 0,1 1-1 0 0,-2 0 1 0 0,1 0 0 0 0,-28 0-1 0 0,31 4-374 0 0,0-1 0 0 0,0 1-1 0 0,0 1 1 0 0,0 0-1 0 0,-16 5 1 0 0,16-3-1101 0 0,0 1 1 0 0,-18 9-1 0 0,14-4-918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1:23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2 13823 0 0,'0'0'630'0'0,"-2"0"-13"0"0,-8-1 5128 0 0,8 4-5092 0 0,1 0-1 0 0,0 0 1 0 0,0 0 0 0 0,0 0-1 0 0,0 0 1 0 0,1 0 0 0 0,-1 1-1 0 0,1-1 1 0 0,0 0-1 0 0,1 6 1 0 0,-1-3-274 0 0,1 1 0 0 0,1-1 0 0 0,-1 0 0 0 0,1-1 1 0 0,3 8-1 0 0,4 5-126 0 0,1-1 1 0 0,18 26 0 0 0,8 3 176 0 0,82 79 1 0 0,-2-3-418 0 0,-93-97-104 0 0,-11-11-819 0 0,-1-1 0 0 0,0 2 1 0 0,17 27-1 0 0,-25-30-1505 0 0,-3-8 1916 0 0,0 9-1082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1:23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15695 0 0,'0'0'1418'0'0,"1"1"-1021"0"0,2 1-104 0 0,0 0 0 0 0,-1 0 1 0 0,0 0-1 0 0,0 0 0 0 0,0 1 0 0 0,0-1 1 0 0,0 1-1 0 0,0-1 0 0 0,0 1 1 0 0,-1 0-1 0 0,1 0 0 0 0,-1 0 0 0 0,0 0 1 0 0,0 0-1 0 0,0 0 0 0 0,0 0 0 0 0,-1 0 1 0 0,1 0-1 0 0,-1 0 0 0 0,0 4 0 0 0,1 9 798 0 0,-1 1-1 0 0,-3 26 1 0 0,2-34-945 0 0,-4 24 345 0 0,3-22-641 0 0,0-1 0 0 0,1 1 1 0 0,1 0-1 0 0,0 13 0 0 0,0-22-1494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1:23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17047 0 0,'2'1'5787'0'0,"3"1"-5036"0"0,0 0-1 0 0,1 0 1 0 0,-1-1 0 0 0,0 0-1 0 0,1 0 1 0 0,-1 0 0 0 0,7 0 0 0 0,45-2-310 0 0,-24 0-56 0 0,-12 1-334 0 0,-7-1 5 0 0,-1 1 1 0 0,0 0-1 0 0,1 1 0 0 0,-1 1 1 0 0,15 3-1 0 0,-27-4 321 0 0,-1 3-293 0 0,0 0 0 0 0,-1 0 0 0 0,0 0 0 0 0,0 0 0 0 0,0 0 0 0 0,0 0 0 0 0,0 0 0 0 0,-1 0 0 0 0,0-1 0 0 0,0 1 0 0 0,0-1-1 0 0,0 1 1 0 0,-5 5 0 0 0,-4 3 72 0 0,0-1 1 0 0,-16 13-1 0 0,-3 3 20 0 0,25-23-163 0 0,4-3-8 0 0,-1 0 0 0 0,1 1 1 0 0,-1-1-1 0 0,1 1 0 0 0,0-1 0 0 0,0 1 0 0 0,0-1 0 0 0,0 1 0 0 0,-1 2 0 0 0,1-3-2 0 0,1 0-1 0 0,0 0 0 0 0,-1 0 0 0 0,1 0 0 0 0,0 0 1 0 0,0 0-1 0 0,0 0 0 0 0,0 0 0 0 0,0 0 1 0 0,0 0-1 0 0,0 0 0 0 0,0 0 0 0 0,1 0 0 0 0,-1 0 1 0 0,0 0-1 0 0,0 0 0 0 0,1 0 0 0 0,-1 0 0 0 0,1 0 1 0 0,-1-1-1 0 0,1 1 0 0 0,-1 0 0 0 0,1 0 1 0 0,0 0-1 0 0,-1 0 0 0 0,1-1 0 0 0,0 1 0 0 0,-1 0 1 0 0,1-1-1 0 0,0 1 0 0 0,0-1 0 0 0,0 1 0 0 0,1 0 1 0 0,-2-1-4 0 0,3 1 1 0 0,-1 1-1 0 0,1-1 0 0 0,0 0 1 0 0,0 0-1 0 0,0 0 1 0 0,0-1-1 0 0,0 1 1 0 0,0-1-1 0 0,4 0 1 0 0,29 0-81 0 0,-26-1 44 0 0,23-1-791 0 0,55-12 0 0 0,-10-6-3160 0 0,-52 13 1603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1:24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5983 0 0,'10'-1'15247'0'0,"32"-4"-7544"0"0,1-2-5778 0 0,37-4-2015 0 0,-7 2-2446 0 0,-53 8 1199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1:24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20879 0 0,'0'0'3457'0'0,"1"1"-2817"0"0,6 13 224 0 0,0 1-1 0 0,-1 0 0 0 0,-1 1 0 0 0,7 28 0 0 0,-8-23-937 0 0,2-1-1 0 0,11 28 0 0 0,-14-43-406 0 0,1 4 167 0 0,-3-3-4031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1:24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12439 0 0,'0'0'13814'0'0,"-3"8"-13043"0"0,3-1-464 0 0,0 0 0 0 0,0 0 0 0 0,1 0 0 0 0,0-1-1 0 0,0 1 1 0 0,1 0 0 0 0,0 0 0 0 0,0-1-1 0 0,5 12 1 0 0,3 8 227 0 0,64 188 67 0 0,-62-183-665 0 0,11 26-409 0 0,-21-51 297 0 0,1-1-1 0 0,0 0 1 0 0,0-1 0 0 0,1 1-1 0 0,-1 0 1 0 0,1-1-1 0 0,8 8 1 0 0,-12-12 147 0 0,1 1-1 0 0,0-1 0 0 0,0 0 1 0 0,-1 1-1 0 0,1-1 1 0 0,0 0-1 0 0,0 1 1 0 0,0-1-1 0 0,0 0 1 0 0,0 0-1 0 0,0 0 0 0 0,-1 1 1 0 0,1-1-1 0 0,0 0 1 0 0,0 0-1 0 0,0 0 1 0 0,0-1-1 0 0,0 1 1 0 0,0 0-1 0 0,0 0 1 0 0,-1 0-1 0 0,1-1 0 0 0,0 1 1 0 0,0 0-1 0 0,0-1 1 0 0,0 1-1 0 0,-1-1 1 0 0,1 1-1 0 0,0-1 1 0 0,-1 1-1 0 0,1-1 0 0 0,0 0 1 0 0,-1 1-1 0 0,1-1 1 0 0,-1 0-1 0 0,1 1 1 0 0,0-1-1 0 0,-1 0 1 0 0,1-1-1 0 0,2-2-175 0 0,0-1 0 0 0,-1 1-1 0 0,1-1 1 0 0,3-10 0 0 0,12-59 576 0 0,-2 11 2 0 0,-2 15 229 0 0,17-52 1276 0 0,-31 98-831 0 0,1 4-942 0 0,4 8-36 0 0,0-1-1 0 0,-1 1 1 0 0,0 0 0 0 0,-1 0 0 0 0,-1 0-1 0 0,1 1 1 0 0,1 18 0 0 0,6 26 90 0 0,-8-50-148 0 0,5 23 47 0 0,2 0 0 0 0,15 33 0 0 0,-21-53-54 0 0,0-2-1 0 0,1 1 1 0 0,0 0-1 0 0,1-1 1 0 0,-1 1 0 0 0,1-1-1 0 0,1-1 1 0 0,-1 1-1 0 0,1-1 1 0 0,0 0-1 0 0,0 0 1 0 0,0 0-1 0 0,12 5 1 0 0,-15-8-4 0 0,0-1 0 0 0,0 0 0 0 0,1 0 0 0 0,-1 0 0 0 0,0-1 0 0 0,1 1 0 0 0,-1-1 0 0 0,0 0 0 0 0,1 0 0 0 0,-1 0 0 0 0,1 0 0 0 0,-1 0 0 0 0,0-1 0 0 0,1 0 0 0 0,-1 0 0 0 0,0 0 0 0 0,0 0 0 0 0,1 0 0 0 0,-1 0 0 0 0,0-1 0 0 0,0 0 0 0 0,0 1 0 0 0,-1-1 0 0 0,1 0 0 0 0,0 0 0 0 0,-1-1 0 0 0,4-3 0 0 0,2-2 0 0 0,-1 0 0 0 0,0-1 0 0 0,-1 0 0 0 0,0 0 0 0 0,-1-1 0 0 0,1 1 0 0 0,4-14 0 0 0,-3 1-14 0 0,0 0 1 0 0,-1 0-1 0 0,-1-1 0 0 0,-1 0 0 0 0,-1 0 1 0 0,0 0-1 0 0,-2 0 0 0 0,-1 0 1 0 0,-2 0-1 0 0,0 0 0 0 0,-1 0 0 0 0,-1 0 1 0 0,-8-26-1 0 0,12 47 174 0 0,-1-3-1067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1:25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0 132 4143 0 0,'2'-1'22781'0'0,"7"-2"-22331"0"0,1-1 0 0 0,0 2-1 0 0,-1-1 1 0 0,1 1 0 0 0,17-1 0 0 0,12-2-266 0 0,231-38-4365 0 0,-236 39 2722 0 0</inkml:trace>
  <inkml:trace contextRef="#ctx0" brushRef="#br0" timeOffset="1">736 38 13359 0 0,'2'-1'3666'0'0,"46"-11"5535"0"0,29 0-6879 0 0,-35 6-1107 0 0,-20 3-1311 0 0,0 1 0 0 0,26 1 1 0 0,-33 2-2282 0 0,30 4 1 0 0,-25 0-6708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1:25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14743 0 0,'0'0'1335'0'0,"0"2"-764"0"0,1-1 128 0 0,0 1 0 0 0,0-1 0 0 0,0 0 0 0 0,0 1 0 0 0,0-1 0 0 0,0 0 0 0 0,0 0 0 0 0,0 0 1 0 0,1 0-1 0 0,-1 0 0 0 0,0 0 0 0 0,2 1 0 0 0,22 6 3013 0 0,-10-6-3397 0 0,28 0 0 0 0,-24-1 672 0 0,17 1-518 0 0,-33-1-356 0 0,-2-1-107 0 0,1 1 0 0 0,-1 0-1 0 0,1 0 1 0 0,-1 0-1 0 0,0 0 1 0 0,1 0 0 0 0,-1 0-1 0 0,0 0 1 0 0,0 0 0 0 0,0 0-1 0 0,0 1 1 0 0,0-1-1 0 0,0 1 1 0 0,0-1 0 0 0,0 0-1 0 0,0 1 1 0 0,-1-1-1 0 0,1 1 1 0 0,-1 0 0 0 0,1-1-1 0 0,-1 1 1 0 0,0-1 0 0 0,1 1-1 0 0,-1 2 1 0 0,0-1 12 0 0,0 0 0 0 0,-1 1 0 0 0,1-1 0 0 0,-1 0 1 0 0,0 1-1 0 0,0-1 0 0 0,0 0 0 0 0,-2 4 0 0 0,-4 7 99 0 0,-1 0 0 0 0,0-1 0 0 0,-2 0 0 0 0,-12 14 0 0 0,10-13-84 0 0,2 0 1 0 0,0 0-1 0 0,-10 18 1 0 0,17-25-23 0 0,2-5 37 0 0,2-1-16 0 0,2 2-32 0 0,0-1 0 0 0,0 1 1 0 0,0-1-1 0 0,0 0 1 0 0,0 0-1 0 0,1 0 0 0 0,-1 0 1 0 0,1-1-1 0 0,-1 1 1 0 0,1-1-1 0 0,0 0 0 0 0,-1 0 1 0 0,1 0-1 0 0,0 0 1 0 0,0-1-1 0 0,5 1 0 0 0,11-1 0 0 0,37-3-1 0 0,-42 2 1 0 0,72-9-651 0 0,53-1-1278 0 0,-132 11 861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1:30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 13303 0 0,'0'0'9103'0'0,"-1"2"-7942"0"0,-5 18 120 0 0,-3 2-792 0 0,2 0 0 0 0,1 1 1 0 0,1 0-1 0 0,0 0 1 0 0,-1 30-1 0 0,7-42-798 0 0,-1-9-1002 0 0,2-1-413 0 0,9 3-69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1:30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31 4607 0 0,'0'0'208'0'0,"-1"0"-9"0"0,-1-1-88 0 0,-2-1 66 0 0,-10-4 8050 0 0,12 6-7630 0 0,1-1 1 0 0,0 1 0 0 0,-1-1 0 0 0,1 1-1 0 0,0 0 1 0 0,-1-1 0 0 0,1 1 0 0 0,0 0 0 0 0,-1 0-1 0 0,1 0 1 0 0,-1 0 0 0 0,1 0 0 0 0,0 0-1 0 0,-1 1 1 0 0,1-1 0 0 0,0 0 0 0 0,-1 1-1 0 0,-1 0 1 0 0,1 0-442 0 0,1 0 0 0 0,-1 1 0 0 0,0-1 0 0 0,1 0 0 0 0,-1 1 0 0 0,1-1 0 0 0,-1 1 0 0 0,-1 2 0 0 0,-6 10 419 0 0,-1 1 0 0 0,2 0 0 0 0,-12 27 0 0 0,-12 51 322 0 0,25-67-567 0 0,1 0 0 0 0,-4 42 0 0 0,8-54-206 0 0,2-1 1 0 0,0 0 0 0 0,0 1-1 0 0,2-1 1 0 0,-1 0-1 0 0,2 0 1 0 0,4 15 0 0 0,-4-19-98 0 0,0 0 0 0 0,1-1 1 0 0,0 1-1 0 0,1-1 0 0 0,0 0 0 0 0,0-1 1 0 0,0 1-1 0 0,1-1 0 0 0,0 0 0 0 0,14 12 1 0 0,-14-15-32 0 0,0 1 0 0 0,0-1 1 0 0,1 0-1 0 0,-1-1 0 0 0,1 0 0 0 0,0 0 1 0 0,0 0-1 0 0,0-1 0 0 0,0 0 1 0 0,1 0-1 0 0,-1 0 0 0 0,1-1 0 0 0,13 0 1 0 0,1-2-22 0 0,0-2 1 0 0,0 0 0 0 0,0-2 0 0 0,-1 0-1 0 0,1-1 1 0 0,-1-1 0 0 0,-1-1-1 0 0,31-17 1 0 0,-35 16 20 0 0,0 0 1 0 0,-1-1-1 0 0,0-1 1 0 0,-1 0-1 0 0,0-1 1 0 0,-1-1-1 0 0,0 0 1 0 0,-1 0-1 0 0,13-20 1 0 0,-21 25 2 0 0,1 1 0 0 0,-1-1-1 0 0,0-1 1 0 0,0 1 0 0 0,-1-1 0 0 0,-1 1 0 0 0,1-1 0 0 0,1-16 0 0 0,-3 18 3 0 0,-1-1 0 0 0,0 1 1 0 0,0 0-1 0 0,-1-1 0 0 0,0 1 0 0 0,-1 0 0 0 0,1-1 1 0 0,-1 1-1 0 0,-1 0 0 0 0,1 0 0 0 0,-7-12 0 0 0,0 5 23 0 0,1 1 0 0 0,-2 1 0 0 0,0-1 0 0 0,0 1 0 0 0,-1 1 0 0 0,0 0-1 0 0,-1 0 1 0 0,-23-15 0 0 0,17 15-109 0 0,1 0 0 0 0,-1 1 0 0 0,-1 1 0 0 0,0 1-1 0 0,0 1 1 0 0,-26-7 0 0 0,22 9-471 0 0,-36-3 0 0 0,48 7-193 0 0,0 1 0 0 0,0 0 0 0 0,0 0 0 0 0,0 1 0 0 0,-13 3-1 0 0,20-2-1456 0 0,-3 4-391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1:31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0 15663 0 0,'0'0'1207'0'0,"-1"2"-788"0"0,-1 1 251 0 0,0 0 1 0 0,0 0 0 0 0,0 0 0 0 0,0 0 0 0 0,1 1 0 0 0,0-1 0 0 0,-1 1 0 0 0,1-1-1 0 0,0 1 1 0 0,1 0 0 0 0,-1-1 0 0 0,1 1 0 0 0,0 0 0 0 0,0 7 0 0 0,1 5 267 0 0,0 0 1 0 0,4 17-1 0 0,-1-10-551 0 0,2 0 0 0 0,15 41 0 0 0,-18-56-531 0 0,0-1 1 0 0,1 1-1 0 0,1 0 1 0 0,-1-1-1 0 0,1 0 1 0 0,0 0 0 0 0,1 0-1 0 0,-1-1 1 0 0,1 0-1 0 0,14 11 1 0 0,-17-15-128 0 0,1 1-1 0 0,-1-1 1 0 0,0-1 0 0 0,1 1 0 0 0,-1 0 0 0 0,6 1-1 0 0,7-1-3929 0 0,1-2-4530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1:31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15663 0 0,'2'0'8481'0'0,"61"1"-3650"0"0,-12-1-3879 0 0,-41 0-902 0 0,-1 1 0 0 0,0 0 0 0 0,0 1-1 0 0,0 0 1 0 0,0 0 0 0 0,0 0 0 0 0,0 1 0 0 0,-1 1-1 0 0,1 0 1 0 0,9 5 0 0 0,-17-8-41 0 0,0 0-1 0 0,0 0 0 0 0,-1 0 1 0 0,1 0-1 0 0,0 0 1 0 0,0 0-1 0 0,0 0 1 0 0,-1 0-1 0 0,1 1 1 0 0,-1-1-1 0 0,1 0 1 0 0,-1 0-1 0 0,1 1 1 0 0,-1-1-1 0 0,0 0 1 0 0,0 0-1 0 0,1 1 1 0 0,-1 1-1 0 0,0 0 12 0 0,0 0 0 0 0,0 0 0 0 0,-1 0-1 0 0,1 0 1 0 0,-1 0 0 0 0,-1 5 0 0 0,-6 11 97 0 0,-2-1-1 0 0,0 0 1 0 0,-1-1-1 0 0,-14 18 1 0 0,-18 28 164 0 0,37-43-123 0 0,5-14-127 0 0,1-4 36 0 0,1 0 0 0 0,6 8-43 0 0,3 0 18 0 0,-6-8-40 0 0,-1 0 0 0 0,0 0 0 0 0,1 0-1 0 0,-1 0 1 0 0,7 1 0 0 0,11 2-37 0 0,-16-5 13 0 0,0-2 6 0 0,11 1-516 0 0,-1-1 1 0 0,1 0 0 0 0,-1-2-1 0 0,1 0 1 0 0,-1 0 0 0 0,-1-1-1 0 0,23-12 1 0 0,-17 6-761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1:32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3223 0 0,'0'0'26195'0'0,"2"0"-25435"0"0,37-1 475 0 0,2 0-1238 0 0,-1 2 1 0 0,76 11 0 0 0,-103-9-1828 0 0,23 10 1 0 0</inkml:trace>
  <inkml:trace contextRef="#ctx0" brushRef="#br0" timeOffset="1">56 172 8287 0 0,'0'0'756'0'0,"2"0"-30"0"0,38 6 12729 0 0,2-7-7624 0 0,45-12-5639 0 0,-31 5 600 0 0,53-8-2461 0 0,-83 12-14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1:33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173 123 17303 0 0,'0'0'1572'0'0,"-1"-1"-1294"0"0,-2-4-116 0 0,2 3 518 0 0,0 2-479 0 0,-1 1 0 0 0,1-1 0 0 0,-1 0 0 0 0,1 1 0 0 0,-1-1 0 0 0,1 1 0 0 0,-1 0 0 0 0,1-1 0 0 0,-1 1 0 0 0,1 0 0 0 0,-1 0 0 0 0,1 0-1 0 0,0 0 1 0 0,0 0 0 0 0,0 0 0 0 0,-1 0 0 0 0,1 0 0 0 0,0 1 0 0 0,0-1 0 0 0,-1 2 0 0 0,-2 5 454 0 0,0-1 0 0 0,-6 14 0 0 0,7-12-24 0 0,-26 47 670 0 0,16-31-705 0 0,-18 46-1 0 0,29-64-532 0 0,2-4-42 0 0,-1-1 0 0 0,0 0 0 0 0,1 0 0 0 0,-1 0-1 0 0,0 0 1 0 0,0 0 0 0 0,-1 0 0 0 0,1 0 0 0 0,0 0-1 0 0,-1 0 1 0 0,1 0 0 0 0,-1 0 0 0 0,-2 1 0 0 0,-2 4-29 0 0,6-7-4 0 0,0 1 1 0 0,-1-1 0 0 0,1 0-1 0 0,0 0 1 0 0,0 1-1 0 0,0-1 1 0 0,-1 0 0 0 0,1 0-1 0 0,0 1 1 0 0,0-1-1 0 0,-1 0 1 0 0,1 0 0 0 0,0 0-1 0 0,-1 1 1 0 0,1-1 0 0 0,0 0-1 0 0,-1 0 1 0 0,1 0-1 0 0,0 0 1 0 0,-1 0 0 0 0,1 0-1 0 0,0 0 1 0 0,-1 0-1 0 0,1 0 1 0 0,0 0 0 0 0,-1 0-1 0 0,1 0 1 0 0,0 0 0 0 0,-1 0-1 0 0,1 0 1 0 0,0 0-1 0 0,-1 0 1 0 0,1 0 0 0 0,0 0-1 0 0,-1 0 1 0 0,1 0-1 0 0,0-1 1 0 0,-1 1 0 0 0,1 0-1 0 0,0 0 1 0 0,0 0 0 0 0,-1-1-1 0 0,1 1 1 0 0,0 0-1 0 0,0 0 1 0 0,-1-1 0 0 0,1 1-1 0 0,0 0 1 0 0,0-1-1 0 0,0 1 1 0 0,0 0 0 0 0,-1-1-1 0 0,1 1 1 0 0,0 0 0 0 0,0-1-1 0 0,-4-19-353 0 0,6 6 215 0 0,0 0 1 0 0,0 0-1 0 0,1 1 0 0 0,1-1 0 0 0,0 1 1 0 0,7-16-1 0 0,0 1-91 0 0,8-27-625 0 0,51-102 0 0 0,-69 155 1224 0 0,1 14 216 0 0,4 17 488 0 0,-3-8-141 0 0,11 33-1 0 0,-12-48-847 0 0,0 0 0 0 0,1 1 0 0 0,0-1 0 0 0,0-1 0 0 0,1 1 0 0 0,-1 0 0 0 0,1-1 0 0 0,0 1 0 0 0,7 5 0 0 0,1-1-34 0 0,0 0 1 0 0,1-1-1 0 0,22 13 0 0 0,46 18-214 0 0,-14-8-162 0 0,-44-20 148 0 0,-21-11 93 0 0,2 4-38 0 0,2 2 28 0 0,-5-7 93 0 0,0 1 1 0 0,-1 0-1 0 0,1 0 1 0 0,-1 0-1 0 0,1 0 0 0 0,-1 0 1 0 0,0 0-1 0 0,1 0 1 0 0,-1 0-1 0 0,0 0 0 0 0,0 0 1 0 0,1 0-1 0 0,-1 0 1 0 0,0 0-1 0 0,0 0 0 0 0,0 0 1 0 0,0 0-1 0 0,-1 0 1 0 0,1 0-1 0 0,0 0 0 0 0,-1 2 1 0 0,0-1 10 0 0,0 0 0 0 0,0-1 1 0 0,0 1-1 0 0,0-1 0 0 0,0 0 0 0 0,0 1 1 0 0,-1-1-1 0 0,1 0 0 0 0,-1 0 1 0 0,1 1-1 0 0,-3 0 0 0 0,-5 3 62 0 0,0-1 0 0 0,0 0 0 0 0,-18 4 0 0 0,23-7-43 0 0,-13 4 34 0 0,-117 32 288 0 0,100-30-442 0 0,-68 7 1 0 0,79-14-381 0 0,21 0-489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1:33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57 10591 0 0,'-6'-11'14803'0'0,"5"13"-13682"0"0,-6 23-516 0 0,1 0-1 0 0,1 1 1 0 0,1 0 0 0 0,1-1-1 0 0,2 1 1 0 0,0 0 0 0 0,6 49-1 0 0,-2-61-558 0 0,1 1-1 0 0,0-1 0 0 0,0 0 0 0 0,2 0 1 0 0,-1 0-1 0 0,2-1 0 0 0,0 1 1 0 0,15 20-1 0 0,-16-26-93 0 0,0-1-1 0 0,0 0 1 0 0,1 0 0 0 0,0 0 0 0 0,0-1-1 0 0,0 0 1 0 0,1 0 0 0 0,0-1 0 0 0,0 0 0 0 0,1-1-1 0 0,-1 1 1 0 0,1-2 0 0 0,0 1 0 0 0,15 3-1 0 0,-15-5-41 0 0,0-1-1 0 0,0 0 0 0 0,0 0 0 0 0,0-1 0 0 0,0 0 0 0 0,0-1 1 0 0,0 0-1 0 0,0 0 0 0 0,0-1 0 0 0,-1 0 0 0 0,1 0 0 0 0,12-6 1 0 0,-11 3 27 0 0,-2 1 1 0 0,1-2-1 0 0,-1 1 1 0 0,0-1-1 0 0,0-1 1 0 0,0 1-1 0 0,-1-1 1 0 0,0 0-1 0 0,0-1 1 0 0,11-16-1 0 0,2-10-58 0 0,-2-1-1 0 0,-1-1 1 0 0,-1 0-1 0 0,-2-1 1 0 0,9-40-1 0 0,18-104-235 0 0,-41 179 1637 0 0,-1 5-890 0 0,-4 23-34 0 0,1 0 0 0 0,1 1-1 0 0,1-1 1 0 0,2 31 0 0 0,0-45-277 0 0,1 10-37 0 0,0 1 1 0 0,1-1 0 0 0,2 1-1 0 0,0-1 1 0 0,1 0-1 0 0,1-1 1 0 0,13 30 0 0 0,-10-31-835 0 0,1-1 1 0 0,14 21-1 0 0,-23-38 80 0 0,-27-18-19097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1:34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0 110 16583 0 0,'0'0'3352'0'0,"3"0"-1629"0"0,69-3 2961 0 0,41-9-3744 0 0,-37 3-752 0 0,95-14-3282 0 0,-136 15 1693 0 0</inkml:trace>
  <inkml:trace contextRef="#ctx0" brushRef="#br0" timeOffset="1">845 3 20039 0 0,'0'0'1818'0'0,"2"0"-1496"0"0,147-1 4841 0 0,6-1-6977 0 0,-126 2 477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1:34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1 4143 0 0,'0'0'319'0'0,"0"2"-210"0"0,-4 22 4121 0 0,-1 37 16292 0 0,4-42-17819 0 0,1 0-4537 0 0,3 34 2426 0 0,11 69-1 0 0,-5-58-1943 0 0,-8-56 978 0 0,0-6 28 0 0,-1 0 0 0 0,1 0 0 0 0,-1 1 0 0 0,0-1 0 0 0,0 0 0 0 0,0 0 0 0 0,0 0 0 0 0,0 0 0 0 0,-1 0 0 0 0,1 0-1 0 0,-1 4 1 0 0</inkml:trace>
  <inkml:trace contextRef="#ctx0" brushRef="#br0" timeOffset="1">0 239 8751 0 0,'0'0'14964'0'0,"2"0"-13549"0"0,48 3 38 0 0,-14-1-1237 0 0,111 11-4845 0 0,-118-10 2770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1:34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14279 0 0,'0'0'1103'0'0,"0"2"-720"0"0,9 37 6016 0 0,-6-19-3985 0 0,2 0 0 0 0,12 35 0 0 0,-15-50-2629 0 0,0 0-1 0 0,1-1 0 0 0,-1 1 0 0 0,1-1 0 0 0,0 0 1 0 0,0 0-1 0 0,0 0 0 0 0,0 0 0 0 0,1 0 0 0 0,0 0 1 0 0,-1-1-1 0 0,1 0 0 0 0,1 0 0 0 0,-1 0 0 0 0,0 0 1 0 0,7 2-1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1:35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13359 0 0,'0'0'12407'0'0,"0"2"-10970"0"0,37 114 2755 0 0,-12-52-3913 0 0,3-1-1 0 0,45 72 1 0 0,-71-132-279 0 0,8 14 0 0 0,16 19 0 0 0,-22-31 0 0 0,1 0 0 0 0,0 0 0 0 0,0 0 0 0 0,1 0 0 0 0,0-1 0 0 0,11 7 0 0 0,-15-9 0 0 0,1-1 0 0 0,-1 0 0 0 0,0 0 0 0 0,1 0 0 0 0,-1 0 0 0 0,1 0 0 0 0,-1-1 0 0 0,1 1 0 0 0,0-1 0 0 0,-1 0 0 0 0,1 1 0 0 0,-1-1 0 0 0,1 0 0 0 0,4-1 0 0 0,-5 0 0 0 0,0 1 0 0 0,0-1 0 0 0,0 0 0 0 0,0 0 0 0 0,0 0 0 0 0,0 0 0 0 0,-1 0 0 0 0,1 0 0 0 0,0-1 0 0 0,-1 1 0 0 0,1 0 0 0 0,-1-1 0 0 0,1 1 0 0 0,1-4 0 0 0,2-2 0 0 0,-1-1 0 0 0,0 0 0 0 0,-1-1 0 0 0,1 1 0 0 0,-1-1 0 0 0,2-11 0 0 0,-2 8 0 0 0,8-27-11 0 0,-3 8-11 0 0,1 0 0 0 0,2 1 0 0 0,1 0 0 0 0,25-45 0 0 0,-36 75 31 0 0,0 1 0 0 0,-1-1 0 0 0,1 0 0 0 0,0 0 0 0 0,-1 0 0 0 0,1 1 1 0 0,-1-1-1 0 0,1 0 0 0 0,0 1 0 0 0,-1-1 0 0 0,1 0 0 0 0,-1 1 0 0 0,1-1 0 0 0,-1 1 1 0 0,2 0-1 0 0,-2-1-2 0 0,4 5 12 0 0,1-1-1 0 0,-1 1 1 0 0,0 0-1 0 0,0 0 1 0 0,-1 1 0 0 0,0-1-1 0 0,5 12 1 0 0,15 42 66 0 0,-23-58-84 0 0,7 21 33 0 0,2-1 0 0 0,0 1 0 0 0,1-1 0 0 0,20 29 0 0 0,-24-41-33 0 0,0-1 0 0 0,1 0 0 0 0,-1 0-1 0 0,2-1 1 0 0,-1 0 0 0 0,1 0 0 0 0,0-1 0 0 0,0 0 0 0 0,1 0 0 0 0,0-1-1 0 0,0 0 1 0 0,17 6 0 0 0,-23-10 1 0 0,1 0 0 0 0,-1 0-1 0 0,1 0 1 0 0,0 0 0 0 0,-1-1 0 0 0,1 0-1 0 0,0 0 1 0 0,0 0 0 0 0,-1 0 0 0 0,1 0-1 0 0,0-1 1 0 0,-1 1 0 0 0,1-1 0 0 0,0 0-1 0 0,-1-1 1 0 0,1 1 0 0 0,-1 0 0 0 0,1-1-1 0 0,-1 0 1 0 0,0 0 0 0 0,0 0 0 0 0,0 0-1 0 0,0 0 1 0 0,5-6 0 0 0,-2 2 2 0 0,-1-1 1 0 0,0 1-1 0 0,0-1 1 0 0,-1-1-1 0 0,1 1 0 0 0,-2-1 1 0 0,1 0-1 0 0,-1 0 1 0 0,4-15-1 0 0,5-34-4 0 0,-3-1 0 0 0,2-60 0 0 0,-9 102 0 0 0,-1 0-709 0 0,-1-28 1 0 0,0 40 573 0 0,-1 1 1 0 0,1-1 0 0 0,-1 0-1 0 0,1 1 1 0 0,-1-1-1 0 0,0 1 1 0 0,-1-1 0 0 0,1 1-1 0 0,-1-1 1 0 0,1 1 0 0 0,-1 0-1 0 0,0-1 1 0 0,-3-3-1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1:35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0 155 23839 0 0,'0'0'4433'0'0,"3"0"-3841"0"0,33-3-3 0 0,38 3 0 0 0,19-2-637 0 0,23-10-769 0 0,-40 0-3110 0 0,-42 6-5284 0 0</inkml:trace>
  <inkml:trace contextRef="#ctx0" brushRef="#br0" timeOffset="1">965 32 23095 0 0,'0'0'2092'0'0,"1"-1"-1721"0"0,18-5 402 0 0,0 0 1 0 0,0 1 0 0 0,1 1 0 0 0,-1 1-1 0 0,1 1 1 0 0,28 0 0 0 0,-24 1-872 0 0,-2 0-267 0 0,37 2-1 0 0,-52 0-342 0 0,0 0 1 0 0,0 0-1 0 0,0 1 0 0 0,-1-1 1 0 0,1 2-1 0 0,-1-1 0 0 0,1 1 1 0 0,-1 0-1 0 0,11 7 0 0 0,6 9-2026 0 0,-4-1-17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1:36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5063 0 0,'2'0'9403'0'0,"27"5"1873"0"0,21-8-6826 0 0,2 1-3134 0 0,-45 2-1256 0 0,-1 0 0 0 0,1 1 0 0 0,-1 0-1 0 0,0 0 1 0 0,1 0 0 0 0,-1 1 0 0 0,0 0-1 0 0,0 0 1 0 0,0 0 0 0 0,9 6 0 0 0,-14-7-48 0 0,0 0 0 0 0,0 0 0 0 0,0 0 0 0 0,0 0 0 0 0,0 1 0 0 0,-1-1 0 0 0,1 0 0 0 0,0 0 0 0 0,-1 1 0 0 0,1-1 0 0 0,-1 0 0 0 0,1 1 0 0 0,-1-1 0 0 0,0 0 0 0 0,0 1 0 0 0,1-1 0 0 0,-1 1 0 0 0,0-1 0 0 0,0 0 0 0 0,0 1 0 0 0,-1-1 1 0 0,1 2-1 0 0,-1 2 16 0 0,0-1 1 0 0,0 0 0 0 0,0 0 0 0 0,0 0-1 0 0,-4 7 1 0 0,-4 3-2 0 0,0-1 0 0 0,-1 0 1 0 0,0 0-1 0 0,-18 17 0 0 0,5-6-11 0 0,19-21-16 0 0,2-1 0 0 0,1-1 0 0 0,0 0 0 0 0,0 1 0 0 0,-1-1 0 0 0,1 1 0 0 0,0-1 0 0 0,0 1 0 0 0,1 0 0 0 0,-1-1 0 0 0,0 1 0 0 0,0 0 0 0 0,0 2 0 0 0,1-4 0 0 0,0 0 0 0 0,-1 1 0 0 0,1-1 0 0 0,0 0 0 0 0,0 1 0 0 0,0-1 0 0 0,-1 1 0 0 0,1-1 0 0 0,0 0 0 0 0,0 1 0 0 0,0-1 0 0 0,0 1 0 0 0,0-1 0 0 0,0 1 0 0 0,0-1 0 0 0,0 1 0 0 0,0-1 0 0 0,0 0 0 0 0,0 1 0 0 0,0-1 0 0 0,0 1 0 0 0,0-1 0 0 0,0 1 0 0 0,0-1 0 0 0,1 0 0 0 0,-1 1 0 0 0,0-1 0 0 0,0 1 0 0 0,0-1 0 0 0,1 0 0 0 0,-1 1 0 0 0,0-1 0 0 0,1 0 0 0 0,-1 1 0 0 0,0-1 0 0 0,1 0 0 0 0,-1 1 0 0 0,0-1 0 0 0,1 0 0 0 0,0 0 0 0 0,1 2 0 0 0,0 0 0 0 0,1 0 0 0 0,-1-1 0 0 0,1 1 0 0 0,-1-1 0 0 0,1 0 0 0 0,-1 0 0 0 0,1 0 0 0 0,0 0 0 0 0,0 0 0 0 0,0-1 0 0 0,0 1 0 0 0,-1-1 0 0 0,1 1 0 0 0,4-1 0 0 0,8 0 0 0 0,23-3 0 0 0,-37 2 0 0 0,70-10 0 0 0,-48 6 0 0 0,1 1 0 0 0,0 1 0 0 0,33 1 0 0 0,-12 3-2540 0 0,0-1-4673 0 0,-33 0-2682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1:58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 8287 0 0,'0'0'17035'0'0,"3"0"-16649"0"0,26-2 181 0 0,-1-1 0 0 0,31-7-1 0 0,39-4-543 0 0,-46 9-190 0 0,-28 2-890 0 0,-1 1 1 0 0,44 2-1 0 0,-62 1-122 0 0,-1-1 1 0 0,0 2 0 0 0,1-1-1 0 0,-1 0 1 0 0,4 3 0 0 0,-4-3 703 0 0,-1 0-1811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1:58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12895 0 0,'0'0'11117'0'0,"2"1"-10773"0"0,13 1 137 0 0,0-1-1 0 0,0 0 1 0 0,0-1-1 0 0,24-2 0 0 0,-5 0-383 0 0,78 2-114 0 0,-38 2-737 0 0,-38-5-1584 0 0,-18 2 967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1:59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175 711 10591 0 0,'0'0'11439'0'0,"-11"-8"-7071"0"0,3 1-3829 0 0,1 0 0 0 0,1 0 0 0 0,-1-1 0 0 0,1 0 0 0 0,0-1 0 0 0,1 1 0 0 0,-8-17 0 0 0,1-1-136 0 0,-12-42 0 0 0,4-7-426 0 0,4-2-1 0 0,-11-125 1 0 0,24 179-8 0 0,1 8-21 0 0,1-1-1 0 0,0-21 1 0 0,2 29-12 0 0,0 6-4 0 0,1 5-2 0 0,5 5 72 0 0,0 0 0 0 0,0 0 0 0 0,-1 1 0 0 0,-1 0 0 0 0,1 1 0 0 0,4 12 0 0 0,-1-2-10 0 0,1 0 0 0 0,1 0 0 0 0,1-1 0 0 0,0 0 0 0 0,1-1 0 0 0,1-1 1 0 0,1 0-1 0 0,0 0 0 0 0,2-2 0 0 0,17 14 0 0 0,-25-22 0 0 0,1 0 0 0 0,0-1 0 0 0,1 0-1 0 0,-1-1 1 0 0,1 0 0 0 0,12 3 0 0 0,-17-6 2 0 0,1 0 0 0 0,-1-1 1 0 0,1 1-1 0 0,-1-1 0 0 0,1-1 0 0 0,-1 0 1 0 0,1 0-1 0 0,0 0 0 0 0,-1 0 0 0 0,1-1 1 0 0,-1 0-1 0 0,9-3 0 0 0,-9 2-3 0 0,0 1 0 0 0,0-2 0 0 0,-1 1-1 0 0,1-1 1 0 0,0 1 0 0 0,-1-2 0 0 0,0 1 0 0 0,0 0-1 0 0,0-1 1 0 0,0 0 0 0 0,0 0 0 0 0,-1-1 0 0 0,1 1 0 0 0,-1-1-1 0 0,-1 0 1 0 0,5-6 0 0 0,1-7-2 0 0,0 0 1 0 0,-2-1-1 0 0,0 0 0 0 0,-1 0 1 0 0,5-23-1 0 0,-2 6 3 0 0,5-29-15 0 0,-10 41 3 0 0,15-48-1 0 0,-15 62 37 0 0,-3 8 133 0 0,23 29 21 0 0,-13-8-122 0 0,-1 1 0 0 0,-1 0 0 0 0,11 38 1 0 0,3 6 68 0 0,83 202 30 0 0,-98-249-193 0 0,0 0 0 0 0,1 0 0 0 0,22 30 0 0 0,-30-46-135 0 0,0-1-743 0 0,1-1 746 0 0,-1 1 0 0 0,1 0 0 0 0,-1-1-1 0 0,1 1 1 0 0,-1-1 0 0 0,1 1 0 0 0,-1-1 0 0 0,0 0-1 0 0,1 1 1 0 0,-1-1 0 0 0,0 0 0 0 0,0 0-1 0 0,1 0 1 0 0,-1 0 0 0 0,0 0 0 0 0,0 0 0 0 0,1-2-1 0 0,1-1-797 0 0,0 0-1 0 0,-1 0 0 0 0,1-1 1 0 0,2-5-1 0 0,0-2-7139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2:02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44 9671 0 0,'0'0'748'0'0,"-4"-6"-177"0"0,4 6-421 0 0,-2-4 1977 0 0,-1-1-1 0 0,0 1 1 0 0,0 0-1 0 0,-8-7 1 0 0,10 10-1907 0 0,0 0-1 0 0,-1 0 1 0 0,1 0-1 0 0,0 0 1 0 0,-1 0-1 0 0,1 1 1 0 0,-1-1 0 0 0,0 0-1 0 0,1 1 1 0 0,-1-1-1 0 0,1 1 1 0 0,-1 0-1 0 0,0 0 1 0 0,1 0 0 0 0,-1 0-1 0 0,0 0 1 0 0,1 0-1 0 0,-1 0 1 0 0,-1 0-1 0 0,1 1-115 0 0,0-1-1 0 0,0 1 0 0 0,1 0 0 0 0,-1 0 0 0 0,0-1 0 0 0,1 1 0 0 0,-1 0 1 0 0,1 0-1 0 0,-1 0 0 0 0,1 1 0 0 0,-1-1 0 0 0,-1 3 0 0 0,-14 18 481 0 0,14-17-406 0 0,-13 21 68 0 0,0 1 0 0 0,2 1-1 0 0,1 0 1 0 0,1 1 0 0 0,-14 53 0 0 0,-29 154 166 0 0,48-192-309 0 0,2 0 0 0 0,1 1 1 0 0,4 64-1 0 0,2-79-79 0 0,1 1 0 0 0,11 49 0 0 0,-5-45-18 0 0,-7-22-57 0 0,1 0 0 0 0,1-1-1 0 0,0 1 1 0 0,1-1 0 0 0,0 0 0 0 0,12 20 0 0 0,6 3-518 0 0,-22-34 330 0 0,1 0-696 0 0,4 2 178 0 0,-4-2-31 0 0,11-1-3377 0 0,-10 0 2370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2:03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5063 0 0,'4'-7'528'0'0,"6"-26"21652"0"0,-10 34-21824 0 0,-8 134 1236 0 0,8-116-1542 0 0,1 0 1 0 0,0 0-1 0 0,2-1 0 0 0,0 1 0 0 0,1 0 1 0 0,10 26-1 0 0,-12-41-50 0 0,-1-1-1 0 0,1 0 0 0 0,-1 1 1 0 0,1-1-1 0 0,0 0 1 0 0,0 0-1 0 0,1 0 1 0 0,-1-1-1 0 0,0 1 1 0 0,1 0-1 0 0,0-1 1 0 0,0 0-1 0 0,0 0 0 0 0,0 1 1 0 0,0-2-1 0 0,0 1 1 0 0,0 0-1 0 0,0-1 1 0 0,1 1-1 0 0,-1-1 1 0 0,1 0-1 0 0,-1 0 1 0 0,1 0-1 0 0,0-1 0 0 0,-1 1 1 0 0,6-1-1 0 0,-5 0-14 0 0,-1-1 0 0 0,1 1-1 0 0,0-1 1 0 0,0 0-1 0 0,-1 0 1 0 0,1 0-1 0 0,-1 0 1 0 0,1 0 0 0 0,-1-1-1 0 0,0 0 1 0 0,1 0-1 0 0,-1 0 1 0 0,0 0-1 0 0,0 0 1 0 0,0-1 0 0 0,-1 1-1 0 0,1-1 1 0 0,0 0-1 0 0,-1 0 1 0 0,4-5-1 0 0,3-5-28 0 0,0-1 0 0 0,0 0-1 0 0,-1 0 1 0 0,-1-1-1 0 0,8-23 1 0 0,-7 13 19 0 0,-1-1 0 0 0,7-43 0 0 0,-13 49 40 0 0,-1 19 490 0 0,4 21-350 0 0,4 25-126 0 0,2-1 0 0 0,2 1 1 0 0,24 57-1 0 0,-31-86-72 0 0,-5-14 2 0 0,0-1-27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2:03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4607 0 0,'0'0'15422'0'0,"12"2"-11423"0"0,0-1-3285 0 0,1 0 0 0 0,-1-1 0 0 0,1-1 0 0 0,-1 0 0 0 0,1 0 0 0 0,13-4 0 0 0,9-1-149 0 0,-24 5-565 0 0,-1 0-13 0 0,-10 2 9 0 0,0-1 1 0 0,1 1 0 0 0,-1-1 0 0 0,0 1-1 0 0,1-1 1 0 0,-1 1 0 0 0,0-1-1 0 0,0 1 1 0 0,1-1 0 0 0,-1 1-1 0 0,0-1 1 0 0,0 1 0 0 0,0-1 0 0 0,0 1-1 0 0,0-1 1 0 0,0 1 0 0 0,0-1-1 0 0,0 1 1 0 0,0 1 0 0 0,0-2 2 0 0,0 3 20 0 0,0 1 0 0 0,-1-1 0 0 0,1 1-1 0 0,-1-1 1 0 0,0 1 0 0 0,0-1 0 0 0,0 1 0 0 0,0-1-1 0 0,-1 0 1 0 0,1 0 0 0 0,-1 0 0 0 0,-3 4 0 0 0,-3 6 158 0 0,-17 17 0 0 0,19-23-144 0 0,-57 64 530 0 0,58-64-510 0 0,2 0 14 0 0,3-5 10 0 0,2 5-10 0 0,3 1-54 0 0,-3-7-13 0 0,0 0 0 0 0,0 0 0 0 0,0 1 0 0 0,0-1 0 0 0,0-1 0 0 0,0 1 0 0 0,1 0 0 0 0,-1 0 0 0 0,0-1 0 0 0,0 1 0 0 0,1-1 0 0 0,-1 0 0 0 0,0 0 0 0 0,4 0 0 0 0,38-5 0 0 0,-23 2 0 0 0,127-18-2572 0 0,-137 17-6032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2:04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11975 0 0,'0'0'12923'0'0,"2"0"-12487"0"0,59-11 1278 0 0,-41 6-1822 0 0,40-3 0 0 0,5 5-3801 0 0,-50 1 1705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2:06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0 2759 0 0,'0'0'19183'0'0,"-5"7"-17206"0"0,4-3-1781 0 0,0-1 0 0 0,0 1 0 0 0,0-1 0 0 0,0 1-1 0 0,1 0 1 0 0,-1 0 0 0 0,1-1 0 0 0,0 1 0 0 0,0 0 0 0 0,1 4-1 0 0,7 40 410 0 0,-6-41-469 0 0,11 47 360 0 0,33 84 1 0 0,-26-89-449 0 0,-20-48-124 0 0,10 2-211 0 0,-8-3 248 0 0,0 0 0 0 0,1 0-1 0 0,-1 0 1 0 0,0-1 0 0 0,0 1-1 0 0,0-1 1 0 0,1 0 0 0 0,-1 0 0 0 0,0 1-1 0 0,0-1 1 0 0,0 0 0 0 0,0-1-1 0 0,0 1 1 0 0,-1 0 0 0 0,1-1-1 0 0,0 1 1 0 0,-1-1 0 0 0,1 1-1 0 0,0-1 1 0 0,0-2 0 0 0,5-3-92 0 0,-1-2 0 0 0,0 1 0 0 0,6-11 0 0 0,6-16-45 0 0,-1 0-1 0 0,-2-1 1 0 0,-1-1-1 0 0,11-45 0 0 0,-21 60 575 0 0,-4 16 593 0 0,-4 15-522 0 0,2-2-382 0 0,0 1-1 0 0,1 0 1 0 0,0 0 0 0 0,0 0 0 0 0,1 0 0 0 0,0 0 0 0 0,0 0 0 0 0,3 13-1 0 0,0-5-31 0 0,0-1 0 0 0,1 0 0 0 0,10 21 0 0 0,-7-19-152 0 0,0-2-1 0 0,2 1 1 0 0,0-1-1 0 0,19 23 1 0 0,-21-30-1922 0 0,0 0 0 0 0,13 10 0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2:06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19663 0 0,'0'0'2675'0'0,"0"1"-2091"0"0,11 75 4337 0 0,-11-74-4790 0 0,2 9-707 0 0,-1-4 428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2:06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16903 0 0,'0'0'4414'0'0,"2"1"-3673"0"0,63 28 2484 0 0,-38-17-2677 0 0,0 1 0 0 0,43 27 0 0 0,-36-15-302 0 0,-2 2 0 0 0,-1 1-1 0 0,-1 1 1 0 0,-1 2 0 0 0,-2 1-1 0 0,35 53 1 0 0,-50-66-230 0 0,-1 0 0 0 0,-1 1 1 0 0,-1 0-1 0 0,0 1 0 0 0,-2 0 0 0 0,6 23 0 0 0,-10-31 11 0 0,-1-1-1 0 0,0 0 1 0 0,-1 0-1 0 0,-1 1 0 0 0,0-1 1 0 0,0 1-1 0 0,-1-1 0 0 0,-1 0 1 0 0,0 0-1 0 0,0 0 0 0 0,-1 0 1 0 0,-7 17-1 0 0,3-15 43 0 0,1-1 0 0 0,-2 0 0 0 0,1-1 1 0 0,-2 0-1 0 0,0 0 0 0 0,-10 11 0 0 0,17-21-105 0 0,0 0 0 0 0,0-1 0 0 0,0 1 0 0 0,-1 0 0 0 0,1-1 0 0 0,0 0 0 0 0,-1 0 0 0 0,1 1 0 0 0,0-1 0 0 0,-4 1 0 0 0,-8-1-5161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2:08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3223 0 0,'0'0'21900'0'0,"1"1"-21151"0"0,3 1-653 0 0,0 1 0 0 0,-1-1 0 0 0,1 1 0 0 0,-1 0-1 0 0,0 0 1 0 0,0 0 0 0 0,0 0 0 0 0,0 0-1 0 0,-1 1 1 0 0,1-1 0 0 0,-1 1 0 0 0,0 0-1 0 0,3 5 1 0 0,1 8 637 0 0,10 35-1 0 0,-9-27-547 0 0,-5-18-203 0 0,12 46-974 0 0,-13-47 833 0 0,0 0 0 0 0,0 0 0 0 0,-1 0-1 0 0,1 0 1 0 0,-2 0 0 0 0,1 0-1 0 0,-1 6 1 0 0,-6 11-4535 0 0,1-17 3192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2:08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22055 0 0,'0'0'2001'0'0,"2"0"-1649"0"0,25-7 114 0 0,0 1-1 0 0,0 2 1 0 0,1 0-1 0 0,31 1 0 0 0,56 10-2426 0 0,-87-4 146 0 0</inkml:trace>
  <inkml:trace contextRef="#ctx0" brushRef="#br0" timeOffset="1">767 83 11975 0 0,'0'0'923'0'0,"1"1"-164"0"0,9 42 10410 0 0,-2 25-9808 0 0,-2-17-2972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2:09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21623 0 0,'0'0'2368'0'0,"3"12"-1208"0"0,-4 17-251 0 0,1 0 1 0 0,1 0-1 0 0,6 29 0 0 0,0-10-732 0 0,3-1 0 0 0,18 59 0 0 0,-24-97-366 0 0,0 0-1 0 0,0 0 1 0 0,1-1 0 0 0,0 1-1 0 0,11 13 1 0 0,-15-21-35 0 0,9 4-416 0 0,-9-4 600 0 0,1 0 0 0 0,0-1 0 0 0,0 0 0 0 0,0 1 0 0 0,0-1 0 0 0,0 0 0 0 0,-1 0 0 0 0,1 0-1 0 0,0 0 1 0 0,0 0 0 0 0,0 0 0 0 0,0 0 0 0 0,0-1 0 0 0,0 1 0 0 0,-1-1 0 0 0,1 1 0 0 0,0-1 0 0 0,0 0 0 0 0,-1 0 0 0 0,1 0 0 0 0,0 0 0 0 0,-1 0-1 0 0,1 0 1 0 0,-1 0 0 0 0,1 0 0 0 0,-1-1 0 0 0,0 1 0 0 0,2-3 0 0 0,3-4 172 0 0,-2 0 0 0 0,1 0 0 0 0,-1 0 0 0 0,6-17 0 0 0,0-1 458 0 0,44-107 1609 0 0,-11 31-1158 0 0,-35 81-885 0 0,-3 10-39 0 0,-1-1 0 0 0,2 0-1 0 0,7-11 1 0 0,-13 21 41 0 0,9 48 101 0 0,-7-17-175 0 0,15 120 258 0 0,-14-134-300 0 0,1 0-1 0 0,0 0 1 0 0,1 0-1 0 0,1-1 0 0 0,0 0 1 0 0,1 0-1 0 0,13 20 0 0 0,-14-27-51 0 0,0 1-1 0 0,0-1 1 0 0,1 0-1 0 0,0 0 1 0 0,0-1-1 0 0,0 0 1 0 0,1 0-1 0 0,15 9 1 0 0,-20-14 5 0 0,1 1 1 0 0,-1 0-1 0 0,1-1 1 0 0,0 0 0 0 0,-1 0-1 0 0,1 0 1 0 0,0 0-1 0 0,0 0 1 0 0,0-1-1 0 0,-1 0 1 0 0,1 0 0 0 0,0 0-1 0 0,0 0 1 0 0,0 0-1 0 0,-1-1 1 0 0,1 0-1 0 0,0 0 1 0 0,0 0 0 0 0,-1 0-1 0 0,1 0 1 0 0,-1-1-1 0 0,1 0 1 0 0,-1 0-1 0 0,5-3 1 0 0,-1 0-6 0 0,0-1 0 0 0,-1 0 0 0 0,0-1 0 0 0,-1 1 0 0 0,1-1 0 0 0,-1 0-1 0 0,0-1 1 0 0,-1 1 0 0 0,0-1 0 0 0,0 0 0 0 0,-1 0 0 0 0,0 0 0 0 0,0 0 0 0 0,2-12 0 0 0,1-12-83 0 0,-1-1 0 0 0,0-48 0 0 0,-3 38 22 0 0,-1 37-129 0 0,0-51-668 0 0,-1 52 448 0 0,0 1 0 0 0,-1-1 1 0 0,0 1-1 0 0,0-1 0 0 0,0 1 0 0 0,0 0 0 0 0,-1-1 0 0 0,1 1 0 0 0,-1 0 0 0 0,-3-5 0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2:09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1 117 6447 0 0,'2'-1'9739'0'0,"4"1"-8049"0"0,28-5 5320 0 0,1 0-3600 0 0,128-14-5091 0 0,-103 13-2287 0 0,-29 3-4384 0 0</inkml:trace>
  <inkml:trace contextRef="#ctx0" brushRef="#br0" timeOffset="1">684 47 8751 0 0,'1'-1'12316'0'0,"8"-4"-10715"0"0,0 0 0 0 0,1 1 0 0 0,16-5 0 0 0,-9 4-305 0 0,26-3 1 0 0,81-1-2466 0 0,-98 8 544 0 0,13 3-2215 0 0,-22 1 457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2:09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14279 0 0,'0'0'1103'0'0,"3"0"-443"0"0,12-1 2281 0 0,1 0 1 0 0,20-6-1 0 0,11-1 88 0 0,-39 6-2845 0 0,0 1 0 0 0,-1 1 0 0 0,1-1 0 0 0,0 2 0 0 0,-1-1 0 0 0,1 1 0 0 0,9 2 0 0 0,-15-3 88 0 0,-2 20 83 0 0,-2-14-261 0 0,0-1 0 0 0,0 1 0 0 0,0-1 0 0 0,-1 0 1 0 0,0 0-1 0 0,0 0 0 0 0,-5 6 0 0 0,-30 33 238 0 0,24-28-188 0 0,-4 3 18 0 0,-47 58 553 0 0,65-75-488 0 0,0-2-221 0 0,0 1 1 0 0,0-1-1 0 0,1 1 0 0 0,-1 0 0 0 0,0-1 1 0 0,1 1-1 0 0,-1-1 0 0 0,1 1 0 0 0,-1-1 1 0 0,0 1-1 0 0,1-1 0 0 0,0 1 0 0 0,-1-1 1 0 0,1 1-1 0 0,-1-1 0 0 0,1 0 0 0 0,-1 1 1 0 0,1-1-1 0 0,0 0 0 0 0,0 1 0 0 0,15 4-9 0 0,-5-3 3 0 0,0-1 0 0 0,0-1 0 0 0,0 0 0 0 0,0 0 0 0 0,0-1 0 0 0,17-4 0 0 0,22-1 0 0 0,83-9-831 0 0,-76 5-4038 0 0,-45 7-4879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2:15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1 357 7831 0 0,'0'2'5976'0'0,"4"27"1808"0"0,13 17-5568 0 0,-9-24-935 0 0,-1-7-763 0 0,-6-14-284 0 0,0 0-63 0 0,1 2-108 0 0,1-1-1 0 0,-1 1 1 0 0,0-1 0 0 0,1 0-1 0 0,0 0 1 0 0,-1 0 0 0 0,1-1-1 0 0,4 3 1 0 0,-6-3 89 0 0,24-11 720 0 0,-19 5-713 0 0,-1 0 1 0 0,1 0-1 0 0,-1-1 1 0 0,0 0-1 0 0,0 0 0 0 0,0 0 1 0 0,4-8-1 0 0,12-16 97 0 0,60-82-75 0 0,-56 74-184 0 0,2 2 1 0 0,52-56-1 0 0,-63 75 73 0 0,17-24 0 0 0,17-17-2671 0 0,-42 50 1486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2:15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1 228 16927 0 0,'0'0'3108'0'0,"1"2"-2416"0"0,5 5 16 0 0,0 0-1 0 0,0 1 1 0 0,-1 0 0 0 0,0 0-1 0 0,4 12 1 0 0,10 14 334 0 0,-16-28-843 0 0,0-1 0 0 0,1 0 0 0 0,0 0 0 0 0,0 0 0 0 0,0 0 0 0 0,0-1 1 0 0,7 6-1 0 0,-8-8-170 0 0,-1-1 0 0 0,1 0 1 0 0,-1 1-1 0 0,1-1 1 0 0,0 0-1 0 0,-1 0 1 0 0,1-1-1 0 0,0 1 1 0 0,0-1-1 0 0,0 1 1 0 0,-1-1-1 0 0,1 0 0 0 0,0 0 1 0 0,0 0-1 0 0,0 0 1 0 0,0 0-1 0 0,-1-1 1 0 0,4 0-1 0 0,1-1 22 0 0,0-1-1 0 0,0 1 1 0 0,-1-1 0 0 0,1-1-1 0 0,-1 1 1 0 0,0-1 0 0 0,11-8-1 0 0,36-38 112 0 0,-49 47-156 0 0,89-105 92 0 0,-62 69-49 0 0,46-44-1 0 0,-53 57-639 0 0,-17 18-434 0 0,-1 1 0 0 0,14-11 1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2:23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672 49 10591 0 0,'0'0'819'0'0,"-1"0"-534"0"0,-33-18 2630 0 0,22 11 1522 0 0,-20-8 1 0 0,27 13-4425 0 0,0 1 0 0 0,0-1 1 0 0,-1 1-1 0 0,-6-1 0 0 0,1 2 91 0 0,-1 0 1 0 0,1 1-1 0 0,0 0 0 0 0,-1 1 1 0 0,1 0-1 0 0,0 0 1 0 0,-13 6-1 0 0,-74 33 317 0 0,86-35-444 0 0,-16 8 413 0 0,1 1 0 0 0,0 1-1 0 0,-42 34 1 0 0,57-41-240 0 0,9-7-89 0 0,-1 0 1 0 0,1 1-1 0 0,0-1 0 0 0,0 1 0 0 0,0-1 1 0 0,1 1-1 0 0,-1 0 0 0 0,1 0 1 0 0,-1 0-1 0 0,-2 7 0 0 0,-1 6 69 0 0,7-13-113 0 0,2 9-4 0 0,-1-9-20 0 0,1 1 1 0 0,-1 0-1 0 0,1-1 0 0 0,0 1 1 0 0,0-1-1 0 0,0 0 0 0 0,0 0 1 0 0,1 0-1 0 0,-1 0 0 0 0,1 0 1 0 0,0-1-1 0 0,7 4 0 0 0,6 2-44 0 0,31 10-1 0 0,-40-16 50 0 0,143 39 2 0 0,-74-22 0 0 0,-67-16 10 0 0,-1 0 0 0 0,1 1 1 0 0,-1 0-1 0 0,0 0 0 0 0,14 10 0 0 0,-18-12-1 0 0,-1 2-1 0 0,0-1 1 0 0,0 1-1 0 0,0-1 1 0 0,0 1-1 0 0,-1 0 1 0 0,1 0-1 0 0,-1 1 1 0 0,0-1-1 0 0,0 1 1 0 0,-1-1 0 0 0,3 7-1 0 0,-4-8 22 0 0,0 0 1 0 0,-1 0-1 0 0,1 0 0 0 0,-1-1 0 0 0,0 1 0 0 0,0 0 1 0 0,0 0-1 0 0,0 0 0 0 0,0 0 0 0 0,-1 0 1 0 0,1 0-1 0 0,-1 0 0 0 0,0 0 0 0 0,0 0 1 0 0,0 0-1 0 0,0-1 0 0 0,0 1 0 0 0,-1 0 0 0 0,1-1 1 0 0,-1 1-1 0 0,0-1 0 0 0,0 1 0 0 0,0-1 1 0 0,0 0-1 0 0,-3 3 0 0 0,-3 2 65 0 0,0 0 0 0 0,-1 0 0 0 0,-1 0 0 0 0,1-1 0 0 0,-14 6 0 0 0,-28 11 113 0 0,0-3 0 0 0,-2-2 0 0 0,-87 18 0 0 0,115-30-228 0 0,-1-2-1 0 0,1 0 1 0 0,-1-2-1 0 0,0 0 1 0 0,-49-5-1 0 0,50-4-368 0 0,23 6 73 0 0,2-1-485 0 0,0-1 579 0 0,0 1 1 0 0,0-1-1 0 0,0 1 0 0 0,1-1 1 0 0,-1 1-1 0 0,1 0 1 0 0,-1-1-1 0 0,1 1 0 0 0,0-1 1 0 0,0 1-1 0 0,0 0 1 0 0,0 0-1 0 0,1 0 0 0 0,1-3 1 0 0,2-2-670 0 0,0 1 0 0 0,0 0 0 0 0,10-8 0 0 0,8-5-1088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2:24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13359 0 0,'0'0'1027'0'0,"1"2"-670"0"0,2 16 3591 0 0,2 34-1 0 0,-4 22-189 0 0,2 38-1715 0 0,33 125-1636 0 0,-36-234-630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2:24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20071 0 0,'0'0'1818'0'0,"0"2"-1496"0"0,0 0-178 0 0,0 0 1 0 0,0-1-1 0 0,1 1 0 0 0,-1-1 1 0 0,0 1-1 0 0,1 0 0 0 0,-1-1 1 0 0,1 1-1 0 0,0-1 0 0 0,-1 1 1 0 0,1-1-1 0 0,0 0 0 0 0,0 1 1 0 0,0-1-1 0 0,0 0 0 0 0,0 1 0 0 0,2 0 1 0 0,0 1 55 0 0,1 0 0 0 0,-1-1-1 0 0,1 0 1 0 0,-1 0 0 0 0,1 0 0 0 0,7 3 0 0 0,4-1 184 0 0,1 1-1 0 0,27 2 1 0 0,-42-7-355 0 0,38 5 103 0 0,1-3-1 0 0,52-2 0 0 0,76-14-135 0 0,-116 8-47 0 0,-49 6-37 0 0,4 13-176 0 0,-6-11 271 0 0,-1 0 0 0 0,1 0 1 0 0,-1 0-1 0 0,1 0 0 0 0,-1 0 0 0 0,0 0 0 0 0,0 0 0 0 0,0 1 0 0 0,0-1 1 0 0,-1 0-1 0 0,1 0 0 0 0,0 0 0 0 0,-1 0 0 0 0,0 0 0 0 0,1 0 0 0 0,-1 0 1 0 0,0 0-1 0 0,-1 1 0 0 0,-3 7 131 0 0,-1-1 0 0 0,-9 12 0 0 0,2-3 47 0 0,13-18-181 0 0,-17 26 462 0 0,-20 43 0 0 0,36-67-377 0 0,1-1-16 0 0,-1 7-77 0 0,0-6-85 0 0,4-3-524 0 0,7-2 465 0 0,0-1 0 0 0,0 0 0 0 0,0-1 0 0 0,-1 0 0 0 0,0 0 0 0 0,0-1 0 0 0,-1 0 0 0 0,1-1 0 0 0,11-11 0 0 0,-3 0-26 0 0,0-1 1 0 0,-2-1-1 0 0,15-23 0 0 0,-26 36 134 0 0,-3 4 27 0 0,1 1 0 0 0,0-1 0 0 0,0 1 1 0 0,0-1-1 0 0,0 1 0 0 0,0 0 0 0 0,0 0 1 0 0,0 0-1 0 0,4-2 0 0 0,-5 2-56 0 0,2 2 104 0 0,-1 1 1 0 0,0-1 0 0 0,0 1 0 0 0,0 0-1 0 0,0 0 1 0 0,0-1 0 0 0,0 1-1 0 0,-1 0 1 0 0,1 1 0 0 0,0-1-1 0 0,0 0 1 0 0,-1 0 0 0 0,1 1 0 0 0,-1-1-1 0 0,1 1 1 0 0,2 2 0 0 0,0 3 101 0 0,0 0 0 0 0,0 1 0 0 0,4 7 0 0 0,7 14 144 0 0,-10-21-227 0 0,2 1-1 0 0,-1-1 1 0 0,1 0 0 0 0,0 0 0 0 0,1-1-1 0 0,0 0 1 0 0,0 0 0 0 0,13 7 0 0 0,-16-11-211 0 0,0-1 1 0 0,1 1 0 0 0,-1-1 0 0 0,0 0 0 0 0,1-1-1 0 0,0 1 1 0 0,6 0 0 0 0,-7-2-304 0 0,0 1 0 0 0,0-1 1 0 0,0-1-1 0 0,0 1 0 0 0,0-1 0 0 0,0 1 0 0 0,-1-1 0 0 0,1-1 1 0 0,5-1-1 0 0,-5 1-565 0 0,0 0 1 0 0,-1 0-1 0 0,1-1 0 0 0,-1 1 1 0 0,9-7-1 0 0,-3 0-5062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2:25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3223 0 0,'9'-21'19555'0'0,"3"113"-13594"0"0,16 47-4774 0 0,-25-129-1198 0 0,0 0 1 0 0,1-1-1 0 0,0 1 1 0 0,0-1-1 0 0,1 0 1 0 0,0-1 0 0 0,1 1-1 0 0,0-1 1 0 0,0 0-1 0 0,0 0 1 0 0,1-1-1 0 0,1 0 1 0 0,15 12-1 0 0,-19-15-50 0 0,1-1 0 0 0,-1 0-1 0 0,1 0 1 0 0,0-1 0 0 0,0 0 0 0 0,0 0-1 0 0,0 0 1 0 0,0 0 0 0 0,1-1-1 0 0,-1 0 1 0 0,0 0 0 0 0,1 0 0 0 0,-1 0-1 0 0,1-1 1 0 0,-1 0 0 0 0,1 0-1 0 0,-1-1 1 0 0,1 0 0 0 0,-1 0-1 0 0,0 0 1 0 0,1 0 0 0 0,-1-1 0 0 0,0 0-1 0 0,0 0 1 0 0,0 0 0 0 0,0-1-1 0 0,6-4 1 0 0,-4 2-52 0 0,-1-1-1 0 0,0 1 1 0 0,0-2 0 0 0,0 1-1 0 0,-1 0 1 0 0,0-1 0 0 0,0 0 0 0 0,4-10-1 0 0,-3 6-63 0 0,-1 0 1 0 0,0-1-1 0 0,0 1 0 0 0,4-25 0 0 0,-7 0-206 0 0,-2 32 310 0 0,0 2-38 0 0,-2 2-63 0 0,0 1 192 0 0,1-1 1 0 0,-1 1 0 0 0,0 0-1 0 0,0-1 1 0 0,0 1 0 0 0,0 0-1 0 0,0 0 1 0 0,1 0 0 0 0,-1 1-1 0 0,0-1 1 0 0,-1 2 0 0 0,0-1 39 0 0,1 1 0 0 0,0-1-1 0 0,-1 1 1 0 0,1-1 0 0 0,0 1 0 0 0,0 0 0 0 0,0 0 0 0 0,0 0 0 0 0,1 0-1 0 0,0 0 1 0 0,-1 1 0 0 0,1-1 0 0 0,0 0 0 0 0,0 1 0 0 0,1-1 0 0 0,-1 0 0 0 0,1 1-1 0 0,-1-1 1 0 0,1 1 0 0 0,0-1 0 0 0,1 1 0 0 0,-1-1 0 0 0,0 1 0 0 0,1-1-1 0 0,0 0 1 0 0,0 1 0 0 0,0-1 0 0 0,0 0 0 0 0,1 0 0 0 0,1 4 0 0 0,1 1 9 0 0,1 0 0 0 0,0-1 0 0 0,1 0 1 0 0,0 1-1 0 0,0-2 0 0 0,1 1 0 0 0,-1-1 0 0 0,1 0 1 0 0,0 0-1 0 0,10 5 0 0 0,-8-6-106 0 0,1 0 0 0 0,-1 0 0 0 0,1-1 0 0 0,0 0 0 0 0,0-1 0 0 0,0 0 0 0 0,1-1 0 0 0,-1 0 1 0 0,1-1-1 0 0,17 1 0 0 0,-14-2-1212 0 0,0-1 1 0 0,15-3-1 0 0,-22-1-4726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2:25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1 249 8287 0 0,'2'1'4314'0'0,"5"2"-1738"0"0,-1 0-1 0 0,1-1 1 0 0,12 3 0 0 0,25 1 933 0 0,46-8-4346 0 0,-58 0 1772 0 0,205-20-618 0 0,-90 7-4451 0 0,-114 11-4161 0 0</inkml:trace>
  <inkml:trace contextRef="#ctx0" brushRef="#br0" timeOffset="0.5">1218 1 3679 0 0,'0'0'284'0'0,"-3"8"3890"0"0,-2 10 4775 0 0,2 1-3277 0 0,3 20-1230 0 0,10 38-2657 0 0,-10-75-1507 0 0,11 48 705 0 0,27 75 0 0 0,-32-105-952 0 0,5 7 102 0 0,18 35 0 0 0,-17-38-3293 0 0,-1-1-4275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2:26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0 5983 0 0,'0'0'464'0'0,"-3"0"-305"0"0,-12 2 131 0 0,-13-2 20634 0 0,31 1-20505 0 0,54 10 7 0 0,0-1 0 0 0,103 3-1 0 0,-18-14-414 0 0,-128 1-11 0 0,76-8-2441 0 0,16 0-1653 0 0,-85 8 2229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2:26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12895 0 0,'0'0'10205'0'0,"2"1"-9927"0"0,28 9 742 0 0,0 2 1 0 0,41 22-1 0 0,-4 2-1075 0 0,-62-34-11 0 0,-3-1 28 0 0,0-1 0 0 0,-1 1 0 0 0,1 0 0 0 0,0 0 0 0 0,0 0 0 0 0,-1 0 0 0 0,1 0 0 0 0,0 0 0 0 0,-1 0 0 0 0,1 1 0 0 0,-1-1 0 0 0,0 1 0 0 0,1-1 0 0 0,-1 1 0 0 0,0-1 0 0 0,0 1 0 0 0,0 0 0 0 0,1 3 0 0 0,-1-4 34 0 0,-1 0 0 0 0,0 1-1 0 0,0-1 1 0 0,0 1 0 0 0,0-1-1 0 0,0 1 1 0 0,0-1-1 0 0,0 0 1 0 0,0 1 0 0 0,-1-1-1 0 0,1 1 1 0 0,0-1 0 0 0,-1 0-1 0 0,1 1 1 0 0,-1-1-1 0 0,0 0 1 0 0,-1 2 0 0 0,-13 20 162 0 0,6-15-138 0 0,-1 0-1 0 0,0 0 1 0 0,0 0-1 0 0,0-1 0 0 0,-1-1 1 0 0,-17 8-1 0 0,11-5-704 0 0,5-3-376 0 0,1-1-54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2:27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29 15119 0 0,'0'0'1366'0'0,"-1"-2"-1126"0"0,-1-8 2377 0 0,1 13-2356 0 0,1-1-1 0 0,-1 0 1 0 0,0 1 0 0 0,0-1-1 0 0,0 0 1 0 0,0 0 0 0 0,0 0-1 0 0,-2 3 1 0 0,-3 7 474 0 0,1 0-316 0 0,1 1 0 0 0,1 0 0 0 0,0 0 0 0 0,1 1 0 0 0,0-1 0 0 0,1 27-1 0 0,2-20-57 0 0,0 1-1 0 0,2-1 0 0 0,10 38 0 0 0,-10-47-231 0 0,1-1 0 0 0,0 0-1 0 0,1 1 1 0 0,0-2 0 0 0,1 1-1 0 0,10 14 1 0 0,-13-19-155 0 0,1 0 0 0 0,0-1 0 0 0,1 1 0 0 0,-1-1 0 0 0,1 0 0 0 0,-1 0 0 0 0,1-1 0 0 0,0 0 0 0 0,1 1 0 0 0,-1-2 0 0 0,0 1 0 0 0,1 0-1 0 0,6 1 1 0 0,-9-4-45 0 0,-1 1 0 0 0,1-1 0 0 0,0 0 0 0 0,-1 0 0 0 0,1-1-1 0 0,-1 1 1 0 0,1 0 0 0 0,0-1 0 0 0,-1 1 0 0 0,1-1 0 0 0,4-2-1 0 0,23-12-670 0 0,-29 14 725 0 0,7-4-202 0 0,0-1 1 0 0,-1 0-1 0 0,0 0 0 0 0,0-1 1 0 0,0 0-1 0 0,0 0 0 0 0,-1-1 1 0 0,-1 0-1 0 0,1 0 0 0 0,-1 0 1 0 0,-1-1-1 0 0,1 1 0 0 0,3-13 0 0 0,3-12 51 0 0,-1-1 0 0 0,7-45 0 0 0,-11 48 182 0 0,-5 25-4 0 0,3-8 20 0 0,-1 0 0 0 0,-1 0 0 0 0,0-1 0 0 0,-1 1 0 0 0,-2-23 1878 0 0,-8 63-60 0 0,7-8-1636 0 0,1 0 1 0 0,1 0-1 0 0,0 0 0 0 0,2 1 1 0 0,0-1-1 0 0,1 0 0 0 0,1-1 1 0 0,0 1-1 0 0,2-1 0 0 0,0 0 1 0 0,13 27-1 0 0,35 48-924 0 0,-20-41-3291 0 0,-25-42-674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2:28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0 20735 0 0,'-3'12'2211'0'0,"0"-4"-1933"0"0,1 0 0 0 0,-1 0 0 0 0,1 0 0 0 0,1 0 0 0 0,0 0 0 0 0,0 1 0 0 0,0-1 0 0 0,1 0 0 0 0,1 1 0 0 0,-1-1 0 0 0,1 0 0 0 0,0 0 0 0 0,1 1 0 0 0,3 9 0 0 0,-4-16-313 0 0,0 0 0 0 0,0 0 0 0 0,0 0 0 0 0,0 0 0 0 0,1-1 0 0 0,-1 1 0 0 0,0 0 0 0 0,1 0 0 0 0,0-1 0 0 0,-1 1 0 0 0,1-1 0 0 0,0 1 0 0 0,0-1 0 0 0,-1 0 0 0 0,1 1 0 0 0,4 0 0 0 0,7 2-2855 0 0,2-3-3530 0 0,-4-3-1016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2:28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 20095 0 0,'0'0'1826'0'0,"8"-4"-1409"0"0,-1 2-79 0 0,1-1 1 0 0,-1 1 0 0 0,1 0-1 0 0,9-1 1 0 0,-1 0 413 0 0,19-3-17 0 0,48-3 1 0 0,-47 12-2388 0 0,-21-1-2550 0 0,-9-1 256 0 0</inkml:trace>
  <inkml:trace contextRef="#ctx0" brushRef="#br0" timeOffset="1">23 162 18599 0 0,'0'0'852'0'0,"-1"1"-20"0"0,-4 1 1533 0 0,31 8-758 0 0,-12-9-1521 0 0,-1 0-1 0 0,1-1 0 0 0,0-1 1 0 0,20-2-1 0 0,12-2-720 0 0,-29 5-1031 0 0,0-2 0 0 0,31-5 0 0 0,-28 2-5392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2:28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 9215 0 0,'0'0'831'0'0,"-6"7"-670"0"0,-1 3 1574 0 0,1 1-1 0 0,0 1 1 0 0,1-1-1 0 0,1 1 1 0 0,0 0-1 0 0,0 0 1 0 0,-1 14-1 0 0,3-19-1475 0 0,-1 6 165 0 0,1-1 0 0 0,0 1 0 0 0,1 0 0 0 0,0 0 0 0 0,1 0 0 0 0,1 0 0 0 0,0 0 0 0 0,0 0 0 0 0,7 23 0 0 0,-6-30-448 0 0,0 0 1 0 0,0 0 0 0 0,0 0-1 0 0,1 0 1 0 0,0-1-1 0 0,0 1 1 0 0,1-1 0 0 0,0 0-1 0 0,-1 0 1 0 0,2 0 0 0 0,-1-1-1 0 0,0 1 1 0 0,1-1 0 0 0,0 0-1 0 0,0 0 1 0 0,0-1 0 0 0,1 1-1 0 0,-1-1 1 0 0,1 0-1 0 0,0-1 1 0 0,0 0 0 0 0,8 3-1 0 0,-7-3-161 0 0,-1-1 0 0 0,1 0 0 0 0,0 0 0 0 0,0-1 0 0 0,0 1-1 0 0,1-1 1 0 0,-1-1 0 0 0,0 0 0 0 0,0 0 0 0 0,13-3 0 0 0,-16 2 97 0 0,1 0 0 0 0,-1 0 0 0 0,1 0 0 0 0,-1 0 0 0 0,0-1 0 0 0,0 1 0 0 0,0-1 0 0 0,0 0 0 0 0,0 0 0 0 0,-1-1 0 0 0,1 1 0 0 0,-1-1 0 0 0,0 0 0 0 0,0 0 0 0 0,0 0 0 0 0,3-6 0 0 0,0-5 61 0 0,-1 0-1 0 0,-1 1 0 0 0,0-1 0 0 0,4-26 0 0 0,-1 2 35 0 0,3-4 102 0 0,7-39 644 0 0,-15 50 2140 0 0,0 43-2497 0 0,4 33-256 0 0,2-1 0 0 0,2 1 0 0 0,24 66 0 0 0,-30-100-680 0 0,1 1-1 0 0,1-1 1 0 0,7 12-1 0 0,-8-15-789 0 0,1 0 0 0 0,-1 0 0 0 0,1-1 0 0 0,11 9 0 0 0,-14-13-686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2:29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143 103 11975 0 0,'0'-2'8139'0'0,"-3"-10"-4850"0"0,1 3-2726 0 0,0 0-1 0 0,0 0 1 0 0,-1 0 0 0 0,-6-12-1 0 0,8 19-531 0 0,0 0 0 0 0,0 0 0 0 0,0 0 0 0 0,0 1 0 0 0,-1-1 0 0 0,1 0 0 0 0,0 0 0 0 0,-1 1 0 0 0,0-1 0 0 0,1 1 0 0 0,-1-1 0 0 0,0 1 0 0 0,0 0 0 0 0,0 0 0 0 0,0 0 0 0 0,0 0 0 0 0,0 0 0 0 0,0 0 0 0 0,0 0 0 0 0,0 1 0 0 0,0-1 0 0 0,0 1 0 0 0,-1-1 0 0 0,-1 1 0 0 0,0 0 13 0 0,1-1 1 0 0,0 1-1 0 0,-1 0 0 0 0,1 1 0 0 0,0-1 1 0 0,0 0-1 0 0,-1 1 0 0 0,1 0 0 0 0,0 0 1 0 0,0 0-1 0 0,0 0 0 0 0,0 0 1 0 0,0 1-1 0 0,0-1 0 0 0,0 1 0 0 0,0 0 1 0 0,0 0-1 0 0,1 0 0 0 0,-5 4 0 0 0,5-3-3 0 0,1 1 0 0 0,-1-1 0 0 0,1 0 0 0 0,0 1 0 0 0,0-1-1 0 0,0 1 1 0 0,0-1 0 0 0,1 1 0 0 0,-1-1 0 0 0,1 1-1 0 0,0-1 1 0 0,0 1 0 0 0,1 5 0 0 0,1 5 338 0 0,7 28 1 0 0,1-10-166 0 0,2-1 0 0 0,18 35 0 0 0,10 26-270 0 0,-34-77-49 0 0,-2-1 1 0 0,0 1 0 0 0,-1 0-1 0 0,3 23 1 0 0,-6-37-145 0 0,0 2 192 0 0,0 0-1 0 0,0-1 1 0 0,0 1-1 0 0,0-1 0 0 0,0 1 1 0 0,0 0-1 0 0,-2 3 0 0 0,-3 2-5757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2:29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10591 0 0,'0'0'12616'0'0,"2"0"-11731"0"0,30-3 904 0 0,56 3 0 0 0,-55 1-1620 0 0,148 1-1100 0 0,-168-4-351 0 0,-2 1-57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2:47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 17047 0 0,'2'-1'5820'0'0,"22"-15"-1249"0"0,-17 12-4394 0 0,1 0-1 0 0,-1 0 0 0 0,0 1 0 0 0,1 0 0 0 0,0 1 0 0 0,0-1 0 0 0,9 0 0 0 0,88-16-3357 0 0,-79 13-2495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2:47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0 18511 0 0,'-34'36'7076'0'0,"37"-35"-6616"0"0,3 2-365 0 0,0 0-1 0 0,1-1 1 0 0,0 0-1 0 0,-1-1 1 0 0,1 0-1 0 0,0 0 1 0 0,0 0-1 0 0,0-1 1 0 0,0 0-1 0 0,7-1 1 0 0,31-4-1007 0 0,-2-4-3351 0 0,-20 4-64 0 0,4-1-3259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2:48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 8287 0 0,'0'0'639'0'0,"-2"2"-415"0"0,-4 10 3426 0 0,-1 0 0 0 0,-7 22 0 0 0,7-14-909 0 0,-5 27 0 0 0,7-18-1564 0 0,1 1-1 0 0,0 46 0 0 0,4-61-980 0 0,0 0 1 0 0,2 0-1 0 0,-1 0 0 0 0,2-1 1 0 0,0 1-1 0 0,1-1 0 0 0,7 17 1 0 0,-8-24-172 0 0,0 1 1 0 0,1-1 0 0 0,0-1 0 0 0,1 1 0 0 0,-1 0 0 0 0,1-1 0 0 0,1 0 0 0 0,-1 0 0 0 0,1-1 0 0 0,0 1 0 0 0,0-1 0 0 0,0-1 0 0 0,1 1 0 0 0,14 6 0 0 0,-10-6-70 0 0,0 0-1 0 0,1-1 0 0 0,0-1 1 0 0,-1 0-1 0 0,1-1 1 0 0,1 0-1 0 0,-1-1 1 0 0,0 0-1 0 0,0-1 1 0 0,24-2-1 0 0,-19-1-50 0 0,0 0-1 0 0,0-1 0 0 0,0-1 0 0 0,-1 0 1 0 0,1-2-1 0 0,30-15 0 0 0,-42 18 72 0 0,1 1-1 0 0,0-1 1 0 0,-1 0 0 0 0,0-1 0 0 0,0 1-1 0 0,0-1 1 0 0,-1 0 0 0 0,0 0-1 0 0,1 0 1 0 0,-2-1 0 0 0,1 0 0 0 0,-1 1-1 0 0,0-1 1 0 0,0 0 0 0 0,0-1-1 0 0,-1 1 1 0 0,0 0 0 0 0,0-1 0 0 0,-1 1-1 0 0,0-1 1 0 0,0 0 0 0 0,0 1-1 0 0,-1-1 1 0 0,0 0 0 0 0,-1 1 0 0 0,1-1-1 0 0,-3-9 1 0 0,3 13 31 0 0,-1 1 1 0 0,0-1-1 0 0,0 1 0 0 0,1-1 1 0 0,-1 1-1 0 0,-1 0 0 0 0,1-1 0 0 0,0 1 1 0 0,-1 0-1 0 0,1 0 0 0 0,-1 0 1 0 0,1 0-1 0 0,-1 0 0 0 0,0 0 0 0 0,-4-2 1 0 0,5 3 1 0 0,-1 0 0 0 0,0 0 0 0 0,1 0 0 0 0,-1 0 0 0 0,0 1 0 0 0,0-1 1 0 0,0 1-1 0 0,0-1 0 0 0,1 1 0 0 0,-1 0 0 0 0,0 0 0 0 0,0-1 0 0 0,0 1 0 0 0,0 1 1 0 0,0-1-1 0 0,0 0 0 0 0,0 0 0 0 0,1 1 0 0 0,-1-1 0 0 0,0 1 0 0 0,-3 1 0 0 0,-1 0 60 0 0,0 1-1 0 0,0-1 0 0 0,0 2 0 0 0,0-1 0 0 0,0 1 1 0 0,1-1-1 0 0,0 1 0 0 0,0 1 0 0 0,0-1 1 0 0,0 1-1 0 0,-4 6 0 0 0,3-4-2 0 0,1 1 0 0 0,0 0 0 0 0,1 0 0 0 0,0 0 0 0 0,-5 13 0 0 0,8-20-85 0 0,0 1-1 0 0,1 0 1 0 0,-1 0-1 0 0,0 0 1 0 0,1 0-1 0 0,0 0 1 0 0,-1 0-1 0 0,1 0 1 0 0,0 1-1 0 0,0-1 1 0 0,0 0-1 0 0,0 0 1 0 0,0 0 0 0 0,1 0-1 0 0,0 2 1 0 0,0 2-117 0 0,-1-5-12 0 0,1 1-1 0 0,0 0 1 0 0,-1 0-1 0 0,1 0 1 0 0,0-1-1 0 0,0 1 1 0 0,0 0-1 0 0,0-1 1 0 0,1 1 0 0 0,-1-1-1 0 0,0 1 1 0 0,1-1-1 0 0,-1 0 1 0 0,0 1-1 0 0,3 0 1 0 0,-3-1 50 0 0,0 0-4 0 0,0 0 0 0 0,0-1 0 0 0,0 1 1 0 0,-1-1-1 0 0,1 1 0 0 0,0-1 0 0 0,0 1 0 0 0,0-1 0 0 0,0 0 0 0 0,0 1 0 0 0,0-1 0 0 0,0 0 1 0 0,0 0-1 0 0,0 0 0 0 0,0 1 0 0 0,0-1 0 0 0,1-1 0 0 0,3 2-320 0 0,15-1-1670 0 0,0-1-364 0 0</inkml:trace>
  <inkml:trace contextRef="#ctx0" brushRef="#br0" timeOffset="1">689 48 19639 0 0,'0'0'5552'0'0,"2"2"-4396"0"0,3 7-585 0 0,0 0 0 0 0,0 0 0 0 0,-1 1 0 0 0,0-1 0 0 0,3 15 0 0 0,9 52 529 0 0,-8-31-910 0 0,-3-21-328 0 0,1-1-1 0 0,1 1 1 0 0,15 32 0 0 0,-21-54-76 0 0,0-1-1 0 0,0 0 1 0 0,0 1 0 0 0,0-1 0 0 0,0 0 0 0 0,0 0 0 0 0,1 0 0 0 0,-1 0 0 0 0,0 0 0 0 0,0 0-1 0 0,1 0 1 0 0,-1 0 0 0 0,1 0 0 0 0,-1 0 0 0 0,1-1 0 0 0,-1 1 0 0 0,1-1 0 0 0,-1 1 0 0 0,1-1-1 0 0,0 0 1 0 0,-1 1 0 0 0,1-1 0 0 0,0 0 0 0 0,-1 0 0 0 0,1 0 0 0 0,-1 0 0 0 0,1-1 0 0 0,3 0-1 0 0,4-2-1926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2:48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10 20671 0 0,'0'0'4527'0'0,"-6"9"-1238"0"0,-1 8-2603 0 0,1 0 0 0 0,0-1 0 0 0,1 2 0 0 0,-3 20 0 0 0,7-32-651 0 0,1 0 0 0 0,0 1 1 0 0,0-1-1 0 0,0 0 0 0 0,1 0 1 0 0,-1 0-1 0 0,3 7 0 0 0,-2-10-21 0 0,0 0 0 0 0,0 1-1 0 0,1-1 1 0 0,-1 0 0 0 0,1 0 0 0 0,0 0-1 0 0,0 0 1 0 0,0-1 0 0 0,0 1-1 0 0,0 0 1 0 0,0-1 0 0 0,1 1-1 0 0,4 3 1 0 0,-1-3-31 0 0,0 0-1 0 0,0 0 1 0 0,0 0 0 0 0,0-1-1 0 0,0 0 1 0 0,0 0 0 0 0,1 0-1 0 0,-1-1 1 0 0,1 0 0 0 0,-1 0-1 0 0,1-1 1 0 0,-1 0 0 0 0,1 0-1 0 0,11-2 1 0 0,-8 1-39 0 0,0-1 1 0 0,0 0-1 0 0,0-1 1 0 0,0 0-1 0 0,0-1 1 0 0,-1 0-1 0 0,1 0 1 0 0,13-10-1 0 0,-19 12 51 0 0,0-1 0 0 0,-1 1 1 0 0,0-1-1 0 0,1 0 0 0 0,-1 0 0 0 0,0 0 0 0 0,-1-1 0 0 0,1 1 1 0 0,0-1-1 0 0,-1 1 0 0 0,0-1 0 0 0,0 0 0 0 0,0 0 0 0 0,0 0 1 0 0,-1 0-1 0 0,0 0 0 0 0,0 0 0 0 0,0-1 0 0 0,0 1 1 0 0,0 0-1 0 0,-1-1 0 0 0,0 1 0 0 0,0 0 0 0 0,0-1 0 0 0,0 1 1 0 0,-1 0-1 0 0,0-1 0 0 0,0 1 0 0 0,0 0 0 0 0,0 0 0 0 0,-1 0 1 0 0,1 0-1 0 0,-1 0 0 0 0,0 0 0 0 0,0 0 0 0 0,-1 0 0 0 0,1 1 1 0 0,-1-1-1 0 0,0 1 0 0 0,0 0 0 0 0,-5-5 0 0 0,1 2-70 0 0,-1 1-1 0 0,1 0 1 0 0,-1 1-1 0 0,0-1 1 0 0,0 1-1 0 0,0 1 1 0 0,0 0-1 0 0,-1 0 1 0 0,0 1-1 0 0,1 0 1 0 0,-1 0-1 0 0,-17-1 1 0 0,18 3-487 0 0,0 0-1 0 0,0 1 1 0 0,0 0 0 0 0,0 0 0 0 0,0 0 0 0 0,-10 4 0 0 0,12-3-621 0 0,0 1 1 0 0,0-1-1 0 0,0 1 1 0 0,1 0 0 0 0,0 1-1 0 0,-1-1 1 0 0,1 1-1 0 0,-7 7 1 0 0,0 2-5689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2:48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2 4607 0 0,'-1'0'13709'0'0,"-6"-1"-12335"0"0,3 1-854 0 0,0 1 0 0 0,0-1 0 0 0,0 1-1 0 0,0 0 1 0 0,0 0 0 0 0,1 1 0 0 0,-1-1 0 0 0,0 1 0 0 0,1 0 0 0 0,0 0 0 0 0,-6 3-1 0 0,-4 6 538 0 0,-18 15-1 0 0,18-14-198 0 0,-60 60 1303 0 0,62-60-1898 0 0,1 0 1 0 0,1 1-1 0 0,0 0 1 0 0,-10 21 0 0 0,17-31-249 0 0,0 1 1 0 0,1 0 0 0 0,-1 0 0 0 0,1-1-1 0 0,0 1 1 0 0,0 0 0 0 0,0 0 0 0 0,0 0-1 0 0,1 0 1 0 0,-1 7 0 0 0,5-2-16 0 0,-2-7-5 0 0,0 0 1 0 0,0 0-1 0 0,0 0 1 0 0,1-1-1 0 0,-1 1 0 0 0,0-1 1 0 0,1 1-1 0 0,-1-1 1 0 0,1 0-1 0 0,0 0 0 0 0,-1 0 1 0 0,1 0-1 0 0,0 0 1 0 0,0-1-1 0 0,3 1 0 0 0,6 0-55 0 0,-1 0 1 0 0,16-1-1 0 0,-9 0-44 0 0,-1-1 1 0 0,0-1 0 0 0,0-1 0 0 0,0 0-1 0 0,0-1 1 0 0,0-1 0 0 0,-1-1 0 0 0,24-11-1 0 0,-37 16 82 0 0,0-1 1 0 0,0 0-1 0 0,-1 0 0 0 0,1 0 0 0 0,-1 0 0 0 0,1-1 0 0 0,-1 1 0 0 0,0-1 1 0 0,0 1-1 0 0,0-1 0 0 0,0 0 0 0 0,-1 0 0 0 0,1 0 0 0 0,-1 0 0 0 0,3-5 1 0 0,-4 6-111 0 0,0 0 1 0 0,1 0-1 0 0,-1 0 1 0 0,0 0-1 0 0,0 0 1 0 0,0 0-1 0 0,0 0 1 0 0,0 0-1 0 0,0 0 1 0 0,-1 0 0 0 0,1 0-1 0 0,-1 0 1 0 0,1 1-1 0 0,-1-1 1 0 0,0 0-1 0 0,0 0 1 0 0,0 0-1 0 0,0 1 1 0 0,0-1-1 0 0,0 0 1 0 0,0 1-1 0 0,0-1 1 0 0,-1 1 0 0 0,1 0-1 0 0,0-1 1 0 0,-1 1-1 0 0,-3-2 1 0 0,-9-8-3109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2:49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1 212 13823 0 0,'0'0'1062'0'0,"0"2"-693"0"0,8 40 9150 0 0,3-8-6429 0 0,-10-32-3193 0 0,0 1 0 0 0,1-1 0 0 0,-1 0 0 0 0,1 1 0 0 0,-1-1 0 0 0,1 0 0 0 0,0 0 1 0 0,0 0-1 0 0,0 0 0 0 0,0-1 0 0 0,0 1 0 0 0,0 0 0 0 0,0-1 0 0 0,0 1 0 0 0,1-1 0 0 0,-1 0 1 0 0,1 0-1 0 0,-1 0 0 0 0,1 0 0 0 0,-1 0 0 0 0,6 0 0 0 0,-4-1-2674 0 0,7-1-5646 0 0</inkml:trace>
  <inkml:trace contextRef="#ctx0" brushRef="#br0" timeOffset="0.49">372 0 5983 0 0,'0'0'20820'0'0,"0"2"-19747"0"0,3 51 2329 0 0,8 28-2424 0 0,0-1-923 0 0,-10-65-173 0 0,7 27-1 0 0,-6-36-288 0 0,0-1 1 0 0,0 1-1 0 0,0 0 0 0 0,0-1 1 0 0,1 0-1 0 0,0 1 0 0 0,5 5 0 0 0,-8-11 29 0 0,6 5-4537 0 0,-6-5 4537 0 0,1 0 0 0 0,-1 0 0 0 0,1 0 0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2:49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2 116 12895 0 0,'0'0'3783'0'0,"-1"-14"5697"0"0,7 7-9017 0 0,0 0-1 0 0,1 1 1 0 0,0 0 0 0 0,0 1 0 0 0,0-1 0 0 0,1 1-1 0 0,-1 1 1 0 0,1-1 0 0 0,0 1 0 0 0,15-4 0 0 0,4-1-405 0 0,0 1 0 0 0,32-5 0 0 0,-47 10-20 0 0,1 1-1 0 0,0 0 1 0 0,0 1 0 0 0,-1 1 0 0 0,1-1-1 0 0,17 4 1 0 0,-14 1-38 0 0,-13-1 0 0 0,-2-1 0 0 0,5 5 11 0 0,-5-7-8 0 0,-1 1 0 0 0,1-1 1 0 0,-1 0-1 0 0,1 1 1 0 0,-1-1-1 0 0,0 1 0 0 0,1-1 1 0 0,-1 1-1 0 0,1-1 0 0 0,-1 1 1 0 0,0-1-1 0 0,0 1 0 0 0,1 0 1 0 0,-1-1-1 0 0,0 1 1 0 0,0-1-1 0 0,0 1 0 0 0,1 0 1 0 0,-1-1-1 0 0,0 1 0 0 0,0 0 1 0 0,0-1-1 0 0,0 1 1 0 0,0-1-1 0 0,0 1 0 0 0,-1 0 1 0 0,1-1-1 0 0,0 1 0 0 0,0 1 1 0 0,-1-1 13 0 0,0 5 21 0 0,-1 0 0 0 0,1 0 0 0 0,-1 0-1 0 0,0 0 1 0 0,-1 0 0 0 0,0-1 0 0 0,0 1-1 0 0,0-1 1 0 0,0 0 0 0 0,-1 0 0 0 0,1 0-1 0 0,-7 6 1 0 0,-7 4 17 0 0,0 1 0 0 0,-20 12-1 0 0,-1 2-222 0 0,5-2 104 0 0,29-21 64 0 0,7 1 0 0 0,-2-5 0 0 0,1-1 0 0 0,0 0 0 0 0,0 0 0 0 0,1-1 0 0 0,-1 1 0 0 0,0 0 0 0 0,1-1 0 0 0,-1 1 0 0 0,1-1 0 0 0,-1 0 0 0 0,5 1 0 0 0,34 9 0 0 0,-10-4 0 0 0,-1 3-12 0 0,59 23-48 0 0,-82-31 72 0 0,0 2 1 0 0,-1-1-1 0 0,1 1 1 0 0,-1 0-1 0 0,0 0 1 0 0,-1 1-1 0 0,1 0 1 0 0,6 7-1 0 0,-11-10-7 0 0,1-1 0 0 0,-1 1-1 0 0,1 0 1 0 0,-1 0 0 0 0,0 1 0 0 0,0-1 0 0 0,0 0-1 0 0,0 0 1 0 0,-1 0 0 0 0,1 1 0 0 0,0-1 0 0 0,-1 0-1 0 0,0 1 1 0 0,1-1 0 0 0,-1 0 0 0 0,0 1 0 0 0,0-1-1 0 0,-1 1 1 0 0,1-1 0 0 0,0 0 0 0 0,-1 1 0 0 0,1-1-1 0 0,-1 0 1 0 0,0 0 0 0 0,0 1 0 0 0,0-1 0 0 0,0 0-1 0 0,0 0 1 0 0,-2 3 0 0 0,-2 1 20 0 0,0 1 0 0 0,-1-1 0 0 0,0 0 0 0 0,0 0 0 0 0,0 0 1 0 0,-1-1-1 0 0,0 0 0 0 0,0-1 0 0 0,0 1 0 0 0,0-1 0 0 0,-1-1 0 0 0,0 1 0 0 0,1-1 0 0 0,-13 3 0 0 0,1-2-122 0 0,0 0 0 0 0,0-1-1 0 0,0-1 1 0 0,0-1-1 0 0,-25-1 1 0 0,33 0-649 0 0,0-1 0 0 0,-17-4 1 0 0,11 0-370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2:50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9215 0 0,'-1'4'18341'0'0,"5"21"-15190"0"0,3 17-5713 0 0,-4-29 4095 0 0,49 204-1129 0 0,-49-206-809 0 0,0-1 1 0 0,7 14 0 0 0,-8-18-258 0 0,4 0-769 0 0,-3-1-2522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2:50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1 1839 0 0,'0'0'83'0'0,"-8"1"10"0"0,-21 6 2625 0 0,-15 7 7657 0 0,35-11-6887 0 0,-1 2-1 0 0,-12 7 1 0 0,-2 6-615 0 0,18-12-2607 0 0,0 0 1 0 0,0 0-1 0 0,0 1 0 0 0,0 0 0 0 0,1 0 0 0 0,1 0 0 0 0,-1 1 0 0 0,-5 14 0 0 0,9-22-261 0 0,1 1 0 0 0,0-1 0 0 0,0 1 1 0 0,0 0-1 0 0,0-1 0 0 0,0 1 0 0 0,0 0 0 0 0,0-1 0 0 0,0 1 0 0 0,0-1 1 0 0,1 1-1 0 0,-1 0 0 0 0,0-1 0 0 0,0 1 0 0 0,0 0 0 0 0,1-1 0 0 0,-1 1 0 0 0,1 0 1 0 0,0 1 0 0 0,6 9-6 0 0,-4-8-19 0 0,0 0 0 0 0,0 0 0 0 0,1 0 1 0 0,0-1-1 0 0,-1 0 0 0 0,1 0 0 0 0,0 0 0 0 0,0 0 0 0 0,0 0 0 0 0,0-1 1 0 0,0 0-1 0 0,1 0 0 0 0,-1 0 0 0 0,0 0 0 0 0,1-1 0 0 0,-1 1 0 0 0,0-1 0 0 0,9-1 1 0 0,7-1-645 0 0,0-1 0 0 0,33-8 0 0 0,-50 10 530 0 0,11-3-1772 0 0,1-1-1 0 0,26-12 1 0 0,-25 9-6475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2:50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1 9671 0 0,'0'0'748'0'0,"-18"2"13493"0"0,17 0-13991 0 0,-1-1-1 0 0,1 1 0 0 0,0-1 1 0 0,0 1-1 0 0,0-1 1 0 0,0 1-1 0 0,0 0 0 0 0,0 0 1 0 0,0-1-1 0 0,0 1 0 0 0,1 0 1 0 0,-1 0-1 0 0,1 0 0 0 0,0 0 1 0 0,-1 0-1 0 0,1 0 0 0 0,0 3 1 0 0,0-1-136 0 0,1-1 1 0 0,-1 1 0 0 0,1-1 0 0 0,0 0-1 0 0,0 1 1 0 0,1-1 0 0 0,-1 0 0 0 0,1 0-1 0 0,2 4 1 0 0,4 4-110 0 0,0 0 0 0 0,0 0 1 0 0,2-1-1 0 0,10 9 0 0 0,-19-19-5 0 0,70 70 2 0 0,-61-58-4 0 0,1 0-1 0 0,-2 1 0 0 0,0 0 1 0 0,10 18-1 0 0,-17-27-5 0 0,0 1-1 0 0,0-1 1 0 0,-1 1-1 0 0,0 0 1 0 0,1 0-1 0 0,-1 0 1 0 0,0 8-1 0 0,-1-10 5 0 0,0-1 0 0 0,0 1 0 0 0,0-1 0 0 0,0 1 0 0 0,-1-1 0 0 0,1 1 0 0 0,-1-1 0 0 0,0 1 0 0 0,0-1 0 0 0,0 0 0 0 0,0 1 0 0 0,0-1 0 0 0,0 0 0 0 0,0 0 0 0 0,-1 0 0 0 0,-3 4 0 0 0,3-4 9 0 0,-1 0 1 0 0,0 0-1 0 0,1 0 1 0 0,-1 0-1 0 0,0-1 1 0 0,0 1-1 0 0,-1-1 1 0 0,1 0-1 0 0,0 0 0 0 0,0 0 1 0 0,-7 1-1 0 0,1-1 22 0 0,-1 0 1 0 0,-18-1-1 0 0,-90-11 142 0 0,101 8-788 0 0,0-1 1 0 0,0 0-1 0 0,0-1 0 0 0,-28-13 1 0 0,33 9-2242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2:51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3 2303 0 0,'4'-3'25480'0'0,"-9"32"-24761"0"0,-3 0 0 0 0,0-1 0 0 0,-2 0 0 0 0,-19 41-1 0 0,10-27-376 0 0,-11 19-198 0 0,-2-1 1 0 0,-58 79-1 0 0,57-91-272 0 0,3-4-102 0 0,-18 28-1749 0 0,47-71 1382 0 0,14-1-7614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2:52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11975 0 0,'2'0'5155'0'0,"1"2"-4347"0"0,0-1 0 0 0,0 1 0 0 0,0 0 0 0 0,0-1 0 0 0,0 1 1 0 0,0 1-1 0 0,2 2 0 0 0,-2-3-452 0 0,-1 1 0 0 0,0 0 0 0 0,0 0 1 0 0,0 0-1 0 0,0 0 0 0 0,-1 0 0 0 0,3 6 0 0 0,-1 4 260 0 0,1 0 0 0 0,-2 1 0 0 0,0 0 0 0 0,-1 0-1 0 0,0 25 1 0 0,0 11-181 0 0,0-36-352 0 0,7 52 115 0 0,-7-60-216 0 0,1 0 0 0 0,0 1 0 0 0,0-1 0 0 0,0 0 0 0 0,1 0 0 0 0,0 0 0 0 0,6 10 0 0 0,-7-14-97 0 0,0 1-1 0 0,0-1 1 0 0,1 0 0 0 0,-1 0-1 0 0,1 0 1 0 0,0 0 0 0 0,-1-1-1 0 0,1 1 1 0 0,0-1-1 0 0,0 0 1 0 0,0 1 0 0 0,0-1-1 0 0,0-1 1 0 0,0 1 0 0 0,0 0-1 0 0,4 0 1 0 0,6 0-740 0 0,1 0 0 0 0,18-2 0 0 0,-28 1 669 0 0,7-1-592 0 0,1-1 1 0 0,-1 0-1 0 0,0 0 0 0 0,-1-1 0 0 0,1 0 0 0 0,11-6 1 0 0,-5 1-1467 0 0,0 0 0 0 0,28-20 0 0 0,-32 20 1653 0 0,-1-2 0 0 0,-1 1 0 0 0,1-1-1 0 0,9-13 1 0 0,-16 18 996 0 0,-2 0 0 0 0,1 0 0 0 0,0 0-1 0 0,-1-1 1 0 0,0 0 0 0 0,-1 1 0 0 0,1-1 0 0 0,-1 0 0 0 0,0 0-1 0 0,0 0 1 0 0,-1-1 0 0 0,1-7 0 0 0,-1 12-170 0 0,-1 0 1 0 0,0 1 0 0 0,0-1-1 0 0,0 0 1 0 0,0 0-1 0 0,-1 1 1 0 0,1-1-1 0 0,0 0 1 0 0,-1 1-1 0 0,1-1 1 0 0,-1 1-1 0 0,0-1 1 0 0,1 0-1 0 0,-1 1 1 0 0,0-1 0 0 0,0 1-1 0 0,0 0 1 0 0,0-1-1 0 0,-2-1 1 0 0,1 2 56 0 0,0-1 1 0 0,0 1 0 0 0,0-1-1 0 0,0 1 1 0 0,-1 0-1 0 0,1 0 1 0 0,0 0 0 0 0,-1 0-1 0 0,1 0 1 0 0,-1 1 0 0 0,-4-1-1 0 0,0 0 89 0 0,0 0 1 0 0,0 1-1 0 0,0 1 0 0 0,0-1 0 0 0,0 1 0 0 0,0 0 1 0 0,0 1-1 0 0,-10 3 0 0 0,1 2-85 0 0,1 0 1 0 0,0 1-1 0 0,0 1 0 0 0,-26 20 1 0 0,14-6 78 0 0,-33 35 0 0 0,55-53-367 0 0,1 0 0 0 0,0 0 0 0 0,0 1 0 0 0,0-1-1 0 0,0 1 1 0 0,1 0 0 0 0,0 0 0 0 0,1 1 0 0 0,-4 10 0 0 0,5-15-90 0 0,2-1 6 0 0,1 2 21 0 0,1 0 0 0 0,-1-1 0 0 0,0 1 0 0 0,1-1 0 0 0,-1 0 0 0 0,1 1 0 0 0,0-1 0 0 0,0 0 0 0 0,0-1 0 0 0,0 1 0 0 0,0 0 0 0 0,0-1 0 0 0,0 0 0 0 0,5 2 0 0 0,4 0-269 0 0,0-1 1 0 0,22 2-1 0 0,-23-3 174 0 0,-1-1-26 0 0,1 0 0 0 0,0 0 0 0 0,0-1 0 0 0,-1-1 1 0 0,1 0-1 0 0,-1 0 0 0 0,11-4 0 0 0,72-31-993 0 0,-68 26 970 0 0,0-1 141 0 0,-1 0 1 0 0,0-1-1 0 0,-1-2 0 0 0,-1 0 0 0 0,31-28 0 0 0,-26 22 8 0 0,-22 18 56 0 0,0 0 0 0 0,0-1 0 0 0,0 0 0 0 0,0 0 0 0 0,0 0 0 0 0,-1-1 0 0 0,0 0-1 0 0,0 1 1 0 0,0-2 0 0 0,5-8 0 0 0,-9 13 25 0 0,0 1-1 0 0,0-1 1 0 0,0 1-1 0 0,1-1 1 0 0,-1 1 0 0 0,0-1-1 0 0,0 1 1 0 0,0-1-1 0 0,0 1 1 0 0,0-1 0 0 0,0 1-1 0 0,0-1 1 0 0,0 1-1 0 0,-1-1 1 0 0,1 1 0 0 0,0-1-1 0 0,0 1 1 0 0,0-1-1 0 0,0 1 1 0 0,-1-1-1 0 0,1 1 1 0 0,0 0 0 0 0,-1-1-1 0 0,1 1 1 0 0,0-1-1 0 0,0 1 1 0 0,-1 0 0 0 0,1-1-1 0 0,-1 1 1 0 0,1 0-1 0 0,0-1 1 0 0,-1 1-1 0 0,1 0 1 0 0,-1 0 0 0 0,1-1-1 0 0,-1 1 1 0 0,1 0-1 0 0,-1 0 1 0 0,0 0 0 0 0,-17-5 1350 0 0,12 6-1212 0 0,0 1-1 0 0,0-1 0 0 0,0 1 0 0 0,1 0 1 0 0,-1 0-1 0 0,1 1 0 0 0,-1 0 0 0 0,1 0 1 0 0,0 0-1 0 0,0 0 0 0 0,-7 7 0 0 0,-4 5 222 0 0,-26 29 0 0 0,37-37-328 0 0,-1-1 0 0 0,1 1 1 0 0,0 1-1 0 0,1-1 0 0 0,0 1 0 0 0,0 0 1 0 0,0 0-1 0 0,-3 13 0 0 0,7-20-69 0 0,-1 0 0 0 0,1 0 0 0 0,0 0 0 0 0,-1 1 0 0 0,1-1 0 0 0,0 0 0 0 0,0 0 0 0 0,0 1 0 0 0,0-1 0 0 0,0 0 0 0 0,1 0 0 0 0,-1 1 0 0 0,0-1 0 0 0,1 0 0 0 0,-1 0 0 0 0,0 0 0 0 0,1 0 0 0 0,-1 1 0 0 0,1-1 0 0 0,0 0 0 0 0,-1 0 0 0 0,1 0 0 0 0,0 0 0 0 0,0 0 0 0 0,0 0 0 0 0,-1-1 1 0 0,1 1-1 0 0,2 1 0 0 0,-1 0-15 0 0,0-1-10 0 0,0 1-1 0 0,1-1 1 0 0,-1 0 0 0 0,0 0-1 0 0,1 0 1 0 0,-1 0 0 0 0,1-1 0 0 0,-1 1-1 0 0,1-1 1 0 0,0 1 0 0 0,-1-1-1 0 0,1 0 1 0 0,-1 0 0 0 0,1 0-1 0 0,0 0 1 0 0,4-2 0 0 0,2 1-103 0 0,0-1 0 0 0,-1 0 1 0 0,14-6-1 0 0,-3 0-181 0 0,-1-1 0 0 0,24-14-1 0 0,-34 17 259 0 0,1 0 0 0 0,-1 0 0 0 0,-1-1 0 0 0,1 0-1 0 0,-1-1 1 0 0,10-12 0 0 0,-17 19 57 0 0,1 0 0 0 0,0 0 0 0 0,-1 0 1 0 0,1 0-1 0 0,-1 0 0 0 0,1 0 0 0 0,-1 0 0 0 0,0 0 0 0 0,1 0 0 0 0,-1 0 0 0 0,0 0 1 0 0,0-2-1 0 0,3-10 27 0 0,-3 12 266 0 0,-2-2-82 0 0,2 3-192 0 0,0 0 0 0 0,0 0 0 0 0,0-1 0 0 0,0 1 1 0 0,0 0-1 0 0,0 0 0 0 0,-1 0 0 0 0,1-1 0 0 0,0 1 1 0 0,0 0-1 0 0,0 0 0 0 0,0 0 0 0 0,0 0 0 0 0,0-1 0 0 0,0 1 1 0 0,-1 0-1 0 0,1 0 0 0 0,0 0 0 0 0,0 0 0 0 0,0 0 1 0 0,0 0-1 0 0,-1-1 0 0 0,1 1 0 0 0,0 0 0 0 0,0 0 1 0 0,0 0-1 0 0,-1 0 0 0 0,1 0 0 0 0,-2 0 40 0 0,1 0 0 0 0,0 0-1 0 0,-1 0 1 0 0,1 0 0 0 0,-1 0 0 0 0,1 1-1 0 0,-1-1 1 0 0,1 0 0 0 0,0 1 0 0 0,-1-1 0 0 0,1 1-1 0 0,0 0 1 0 0,-1-1 0 0 0,1 1 0 0 0,0 0-1 0 0,0 0 1 0 0,0 0 0 0 0,0 0 0 0 0,0 0 0 0 0,0 0-1 0 0,0 0 1 0 0,0 0 0 0 0,0 0 0 0 0,0 0-1 0 0,0 0 1 0 0,0 3 0 0 0,0-3 182 0 0,1 1-40 0 0,2 11-193 0 0,1-1-1 0 0,0 0 1 0 0,1 1 0 0 0,0-1-1 0 0,7 12 1 0 0,31 53 6 0 0,9 18-50 0 0,-43-77 129 0 0,0 1 0 0 0,-2 0 0 0 0,7 27 0 0 0,-11-38-86 0 0,-1-1 0 0 0,0 1 1 0 0,-1 0-1 0 0,1 0 0 0 0,-2-1 0 0 0,1 1 1 0 0,-1 0-1 0 0,0 0 0 0 0,0-1 0 0 0,-1 1 0 0 0,0 0 1 0 0,-1-1-1 0 0,0 0 0 0 0,0 1 0 0 0,0-1 1 0 0,-1 0-1 0 0,0-1 0 0 0,0 1 0 0 0,-1-1 0 0 0,0 0 1 0 0,0 0-1 0 0,0 0 0 0 0,-1-1 0 0 0,1 1 1 0 0,-2-2-1 0 0,-9 8 0 0 0,6-7 10 0 0,-1 0 0 0 0,0-1 0 0 0,0 0 0 0 0,0-1 0 0 0,-1 0 0 0 0,1-1-1 0 0,-17 2 1 0 0,12-3-3 0 0,1-1-1 0 0,0 0 1 0 0,0-1 0 0 0,-1-1-1 0 0,-17-4 1 0 0,22 4-210 0 0,1-1 1 0 0,-1-1-1 0 0,1 0 1 0 0,-20-10 0 0 0,25 10-370 0 0,-1 0 0 0 0,1 0 1 0 0,-1 0-1 0 0,1 0 0 0 0,-6-9 1 0 0,7 9-53 0 0,1 0-1 0 0,1 0 1 0 0,-1 0 0 0 0,-3-9 0 0 0,1 3-110 0 0,-7-12-1224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2:58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584 58 22287 0 0,'-9'-3'914'0'0,"1"1"-496"0"0,0-1-1 0 0,1 0 0 0 0,-1-1 1 0 0,1 0-1 0 0,-11-7 1 0 0,13 7-279 0 0,0 1 0 0 0,-1 0 0 0 0,1 0 0 0 0,-1 0 0 0 0,0 1 0 0 0,0 0 0 0 0,0 0 0 0 0,0 1 0 0 0,0-1 0 0 0,0 1 0 0 0,-1 0 1 0 0,1 1-1 0 0,0 0 0 0 0,0 0 0 0 0,-1 0 0 0 0,1 1 0 0 0,0 0 0 0 0,0 0 0 0 0,-7 2 0 0 0,-15 7 20 0 0,0 2 0 0 0,0 1 0 0 0,1 1 1 0 0,1 2-1 0 0,0 0 0 0 0,1 2 0 0 0,1 0 0 0 0,-28 29 0 0 0,47-43-159 0 0,1 1 0 0 0,-1 1 0 0 0,1-1 0 0 0,0 1 0 0 0,0 0 0 0 0,-5 10 0 0 0,4-3 11 0 0,5 3 31 0 0,3-3-31 0 0,6 0-11 0 0,-5-9 0 0 0,1 0 0 0 0,-1 0 0 0 0,1-1 0 0 0,0 1 0 0 0,0-1 0 0 0,0 0 0 0 0,1-1 0 0 0,-1 1 1 0 0,1-1-1 0 0,7 2 0 0 0,8 1-1 0 0,33 4 0 0 0,1 0-51 0 0,-14 0 43 0 0,57 15 7 0 0,-87-20 2 0 0,-1 0 0 0 0,0 0 0 0 0,0 1 0 0 0,0 1 0 0 0,0-1 0 0 0,15 13 0 0 0,-22-15 10 0 0,1 0 0 0 0,-1 1-1 0 0,-1-1 1 0 0,1 1 0 0 0,0-1 0 0 0,-1 1 0 0 0,0 0 0 0 0,0 0-1 0 0,0 0 1 0 0,0 0 0 0 0,0 0 0 0 0,-1 1 0 0 0,0-1-1 0 0,0 0 1 0 0,0 1 0 0 0,-1-1 0 0 0,1 1 0 0 0,-1-1 0 0 0,0 0-1 0 0,0 1 1 0 0,-1-1 0 0 0,1 1 0 0 0,-1-1 0 0 0,0 1-1 0 0,0-1 1 0 0,0 0 0 0 0,-1 0 0 0 0,0 1 0 0 0,0-1 0 0 0,0 0-1 0 0,0-1 1 0 0,0 1 0 0 0,-1 0 0 0 0,0-1 0 0 0,1 1-1 0 0,-1-1 1 0 0,-1 0 0 0 0,1 0 0 0 0,0 0 0 0 0,-1 0 0 0 0,0 0-1 0 0,1-1 1 0 0,-7 3 0 0 0,-7 3 30 0 0,0-1-1 0 0,0-1 1 0 0,0-1 0 0 0,-1 0-1 0 0,0-1 1 0 0,-26 2-1 0 0,-112 0-145 0 0,151-6 92 0 0,-20 0-128 0 0,-39-6-1 0 0,53 4-102 0 0,0 0 0 0 0,1-1 0 0 0,-1 0 0 0 0,0 0 1 0 0,-19-11-1 0 0,29 14 158 0 0,0-1-1 0 0,1 1 1 0 0,-1-1 0 0 0,0 1 0 0 0,0-1 0 0 0,1 0 0 0 0,-1 1 0 0 0,0-1 0 0 0,0 0-1 0 0,1 0 1 0 0,-1 1 0 0 0,1-1 0 0 0,-1 0 0 0 0,1 0 0 0 0,-1 0 0 0 0,1 0-1 0 0,0 0 1 0 0,-1 0 0 0 0,1 0 0 0 0,0-2 0 0 0,0 1-72 0 0,0 0 1 0 0,0 0-1 0 0,0 0 0 0 0,0 0 1 0 0,0 0-1 0 0,1 0 0 0 0,-1 0 1 0 0,1 0-1 0 0,1-3 0 0 0,2-2-506 0 0,0-1-1 0 0,1 1 1 0 0,10-13-1 0 0,8-7-2090 0 0,4-2-4676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2:58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7367 0 0,'0'0'568'0'0,"3"0"-373"0"0,13 0 9269 0 0,-12 3-8521 0 0,0 0 0 0 0,-1 0 0 0 0,1 1 0 0 0,-1-1 0 0 0,1 1 1 0 0,3 6-1 0 0,-2-3-136 0 0,0 1-1 0 0,-1 0 1 0 0,3 9 0 0 0,3 9-100 0 0,7 39-1 0 0,-6-23-2 0 0,9 26-298 0 0,-2-9-390 0 0,21 116 0 0 0,-35-131-1400 0 0,-4-42 472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2:59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81 5063 0 0,'0'0'17880'0'0,"3"0"-16073"0"0,150-6 2185 0 0,-127 3-3795 0 0,-1-1 0 0 0,1-1 0 0 0,-1-1 0 0 0,25-10 0 0 0,-26 6-119 0 0,1 1 0 0 0,-1 2 0 0 0,42-8 0 0 0,-54 16-65 0 0,-11-1-10 0 0,-1 1 0 0 0,1-1-1 0 0,-1 1 1 0 0,1-1 0 0 0,-1 1-1 0 0,1-1 1 0 0,-1 1 0 0 0,0-1-1 0 0,1 1 1 0 0,-1 0 0 0 0,0-1-1 0 0,1 1 1 0 0,-1 0 0 0 0,0-1-1 0 0,0 1 1 0 0,0 0 0 0 0,0 0-1 0 0,0-1 1 0 0,0 1 0 0 0,0 0-1 0 0,0-1 1 0 0,0 1 0 0 0,0 0-1 0 0,0 0 1 0 0,0 0 0 0 0,-6 22 48 0 0,5-21-36 0 0,-26 67 254 0 0,3-9-40 0 0,17-41-154 0 0,2-6-28 0 0,0 1 1 0 0,1 0-1 0 0,0 0 0 0 0,1 1 0 0 0,-1 20 0 0 0,4-30 7 0 0,2 3-56 0 0,-1-7-11 0 0,-1 0 0 0 0,0-1 0 0 0,1 1 0 0 0,-1-1 0 0 0,1 1 0 0 0,-1 0 0 0 0,1-1 0 0 0,-1 1-1 0 0,1-1 1 0 0,-1 1 0 0 0,1-1 0 0 0,0 0 0 0 0,-1 1 0 0 0,1-1 0 0 0,0 0 0 0 0,-1 1 0 0 0,1-1 0 0 0,0 0 0 0 0,-1 0-1 0 0,1 1 1 0 0,0-1 0 0 0,-1 0 0 0 0,1 0 0 0 0,0 0 0 0 0,0 0 0 0 0,1 0 0 0 0,18-2-180 0 0,-15 0 143 0 0,1 0 0 0 0,-1-1 0 0 0,0 1 1 0 0,-1-1-1 0 0,1 0 0 0 0,0 0 1 0 0,-1-1-1 0 0,0 1 0 0 0,1-1 0 0 0,-2 0 1 0 0,7-7-1 0 0,3-6-166 0 0,17-30-1 0 0,18-45-66 0 0,-34 65 245 0 0,-10 21 59 0 0,-4 5 181 0 0,1 3-112 0 0,6 25 6 0 0,-2-7 16 0 0,1-1 0 0 0,1 1-1 0 0,14 29 1 0 0,-19-44-196 0 0,1 0 0 0 0,0 0 0 0 0,0-1-1 0 0,1 1 1 0 0,-1-1 0 0 0,1 0 0 0 0,0 0 0 0 0,0 0-1 0 0,0-1 1 0 0,1 1 0 0 0,-1-1 0 0 0,1 0-1 0 0,0 0 1 0 0,0-1 0 0 0,0 1 0 0 0,0-1 0 0 0,0 0-1 0 0,8 1 1 0 0,-5-1-579 0 0,0-1 1 0 0,0 0-1 0 0,0-1 0 0 0,0 0 0 0 0,0 0 1 0 0,0-1-1 0 0,0 0 0 0 0,0 0 0 0 0,0-1 1 0 0,-1 0-1 0 0,1-1 0 0 0,0 1 0 0 0,-1-1 1 0 0,8-5-1 0 0,0 0-1588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2:59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18 15343 0 0,'2'-18'5082'0'0,"-9"32"-1425"0"0,-2 10-2577 0 0,1 1-1 0 0,1 0 1 0 0,2 1 0 0 0,-6 48-1 0 0,10-64-1009 0 0,1 1 0 0 0,0 0 0 0 0,0-1 0 0 0,1 1 0 0 0,1-1 0 0 0,0 0 0 0 0,0 1 0 0 0,1-1 0 0 0,0 0 0 0 0,1 0 0 0 0,0 0 0 0 0,0-1 0 0 0,1 1 0 0 0,7 8 0 0 0,-8-11-94 0 0,1-1 0 0 0,0 0 1 0 0,1 0-1 0 0,0 0 0 0 0,0-1 0 0 0,0 1 1 0 0,0-1-1 0 0,1-1 0 0 0,0 1 1 0 0,0-1-1 0 0,0-1 0 0 0,0 1 0 0 0,1-1 1 0 0,-1 0-1 0 0,1-1 0 0 0,0 0 0 0 0,0 0 1 0 0,15 1-1 0 0,-18-3-19 0 0,0 0-1 0 0,0-1 1 0 0,0 1-1 0 0,1-1 1 0 0,-1 0-1 0 0,0-1 1 0 0,0 1-1 0 0,0-1 1 0 0,-1 0-1 0 0,1 0 1 0 0,0-1-1 0 0,-1 1 1 0 0,1-1-1 0 0,-1 0 1 0 0,0 0-1 0 0,0-1 1 0 0,0 1-1 0 0,4-6 1 0 0,-4 5-97 0 0,1-1 1 0 0,-2 0-1 0 0,1 0 0 0 0,0-1 1 0 0,-1 1-1 0 0,0-1 0 0 0,-1 1 1 0 0,1-1-1 0 0,-1 0 0 0 0,0 0 0 0 0,0 0 1 0 0,-1-1-1 0 0,0 1 0 0 0,1-10 1 0 0,-2 15-228 0 0,-1 0 42 0 0,1 1 317 0 0,-1-1 1 0 0,0 1 0 0 0,1 0 0 0 0,-1 0-1 0 0,0 0 1 0 0,1 0 0 0 0,-1 0 0 0 0,0 0-1 0 0,1 0 1 0 0,-1 0 0 0 0,0 0 0 0 0,1 0-1 0 0,-1 0 1 0 0,0 0 0 0 0,1 0-1 0 0,-1 1 1 0 0,1-1 0 0 0,-1 0 0 0 0,0 0-1 0 0,1 1 1 0 0,-1-1 0 0 0,1 0 0 0 0,-1 1-1 0 0,1-1 1 0 0,-1 0 0 0 0,1 1 0 0 0,-1-1-1 0 0,1 1 1 0 0,-1-1 0 0 0,0 2-1 0 0,0-1 14 0 0,-2 2 57 0 0,0 0 1 0 0,0 0-1 0 0,0 0 1 0 0,1 0-1 0 0,-1 0 1 0 0,1 1-1 0 0,0-1 0 0 0,0 1 1 0 0,0 0-1 0 0,0-1 1 0 0,1 1-1 0 0,-1 0 1 0 0,1 0-1 0 0,0 0 1 0 0,0 0-1 0 0,1 0 1 0 0,-1 0-1 0 0,1 0 1 0 0,0 0-1 0 0,0 0 1 0 0,0 1-1 0 0,2 6 0 0 0,-1-6 8 0 0,0 0 0 0 0,0-1-1 0 0,1 1 1 0 0,0-1 0 0 0,0 1 0 0 0,0-1-1 0 0,0 0 1 0 0,0 0 0 0 0,1 0-1 0 0,0 0 1 0 0,0 0 0 0 0,0-1-1 0 0,1 1 1 0 0,-1-1 0 0 0,1 0-1 0 0,-1 0 1 0 0,1 0 0 0 0,0 0-1 0 0,7 3 1 0 0,-5-3-276 0 0,0-1 0 0 0,0 1 0 0 0,1-1-1 0 0,-1 0 1 0 0,1-1 0 0 0,-1 0 0 0 0,1 0 0 0 0,0 0 0 0 0,-1-1-1 0 0,1 0 1 0 0,0 0 0 0 0,-1-1 0 0 0,1 1 0 0 0,0-2 0 0 0,6-1-1 0 0,-11 3-1008 0 0,2-7-2806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2:59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1 179 10135 0 0,'2'0'7900'0'0,"11"1"-4920"0"0,1 0 0 0 0,16-3 0 0 0,61-10-3369 0 0,-49 5 950 0 0,34-8-1878 0 0,-26 3-5888 0 0,-15 3-813 0 0</inkml:trace>
  <inkml:trace contextRef="#ctx0" brushRef="#br0" timeOffset="1">996 1 8287 0 0,'1'0'6226'0'0,"6"4"-3084"0"0,-3-3-1069 0 0,1 1 0 0 0,-1-1 1 0 0,1 0-1 0 0,7 1 0 0 0,37-3-612 0 0,-11 1-317 0 0,-21 0-1058 0 0,0 2 0 0 0,0 1 0 0 0,0 0 0 0 0,0 1 0 0 0,21 7 1 0 0,-32-8-84 0 0,0-1-1 0 0,0 1 1 0 0,-1 0 0 0 0,1 1 0 0 0,-1-1 0 0 0,0 1 0 0 0,8 8 0 0 0,-10-9 10 0 0,0 0 0 0 0,-1 0 1 0 0,0 0-1 0 0,0 0 0 0 0,0 1 0 0 0,0-1 0 0 0,0 1 1 0 0,-1-1-1 0 0,1 1 0 0 0,-1 0 0 0 0,0-1 1 0 0,0 1-1 0 0,0 6 0 0 0,-1-4 4 0 0,0 0 0 0 0,0 0-1 0 0,-1 0 1 0 0,0 0 0 0 0,0 0 0 0 0,0 0-1 0 0,-1 0 1 0 0,0 0 0 0 0,0-1 0 0 0,-1 1-1 0 0,-3 6 1 0 0,-6 8 58 0 0,-22 28 0 0 0,24-34-42 0 0,-97 138 250 0 0,102-145-239 0 0,1 0 0 0 0,-1 0 0 0 0,1 0 0 0 0,1 1 1 0 0,-1-1-1 0 0,-4 16 0 0 0,8-22 156 0 0,2 1-180 0 0,0-1-1 0 0,0 1 1 0 0,0-1 0 0 0,0 0-1 0 0,0 1 1 0 0,1-1-1 0 0,-1 0 1 0 0,0 0 0 0 0,1 0-1 0 0,3 0 1 0 0,2 1-29 0 0,0-1 1 0 0,-1-1-1 0 0,1 1 0 0 0,0-1 1 0 0,13-2-1 0 0,41-9-91 0 0,-28 4 53 0 0,43-5-369 0 0,10-2-3564 0 0,-39 6-6241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00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15 22895 0 0,'-55'13'5627'0'0,"93"-5"-4342"0"0,235-6 70 0 0,-241-2-1255 0 0,158-2-75 0 0,57-13-396 0 0,-143 3-3574 0 0,-78 8-2799 0 0,-4-1-1980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00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23871 0 0,'0'0'3435'0'0,"1"2"-3213"0"0,8 6 24 0 0,0-1 0 0 0,1 1 0 0 0,0-2-1 0 0,0 1 1 0 0,0-1 0 0 0,23 9 0 0 0,75 20 180 0 0,-20-7-379 0 0,-80-25-102 0 0,0 0 0 0 0,-1 0 1 0 0,1 1-1 0 0,-1 0 0 0 0,13 11 1 0 0,-18-14 38 0 0,0 0 0 0 0,-1 1 1 0 0,1-1-1 0 0,-1 1 0 0 0,0 0 0 0 0,1-1 1 0 0,-1 1-1 0 0,0 0 0 0 0,0 0 1 0 0,0 0-1 0 0,0 0 0 0 0,0 0 0 0 0,0 0 1 0 0,-1 0-1 0 0,1 0 0 0 0,-1 0 1 0 0,1 0-1 0 0,-1 1 0 0 0,0-1 0 0 0,0 0 1 0 0,0 0-1 0 0,0 0 0 0 0,0 0 1 0 0,-1 0-1 0 0,1 1 0 0 0,-1-1 0 0 0,0 3 1 0 0,-2 2 54 0 0,-1 0 1 0 0,1 0-1 0 0,-1 0 1 0 0,-1-1 0 0 0,1 0-1 0 0,-1 0 1 0 0,0 0-1 0 0,-1 0 1 0 0,1-1 0 0 0,-1 0-1 0 0,0 0 1 0 0,0 0-1 0 0,-1-1 1 0 0,-10 6 0 0 0,-3 0-862 0 0,-1-1 1 0 0,0 0-1 0 0,-38 9 1 0 0,41-13-762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01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1 20671 0 0,'0'0'2372'0'0,"-2"0"-1503"0"0,-1 0-603 0 0,0 1-1 0 0,1 0 1 0 0,-1 0-1 0 0,1 0 0 0 0,-1 0 1 0 0,1 0-1 0 0,-1 1 1 0 0,1-1-1 0 0,0 1 0 0 0,-1-1 1 0 0,1 1-1 0 0,0 0 1 0 0,0 0-1 0 0,0 0 0 0 0,1 0 1 0 0,-1 0-1 0 0,0 0 1 0 0,1 1-1 0 0,-3 4 0 0 0,-4 6 131 0 0,1 1-1 0 0,-6 18 0 0 0,5-14-194 0 0,2 1 0 0 0,0 0 0 0 0,2 0 0 0 0,0 0 1 0 0,-2 24-1 0 0,5-35-168 0 0,1 0 0 0 0,0 0 0 0 0,1 0 0 0 0,-1 0 0 0 0,2 0 1 0 0,-1 0-1 0 0,1 0 0 0 0,0 0 0 0 0,1-1 0 0 0,-1 1 0 0 0,2-1 0 0 0,-1 1 1 0 0,1-1-1 0 0,0 0 0 0 0,8 9 0 0 0,-8-9-29 0 0,1-1 1 0 0,1 0-1 0 0,-1-1 1 0 0,1 1-1 0 0,0-1 1 0 0,1 0-1 0 0,-1 0 1 0 0,1-1-1 0 0,0 0 0 0 0,0 0 1 0 0,0 0-1 0 0,1-1 1 0 0,-1-1-1 0 0,11 4 1 0 0,-6-4-53 0 0,-1 0 0 0 0,1-1 0 0 0,-1 0 0 0 0,1-1 0 0 0,0 0 0 0 0,-1-1 0 0 0,1 0 0 0 0,-1-1-1 0 0,1 0 1 0 0,-1-1 0 0 0,0 0 0 0 0,20-8 0 0 0,-24 7-9 0 0,0 0 1 0 0,0 0-1 0 0,0 0 0 0 0,-1-1 0 0 0,1 0 0 0 0,-1 0 0 0 0,-1 0 0 0 0,1-1 0 0 0,-1 0 0 0 0,0 0 0 0 0,0-1 0 0 0,-1 1 0 0 0,1-1 1 0 0,-2 0-1 0 0,1 0 0 0 0,-1 0 0 0 0,0-1 0 0 0,0 1 0 0 0,2-14 0 0 0,0-7 36 0 0,-1 0-1 0 0,-1-1 1 0 0,-1 1 0 0 0,-2-1-1 0 0,-5-47 1 0 0,4 72 73 0 0,0 0 0 0 0,0 0 0 0 0,0 0 0 0 0,0 0 0 0 0,-1 0 0 0 0,1 1 0 0 0,-3-5 0 0 0,3 7 621 0 0,0 3-573 0 0,-1 3-70 0 0,1 0-1 0 0,-1 0 0 0 0,1 0 1 0 0,1 1-1 0 0,-1-1 0 0 0,1 0 1 0 0,-1 1-1 0 0,2 5 0 0 0,6 48 77 0 0,-4-43-57 0 0,0 9-5 0 0,2 0 0 0 0,1 0 0 0 0,1 0 0 0 0,15 33 0 0 0,-13-37 3 0 0,23 37-1 0 0,-28-52-76 0 0,0-1 1 0 0,0 0-1 0 0,0 0 0 0 0,1 0 0 0 0,0 0 1 0 0,-1-1-1 0 0,2 0 0 0 0,-1 0 0 0 0,0 0 1 0 0,1-1-1 0 0,6 4 0 0 0,-10-7-223 0 0,0 0 1 0 0,1 0-1 0 0,-1 1 0 0 0,0-2 1 0 0,0 1-1 0 0,0 0 0 0 0,0 0 0 0 0,0 0 1 0 0,0-1-1 0 0,0 0 0 0 0,0 1 1 0 0,0-1-1 0 0,0 0 0 0 0,0 0 1 0 0,0 0-1 0 0,-1 0 0 0 0,1 0 0 0 0,3-2 1 0 0,5-6-2678 0 0,0-1-5983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01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23063 0 0,'0'0'2092'0'0,"2"1"-1679"0"0,8 2-157 0 0,-8-2 7 0 0,0-1 1 0 0,59 11 2300 0 0,82 25 0 0 0,-141-35-2557 0 0,-1-1 0 0 0,1 1 0 0 0,0-1 0 0 0,-1 1 0 0 0,1 0 0 0 0,0-1 0 0 0,-1 1 0 0 0,1 0 0 0 0,-1 0 0 0 0,1 0 0 0 0,-1 1 0 0 0,1-1 0 0 0,-1 0 0 0 0,0 0 0 0 0,0 1 0 0 0,0-1 0 0 0,0 1 0 0 0,0-1 0 0 0,0 1 0 0 0,1 2 0 0 0,-1-2 2 0 0,-1 0 0 0 0,1 0 0 0 0,-1 1 0 0 0,0-1 0 0 0,0 0 0 0 0,0 0 0 0 0,0 1 0 0 0,-1-1 0 0 0,1 0-1 0 0,0 0 1 0 0,-1 0 0 0 0,0 1 0 0 0,1-1 0 0 0,-2 2 0 0 0,-4 7 77 0 0,0 0 0 0 0,-1 0 0 0 0,0-1-1 0 0,-14 15 1 0 0,19-22-44 0 0,-48 58 289 0 0,49-59-278 0 0,0 2 11 0 0,0-2-7 0 0,3-1-30 0 0,-1 0-27 0 0,1 1 0 0 0,0-1 1 0 0,-1 1-1 0 0,1-1 0 0 0,0 0 0 0 0,0 0 1 0 0,0 0-1 0 0,0 0 0 0 0,0 0 0 0 0,0 0 1 0 0,1-1-1 0 0,-1 1 0 0 0,0-1 0 0 0,0 1 1 0 0,0-1-1 0 0,4 0 0 0 0,-1 1 0 0 0,17 0-53 0 0,-1-1 0 0 0,1-1 0 0 0,37-6 0 0 0,-13 1-102 0 0,-37 6-55 0 0,5-2-866 0 0,27 1 0 0 0,-27 1-459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02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2303 0 0,'0'0'24437'0'0,"1"1"-23623"0"0,4 0-656 0 0,-1 1-1 0 0,1 0 1 0 0,-1-1 0 0 0,1 0 0 0 0,0 0 0 0 0,-1-1-1 0 0,1 1 1 0 0,0-1 0 0 0,7-1 0 0 0,48-7 1926 0 0,-23 2-1509 0 0,7 1-1184 0 0,83 1 1 0 0,-123 4-18 0 0,14 2 313 0 0,-9 3-5840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02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12 11055 0 0,'-8'3'15275'0'0,"10"-2"-14726"0"0,2 1-331 0 0,1-1 0 0 0,0 1 0 0 0,0-1 0 0 0,0 0 0 0 0,1 0 0 0 0,8 1 0 0 0,37-2 825 0 0,-28 0-799 0 0,90-10 195 0 0,-15 0-1064 0 0,-44 7-3429 0 0,-39 2-1029 0 0,6-1-3687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03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13823 0 0,'0'0'12328'0'0,"3"1"-11457"0"0,25 13 44 0 0,0 0 0 0 0,-1 2 1 0 0,-1 1-1 0 0,25 20 0 0 0,-17-12-738 0 0,30 19 3 0 0,70 37 1 0 0,-98-63-955 0 0,0-1 0 0 0,2-1 0 0 0,70 18 0 0 0,-80-30-886 0 0,-18-3-920 0 0,0 1-3938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03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487 1 18719 0 0,'0'0'2098'0'0,"-5"7"-795"0"0,-33 58 3580 0 0,5-4-3279 0 0,-88 109 376 0 0,97-141-1823 0 0,-1-1 0 0 0,-2-1 0 0 0,-48 37 0 0 0,41-40-917 0 0,-69 37 0 0 0,101-61-244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04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 5063 0 0,'-1'0'390'0'0,"-12"1"-843"0"0,-21 7 23893 0 0,50-3-22621 0 0,-5-2-568 0 0,-1-1-1 0 0,0 0 0 0 0,0 0 1 0 0,1-1-1 0 0,15 0 1 0 0,4-3-90 0 0,-17 1-125 0 0,1 0 0 0 0,0 0 0 0 0,-1 1 0 0 0,26 4 0 0 0,-39-4-36 0 0,1 0 0 0 0,0 1 0 0 0,0-1 0 0 0,-1 0 0 0 0,1 0 0 0 0,0 0 0 0 0,-1 1 0 0 0,1-1 0 0 0,0 0 0 0 0,-1 1 0 0 0,1-1 0 0 0,0 0 0 0 0,-1 1 0 0 0,1-1 0 0 0,-1 1 0 0 0,1-1 0 0 0,-1 1 0 0 0,1-1 0 0 0,-1 1 0 0 0,1-1 0 0 0,-1 1 0 0 0,0 0 0 0 0,1-1 0 0 0,-1 1 0 0 0,0 0 0 0 0,1-1 0 0 0,-1 1 0 0 0,0 0 0 0 0,0-1 0 0 0,0 1 0 0 0,0 0 0 0 0,1 0 0 0 0,-1-1 0 0 0,0 1 0 0 0,0 0 0 0 0,0-1 0 0 0,-1 1 0 0 0,1 0 0 0 0,0 0 0 0 0,0-1 0 0 0,0 1 0 0 0,0 0 0 0 0,-1-1 0 0 0,1 1 0 0 0,0 0 0 0 0,-1-1 0 0 0,1 1 0 0 0,0 0 0 0 0,-2 0 0 0 0,2 0 0 0 0,-3 5 4 0 0,-1-1 0 0 0,1 0 0 0 0,-1 0 0 0 0,0 0 0 0 0,-1 0 0 0 0,1 0 0 0 0,-1-1 0 0 0,-5 4 0 0 0,-46 29 112 0 0,28-20-60 0 0,15-9 19 0 0,-3 2 137 0 0,1 1 1 0 0,-23 19-1 0 0,37-29-132 0 0,1 1 0 0 0,0-2-78 0 0,0 1 0 0 0,-1-1 0 0 0,1 1 0 0 0,0-1 1 0 0,0 1-1 0 0,0-1 0 0 0,0 1 0 0 0,0-1 0 0 0,0 1 0 0 0,0-1 0 0 0,0 1 0 0 0,0 0 0 0 0,0-1 1 0 0,0 1-1 0 0,1-1 0 0 0,-1 0 0 0 0,0 1 0 0 0,0-1 0 0 0,0 1 0 0 0,1-1 0 0 0,-1 1 0 0 0,0-1 1 0 0,1 1-1 0 0,-1-1 0 0 0,0 0 0 0 0,1 1 0 0 0,-1-1 0 0 0,0 0 0 0 0,1 1 0 0 0,-1-1 0 0 0,1 0 1 0 0,-1 1-1 0 0,0-1 0 0 0,1 0 0 0 0,-1 0 0 0 0,2 1 0 0 0,-1-1 0 0 0,2 2-6 0 0,1 0 0 0 0,0 0 0 0 0,0 0-1 0 0,0 0 1 0 0,0-1 0 0 0,1 0 0 0 0,-1 0 0 0 0,0 0 0 0 0,0 0-1 0 0,1-1 1 0 0,4 1 0 0 0,9-1-46 0 0,24-4 0 0 0,-34 3 35 0 0,12-2-389 0 0,-1-1 0 0 0,25-8 0 0 0,-9 0-6792 0 0,-28 10 4324 0 0,8-2-6107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07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76 5063 0 0,'0'0'232'0'0,"-1"-3"-13"0"0,-3-38 374 0 0,4 40 91 0 0,0 0 0 0 0,0 0 0 0 0,0-1 0 0 0,0 1 0 0 0,0 0 0 0 0,0 0 0 0 0,0 0 0 0 0,0 0 0 0 0,-1 0-1 0 0,1 0 1 0 0,0 0 0 0 0,-1 0 0 0 0,1 0 0 0 0,-1 0 0 0 0,-4 3 4348 0 0,4-2-4637 0 0,1 1 0 0 0,0-1 1 0 0,0 1-1 0 0,-1-1 0 0 0,1 1 0 0 0,0-1 1 0 0,0 1-1 0 0,0-1 0 0 0,0 2 0 0 0,-7 20 3900 0 0,3-3-5370 0 0,2-1 1209 0 0,0 1 0 0 0,2 0 0 0 0,0 0 1 0 0,1 0-1 0 0,1-1 0 0 0,1 1 0 0 0,0-1 0 0 0,2 1 1 0 0,0-1-1 0 0,1 0 0 0 0,0-1 0 0 0,2 1 1 0 0,0-2-1 0 0,16 26 0 0 0,-16-31-114 0 0,0-1-1 0 0,0-1 1 0 0,1 0-1 0 0,1 0 1 0 0,-1 0-1 0 0,22 13 1 0 0,-25-18-66 0 0,1 0 0 0 0,0 0 1 0 0,0-1-1 0 0,0 1 1 0 0,1-2-1 0 0,-1 1 1 0 0,1-1-1 0 0,0 0 0 0 0,-1-1 1 0 0,1 0-1 0 0,0 0 1 0 0,10-1-1 0 0,-16 0 30 0 0,1 0 0 0 0,-1-1-1 0 0,0 1 1 0 0,0-1 0 0 0,1 0 0 0 0,-1 1 0 0 0,0-1-1 0 0,0 0 1 0 0,0-1 0 0 0,0 1 0 0 0,0 0-1 0 0,0 0 1 0 0,0-1 0 0 0,0 1 0 0 0,-1-1 0 0 0,1 0-1 0 0,-1 0 1 0 0,1 1 0 0 0,-1-1 0 0 0,1 0-1 0 0,-1 0 1 0 0,0 0 0 0 0,0 0 0 0 0,0-1 0 0 0,0 1-1 0 0,0 0 1 0 0,0-3 0 0 0,2-8-116 0 0,-1 1 0 0 0,0-1 0 0 0,0-24 0 0 0,-1 18 90 0 0,9-271 42 0 0,-12 251 501 0 0,1 33-88 0 0,4 26-191 0 0,-1-11-181 0 0,1 22 135 0 0,2 0 0 0 0,1 0-1 0 0,20 58 1 0 0,-13-58-49 0 0,28 50 1 0 0,-36-72-330 0 0,1-1 0 0 0,-1 0 1 0 0,1 0-1 0 0,0-1 0 0 0,1 0 1 0 0,0 0-1 0 0,0-1 0 0 0,0 1 0 0 0,1-1 1 0 0,14 7-1 0 0,-8-7-1912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07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215 174 13823 0 0,'0'0'630'0'0,"2"-8"211"0"0,-1 0-54 0 0,0 0 0 0 0,0 0 1 0 0,-1 0-1 0 0,0 0 0 0 0,0 0 1 0 0,-1 0-1 0 0,0 0 0 0 0,-3-12 0 0 0,3 15-524 0 0,-1 0-1 0 0,0 0 0 0 0,0 0 0 0 0,0 1 0 0 0,0-1 0 0 0,-1 0 0 0 0,0 1 0 0 0,0 0 0 0 0,0 0 1 0 0,-1 0-1 0 0,1 0 0 0 0,-1 0 0 0 0,0 0 0 0 0,-4-2 0 0 0,4 4-214 0 0,1 0 1 0 0,-1 0-1 0 0,0 1 1 0 0,0-1-1 0 0,0 1 0 0 0,0 0 1 0 0,0 0-1 0 0,0 0 0 0 0,0 1 1 0 0,0-1-1 0 0,0 1 0 0 0,0 0 1 0 0,0 0-1 0 0,0 1 0 0 0,0-1 1 0 0,-1 1-1 0 0,1 0 0 0 0,0 0 1 0 0,1 0-1 0 0,-1 1 1 0 0,-7 3-1 0 0,6-3 12 0 0,0 1 0 0 0,0-1-1 0 0,0 1 1 0 0,0 1 0 0 0,1-1 0 0 0,-1 1 0 0 0,1 0 0 0 0,0 0-1 0 0,0 0 1 0 0,1 0 0 0 0,-1 1 0 0 0,1-1 0 0 0,0 1 0 0 0,0 0 0 0 0,-3 7-1 0 0,5-9-39 0 0,0 1-1 0 0,0 0 1 0 0,0-1-1 0 0,1 1 1 0 0,-1 0-1 0 0,1-1 1 0 0,0 1-1 0 0,0 0 1 0 0,0-1-1 0 0,1 1 1 0 0,-1 0-1 0 0,1-1 1 0 0,0 1-1 0 0,0-1 1 0 0,2 6-1 0 0,-3-8-15 0 0,1 1-1 0 0,-1-1 0 0 0,1 0 1 0 0,-1 0-1 0 0,1 0 0 0 0,0 1 0 0 0,-1-1 1 0 0,1 0-1 0 0,0 0 0 0 0,0 0 1 0 0,0 0-1 0 0,0 0 0 0 0,0 0 1 0 0,0 0-1 0 0,0-1 0 0 0,0 1 0 0 0,0 0 1 0 0,3 1-1 0 0,0 0 1 0 0,1 1-4 0 0,-1 0 0 0 0,0-1 0 0 0,0 0 0 0 0,0 1 0 0 0,0-2 0 0 0,1 1 0 0 0,-1 0 0 0 0,0-1 0 0 0,1 0 0 0 0,0 0 0 0 0,5 1 0 0 0,15 2 11 0 0,-23-4 759 0 0,0 2-720 0 0,1-1-1 0 0,-1 1 0 0 0,0-1 0 0 0,1 1 0 0 0,-1 0 0 0 0,0 0 0 0 0,0 0 0 0 0,2 2 1 0 0,-3-3-10 0 0,34 35 86 0 0,-1 2 0 0 0,-2 2 0 0 0,35 55 0 0 0,-54-73-127 0 0,0 0 0 0 0,10 28 0 0 0,-20-43 3 0 0,0 1-1 0 0,-1 0 0 0 0,1 1 0 0 0,-2-1 0 0 0,1 0 1 0 0,-1 1-1 0 0,-1-1 0 0 0,1 1 0 0 0,-1-1 1 0 0,-2 13-1 0 0,1-18 3 0 0,1 0 1 0 0,-1 1 0 0 0,0-1-1 0 0,0 0 1 0 0,-1 0 0 0 0,1 0-1 0 0,-1 0 1 0 0,1 0-1 0 0,-1 0 1 0 0,0-1 0 0 0,0 1-1 0 0,0 0 1 0 0,0-1 0 0 0,-1 0-1 0 0,-4 5 1 0 0,2-4 4 0 0,1-1-1 0 0,-1 1 1 0 0,0-1 0 0 0,0 0 0 0 0,0 0-1 0 0,0 0 1 0 0,0-1 0 0 0,0 1 0 0 0,-7 0 0 0 0,0-1-7 0 0,-1-1 0 0 0,1 0 1 0 0,-1 0-1 0 0,1-1 1 0 0,-1-1-1 0 0,1 0 1 0 0,-23-7-1 0 0,14 2-425 0 0,-25-12-1 0 0,40 16-99 0 0,-1-1 0 0 0,1 1 0 0 0,0-1 0 0 0,0-1-1 0 0,0 1 1 0 0,1-1 0 0 0,-10-10 0 0 0,7 1-1469 0 0,3-1-64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08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13359 0 0,'-1'1'9940'0'0,"-4"53"-4074"0"0,4-29-5311 0 0,3 33 0 0 0,22 111-664 0 0,-10-97-3209 0 0,-12-64 2578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08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0 389 13359 0 0,'2'1'3840'0'0,"24"0"2849"0"0,18-7-3382 0 0,-10 2-2631 0 0,76-3-273 0 0,15-1-1954 0 0,-42-1-6923 0 0,-51 4 608 0 0</inkml:trace>
  <inkml:trace contextRef="#ctx0" brushRef="#br0" timeOffset="1">1009 0 21423 0 0,'0'0'1943'0'0,"-7"5"-782"0"0,-14 13 1312 0 0,-33 34-1 0 0,-42 69-613 0 0,81-99-1694 0 0,1 1 1 0 0,1 0-1 0 0,1 1 0 0 0,1 0 1 0 0,-12 39-1 0 0,18-46-153 0 0,1 1-1 0 0,1-1 1 0 0,0 1 0 0 0,1 0 0 0 0,1-1-1 0 0,1 1 1 0 0,0 0 0 0 0,2 0 0 0 0,3 20-1 0 0,-3-28-64 0 0,0-1 0 0 0,1 0 0 0 0,1 0 1 0 0,-1 0-1 0 0,1-1 0 0 0,1 1 0 0 0,-1-1 0 0 0,1 0 0 0 0,1 0 0 0 0,0 0 0 0 0,11 11 0 0 0,-11-14-213 0 0,-1 0 0 0 0,1-1 0 0 0,0 1 0 0 0,0-1 0 0 0,1-1 0 0 0,-1 1 0 0 0,1-1 0 0 0,-1 0 0 0 0,1 0 0 0 0,0-1 0 0 0,0 0 0 0 0,1 0 0 0 0,-1-1-1 0 0,0 0 1 0 0,14 0 0 0 0,0-2-1960 0 0,-1-2-4082 0 0,0-4-1899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09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7831 0 0,'0'0'18000'0'0,"0"2"-17139"0"0,-6 22 222 0 0,2 1 0 0 0,1 0 0 0 0,-1 28 0 0 0,5-21-1035 0 0,0 0 0 0 0,2 0 0 0 0,1-1-1 0 0,11 38 1 0 0,-12-58-318 0 0,0-1-1 0 0,8 17 1 0 0,6 0-3810 0 0</inkml:trace>
  <inkml:trace contextRef="#ctx0" brushRef="#br0" timeOffset="1">179 234 9215 0 0,'0'0'15715'0'0,"2"0"-14839"0"0,53-14 2686 0 0,34 2-2867 0 0,-25 4-1198 0 0,-22 2-2497 0 0,-21 2-6609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09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5063 0 0,'0'0'232'0'0,"15"-33"19868"0"0,-13 32-19657 0 0,-1 1 0 0 0,1 0 1 0 0,0 0-1 0 0,-1 0 0 0 0,1 0 0 0 0,-1 1 0 0 0,1-1 1 0 0,0 0-1 0 0,-1 1 0 0 0,1-1 0 0 0,-1 1 0 0 0,3 0 1 0 0,5 4-417 0 0,-1-1 0 0 0,0 2 1 0 0,12 8-1 0 0,-18-13 527 0 0,43 38-266 0 0,-2 1-1 0 0,52 63 1 0 0,-26-28-485 0 0,-59-66-167 0 0,0 0 0 0 0,0-1 0 0 0,0 0 1 0 0,16 8-1 0 0,-24-15-296 0 0,4 3-802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09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0 22807 0 0,'0'0'2063'0'0,"-1"1"-1695"0"0,-10 18-48 0 0,-28 41 2074 0 0,-6 3-630 0 0,-18 23-885 0 0,36-52-816 0 0,13-16-351 0 0,-1 0 1 0 0,0 0-1 0 0,-23 18 0 0 0,35-34-251 0 0,-6 5 236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10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0 526 3679 0 0,'2'1'284'0'0,"1"0"224"0"0,0 0 0 0 0,1 0 0 0 0,-1-1 0 0 0,0 1-1 0 0,1-1 1 0 0,-1 1 0 0 0,1-1 0 0 0,-1 0-1 0 0,1-1 1 0 0,4 0 0 0 0,4 0 2464 0 0,53-4 8140 0 0,26 0-6819 0 0,-77 5-3973 0 0,-1 0 0 0 0,1 2 1 0 0,-1 0-1 0 0,24 6 0 0 0,-35-7-283 0 0,-1-1 1 0 0,1 1-1 0 0,-1-1 0 0 0,1 1 1 0 0,-1 0-1 0 0,1 0 0 0 0,-1 0 1 0 0,2 2-1 0 0,-1-2 130 0 0,3 8 298 0 0,-5-5-420 0 0,0-1 0 0 0,0 0 0 0 0,0 0 0 0 0,0 0 0 0 0,-1 0 0 0 0,1 0 0 0 0,-1 0 0 0 0,1 0 0 0 0,-1 0 0 0 0,0-1 0 0 0,0 1 0 0 0,-1 0 0 0 0,1 0 0 0 0,-1-1 0 0 0,1 1 0 0 0,-4 4 0 0 0,-4 4 136 0 0,-1-1-1 0 0,-16 15 0 0 0,16-16-121 0 0,1 0 0 0 0,-10 11 0 0 0,13-14-24 0 0,5-4-27 0 0,-1-1 0 0 0,1 1-1 0 0,0-1 1 0 0,0 1 0 0 0,-1 0 0 0 0,1 0 0 0 0,0-1-1 0 0,0 1 1 0 0,-1 3 0 0 0,1 2 4 0 0,3 6-12 0 0,2-9 0 0 0,-3-4 0 0 0,2 3-14 0 0,1-1 1 0 0,-1 0-1 0 0,1 0 0 0 0,0 0 1 0 0,-1-1-1 0 0,1 1 0 0 0,0-1 1 0 0,0 0-1 0 0,0 0 0 0 0,0 0 0 0 0,0-1 1 0 0,0 1-1 0 0,0-1 0 0 0,0 0 1 0 0,0 0-1 0 0,6-1 0 0 0,5-1-186 0 0,-1 0 0 0 0,1-1 0 0 0,15-6 0 0 0,-20 6-332 0 0,-1-1 0 0 0,1 0 1 0 0,-1 0-1 0 0,0-1 0 0 0,-1 0 1 0 0,1-1-1 0 0,-1 0 0 0 0,0 0 1 0 0,0 0-1 0 0,-1-1 0 0 0,10-12 1 0 0,-1-3-1416 0 0</inkml:trace>
  <inkml:trace contextRef="#ctx0" brushRef="#br0" timeOffset="1">379 1 5983 0 0,'-24'6'14650'0'0,"23"-5"-14040"0"0,1 0-300 0 0,0 0 1 0 0,-1 0 0 0 0,1 0 0 0 0,0 0-1 0 0,0 0 1 0 0,-1 1 0 0 0,1-1-1 0 0,0 0 1 0 0,0 0 0 0 0,0 0 0 0 0,0 0-1 0 0,0 0 1 0 0,1 0 0 0 0,-1 1 0 0 0,1 3-50 0 0,1-1 1 0 0,-1 0 0 0 0,1 0-1 0 0,0 0 1 0 0,4 7 0 0 0,4 2 341 0 0,1-1-1 0 0,0 0 1 0 0,1 0 0 0 0,16 12 0 0 0,58 38-225 0 0,-24-19-85 0 0,-29-18-242 0 0,0 2 0 0 0,-2 1-1 0 0,-1 2 1 0 0,27 34 0 0 0,-42-45-29 0 0,-1 1 1 0 0,-1 1-1 0 0,0 0 1 0 0,-2 1-1 0 0,0 0 1 0 0,-2 1-1 0 0,0 0 1 0 0,7 32-1 0 0,-14-42-160 0 0,0 0 0 0 0,0 0-1 0 0,-1 0 1 0 0,0 0 0 0 0,-2 0 0 0 0,1 1-1 0 0,-1-1 1 0 0,-5 19 0 0 0,5-26 72 0 0,-1-1-1 0 0,1 0 1 0 0,-1 0-1 0 0,0 0 1 0 0,-1 0-1 0 0,1 0 1 0 0,-1 0-1 0 0,0-1 1 0 0,0 1-1 0 0,0-1 1 0 0,-1 0-1 0 0,1 0 1 0 0,-1 0-1 0 0,0-1 1 0 0,0 1-1 0 0,-1-1 1 0 0,1 0-1 0 0,-1 0 1 0 0,1 0-1 0 0,-1-1 1 0 0,0 1-1 0 0,0-1 1 0 0,-7 2-1 0 0,10-4-200 0 0,0 1 1 0 0,0-1-1 0 0,0 0 1 0 0,0 0-1 0 0,0 0 1 0 0,0 0-1 0 0,0 0 0 0 0,0 0 1 0 0,0 0-1 0 0,0-1 1 0 0,0 1-1 0 0,0-1 1 0 0,0 1-1 0 0,-3-2 0 0 0,-3-1-1494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10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1 21623 0 0,'0'0'1959'0'0,"-2"1"-1485"0"0,-6 6 324 0 0,1 0 0 0 0,-1 0 0 0 0,1 0 0 0 0,0 1-1 0 0,1 1 1 0 0,-8 11 0 0 0,9-11-605 0 0,1 0 0 0 0,0 0-1 0 0,0 0 1 0 0,1 1 0 0 0,0 0 0 0 0,1-1 0 0 0,0 1 0 0 0,0 0-1 0 0,1 0 1 0 0,1 0 0 0 0,0 12 0 0 0,0-14-194 0 0,1 1-1 0 0,0-1 0 0 0,1 1 1 0 0,0-1-1 0 0,0 1 1 0 0,1-1-1 0 0,0 0 1 0 0,0 0-1 0 0,1-1 1 0 0,0 1-1 0 0,1 0 1 0 0,-1-1-1 0 0,1 0 1 0 0,1 0-1 0 0,10 10 1 0 0,-11-12-51 0 0,1 0 0 0 0,-1-1-1 0 0,1 0 1 0 0,0 0 0 0 0,1 0 0 0 0,-1-1 0 0 0,1 0-1 0 0,-1 0 1 0 0,1-1 0 0 0,0 0 0 0 0,0 0 0 0 0,0 0-1 0 0,0-1 1 0 0,0 0 0 0 0,0-1 0 0 0,1 1 0 0 0,-1-1-1 0 0,0-1 1 0 0,9 0 0 0 0,-11-1 36 0 0,0 1 0 0 0,0-1 1 0 0,0 0-1 0 0,-1 0 0 0 0,1 0 0 0 0,-1-1 1 0 0,1 0-1 0 0,-1 0 0 0 0,0 0 0 0 0,0 0 0 0 0,0-1 1 0 0,-1 1-1 0 0,1-1 0 0 0,-1 0 0 0 0,0 0 0 0 0,0 0 1 0 0,0-1-1 0 0,2-4 0 0 0,6-11-63 0 0,-1 0 1 0 0,11-37-1 0 0,-15 39 83 0 0,37-121 144 0 0,-42 122 77 0 0,-1 15 899 0 0,0 4-1028 0 0,-2 16-27 0 0,0 1 0 0 0,1-1 0 0 0,1 0-1 0 0,1 1 1 0 0,1-1 0 0 0,0 1 0 0 0,2-1 0 0 0,7 27-1 0 0,-6-29-102 0 0,1-1-1 0 0,1 1 1 0 0,0-1 0 0 0,0 0-1 0 0,2-1 1 0 0,0 0-1 0 0,1 0 1 0 0,0-1-1 0 0,21 21 1 0 0,-26-29-412 0 0,0-1 1 0 0,1 0-1 0 0,0-1 0 0 0,-1 1 1 0 0,1-1-1 0 0,0 0 0 0 0,1-1 0 0 0,-1 1 1 0 0,1-1-1 0 0,11 2 0 0 0,-6-2-1659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11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68 20471 0 0,'0'0'1855'0'0,"4"-7"-897"0"0,-3 5-668 0 0,0 0 0 0 0,0 0-1 0 0,-1 0 1 0 0,1 0-1 0 0,-1 0 1 0 0,1 0-1 0 0,-1 0 1 0 0,0 0-1 0 0,0-1 1 0 0,0 1 0 0 0,0 0-1 0 0,0 0 1 0 0,-1 0-1 0 0,1 0 1 0 0,-1 0-1 0 0,1 0 1 0 0,-2-4-1 0 0,1 5-199 0 0,-1 0-1 0 0,1 0 0 0 0,0-1 0 0 0,-1 1 0 0 0,1 0 0 0 0,-1 0 0 0 0,1 0 1 0 0,-1 0-1 0 0,0 1 0 0 0,0-1 0 0 0,1 0 0 0 0,-1 1 0 0 0,0-1 0 0 0,0 1 0 0 0,-2-1 1 0 0,-3 0 41 0 0,2-1-82 0 0,-1 1 0 0 0,0 0-1 0 0,1 1 1 0 0,-1-1 0 0 0,0 1 0 0 0,0 0 0 0 0,1 1 0 0 0,-1 0 0 0 0,0-1 0 0 0,1 2 0 0 0,-1-1 0 0 0,1 1 0 0 0,-1 0 0 0 0,-9 4-1 0 0,9-3-16 0 0,1 0-1 0 0,0 0 0 0 0,0 0 0 0 0,0 0 0 0 0,0 1 1 0 0,0 0-1 0 0,1 0 0 0 0,0 0 0 0 0,0 0 0 0 0,0 1 0 0 0,0-1 1 0 0,0 1-1 0 0,1 0 0 0 0,-3 7 0 0 0,5-8-28 0 0,-1 0 0 0 0,1 0 0 0 0,0 1-1 0 0,1-1 1 0 0,-1 1 0 0 0,1-1 0 0 0,0 0 0 0 0,0 1 0 0 0,0-1 0 0 0,2 9-1 0 0,2 3-21 0 0,8 24 0 0 0,-9-33 39 0 0,7 21 124 0 0,2-1-1 0 0,18 29 1 0 0,-13-26-55 0 0,-15-25-152 0 0,6 10 114 0 0,0 0 1 0 0,5 18 0 0 0,-11-29-333 0 0,-1 0 1 0 0,0 0 0 0 0,0 1-1 0 0,0-1 1 0 0,-1 0 0 0 0,1 0-1 0 0,-1 0 1 0 0,0 0 0 0 0,0 1-1 0 0,-1-1 1 0 0,1 0 0 0 0,-1 0-1 0 0,-2 8 1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11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11519 0 0,'2'0'11604'0'0,"28"-7"-5797"0"0,-20 4-5367 0 0,1 1 0 0 0,11-2 0 0 0,276-11 412 0 0,-242 13-2684 0 0,-35 2-5352 0 0,-2 1-2319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27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42 2759 0 0,'-9'2'248'0'0,"-18"-7"20768"0"0,68-1-16751 0 0,223-8-2058 0 0,-232 12-3262 0 0,33-8-1 0 0,-25 3 142 0 0,-38 7 40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28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 14543 0 0,'-2'1'663'0'0,"-25"14"2529"0"0,27-13-1933 0 0,0 7-45 0 0,0-7 649 0 0,3-1-999 0 0,8 3-469 0 0,0 0 1 0 0,1-1 0 0 0,-1-1 0 0 0,1 0-1 0 0,-1 0 1 0 0,1-1 0 0 0,-1-1-1 0 0,20-1 1 0 0,11-4 199 0 0,45-10 1 0 0,9-2-246 0 0,-58 12-355 0 0,-17 4-2005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28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0 11055 0 0,'-15'8'15825'0'0,"13"-3"-18094"0"0,-4 15 3093 0 0,1 0 1 0 0,1 1-1 0 0,-3 33 0 0 0,5 63 323 0 0,2-86-964 0 0,6 63 125 0 0,-3-68-268 0 0,-2-20-68 0 0,0 1 0 0 0,0-1 0 0 0,1 0 0 0 0,4 11 0 0 0,-5-15-91 0 0,7 7-856 0 0,-7-9 900 0 0,-1 1 1 0 0,1-1-1 0 0,-1 0 0 0 0,1 0 0 0 0,0 1 0 0 0,-1-1 0 0 0,1 0 0 0 0,0 0 0 0 0,-1 0 0 0 0,1 0 0 0 0,-1 0 0 0 0,1 0 0 0 0,0 0 0 0 0,-1 0 0 0 0,1 0 1 0 0,0 0-1 0 0,-1 0 0 0 0,1-1 0 0 0,0 1 0 0 0,-1 0 0 0 0,1 0 0 0 0,0-1 0 0 0,0 1-148 0 0,4-2-396 0 0,0 1 0 0 0,0-1 0 0 0,-1 0 0 0 0,1-1 0 0 0,-1 1 0 0 0,1-1 0 0 0,-1 0 1 0 0,0 0-1 0 0,0 0 0 0 0,4-4 0 0 0,8-9-1396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28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13823 0 0,'1'0'11848'0'0,"7"2"-11168"0"0,12-1-70 0 0,-1 0 0 0 0,1-1 0 0 0,0 0 0 0 0,21-5 0 0 0,5 1-341 0 0,-25 3-217 0 0,2-2-18 0 0,0 2 0 0 0,0 1 0 0 0,0 0 1 0 0,0 2-1 0 0,22 5 0 0 0,-41-7-21 0 0,0 2-1 0 0,-1-1 1 0 0,1 0-1 0 0,-1 1 1 0 0,1-1-1 0 0,-1 1 1 0 0,0 0-1 0 0,0 0 1 0 0,1 1-1 0 0,-1-1 1 0 0,-1 1-1 0 0,1-1 1 0 0,0 1 0 0 0,-1 0-1 0 0,1 0 1 0 0,-1 0-1 0 0,0 0 1 0 0,0 0-1 0 0,0 1 1 0 0,0-1-1 0 0,-1 1 1 0 0,1-1-1 0 0,-1 1 1 0 0,0-1-1 0 0,0 1 1 0 0,-1 0 0 0 0,1 0-1 0 0,0 5 1 0 0,-1 9 119 0 0,0 0 0 0 0,-1 0 1 0 0,-1 0-1 0 0,-7 30 0 0 0,8-39-85 0 0,-61 253 590 0 0,56-245-865 0 0,6-16-170 0 0,-1 0 80 0 0,1-1-1 0 0,-1 1 1 0 0,1 0 0 0 0,-1-1 0 0 0,0 1 0 0 0,1-1 0 0 0,-1 1 0 0 0,0-1 0 0 0,1 1-1 0 0,-1-1 1 0 0,0 0 0 0 0,0 1 0 0 0,1-1 0 0 0,-3 1 0 0 0,2-2-48 0 0,-1 1 1 0 0,1-1-1 0 0,0 0 0 0 0,-1 0 1 0 0,1 0-1 0 0,0 0 0 0 0,-1 0 1 0 0,-1-2-1 0 0,-5-5-1966 0 0</inkml:trace>
  <inkml:trace contextRef="#ctx0" brushRef="#br0" timeOffset="1">133 270 7831 0 0,'2'1'8576'0'0,"11"2"-5348"0"0,0 0 0 0 0,20 1 0 0 0,29-3 89 0 0,64-13-4342 0 0,-80 6 1734 0 0,0-1-3163 0 0,85-22-1 0 0,-102 19 687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29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2 13359 0 0,'0'0'1027'0'0,"-13"-1"-335"0"0,5 1 951 0 0,0 0 1 0 0,0 1-1 0 0,0 1 1 0 0,0-1-1 0 0,-9 4 0 0 0,7-1-689 0 0,-1 0 0 0 0,1 1-1 0 0,-13 7 1 0 0,11-4-668 0 0,-1 1-1 0 0,1 1 0 0 0,0-1 1 0 0,1 2-1 0 0,-17 19 1 0 0,25-26-266 0 0,0 0 1 0 0,0 0-1 0 0,0 1 1 0 0,1-1-1 0 0,0 1 1 0 0,0-1-1 0 0,0 1 1 0 0,0 0-1 0 0,1-1 1 0 0,-1 1-1 0 0,1 0 1 0 0,0 6-1 0 0,0-8-12 0 0,2 0-1 0 0,-1-1 1 0 0,0 1-1 0 0,0-1 1 0 0,1 1-1 0 0,-1-1 1 0 0,1 1-1 0 0,0-1 1 0 0,0 0-1 0 0,0 1 1 0 0,0-1-1 0 0,0 0 1 0 0,0 1-1 0 0,1-1 1 0 0,-1 0-1 0 0,1 0 1 0 0,-1 0-1 0 0,1 0 1 0 0,0-1-1 0 0,0 1 1 0 0,0 0-1 0 0,0-1 1 0 0,0 1-1 0 0,0-1 1 0 0,4 2-1 0 0,4 1-28 0 0,0 0 0 0 0,0-1 1 0 0,1-1-1 0 0,-1 1 0 0 0,1-2 0 0 0,0 1 1 0 0,21-1-1 0 0,-8 0-8 0 0,-13-1 2 0 0,-1 0 0 0 0,1 0 0 0 0,-1-1 0 0 0,0-1-1 0 0,1 0 1 0 0,-1 0 0 0 0,0-1 0 0 0,10-5 0 0 0,-14 6 13 0 0,-1 0 1 0 0,0 0 0 0 0,0-1 0 0 0,0 0 0 0 0,0 0-1 0 0,0-1 1 0 0,0 1 0 0 0,-1-1 0 0 0,0 0 0 0 0,0 0-1 0 0,0 0 1 0 0,0-1 0 0 0,-1 1 0 0 0,1-1-1 0 0,-1 0 1 0 0,3-6 0 0 0,-5 7-41 0 0,0 1 1 0 0,1-1-1 0 0,-1 0 0 0 0,0 0 1 0 0,-1 1-1 0 0,1-1 0 0 0,-1 0 1 0 0,0 0-1 0 0,0 0 1 0 0,0 0-1 0 0,0 0 0 0 0,-1 0 1 0 0,1 1-1 0 0,-1-1 0 0 0,0 0 1 0 0,0 0-1 0 0,0 1 0 0 0,-3-6 1 0 0,2 6-31 0 0,-1-1 0 0 0,1 1 1 0 0,-1 0-1 0 0,1-1 0 0 0,-1 1 0 0 0,0 0 1 0 0,0 1-1 0 0,-1-1 0 0 0,1 0 0 0 0,-1 1 1 0 0,1 0-1 0 0,-1 0 0 0 0,0 0 1 0 0,1 0-1 0 0,-1 1 0 0 0,-8-3 0 0 0,6 3-457 0 0,-1 0-1 0 0,1 0 0 0 0,-1 0 0 0 0,0 1 0 0 0,0 0 0 0 0,1 0 0 0 0,-1 1 1 0 0,0 0-1 0 0,-7 1 0 0 0,-8 4-1469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29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21 7367 0 0,'0'0'568'0'0,"-16"2"5883"0"0,9-1-4441 0 0,1 1 0 0 0,0 0-1 0 0,-10 5 1 0 0,-17 12 1639 0 0,-27 30-1922 0 0,41-33-716 0 0,-12 10-190 0 0,-51 46 799 0 0,73-62-1443 0 0,-1 0-1 0 0,2 0 0 0 0,-1 1 0 0 0,2 0 1 0 0,-12 22-1 0 0,17-30-169 0 0,1 0 0 0 0,0 0 1 0 0,0 0-1 0 0,0 1 0 0 0,1-1 0 0 0,-1 1 0 0 0,1 5 0 0 0,0-8-13 0 0,0-1 0 0 0,1 1 0 0 0,-1 0 0 0 0,0-1-1 0 0,1 1 1 0 0,-1-1 0 0 0,1 1 0 0 0,-1-1 0 0 0,1 1 0 0 0,-1-1-1 0 0,1 1 1 0 0,-1-1 0 0 0,1 0 0 0 0,-1 1 0 0 0,1-1 0 0 0,0 0-1 0 0,-1 0 1 0 0,2 1 0 0 0,0 0-13 0 0,4 2-23 0 0,0-1-1 0 0,0 0 0 0 0,1 0 0 0 0,-1 0 1 0 0,1-1-1 0 0,0 1 0 0 0,0-2 0 0 0,-1 1 0 0 0,11-1 1 0 0,7-1-85 0 0,30-5 0 0 0,-33 1-55 0 0,1 0 1 0 0,-2-1-1 0 0,1-2 0 0 0,-1 0 0 0 0,0-1 1 0 0,28-17-1 0 0,-41 22 119 0 0,0-1 0 0 0,0 0 0 0 0,-1 0 0 0 0,1-1 0 0 0,-1 0 0 0 0,0 0 0 0 0,-1-1-1 0 0,1 1 1 0 0,-1-1 0 0 0,-1 0 0 0 0,1-1 0 0 0,5-13 0 0 0,-8 16 43 0 0,0 0 0 0 0,-1 0 0 0 0,1 0 0 0 0,-1 0 0 0 0,-1 0 0 0 0,1 0 0 0 0,-1 0 0 0 0,0 0 0 0 0,0 0 0 0 0,0 0-1 0 0,-1-1 1 0 0,1 1 0 0 0,-1 0 0 0 0,-1 0 0 0 0,1 1 0 0 0,-1-1 0 0 0,0 0 0 0 0,0 0 0 0 0,0 1 0 0 0,0-1 0 0 0,-1 1 0 0 0,-4-7 0 0 0,0 3-351 0 0,-1 1 0 0 0,-10-10-1 0 0,10 10-1362 0 0,1 1-1 0 0,-9-13 0 0 0,15 17-94 0 0,1-5-39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30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1 19319 0 0,'0'0'1751'0'0,"-2"0"-1440"0"0,-2 2-71 0 0,0 0 1 0 0,0 1 0 0 0,0-1-1 0 0,0 1 1 0 0,0-1 0 0 0,0 1-1 0 0,-4 4 1 0 0,-25 28 3214 0 0,18-19-2818 0 0,-9 9 870 0 0,-39 52 0 0 0,58-69-1420 0 0,0-1-1 0 0,0 1 0 0 0,1 0 1 0 0,0 0-1 0 0,0 1 1 0 0,1-1-1 0 0,0 1 0 0 0,0 0 1 0 0,1 0-1 0 0,1 0 0 0 0,-1 0 1 0 0,1 14-1 0 0,1-19-93 0 0,0 0 1 0 0,1 0-1 0 0,-1 0 0 0 0,1 0 0 0 0,0-1 1 0 0,1 1-1 0 0,-1 0 0 0 0,1 0 1 0 0,-1-1-1 0 0,1 1 0 0 0,0-1 1 0 0,0 1-1 0 0,0-1 0 0 0,5 5 0 0 0,-3-4-33 0 0,1 0 0 0 0,-1 0-1 0 0,1-1 1 0 0,0 0-1 0 0,0 1 1 0 0,0-2-1 0 0,0 1 1 0 0,1-1 0 0 0,5 3-1 0 0,3-1-76 0 0,1-1 0 0 0,-1 0 1 0 0,1-1-1 0 0,0 0 0 0 0,-1-1 0 0 0,1-1 0 0 0,16-2 0 0 0,-15 1-15 0 0,0-1-1 0 0,0-1 1 0 0,0-1-1 0 0,-1 0 1 0 0,0-1-1 0 0,0-1 1 0 0,22-10-1 0 0,-29 11 78 0 0,0 1-1 0 0,-1-1 0 0 0,0-1 0 0 0,0 1 0 0 0,0-1 0 0 0,0 0 1 0 0,-1-1-1 0 0,0 0 0 0 0,-1 0 0 0 0,1 0 0 0 0,-1 0 0 0 0,-1-1 0 0 0,1 0 1 0 0,5-17-1 0 0,-8 20 56 0 0,0 0 1 0 0,0 0 0 0 0,-1 0 0 0 0,0 0-1 0 0,0 0 1 0 0,-1-1 0 0 0,1 1 0 0 0,-1 0-1 0 0,0-1 1 0 0,-1 1 0 0 0,1 0-1 0 0,-1-1 1 0 0,0 1 0 0 0,0 0 0 0 0,-1 0-1 0 0,0 0 1 0 0,0 0 0 0 0,0 0-1 0 0,0 0 1 0 0,-1 0 0 0 0,1 1 0 0 0,-1-1-1 0 0,-7-7 1 0 0,2 3 28 0 0,0 2 0 0 0,0-1 0 0 0,0 1 0 0 0,-1 0 0 0 0,0 0 0 0 0,-15-7 0 0 0,7 5-517 0 0,0 1-1 0 0,-37-12 0 0 0,52 19 169 0 0,-1 0-1 0 0,1 1 0 0 0,-1-1 0 0 0,1 0 1 0 0,-1 1-1 0 0,0 0 0 0 0,1-1 0 0 0,-1 1 1 0 0,1 0-1 0 0,-1 1 0 0 0,0-1 0 0 0,1 0 1 0 0,-1 1-1 0 0,1-1 0 0 0,-4 2 1 0 0,0 2-1902 0 0</inkml:trace>
  <inkml:trace contextRef="#ctx0" brushRef="#br0" timeOffset="0.49">754 252 13359 0 0,'0'0'1210'0'0,"0"2"-996"0"0,-5 9 2424 0 0,-5 18 7968 0 0,9-11-9931 0 0,3-10-567 0 0,0-1-210 0 0,-1-5-92 0 0,0-1-1 0 0,0 0 1 0 0,0 1 0 0 0,0-1-1 0 0,0 1 1 0 0,0-1-1 0 0,0 0 1 0 0,0 0-1 0 0,1 0 1 0 0,-1 0-1 0 0,0 0 1 0 0,1 0-1 0 0,-1 0 1 0 0,1 0-1 0 0,-1 0 1 0 0,1-1-1 0 0,1 2 1 0 0,0-2-396 0 0,0 1-1 0 0,0 0 1 0 0,0 0-1 0 0,0-1 1 0 0,0 0-1 0 0,0 1 1 0 0,0-1-1 0 0,4-1 1 0 0,5-1-1329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30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309 112 10135 0 0,'1'-1'778'0'0,"1"-2"-14"0"0,0 0-1 0 0,0 0 1 0 0,0 1 0 0 0,-1-1 0 0 0,1 0 0 0 0,-1-1 0 0 0,0 1 0 0 0,1 0-1 0 0,-1 0 1 0 0,-1 0 0 0 0,1-1 0 0 0,0 1 0 0 0,-1 0 0 0 0,0-1 0 0 0,0 1 0 0 0,0-6-1 0 0,0 7-329 0 0,-1 0 0 0 0,1-1 0 0 0,-1 1 0 0 0,0 0 0 0 0,0 0 0 0 0,0 0 0 0 0,0 0 0 0 0,0 0 0 0 0,-2-3 0 0 0,1 3-331 0 0,0 0-1 0 0,0 0 0 0 0,0 0 1 0 0,0 1-1 0 0,0-1 0 0 0,-1 0 0 0 0,1 1 1 0 0,-3-2-1 0 0,1 1 13 0 0,-1 0-1 0 0,1 1 1 0 0,-1-1 0 0 0,0 1-1 0 0,1 0 1 0 0,-1 0 0 0 0,0 1-1 0 0,1-1 1 0 0,-1 1 0 0 0,0 0 0 0 0,-5 1-1 0 0,2 0-33 0 0,-1 1 1 0 0,1 0-1 0 0,-1 0 0 0 0,1 1 1 0 0,-13 6-1 0 0,3 0-60 0 0,1 1 0 0 0,0 1-1 0 0,0 1 1 0 0,-22 20 0 0 0,37-31-23 0 0,-7 8 4 0 0,0-1 1 0 0,0 2 0 0 0,-13 17-1 0 0,20-25-3 0 0,0 1-1 0 0,1-1 1 0 0,0 1-1 0 0,-1 0 1 0 0,1-1 0 0 0,0 1-1 0 0,1 0 1 0 0,-1 0-1 0 0,-1 5 1 0 0,2-7-4 0 0,0 1 1 0 0,1 0 0 0 0,-1-1-1 0 0,0 1 1 0 0,0-1 0 0 0,1 1 0 0 0,-1-1-1 0 0,0 1 1 0 0,1-1 0 0 0,0 0 0 0 0,-1 1-1 0 0,1-1 1 0 0,0 0 0 0 0,0 1-1 0 0,0-1 1 0 0,0 0 0 0 0,0 0 0 0 0,0 1-1 0 0,2 0 1 0 0,-1 0-19 0 0,1 0 0 0 0,0 0-1 0 0,-1-1 1 0 0,1 1 0 0 0,0-1 0 0 0,0 0-1 0 0,0 0 1 0 0,0 0 0 0 0,0 0 0 0 0,0-1 0 0 0,0 1-1 0 0,0-1 1 0 0,0 0 0 0 0,6 0 0 0 0,4 0-62 0 0,-1-2 1 0 0,17-3-1 0 0,-17 2 35 0 0,7-2-19 0 0,0-1 0 0 0,-1 0 0 0 0,0-2 0 0 0,0 0 0 0 0,26-17 0 0 0,-21 11 20 0 0,50-20 0 0 0,-62 32 49 0 0,-10 2 16 0 0,0 0-1 0 0,0 0 1 0 0,0 0-1 0 0,0 0 1 0 0,0 0-1 0 0,1 0 1 0 0,-1 0-1 0 0,0 1 1 0 0,0-1-1 0 0,0 0 1 0 0,0 1-1 0 0,0-1 1 0 0,0 1-1 0 0,0-1 1 0 0,0 1-1 0 0,0-1 1 0 0,-1 1-1 0 0,1 0 1 0 0,0-1-1 0 0,0 1 1 0 0,0 0-1 0 0,-1 0 1 0 0,1 0-1 0 0,0 0 1 0 0,-1 0-1 0 0,1-1 1 0 0,-1 1-1 0 0,1 0 1 0 0,-1 0-1 0 0,1 0 1 0 0,-1 0-1 0 0,0 1 1 0 0,1-1-1 0 0,-1 0 1 0 0,0 1 0 0 0,1 1 9 0 0,1 5 43 0 0,0 1-1 0 0,-1-1 1 0 0,0 0-1 0 0,0 1 1 0 0,-1 14 0 0 0,-7 46 501 0 0,1-20-376 0 0,2-9-733 0 0,-2 64-2355 0 0,24-114-161 0 0,-8 1 1234 0 0,3-3-297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31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 4607 0 0,'0'0'19103'0'0,"2"0"-18339"0"0,43-5 2311 0 0,-28 3-2491 0 0,0 0 1 0 0,27-7 0 0 0,-37 7-493 0 0,207-53 944 0 0,-213 55-998 0 0,0 0 0 0 0,0 0 0 0 0,0 0-1 0 0,0 0 1 0 0,0 0 0 0 0,0 0 0 0 0,0 0 0 0 0,-1 0 0 0 0,1 0-1 0 0,0 0 1 0 0,0 1 0 0 0,0-1 0 0 0,0 0 0 0 0,0 0 0 0 0,-1 1 0 0 0,1-1-1 0 0,0 1 1 0 0,0-1 0 0 0,0 1 0 0 0,-1-1 0 0 0,1 1 0 0 0,0-1 0 0 0,0 2-1 0 0,0 0-7 0 0,0-1 0 0 0,0 1 0 0 0,0-1-1 0 0,0 1 1 0 0,-1 0 0 0 0,1 0 0 0 0,0-1-1 0 0,-1 1 1 0 0,0 0 0 0 0,1 3 0 0 0,-1 3 22 0 0,0-1 0 0 0,0 0 0 0 0,0 0 0 0 0,-4 13 0 0 0,-7 21 80 0 0,-20 51 0 0 0,1-9-24 0 0,7 20 0 0 0,-23 31-188 0 0,39-113-88 0 0,6-20 80 0 0,0-9-4860 0 0,2-13 680 0 0,1 8-4188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31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22087 0 0,'0'0'4197'0'0,"2"1"-3210"0"0,7 0-501 0 0,-1 0 1 0 0,1 0-1 0 0,0-1 0 0 0,-1 0 0 0 0,1-1 0 0 0,8-1 1 0 0,23 0-4 0 0,173-15-630 0 0,-162 11-1128 0 0,-37 4-66 0 0,-1-1-327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32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13823 0 0,'0'0'1247'0'0,"1"1"-658"0"0,2 19 4028 0 0,3 16 490 0 0,-4-21-4516 0 0,-1-1-1 0 0,0 16 1 0 0,-6 65 502 0 0,0 99-1039 0 0,5-190-450 0 0,1 1 1 0 0,0-1 0 0 0,0 0-1 0 0,0 0 1 0 0,2 5 0 0 0,8-4-4164 0 0,0-3 2315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32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1 6911 0 0,'-9'0'715'0'0,"-1"0"1021"0"0,1 1 0 0 0,-1 0 0 0 0,0 0-1 0 0,0 1 1 0 0,1 0 0 0 0,-1 1 0 0 0,1 0 0 0 0,0 1 0 0 0,-9 4-1 0 0,5-1-971 0 0,1 0-1 0 0,0 1 0 0 0,-12 11 1 0 0,18-14-584 0 0,0 1 0 0 0,0-1 0 0 0,0 1 1 0 0,1 0-1 0 0,0 1 0 0 0,0 0 0 0 0,-7 13 0 0 0,11-18-142 0 0,0 0-1 0 0,0 1 0 0 0,0-1 0 0 0,1 0 0 0 0,-1 1 0 0 0,0-1 0 0 0,1 0 1 0 0,0 1-1 0 0,0-1 0 0 0,-1 1 0 0 0,2-1 0 0 0,-1 1 0 0 0,0-1 0 0 0,0 0 1 0 0,1 1-1 0 0,-1-1 0 0 0,1 1 0 0 0,0-1 0 0 0,-1 0 0 0 0,1 0 1 0 0,0 1-1 0 0,1-1 0 0 0,-1 0 0 0 0,0 0 0 0 0,1 0 0 0 0,-1 0 0 0 0,1 0 1 0 0,-1-1-1 0 0,1 1 0 0 0,3 2 0 0 0,3 2-77 0 0,0 0-1 0 0,1-1 1 0 0,0 0-1 0 0,0 0 1 0 0,1-1-1 0 0,-1 0 1 0 0,1-1-1 0 0,0 0 1 0 0,11 2-1 0 0,11 0-231 0 0,50 3 0 0 0,-61-8-168 0 0,1 0 0 0 0,-1-2 1 0 0,0 0-1 0 0,30-7 0 0 0,-27 3-1990 0 0,39-16-1 0 0,-32 9-5920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962 4 20591 0 0,'-8'-1'1863'0'0,"-1"0"-1531"0"0,9 1-141 0 0,0-1 1 0 0,-1 1-1 0 0,1 0 1 0 0,0 0-1 0 0,-1 0 1 0 0,1 0-1 0 0,-1 0 1 0 0,1 0 0 0 0,-1-1-1 0 0,1 1 1 0 0,0 0-1 0 0,-1 0 1 0 0,1 0-1 0 0,-1 0 1 0 0,1 1-1 0 0,-1-1 1 0 0,1 0-1 0 0,0 0 1 0 0,-1 0-1 0 0,1 0 1 0 0,-1 0-1 0 0,1 0 1 0 0,0 1-1 0 0,-1-1 1 0 0,1 0-1 0 0,0 0 1 0 0,-1 1-1 0 0,0 0-113 0 0,1-1-1 0 0,0 1 1 0 0,0-1-1 0 0,0 1 0 0 0,0 0 1 0 0,0-1-1 0 0,0 1 0 0 0,0 0 1 0 0,0-1-1 0 0,0 1 0 0 0,0 0 1 0 0,0-1-1 0 0,0 1 1 0 0,0-1-1 0 0,0 1 0 0 0,1 0 1 0 0,12 27-848 0 0,-11-26 1227 0 0,5 10-419 0 0,1-1 0 0 0,0 0 0 0 0,1-1 0 0 0,0 0 0 0 0,0 0 0 0 0,12 8 0 0 0,69 48-73 0 0,-70-52 52 0 0,27 15-22 0 0,-33-21-41 0 0,1 1 1 0 0,-1 1 0 0 0,-1 0-1 0 0,20 18 1 0 0,-32-27 44 0 0,0 0 0 0 0,0 0 0 0 0,0 1 0 0 0,-1-1 0 0 0,1 0 0 0 0,0 1 0 0 0,-1-1 0 0 0,1 1-1 0 0,0-1 1 0 0,-1 0 0 0 0,0 1 0 0 0,1-1 0 0 0,-1 1 0 0 0,0 2 0 0 0,-1-2 15 0 0,0 0 0 0 0,0 0 1 0 0,0 0-1 0 0,0 0 0 0 0,-1 0 0 0 0,1 0 0 0 0,-1 0 0 0 0,1 0 0 0 0,-1-1 1 0 0,0 1-1 0 0,1-1 0 0 0,-1 1 0 0 0,0-1 0 0 0,0 0 0 0 0,0 0 1 0 0,0 0-1 0 0,-1 0 0 0 0,-3 1 0 0 0,-6 2 130 0 0,0 0 0 0 0,-17 1 0 0 0,14-2-61 0 0,-27 3 137 0 0,1-2 0 0 0,-2-1 0 0 0,-55-5 0 0 0,19 1-2421 0 0,73 3 504 0 0</inkml:trace>
  <inkml:trace contextRef="#ctx0" brushRef="#br0" timeOffset="1">34 634 6911 0 0,'-34'17'19527'0'0,"45"-13"-18322"0"0,0-1-922 0 0,0 0-1 0 0,0-1 0 0 0,0-1 1 0 0,1 0-1 0 0,-1-1 1 0 0,0 0-1 0 0,20-2 1 0 0,-15 1-94 0 0,523-48 939 0 0,-302 28-1427 0 0,-187 20-1744 0 0,0 1 0 0 0,87 13 0 0 0,-118-10 18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33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13823 0 0,'0'0'1247'0'0,"1"1"-1023"0"0,18 27 6992 0 0,-4 5-3550 0 0,7 37-1557 0 0,-18-55-1716 0 0,17 60 418 0 0,12 42-992 0 0,-32-115 36 0 0,0 0-1 0 0,-1 0 1 0 0,1 0-1 0 0,0 0 0 0 0,0 0 1 0 0,0-1-1 0 0,0 1 1 0 0,1 0-1 0 0,-1 0 0 0 0,1-1 1 0 0,-1 1-1 0 0,1-1 0 0 0,-1 1 1 0 0,1-1-1 0 0,0 1 1 0 0,0-1-1 0 0,-1 0 0 0 0,1 0 1 0 0,0 0-1 0 0,0 0 1 0 0,0 0-1 0 0,0-1 0 0 0,0 1 1 0 0,1-1-1 0 0,-1 1 1 0 0,0-1-1 0 0,2 1 0 0 0,3-1-452 0 0,0-1 0 0 0,0 1 0 0 0,0-1 0 0 0,0 0-1 0 0,0-1 1 0 0,0 0 0 0 0,7-3 0 0 0,9-3-849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34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544 22 5527 0 0,'-5'-4'568'0'0,"1"2"353"0"0,0-1 1 0 0,0 1-1 0 0,0 0 0 0 0,0 1 0 0 0,0-1 0 0 0,0 1 0 0 0,-1 0 0 0 0,1 0 0 0 0,0 0 0 0 0,-1 0 0 0 0,1 1 0 0 0,0 0 0 0 0,-7 0 0 0 0,-7 1 1243 0 0,0 2-1 0 0,-18 4 1 0 0,19-4-2498 0 0,-23 5 1578 0 0,1 2 0 0 0,-73 29-1 0 0,93-31-1105 0 0,0 2-1 0 0,0 0 0 0 0,1 1 0 0 0,0 1 0 0 0,1 0 0 0 0,0 1 0 0 0,-20 21 0 0 0,33-30-142 0 0,1 0 0 0 0,-1 0 1 0 0,1 1-1 0 0,0-1 0 0 0,0 1 0 0 0,-3 8 1 0 0,5-12-14 0 0,0 0 0 0 0,1 1 0 0 0,0-1 0 0 0,-1 1 0 0 0,1-1 0 0 0,0 0 0 0 0,0 1 0 0 0,0-1 0 0 0,0 1 0 0 0,0-1 0 0 0,0 1 0 0 0,0-1 0 0 0,0 1 0 0 0,0-1 0 0 0,1 0 0 0 0,-1 1 0 0 0,1-1 0 0 0,-1 0 0 0 0,1 1 0 0 0,-1-1 0 0 0,1 0 0 0 0,0 1 0 0 0,0-1 0 0 0,-1 0 0 0 0,1 0 0 0 0,0 0 0 0 0,0 0 0 0 0,0 0 0 0 0,2 1 0 0 0,3 2-59 0 0,-1 0 1 0 0,1-1-1 0 0,1 1 1 0 0,-1-2 0 0 0,0 1-1 0 0,1-1 1 0 0,-1 0-1 0 0,1 0 1 0 0,0 0 0 0 0,10 0-1 0 0,8 0-79 0 0,37-1-1 0 0,-3-5-147 0 0,0-3 0 0 0,-1-2 0 0 0,74-22 0 0 0,-96 21 125 0 0,39-17-1 0 0,-57 20 107 0 0,0-2 1 0 0,-1 0 0 0 0,32-23-1 0 0,-16 4 195 0 0,-31 26-107 0 0,0-1 0 0 0,1 1 0 0 0,-1-1 0 0 0,0 0 1 0 0,0 0-1 0 0,-1 0 0 0 0,1 0 0 0 0,-1 0 0 0 0,1 0 0 0 0,0-4 0 0 0,-2 7 5 0 0,0-1 0 0 0,0 1-1 0 0,0-1 1 0 0,0 1 0 0 0,0-1-1 0 0,-1 1 1 0 0,1 0 0 0 0,0-1 0 0 0,0 1-1 0 0,0-1 1 0 0,-1 1 0 0 0,1 0-1 0 0,0-1 1 0 0,-1 1 0 0 0,1-1 0 0 0,0 1-1 0 0,0 0 1 0 0,-1 0 0 0 0,1-1-1 0 0,-1 1 1 0 0,1 0 0 0 0,0-1 0 0 0,-1 1-1 0 0,1 0 1 0 0,-1 0 0 0 0,1 0-1 0 0,-1-1 1 0 0,-12-3 396 0 0,6 3-288 0 0,1 0 0 0 0,-1 1-1 0 0,1 0 1 0 0,-1 0 0 0 0,1 0 0 0 0,-1 1-1 0 0,1 0 1 0 0,-1 0 0 0 0,1 1 0 0 0,-1 0-1 0 0,1 0 1 0 0,0 0 0 0 0,-11 7 0 0 0,8-4-56 0 0,0 0 1 0 0,0 1-1 0 0,1 0 0 0 0,-1 1 1 0 0,1-1-1 0 0,1 2 1 0 0,-14 15-1 0 0,19-20-58 0 0,0-1 1 0 0,1 1-1 0 0,-1-1 1 0 0,1 1-1 0 0,0 0 0 0 0,0 0 1 0 0,0 0-1 0 0,0 0 1 0 0,0 0-1 0 0,1 0 0 0 0,-1 5 1 0 0,1-6-21 0 0,0-1 1 0 0,0 1 0 0 0,0-1 0 0 0,0 1-1 0 0,1-1 1 0 0,-1 1 0 0 0,0-1-1 0 0,1 1 1 0 0,-1-1 0 0 0,1 1-1 0 0,0-1 1 0 0,-1 1 0 0 0,1-1-1 0 0,0 0 1 0 0,0 1 0 0 0,0-1 0 0 0,0 0-1 0 0,0 0 1 0 0,0 0 0 0 0,0 0-1 0 0,0 0 1 0 0,0 0 0 0 0,1 0-1 0 0,1 1 1 0 0,3 1-45 0 0,0-1-1 0 0,1 1 1 0 0,-1-1 0 0 0,1-1-1 0 0,-1 1 1 0 0,1-1 0 0 0,0 0-1 0 0,-1-1 1 0 0,1 1 0 0 0,0-1-1 0 0,0-1 1 0 0,-1 1 0 0 0,1-1-1 0 0,0 0 1 0 0,7-3 0 0 0,-4 1-3 0 0,0 0 1 0 0,-1-1 0 0 0,1 0 0 0 0,0-1-1 0 0,-1 0 1 0 0,0 0 0 0 0,0-1 0 0 0,-1 0-1 0 0,9-7 1 0 0,-11 6-12 0 0,1 0 0 0 0,-1 0 1 0 0,8-12-1 0 0,-11 16 281 0 0,-1 0 0 0 0,-1 0 1 0 0,1-1-1 0 0,0 1 0 0 0,-1-1 0 0 0,1 1 1 0 0,-1-1-1 0 0,0 0 0 0 0,-1 1 0 0 0,1-1 1 0 0,0-4-1 0 0,-1 14-193 0 0,0 0 1 0 0,1 0-1 0 0,0 1 1 0 0,0-1-1 0 0,1 0 1 0 0,0 0-1 0 0,0 0 0 0 0,5 10 1 0 0,2 0 102 0 0,19 25 0 0 0,-10-16-89 0 0,-5-5-38 0 0,-2-1 0 0 0,0 2 0 0 0,0-1 0 0 0,-2 1 0 0 0,-1 1 0 0 0,8 32 0 0 0,-15-50-4 0 0,0 1 0 0 0,0-1 0 0 0,-1 1-1 0 0,1-1 1 0 0,-1 0 0 0 0,0 1 0 0 0,-1-1 0 0 0,1 1 0 0 0,-1-1 0 0 0,0 1-1 0 0,0-1 1 0 0,0 0 0 0 0,0 0 0 0 0,-1 0 0 0 0,0 1 0 0 0,0-1-1 0 0,-3 4 1 0 0,2-4 0 0 0,0 0 1 0 0,0 0-1 0 0,-1 0 0 0 0,0-1 0 0 0,0 1 0 0 0,0-1 0 0 0,0 0 0 0 0,-1-1 0 0 0,1 1 0 0 0,-1-1 0 0 0,1 1 0 0 0,-1-1 0 0 0,0-1 1 0 0,-7 3-1 0 0,-5-1-50 0 0,0 0 0 0 0,0-2 0 0 0,0 1 0 0 0,0-2 0 0 0,0-1 0 0 0,0 0 0 0 0,1-1 0 0 0,-1 0 0 0 0,0-2 1 0 0,1 0-1 0 0,-1-1 0 0 0,1 0 0 0 0,1-1 0 0 0,-1-1 0 0 0,-17-11 0 0 0,32 17-209 0 0,0 1-1 0 0,1-1 0 0 0,-1 1 1 0 0,0-1-1 0 0,1 1 1 0 0,-1-1-1 0 0,1 0 1 0 0,-1 1-1 0 0,1-1 1 0 0,0 0-1 0 0,-1 0 1 0 0,1 1-1 0 0,-1-2 1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37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33 13823 0 0,'0'-2'1062'0'0,"-3"-11"-1423"0"0,-2-4 14293 0 0,6 19-13406 0 0,37 93 1118 0 0,-29-69-1737 0 0,1-1 0 0 0,1 1 1 0 0,21 33-1 0 0,-30-55-1205 0 0,2 2 1927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38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42 6911 0 0,'1'-2'315'0'0,"11"-38"19227"0"0,-21 57-18880 0 0,0 0 0 0 0,2 0 0 0 0,-7 18 0 0 0,-14 59 225 0 0,25-84-790 0 0,-6 23 176 0 0,1 0 0 0 0,-6 67 0 0 0,13-87-252 0 0,1 0 0 0 0,0-1 0 0 0,1 1 1 0 0,0 0-1 0 0,1-1 0 0 0,0 1 0 0 0,1-1 1 0 0,1 0-1 0 0,0 0 0 0 0,1 0 0 0 0,8 15 1 0 0,-9-20-16 0 0,0-1-1 0 0,0 0 1 0 0,1 0 0 0 0,0 0 0 0 0,0-1 0 0 0,1 0 0 0 0,0 0-1 0 0,0 0 1 0 0,12 7 0 0 0,-8-6-8 0 0,0-1 0 0 0,0-1 1 0 0,1 0-1 0 0,-1 0 0 0 0,1-1 0 0 0,12 2 0 0 0,-2-2-38 0 0,0-1 0 0 0,0-1-1 0 0,0-1 1 0 0,1-1 0 0 0,-1 0 0 0 0,35-8 0 0 0,-37 4-42 0 0,0 0 0 0 0,-1-1 1 0 0,0 0-1 0 0,0-2 0 0 0,0 0 0 0 0,-1-1 1 0 0,-1-1-1 0 0,23-16 0 0 0,-30 19 36 0 0,-1-1 0 0 0,1 1 1 0 0,-1-1-1 0 0,-1-1 0 0 0,0 0 0 0 0,0 0 0 0 0,-1 0 0 0 0,0-1 0 0 0,0 1 1 0 0,-1-2-1 0 0,-1 1 0 0 0,1 0 0 0 0,-2-1 0 0 0,1 0 0 0 0,2-19 0 0 0,-4 20 55 0 0,-1 0-1 0 0,-1 0 0 0 0,1 0 0 0 0,-1-1 0 0 0,-1 1 1 0 0,0 0-1 0 0,-1 0 0 0 0,0 0 0 0 0,0 0 0 0 0,-1 0 1 0 0,0 1-1 0 0,-1-1 0 0 0,0 1 0 0 0,0-1 0 0 0,-1 2 1 0 0,0-1-1 0 0,-1 0 0 0 0,0 1 0 0 0,0 0 0 0 0,-1 0 1 0 0,0 1-1 0 0,0 0 0 0 0,-1 0 0 0 0,0 1 0 0 0,0 0 0 0 0,-14-8 1 0 0,2 4-26 0 0,0 1 1 0 0,-1 0 0 0 0,-1 2-1 0 0,1 0 1 0 0,-1 2 0 0 0,0 0-1 0 0,-45-3 1 0 0,55 8-174 0 0,1 0-1 0 0,-1 0 0 0 0,0 1 1 0 0,0 0-1 0 0,-13 4 1 0 0,17-3-500 0 0,-1 0 0 0 0,1 1 1 0 0,-8 4-1 0 0,11-5-927 0 0,0 1 1 0 0,0 0-1 0 0,0 1 0 0 0,-9 7 1 0 0,-1 5-6107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38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9215 0 0,'0'0'831'0'0,"1"3"-686"0"0,5 11-501 0 0,8 26 2629 0 0,-12-31 465 0 0,1 0 0 0 0,1 14 0 0 0,2 14 2433 0 0,9 17-3013 0 0,-9-34-1542 0 0,-4-12-533 0 0,1 0 0 0 0,0 1 0 0 0,1-1 0 0 0,-1-1 0 0 0,2 1 0 0 0,9 14 0 0 0,-11-19-290 0 0,0 1 0 0 0,0-1 0 0 0,1 0 0 0 0,-1 1 0 0 0,8 3 1 0 0,-7-4-477 0 0,0-1 0 0 0,0 0 0 0 0,1-1 0 0 0,-1 1 0 0 0,0-1 0 0 0,8 2 0 0 0,2-1-7760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39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1 335 14279 0 0,'0'0'3520'0'0,"3"-1"-1292"0"0,15-2 916 0 0,-6-1-2346 0 0,1 2 1 0 0,-1 0-1 0 0,1 0 0 0 0,-1 1 1 0 0,1 1-1 0 0,22 2 0 0 0,-27-1-697 0 0,0 0 1 0 0,0 1-1 0 0,0 0 0 0 0,-1 0 1 0 0,1 1-1 0 0,-1 0 0 0 0,0 1 1 0 0,11 6-1 0 0,-16-9-33 0 0,4 29 283 0 0,-5-25-311 0 0,-1 0 1 0 0,0 0-1 0 0,-1-1 1 0 0,1 1 0 0 0,-1 0-1 0 0,0-1 1 0 0,0 1-1 0 0,-2 4 1 0 0,-2 1 114 0 0,0 0 1 0 0,-8 12-1 0 0,-6 10 342 0 0,17-28-439 0 0,4 6-47 0 0,-2-9-23 0 0,2 0 1 0 0,-1 1-1 0 0,0-1 1 0 0,0 0-1 0 0,0 0 1 0 0,0 0-1 0 0,1 0 0 0 0,-1 0 1 0 0,0-1-1 0 0,1 1 1 0 0,-1 0-1 0 0,1-1 0 0 0,-1 1 1 0 0,1-1-1 0 0,-1 1 1 0 0,1-1-1 0 0,-1 0 1 0 0,1 0-1 0 0,0 1 0 0 0,-1-1 1 0 0,1 0-1 0 0,2-1 1 0 0,6 1-151 0 0,0-2 0 0 0,15-3 0 0 0,-15 3 49 0 0,118-34-5711 0 0,-99 25-3271 0 0</inkml:trace>
  <inkml:trace contextRef="#ctx0" brushRef="#br0" timeOffset="1">857 12 11975 0 0,'2'0'4416'0'0,"16"-4"-2188"0"0,0 1 0 0 0,0 1 0 0 0,0 1 0 0 0,0 0 0 0 0,23 3 0 0 0,-12 1-3109 0 0,32 8-1 0 0,-59-11-20 0 0,9 4-1315 0 0,-10-2 1339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39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5527 0 0,'0'0'498'0'0,"1"3"230"0"0,0-2 13 0 0,-1 0 1 0 0,1 1 0 0 0,0-1 0 0 0,-1 0-1 0 0,1 1 1 0 0,0-1 0 0 0,0 0 0 0 0,0 0-1 0 0,0 0 1 0 0,0 0 0 0 0,0 0 0 0 0,0 0-1 0 0,0 0 1 0 0,1 0 0 0 0,-1 0 0 0 0,0 0-1 0 0,2 0 1 0 0,1 0 39 0 0,0 1 0 0 0,0-1 0 0 0,-1 0 1 0 0,1 0-1 0 0,0-1 0 0 0,6 1 0 0 0,5-1-22 0 0,-1-1 0 0 0,27-4-1 0 0,136-36-1774 0 0,-162 37 359 0 0,19-6-631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39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15 5983 0 0,'-12'-14'19117'0'0,"10"14"-18211"0"0,-3-1 1084 0 0,0 1-3983 0 0,0 1 2320 0 0,0 1 1 0 0,0-1-1 0 0,1 1 1 0 0,-1-1-1 0 0,1 1 0 0 0,-1 0 1 0 0,1 1-1 0 0,-7 4 0 0 0,-31 27 679 0 0,31-25-753 0 0,-4 4-44 0 0,1 1-1 0 0,-1 1 0 0 0,2 0 0 0 0,0 1 0 0 0,1 1 0 0 0,1 0 0 0 0,1 0 0 0 0,0 1 1 0 0,-14 35-1 0 0,22-46-196 0 0,0-1 1 0 0,0 0-1 0 0,1 1 0 0 0,0-1 1 0 0,0 1-1 0 0,0-1 1 0 0,1 1-1 0 0,0-1 0 0 0,0 1 1 0 0,1-1-1 0 0,-1 1 1 0 0,2-1-1 0 0,-1 1 1 0 0,1-1-1 0 0,0 0 0 0 0,3 9 1 0 0,0-7-21 0 0,-1 0 0 0 0,1 0 0 0 0,1 0 1 0 0,-1-1-1 0 0,1 0 0 0 0,0 0 0 0 0,1-1 0 0 0,0 1 0 0 0,0-1 1 0 0,0-1-1 0 0,9 6 0 0 0,-5-5-129 0 0,0 0-1 0 0,1 0 1 0 0,0-1 0 0 0,0 0 0 0 0,1-1-1 0 0,-1-1 1 0 0,1 0 0 0 0,0-1-1 0 0,16 1 1 0 0,-15-2-639 0 0,-1-1 0 0 0,1 0 1 0 0,-1-1-1 0 0,1-1 0 0 0,15-3 0 0 0,-7-2-1364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40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1 207 15663 0 0,'0'0'11249'0'0,"2"0"-10330"0"0,16 5-198 0 0,1-1 0 0 0,-1-1 0 0 0,32 2 0 0 0,1-1-538 0 0,-35-2-168 0 0,0 1 1 0 0,0 1-1 0 0,-1 0 1 0 0,17 7-1 0 0,-19-6-15 0 0,-4 2 12 0 0,-8-6-6 0 0,0 0 0 0 0,1 0-1 0 0,-1 0 1 0 0,-1 0 0 0 0,1 1 0 0 0,0-1-1 0 0,0 0 1 0 0,0 0 0 0 0,-1 1 0 0 0,1-1 0 0 0,-1 1-1 0 0,1-1 1 0 0,-1 1 0 0 0,1-1 0 0 0,-1 2-1 0 0,1 21 39 0 0,-2-18-31 0 0,0 0-1 0 0,-1 0 1 0 0,0-1-1 0 0,0 1 1 0 0,0-1 0 0 0,0 0-1 0 0,-1 0 1 0 0,0 1-1 0 0,-4 5 1 0 0,-7 6 12 0 0,-17 18 0 0 0,16-18 62 0 0,3-4 9 0 0,-24 31 112 0 0,34-40-166 0 0,-3 13-28 0 0,5-14-6 0 0,0-2-6 0 0,0-1 1 0 0,1 1-1 0 0,-1 0 1 0 0,0-1 0 0 0,1 1-1 0 0,-1-1 1 0 0,0 1-1 0 0,1-1 1 0 0,-1 1 0 0 0,1 0-1 0 0,-1-1 1 0 0,1 0-1 0 0,-1 1 1 0 0,1-1-1 0 0,-1 1 1 0 0,1-1 0 0 0,0 0-1 0 0,-1 1 1 0 0,2-1-1 0 0,-1 1 0 0 0,2 1-2 0 0,0-1 1 0 0,1 0-1 0 0,-1 0 1 0 0,0 0-1 0 0,1 0 1 0 0,-1 0-1 0 0,0 0 1 0 0,1-1-1 0 0,-1 0 1 0 0,1 1-1 0 0,-1-2 0 0 0,5 1 1 0 0,43-8-22 0 0,-45 7 12 0 0,20-5-379 0 0,0 0 0 0 0,-1-2 1 0 0,44-21-1 0 0,22-21-3794 0 0,-68 36 2651 0 0</inkml:trace>
  <inkml:trace contextRef="#ctx0" brushRef="#br0" timeOffset="1">536 1 21135 0 0,'0'0'1913'0'0,"-4"12"185"0"0,4-9-1852 0 0,0-1-1 0 0,0 1 1 0 0,1 0 0 0 0,-1 0 0 0 0,0-1-1 0 0,1 1 1 0 0,0 0 0 0 0,-1-1 0 0 0,1 1-1 0 0,0-1 1 0 0,0 1 0 0 0,3 3 0 0 0,0 0 47 0 0,-1-1 1 0 0,2 1 0 0 0,-1-1-1 0 0,10 8 1 0 0,3 2 15 0 0,0-2-1 0 0,23 13 1 0 0,5 1-70 0 0,7 5-42 0 0,73 56-1 0 0,-115-77-194 0 0,1 1-1 0 0,-1-1 1 0 0,-1 1-1 0 0,0 1 1 0 0,0 0-1 0 0,11 24 1 0 0,-18-31 9 0 0,0-1 1 0 0,0 1 0 0 0,-1-1-1 0 0,1 1 1 0 0,-1 0-1 0 0,0 0 1 0 0,-1 0 0 0 0,1 0-1 0 0,-1-1 1 0 0,-1 1-1 0 0,1 0 1 0 0,-1 0 0 0 0,-2 11-1 0 0,1-10 3 0 0,0 0-1 0 0,-1 0 0 0 0,0 1 1 0 0,0-2-1 0 0,0 1 0 0 0,-1 0 1 0 0,0-1-1 0 0,0 1 0 0 0,-1-1 1 0 0,-6 7-1 0 0,0-4-122 0 0,0 0-1 0 0,0-1 1 0 0,0 0 0 0 0,-15 6-1 0 0,25-13-191 0 0,-8 6-2690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41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313 103 18079 0 0,'-2'-19'1237'0'0,"1"10"-816"0"0,0 0 0 0 0,0 0 0 0 0,-4-10 1 0 0,-5-17 5632 0 0,9 35-5213 0 0,-2 1-671 0 0,-1 1 0 0 0,1-1-1 0 0,0 1 1 0 0,-1 0-1 0 0,1 0 1 0 0,0 0-1 0 0,0 0 1 0 0,0 1 0 0 0,0-1-1 0 0,0 1 1 0 0,0 0-1 0 0,0 0 1 0 0,-4 4-1 0 0,-4 3 79 0 0,-17 22 0 0 0,22-24-88 0 0,-18 23 30 0 0,1 0 1 0 0,1 1 0 0 0,2 2 0 0 0,1 0 0 0 0,2 0 0 0 0,-24 66-1 0 0,33-76-164 0 0,2 0 0 0 0,0 1 0 0 0,2-1 0 0 0,0 1 0 0 0,2 0 0 0 0,0 0 0 0 0,2 0 0 0 0,1 0 0 0 0,0 0 0 0 0,2 0-1 0 0,11 45 1 0 0,-8-52-7 0 0,1 0-1 0 0,0 0 0 0 0,1-1 1 0 0,1 0-1 0 0,0 0 1 0 0,2-1-1 0 0,-1-1 0 0 0,2 1 1 0 0,14 13-1 0 0,-8-11-53 0 0,0-1 0 0 0,1 0 0 0 0,0-2 0 0 0,1 0 0 0 0,1-1 0 0 0,29 13 0 0 0,-29-21-720 0 0,-19-5 422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42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13823 0 0,'0'0'12905'0'0,"-1"2"-12085"0"0,0 6-565 0 0,-1-1 0 0 0,1 0 0 0 0,0 0 0 0 0,0 1-1 0 0,1-1 1 0 0,0 0 0 0 0,0 1 0 0 0,1-1 0 0 0,2 13-1 0 0,20 66 158 0 0,-19-73-386 0 0,3 7-20 0 0,-1 1-1 0 0,-1-1 1 0 0,-1 1-1 0 0,2 28 1 0 0,-6-43-242 0 0,-1 1 1 0 0,0-1-1 0 0,0 1 1 0 0,-1-1-1 0 0,-3 11 0 0 0,-1 2-3080 0 0,6-17 1847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42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87 4607 0 0,'0'0'354'0'0,"0"-2"-233"0"0,0 0 734 0 0,0-1-1 0 0,0 1 1 0 0,1-1 0 0 0,-1 1-1 0 0,1-1 1 0 0,-1 1-1 0 0,1 0 1 0 0,0-1 0 0 0,0 1-1 0 0,0 0 1 0 0,0 0-1 0 0,0-1 1 0 0,1 1 0 0 0,-1 0-1 0 0,1 0 1 0 0,-1 1-1 0 0,1-1 1 0 0,0 0 0 0 0,2-1-1 0 0,-1 0 1472 0 0,1-1-1826 0 0,0 2 0 0 0,0-1-1 0 0,0 0 1 0 0,1 1-1 0 0,-1-1 1 0 0,1 1-1 0 0,7-2 1 0 0,-9 3-203 0 0,11-3-20 0 0,0 1-1 0 0,0 1 1 0 0,0 0 0 0 0,0 1 0 0 0,28 0 0 0 0,-25 2-277 0 0,1 1 0 0 0,-1 1 0 0 0,0 0 0 0 0,0 1 0 0 0,18 7 0 0 0,-22-6 0 0 0,6 5-2 0 0,-17-7 3 0 0,0 0 11 0 0,-1-1-1 0 0,1-1 0 0 0,-1 1 0 0 0,1 0 1 0 0,-1 0-1 0 0,0 0 0 0 0,1 0 0 0 0,-1 0 1 0 0,0 0-1 0 0,-1 0 0 0 0,1 1 0 0 0,0-1 1 0 0,-1 0-1 0 0,1 3 0 0 0,2 27 181 0 0,-4-15-37 0 0,-1-1-1 0 0,-1 0 1 0 0,-7 28-1 0 0,-3 15 108 0 0,7-26-180 0 0,3-20-61 0 0,1 1 1 0 0,0-1-1 0 0,1 1 1 0 0,1-1-1 0 0,0 1 1 0 0,2 16-1 0 0,-2-27-101 0 0,3 5 642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43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12 212 10591 0 0,'-11'-3'17143'0'0,"13"3"-16283"0"0,30-5-253 0 0,0 1 1 0 0,33 1-1 0 0,-10 1-232 0 0,1-1-990 0 0,-6 0-2801 0 0,69-11-1 0 0,-99 9-5199 0 0</inkml:trace>
  <inkml:trace contextRef="#ctx0" brushRef="#br0" timeOffset="1">633 18 10591 0 0,'0'0'819'0'0,"-1"-2"-166"0"0,0 1-98 0 0,0 0-1 0 0,0 0 0 0 0,0 0 1 0 0,0 0-1 0 0,0 0 0 0 0,0 0 0 0 0,0 0 1 0 0,0 0-1 0 0,0 0 0 0 0,0 0 1 0 0,-1 1-1 0 0,1-1 0 0 0,0 0 1 0 0,-1 1-1 0 0,1-1 0 0 0,0 1 0 0 0,-1 0 1 0 0,1-1-1 0 0,-1 1 0 0 0,1 0 1 0 0,-3 0-1 0 0,-14 4 1234 0 0,12-1-1421 0 0,0 0 1 0 0,0 0-1 0 0,0 0 1 0 0,1 1 0 0 0,-1 0-1 0 0,1 0 1 0 0,0 1-1 0 0,1-1 1 0 0,-1 1-1 0 0,-6 8 1 0 0,5-4-118 0 0,0-1 0 0 0,0 1 0 0 0,1 1 0 0 0,1-1-1 0 0,-8 20 1 0 0,11-25-229 0 0,0 0-1 0 0,0 1 0 0 0,0-1 1 0 0,0 1-1 0 0,1-1 0 0 0,0 1 1 0 0,0 6-1 0 0,4 2-9 0 0,-2-9 1 0 0,0 0 1 0 0,0 0 0 0 0,0 0 0 0 0,6 6 0 0 0,2-1 40 0 0,-4-6-56 0 0,-1 0 0 0 0,1 0-1 0 0,0 0 1 0 0,0-1 0 0 0,0 0 0 0 0,1-1 0 0 0,-1 1 0 0 0,0-1-1 0 0,0 0 1 0 0,1-1 0 0 0,-1 0 0 0 0,1 0 0 0 0,12-1 0 0 0,1-2-94 0 0,1-1 0 0 0,-1-1 1 0 0,20-7-1 0 0,-33 9 31 0 0,0 1-1 0 0,0-1 0 0 0,0 0 1 0 0,0-1-1 0 0,-1 0 1 0 0,1 0-1 0 0,-1 0 0 0 0,9-9 1 0 0,-12 11 27 0 0,-1-1 0 0 0,0 1 0 0 0,0-1 0 0 0,0 0 0 0 0,-1 1 0 0 0,1-1 0 0 0,-1 0 0 0 0,1 0 0 0 0,-1 0 0 0 0,0 0 0 0 0,0 0 0 0 0,0 0 0 0 0,0-1 0 0 0,-1 1 0 0 0,0 0 0 0 0,1 0 0 0 0,-1 0 0 0 0,0-1 0 0 0,0 1 0 0 0,-1 0 0 0 0,1 0 0 0 0,-2-6 0 0 0,1 5 24 0 0,0 0 0 0 0,-1 1 0 0 0,0-1 0 0 0,1 0 0 0 0,-1 1 0 0 0,0-1 0 0 0,-1 1 0 0 0,1-1 0 0 0,-1 1 0 0 0,1 0 0 0 0,-1 0 0 0 0,0 0 0 0 0,0 1 0 0 0,0-1 0 0 0,-1 1 0 0 0,1-1 0 0 0,-1 1 0 0 0,1 0 0 0 0,-1 0 0 0 0,1 1 0 0 0,-1-1 0 0 0,0 1 0 0 0,0 0 0 0 0,-4-1 0 0 0,1 0-393 0 0,0 1 0 0 0,0 1-1 0 0,0-1 1 0 0,1 1 0 0 0,-15 1 0 0 0,15 0-1079 0 0,-1 0 1 0 0,0 1-1 0 0,1-1 1 0 0,-1 1-1 0 0,-11 6 1 0 0,1 1-6372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43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40 12439 0 0,'-2'-1'958'0'0,"-4"-1"-407"0"0,1 0 0 0 0,-1 1 1 0 0,0 0-1 0 0,0 0 1 0 0,1 1-1 0 0,-1-1 0 0 0,0 1 1 0 0,0 0-1 0 0,0 1 1 0 0,1 0-1 0 0,-1 0 1 0 0,0 0-1 0 0,1 0 0 0 0,-1 1 1 0 0,0 0-1 0 0,1 0 1 0 0,-7 4-1 0 0,-4 2 1349 0 0,1 0 0 0 0,-17 13 0 0 0,-3 7-1007 0 0,32-26-787 0 0,-14 11 696 0 0,-16 17-1 0 0,29-25-691 0 0,-1 0 0 0 0,1 0 0 0 0,0 0-1 0 0,1 0 1 0 0,-1 1 0 0 0,1-1 0 0 0,0 1 0 0 0,-2 7-1 0 0,3-1-74 0 0,4 2-35 0 0,0-10-1 0 0,0-1 0 0 0,0 1 0 0 0,0-1 0 0 0,0 1 0 0 0,1-1-1 0 0,-1 0 1 0 0,1 0 0 0 0,-1 0 0 0 0,1-1 0 0 0,0 1 0 0 0,1 0 0 0 0,-1-1 0 0 0,0 0 0 0 0,1 0 0 0 0,-1 0-1 0 0,1 0 1 0 0,-1 0 0 0 0,7 1 0 0 0,2 1-38 0 0,0-1 0 0 0,1 0 0 0 0,0 0 0 0 0,18 0 0 0 0,-3-3-81 0 0,-1-1 0 0 0,-1-1 0 0 0,45-9 0 0 0,-59 9 8 0 0,1-1 1 0 0,-1-1-1 0 0,-1 0 0 0 0,1 0 1 0 0,-1-1-1 0 0,1-1 1 0 0,-1 0-1 0 0,17-12 0 0 0,-24 15 22 0 0,0-1 0 0 0,0 1 0 0 0,0-1 0 0 0,-1 0-1 0 0,0 0 1 0 0,1 0 0 0 0,-1 0 0 0 0,0 0 0 0 0,-1-1-1 0 0,1 1 1 0 0,-1-1 0 0 0,0 0 0 0 0,0 1 0 0 0,-1-1-1 0 0,1 0 1 0 0,-1 0 0 0 0,0-1 0 0 0,0 1 0 0 0,-1 0 0 0 0,1 0-1 0 0,-1 0 1 0 0,-1 0 0 0 0,0-7 0 0 0,0 7-1 0 0,0-1 0 0 0,-1 1 0 0 0,0-1 0 0 0,0 1 0 0 0,0 0 0 0 0,-1 0 0 0 0,0 0 1 0 0,0 0-1 0 0,0 0 0 0 0,-1 1 0 0 0,1-1 0 0 0,-1 1 0 0 0,0 0 0 0 0,0 0 0 0 0,0 0 0 0 0,-1 1 1 0 0,-7-5-1 0 0,3 2-295 0 0,-1 1 0 0 0,0 0 0 0 0,-1 0 0 0 0,1 1 0 0 0,-1 0 0 0 0,0 1 0 0 0,-20-3 0 0 0,19 7-7171 0 0,2 1 431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44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25 17535 0 0,'0'0'1588'0'0,"-6"-6"2672"0"0,2 7-3890 0 0,1 0 0 0 0,-1 1 0 0 0,1-1 0 0 0,0 1 0 0 0,-1 0 0 0 0,1 0 0 0 0,0 0 0 0 0,0 0 0 0 0,1 0 0 0 0,-1 1 0 0 0,0-1 0 0 0,1 1 0 0 0,-5 5 0 0 0,0 2 160 0 0,0 0 1 0 0,1 0 0 0 0,-6 13 0 0 0,7-14-391 0 0,1 1 1 0 0,0 0-1 0 0,1 0 1 0 0,0 1-1 0 0,1-1 1 0 0,0 0-1 0 0,1 1 1 0 0,0 0-1 0 0,0-1 1 0 0,2 19-1 0 0,4-8-121 0 0,-2-15-20 0 0,1-3-1 0 0,0 4 2 0 0,0-1 0 0 0,1 0 0 0 0,0 0 0 0 0,7 7 0 0 0,5 1 0 0 0,-11-12 0 0 0,-1-1 0 0 0,4 2-72 0 0,0 0 0 0 0,1 0 0 0 0,-1-2 0 0 0,1 1 0 0 0,-1-1 0 0 0,1 0 0 0 0,-1-1 0 0 0,1 0 0 0 0,0-1 0 0 0,-1 0-1 0 0,1 0 1 0 0,10-3 0 0 0,-15 2 29 0 0,0 1 1 0 0,0-1-1 0 0,0 0 0 0 0,0 0 0 0 0,0 0 0 0 0,-1-1 0 0 0,1 0 0 0 0,-1 0 1 0 0,0 0-1 0 0,1 0 0 0 0,-2-1 0 0 0,1 1 0 0 0,0-1 0 0 0,-1 0 0 0 0,1 0 1 0 0,-1-1-1 0 0,0 1 0 0 0,-1-1 0 0 0,1 1 0 0 0,-1-1 0 0 0,0 0 0 0 0,0 0 1 0 0,2-6-1 0 0,-2 1-45 0 0,0 1 0 0 0,-1-1 0 0 0,0 1 1 0 0,0-1-1 0 0,-1 0 0 0 0,0 1 0 0 0,-1-1 0 0 0,0 0 1 0 0,-1 1-1 0 0,0-1 0 0 0,-5-14 0 0 0,5 18 74 0 0,-1 0-1 0 0,0 0 0 0 0,0 0 1 0 0,-1 0-1 0 0,0 1 0 0 0,0-1 1 0 0,0 1-1 0 0,0 0 0 0 0,-1 0 1 0 0,0 0-1 0 0,0 1 0 0 0,-1 0 1 0 0,1 0-1 0 0,-1 0 0 0 0,1 1 1 0 0,-1-1-1 0 0,-10-2 0 0 0,6 2-29 0 0,-1 0-1 0 0,0 1 0 0 0,0 0 1 0 0,-19-2-1 0 0,0 6-3517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46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10591 0 0,'0'0'964'0'0,"2"1"-794"0"0,15 5 87 0 0,5 2 11779 0 0,-4 2-7399 0 0,-12-9-5841 0 0,0 0 0 0 0,1-1 0 0 0,9 0 0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47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297 182 9671 0 0,'5'-7'875'0'0,"7"-18"-896"0"0,-9 17 1362 0 0,-1 1 1 0 0,0-1-1 0 0,-1 1 0 0 0,1-10 1 0 0,-1 11 170 0 0,-1-1 0 0 0,0 0-1 0 0,-1 0 1 0 0,-2-12 0 0 0,2 15-1213 0 0,0 0 0 0 0,0 0 0 0 0,-1 0 0 0 0,-3-7 0 0 0,4 9-193 0 0,0 0 0 0 0,-1 0 0 0 0,1 0 0 0 0,-1 0 0 0 0,0 0 0 0 0,1 1 0 0 0,-1-1 0 0 0,0 1 0 0 0,0-1 0 0 0,0 1 0 0 0,0-1 0 0 0,0 1 0 0 0,-1 0 0 0 0,1 0 0 0 0,-3-1 1 0 0,1 1 9 0 0,-1 0 0 0 0,1 0 1 0 0,0 1-1 0 0,-1-1 0 0 0,1 1 1 0 0,0 0-1 0 0,-9 2 0 0 0,0 0 77 0 0,0 1 0 0 0,0 1-1 0 0,1 0 1 0 0,-20 9-1 0 0,16-5-38 0 0,0 0-1 0 0,1 0 1 0 0,0 2-1 0 0,0 0 1 0 0,1 0-1 0 0,0 1 1 0 0,-19 21-1 0 0,32-30-144 0 0,-1 1-1 0 0,0-1 1 0 0,1 0-1 0 0,-1 1 1 0 0,1-1-1 0 0,0 1 0 0 0,-1 0 1 0 0,0 5-1 0 0,2 0 3 0 0,1-6-16 0 0,1 0 0 0 0,-1 0 0 0 0,0 0-1 0 0,1-1 1 0 0,-1 1 0 0 0,1 0 0 0 0,-1-1 0 0 0,1 1 0 0 0,0-1 0 0 0,-1 0 0 0 0,1 1-1 0 0,0-1 1 0 0,0 0 0 0 0,0 0 0 0 0,0 0 0 0 0,0 0 0 0 0,0-1 0 0 0,4 2-1 0 0,0-1-32 0 0,0 1-1 0 0,0-1 1 0 0,0-1-1 0 0,1 1 0 0 0,8-1 1 0 0,4-2-14 0 0,0 0 0 0 0,0-2 1 0 0,0 0-1 0 0,33-12 0 0 0,69-36-168 0 0,-117 50 220 0 0,-1 1 0 0 0,0 0 0 0 0,1 0 0 0 0,-1 0 0 0 0,5 0 0 0 0,-7 0 10 0 0,1 1-1 0 0,-1 0 1 0 0,0 0-1 0 0,1 0 1 0 0,-1 0-1 0 0,0 0 1 0 0,1 0-1 0 0,-1 0 1 0 0,1 0-1 0 0,-1 1 1 0 0,0-1-1 0 0,1 0 1 0 0,-1 1-1 0 0,0-1 1 0 0,0 1 0 0 0,3 1-1 0 0,-3-1 13 0 0,0-1 0 0 0,-1 1 0 0 0,1 0 0 0 0,0 0 0 0 0,-1 0 0 0 0,1 0 0 0 0,0 0 1 0 0,-1 0-1 0 0,1 0 0 0 0,-1 0 0 0 0,1 2 0 0 0,0 0 16 0 0,1 3 65 0 0,0 1 0 0 0,0 0-1 0 0,-1 0 1 0 0,0 1 0 0 0,0-1 0 0 0,-1 14-1 0 0,-7 45 366 0 0,3-35-320 0 0,-5 40 15 0 0,-4 41-86 0 0,13-110-89 0 0,-1 1 1 0 0,1-1-1 0 0,0 1 1 0 0,0-1-1 0 0,0 0 1 0 0,1 1-1 0 0,-1-1 0 0 0,1 3 1 0 0,-1 2-2717 0 0,15-14 109 0 0,-2-2 630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47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47 11975 0 0,'-5'1'18767'0'0,"35"-13"-18339"0"0,37-11-1 0 0,-54 19-332 0 0,1 1 0 0 0,-1 1 0 0 0,1 0 0 0 0,0 1 0 0 0,22 1 0 0 0,-34 0-91 0 0,0 0 1 0 0,0 0-1 0 0,0 0 1 0 0,-1 1-1 0 0,1-1 1 0 0,0 1-1 0 0,0 0 1 0 0,0-1-1 0 0,0 1 1 0 0,-1 0-1 0 0,1 0 1 0 0,0 0-1 0 0,-1 0 1 0 0,1 0-1 0 0,-1 1 1 0 0,1-1-1 0 0,1 2 0 0 0,-1 0 13 0 0,-1-1-1 0 0,1 1 1 0 0,-1-1-1 0 0,0 1 1 0 0,1 0-1 0 0,-1 0 1 0 0,-1-1-1 0 0,1 1 1 0 0,0 0-1 0 0,0 4 0 0 0,-1 6 45 0 0,1-1-1 0 0,-2 1 0 0 0,0-1 1 0 0,-4 17-1 0 0,5-26-58 0 0,-61 268 1 0 0,42-194-147 0 0,19-77 70 0 0,0 0 0 0 0,0 1-1 0 0,0-1 1 0 0,0 1 0 0 0,0-1 0 0 0,0 1 0 0 0,0-1 0 0 0,-1 1-1 0 0,1-1 1 0 0,0 0 0 0 0,0 1 0 0 0,0-1 0 0 0,0 1 0 0 0,-1-1-1 0 0,1 0 1 0 0,0 1 0 0 0,0-1 0 0 0,-1 0 0 0 0,1 1 0 0 0,0-1-1 0 0,-1 0 1 0 0,1 1 0 0 0,0-1 0 0 0,-1 0 0 0 0,1 0-1 0 0,0 0 1 0 0,-1 1 0 0 0,1-1 0 0 0,-1 0 0 0 0,1 0 0 0 0,0 0-1 0 0,-1 0 1 0 0,0 1 0 0 0,0-2-101 0 0,0 1 1 0 0,0-1-1 0 0,-1 0 0 0 0,1 1 0 0 0,0-1 1 0 0,0 0-1 0 0,0 0 0 0 0,0 1 1 0 0,0-1-1 0 0,-1-2 0 0 0,0 1-263 0 0,1 0 0 0 0,-1 0 0 0 0,0-1 0 0 0,1 1 1 0 0,-1-1-1 0 0,-1-3 0 0 0,-3-9-1277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48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95 6447 0 0,'0'0'20061'0'0,"2"-1"-19166"0"0,47-10 448 0 0,70-8 0 0 0,-13 4-5354 0 0,-85 10 2268 0 0</inkml:trace>
  <inkml:trace contextRef="#ctx0" brushRef="#br0" timeOffset="1">474 57 3223 0 0,'0'0'143'0'0,"2"0"-3"0"0,50-14 15942 0 0,2 1-6816 0 0,-2 0-8282 0 0,-35 10-837 0 0,29-2 0 0 0,-1 0-1921 0 0,-25 2 7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48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2 12895 0 0,'-2'0'595'0'0,"0"0"-407"0"0,-1-2 8 0 0,-11 6 203 0 0,11-3-228 0 0,0 0 1 0 0,0 1 0 0 0,1-1 0 0 0,-1 1 0 0 0,1 0-1 0 0,-1-1 1 0 0,1 1 0 0 0,0 1 0 0 0,0-1-1 0 0,0 0 1 0 0,-2 3 0 0 0,-19 29 5140 0 0,22-33-5139 0 0,-9 16 1643 0 0,1 0 0 0 0,-8 21-1 0 0,10-21-1225 0 0,2 0 0 0 0,0 1 0 0 0,1 0-1 0 0,-4 30 1 0 0,8-39-516 0 0,0 0 1 0 0,0 0-1 0 0,1 1 0 0 0,0-1 1 0 0,1 0-1 0 0,0 0 0 0 0,0 0 1 0 0,1 0-1 0 0,0-1 0 0 0,1 1 1 0 0,8 14-1 0 0,-6-14-7 0 0,0 1 0 0 0,1-1-1 0 0,0-1 1 0 0,0 1 0 0 0,1-1 0 0 0,0 0 0 0 0,0-1-1 0 0,1 0 1 0 0,11 7 0 0 0,-8-7-95 0 0,-1-1 0 0 0,1-1 0 0 0,0 0 0 0 0,1 0 0 0 0,-1-2 0 0 0,1 1 0 0 0,0-1 0 0 0,22 1 0 0 0,-27-3 9 0 0,0 0-1 0 0,1-1 1 0 0,-1-1-1 0 0,0 0 1 0 0,1 0-1 0 0,-1 0 1 0 0,0-1-1 0 0,0 0 1 0 0,0-1-1 0 0,0 1 1 0 0,0-2-1 0 0,-1 1 1 0 0,1-1-1 0 0,10-8 1 0 0,-12 7-10 0 0,-1 0-1 0 0,0 0 1 0 0,0-1 0 0 0,0 0-1 0 0,-1 0 1 0 0,0 0 0 0 0,0-1-1 0 0,-1 1 1 0 0,0-1 0 0 0,0 0-1 0 0,3-10 1 0 0,-2 3-101 0 0,0 0 1 0 0,-1 0-1 0 0,-1 0 1 0 0,1-27-1 0 0,-3 40 119 0 0,0 0-1 0 0,0 1 0 0 0,0-1 1 0 0,0 0-1 0 0,-1 1 1 0 0,1-1-1 0 0,0 0 1 0 0,0 1-1 0 0,0-1 1 0 0,-1 0-1 0 0,1 1 1 0 0,0-1-1 0 0,-1 0 0 0 0,1 1 1 0 0,0-1-1 0 0,-1 1 1 0 0,0-2-1 0 0,-1 0-15 0 0,-6-6 6 0 0,5 8 36 0 0,0-1-1 0 0,0 1 1 0 0,0-1-1 0 0,0 1 1 0 0,0 0-1 0 0,0 0 1 0 0,0 0-1 0 0,-1 0 1 0 0,1 1-1 0 0,0-1 1 0 0,0 1-1 0 0,0 0 1 0 0,0 0-1 0 0,0 0 1 0 0,0 0-1 0 0,1 1 1 0 0,-6 2-1 0 0,-4 3 168 0 0,0 1 0 0 0,-16 14 0 0 0,24-19-174 0 0,0 2-1 0 0,0-1 1 0 0,1 0 0 0 0,-1 1 0 0 0,1-1 0 0 0,0 1 0 0 0,1 0 0 0 0,-1 0 0 0 0,1 0-1 0 0,0 0 1 0 0,0 1 0 0 0,1-1 0 0 0,-1 0 0 0 0,1 1 0 0 0,0-1 0 0 0,1 1 0 0 0,-1 0-1 0 0,1-1 1 0 0,0 1 0 0 0,2 10 0 0 0,-1-15-78 0 0,-1 0-1 0 0,1 1 1 0 0,0-1-1 0 0,0 0 1 0 0,0 1 0 0 0,0-1-1 0 0,0 0 1 0 0,1 0-1 0 0,-1 0 1 0 0,0 0-1 0 0,0 0 1 0 0,1 0 0 0 0,-1-1-1 0 0,1 1 1 0 0,-1 0-1 0 0,2 0 1 0 0,-1 0-142 0 0,1 0-79 0 0,-1 0 0 0 0,1 0 0 0 0,-1 0 0 0 0,1 0 0 0 0,0-1 0 0 0,4 1 0 0 0,9 0-7409 0 0,-3-1-846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49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22343 0 0,'0'0'3384'0'0,"0"2"-2324"0"0,3 26 1405 0 0,-2 49 0 0 0,-2-49-2294 0 0,1 1 1 0 0,5 29-1 0 0,-4-55-176 0 0,3 21 24 0 0,7 25 0 0 0,-9-42-64 0 0,0-1-1 0 0,0 0 0 0 0,1 0 1 0 0,-1 0-1 0 0,1 0 1 0 0,1-1-1 0 0,-1 1 1 0 0,1-1-1 0 0,5 6 0 0 0,-6-9-226 0 0,-1 0 0 0 0,1 0-1 0 0,0 0 1 0 0,0-1 0 0 0,0 1 0 0 0,0-1-1 0 0,0 0 1 0 0,0 0 0 0 0,0 0-1 0 0,1 0 1 0 0,-1 0 0 0 0,0-1 0 0 0,0 0-1 0 0,1 1 1 0 0,-1-1 0 0 0,0 0 0 0 0,1-1-1 0 0,-1 1 1 0 0,0-1 0 0 0,0 1-1 0 0,1-1 1 0 0,5-2 0 0 0,4-3-1579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49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26 9215 0 0,'-2'-15'15338'0'0,"-5"7"-9995"0"0,6 7-5270 0 0,-1 1-1 0 0,1-1 1 0 0,0 1 0 0 0,0 0 0 0 0,0-1 0 0 0,-1 1 0 0 0,1 0 0 0 0,0 0 0 0 0,0 0 0 0 0,-1 0 0 0 0,1 0-1 0 0,0 0 1 0 0,0 0 0 0 0,-1 1 0 0 0,1-1 0 0 0,0 0 0 0 0,0 1 0 0 0,0-1 0 0 0,-2 2 0 0 0,-5 2 22 0 0,0 0 0 0 0,1 0 0 0 0,0 1 0 0 0,0 0 0 0 0,0 1 0 0 0,0 0 0 0 0,1 0 0 0 0,0 0 0 0 0,1 0 0 0 0,-1 1 1 0 0,1 0-1 0 0,-8 15 0 0 0,4-1 42 0 0,9-13-114 0 0,0-3-10 0 0,1 7-9 0 0,0-8-11 0 0,1-1 0 0 0,-1 0 0 0 0,1 0-1 0 0,-1 0 1 0 0,1 0 0 0 0,0 0 0 0 0,0 0 0 0 0,1-1 0 0 0,-1 1 0 0 0,0-1 0 0 0,1 1-1 0 0,-1-1 1 0 0,1 0 0 0 0,0 0 0 0 0,0 0 0 0 0,0 0 0 0 0,0 0 0 0 0,0-1 0 0 0,0 1-1 0 0,1-1 1 0 0,-1 0 0 0 0,4 1 0 0 0,4 0-24 0 0,-1 1-1 0 0,1-1 1 0 0,0-1 0 0 0,0 0-1 0 0,20-1 1 0 0,-27-1 6 0 0,1 1 1 0 0,-1-1-1 0 0,1 0 1 0 0,-1 0-1 0 0,0 0 1 0 0,0 0-1 0 0,0-1 0 0 0,0 1 1 0 0,0-1-1 0 0,0 0 1 0 0,0-1-1 0 0,0 1 1 0 0,-1-1-1 0 0,7-5 0 0 0,-6 4-16 0 0,0-1-1 0 0,0 0 1 0 0,-1 0-1 0 0,0 0 1 0 0,1 0-1 0 0,-2 0 1 0 0,1-1-1 0 0,-1 1 1 0 0,4-12-1 0 0,-6 15 3 0 0,0-1 0 0 0,-1 1 0 0 0,1-1 0 0 0,0 1 0 0 0,-1-1 0 0 0,0 1 0 0 0,1 0 0 0 0,-1-1-1 0 0,0 1 1 0 0,0 0 0 0 0,-1-1 0 0 0,1 1 0 0 0,0 0 0 0 0,-1 0 0 0 0,1 0 0 0 0,-4-3 0 0 0,3 3-32 0 0,-1-1 0 0 0,0 1 0 0 0,0 0 0 0 0,0 1-1 0 0,0-1 1 0 0,0 0 0 0 0,0 1 0 0 0,0 0 0 0 0,-1 0 0 0 0,1 0 0 0 0,0 0 0 0 0,-1 0 0 0 0,1 1-1 0 0,-1-1 1 0 0,-4 1 0 0 0,-5 0-1361 0 0,1 0 1 0 0,-24 4-1 0 0,14 1-5000 0 0,0 2-1815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50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243 231 17623 0 0,'0'0'1595'0'0,"-1"-2"-1310"0"0,-1-5-15 0 0,2 6-100 0 0,0 0 0 0 0,-1 1 0 0 0,1-1 0 0 0,-1 0 0 0 0,1 1 0 0 0,0-1 0 0 0,-1 1 0 0 0,1-1 0 0 0,-1 0 0 0 0,0 1 0 0 0,1 0 0 0 0,-1-1 0 0 0,1 1 0 0 0,-1-1 0 0 0,0 1 1 0 0,1 0-1 0 0,-1-1 0 0 0,0 1 0 0 0,1 0 0 0 0,-1 0 0 0 0,0-1 0 0 0,-1 1 0 0 0,-15 0 2132 0 0,7 3-1704 0 0,0 1 0 0 0,0 0 0 0 0,1 1 1 0 0,-1 0-1 0 0,1 0 0 0 0,0 1 0 0 0,-15 14 0 0 0,6-7-182 0 0,18-12-407 0 0,-55 43 1029 0 0,49-39-972 0 0,1 1 0 0 0,0-1 0 0 0,1 1-1 0 0,-1 0 1 0 0,1 0 0 0 0,1 0 0 0 0,-6 12-1 0 0,6-5-58 0 0,3 1-7 0 0,3-1 0 0 0,-1-9 0 0 0,0-1 0 0 0,1 0 0 0 0,-1 0 0 0 0,1 0 0 0 0,-1 0 0 0 0,1 0 0 0 0,0 0 0 0 0,0-1 0 0 0,0 1 0 0 0,0-1 0 0 0,1 0 0 0 0,-1 0 0 0 0,0 0 0 0 0,1 0 0 0 0,0 0 0 0 0,-1-1 0 0 0,1 0 0 0 0,0 0 0 0 0,4 1 0 0 0,5 0 0 0 0,0 1 0 0 0,0-2 0 0 0,0 0 0 0 0,19-1 0 0 0,-26 0-4 0 0,10-1-136 0 0,0 0-1 0 0,0 0 1 0 0,0-2-1 0 0,18-4 1 0 0,-30 6 112 0 0,0-1 0 0 0,0 1-1 0 0,-1-1 1 0 0,1 1 0 0 0,-1-1 0 0 0,1 0 0 0 0,-1-1-1 0 0,1 1 1 0 0,-1 0 0 0 0,0-1 0 0 0,0 0 0 0 0,-1 0-1 0 0,1 0 1 0 0,0 0 0 0 0,-1 0 0 0 0,0 0 0 0 0,0-1-1 0 0,0 1 1 0 0,0-1 0 0 0,0 1 0 0 0,-1-1 0 0 0,2-5-1 0 0,-2 3-237 0 0,1-1 0 0 0,-2 0 0 0 0,1 0 0 0 0,-1 0-1 0 0,0 0 1 0 0,0 0 0 0 0,-1 0 0 0 0,0 0 0 0 0,0 0-1 0 0,-1 0 1 0 0,0 1 0 0 0,0-1 0 0 0,-3-7 0 0 0,-2 6-2269 0 0</inkml:trace>
  <inkml:trace contextRef="#ctx0" brushRef="#br0" timeOffset="1">618 244 13359 0 0,'0'0'1210'0'0,"-2"2"-573"0"0,1 0 551 0 0,0 1 0 0 0,-1 0 0 0 0,1 0 0 0 0,0-1 0 0 0,0 1 0 0 0,0 0 1 0 0,1 0-1 0 0,-1 0 0 0 0,1 0 0 0 0,-1 4 0 0 0,1-4-1231 0 0,1-1 1 0 0,-1 0-1 0 0,0 0 1 0 0,1 0-1 0 0,-1 0 1 0 0,1 0-1 0 0,0 1 1 0 0,0-1-1 0 0,1 2 1 0 0,-1-2-586 0 0,2 0-198 0 0,9 4-786 0 0,1 1-341 0 0</inkml:trace>
  <inkml:trace contextRef="#ctx0" brushRef="#br0" timeOffset="2">943 1 5527 0 0,'0'2'10244'0'0,"-2"38"1272"0"0,-2 1-7193 0 0,0-18-4113 0 0,2 1 1 0 0,1 40 0 0 0,6-17-490 0 0,16 74 0 0 0,-18-112-681 0 0,-2-2-2150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50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63 10135 0 0,'-1'-1'778'0'0,"-1"0"-631"0"0,-15-21 16908 0 0,18 20-16926 0 0,0 1 1 0 0,-1-1-1 0 0,1 0 1 0 0,0 1-1 0 0,0-1 0 0 0,0 1 1 0 0,1-1-1 0 0,-1 1 0 0 0,0 0 1 0 0,0-1-1 0 0,1 1 0 0 0,-1 0 1 0 0,1 0-1 0 0,-1 0 1 0 0,4-2-1 0 0,0 2 53 0 0,0-1 1 0 0,0 1-1 0 0,0 0 1 0 0,7-1-1 0 0,-3 0-56 0 0,15-1-46 0 0,0 1 0 0 0,-1 2 0 0 0,1 0 0 0 0,0 1 0 0 0,0 1 0 0 0,0 1 0 0 0,0 2 0 0 0,28 8 0 0 0,-40-8-80 0 0,-1 4 11 0 0,-11-8-8 0 0,1 0 1 0 0,0 1-1 0 0,-1-1 1 0 0,1 1-1 0 0,-1-1 1 0 0,1 1-1 0 0,-1-1 0 0 0,0 1 1 0 0,0-1-1 0 0,0 1 1 0 0,0 0-1 0 0,0-1 1 0 0,0 1-1 0 0,0-1 1 0 0,0 1-1 0 0,-1-1 1 0 0,1 1-1 0 0,-1-1 1 0 0,1 1-1 0 0,-1-1 1 0 0,1 1-1 0 0,-1-1 1 0 0,0 0-1 0 0,0 1 1 0 0,0-1-1 0 0,0 0 0 0 0,0 0 1 0 0,0 0-1 0 0,0 1 1 0 0,-1 0-1 0 0,-5 5 32 0 0,-1-1 0 0 0,1 0 0 0 0,-14 9 0 0 0,17-13-18 0 0,-109 79 132 0 0,98-70-149 0 0,11-7 0 0 0,-4 7 0 0 0,0 3 0 0 0,7-8 0 0 0,2-4 0 0 0,-1 9 0 0 0,6 0 0 0 0,3 0 0 0 0,-4-7-5 0 0,1 0 0 0 0,-1-1 0 0 0,1 0 0 0 0,-1 0 0 0 0,1 0 0 0 0,11 3 0 0 0,41 9-42 0 0,-26-7-2 0 0,-15-3 41 0 0,5 0 6 0 0,27 12-1 0 0,-42-15 2 0 0,-1 1-1 0 0,0 0 1 0 0,0 1-1 0 0,-1-1 1 0 0,1 1-1 0 0,-1 0 1 0 0,0 1-1 0 0,8 8 1 0 0,-11-12-3 0 0,-1 1 1 0 0,0-1 0 0 0,0 1 0 0 0,0 0 0 0 0,0-1 0 0 0,0 1-1 0 0,0 0 1 0 0,0 0 0 0 0,0 0 0 0 0,-1 0 0 0 0,1-1-1 0 0,-1 1 1 0 0,1 0 0 0 0,-1 0 0 0 0,0 0 0 0 0,0 0-1 0 0,0 0 1 0 0,0 3 0 0 0,-1-2 11 0 0,0 0-1 0 0,0 0 1 0 0,0 0-1 0 0,0-1 1 0 0,0 1 0 0 0,0-1-1 0 0,-1 1 1 0 0,1-1-1 0 0,-1 1 1 0 0,0-1 0 0 0,-3 3-1 0 0,0 0 18 0 0,0 0-1 0 0,-1-1 0 0 0,1 1 1 0 0,-1-1-1 0 0,0-1 1 0 0,0 1-1 0 0,0-1 0 0 0,-1 0 1 0 0,-8 2-1 0 0,-2 0 29 0 0,6-1-50 0 0,0-1 0 0 0,1-1 0 0 0,-1 0-1 0 0,-21 1 1 0 0,1-3-842 0 0,1-2 1 0 0,-48-9-1 0 0,76 11 451 0 0,0-1-1 0 0,0 1 0 0 0,0-1 1 0 0,0 0-1 0 0,0 0 1 0 0,1 1-1 0 0,-1-1 1 0 0,0 0-1 0 0,-2-3 1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50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18831 0 0,'0'0'1706'0'0,"2"2"-1405"0"0,18 16 849 0 0,2-1 1 0 0,1 0 0 0 0,28 15-1 0 0,2 2 541 0 0,15 10-172 0 0,79 60-195 0 0,-46-15-764 0 0,-85-72-480 0 0,0 0-1 0 0,-2 1 1 0 0,23 35-1 0 0,-26-34-31 0 0,0 0 0 0 0,-1 1 0 0 0,-1 1 0 0 0,10 38 0 0 0,-16-48-42 0 0,-1 0 0 0 0,0 1 0 0 0,-1-1 0 0 0,0 0 0 0 0,-1 1 0 0 0,-1-1 0 0 0,1 0 0 0 0,-2 0 0 0 0,0 1 0 0 0,0-1 0 0 0,-5 14 0 0 0,-1-5 100 0 0,-1-1 0 0 0,0 0 0 0 0,-2 0 0 0 0,0-1 0 0 0,-1-1 0 0 0,-1 0-1 0 0,0 0 1 0 0,-2-2 0 0 0,-30 28 0 0 0,-36 25 214 0 0,64-53-371 0 0,15-14-215 0 0,-1 4 148 0 0,1-3-1534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53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11975 0 0,'1'2'6358'0'0,"11"27"-901"0"0,0 22-2400 0 0,-8-32-2482 0 0,8 22 1 0 0,-1-7-377 0 0,-2-8 87 0 0,0-1 0 0 0,23 43 0 0 0,-25-57-353 0 0,-2-1-241 0 0,0-1 1 0 0,1 0-1 0 0,0 0 0 0 0,0-1 1 0 0,1 1-1 0 0,0-2 1 0 0,14 13-1 0 0,-21-19 145 0 0,1-1-1 0 0,0 0 1 0 0,0 1-1 0 0,0-1 1 0 0,-1 0-1 0 0,1 0 1 0 0,0 1-1 0 0,0-1 1 0 0,0 0-1 0 0,0 0 1 0 0,-1 0 0 0 0,1 0-1 0 0,0 0 1 0 0,0 0-1 0 0,0-1 1 0 0,0 1-1 0 0,-1 0 1 0 0,1 0-1 0 0,0 0 1 0 0,0-1-1 0 0,0 1 1 0 0,1-1-1 0 0,13-11-2809 0 0,-6 3 1050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53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13 18167 0 0,'0'0'830'0'0,"-2"-1"-14"0"0,-2 1-733 0 0,1 0 1 0 0,0 0 0 0 0,-1 0 0 0 0,1 0-1 0 0,0 0 1 0 0,0 1 0 0 0,-1-1 0 0 0,1 1 0 0 0,0 0-1 0 0,0 0 1 0 0,0 1 0 0 0,-1-1 0 0 0,1 0-1 0 0,1 1 1 0 0,-5 2 0 0 0,-8 7 1660 0 0,-22 18 0 0 0,26-21-1083 0 0,5-2-507 0 0,-1 0 0 0 0,1 0 0 0 0,0 1 0 0 0,1 0 1 0 0,-1-1-1 0 0,1 2 0 0 0,1-1 0 0 0,-1 1 0 0 0,1-1 1 0 0,1 1-1 0 0,-1 1 0 0 0,1-1 0 0 0,1 0 0 0 0,0 1 0 0 0,0-1 1 0 0,0 1-1 0 0,1-1 0 0 0,0 13 0 0 0,1-18-161 0 0,1 0 1 0 0,-1 0-1 0 0,1 0 0 0 0,-1 0 0 0 0,1 0 1 0 0,0 0-1 0 0,0 0 0 0 0,0 0 0 0 0,0-1 1 0 0,1 1-1 0 0,-1 0 0 0 0,1-1 0 0 0,0 1 0 0 0,0-1 1 0 0,3 4-1 0 0,-2-3-18 0 0,1-1 0 0 0,-1 1 1 0 0,1-1-1 0 0,-1 1 0 0 0,1-1 0 0 0,0 0 1 0 0,0-1-1 0 0,0 1 0 0 0,8 1 0 0 0,0 0-39 0 0,0-2-1 0 0,0 0 0 0 0,0 0 0 0 0,0-1 0 0 0,0 0 1 0 0,23-4-1 0 0,5-5-340 0 0,-1-2 1 0 0,0-1 0 0 0,0-2-1 0 0,-2-1 1 0 0,0-2 0 0 0,51-33-1 0 0,-74 42 229 0 0,60-40-860 0 0,-66 42 864 0 0,0 0 0 0 0,-1-1 0 0 0,0 0 0 0 0,0 0 0 0 0,-1-1 0 0 0,10-15 0 0 0,-10 10-41 0 0,-5 10 194 0 0,0 2 22 0 0,-1 0 0 0 0,0 0 1 0 0,0 0-1 0 0,0 0 0 0 0,0 0 0 0 0,0-1 0 0 0,0 1 0 0 0,0 0 0 0 0,0 0 1 0 0,0 0-1 0 0,-1 0 0 0 0,1 0 0 0 0,0 0 0 0 0,-1 0 0 0 0,1 0 0 0 0,-1-1 0 0 0,-1 0 94 0 0,1 1 0 0 0,0-1 0 0 0,-1 1 0 0 0,1-1 0 0 0,-1 1 0 0 0,1 0 0 0 0,-1 0 0 0 0,1 0 0 0 0,-1 0 0 0 0,0 0 0 0 0,0 0-1 0 0,0 0 1 0 0,-2 0 0 0 0,4 1-42 0 0,-2-1 106 0 0,0 1-1 0 0,0-1 1 0 0,0 1-1 0 0,0 0 1 0 0,0 0-1 0 0,0 0 1 0 0,-1 0-1 0 0,1 0 1 0 0,0 0-1 0 0,0 0 1 0 0,0 1-1 0 0,0-1 1 0 0,0 1-1 0 0,0 0 1 0 0,0 0-1 0 0,-3 1 1 0 0,-4 2 132 0 0,6-3-198 0 0,1 1 0 0 0,-1 0 0 0 0,1 1 0 0 0,-1-1 0 0 0,1 0 0 0 0,0 1 0 0 0,0-1 0 0 0,0 1 0 0 0,0-1 0 0 0,-2 5 0 0 0,3-6-60 0 0,0 2 11 0 0,0 0 1 0 0,0 0 0 0 0,0 0 0 0 0,0 0-1 0 0,1 0 1 0 0,-1 1 0 0 0,1-1-1 0 0,-1 0 1 0 0,1 0 0 0 0,0 1 0 0 0,1-1-1 0 0,-1 0 1 0 0,0 0 0 0 0,1 0 0 0 0,0 1-1 0 0,0-1 1 0 0,1 3 0 0 0,1 3 31 0 0,0-1 1 0 0,1 0-1 0 0,0 1 1 0 0,9 13-1 0 0,-3-10-9 0 0,0-1 0 0 0,1 0-1 0 0,1-1 1 0 0,-1 0 0 0 0,23 13-1 0 0,0 2-20 0 0,-20-13-26 0 0,0 0 1 0 0,-1 1-1 0 0,0 0 0 0 0,18 26 1 0 0,-24-30-22 0 0,-1 0 0 0 0,-1 1 1 0 0,0 0-1 0 0,0 0 1 0 0,0 0-1 0 0,-2 1 0 0 0,1 0 1 0 0,3 21-1 0 0,-6-29-1 0 0,-2 14 0 0 0,-1-5 0 0 0,2-10 2 0 0,-1-1-1 0 0,1 0 1 0 0,0 0 0 0 0,0 1-1 0 0,-1-1 1 0 0,1 0 0 0 0,-1 1-1 0 0,1-1 1 0 0,-1 0 0 0 0,0 0 0 0 0,1 0-1 0 0,-1 0 1 0 0,0 0 0 0 0,0 0-1 0 0,0 0 1 0 0,1 0 0 0 0,-1 0-1 0 0,0 0 1 0 0,0 0 0 0 0,-1 0-1 0 0,0 0 1 0 0,-2 2 14 0 0,-2 1 18 0 0,1-1-1 0 0,-1 0 0 0 0,0 0 0 0 0,0 0 0 0 0,0 0 0 0 0,-1-1 0 0 0,-11 3 1 0 0,-13 4 111 0 0,26-7-128 0 0,-1-1 0 0 0,1 0 1 0 0,0 0-1 0 0,-1 0 0 0 0,1-1 0 0 0,-1 0 0 0 0,-5 0 0 0 0,-9 0 30 0 0,-13-3 120 0 0,31 3-307 0 0,0 0 0 0 0,0-1-1 0 0,-1 1 1 0 0,1-1 0 0 0,0 0-1 0 0,0 0 1 0 0,0 0 0 0 0,0 0-1 0 0,0 0 1 0 0,0 0 0 0 0,1-1-1 0 0,-1 1 1 0 0,-2-3 0 0 0,-2-2-1583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54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 9671 0 0,'0'0'748'0'0,"-2"0"-56"0"0,1 0-278 0 0,0-1-1 0 0,0 1 0 0 0,0 0 0 0 0,0 0 1 0 0,1 1-1 0 0,-1-1 0 0 0,0 0 0 0 0,0 0 0 0 0,0 0 1 0 0,0 1-1 0 0,0-1 0 0 0,0 0 0 0 0,0 1 1 0 0,0-1-1 0 0,1 1 0 0 0,-1-1 0 0 0,0 1 1 0 0,0-1-1 0 0,1 1 0 0 0,-2 1 0 0 0,0 0 116 0 0,0 0-1 0 0,1 0 0 0 0,-1 0 0 0 0,1 1 1 0 0,0-1-1 0 0,0 1 0 0 0,-2 3 0 0 0,1 2 104 0 0,-1 1 0 0 0,1 0-1 0 0,-1 16 1 0 0,3-3-337 0 0,0 0-1 0 0,1 0 1 0 0,2 0 0 0 0,0 0 0 0 0,1 0 0 0 0,1-1-1 0 0,1 0 1 0 0,1 0 0 0 0,11 23 0 0 0,-3-17-281 0 0,-2-8-122 0 0,-11-18-42 0 0,-1 0-1 0 0,0 1 0 0 0,1-1 0 0 0,-1 0 1 0 0,0 0-1 0 0,1 0 0 0 0,-1 0 0 0 0,1 0 1 0 0,3 1-1 0 0,0 1-331 0 0,-4-2-331 0 0,10-2-1609 0 0,-5 0 681 0 0,-6 1 1586 0 0,1 0 0 0 0,-1 0 0 0 0,1 0 0 0 0,0 0 0 0 0,-1 0-1 0 0,1 0 1 0 0,-1 0 0 0 0,1 0 0 0 0,-1-1 0 0 0,1 1-1 0 0,-1 0 1 0 0,1 0 0 0 0,-1-1 0 0 0,1 1 0 0 0,-1 0-1 0 0,1-1 1 0 0,-1 1 0 0 0,1 0 0 0 0,-1-1 0 0 0,1 0 0 0 0,8-8-2355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54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6 7831 0 0,'0'0'603'0'0,"-2"0"-396"0"0,-3-2 1304 0 0,-1 1 0 0 0,0 0-1 0 0,0 1 1 0 0,1-1 0 0 0,-1 1 0 0 0,-9 1 0 0 0,6 0-398 0 0,1 0-1 0 0,0 1 1 0 0,-1 0-1 0 0,-8 4 1 0 0,6-1-623 0 0,0 0 1 0 0,0 1 0 0 0,0 0 0 0 0,1 0 0 0 0,0 1-1 0 0,-15 14 1 0 0,22-18-449 0 0,1 0 1 0 0,-1 0-1 0 0,0 0 0 0 0,1 0 0 0 0,0 0 0 0 0,0 0 1 0 0,0 1-1 0 0,0-1 0 0 0,1 1 0 0 0,-1 0 0 0 0,1-1 1 0 0,0 1-1 0 0,0 0 0 0 0,0 0 0 0 0,1 0 1 0 0,-1 0-1 0 0,1 4 0 0 0,1 6-15 0 0,1-12-23 0 0,-1 1 0 0 0,1-1 0 0 0,0 1 0 0 0,-1-1 0 0 0,1 1 1 0 0,0-1-1 0 0,1 0 0 0 0,-1 0 0 0 0,0 0 0 0 0,1 0 0 0 0,-1-1 1 0 0,1 1-1 0 0,-1 0 0 0 0,1-1 0 0 0,0 0 0 0 0,4 2 0 0 0,-1-1-27 0 0,1 0-1 0 0,0 0 0 0 0,-1 0 1 0 0,1-1-1 0 0,0 0 1 0 0,9 0-1 0 0,20-3-376 0 0,0-2 0 0 0,43-9 0 0 0,-71 11 299 0 0,17-4-1367 0 0,40-15 1 0 0,-60 19 1228 0 0,26-9-1314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55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688 6 18687 0 0,'-2'-1'859'0'0,"-1"1"-530"0"0,-1-1-185 0 0,0 0 0 0 0,0 0 0 0 0,0 0-1 0 0,0 1 1 0 0,-1 0 0 0 0,1 0 0 0 0,0 0-1 0 0,0 0 1 0 0,0 1 0 0 0,-7 1 0 0 0,9-1 58 0 0,0-1 0 0 0,0 0 0 0 0,-1 1 0 0 0,1-1 0 0 0,0 1 1 0 0,0 0-1 0 0,0 0 0 0 0,0 0 0 0 0,1 0 0 0 0,-1 0 1 0 0,0 0-1 0 0,0 0 0 0 0,1 1 0 0 0,-1-1 0 0 0,0 1 1 0 0,1-1-1 0 0,-1 1 0 0 0,1-1 0 0 0,0 1 0 0 0,0 0 1 0 0,0 0-1 0 0,0 0 0 0 0,0 0 0 0 0,0 0 0 0 0,0 0 0 0 0,0 0 1 0 0,1 0-1 0 0,-1 0 0 0 0,1 0 0 0 0,-1 4 0 0 0,1-4-163 0 0,0 1-1 0 0,1-1 0 0 0,-1 0 0 0 0,1 1 1 0 0,-1-1-1 0 0,1 1 0 0 0,0-1 0 0 0,0 0 1 0 0,0 0-1 0 0,0 1 0 0 0,0-1 1 0 0,0 0-1 0 0,1 0 0 0 0,-1 0 0 0 0,3 2 1 0 0,-2-1 6 0 0,5 5-8 0 0,0 1 1 0 0,1-1 0 0 0,0 0-1 0 0,0-1 1 0 0,1 0 0 0 0,17 11-1 0 0,62 27 9 0 0,-61-33-197 0 0,47 30 1 0 0,-69-39 67 0 0,-1 1 0 0 0,0-1 0 0 0,0 1 0 0 0,0 0 0 0 0,0 0 0 0 0,-1 1 0 0 0,0-1 0 0 0,0 1 0 0 0,5 9 0 0 0,-15-1-62 0 0,5-11 139 0 0,0 1 1 0 0,0 0-1 0 0,0-1 0 0 0,-1 1 1 0 0,0-1-1 0 0,1 0 0 0 0,-1 0 1 0 0,0 0-1 0 0,0 0 0 0 0,0 0 0 0 0,0-1 1 0 0,-4 2-1 0 0,-7 2-25 0 0,-22 6 0 0 0,18-6 23 0 0,-20 6-594 0 0,21-7-212 0 0,1 0 0 0 0,0 1 0 0 0,0 1 0 0 0,1 1 1 0 0,-26 15-1 0 0,31-16-829 0 0</inkml:trace>
  <inkml:trace contextRef="#ctx0" brushRef="#br0" timeOffset="1">39 588 2759 0 0,'-8'0'131'0'0,"4"0"-4"0"0,1-1 0 0 0,-1 1 0 0 0,-16-5 17087 0 0,37 1-13330 0 0,-4 0-3099 0 0,164-17 3130 0 0,92-1-2873 0 0,-185 16-935 0 0,196-7-1418 0 0,-271 13 268 0 0,0 1 1 0 0,0-1-1 0 0,14 5 0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55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13823 0 0,'0'0'1703'0'0,"3"1"-256"0"0,2 2-372 0 0,1 0 0 0 0,0 0 1 0 0,0 0-1 0 0,-1 0 1 0 0,0 1-1 0 0,0 0 0 0 0,8 7 1 0 0,-8-5-729 0 0,0 1 0 0 0,0-1 1 0 0,0 1-1 0 0,-1 0 1 0 0,0 0-1 0 0,0 0 1 0 0,-1 1-1 0 0,0-1 0 0 0,4 15 1 0 0,-3-2 100 0 0,3 26 1 0 0,2 8-224 0 0,-5-21-159 0 0,-4-29-377 0 0,1 0 0 0 0,-1 1 1 0 0,1-1-1 0 0,0 0 0 0 0,0 1 1 0 0,0-1-1 0 0,0 0 0 0 0,1 0 1 0 0,2 6-1 0 0,-3-9-766 0 0,1 0-99 0 0,2 1 415 0 0,0-1 1 0 0,-1 0 0 0 0,1 0 0 0 0,0 0-1 0 0,0-1 1 0 0,0 1 0 0 0,8-1-1 0 0,2-3-6299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3:56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32 4607 0 0,'-6'-7'407'0'0,"2"5"-170"0"0,0-1 0 0 0,0 1 1 0 0,-1-1-1 0 0,1 1 0 0 0,-5-2 0 0 0,3 2 1602 0 0,-1 0-1 0 0,1 1 0 0 0,0 0 1 0 0,-1 0-1 0 0,-11 0 1 0 0,8 1 590 0 0,0 0 0 0 0,-1 1 0 0 0,-9 3 0 0 0,-12 4-3342 0 0,24-5 1159 0 0,0 0 0 0 0,1 1 0 0 0,-1-1 0 0 0,1 1 0 0 0,0 1-1 0 0,0-1 1 0 0,-7 7 0 0 0,10-7-172 0 0,1-1-1 0 0,-1 1 1 0 0,1 0-1 0 0,-1 0 1 0 0,1 0-1 0 0,1 0 1 0 0,-1 1-1 0 0,1-1 1 0 0,-1 1-1 0 0,1 0 1 0 0,0-1-1 0 0,-1 9 1 0 0,2-11-72 0 0,1-1 1 0 0,-1 0 0 0 0,1 0 0 0 0,-1 0-1 0 0,1 0 1 0 0,0 1 0 0 0,0-1-1 0 0,0 0 1 0 0,0 0 0 0 0,0 1 0 0 0,0-1-1 0 0,0 0 1 0 0,0 0 0 0 0,0 0-1 0 0,0 1 1 0 0,1 0 0 0 0,0 2 4 0 0,0-2-9 0 0,-1 1 0 0 0,1-1 1 0 0,-1 0-1 0 0,1 0 0 0 0,0 1 0 0 0,0-1 0 0 0,2 4 0 0 0,-2-5-16 0 0,-1 1 0 0 0,1-1 0 0 0,-1 0 0 0 0,1 1-1 0 0,0-1 1 0 0,0 0 0 0 0,0 1 0 0 0,-1-1-1 0 0,1 0 1 0 0,0 0 0 0 0,1 0 0 0 0,-1 0 0 0 0,0 0-1 0 0,0 0 1 0 0,0 0 0 0 0,1 0 0 0 0,-1-1-1 0 0,0 1 1 0 0,1 0 0 0 0,2 0 0 0 0,2 1-72 0 0,3 2-62 0 0,0-1 0 0 0,0 0 0 0 0,0-1 0 0 0,0 0 0 0 0,0-1 0 0 0,1 0 1 0 0,-1 0-1 0 0,14-1 0 0 0,78-11-1286 0 0,-81 9 1129 0 0,-5-1-91 0 0,-1 1 1 0 0,1-2 0 0 0,25-9-1 0 0,-33 10 222 0 0,0-1-1 0 0,1 1 0 0 0,-1-2 0 0 0,-1 1 0 0 0,1-1 1 0 0,-1 0-1 0 0,0 0 0 0 0,10-10 0 0 0,-10 7-10 0 0,-4 6 120 0 0,0 0 0 0 0,0 0 0 0 0,0 0 0 0 0,0-1 0 0 0,0 1 0 0 0,-1-1 0 0 0,1 1-1 0 0,-1-1 1 0 0,3-5 0 0 0,-4 7 36 0 0,0-1 161 0 0,1-15 281 0 0,-1 15-178 0 0,-3-6 379 0 0,-7-10 989 0 0,10 18-1528 0 0,0 0 0 0 0,0-1-1 0 0,0 1 1 0 0,-1 0 0 0 0,1 0 0 0 0,0 0-1 0 0,0-1 1 0 0,-1 1 0 0 0,1 0 0 0 0,0 0 0 0 0,-1 0-1 0 0,1 0 1 0 0,0 0 0 0 0,0 0 0 0 0,-1 0-1 0 0,1 0 1 0 0,0 0 0 0 0,-1 0 0 0 0,1 0-1 0 0,0 0 1 0 0,-1 0 0 0 0,1 0 0 0 0,0 0 0 0 0,-1 0-1 0 0,1 0 1 0 0,-6 5 137 0 0,5-3 216 0 0,1 0-328 0 0,2 4-16 0 0,0-1 0 0 0,0 1 0 0 0,0-1-1 0 0,1 0 1 0 0,0 1 0 0 0,0-1 0 0 0,0-1 0 0 0,1 1 0 0 0,-1 0 0 0 0,7 5-1 0 0,5 4 227 0 0,29 20 0 0 0,4 3-103 0 0,-23-15-184 0 0,-13-13-10 0 0,-1 1 0 0 0,0 1 1 0 0,0-1-1 0 0,-1 2 1 0 0,12 17-1 0 0,-18-22-9 0 0,-1-3 0 0 0,0 0 0 0 0,-1 1 0 0 0,1-1 0 0 0,-1 1 0 0 0,0 0 0 0 0,-1 0 0 0 0,3 9 0 0 0,-4-1 0 0 0,-1-10 15 0 0,0 0 0 0 0,0 1 0 0 0,0-1 0 0 0,0 0 0 0 0,0 0-1 0 0,-1 0 1 0 0,0 0 0 0 0,1 0 0 0 0,-1 0 0 0 0,0 0 0 0 0,0-1 0 0 0,-1 1 0 0 0,-4 4 0 0 0,2-4 43 0 0,0 1 1 0 0,0 0 0 0 0,0-1-1 0 0,-1 0 1 0 0,1 0 0 0 0,-1-1-1 0 0,-7 2 1 0 0,0 0 53 0 0,0-1 1 0 0,-1 0-1 0 0,1-1 0 0 0,-1-1 0 0 0,0 0 1 0 0,-17-1-1 0 0,-8-2 237 0 0,21 2-206 0 0,-1-2 0 0 0,1 1-1 0 0,-34-9 1 0 0,31 4-165 0 0,12 4-97 0 0,-1-1-1 0 0,1 0 0 0 0,0 0 1 0 0,0-1-1 0 0,0 0 1 0 0,0 0-1 0 0,-10-8 0 0 0,18 11-437 0 0,-5-7-2018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4:00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60 16271 0 0,'0'-2'744'0'0,"-3"-13"-22"0"0,-2-4 185 0 0,6-5 10575 0 0,0 26-11386 0 0,-1 0 1 0 0,1 0-1 0 0,-1 0 0 0 0,1 0 1 0 0,0 0-1 0 0,-1-1 1 0 0,3 4-1 0 0,2 5 38 0 0,11 74 482 0 0,-12-61-633 0 0,0-1 0 0 0,1 0 0 0 0,13 35 0 0 0,-18-57 5 0 0,16 35-540 0 0,-9-20-3468 0 0,-6-14 2516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4:01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9671 0 0,'0'0'18695'0'0,"3"1"-18306"0"0,34 3 59 0 0,-1-2-1 0 0,45-3 1 0 0,-26 0-3282 0 0,-2 3-4620 0 0,-26-1-1085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4:01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5983 0 0,'1'-1'17276'0'0,"5"-3"-16712"0"0,0 1-1 0 0,0 1 0 0 0,1-1 1 0 0,-1 1-1 0 0,0 0 1 0 0,1 1-1 0 0,-1-1 1 0 0,1 1-1 0 0,9 0 1 0 0,-5 0-262 0 0,1 1 0 0 0,0 1 0 0 0,0 0 0 0 0,19 4 0 0 0,-27-5-278 0 0,1 0-7 0 0,12 8 76 0 0,-15-7-84 0 0,1 1 0 0 0,-1-1 1 0 0,0 0-1 0 0,0 1 0 0 0,1 0 0 0 0,-1-1 1 0 0,0 1-1 0 0,-1 0 0 0 0,1 0 1 0 0,0 0-1 0 0,-1 0 0 0 0,1 1 1 0 0,-1-1-1 0 0,1 0 0 0 0,-1 1 0 0 0,0-1 1 0 0,0 1-1 0 0,0-1 0 0 0,0 1 1 0 0,-1-1-1 0 0,1 1 0 0 0,-1 0 0 0 0,1-1 1 0 0,-1 1-1 0 0,0 0 0 0 0,0-1 1 0 0,0 1-1 0 0,0 0 0 0 0,-1-1 0 0 0,1 1 1 0 0,-1-1-1 0 0,-1 5 0 0 0,-1 0 30 0 0,0 1-1 0 0,-1-1 0 0 0,1 0 0 0 0,-2 0 0 0 0,1 0 0 0 0,-7 7 1 0 0,-36 35 259 0 0,23-24-165 0 0,-26 20 135 0 0,8-7-27 0 0,41-37-174 0 0,11 11 13 0 0,-8-10-77 0 0,1 1-1 0 0,0-1 1 0 0,0-1 0 0 0,0 1 0 0 0,1 0-1 0 0,-1-1 1 0 0,0 0 0 0 0,1 0 0 0 0,-1 0-1 0 0,1 0 1 0 0,-1 0 0 0 0,1-1 0 0 0,-1 1-1 0 0,1-1 1 0 0,-1 0 0 0 0,5 0-1 0 0,8-1 21 0 0,0-1-1 0 0,18-4 0 0 0,-28 5-18 0 0,180-50-444 0 0,-65 9-4147 0 0,-118 41 4370 0 0,16-7-1472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4:02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45 8751 0 0,'-6'-8'19229'0'0,"18"2"-18766"0"0,-1 1 0 0 0,1 0 0 0 0,0 1-1 0 0,0 0 1 0 0,1 1 0 0 0,24-3 0 0 0,-12 4-394 0 0,0 1 0 0 0,42 4 0 0 0,-50-3-57 0 0,-13-1-12 0 0,1 1 0 0 0,-1 1 0 0 0,1-1 0 0 0,0 0 0 0 0,-1 1 0 0 0,1 0 0 0 0,-1 0 0 0 0,7 3 0 0 0,1 1 0 0 0,-3 5 0 0 0,-8-8 0 0 0,0 0 0 0 0,0 0 0 0 0,0 0-1 0 0,-1 0 1 0 0,1 0 0 0 0,-1 0 0 0 0,1 0 0 0 0,-1 0 0 0 0,0 0 0 0 0,0 0-1 0 0,0 1 1 0 0,0-1 0 0 0,0 0 0 0 0,-1 0 0 0 0,1 0 0 0 0,-1 0 0 0 0,1 0-1 0 0,-1 0 1 0 0,0 0 0 0 0,0 0 0 0 0,0 0 0 0 0,0 0 0 0 0,0 0-1 0 0,-2 3 1 0 0,-5 5 9 0 0,1-1 0 0 0,-1 1 1 0 0,-10 8-1 0 0,12-12 11 0 0,-88 79 311 0 0,89-81-322 0 0,1 1 9 0 0,-21 26 35 0 0,25-30-48 0 0,-1-1 0 0 0,1 0 0 0 0,0 0-1 0 0,0 1 1 0 0,0-1 0 0 0,-1 0 0 0 0,1 1 0 0 0,0-1 0 0 0,0 0-1 0 0,0 0 1 0 0,0 1 0 0 0,0-1 0 0 0,-1 0 0 0 0,1 1 0 0 0,0-1-1 0 0,0 0 1 0 0,0 1 0 0 0,0-1 0 0 0,0 0 0 0 0,0 1 0 0 0,0-1-1 0 0,0 0 1 0 0,0 1 0 0 0,0-1 0 0 0,0 0 0 0 0,1 1 0 0 0,-1-1-1 0 0,0 0 1 0 0,0 1 0 0 0,0-1 0 0 0,0 0 0 0 0,0 0 0 0 0,1 1-1 0 0,-1-1 1 0 0,0 0 0 0 0,0 0 0 0 0,0 1 0 0 0,1-1 0 0 0,-1 0-1 0 0,2 1 3 0 0,-1 0 0 0 0,1 0-1 0 0,0 0 1 0 0,-1 0-1 0 0,1-1 1 0 0,0 1-1 0 0,-1 0 1 0 0,3-1-1 0 0,3 2 11 0 0,0-1-1 0 0,1 0 0 0 0,11-1 0 0 0,101-21 69 0 0,-47 7-216 0 0,-1-2-442 0 0,-23 4-3142 0 0,-37 9 1700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4:02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17503 0 0,'0'0'1831'0'0,"1"-2"-1442"0"0,1-1 458 0 0,0 1 0 0 0,0 0 0 0 0,0 0-1 0 0,0-1 1 0 0,1 1 0 0 0,-1 1 0 0 0,1-1-1 0 0,4-3 1 0 0,-1 2-116 0 0,0 0 0 0 0,1 1 1 0 0,9-3-1 0 0,-4 2-447 0 0,1 0 1 0 0,0 1-1 0 0,23 0 1 0 0,-19 2-213 0 0,0 1-1 0 0,0 0 1 0 0,-1 1-1 0 0,1 1 1 0 0,22 6-1 0 0,-26-3-17 0 0,-1-2-41 0 0,-1 4 3 0 0,-9-6-6 0 0,-1 0 0 0 0,0 0 0 0 0,0 0 0 0 0,0 0 1 0 0,0 0-1 0 0,-1 0 0 0 0,1 0 0 0 0,0 0 0 0 0,-1 0 0 0 0,0 0 0 0 0,1 0 0 0 0,-1 0 0 0 0,0 0 0 0 0,0 0 1 0 0,0 0-1 0 0,0 1 0 0 0,0-1 0 0 0,-1 0 0 0 0,1 0 0 0 0,-1 0 0 0 0,1 0 0 0 0,-1 0 0 0 0,0 0 0 0 0,0 0 1 0 0,0 0-1 0 0,0 0 0 0 0,-2 2 0 0 0,-3 6-2 0 0,-1 0 1 0 0,-1 0 0 0 0,-13 13-1 0 0,17-19 19 0 0,-69 64 258 0 0,11-11-90 0 0,55-52-208 0 0,5-3 8 0 0,0 0-1 0 0,0 0 0 0 0,1 0 1 0 0,-1 0-1 0 0,0 0 1 0 0,1 0-1 0 0,-1 0 0 0 0,1 1 1 0 0,0-1-1 0 0,0 0 1 0 0,-2 4-1 0 0,0 6 6 0 0,2-11 0 0 0,1 0 0 0 0,0 0 0 0 0,-1 0 0 0 0,1 1 0 0 0,0-1 0 0 0,0 0 0 0 0,0 0 0 0 0,0 1 0 0 0,0-1 0 0 0,0 2 0 0 0,4 2 0 0 0,-2-5 0 0 0,1 3 5 0 0,0-1 1 0 0,0 0-1 0 0,0 0 1 0 0,1 0-1 0 0,-1-1 0 0 0,0 1 1 0 0,1-1-1 0 0,0 0 1 0 0,-1 0-1 0 0,1 0 1 0 0,0 0-1 0 0,-1-1 0 0 0,1 1 1 0 0,0-1-1 0 0,6 0 1 0 0,8-1-24 0 0,34-6 0 0 0,-41 5-25 0 0,89-22-919 0 0,-34 6-2472 0 0,-45 13 1070 0 0</inkml:trace>
  <inkml:trace contextRef="#ctx0" brushRef="#br0" timeOffset="1">646 270 15663 0 0,'0'0'14581'0'0,"1"2"-14138"0"0,0 0-342 0 0,5 8 381 0 0,-4-8-461 0 0,0 0 0 0 0,0 0 0 0 0,0 0 1 0 0,0 0-1 0 0,0 0 0 0 0,1 0 0 0 0,-1-1 1 0 0,1 1-1 0 0,-1-1 0 0 0,1 0 0 0 0,2 1 0 0 0,3 1-14 0 0,-3-1-230 0 0,0-1 0 0 0,0 1-1 0 0,0-1 1 0 0,0 0 0 0 0,1 0 0 0 0,9 0 0 0 0,5-1-4724 0 0,-12 0 844 0 0,8 0-4913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4:02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430 73 8751 0 0,'0'0'674'0'0,"0"-2"-438"0"0,-3-2 491 0 0,1 0 0 0 0,-1 0 1 0 0,0 0-1 0 0,0 0 0 0 0,0 1 0 0 0,0-1 1 0 0,-1 1-1 0 0,1 0 0 0 0,-1 0 1 0 0,0 0-1 0 0,0 1 0 0 0,0-1 0 0 0,0 1 1 0 0,0 0-1 0 0,-5-2 0 0 0,-1 0 653 0 0,0 1-1 0 0,0 0 1 0 0,-12-2-1 0 0,-10 1-830 0 0,17 4-191 0 0,1 1 0 0 0,-1 0 0 0 0,1 1-1 0 0,0 0 1 0 0,0 1 0 0 0,-25 9 0 0 0,17-3-41 0 0,1 0 1 0 0,-1 2-1 0 0,-26 17 1 0 0,42-23-252 0 0,0-1 0 0 0,1 1 0 0 0,-1 0-1 0 0,-8 11 1 0 0,6-5-36 0 0,5 2 12 0 0,4 0-31 0 0,5-1-11 0 0,-3-8-20 0 0,0-1 1 0 0,1 0-1 0 0,-1 0 1 0 0,1 0-1 0 0,-1-1 0 0 0,1 1 1 0 0,0-1-1 0 0,0 0 0 0 0,0 0 1 0 0,0 0-1 0 0,1-1 1 0 0,-1 1-1 0 0,0-1 0 0 0,1 0 1 0 0,7 1-1 0 0,2-1-50 0 0,0-1 0 0 0,0 1 0 0 0,-1-2 0 0 0,15-2 0 0 0,53-15-163 0 0,-46 7 103 0 0,7-3 53 0 0,-40 13 153 0 0,-1 2-47 0 0,0-1-1 0 0,0 0 1 0 0,0 1-1 0 0,-1-1 1 0 0,1 0-1 0 0,0 1 1 0 0,0-1-1 0 0,-1 1 1 0 0,1 0-1 0 0,0-1 1 0 0,-1 1-1 0 0,1-1 1 0 0,-1 1-1 0 0,1 0 1 0 0,0-1-1 0 0,-1 1 1 0 0,1 0-1 0 0,-1 0 1 0 0,0-1-1 0 0,1 1 1 0 0,-1 0-1 0 0,1 2 1 0 0,5 19 412 0 0,-4-3-127 0 0,0 31-1 0 0,-2-34-237 0 0,1 1 0 0 0,0-1 0 0 0,5 18 0 0 0,0-8-23 0 0,-5-23-101 0 0,-1 0 0 0 0,1-1 0 0 0,0 1 0 0 0,0-1-1 0 0,0 0 1 0 0,0 1 0 0 0,0-1 0 0 0,1 0 0 0 0,-1 1-1 0 0,4 2 1 0 0,-2-1-155 0 0,-1-2-96 0 0,0-1 0 0 0,-1 1 0 0 0,1-1 0 0 0,0 1 0 0 0,0-1-1 0 0,0 0 1 0 0,0 0 0 0 0,3 1 0 0 0,13 4-8978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4:03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24 18455 0 0,'0'0'846'0'0,"-1"-1"-17"0"0,-5-3-490 0 0,0 1 1 0 0,1 1-1 0 0,-1-1 1 0 0,0 1-1 0 0,0 0 1 0 0,-1 0 0 0 0,1 1-1 0 0,0 0 1 0 0,0 0-1 0 0,-1 0 1 0 0,-6 1-1 0 0,0 1 558 0 0,0 0-1 0 0,0 1 0 0 0,-23 7 1 0 0,28-7-663 0 0,-1 1 1 0 0,0 0-1 0 0,1 1 1 0 0,0 0-1 0 0,0 0 1 0 0,0 1-1 0 0,1 0 1 0 0,-1 0 0 0 0,-12 12-1 0 0,19-16-29 0 0,1 1-138 0 0,-1 0-54 0 0,1 0 0 0 0,0 0-1 0 0,0-1 1 0 0,0 1 0 0 0,0 0 0 0 0,0 0-1 0 0,0 0 1 0 0,0-1 0 0 0,0 1 0 0 0,1 0-1 0 0,-1-1 1 0 0,1 1 0 0 0,0 0 0 0 0,-1-1 0 0 0,3 4-1 0 0,-1-1 6 0 0,0-1-1 0 0,1 1 1 0 0,0-1 0 0 0,0 0-1 0 0,0 0 1 0 0,5 4-1 0 0,4 2 17 0 0,1-1-1 0 0,24 12 1 0 0,-25-14-26 0 0,12 6 37 0 0,0 0 0 0 0,-1 2 0 0 0,36 27 0 0 0,-30-9 30 0 0,-28-30-71 0 0,0 0 0 0 0,0 0 0 0 0,0-1 0 0 0,-1 1 0 0 0,1 0 0 0 0,0 0 1 0 0,-1 0-1 0 0,1 0 0 0 0,-1 0 0 0 0,1 0 0 0 0,-1 3 0 0 0,1 0 0 0 0,1 19 3 0 0,-5-13 32 0 0,0-6-1 0 0,2-1-24 0 0,-1 0 1 0 0,-1 0-1 0 0,1 0 1 0 0,-1 0-1 0 0,1-1 1 0 0,-1 1-1 0 0,0-1 0 0 0,0 0 1 0 0,-1 0-1 0 0,1 0 1 0 0,-1 0-1 0 0,1-1 0 0 0,-1 1 1 0 0,0-1-1 0 0,0 0 1 0 0,-5 2-1 0 0,1 0 16 0 0,-1-1-1 0 0,-1 0 1 0 0,1 0-1 0 0,0-1 1 0 0,-1 0-1 0 0,-13 1 1 0 0,13-3-263 0 0,0 0 0 0 0,1 0 1 0 0,-1-1-1 0 0,0 0 0 0 0,1-1 0 0 0,-1 0 0 0 0,1 0 0 0 0,0-1 1 0 0,0 0-1 0 0,0-1 0 0 0,0 0 0 0 0,0 0 0 0 0,1-1 0 0 0,0 0 1 0 0,-13-11-1 0 0,8 5-1082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4:04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80 23263 0 0,'0'0'2113'0'0,"2"-1"-1739"0"0,6-4-14 0 0,1 0 0 0 0,-1 1 1 0 0,1 0-1 0 0,0 0 1 0 0,0 1-1 0 0,0 1 0 0 0,0-1 1 0 0,12-1-1 0 0,-8 2-202 0 0,110-21 946 0 0,0 5-5547 0 0,-103 17 2318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4:04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11055 0 0,'0'0'852'0'0,"3"-1"-196"0"0,3-1 1183 0 0,1 0 0 0 0,-1 0-1 0 0,1 1 1 0 0,7-1 0 0 0,29 2 2003 0 0,45 13-2099 0 0,-70-10-901 0 0,-9-1-631 0 0,0 0 0 0 0,0 1-1 0 0,0-1 1 0 0,15 8 0 0 0,-21-8-150 0 0,0 0 0 0 0,0-1-1 0 0,0 1 1 0 0,0 1 0 0 0,0-1 0 0 0,0 0 0 0 0,-1 0 0 0 0,1 1 0 0 0,-1 0 0 0 0,0-1 0 0 0,1 1-1 0 0,-1 0 1 0 0,-1 0 0 0 0,4 6 0 0 0,-5-8-48 0 0,1 0 0 0 0,-1 0 0 0 0,0 0 0 0 0,0-1-1 0 0,0 1 1 0 0,0 0 0 0 0,0 0 0 0 0,0 0 0 0 0,0 0 0 0 0,0 0 0 0 0,0 0 0 0 0,0-1-1 0 0,-1 1 1 0 0,1 0 0 0 0,0 0 0 0 0,-1 0 0 0 0,0 1 0 0 0,0 1 30 0 0,-2 6 32 0 0,0-1 1 0 0,-1 0 0 0 0,1 0 0 0 0,-2 0-1 0 0,1 0 1 0 0,-1-1 0 0 0,-1 0 0 0 0,1 0-1 0 0,-11 10 1 0 0,-8 6 226 0 0,-35 25 0 0 0,17-15-45 0 0,-9 10-94 0 0,50-42-86 0 0,0 1-5 0 0,1-2-64 0 0,0 1 1 0 0,0-1-1 0 0,0 0 1 0 0,0 1-1 0 0,0-1 0 0 0,0 0 1 0 0,-1 1-1 0 0,1-1 1 0 0,0 0-1 0 0,0 1 0 0 0,0-1 1 0 0,0 0-1 0 0,0 1 1 0 0,0-1-1 0 0,0 0 0 0 0,1 1 1 0 0,-1-1-1 0 0,0 0 1 0 0,0 1-1 0 0,0-1 1 0 0,0 0-1 0 0,0 1 0 0 0,0-1 1 0 0,1 0-1 0 0,-1 1 1 0 0,0-1-1 0 0,5 3-1 0 0,-1-1 1 0 0,1 0-1 0 0,0 0 0 0 0,0-1 1 0 0,0 1-1 0 0,0-1 0 0 0,0 0 1 0 0,0 0-1 0 0,0-1 0 0 0,5 0 0 0 0,12 0 34 0 0,24-4-1 0 0,-1 0-17 0 0,42 0-23 0 0,62-1 0 0 0,-140 5 44 0 0,35 2-3440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4:05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22 10135 0 0,'0'0'919'0'0,"-10"-21"16169"0"0,23 28-16754 0 0,-10-5-304 0 0,-1 0 0 0 0,0 1-1 0 0,1 0 1 0 0,-1-1 0 0 0,0 1 0 0 0,0 0-1 0 0,0 0 1 0 0,-1 0 0 0 0,1 0-1 0 0,-1 0 1 0 0,0 0 0 0 0,0 0-1 0 0,2 7 1 0 0,0 5 160 0 0,2 28 0 0 0,-4-31-96 0 0,2 32 286 0 0,-1-14-83 0 0,5 31 1 0 0,-5-52-290 0 0,0-1 1 0 0,0 0 0 0 0,1 0-1 0 0,0 0 1 0 0,0 0 0 0 0,1 0 0 0 0,0 0-1 0 0,7 9 1 0 0,-9-14-138 0 0,0-1-1 0 0,1 1 1 0 0,0-1 0 0 0,-1 1-1 0 0,1-1 1 0 0,0 0 0 0 0,0 0 0 0 0,1 0-1 0 0,-1-1 1 0 0,0 1 0 0 0,1-1-1 0 0,6 2 1 0 0,-5-1-1450 0 0,0-1-1 0 0,0-1 1 0 0,0 1 0 0 0,0-1-1 0 0,5 0 1 0 0,7-1-6732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4:06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304 0 7831 0 0,'-3'0'603'0'0,"-9"1"591"0"0,0-1 0 0 0,0 2 0 0 0,0 0 0 0 0,0 0 1 0 0,0 1-1 0 0,0 1 0 0 0,0 0 0 0 0,1 1 0 0 0,0 0 0 0 0,0 0 0 0 0,0 1 0 0 0,1 1 0 0 0,-11 8 0 0 0,11-7-214 0 0,0 1-1 0 0,-15 17 0 0 0,16-16-1137 0 0,2 1 0 0 0,-13 20 0 0 0,20-31 159 0 0,-12 22 394 0 0,1 0 0 0 0,-14 39 1 0 0,24-59-263 0 0,1 0-80 0 0,2 7-31 0 0,7 2-2 0 0,-4-9-61 0 0,0 1 0 0 0,1-1 0 0 0,-1 0 0 0 0,0 0 1 0 0,1 0-1 0 0,-1-1 0 0 0,1 0 0 0 0,0 0 0 0 0,-1 0 0 0 0,1-1 1 0 0,0 0-1 0 0,9-1 0 0 0,5-1-145 0 0,-1 0 0 0 0,26-8 1 0 0,61-16-715 0 0,-12-1-1850 0 0,-74 21 888 0 0,0-1-81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4:06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51 20527 0 0,'-2'-2'943'0'0,"-4"-5"-675"0"0,-1 1 0 0 0,0 0 0 0 0,0 0 0 0 0,0 0 0 0 0,-1 1 0 0 0,-8-5 0 0 0,14 10-116 0 0,0-1 0 0 0,1 1 0 0 0,-1-1 0 0 0,0 1 1 0 0,1 0-1 0 0,-1 0 0 0 0,0 0 0 0 0,1 0 0 0 0,-3 0 0 0 0,-3 0 4420 0 0,5 1-4241 0 0,1 1-290 0 0,-1-1-1 0 0,1 1 1 0 0,0-1 0 0 0,0 1 0 0 0,0-1 0 0 0,0 1 0 0 0,0 0-1 0 0,0 0 1 0 0,0 0 0 0 0,1-1 0 0 0,-1 1 0 0 0,1 0-1 0 0,-1 0 1 0 0,1 0 0 0 0,0 0 0 0 0,-1 0 0 0 0,1 0 0 0 0,0 0-1 0 0,0 0 1 0 0,1 0 0 0 0,-1 0 0 0 0,0 0 0 0 0,1 0 0 0 0,-1 0-1 0 0,2 3 1 0 0,2 6 40 0 0,1 1-1 0 0,0-1 0 0 0,8 12 0 0 0,-7-12-57 0 0,10 14-3 0 0,0-1-1 0 0,40 43 1 0 0,-32-39-15 0 0,3 4-15 0 0,1 0-69 0 0,28 42 0 0 0,-48-60 7 0 0,-1 1-29 0 0,-8-10 91 0 0,0-2-4 0 0,-2 10-8 0 0,-3-2-20 0 0,4-9 44 0 0,-1 1 1 0 0,0-1 0 0 0,0 0 0 0 0,0 0 0 0 0,0-1-1 0 0,0 1 1 0 0,0-1 0 0 0,-1 1 0 0 0,1-1 0 0 0,0 0-1 0 0,-1 0 1 0 0,-5 0 0 0 0,-4 1 35 0 0,0 0-1 0 0,-15-1 1 0 0,-6-3 67 0 0,-1-2 0 0 0,-45-10 0 0 0,48 8-43 0 0,10 1-229 0 0,1-1 0 0 0,0-1-1 0 0,0 0 1 0 0,0-2 0 0 0,-22-12-1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4:07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21967 0 0,'0'0'1995'0'0,"2"-1"-1645"0"0,1-2-287 0 0,0 1 0 0 0,0 0 0 0 0,0 0 0 0 0,1 0-1 0 0,-1 0 1 0 0,0 1 0 0 0,1-1 0 0 0,0 1-1 0 0,-1 0 1 0 0,1 0 0 0 0,4-1 0 0 0,48-3 707 0 0,-41 4-595 0 0,154-4 1178 0 0,-64 3-1190 0 0,58-1-58 0 0,7-1-3201 0 0,-125 3 1503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4:08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11055 0 0,'0'0'13351'0'0,"2"1"-12667"0"0,7 8-284 0 0,1 0 1 0 0,0-1 0 0 0,1 0-1 0 0,0-1 1 0 0,0 0-1 0 0,0-1 1 0 0,13 5-1 0 0,-2 0-394 0 0,59 23 138 0 0,-7-8-119 0 0,-27-10-187 0 0,-45-15 31 0 0,-2-1 1 0 0,0 0 124 0 0,0 0 0 0 0,0 0-1 0 0,0 1 1 0 0,0-1 0 0 0,0 0 0 0 0,0 0 0 0 0,0 0-1 0 0,0 1 1 0 0,0-1 0 0 0,0 0 0 0 0,0 0-1 0 0,1 0 1 0 0,-1 1 0 0 0,0-1 0 0 0,0 0-1 0 0,0 0 1 0 0,0 0 0 0 0,0 0 0 0 0,0 1-1 0 0,1-1 1 0 0,-1 0 0 0 0,0 0 0 0 0,0 0-1 0 0,0 0 1 0 0,1 0 0 0 0,-1 0 0 0 0,0 0 0 0 0,0 1-1 0 0,1-1 1 0 0,-1 0-5 0 0,0 0 0 0 0,1 0-1 0 0,-1 0 1 0 0,0 0 0 0 0,1 0 0 0 0,-1 1-1 0 0,0-1 1 0 0,1 0 0 0 0,-1 0 0 0 0,0 1-1 0 0,0-1 1 0 0,1 0 0 0 0,-1 0 0 0 0,0 1-1 0 0,0-1 1 0 0,0 0 0 0 0,1 0 0 0 0,-1 1-1 0 0,0-1 1 0 0,0 0 0 0 0,0 1 0 0 0,0-1-1 0 0,0 0 1 0 0,0 1 0 0 0,0-1 0 0 0,1 0-1 0 0,-1 1 1 0 0,0-1 0 0 0,0 0 0 0 0,0 1-1 0 0,-1 0 1 0 0,1 2 0 0 0,0 0 0 0 0,0 0 0 0 0,-1 0 0 0 0,1 0 0 0 0,-1 0 1 0 0,0 0-1 0 0,0 0 0 0 0,0-1 0 0 0,0 1 0 0 0,-1 0 0 0 0,1 0 0 0 0,-1-1 0 0 0,-1 3 0 0 0,-1 0-1 0 0,1-1-1 0 0,-1 0 1 0 0,0-1 0 0 0,-1 1-1 0 0,1-1 1 0 0,0 1-1 0 0,-6 1 1 0 0,-34 19-845 0 0,-79 30 1 0 0,109-49 185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4:08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13359 0 0,'0'0'11555'0'0,"0"3"-10121"0"0,1 15 89 0 0,-2 27 0 0 0,-1-34-1392 0 0,2 0 1 0 0,-1-1 0 0 0,2 1 0 0 0,-1 0 0 0 0,1 0 0 0 0,1 0 0 0 0,0 0 0 0 0,1-1-1 0 0,4 13 1 0 0,-6-21-138 0 0,-1 1 1 0 0,1-1-1 0 0,0 0 0 0 0,0 0 0 0 0,0 0 0 0 0,0 0 0 0 0,1 0 0 0 0,-1 0 0 0 0,0-1 0 0 0,1 1 0 0 0,0 0 0 0 0,1 1 0 0 0,1 0-78 0 0,-3-2-408 0 0,5 2-456 0 0,-6-3 903 0 0,1 1 1 0 0,-1-1-1 0 0,0 0 0 0 0,1 1 0 0 0,-1-1 0 0 0,0 0 0 0 0,1 0 0 0 0,-1 1 1 0 0,0-1-1 0 0,1 0 0 0 0,-1 0 0 0 0,0 0 0 0 0,1 0 0 0 0,-1 1 0 0 0,1-1 0 0 0,-1 0 1 0 0,0 0-1 0 0,1 0 0 0 0,-1 0 0 0 0,1 0 0 0 0,-1 0 0 0 0,0 0 0 0 0,1 0 1 0 0,0 0-1 0 0,2 0-499 0 0,1 0-1 0 0,-1-1 1 0 0,1 1 0 0 0,-1-1 0 0 0,1 1 0 0 0,-1-1 0 0 0,0 0 0 0 0,1 0 0 0 0,3-3-1 0 0,6-3-7796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4:09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48 23903 0 0,'0'0'2165'0'0,"-2"-1"-1677"0"0,0 1-351 0 0,0 0-1 0 0,-1 0 1 0 0,1 0-1 0 0,0 0 1 0 0,0 0-1 0 0,-1 0 1 0 0,1 1-1 0 0,0-1 0 0 0,0 1 1 0 0,0-1-1 0 0,0 1 1 0 0,0 0-1 0 0,0 0 1 0 0,0 0-1 0 0,0 0 1 0 0,0 0-1 0 0,0 0 0 0 0,0 1 1 0 0,1-1-1 0 0,-1 1 1 0 0,-2 1-1 0 0,-5 7 164 0 0,-1 1-1 0 0,-10 15 1 0 0,10-13 65 0 0,-10 12-261 0 0,-5 6 171 0 0,1 1 0 0 0,1 1 1 0 0,-19 38-1 0 0,36-59-188 0 0,1 0-1 0 0,1 0 1 0 0,0 0 0 0 0,0 1-1 0 0,-2 19 1 0 0,5-23-65 0 0,1 0 0 0 0,0 0 0 0 0,0 0 0 0 0,1-1 0 0 0,0 1 0 0 0,0 0 0 0 0,1 0 0 0 0,0-1 0 0 0,4 11 0 0 0,-3-12-27 0 0,0 0 0 0 0,1 0 0 0 0,0 0 1 0 0,0 0-1 0 0,1 0 0 0 0,-1-1 0 0 0,2 1 0 0 0,-1-2 0 0 0,1 1 0 0 0,-1 0 1 0 0,8 4-1 0 0,-3-3-12 0 0,-1-1 0 0 0,1-1 1 0 0,0 1-1 0 0,1-2 0 0 0,-1 1 0 0 0,1-2 1 0 0,12 4-1 0 0,1-2-18 0 0,1-2-1 0 0,-1 0 1 0 0,1-1-1 0 0,-1-2 1 0 0,1-1-1 0 0,39-5 1 0 0,-41 2-20 0 0,-1 0 0 0 0,1-1 0 0 0,-1-1 0 0 0,-1-1 0 0 0,1-1 0 0 0,-1-1 0 0 0,31-19 0 0 0,-43 23 36 0 0,-1-1 0 0 0,0 0-1 0 0,-1 0 1 0 0,1-1 0 0 0,-1 1 0 0 0,0-2 0 0 0,-1 1-1 0 0,0-1 1 0 0,0 0 0 0 0,-1 0 0 0 0,1-1 0 0 0,-2 0-1 0 0,1 0 1 0 0,-2 0 0 0 0,1 0 0 0 0,-1-1 0 0 0,0 1-1 0 0,-1-1 1 0 0,2-19 0 0 0,-3 15 12 0 0,-2 0-1 0 0,1 0 1 0 0,-2 0 0 0 0,0 0-1 0 0,0 0 1 0 0,-2 0 0 0 0,1 0-1 0 0,-2 1 1 0 0,0-1 0 0 0,0 1-1 0 0,-1 0 1 0 0,-1 1 0 0 0,0 0-1 0 0,-1 0 1 0 0,0 0 0 0 0,-1 1-1 0 0,-12-12 1 0 0,7 9-7 0 0,0 1-1 0 0,-1 0 1 0 0,-1 1 0 0 0,0 0-1 0 0,0 1 1 0 0,-1 1 0 0 0,-1 1-1 0 0,0 1 1 0 0,0 0 0 0 0,0 1-1 0 0,-36-8 1 0 0,35 11-114 0 0,0 2-1 0 0,-1 0 1 0 0,1 1 0 0 0,0 1-1 0 0,-1 1 1 0 0,-20 3 0 0 0,25-2-552 0 0,1 1 0 0 0,1 1 1 0 0,-22 8-1 0 0,26-8-761 0 0,0 1 0 0 0,0 0 0 0 0,0 0-1 0 0,0 1 1 0 0,-11 10 0 0 0,0 4-6727 0 0</inkml:trace>
  <inkml:trace contextRef="#ctx0" brushRef="#br0" timeOffset="1">245 408 7831 0 0,'2'-1'603'0'0,"16"-3"-504"0"0,-6 4 4363 0 0,-7 1-2896 0 0,-4-1-819 0 0,1 1-1 0 0,0-1 1 0 0,-1 1 0 0 0,1-1 0 0 0,-1 1 0 0 0,1 0 0 0 0,-1-1 0 0 0,3 3 0 0 0,0 0-117 0 0,0 0 0 0 0,-1 0 0 0 0,1 1 0 0 0,-1-1 0 0 0,0 1-1 0 0,4 6 1 0 0,3 7 5 0 0,-1 1-1 0 0,-1 0 1 0 0,0 1-1 0 0,5 22 0 0 0,17 39 765 0 0,-28-75-1594 0 0,0-1 0 0 0,1 1 0 0 0,-1-1 0 0 0,1 0 0 0 0,0 0 0 0 0,1 0 0 0 0,-1-1 0 0 0,6 6 0 0 0,-7-7 1 0 0,1-1 0 0 0,0 1-1 0 0,-1-1 1 0 0,1 1 0 0 0,0-1 0 0 0,-1 0 0 0 0,1 0 0 0 0,0 0 0 0 0,0 0 0 0 0,0 0 0 0 0,0-1 0 0 0,0 1 0 0 0,0-1 0 0 0,6 0-1 0 0,6-1-2218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4:09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6911 0 0,'2'-1'9875'0'0,"3"0"-8059"0"0,-1 0 0 0 0,1 0 0 0 0,-1 0 1 0 0,1 0-1 0 0,5 1 0 0 0,-3 0-1226 0 0,0 1 0 0 0,0-1 0 0 0,0 2 0 0 0,0-1 0 0 0,10 5 0 0 0,-9-4-452 0 0,-1 2 1 0 0,0-1-1 0 0,1 1 1 0 0,6 5-1 0 0,4 4-124 0 0,-15-8-11 0 0,0-1 5 0 0,4 10 56 0 0,-5-9-48 0 0,-1-1-1 0 0,1 1 0 0 0,-1-1 1 0 0,0 1-1 0 0,0-1 1 0 0,-1 1-1 0 0,0 0 0 0 0,0-1 1 0 0,0 1-1 0 0,0 0 0 0 0,0 0 1 0 0,-1-1-1 0 0,0 1 1 0 0,0-1-1 0 0,0 1 0 0 0,-1-1 1 0 0,-2 7-1 0 0,-5 5 68 0 0,0 0 0 0 0,0 0 0 0 0,-14 17 0 0 0,2-4-28 0 0,8-11-18 0 0,9-13-25 0 0,-1 0 1 0 0,1 1-1 0 0,1 0 1 0 0,-5 8-1 0 0,6-2-12 0 0,4 0 0 0 0,3-3 0 0 0,-2-8 0 0 0,0 1 0 0 0,1-1 0 0 0,-1 1 0 0 0,0-1 0 0 0,1 0 0 0 0,-1 0 0 0 0,0-1 0 0 0,1 1 0 0 0,-1-1 0 0 0,1 0 0 0 0,-1 0 0 0 0,5 0 0 0 0,46-6 0 0 0,-49 5 0 0 0,25-5-638 0 0,-1-1 0 0 0,0-2 0 0 0,0-1 0 0 0,-1-1 0 0 0,29-17 0 0 0,-31 13-6531 0 0,-3-2-2210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4:09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41 22463 0 0,'0'0'2032'0'0,"1"-2"-1672"0"0,5-2 110 0 0,0-1 0 0 0,1 1 0 0 0,-1 1 0 0 0,1-1 0 0 0,0 1 0 0 0,0 0 0 0 0,0 1 1 0 0,0-1-1 0 0,1 1 0 0 0,-1 1 0 0 0,10-2 0 0 0,9 1 186 0 0,51 3 0 0 0,-61 0-750 0 0,2 1-903 0 0,0 0 0 0 0,25 8 0 0 0</inkml:trace>
  <inkml:trace contextRef="#ctx0" brushRef="#br0" timeOffset="1">0 193 21047 0 0,'0'0'2392'0'0,"3"0"-1585"0"0,9 1 192 0 0,1-2-1 0 0,-1 0 1 0 0,14-2 0 0 0,9-1 206 0 0,134-7 537 0 0,-35 2-6258 0 0,-111 8-5181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4:11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5 133 5527 0 0,'0'0'250'0'0,"-1"-2"-2"0"0,-3-23-2143 0 0,7 2 7970 0 0,-2 21-5054 0 0,0-1 0 0 0,0 0 0 0 0,0 1 0 0 0,0-1-1 0 0,1 1 1 0 0,-1-1 0 0 0,1 1 0 0 0,0 0 0 0 0,0-1 0 0 0,0 1 0 0 0,0 0 0 0 0,0 0-1 0 0,0 1 1 0 0,1-1 0 0 0,3-2 0 0 0,4-2-630 0 0,1 1 1 0 0,-1 1-1 0 0,1 0 0 0 0,0 0 0 0 0,0 1 0 0 0,15-2 1 0 0,70-6-1 0 0,-80 10-305 0 0,8-1-44 0 0,34 2 0 0 0,-48 1-35 0 0,0 0 0 0 0,0 1-1 0 0,0 0 1 0 0,1 0-1 0 0,17 8 1 0 0,-15-1-7 0 0,-11-8-3 0 0,-1 0 0 0 0,0 1 0 0 0,1 0 1 0 0,-1-1-1 0 0,0 1 0 0 0,0 0 0 0 0,0 0 0 0 0,0-1 0 0 0,-1 1 1 0 0,1 0-1 0 0,0 0 0 0 0,-1 0 0 0 0,1 0 0 0 0,-1 0 0 0 0,0 0 0 0 0,1 0 1 0 0,-1 0-1 0 0,0 0 0 0 0,-1 0 0 0 0,1 0 0 0 0,0 0 0 0 0,0 0 0 0 0,-1 0 1 0 0,1 0-1 0 0,-1 0 0 0 0,0 0 0 0 0,1 0 0 0 0,-2 2 0 0 0,-3 5-14 0 0,0 0 0 0 0,0-1 0 0 0,-1 1 0 0 0,-8 8 0 0 0,13-16 17 0 0,-18 20 23 0 0,-1-1 0 0 0,0-1 0 0 0,-46 31-1 0 0,-9 8 60 0 0,25-18 115 0 0,28-24-26 0 0,-24 24 0 0 0,38-30-88 0 0,3-1 10 0 0,5-8-84 0 0,0 0-1 0 0,0 0 1 0 0,0-1 0 0 0,0 1-1 0 0,0 0 1 0 0,0 0 0 0 0,0 0-1 0 0,0-1 1 0 0,1 1 0 0 0,-1 0-1 0 0,0 0 1 0 0,0-1 0 0 0,1 1-1 0 0,-1 0 1 0 0,0-1 0 0 0,1 1-1 0 0,-1 0 1 0 0,1-1 0 0 0,-1 1-1 0 0,1 0 1 0 0,-1-1 0 0 0,1 1-1 0 0,-1-1 1 0 0,1 1 0 0 0,-1-1-1 0 0,1 1 1 0 0,0-1 0 0 0,-1 1-1 0 0,1-1 1 0 0,0 0 0 0 0,1 1-1 0 0,22 9 87 0 0,-9-7-66 0 0,0-1-1 0 0,0 0 1 0 0,0-1-1 0 0,19-1 1 0 0,62-9 11 0 0,-91 9-40 0 0,246-47-512 0 0,-162 19-3784 0 0,-75 22 2789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4:12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8 116 7831 0 0,'0'0'603'0'0,"-1"-2"-396"0"0,0 0-337 0 0,-4-12 1291 0 0,7-2 10530 0 0,3 11-10239 0 0,1 1 0 0 0,0-1-1 0 0,0 1 1 0 0,9-6 0 0 0,-4 4-712 0 0,1 1 1 0 0,11-4 0 0 0,75-15-211 0 0,-95 24-426 0 0,10-3-83 0 0,0 0 0 0 0,1 2-1 0 0,0 0 1 0 0,-1 0 0 0 0,1 1 0 0 0,-1 0 0 0 0,1 2 0 0 0,-1-1 0 0 0,24 7 0 0 0,-24-2-21 0 0,-2 2 0 0 0,-8-6-7 0 0,-2-1 1 0 0,0-1 0 0 0,0 1 1 0 0,0 0-1 0 0,0 0 0 0 0,-1 0 0 0 0,1 0 1 0 0,0 0-1 0 0,-1 0 0 0 0,1 0 0 0 0,-1 0 1 0 0,1 0-1 0 0,-1 0 0 0 0,1 1 0 0 0,-1 1 1 0 0,0-2 0 0 0,0 1 0 0 0,1 0 0 0 0,-2-1 0 0 0,1 1 1 0 0,0 0-1 0 0,0-1 0 0 0,0 1 0 0 0,-1 0 0 0 0,1-1 1 0 0,-1 1-1 0 0,1-1 0 0 0,-1 1 0 0 0,0-1 0 0 0,0 1 0 0 0,1-1 1 0 0,-3 3-1 0 0,2-2 4 0 0,-5 6 1 0 0,-1 1 0 0 0,0-1 0 0 0,0 0 0 0 0,-1 0 0 0 0,0-1 0 0 0,-14 10 0 0 0,6-5 0 0 0,-5 5 0 0 0,-45 26 0 0 0,62-41-2 0 0,-20 15 15 0 0,24-16-8 0 0,0-1 1 0 0,0 1 0 0 0,0 0 0 0 0,1-1-1 0 0,-1 1 1 0 0,0-1 0 0 0,1 1 0 0 0,-1 0 0 0 0,0-1-1 0 0,1 1 1 0 0,-1-1 0 0 0,0 1 0 0 0,1-1-1 0 0,-1 1 1 0 0,1-1 0 0 0,-1 1 0 0 0,1-1-1 0 0,-1 1 1 0 0,1-1 0 0 0,0 0 0 0 0,0 1-1 0 0,15 5 18 0 0,-1-1 0 0 0,1 0-1 0 0,0-1 1 0 0,0-1 0 0 0,21 2-1 0 0,-15-2 7 0 0,-1 0 0 0 0,38 12 0 0 0,-43-9-29 0 0,0 0 0 0 0,-1 1 0 0 0,1 1 0 0 0,-2 1 0 0 0,1 0 0 0 0,-1 1 0 0 0,0 0 0 0 0,13 14 0 0 0,-17-12 0 0 0,-7-8 0 0 0,1 1 0 0 0,2 17 0 0 0,-5-20 1 0 0,-1 1 1 0 0,1 0-1 0 0,-1 0 0 0 0,1 0 0 0 0,-1-1 0 0 0,0 1 1 0 0,0 0-1 0 0,-1 0 0 0 0,1 0 0 0 0,-1-1 1 0 0,1 1-1 0 0,-1 0 0 0 0,0 0 0 0 0,0-1 1 0 0,-2 6-1 0 0,1-5 3 0 0,-1 1 1 0 0,1-1 0 0 0,-1 1-1 0 0,0-1 1 0 0,0 0-1 0 0,0 0 1 0 0,-1 0-1 0 0,1 0 1 0 0,-6 3-1 0 0,-2 0 10 0 0,-2 1-1 0 0,1-2 1 0 0,-1 0 0 0 0,0 0-1 0 0,-21 4 1 0 0,12-4-10 0 0,0-1 0 0 0,0-1 0 0 0,0-1 0 0 0,-1-1 0 0 0,1-1 1 0 0,0-1-1 0 0,-1-1 0 0 0,-32-7 0 0 0,54 9-86 0 0,-1 0-1 0 0,1-1 1 0 0,-1 1-1 0 0,1-1 1 0 0,0 1-1 0 0,-1-1 1 0 0,1 1 0 0 0,-1-1-1 0 0,1 0 1 0 0,0 1-1 0 0,0-1 1 0 0,-1 0-1 0 0,1 0 1 0 0,0 0 0 0 0,0 0-1 0 0,0 0 1 0 0,-1-2-1 0 0,2 2-92 0 0,0 0 0 0 0,-1 0-1 0 0,1-1 1 0 0,0 1 0 0 0,0 0-1 0 0,0 0 1 0 0,0 0 0 0 0,0-1-1 0 0,0 1 1 0 0,0 0-1 0 0,1 0 1 0 0,-1 0 0 0 0,0-1-1 0 0,1 1 1 0 0,-1 0 0 0 0,1 0-1 0 0,-1 0 1 0 0,1 0 0 0 0,-1 0-1 0 0,1 0 1 0 0,1-1 0 0 0,6-10-1548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4:12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41 10591 0 0,'0'0'488'0'0,"-2"0"-12"0"0,-8-5 7382 0 0,11 5-7416 0 0,-1-1 0 0 0,0 0 1 0 0,0 1-1 0 0,0-1 0 0 0,0 0 1 0 0,1 1-1 0 0,-1-1 1 0 0,0 0-1 0 0,1 1 0 0 0,-1-1 1 0 0,3-2 2211 0 0,-3 3-2212 0 0,1-1 1 0 0,0 0-1 0 0,18-8 1787 0 0,23 0-1656 0 0,-21 6-487 0 0,1 2 1 0 0,0 0-1 0 0,0 1 1 0 0,0 1-1 0 0,0 2 1 0 0,0 0-1 0 0,34 9 1 0 0,-41-7-45 0 0,-5 2-31 0 0,-3 5-11 0 0,-7-9 5 0 0,1 0 1 0 0,0 1-1 0 0,-1 0 0 0 0,0-1 1 0 0,0 1-1 0 0,0-1 0 0 0,0 1 1 0 0,-1-1-1 0 0,1 1 0 0 0,-1-1 1 0 0,0 1-1 0 0,0-1 0 0 0,0 0 1 0 0,0 1-1 0 0,-1-1 0 0 0,1 0 1 0 0,-3 3-1 0 0,-3 5 25 0 0,1 0 0 0 0,-2-1 0 0 0,-12 15 0 0 0,-7 3 59 0 0,1 2 1 0 0,2 1-1 0 0,-38 64 0 0 0,58-91-81 0 0,-5 15 6 0 0,6-7 28 0 0,6 0-31 0 0,-2-9-5 0 0,1-1 0 0 0,0 1 0 0 0,0-1 0 0 0,0 0 0 0 0,0 0 0 0 0,0 0 0 0 0,0 0 0 0 0,1 0 0 0 0,-1 0 0 0 0,0 0 0 0 0,1-1 0 0 0,0 0 0 0 0,-1 1 0 0 0,1-1 0 0 0,0 0 1 0 0,-1 0-1 0 0,1 0 0 0 0,0-1 0 0 0,0 1 0 0 0,0-1 0 0 0,3 1 0 0 0,4 0-6 0 0,0-1-1 0 0,0 0 1 0 0,0-1 0 0 0,-1 0 0 0 0,12-3 0 0 0,9-2-903 0 0,0-2 1 0 0,0-1-1 0 0,41-19 0 0 0,-48 16-1162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4:13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59 11055 0 0,'0'-1'506'0'0,"-16"-21"-1141"0"0,13 18 2066 0 0,-1 1 0 0 0,1-1 0 0 0,-1 1 0 0 0,0 0 0 0 0,-8-5 0 0 0,9 6-336 0 0,0 1 0 0 0,-1-1-1 0 0,1 1 1 0 0,-1 0 0 0 0,1 0 0 0 0,-1 0 0 0 0,1 0 0 0 0,-7 0 0 0 0,6 1-825 0 0,0 0 0 0 0,0 1 0 0 0,1-1 0 0 0,-1 1 0 0 0,-5 1 0 0 0,-6 1 82 0 0,10-2-286 0 0,0 1-1 0 0,-1-1 0 0 0,1 1 0 0 0,0-1 1 0 0,0 2-1 0 0,0-1 0 0 0,0 0 1 0 0,1 1-1 0 0,-1 0 0 0 0,-5 5 0 0 0,9-8-63 0 0,0 1-1 0 0,0 0 0 0 0,0-1 0 0 0,0 1 0 0 0,0 0 1 0 0,1 0-1 0 0,-1 0 0 0 0,0-1 0 0 0,0 1 0 0 0,1 0 1 0 0,-1 0-1 0 0,0 0 0 0 0,1 0 0 0 0,-1 2 0 0 0,0 0 7 0 0,-1 8 34 0 0,1-7-31 0 0,0 1-9 0 0,8 15-4 0 0,-4-14 0 0 0,0 0 1 0 0,0 0-1 0 0,1-1 0 0 0,0 1 1 0 0,0-1-1 0 0,0 1 0 0 0,0-1 1 0 0,1-1-1 0 0,0 1 0 0 0,0-1 1 0 0,0 1-1 0 0,8 3 0 0 0,7 4-9 0 0,2 0-1 0 0,24 9 1 0 0,2 0 3 0 0,-44-19 8 0 0,53 30-35 0 0,-51-29 29 0 0,-1 1 0 0 0,0 0 0 0 0,0 1 0 0 0,0-1 0 0 0,-1 1 0 0 0,1 0 0 0 0,5 9 0 0 0,1 5-47 0 0,-10-14 55 0 0,-1 0-4 0 0,2-2 0 0 0,-1 2 4 0 0,-3 14-55 0 0,1-15 52 0 0,0-1 0 0 0,0 1 1 0 0,-1 0-1 0 0,0 0 0 0 0,1-1 1 0 0,-1 1-1 0 0,-1-1 0 0 0,1 1 1 0 0,0-1-1 0 0,-1 0 0 0 0,0 0 1 0 0,0 0-1 0 0,0 0 0 0 0,0 0 1 0 0,0-1-1 0 0,0 1 0 0 0,-1-1 1 0 0,1 0-1 0 0,-5 2 0 0 0,1-1 2 0 0,1 0-1 0 0,-1-1 0 0 0,1 1 0 0 0,-1-1 1 0 0,0-1-1 0 0,0 1 0 0 0,0-1 0 0 0,1 0 1 0 0,-1-1-1 0 0,-12 0 0 0 0,3-3-521 0 0,0-1-1 0 0,0 0 1 0 0,1-1 0 0 0,0 0-1 0 0,0-1 1 0 0,0-1 0 0 0,0-1-1 0 0,-14-9 1 0 0,8 3-9363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4:13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24847 0 0,'0'0'1141'0'0,"2"-1"-27"0"0,4-4-994 0 0,0 1 1 0 0,1 0-1 0 0,-1 0 0 0 0,1 1 1 0 0,0 0-1 0 0,0 0 1 0 0,0 0-1 0 0,0 1 1 0 0,10-2-1 0 0,12-1 1083 0 0,31-1 1 0 0,-30 3-470 0 0,-5 2-612 0 0,0 1-1 0 0,1 0 0 0 0,-1 2 1 0 0,0 1-1 0 0,0 1 1 0 0,0 1-1 0 0,-1 2 1 0 0,35 12-1 0 0,-47-14-307 0 0,0 0-1 0 0,-1 1 0 0 0,14 9 0 0 0,-20-11-388 0 0,0 0-1 0 0,0 0 1 0 0,0 0-1 0 0,-1 0 1 0 0,0 1-1 0 0,1 0 1 0 0,-2 0-1 0 0,6 8 1 0 0,1 5-9176 0 0</inkml:trace>
  <inkml:trace contextRef="#ctx0" brushRef="#br0" timeOffset="1">620 398 18887 0 0,'2'1'5331'0'0,"2"3"-4563"0"0,1-1 0 0 0,0 0 0 0 0,-1 0 1 0 0,1 0-1 0 0,0 0 0 0 0,0-1 0 0 0,1 0 0 0 0,4 1 1 0 0,-2-1-1164 0 0,0 0 0 0 0,0-1 0 0 0,0 0 1 0 0,0-1-1 0 0,0 0 0 0 0,1 0 1 0 0,-1-1-1 0 0,14-2 0 0 0,-6-1-6463 0 0,-1 0-2072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4:14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12 20383 0 0,'0'0'1848'0'0,"1"-2"-1517"0"0,3-7 6089 0 0,-8 16-5716 0 0,-1 1 0 0 0,0-1 1 0 0,-11 12-1 0 0,-10 15-197 0 0,18-23-472 0 0,2 1 1 0 0,-1 0-1 0 0,2 1 1 0 0,-1 0 0 0 0,2-1-1 0 0,0 2 1 0 0,-3 16-1 0 0,6-24-25 0 0,0 0-1 0 0,1 0 0 0 0,0 0 1 0 0,0 0-1 0 0,1 1 0 0 0,0-1 0 0 0,0 0 1 0 0,0 0-1 0 0,1-1 0 0 0,-1 1 1 0 0,1 0-1 0 0,1 0 0 0 0,-1-1 1 0 0,1 1-1 0 0,0-1 0 0 0,0 0 0 0 0,1 0 1 0 0,7 8-1 0 0,-5-6-14 0 0,1-1 0 0 0,0 0 0 0 0,1-1 1 0 0,-1 0-1 0 0,1 0 0 0 0,0 0 0 0 0,0-1 0 0 0,1 0 0 0 0,-1-1 1 0 0,1 0-1 0 0,11 3 0 0 0,-2-2-15 0 0,0-1-1 0 0,1 0 1 0 0,-1-1-1 0 0,30-2 1 0 0,-31 0-41 0 0,0-1 0 0 0,0-2 0 0 0,-1 1 0 0 0,1-2 0 0 0,17-5 0 0 0,-28 7 43 0 0,-1 0 0 0 0,1-1 0 0 0,-1 1 0 0 0,1-1 1 0 0,-1 0-1 0 0,0 0 0 0 0,0-1 0 0 0,-1 0 0 0 0,1 1 0 0 0,-1-1 0 0 0,1-1 0 0 0,-1 1 0 0 0,-1-1 1 0 0,1 0-1 0 0,-1 1 0 0 0,1-2 0 0 0,3-8 0 0 0,-6 12 19 0 0,0-1-1 0 0,0 0 1 0 0,0 1-1 0 0,0-1 1 0 0,-1 0-1 0 0,1 0 1 0 0,-1 0-1 0 0,0 0 1 0 0,0 1 0 0 0,0-1-1 0 0,0 0 1 0 0,0 0-1 0 0,0 0 1 0 0,-1 0-1 0 0,0 1 1 0 0,1-1-1 0 0,-3-4 1 0 0,1 4 1 0 0,0 0-1 0 0,0 0 1 0 0,0 0 0 0 0,0 0-1 0 0,-1 0 1 0 0,1 1 0 0 0,-1-1 0 0 0,0 1-1 0 0,1 0 1 0 0,-1 0 0 0 0,0 0-1 0 0,-4-2 1 0 0,-5-2 3 0 0,-1 1-1 0 0,1 1 1 0 0,-1 0-1 0 0,1 1 1 0 0,-1 0-1 0 0,-19-1 1 0 0,-37-2-5 0 0,60 6-43 0 0,0 0 0 0 0,0 1 1 0 0,0 0-1 0 0,0 1 0 0 0,0-1 0 0 0,0 2 0 0 0,1-1 1 0 0,-16 8-1 0 0,24-10-106 0 0,-1 0 0 0 0,1 0 0 0 0,-1 0 1 0 0,1 0-1 0 0,-1 1 0 0 0,1-1 0 0 0,0 0 1 0 0,-1 1-1 0 0,1-1 0 0 0,-1 0 0 0 0,1 1 1 0 0,0-1-1 0 0,-1 0 0 0 0,1 1 0 0 0,0-1 1 0 0,-1 1-1 0 0,1-1 0 0 0,0 0 0 0 0,0 1 1 0 0,-1-1-1 0 0,1 1 0 0 0,0-1 0 0 0,0 1 0 0 0,0-1 1 0 0,0 1-1 0 0,-1-1 0 0 0,1 1 0 0 0,0-1 1 0 0,0 1-1 0 0,0 0 0 0 0,0-1 0 0 0,0 1 1 0 0,0-1-1 0 0,1 1 0 0 0,-1-1 0 0 0,0 1 1 0 0,0-1-1 0 0,0 1 0 0 0,0-1 0 0 0,1 1 1 0 0,-1-1-1 0 0,0 0 0 0 0,1 2 0 0 0,-1-2 24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4:14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56 14279 0 0,'0'0'1103'0'0,"0"-2"-720"0"0,-1-8-1359 0 0,1 7 2229 0 0,-1-1 0 0 0,1 1 0 0 0,-1 0-1 0 0,1 0 1 0 0,-1 0 0 0 0,-2-5 0 0 0,3 7-792 0 0,-1 0 0 0 0,0 0 0 0 0,1 0 0 0 0,-1 0 0 0 0,0 0 0 0 0,1 0 1 0 0,-1 1-1 0 0,0-1 0 0 0,0 0 0 0 0,0 0 0 0 0,-2 0 0 0 0,-10-4-99 0 0,10 5-264 0 0,0 0 1 0 0,0 0-1 0 0,-1 0 1 0 0,1 0-1 0 0,0 0 1 0 0,0 1-1 0 0,0-1 0 0 0,-1 1 1 0 0,1 0-1 0 0,0 0 1 0 0,0 0-1 0 0,-4 3 1 0 0,-36 22 332 0 0,36-20-357 0 0,-74 54 798 0 0,75-56-809 0 0,0 1 0 0 0,0 0 1 0 0,0 1-1 0 0,1 0 0 0 0,0 0 0 0 0,-8 12 0 0 0,10-14-55 0 0,1 0-1 0 0,0 0 1 0 0,0 0-1 0 0,0 0 1 0 0,0 0-1 0 0,1 1 1 0 0,0-1-1 0 0,0 0 0 0 0,0 1 1 0 0,0-1-1 0 0,1 1 1 0 0,0-1-1 0 0,0 7 1 0 0,4 2 34 0 0,-2-9-41 0 0,0-1-1 0 0,0 0 0 0 0,0 1 0 0 0,0-1 0 0 0,1 0 1 0 0,-1 0-1 0 0,1 0 0 0 0,0-1 0 0 0,0 1 1 0 0,0-1-1 0 0,6 4 0 0 0,-3-3 3 0 0,1 1 1 0 0,-1-2-1 0 0,1 1 0 0 0,0-1 0 0 0,12 3 1 0 0,2-2-45 0 0,0 0 0 0 0,0-2 0 0 0,28-1 0 0 0,-34-1-15 0 0,-1 0-1 0 0,1-1 1 0 0,0 0-1 0 0,0-1 1 0 0,-1 0-1 0 0,0-2 1 0 0,17-6-1 0 0,-28 10 44 0 0,1-1 1 0 0,-1 0-1 0 0,1 0 0 0 0,-1 0 0 0 0,0 0 1 0 0,0 0-1 0 0,0-1 0 0 0,0 0 0 0 0,0 1 1 0 0,-1-1-1 0 0,1 0 0 0 0,-1 0 1 0 0,1 0-1 0 0,-1-1 0 0 0,0 1 0 0 0,-1 0 1 0 0,1-1-1 0 0,-1 0 0 0 0,1 1 0 0 0,-1-1 1 0 0,0 0-1 0 0,0 1 0 0 0,0-1 1 0 0,-1 0-1 0 0,0 0 0 0 0,1 0 0 0 0,-1 0 1 0 0,-1 0-1 0 0,1 1 0 0 0,0-1 0 0 0,-1 0 1 0 0,-1-4-1 0 0,0 2-93 0 0,1 1 0 0 0,-2-1-1 0 0,1 1 1 0 0,0-1 0 0 0,-1 1 0 0 0,0 0-1 0 0,-1 0 1 0 0,1 0 0 0 0,-1 1 0 0 0,0-1-1 0 0,0 1 1 0 0,0 0 0 0 0,0 0 0 0 0,-1 0 0 0 0,0 1-1 0 0,1 0 1 0 0,-1-1 0 0 0,-1 2 0 0 0,1-1-1 0 0,0 0 1 0 0,-1 1 0 0 0,-8-2 0 0 0,5 1-143 0 0,0 1 0 0 0,-1 0-1 0 0,1 1 1 0 0,-1 0 0 0 0,1 0 0 0 0,-1 1 0 0 0,0 0 0 0 0,1 1 0 0 0,-1 0 0 0 0,1 1 0 0 0,0 0 0 0 0,-1 0 0 0 0,-10 5-1 0 0,4 0-1907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4:14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393 25 10135 0 0,'0'0'778'0'0,"-2"-1"-60"0"0,-1-2 255 0 0,0 1-1 0 0,0-1 0 0 0,0 1 0 0 0,0 0 0 0 0,-1 0 0 0 0,1 0 1 0 0,-1 1-1 0 0,1-1 0 0 0,-1 1 0 0 0,0 0 0 0 0,1 0 1 0 0,-1 0-1 0 0,-4 0 0 0 0,2 1-450 0 0,0 0 1 0 0,0 1-1 0 0,1-1 1 0 0,-1 1-1 0 0,-8 2 0 0 0,-16 7 159 0 0,0 2-1 0 0,0 0 0 0 0,2 2 0 0 0,-1 1 0 0 0,-45 33 1 0 0,63-41-624 0 0,0 2 0 0 0,1-1 0 0 0,0 2 0 0 0,-11 11 0 0 0,13-7-57 0 0,5 2 0 0 0,2-1 0 0 0,2-12 0 0 0,0 0 0 0 0,-1-1 0 0 0,1 1 0 0 0,0-1 0 0 0,1 0 1 0 0,-1 1-1 0 0,0-1 0 0 0,1 0 0 0 0,-1 0 0 0 0,1 0 0 0 0,0 0 0 0 0,-1 0 0 0 0,4 2 0 0 0,-1 0 0 0 0,0-2 1 0 0,1 1-1 0 0,-1 0 0 0 0,1-1 0 0 0,-1 0 0 0 0,8 3 1 0 0,5 0-4 0 0,0-1 0 0 0,0-1 0 0 0,18 1 0 0 0,-32-3 1 0 0,34 2-137 0 0,58-1 0 0 0,-76-3-32 0 0,1-1 0 0 0,-1-1 0 0 0,0 0 0 0 0,32-11 0 0 0,-44 11 144 0 0,-1 1 0 0 0,1-1-1 0 0,-1 0 1 0 0,0-1 0 0 0,0 1 0 0 0,-1-1 0 0 0,1 0-1 0 0,-1-1 1 0 0,9-8 0 0 0,-12 10 7 0 0,1 0 0 0 0,-1-1 0 0 0,0 1 0 0 0,0-1 0 0 0,0 1-1 0 0,0-1 1 0 0,0 0 0 0 0,-1 1 0 0 0,0-1 0 0 0,0 0 0 0 0,0 0 0 0 0,0 0 0 0 0,-1 0 0 0 0,1 0 0 0 0,-1 0 0 0 0,0 0 0 0 0,-1-8 0 0 0,0 5-56 0 0,-1 0 1 0 0,0 0-1 0 0,0 0 0 0 0,0 1 1 0 0,-1-1-1 0 0,0 1 1 0 0,-1-1-1 0 0,1 1 1 0 0,-1 0-1 0 0,0 0 0 0 0,-1 0 1 0 0,1 1-1 0 0,-7-6 1 0 0,5 5-2114 0 0,-1 0 1 0 0,0 0-1 0 0,-9-5 1 0 0,-7-2-6911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4:15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 14743 0 0,'0'0'11893'0'0,"-1"1"-10513"0"0,-1 1-1234 0 0,0 0-1 0 0,0 0 1 0 0,0 0-1 0 0,1 0 0 0 0,-1 0 1 0 0,1 0-1 0 0,-1 1 1 0 0,1-1-1 0 0,0 1 1 0 0,0-1-1 0 0,0 1 0 0 0,0-1 1 0 0,0 1-1 0 0,1-1 1 0 0,-1 1-1 0 0,1 0 1 0 0,0-1-1 0 0,0 1 0 0 0,0 4 1 0 0,0 8 142 0 0,1 1 0 0 0,4 17 0 0 0,-5-28-191 0 0,73 315 744 0 0,-64-289-9721 0 0,-7-42 88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4:15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302 210 9215 0 0,'-2'0'707'0'0,"-17"0"-933"0"0,7-1 3429 0 0,1 1 0 0 0,-1 1 1 0 0,1 0-1 0 0,-15 3 0 0 0,-7 4-1243 0 0,1 1-1 0 0,-61 28 0 0 0,87-34-1857 0 0,1 0 0 0 0,0 1 0 0 0,0 0 0 0 0,0 0 1 0 0,0 1-1 0 0,1-1 0 0 0,-6 7 0 0 0,10-10-92 0 0,-1 1-1 0 0,0-1 1 0 0,1 0-1 0 0,-1 0 1 0 0,1 1-1 0 0,-1-1 1 0 0,1 0-1 0 0,0 0 1 0 0,-1 1-1 0 0,1-1 1 0 0,0 0-1 0 0,0 1 1 0 0,0-1-1 0 0,0 0 1 0 0,0 1 0 0 0,0-1-1 0 0,1 2 1 0 0,6 19 10 0 0,-5-17-21 0 0,1-1-1 0 0,0 0 1 0 0,1 0 0 0 0,-1 0 0 0 0,1 0-1 0 0,0 0 1 0 0,0-1 0 0 0,0 1 0 0 0,0-1-1 0 0,0 0 1 0 0,1 0 0 0 0,-1-1 0 0 0,1 1-1 0 0,10 2 1 0 0,6 3-69 0 0,0-2 0 0 0,25 4-1 0 0,-44-9 61 0 0,37 5-496 0 0,0-1-1 0 0,0-2 1 0 0,0-2-1 0 0,46-4 1 0 0,18-8-8860 0 0,-64 5 552 0 0</inkml:trace>
  <inkml:trace contextRef="#ctx0" brushRef="#br0" timeOffset="1">769 37 5983 0 0,'-72'-36'23887'0'0,"73"49"-22742"0"0,1-7-1079 0 0,-1 0 1 0 0,1 0-1 0 0,1-1 1 0 0,-1 1-1 0 0,1 0 1 0 0,0-1-1 0 0,0 0 0 0 0,1 0 1 0 0,7 9-1 0 0,6 4 23 0 0,20 17 0 0 0,-31-31-67 0 0,47 42 36 0 0,39 37 4 0 0,-77-67-60 0 0,0 1 0 0 0,0 1 0 0 0,17 28 0 0 0,-29-41-3 0 0,0 0 0 0 0,-1 0 1 0 0,1 1-1 0 0,-1-1 0 0 0,0 1 0 0 0,-1 0 0 0 0,1 0 1 0 0,-1-1-1 0 0,0 1 0 0 0,-1 0 0 0 0,0 0 0 0 0,0 0 1 0 0,0 6-1 0 0,-1-8 6 0 0,1-1 1 0 0,-1 0-1 0 0,0 1 1 0 0,0-1 0 0 0,0 0-1 0 0,0 0 1 0 0,-1 0-1 0 0,1 0 1 0 0,-1 0-1 0 0,0 0 1 0 0,1 0 0 0 0,-1-1-1 0 0,-1 1 1 0 0,1-1-1 0 0,0 1 1 0 0,-1-1-1 0 0,1 0 1 0 0,-1 0 0 0 0,0 0-1 0 0,1 0 1 0 0,-1 0-1 0 0,0-1 1 0 0,0 1-1 0 0,-4 0 1 0 0,-5 2 34 0 0,0-1 0 0 0,0 0 0 0 0,-1-1 0 0 0,1-1-1 0 0,-1 0 1 0 0,1 0 0 0 0,-23-3 0 0 0,-89-18-118 0 0,104 16 24 0 0,-44-10-2377 0 0,40 9-4933 0 0,3 0-2324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4:16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62 6911 0 0,'0'0'528'0'0,"0"-2"-341"0"0,-1-5-127 0 0,-3-24 1459 0 0,0 9 11139 0 0,3 30-11796 0 0,0-1-1 0 0,0 1 0 0 0,-3 10 1 0 0,-1 4-448 0 0,-11 88 996 0 0,5 0-1 0 0,5 187 1 0 0,57 220-408 0 0,4-233-936 0 0,15 123-267 0 0,-68-382-8 0 0,-2 0 0 0 0,0 0 0 0 0,-5 28 0 0 0,5-51-47 0 0,-5-27-7082 0 0,1 3 5914 0 0,3-9-710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4:17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0 247 18599 0 0,'2'-2'852'0'0,"4"-2"-719"0"0,-1 1 0 0 0,1-1 0 0 0,1 1 0 0 0,-1 0 0 0 0,0 0 0 0 0,1 1 0 0 0,-1 0 0 0 0,1 0 0 0 0,7-1 0 0 0,68-7 125 0 0,-53 7 78 0 0,190-8 2208 0 0,-125 8-1724 0 0,300 6 27 0 0,-215 2-650 0 0,241 3-233 0 0,491 5-80 0 0,-464-14 148 0 0,487-6 89 0 0,-658 1-142 0 0,665-17-31 0 0,-302 1 67 0 0,1375-59 122 0 0,-1615 58 11 0 0,339-17-69 0 0,-1 26-10 0 0,-563 21-70 0 0,-54-1 14 0 0,-70-3 60 0 0,-48-3 853 0 0,-1 1-950 0 0,3 9 13 0 0,0-2 30 0 0,-4-6 331 0 0,17 13 870 0 0,-16-14-1193 0 0,7 6 109 0 0,-5-4-129 0 0,0 1 1 0 0,-1 0-1 0 0,1 0 0 0 0,-1 0 0 0 0,0 1 1 0 0,-1-1-1 0 0,1 1 0 0 0,-1-1 1 0 0,1 1-1 0 0,-1-1 0 0 0,-1 1 0 0 0,1 0 1 0 0,-1-1-1 0 0,1 1 0 0 0,-2 7 0 0 0,1-3 24 0 0,-11 348 615 0 0,5-216-546 0 0,-1 37-21 0 0,-6 186-51 0 0,14 71-28 0 0,4-99-133 0 0,-13-190 55 0 0,4-118 63 0 0,-1 1 0 0 0,-1-1-1 0 0,-10 28 1 0 0,13-45 15 0 0,3-8 0 0 0,-1 0 0 0 0,0-1 0 0 0,0 1 0 0 0,0 0 0 0 0,0 0 0 0 0,-1-1 0 0 0,1 1 0 0 0,-1 0 0 0 0,1-1 0 0 0,-1 1 0 0 0,0-1 0 0 0,0 0 0 0 0,0 0 0 0 0,0 0 0 0 0,0 0 0 0 0,-1 0 0 0 0,1 0 0 0 0,-6 2 0 0 0,-14 9-11 0 0,10-11-42 0 0,2-3 32 0 0,0 0 0 0 0,0-1 0 0 0,1-1 0 0 0,-1 0 0 0 0,0 0-1 0 0,-17-9 1 0 0,-17-5-34 0 0,19 11-14 0 0,0 1 0 0 0,0 2-1 0 0,-1 0 1 0 0,1 2 0 0 0,-39 2-1 0 0,-13-1-71 0 0,-352-4-675 0 0,-284-12 174 0 0,38 3 140 0 0,-248-2 456 0 0,363 8 39 0 0,-901-12 177 0 0,569-1-153 0 0,-350-7 52 0 0,-52 55 1465 0 0,1183-20-1206 0 0,-358 28 1239 0 0,381-27-1189 0 0,-108 16 403 0 0,177-20-748 0 0,12-3-44 0 0,0 0 1 0 0,-1 0-1 0 0,-8 0 0 0 0,25 10-558 0 0,-5-10 426 0 0,0 0-1 0 0,0 1 1 0 0,0-1-1 0 0,0-1 1 0 0,0 1-1 0 0,1-1 1 0 0,-1 1-1 0 0,0-1 1 0 0,1-1-1 0 0,-1 1 1 0 0,1 0-1 0 0,5-1 1 0 0,10 2-535 0 0,9 2-279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7:28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2 904 9215 0 0,'0'7'17935'0'0,"1"-9"-17133"0"0,1-5-483 0 0,1-1 0 0 0,-1 0 0 0 0,-1 1 0 0 0,1-1-1 0 0,-1 0 1 0 0,-1 0 0 0 0,1-8 0 0 0,-7-62 480 0 0,2 37-630 0 0,0-324-17 0 0,7 262-152 0 0,0-72 0 0 0,-5 98 0 0 0,1 137-83 0 0,5-23 66 0 0,1-1-1 0 0,20 68 1 0 0,-17-81 6 0 0,1-1 0 0 0,0 0 0 0 0,2 0 1 0 0,0-1-1 0 0,22 30 0 0 0,-25-42 8 0 0,1 0-1 0 0,0 0 1 0 0,0 0 0 0 0,1-2-1 0 0,0 1 1 0 0,0-1-1 0 0,1 0 1 0 0,0-1 0 0 0,0-1-1 0 0,1 0 1 0 0,-1 0 0 0 0,1-1-1 0 0,0 0 1 0 0,0-1-1 0 0,1-1 1 0 0,-1 0 0 0 0,1 0-1 0 0,14-1 1 0 0,-21-1 1 0 0,0-1-1 0 0,1 0 1 0 0,-1 0 0 0 0,0-1-1 0 0,0 0 1 0 0,0 0-1 0 0,0 0 1 0 0,-1-1 0 0 0,1 0-1 0 0,0 0 1 0 0,-1 0 0 0 0,0-1-1 0 0,0 0 1 0 0,0 0-1 0 0,0 0 1 0 0,-1 0 0 0 0,1-1-1 0 0,-1 0 1 0 0,0 0 0 0 0,-1 0-1 0 0,1 0 1 0 0,-1 0-1 0 0,0-1 1 0 0,0 0 0 0 0,-1 1-1 0 0,3-11 1 0 0,9-35 2 0 0,-2-2 0 0 0,-3 1 0 0 0,3-68 0 0 0,-11 113 0 0 0,0-31 0 0 0,-1 35 0 0 0,0 0 0 0 0,-1 0 0 0 0,1 0 0 0 0,-1-1 0 0 0,1 1 0 0 0,-1 0 0 0 0,0 0 0 0 0,-1 0 0 0 0,-1-3 0 0 0,0 1 15 0 0,2 4 59 0 0,0 3 5 0 0,-4 7-60 0 0,1 0-1 0 0,1 0 1 0 0,-1 1 0 0 0,1-1 0 0 0,1 1-1 0 0,0-1 1 0 0,-1 17 0 0 0,1 75 123 0 0,3-56-61 0 0,1 17-27 0 0,3-1-1 0 0,2-1 0 0 0,3 1 1 0 0,34 114-1 0 0,-33-138-55 0 0,-6-18-15 0 0,0 0-1 0 0,12 25 0 0 0,-16-42-256 0 0,3-1-2041 0 0,-3 0 2194 0 0,-1-1 0 0 0,0 0 0 0 0,0 0 0 0 0,0 0-1 0 0,1 0 1 0 0,-1 0 0 0 0,0 1 0 0 0,0-1 0 0 0,1 0-1 0 0,-1 0 1 0 0,0 0 0 0 0,0 0 0 0 0,1 0 0 0 0,-1 0-1 0 0,0 0 1 0 0,0 0 0 0 0,1 0 0 0 0,-1 0 0 0 0,0 0-1 0 0,1 0 1 0 0,-1 0 0 0 0,0 0 0 0 0,0 0 0 0 0,1 0-1 0 0,-1 0 1 0 0,0 0 0 0 0,1-1 0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7:29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2303 0 0,'4'-6'19768'0'0,"0"20"-19182"0"0,-2 0 0 0 0,1 0-1 0 0,-2 1 1 0 0,1 18 0 0 0,0 13-82 0 0,0-28-428 0 0,2 21-126 0 0,1-1 1 0 0,19 71-1 0 0,-23-107-271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7:30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 18287 0 0,'-1'1'836'0'0,"-4"7"-509"0"0,0 0-1 0 0,0 0 1 0 0,1 1-1 0 0,0-1 1 0 0,1 1 0 0 0,0 0-1 0 0,0 0 1 0 0,1 0-1 0 0,-2 18 1 0 0,1-6 309 0 0,2 1 0 0 0,0 0 0 0 0,4 25-1 0 0,13 57-504 0 0,-9-75-524 0 0,1 9-1186 0 0,-7-36 1057 0 0,-1 0-1 0 0,0 0 1 0 0,0 0-1 0 0,-1 0 1 0 0,1 0-1 0 0,0 1 1 0 0,-1-1-1 0 0,0 3 1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7:30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4 120 6911 0 0,'-4'3'14358'0'0,"14"-11"-12679"0"0,3-3-1452 0 0,0 1-1 0 0,2 0 1 0 0,-1 1-1 0 0,1 0 1 0 0,21-9-1 0 0,2 3-2834 0 0,43-11 0 0 0,-56 19-4476 0 0</inkml:trace>
  <inkml:trace contextRef="#ctx0" brushRef="#br0" timeOffset="1">368 106 6447 0 0,'-16'13'14127'0'0,"23"-15"-9977"0"0,37-20-3839 0 0,-43 21-166 0 0,-3 21 410 0 0,-2-10-386 0 0,0 0-1 0 0,-1 0 1 0 0,0-1 0 0 0,-1 0 0 0 0,0 0-1 0 0,-7 8 1 0 0,-10 15 266 0 0,10-11-138 0 0,6-12-124 0 0,0 1-1 0 0,1 0 0 0 0,1 0 1 0 0,-1 1-1 0 0,2 0 0 0 0,-1 0 1 0 0,-2 12-1 0 0,7-23-167 0 0,0 1 0 0 0,0 0 0 0 0,1-1 0 0 0,-1 1 0 0 0,0 0 1 0 0,0-1-1 0 0,0 1 0 0 0,1 0 0 0 0,-1-1 0 0 0,0 1 0 0 0,1-1 0 0 0,-1 1 0 0 0,0 0 0 0 0,1-1 0 0 0,-1 1 0 0 0,1-1 1 0 0,-1 1-1 0 0,1-1 0 0 0,-1 0 0 0 0,1 1 0 0 0,-1-1 0 0 0,2 1 0 0 0,12 6 74 0 0,-10-6-106 0 0,1 0 0 0 0,-1 0-1 0 0,0-1 1 0 0,1 1 0 0 0,-1-1-1 0 0,1-1 1 0 0,-1 1 0 0 0,1 0 0 0 0,-1-1-1 0 0,0 0 1 0 0,1 0 0 0 0,-1 0 0 0 0,0-1-1 0 0,0 1 1 0 0,6-4 0 0 0,5-3-232 0 0,0-1-1 0 0,21-17 1 0 0,-27 19 156 0 0,10-8-1983 0 0,-1 0 0 0 0,-1-1 1 0 0,23-29-1 0 0,-25 27 66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7:31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63 10135 0 0,'0'0'778'0'0,"-12"9"3648"0"0,10-7-3761 0 0,-1 0-1 0 0,1 0 0 0 0,-1 1 1 0 0,1-1-1 0 0,0 1 0 0 0,0-1 1 0 0,0 1-1 0 0,0-1 0 0 0,0 1 1 0 0,1 0-1 0 0,-3 6 0 0 0,0 0 58 0 0,1 1 0 0 0,-2 14 0 0 0,-1 0 200 0 0,2-9-682 0 0,-2 5 655 0 0,-4 30 0 0 0,9-43-756 0 0,1 0 1 0 0,-1 0-1 0 0,1 0 0 0 0,1 0 0 0 0,-1 0 1 0 0,1 0-1 0 0,4 14 0 0 0,-4-19-143 0 0,-1 0 1 0 0,1-1-1 0 0,-1 1 1 0 0,1 0-1 0 0,0 0 1 0 0,-1-1-1 0 0,1 1 1 0 0,0 0-1 0 0,0-1 0 0 0,1 1 1 0 0,-1-1-1 0 0,0 1 1 0 0,0-1-1 0 0,1 1 1 0 0,-1-1-1 0 0,1 0 1 0 0,-1 0-1 0 0,1 0 0 0 0,-1 0 1 0 0,1 0-1 0 0,0 0 1 0 0,0 0-1 0 0,-1 0 1 0 0,1-1-1 0 0,0 1 1 0 0,0-1-1 0 0,0 1 1 0 0,0-1-1 0 0,0 0 0 0 0,0 0 1 0 0,-1 0-1 0 0,1 0 1 0 0,0 0-1 0 0,0 0 1 0 0,0 0-1 0 0,0-1 1 0 0,0 1-1 0 0,0-1 0 0 0,0 1 1 0 0,-1-1-1 0 0,4-1 1 0 0,5-4-42 0 0,-1 1 0 0 0,1-2 0 0 0,-2 1 0 0 0,1-1 1 0 0,9-10-1 0 0,36-43-93 0 0,-50 55 44 0 0,0 0 0 0 0,-1 0 1 0 0,0 0-1 0 0,0-1 0 0 0,0 1 0 0 0,-1-1 0 0 0,0 1 1 0 0,0-1-1 0 0,0 0 0 0 0,-1 0 0 0 0,1 0 0 0 0,-1 0 1 0 0,-1 0-1 0 0,1 0 0 0 0,-1 0 0 0 0,-1 0 0 0 0,1 0 1 0 0,-1 0-1 0 0,0 0 0 0 0,0 0 0 0 0,-3-9 0 0 0,1 8-279 0 0,0 0-1 0 0,0 0 0 0 0,0 0 0 0 0,-1 1 0 0 0,0 0 0 0 0,0-1 0 0 0,-1 1 0 0 0,0 1 0 0 0,0-1 0 0 0,0 1 1 0 0,0 0-1 0 0,-1 0 0 0 0,0 0 0 0 0,0 1 0 0 0,-1 0 0 0 0,-12-6 0 0 0,-3 0-3583 0 0,14 5-2278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7:31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33 19375 0 0,'0'0'6481'0'0,"8"0"-4811"0"0,86-15-400 0 0,-64 9-775 0 0,-1 1-1 0 0,43-1 0 0 0,-17 7-3907 0 0,35-1-7490 0 0</inkml:trace>
  <inkml:trace contextRef="#ctx0" brushRef="#br0" timeOffset="1">1 270 18943 0 0,'0'0'1720'0'0,"1"0"-1417"0"0,10 3 413 0 0,1-1 1 0 0,-1 0-1 0 0,0-1 1 0 0,0 0-1 0 0,21-2 1 0 0,59-11 1051 0 0,-56 6-1501 0 0,83-17-67 0 0,-69 11-9009 0 0,-39 8 765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7:32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14 5983 0 0,'0'0'274'0'0,"-19"-13"15607"0"0,17 24-11584 0 0,3 23-5818 0 0,0-30 2786 0 0,13 242 610 0 0,10-45-1730 0 0,-17-42-1961 0 0,-7-158 1280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7:32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39 5527 0 0,'0'0'250'0'0,"-1"-2"-2"0"0,-20-35 21474 0 0,20 39-21270 0 0,-2 4-310 0 0,1 1-1 0 0,0-1 1 0 0,1 0 0 0 0,-1 1-1 0 0,1-1 1 0 0,0 1 0 0 0,1 10-1 0 0,3 51 302 0 0,38 195-123 0 0,-40-255-431 0 0,16 67-2381 0 0,-16-73 1582 0 0,9 0-5433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7:33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0 18455 0 0,'-1'1'846'0'0,"-18"1"276"0"0,12 0-609 0 0,0 0 0 0 0,-1 1 0 0 0,1 0 0 0 0,0 0 1 0 0,0 1-1 0 0,1 0 0 0 0,-1 0 0 0 0,1 1 0 0 0,0-1 0 0 0,0 1 0 0 0,0 1 0 0 0,1-1 0 0 0,0 1 0 0 0,-8 10 0 0 0,3-1-106 0 0,0 1-1 0 0,1 0 0 0 0,0 1 1 0 0,-11 34-1 0 0,16-39-341 0 0,1 0 0 0 0,0 0-1 0 0,-2 23 1 0 0,4-32-69 0 0,1 1 1 0 0,0 0-1 0 0,0 0 0 0 0,0 0 0 0 0,0 0 0 0 0,1 0 1 0 0,0 0-1 0 0,-1-1 0 0 0,1 1 0 0 0,1 0 0 0 0,-1 0 1 0 0,1-1-1 0 0,-1 1 0 0 0,1-1 0 0 0,0 1 1 0 0,3 2-1 0 0,-4-4-18 0 0,1-1 1 0 0,0 0-1 0 0,0 0 1 0 0,0 0-1 0 0,-1 0 1 0 0,1 0-1 0 0,0 0 1 0 0,0 0-1 0 0,1-1 1 0 0,-1 1-1 0 0,0-1 1 0 0,0 1-1 0 0,0-1 1 0 0,0 0 0 0 0,0 0-1 0 0,0 0 1 0 0,1 0-1 0 0,-1 0 1 0 0,2-1-1 0 0,5 0-98 0 0,0-1 0 0 0,-1 0 0 0 0,11-4 0 0 0,-2 0-144 0 0,0-1-1 0 0,0-1 0 0 0,0-1 0 0 0,-1 0 1 0 0,-1-1-1 0 0,20-17 0 0 0,-15 9-92 0 0,-1 0 0 0 0,0-2 0 0 0,28-39 0 0 0,-34 41 282 0 0,-6 10 33 0 0,0-1-1 0 0,-1 0 1 0 0,-1 0-1 0 0,1 0 1 0 0,-1-1 0 0 0,6-17-1 0 0,-9 17 66 0 0,-2 9 7 0 0,1 0 1 0 0,-1 0 0 0 0,0 0-1 0 0,0 0 1 0 0,0 0 0 0 0,0 0-1 0 0,0 0 1 0 0,-1 0 0 0 0,1 0-1 0 0,0 1 1 0 0,0-1-1 0 0,-1 0 1 0 0,1 0 0 0 0,0 0-1 0 0,-1 0 1 0 0,1 0 0 0 0,-1 1-1 0 0,1-1 1 0 0,-1 0 0 0 0,1 0-1 0 0,-1 1 1 0 0,1-1 0 0 0,-1 0-1 0 0,0 1 1 0 0,0-1-1 0 0,1 1 1 0 0,-1-1 0 0 0,0 1-1 0 0,0-1 1 0 0,0 1 0 0 0,1-1-1 0 0,-1 1 1 0 0,0 0 0 0 0,0-1-1 0 0,0 1 1 0 0,0 0 0 0 0,0 0-1 0 0,0 0 1 0 0,0 0-1 0 0,0 0 1 0 0,1 0 0 0 0,-1 0-1 0 0,0 0 1 0 0,-2 0 0 0 0,-1 1 48 0 0,0-1 1 0 0,0 1 0 0 0,-1-1 0 0 0,1 1 0 0 0,0 0 0 0 0,0 1-1 0 0,0-1 1 0 0,-5 3 0 0 0,2 0-19 0 0,1 1 0 0 0,-1 0 0 0 0,1 0 0 0 0,0 1 0 0 0,0-1 0 0 0,0 1 1 0 0,1 1-1 0 0,0-1 0 0 0,0 1 0 0 0,0 0 0 0 0,-6 14 0 0 0,9-17-66 0 0,0 1 0 0 0,0-1 0 0 0,1 0-1 0 0,0 0 1 0 0,0 1 0 0 0,0-1 0 0 0,1 1 0 0 0,-1-1 0 0 0,1 0 0 0 0,0 1 0 0 0,0-1 0 0 0,1 1 0 0 0,-1-1 0 0 0,1 1 0 0 0,0-1-1 0 0,0 0 1 0 0,0 1 0 0 0,1-1 0 0 0,0 0 0 0 0,0 0 0 0 0,0 0 0 0 0,0 0 0 0 0,5 6 0 0 0,-4-6-27 0 0,1 0 0 0 0,-1-1 0 0 0,1 1 0 0 0,0-1 1 0 0,0 0-1 0 0,1 0 0 0 0,-1 0 0 0 0,1 0 0 0 0,-1-1 0 0 0,1 1 0 0 0,0-1 1 0 0,0-1-1 0 0,0 1 0 0 0,0-1 0 0 0,0 1 0 0 0,0-2 0 0 0,0 1 1 0 0,9 0-1 0 0,-7-1-17 0 0,1-1 0 0 0,-1 1 0 0 0,0-1 0 0 0,0-1 0 0 0,0 1 0 0 0,0-1 0 0 0,0-1 0 0 0,0 1 0 0 0,-1-1 0 0 0,1 0 0 0 0,-1-1 0 0 0,0 1 0 0 0,8-7 0 0 0,9-6 2 0 0,23-19-40 0 0,-43 32 83 0 0,1-1-1 0 0,-1 1 1 0 0,1-1 0 0 0,-1 0 0 0 0,0 0 0 0 0,-1 0 0 0 0,1 0-1 0 0,-1 0 1 0 0,3-6 0 0 0,1-11 2260 0 0,-8 22-2196 0 0,1 0 0 0 0,-1 0 0 0 0,0 0 0 0 0,0 0 0 0 0,1 0 0 0 0,-1 0 0 0 0,0 1 0 0 0,1-1 0 0 0,-1 1 0 0 0,-1 1 0 0 0,1 0-38 0 0,0 0 0 0 0,1 1 0 0 0,-1-1 0 0 0,1 0 0 0 0,0 0 0 0 0,0 1 0 0 0,0-1 1 0 0,0 0-1 0 0,0 1 0 0 0,1-1 0 0 0,0 1 0 0 0,-1-1 0 0 0,1 1 0 0 0,1-1 0 0 0,0 6 0 0 0,0 4 72 0 0,2 0 1 0 0,6 22-1 0 0,17 31-94 0 0,-14-40 0 0 0,4 13-7 0 0,16 39-32 0 0,-29-67 35 0 0,-1-1 0 0 0,0 1 1 0 0,0-1-1 0 0,-1 1 0 0 0,0 0 1 0 0,-1 11-1 0 0,0-18 4 0 0,0 0 0 0 0,-1-1 0 0 0,1 1 0 0 0,-1-1 0 0 0,0 1 0 0 0,0-1 0 0 0,0 1 0 0 0,-1-1 0 0 0,1 0 0 0 0,-1 1 0 0 0,-2 2 0 0 0,1-2 0 0 0,0 0 0 0 0,0-1 0 0 0,-1 1 0 0 0,1-1 0 0 0,-1 0 0 0 0,0 0 0 0 0,-8 4 0 0 0,-1 0 40 0 0,0-1 0 0 0,0-1 0 0 0,-1 0-1 0 0,1-1 1 0 0,-1-1 0 0 0,0 0 0 0 0,0 0 0 0 0,-1-1 0 0 0,1-1-1 0 0,0-1 1 0 0,0 0 0 0 0,-1-1 0 0 0,1 0 0 0 0,0-1 0 0 0,-14-4-1 0 0,17 3-253 0 0,1-1-1 0 0,-1 1 1 0 0,1-2-1 0 0,0 0 1 0 0,0 0-1 0 0,0-1 1 0 0,-13-10-1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7:34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50 718 6911 0 0,'0'0'528'0'0,"1"1"-341"0"0,14 32 19531 0 0,-15-37-16601 0 0,-3-7-3580 0 0,-7-27 844 0 0,2 0 1 0 0,-7-70 0 0 0,0-180-520 0 0,6 90 31 0 0,3 131-152 0 0,12 97 242 0 0,2-1 0 0 0,0 0 0 0 0,18 39 0 0 0,-20-55 10 0 0,1 0 0 0 0,0-1 1 0 0,1 0-1 0 0,0 0 0 0 0,0-1 0 0 0,2 0 0 0 0,-1 0 1 0 0,1-1-1 0 0,17 13 0 0 0,-20-17-7 0 0,1-1-1 0 0,0 0 1 0 0,0-1-1 0 0,1 0 1 0 0,-1 0-1 0 0,1-1 1 0 0,15 4-1 0 0,-19-6 8 0 0,0 0 0 0 0,1 0-1 0 0,-1-1 1 0 0,0 1 0 0 0,0-2 0 0 0,1 1-1 0 0,-1 0 1 0 0,0-1 0 0 0,0 0 0 0 0,0 0-1 0 0,0 0 1 0 0,0-1 0 0 0,0 0 0 0 0,0 0-1 0 0,5-2 1 0 0,-3-1 3 0 0,1 0 0 0 0,-1 0-1 0 0,1 0 1 0 0,-2-1 0 0 0,1 0-1 0 0,-1 0 1 0 0,1-1 0 0 0,-2 0 0 0 0,1 0-1 0 0,-1 0 1 0 0,0-1 0 0 0,-1 1 0 0 0,1-1-1 0 0,3-12 1 0 0,0 0 4 0 0,6-19 0 0 0,12-54 0 0 0,-24 83-3 0 0,6-19 25 0 0,-1 52 227 0 0,9 132 212 0 0,-8-74-373 0 0,18 88-1 0 0,-9-73-55 0 0,-12-61-509 0 0,18 67-1 0 0,-23-100-24 0 0,33-25-14193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7:35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254 108 9671 0 0,'-3'-7'1004'0'0,"-3"-11"968"0"0,0-1 5390 0 0,0 7-5508 0 0,2 6-1106 0 0,1 0 0 0 0,-1 0-1 0 0,-1 1 1 0 0,1 0 0 0 0,-9-7 0 0 0,11 10-650 0 0,0 1 1 0 0,0 0 0 0 0,0 0 0 0 0,0 0 0 0 0,-1 0 0 0 0,1 0 0 0 0,0 0 0 0 0,0 0-1 0 0,-1 1 1 0 0,1-1 0 0 0,-1 1 0 0 0,1 0 0 0 0,0 0 0 0 0,-1 0 0 0 0,1 0 0 0 0,-1 0-1 0 0,1 0 1 0 0,0 1 0 0 0,-5 0 0 0 0,1 2 13 0 0,-1-1 0 0 0,0 1 0 0 0,1 0 0 0 0,0 0-1 0 0,-1 1 1 0 0,1 0 0 0 0,1 0 0 0 0,-1 0 0 0 0,-6 7 0 0 0,-2 3 103 0 0,1 0 1 0 0,-13 19-1 0 0,22-28-182 0 0,0 1 0 0 0,0 0 0 0 0,0 0 0 0 0,1 1 0 0 0,-2 6 0 0 0,4-10-31 0 0,0-1 0 0 0,0 1 0 0 0,0 0 0 0 0,1 0 0 0 0,-1 0 1 0 0,1 0-1 0 0,0 0 0 0 0,0-1 0 0 0,0 1 0 0 0,0 0 0 0 0,1 0 0 0 0,-1 0 0 0 0,1 0 1 0 0,1 3-1 0 0,-2-4-66 0 0,12 5-90 0 0,-10-6 120 0 0,0 1 1 0 0,0-1 0 0 0,0 0 0 0 0,1 0 0 0 0,-1 0 0 0 0,0 0 0 0 0,0 0 0 0 0,5 1 0 0 0,-3-2-6 0 0,1 1 0 0 0,-1-1 1 0 0,0 0-1 0 0,1-1 0 0 0,-1 1 0 0 0,0-1 1 0 0,0 1-1 0 0,1-1 0 0 0,-1 0 1 0 0,0-1-1 0 0,0 1 0 0 0,0-1 0 0 0,0 0 1 0 0,-1 0-1 0 0,1 0 0 0 0,0 0 1 0 0,-1-1-1 0 0,1 0 0 0 0,-1 1 0 0 0,0-1 1 0 0,0 0-1 0 0,0-1 0 0 0,0 1 1 0 0,-1 0-1 0 0,1-1 0 0 0,-1 1 0 0 0,3-7 1 0 0,22-37-146 0 0,-27 47 184 0 0,0-1 1 0 0,1 1 0 0 0,-1 0 0 0 0,0 0-1 0 0,0 0 1 0 0,0-1 0 0 0,1 1 0 0 0,-1 0-1 0 0,0 0 1 0 0,0 0 0 0 0,0-1 0 0 0,1 1-1 0 0,-1 0 1 0 0,0 0 0 0 0,0 0 0 0 0,1 0-1 0 0,-1 0 1 0 0,0 0 0 0 0,0 0 0 0 0,1-1-1 0 0,-1 1 1 0 0,0 0 0 0 0,1 0-1 0 0,-1 0 1 0 0,0 0 0 0 0,0 0 0 0 0,1 0-1 0 0,-1 0 1 0 0,0 0 0 0 0,1 1 0 0 0,-1-1-1 0 0,0 0 1 0 0,0 0 0 0 0,1 0 0 0 0,-1 0-1 0 0,0 0 1 0 0,0 0 0 0 0,1 0 0 0 0,-1 1-1 0 0,0-1 1 0 0,0 0 0 0 0,1 0-1 0 0,-1 0 1 0 0,0 1 0 0 0,0-1 0 0 0,0 0-1 0 0,0 0 1 0 0,1 1 0 0 0,-1-1 0 0 0,0 0-1 0 0,0 0 1 0 0,0 1 0 0 0,0-1 0 0 0,0 0-1 0 0,10 17 90 0 0,-9-16-79 0 0,4 7 10 0 0,0-1-1 0 0,0-1 1 0 0,1 1-1 0 0,0-1 1 0 0,0 0 0 0 0,0 0-1 0 0,9 6 1 0 0,-12-10-47 0 0,0 0 0 0 0,0 0 1 0 0,0-1-1 0 0,0 1 0 0 0,0-1 1 0 0,1 0-1 0 0,-1 0 0 0 0,0 0 1 0 0,1 0-1 0 0,-1-1 0 0 0,0 1 1 0 0,1-1-1 0 0,-1 0 0 0 0,1 0 1 0 0,-1 0-1 0 0,1 0 0 0 0,-1-1 1 0 0,0 1-1 0 0,1-1 0 0 0,-1 0 1 0 0,4-1-1 0 0,-4 0-37 0 0,0 0 0 0 0,0 0-1 0 0,0 0 1 0 0,0 0 0 0 0,0-1 0 0 0,0 1 0 0 0,-1-1-1 0 0,1 1 1 0 0,-1-1 0 0 0,1 0 0 0 0,-1 0 0 0 0,0 0-1 0 0,-1-1 1 0 0,1 1 0 0 0,1-5 0 0 0,3-7-85 0 0,0 0 0 0 0,2-17 0 0 0,-8 31 147 0 0,4-11 9 0 0,-2 7 80 0 0,-1 0 1 0 0,0 0-1 0 0,0 0 1 0 0,0 0-1 0 0,-1 0 0 0 0,0-8 1 0 0,8 50 1028 0 0,-7-28-1094 0 0,1 1-1 0 0,0-2 1 0 0,0 1-1 0 0,1 0 1 0 0,0 0-1 0 0,0-1 1 0 0,1 1-1 0 0,0-1 1 0 0,7 9-1 0 0,-10-15-200 0 0,6 2-1771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7:35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18887 0 0,'0'0'1848'0'0,"-7"4"-1408"0"0,4 5 56 0 0,2 0-248 0 0,-1 3-320 0 0,4-1-64 0 0,1 0-16 0 0,0-1-5616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7:36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0 334 19351 0 0,'0'0'1751'0'0,"1"2"-1440"0"0,2 25-120 0 0,-1-11 1204 0 0,0 0-1 0 0,1 0 0 0 0,6 19 1 0 0,4 6 623 0 0,-5-16-1438 0 0,11 24-1 0 0,-16-41-500 0 0,-1-7-18 0 0,-1-1-60 0 0,0 0-1 0 0,-1 0 0 0 0,1 0 1 0 0,0 0-1 0 0,0-1 1 0 0,-1 1-1 0 0,1 0 1 0 0,0-1-1 0 0,-1 1 1 0 0,1 0-1 0 0,0-1 1 0 0,-1 1-1 0 0,1-1 1 0 0,-1 1-1 0 0,1-1 1 0 0,-1 1-1 0 0,1-1 1 0 0,-1 1-1 0 0,1-1 1 0 0,-1 0-1 0 0,1 1 1 0 0,-1-1-1 0 0,0 0 1 0 0,1 1-1 0 0,-1-1 1 0 0,0-1-1 0 0,2-1-1 0 0,6-11-121 0 0,-1-1 0 0 0,0 0 0 0 0,5-17-1 0 0,-6 14-263 0 0,16-31 0 0 0,11-7-4112 0 0,43-55 0 0 0,-46 76 2267 0 0</inkml:trace>
  <inkml:trace contextRef="#ctx0" brushRef="#br0" timeOffset="1">673 19 11519 0 0,'3'0'3839'0'0,"18"1"-403"0"0,1-2 0 0 0,-1 0 1 0 0,39-9-1 0 0,-42 7-4302 0 0,1 1-1 0 0,0 0 1 0 0,-1 1 0 0 0,27 3-1 0 0,-35-1-1105 0 0</inkml:trace>
  <inkml:trace contextRef="#ctx0" brushRef="#br0" timeOffset="2">712 152 11975 0 0,'0'0'1083'0'0,"0"2"-891"0"0,-3 10-14 0 0,3-9 2172 0 0,2 7 6120 0 0,0-8-8283 0 0,0 0 1 0 0,0 0-1 0 0,0-1 0 0 0,0 1 0 0 0,0-1 0 0 0,0 1 0 0 0,0-1 0 0 0,1 0 0 0 0,-1 0 0 0 0,0 0 0 0 0,1 0 0 0 0,-1 0 0 0 0,1-1 0 0 0,-1 1 0 0 0,1-1 0 0 0,-1 1 0 0 0,1-1 0 0 0,-1 0 0 0 0,1 0 0 0 0,-1 0 0 0 0,1 0 0 0 0,4-2 0 0 0,8-1-608 0 0,-1 0 0 0 0,26-10 0 0 0,-23 7-440 0 0,9-3-5602 0 0,1 0-2125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7:36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6 11055 0 0,'-10'-5'13035'0'0,"8"20"-10263"0"0,16 85 610 0 0,10 112-2611 0 0,-22-171-958 0 0,2-1 1 0 0,15 70-1 0 0,-17-103-459 0 0,1-1 0 0 0,-1 1 0 0 0,1-1 0 0 0,0 0 0 0 0,6 7 0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7:37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21455 0 0,'0'0'1943'0'0,"2"-1"-1486"0"0,1 1-242 0 0,-1-1 0 0 0,1 1 0 0 0,0 0 0 0 0,0 0-1 0 0,0 0 1 0 0,0 1 0 0 0,0-1 0 0 0,0 1 0 0 0,0-1 0 0 0,0 1 0 0 0,0 0-1 0 0,-1 0 1 0 0,1 0 0 0 0,0 1 0 0 0,-1-1 0 0 0,1 1 0 0 0,-1-1 0 0 0,1 1-1 0 0,2 2 1 0 0,0 1 33 0 0,0 0 0 0 0,-1 1-1 0 0,1 0 1 0 0,-1-1 0 0 0,0 1-1 0 0,-1 1 1 0 0,4 7 0 0 0,1 6-99 0 0,-1 1 0 0 0,-1 0 0 0 0,-1 0 0 0 0,-1 1 1 0 0,2 37-1 0 0,2 3-75 0 0,-2-9-138 0 0,5 26 88 0 0,-8-69-471 0 0,-1 0-1 0 0,1 0 1 0 0,1 0 0 0 0,0-1-1 0 0,8 15 1 0 0,-12-23 238 0 0,1 0-1 0 0,0 0 1 0 0,0-1 0 0 0,0 1-1 0 0,0 0 1 0 0,0 0-1 0 0,0-1 1 0 0,0 1 0 0 0,0-1-1 0 0,0 1 1 0 0,0-1 0 0 0,0 1-1 0 0,0-1 1 0 0,1 1 0 0 0,0-1-1 0 0,1 1-519 0 0,8 2-1324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7:37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393 0 13359 0 0,'-16'0'1424'0'0,"2"2"464"0"0,-1 0-1 0 0,1 1 0 0 0,0 1 0 0 0,0 0 1 0 0,-18 9-1 0 0,14-5-912 0 0,-26 18-1 0 0,26-15-715 0 0,1 1-1 0 0,0 0 1 0 0,1 2-1 0 0,1 0 1 0 0,-23 26-1 0 0,13-11-113 0 0,16-19-80 0 0,1-1 0 0 0,0 1 0 0 0,0 1 0 0 0,1-1 0 0 0,1 1 0 0 0,-9 19 0 0 0,14-27-98 0 0,0 0 0 0 0,0 0 1 0 0,0 0-1 0 0,1 0 0 0 0,-1 0 0 0 0,1 0 1 0 0,0 0-1 0 0,0 0 0 0 0,0 0 0 0 0,1 0 1 0 0,-1 0-1 0 0,1 0 0 0 0,-1 0 0 0 0,1 0 0 0 0,0 0 1 0 0,0 0-1 0 0,0 0 0 0 0,1-1 0 0 0,-1 1 1 0 0,1 0-1 0 0,-1-1 0 0 0,1 1 0 0 0,0-1 0 0 0,0 0 1 0 0,0 1-1 0 0,0-1 0 0 0,0 0 0 0 0,1 0 1 0 0,-1-1-1 0 0,5 4 0 0 0,-3-3-25 0 0,0 1-1 0 0,1-1 0 0 0,0 0 1 0 0,0 0-1 0 0,-1 0 1 0 0,1-1-1 0 0,0 0 1 0 0,0 0-1 0 0,0 0 1 0 0,1 0-1 0 0,-1-1 1 0 0,0 0-1 0 0,0 0 1 0 0,0 0-1 0 0,0-1 1 0 0,0 0-1 0 0,0 0 1 0 0,7-2-1 0 0,9-5-155 0 0,0 0 1 0 0,-1-1-1 0 0,0-2 1 0 0,-1 0-1 0 0,0-1 0 0 0,-1 0 1 0 0,0-2-1 0 0,-1 0 1 0 0,19-20-1 0 0,-20 16 49 0 0,-1-1-1 0 0,13-20 0 0 0,-23 31 184 0 0,0-1-1 0 0,0 1 0 0 0,-1-1 0 0 0,-1 1 0 0 0,1-1 0 0 0,-2-1 0 0 0,5-16 0 0 0,-7 23 143 0 0,-1 3-117 0 0,1-1 0 0 0,-1 0 0 0 0,1 0 0 0 0,-1 0 0 0 0,1 1 0 0 0,-1-1 0 0 0,0 0-1 0 0,0 1 1 0 0,1-1 0 0 0,-1 0 0 0 0,0 1 0 0 0,0-1 0 0 0,1 1 0 0 0,-1-1 0 0 0,0 1 0 0 0,0 0 0 0 0,0-1 0 0 0,0 1 0 0 0,0 0-1 0 0,0 0 1 0 0,0 0 0 0 0,0-1 0 0 0,0 1 0 0 0,0 0 0 0 0,0 0 0 0 0,0 0 0 0 0,0 0 0 0 0,1 1 0 0 0,-1-1 0 0 0,0 0 0 0 0,0 0-1 0 0,0 1 1 0 0,0-1 0 0 0,0 0 0 0 0,0 1 0 0 0,0-1 0 0 0,0 1 0 0 0,0 0 0 0 0,-4 2 65 0 0,0 0-1 0 0,0 0 1 0 0,1 0 0 0 0,0 1-1 0 0,-5 4 1 0 0,2-1-50 0 0,1 0 0 0 0,0 0-1 0 0,1 1 1 0 0,0 0 0 0 0,0 0 0 0 0,0 1-1 0 0,-5 14 1 0 0,8-17-24 0 0,0 1 1 0 0,0 0-1 0 0,0 0 1 0 0,1 0-1 0 0,0 0 0 0 0,0 1 1 0 0,1-1-1 0 0,0 0 0 0 0,0 0 1 0 0,2 11-1 0 0,2-9-34 0 0,-2-6-24 0 0,0-1-1 0 0,0 0 1 0 0,1 0 0 0 0,-1 0-1 0 0,1 0 1 0 0,-1 0 0 0 0,1-1-1 0 0,0 1 1 0 0,0-1 0 0 0,-1 0-1 0 0,1 0 1 0 0,0 0 0 0 0,0 0-1 0 0,0 0 1 0 0,0 0 0 0 0,1-1-1 0 0,-1 0 1 0 0,0 0-1 0 0,0 1 1 0 0,0-2 0 0 0,0 1-1 0 0,6-1 1 0 0,4-2-128 0 0,1 0 0 0 0,-1-1 0 0 0,23-10 0 0 0,-28 11 122 0 0,-1-1 0 0 0,0 0-1 0 0,0 0 1 0 0,0-1 0 0 0,0 0-1 0 0,-1 0 1 0 0,0 0 0 0 0,11-13 0 0 0,-2-1-107 0 0,21-36 1 0 0,-29 44 129 0 0,0 1 1903 0 0,-7 23-1508 0 0,18 74 368 0 0,-16-75-690 0 0,1 1 1 0 0,1-1-1 0 0,0 0 0 0 0,8 15 0 0 0,2 6 11 0 0,19 46-59 0 0,-21-53-8 0 0,-1 0 1 0 0,-1 0 0 0 0,-1 1 0 0 0,7 40 0 0 0,-12-45 0 0 0,-2-1 1 0 0,0 1-1 0 0,-2 25 0 0 0,-1-41-4 0 0,1 1 0 0 0,-1-1-1 0 0,0 1 1 0 0,-1-1 0 0 0,0 0 0 0 0,1 0-1 0 0,-2 0 1 0 0,1 0 0 0 0,-1 0 0 0 0,0 0 0 0 0,0-1-1 0 0,-1 1 1 0 0,0-1 0 0 0,1 0 0 0 0,-7 6-1 0 0,4-7 27 0 0,-1 0 1 0 0,1 0-1 0 0,-1 0 0 0 0,0-1 0 0 0,0 0 0 0 0,0 0 0 0 0,-8 2 0 0 0,-11 4 5 0 0,18-6-20 0 0,-1 0 0 0 0,0 0 0 0 0,-1-1 0 0 0,1-1-1 0 0,0 0 1 0 0,-1 0 0 0 0,1 0 0 0 0,-1-1 0 0 0,1-1 0 0 0,-11-1 0 0 0,-1-2-30 0 0,1 0 1 0 0,0-1-1 0 0,-30-12 1 0 0,40 11-354 0 0,0 1 0 0 0,0-2 0 0 0,1 1 0 0 0,0-1 0 0 0,0 0 0 0 0,0-1 0 0 0,-7-9 0 0 0,15 16 254 0 0,-7-8-1165 0 0,3 0-40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7:45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13359 0 0,'0'0'1210'0'0,"-1"2"-996"0"0,0 1 407 0 0,1-1 1 0 0,-1 1-1 0 0,1-1 0 0 0,-1 1 0 0 0,1 0 1 0 0,0-1-1 0 0,0 1 0 0 0,0 0 0 0 0,0-1 0 0 0,1 5 1 0 0,8 30 3616 0 0,-2-9-3981 0 0,45 287 1278 0 0,-39-248-1417 0 0,1 6-25 0 0,-13-70-167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7:45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10 122 19495 0 0,'0'0'894'0'0,"-2"0"-22"0"0,-4 1-496 0 0,4-1 403 0 0,5 0-348 0 0,19 0 260 0 0,0 0 0 0 0,0-2 1 0 0,-1-1-1 0 0,29-7 0 0 0,-13 2-358 0 0,116-23 691 0 0,83-14-538 0 0,-178 36-625 0 0,47-5-152 0 0,-91 14-193 0 0,0-1-1 0 0,0 2 1 0 0,0 0 0 0 0,0 0-1 0 0,20 6 1 0 0,-13 0-1563 0 0,-3 5-3839 0 0,-6 3-1408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7:46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7367 0 0,'0'0'667'0'0,"2"2"-42"0"0,1 1 919 0 0,1 1-1 0 0,-1 0 1 0 0,1 0-1 0 0,-1 0 0 0 0,0 1 1 0 0,-1-1-1 0 0,1 1 1 0 0,-1 0-1 0 0,2 5 0 0 0,5 15-530 0 0,30 136 2974 0 0,-29-117-3545 0 0,2-6-4063 0 0,0-36-102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7:46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 7367 0 0,'0'0'21056'0'0,"2"0"-20665"0"0,7 0-285 0 0,0 0 1 0 0,-1-1-1 0 0,1 0 0 0 0,0-1 1 0 0,-1 0-1 0 0,1 0 1 0 0,-1 0-1 0 0,10-5 1 0 0,26-7 176 0 0,-20 8-2173 0 0,28-13 1 0 0,-28 10 649 0 0,-17 6-498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7:47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8287 0 0,'0'0'17960'0'0,"2"0"-17277"0"0,45-5 303 0 0,-14 1-655 0 0,-19 2-589 0 0,0 0 1 0 0,19-7-1 0 0,12-3-637 0 0,-22 8-1594 0 0,1-2-6298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7:47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 9215 0 0,'0'-2'422'0'0,"6"-17"279"0"0,15-25 15741 0 0,-18 45-15392 0 0,0 0-904 0 0,0 1 0 0 0,0-1 0 0 0,1 1 1 0 0,-1 0-1 0 0,-1 0 0 0 0,1 0 0 0 0,0 0 0 0 0,0 0 0 0 0,-1 1 1 0 0,1 0-1 0 0,-1-1 0 0 0,0 1 0 0 0,0 0 0 0 0,0 0 1 0 0,0 0-1 0 0,-1 0 0 0 0,3 5 0 0 0,3 9 175 0 0,-2-1-1 0 0,6 25 0 0 0,-6-21-251 0 0,7 23 56 0 0,22 101 38 0 0,-25-86-593 0 0,29 98 0 0 0,-37-154 98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7:47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1 113 2303 0 0,'3'-1'16591'0'0,"34"-5"-9174"0"0,-15 3-6569 0 0,1-1-1 0 0,35-11 1 0 0,-7-3-459 0 0,2 3 1 0 0,107-16 0 0 0,-27 15-2363 0 0,-101 14-758 0 0,-1 1-6533 0 0</inkml:trace>
  <inkml:trace contextRef="#ctx0" brushRef="#br0" timeOffset="1">615 520 10591 0 0,'0'0'819'0'0,"3"0"-91"0"0,22-1 5754 0 0,34-5 0 0 0,27-11-2634 0 0,-52 15-3304 0 0,-32 2-255 0 0,-2 4-229 0 0,0 1 0 0 0,0-1 0 0 0,-1 1 0 0 0,1-1 0 0 0,-1 1 0 0 0,0-1 0 0 0,-1 1 0 0 0,1-1 0 0 0,-1 0 0 0 0,0 0 0 0 0,0 0 0 0 0,0 0 0 0 0,0 0 0 0 0,-5 6 0 0 0,-15 17 147 0 0,-22 32 109 0 0,39-51-259 0 0,0 1 1 0 0,0-1 0 0 0,1 2 0 0 0,-7 17 0 0 0,9-15 50 0 0,4-5-35 0 0,0 9-61 0 0,1-12-9 0 0,-2-2 4 0 0,0-2-5 0 0,-1 1 1 0 0,1 0-1 0 0,-1 0 1 0 0,1-1 0 0 0,0 1-1 0 0,-1 0 1 0 0,1-1-1 0 0,0 1 1 0 0,-1-1 0 0 0,1 1-1 0 0,0-1 1 0 0,0 1-1 0 0,-1-1 1 0 0,1 0 0 0 0,0 1-1 0 0,0-1 1 0 0,0 0-1 0 0,1 1 1 0 0,1 0 1 0 0,3 1-17 0 0,1 0-1 0 0,-1-1 1 0 0,1 0-1 0 0,0 0 1 0 0,-1 0 0 0 0,1-1-1 0 0,0 0 1 0 0,-1 0 0 0 0,1-1-1 0 0,0 1 1 0 0,-1-2-1 0 0,13-2 1 0 0,5-4-65 0 0,0 0 0 0 0,23-13 0 0 0,-30 12-588 0 0,1-2-1 0 0,-1 0 1 0 0,17-16-1 0 0,2 0-2674 0 0,-19 14 1516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7:48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1 17967 0 0,'0'0'10465'0'0,"1"0"-9351"0"0,22 7-501 0 0,-1-2 0 0 0,1 0 1 0 0,42 2-1 0 0,25 3-868 0 0,-76-5-778 0 0,-14-4 750 0 0,1-1-1 0 0,-1 1 1 0 0,1 0 0 0 0,-1-1-1 0 0,1 1 1 0 0,-1-1 0 0 0,1 1-1 0 0,-1 0 1 0 0,1 0 0 0 0,-1-1-1 0 0,0 1 1 0 0,1 0-1 0 0,-1-1 1 0 0,0 1 0 0 0,0 0-1 0 0,0 0 1 0 0,0 0 0 0 0,1-1-1 0 0,-1 1 1 0 0,0 0 0 0 0,0 0-1 0 0,0 0 1 0 0,-1-1 0 0 0,1 2-1 0 0</inkml:trace>
  <inkml:trace contextRef="#ctx0" brushRef="#br0" timeOffset="1">0 225 11055 0 0,'2'1'3971'0'0,"1"1"-2882"0"0,0 0 0 0 0,0 0 0 0 0,0 0-1 0 0,0 0 1 0 0,1-1 0 0 0,-1 0 0 0 0,1 1 0 0 0,5 0 0 0 0,-2-1-223 0 0,0 0 0 0 0,-1 0 0 0 0,1-1 0 0 0,9 0 0 0 0,6-3-654 0 0,0-1 0 0 0,24-7 1 0 0,0 0 549 0 0,-11 6-1115 0 0,26-7 242 0 0,-21 2-9101 0 0,-29 5 220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7:49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282 40 12527 0 0,'0'0'1134'0'0,"0"-2"-937"0"0,2-16 34 0 0,-3-1 15260 0 0,0 20-15072 0 0,-16 10-139 0 0,1 1 0 0 0,1 0 0 0 0,0 1 0 0 0,-17 20-1 0 0,-16 14-65 0 0,17-18-46 0 0,1 2-1 0 0,-40 52 1 0 0,69-82-158 0 0,0-1-8 0 0,1 0 0 0 0,-1 1 0 0 0,1-1 0 0 0,0 0 0 0 0,-1 1-1 0 0,1-1 1 0 0,-1 0 0 0 0,1 1 0 0 0,0-1 0 0 0,-1 1 0 0 0,1-1-1 0 0,0 0 1 0 0,0 1 0 0 0,-1-1 0 0 0,1 1 0 0 0,0-1 0 0 0,0 1-1 0 0,0-1 1 0 0,0 1 0 0 0,0-1 0 0 0,-1 1 0 0 0,1-1 0 0 0,0 1-1 0 0,0-1 1 0 0,0 1 0 0 0,1 0 0 0 0,0 7 9 0 0,0-5-10 0 0,0-1 0 0 0,0 0 0 0 0,1 0 0 0 0,-1 1 0 0 0,1-1 1 0 0,-1 0-1 0 0,1 0 0 0 0,0 0 0 0 0,-1-1 0 0 0,1 1 0 0 0,0 0 1 0 0,0-1-1 0 0,1 1 0 0 0,2 1 0 0 0,-1-1 1 0 0,1 0 1 0 0,0 0-1 0 0,0-1 1 0 0,0 1-1 0 0,0-1 1 0 0,9 1-1 0 0,2-2 3 0 0,0 0 0 0 0,0 0-1 0 0,27-6 1 0 0,38-7-190 0 0,122-17-915 0 0,-201 30 512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7:49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9671 0 0,'0'3'11715'0'0,"13"139"-2935"0"0,20 162-8532 0 0,-33-299-716 0 0,9 35 149 0 0,0-22-2361 0 0,-9-17 2086 0 0,1 0 0 0 0,0 0 0 0 0,0 0 0 0 0,-1 0 0 0 0,1 0 0 0 0,0 0 0 0 0,0-1 0 0 0,0 1 0 0 0,0 0 0 0 0,0-1 0 0 0,0 1 0 0 0,2 0 0 0 0,8 0-7704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7:50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1 22543 0 0,'-8'1'843'0'0,"0"0"-527"0"0,-1 0 0 0 0,0 1 0 0 0,1 0 0 0 0,-1 1 0 0 0,1 0 0 0 0,0 0 0 0 0,0 0 0 0 0,0 1 0 0 0,-15 10 0 0 0,13-6 283 0 0,-1 1 1 0 0,2 1 0 0 0,-1-1-1 0 0,1 2 1 0 0,0-1-1 0 0,-12 22 1 0 0,20-30-579 0 0,0 0 1 0 0,0 0-1 0 0,0 0 1 0 0,1 0-1 0 0,-1 1 1 0 0,1-1-1 0 0,0 0 1 0 0,-1 0-1 0 0,1 1 1 0 0,0-1-1 0 0,1 0 0 0 0,-1 0 1 0 0,0 1-1 0 0,0-1 1 0 0,1 0-1 0 0,0 0 1 0 0,-1 0-1 0 0,1 0 1 0 0,0 0-1 0 0,0 0 0 0 0,0 0 1 0 0,1 2-1 0 0,-1-3-18 0 0,-1 0 0 0 0,0 0 0 0 0,0 0-1 0 0,1-1 1 0 0,-1 1 0 0 0,1 0 0 0 0,-1 0-1 0 0,1-1 1 0 0,-1 1 0 0 0,1 0 0 0 0,-1-1-1 0 0,1 1 1 0 0,0 0 0 0 0,-1-1 0 0 0,1 1-1 0 0,0-1 1 0 0,0 1 0 0 0,-1-1 0 0 0,1 0 0 0 0,1 1-1 0 0,2 1 11 0 0,10 6 3 0 0,1 1 0 0 0,0-2 0 0 0,0 0 1 0 0,28 8-1 0 0,67 11-23 0 0,-10-2 9 0 0,-88-21 9 0 0,0 2-1 0 0,15 7 1 0 0,-22-10-7 0 0,0 1-1 0 0,-1 0 1 0 0,1 0-1 0 0,-1 0 1 0 0,0 0-1 0 0,0 1 1 0 0,0-1-1 0 0,4 6 1 0 0,-7-7-1 0 0,0 0-1 0 0,0 1 1 0 0,0-1 0 0 0,0 0-1 0 0,0 1 1 0 0,0-1 0 0 0,-1 1-1 0 0,0-1 1 0 0,1 1 0 0 0,-1-1-1 0 0,0 0 1 0 0,0 1 0 0 0,0-1-1 0 0,0 1 1 0 0,-1-1 0 0 0,1 1-1 0 0,-1-1 1 0 0,1 1 0 0 0,-1-1-1 0 0,0 0 1 0 0,0 1 0 0 0,-1 1-1 0 0,0 0 4 0 0,0 0 0 0 0,0 0 0 0 0,0-1 0 0 0,0 0 0 0 0,-1 1 0 0 0,1-1 0 0 0,-1 0 0 0 0,0 0 0 0 0,0 0 0 0 0,0-1 0 0 0,0 1 0 0 0,-6 3 0 0 0,-4 0-75 0 0,0-1 1 0 0,0-1 0 0 0,0 0 0 0 0,0 0-1 0 0,-1-2 1 0 0,0 1 0 0 0,1-2-1 0 0,-1 0 1 0 0,0 0 0 0 0,0-2 0 0 0,1 1-1 0 0,-1-2 1 0 0,-18-3 0 0 0,24 3-49 0 0,-6 0-487 0 0,1 0 0 0 0,0-1 0 0 0,0-1 0 0 0,1 0 0 0 0,-1-1 1 0 0,-14-7-1 0 0,3-5-795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7:50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12895 0 0,'0'0'998'0'0,"3"-1"-657"0"0,64-10 7993 0 0,3 2-2833 0 0,-2-1-4078 0 0,7 0-488 0 0,-50 6-809 0 0,1 1-1 0 0,-1 0 1 0 0,53 3 0 0 0,-62 2-88 0 0,-8-2-35 0 0,0 1 1 0 0,0 0 0 0 0,0 1-1 0 0,0-1 1 0 0,11 5 0 0 0,-17-5 6 0 0,0 0-1 0 0,0 0 1 0 0,0 0-1 0 0,0 1 1 0 0,-1-1-1 0 0,1 0 1 0 0,0 1 0 0 0,-1-1-1 0 0,1 1 1 0 0,-1 0-1 0 0,1-1 1 0 0,-1 1-1 0 0,0 0 1 0 0,1 0 0 0 0,-1 0-1 0 0,0 0 1 0 0,0 0-1 0 0,-1 0 1 0 0,1 0 0 0 0,0 0-1 0 0,-1 0 1 0 0,1 1-1 0 0,-1-1 1 0 0,0 0-1 0 0,0 3 1 0 0,0 6 54 0 0,0-1-1 0 0,-1 1 1 0 0,0-1 0 0 0,-1 1-1 0 0,-3 12 1 0 0,-21 52 226 0 0,22-63-251 0 0,-47 119 231 0 0,38-99-210 0 0,8-22-27 0 0,1 1 0 0 0,-5 18 0 0 0,8-26-29 0 0,1 1 1 0 0,-1-1 0 0 0,1 1-1 0 0,0-1 1 0 0,0 1 0 0 0,0-1-1 0 0,0 1 1 0 0,1-1 0 0 0,-1 1 0 0 0,1-1-1 0 0,0 0 1 0 0,0 1 0 0 0,2 2-1 0 0,3 3 7 0 0,3-3-11 0 0,-4-4 0 0 0,0-1 0 0 0,0 1 0 0 0,0-1 0 0 0,0 0 0 0 0,0 0 0 0 0,0 0 0 0 0,1-1 0 0 0,-1 0 0 0 0,0 0 0 0 0,0 0 0 0 0,1-1 0 0 0,-1 0 0 0 0,0 0 0 0 0,0 0 0 0 0,7-3 0 0 0,-1 1 0 0 0,9-2-21 0 0,0-2 1 0 0,-1 0-1 0 0,1-1 0 0 0,-2-1 1 0 0,21-13-1 0 0,-27 15 7 0 0,-1-1 0 0 0,0 0 1 0 0,-1-1-1 0 0,0-1 0 0 0,0 0 0 0 0,-1 0 1 0 0,0 0-1 0 0,13-22 0 0 0,-19 26 11 0 0,1 0-1 0 0,-1 0 1 0 0,0-1 0 0 0,-1 1 0 0 0,0-1-1 0 0,0 0 1 0 0,0 0 0 0 0,1-12 0 0 0,-3 15 0 0 0,0 0 0 0 0,0 0 1 0 0,0-1-1 0 0,-1 1 0 0 0,0 0 1 0 0,0 0-1 0 0,0 0 0 0 0,0 0 1 0 0,0 1-1 0 0,-1-1 0 0 0,1 0 1 0 0,-1 0-1 0 0,0 1 0 0 0,-1-1 1 0 0,1 1-1 0 0,-4-5 0 0 0,-3-2-120 0 0,-1 0 0 0 0,0 0 0 0 0,-1 1 0 0 0,0 1 0 0 0,0-1 0 0 0,-1 2 0 0 0,0 0 0 0 0,0 0 0 0 0,-21-8 0 0 0,8 4-510 0 0,20 8 104 0 0,-1 0 0 0 0,1 1 0 0 0,-1 0 0 0 0,0-1 0 0 0,0 2 0 0 0,0-1 1 0 0,-8 0-1 0 0,28 7-7794 0 0,2-1 6351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7:51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13359 0 0,'0'0'12392'0'0,"2"1"-11224"0"0,5 4-755 0 0,0 0 1 0 0,0 0-1 0 0,0 0 1 0 0,-1 1-1 0 0,1 1 0 0 0,-2-1 1 0 0,1 1-1 0 0,-1-1 0 0 0,0 2 1 0 0,0-1-1 0 0,4 11 0 0 0,4 9-270 0 0,17 57 0 0 0,-20-52 134 0 0,18 79-200 0 0,-22-77-72 0 0,-3-17-202 0 0,7 26 0 0 0,-10-41-118 0 0,0-26-18013 0 0</inkml:trace>
  <inkml:trace contextRef="#ctx0" brushRef="#br0" timeOffset="1">409 63 9671 0 0,'0'0'19176'0'0,"-1"1"-18525"0"0,-9 11-247 0 0,1 0 1 0 0,-2-1-1 0 0,0-1 0 0 0,0 1 1 0 0,-20 12-1 0 0,14-9-217 0 0,5-5-116 0 0,-96 82 247 0 0,103-85-305 0 0,-1 0-1 0 0,0 1 0 0 0,1-1 1 0 0,0 1-1 0 0,1 1 1 0 0,-7 12-1 0 0,11-19-8 0 0,-1 0-1 0 0,0 1 1 0 0,1-1-1 0 0,0 0 1 0 0,-1 1-1 0 0,1-1 1 0 0,0 1-1 0 0,-1-1 1 0 0,1 0 0 0 0,0 1-1 0 0,0-1 1 0 0,0 1-1 0 0,0-1 1 0 0,0 1-1 0 0,1-1 1 0 0,-1 0-1 0 0,0 1 1 0 0,1-1-1 0 0,-1 0 1 0 0,1 1 0 0 0,-1-1-1 0 0,1 0 1 0 0,0 1-1 0 0,-1-1 1 0 0,1 0-1 0 0,1 2 1 0 0,1-1 6 0 0,-1 0 1 0 0,1 1-1 0 0,0-1 1 0 0,0 0-1 0 0,0 0 1 0 0,0 0-1 0 0,3 1 1 0 0,-5-3-11 0 0,6 3 0 0 0,-1 0 0 0 0,1-1 0 0 0,-1 0 0 0 0,1-1 0 0 0,0 1 0 0 0,8-1 0 0 0,45 1 0 0 0,-26-1 0 0 0,75-1-16 0 0,33 2-28 0 0,-130 0 657 0 0,-7 0-2362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7:54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77 5063 0 0,'0'0'17375'0'0,"1"1"-16819"0"0,9 20 407 0 0,-1 0 1 0 0,-1 1-1 0 0,-1 0 0 0 0,5 24 1 0 0,5 19-425 0 0,78 182 494 0 0,-33-91-829 0 0,-27-79-148 0 0,-4-11 55 0 0,-31-65 75 0 0,1-3-99 0 0,6-18-23 0 0,-1-1 0 0 0,-1 0 0 0 0,4-31 0 0 0,-3 14-28 0 0,31-156-57 0 0,13-71-38 0 0,-38 206-1120 0 0,22-64 1 0 0,-29 108-944 0 0,-1 4-4149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7:54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85 14743 0 0,'-8'5'11225'0'0,"10"-4"-11025"0"0,0-1 0 0 0,0 1 0 0 0,1 0-1 0 0,-1-1 1 0 0,0 0 0 0 0,0 0-1 0 0,1 0 1 0 0,2 0 0 0 0,47-1 929 0 0,93-16 1 0 0,50-25-1169 0 0,-181 39-405 0 0,90-20-626 0 0,-69 18-2111 0 0,1 4-3499 0 0,-15 1-1348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7:55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6447 0 0,'1'2'7886'0'0,"13"17"1000"0"0,-3 6-4781 0 0,5 29-3029 0 0,-8-24-128 0 0,24 67-1117 0 0,-29-90-952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7:55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24 20303 0 0,'0'0'2287'0'0,"2"0"-1619"0"0,4 2-16 0 0,1-1 1 0 0,-1 0-1 0 0,1 0 1 0 0,-1-1-1 0 0,11 0 1 0 0,37-5 1423 0 0,-47 5-1983 0 0,186-23-140 0 0,-186 23-318 0 0</inkml:trace>
  <inkml:trace contextRef="#ctx0" brushRef="#br0" timeOffset="1">0 178 9671 0 0,'3'1'10787'0'0,"3"2"-10097"0"0,1 0 1 0 0,-1 0-1 0 0,1-1 0 0 0,0 0 1 0 0,0 0-1 0 0,0-1 1 0 0,0 0-1 0 0,0 0 0 0 0,0-1 1 0 0,13 0-1 0 0,11-2-407 0 0,37-9-1 0 0,-39 6 235 0 0,42-3-58 0 0,-24 3-2988 0 0,-16 1-4808 0 0,-18 2-1159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7:56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93 12927 0 0,'1'-2'595'0'0,"-1"-5"-462"0"0,0 1 1 0 0,0-1-1 0 0,-2-11 1 0 0,0-10 3449 0 0,1 26-3018 0 0,-1 1 1 0 0,1-1-1 0 0,-1 1 0 0 0,0 0 0 0 0,1 0 0 0 0,-1-1 0 0 0,-3 0 1 0 0,4 1-8 0 0,-2-1-205 0 0,1 1 1 0 0,-1 0-1 0 0,1-1 0 0 0,-1 1 1 0 0,1 0-1 0 0,-1 1 0 0 0,0-1 0 0 0,1 0 1 0 0,-1 1-1 0 0,0-1 0 0 0,0 1 1 0 0,0 0-1 0 0,1 0 0 0 0,-5 0 0 0 0,4 1-169 0 0,-1 0 0 0 0,1-1-1 0 0,0 2 1 0 0,-1-1-1 0 0,1 0 1 0 0,0 1 0 0 0,0-1-1 0 0,0 1 1 0 0,0 0-1 0 0,-3 2 1 0 0,-2 3-54 0 0,0 1 0 0 0,1 0 0 0 0,0 0-1 0 0,1 0 1 0 0,0 0 0 0 0,-9 16 0 0 0,-6 15 192 0 0,1 1 0 0 0,2 1 0 0 0,-18 62 0 0 0,34-95-294 0 0,0 1 0 0 0,1-1 0 0 0,-1 1-1 0 0,2 0 1 0 0,-1 0 0 0 0,1-1 0 0 0,1 1 0 0 0,0 0 0 0 0,0 0 0 0 0,5 16-1 0 0,-5-20-25 0 0,1 0-1 0 0,0 0 0 0 0,0 0 1 0 0,1 0-1 0 0,-1 0 0 0 0,1 0 1 0 0,0-1-1 0 0,1 0 1 0 0,-1 1-1 0 0,1-1 0 0 0,-1 0 1 0 0,1-1-1 0 0,0 1 0 0 0,1-1 1 0 0,-1 0-1 0 0,1 0 0 0 0,-1 0 1 0 0,10 4-1 0 0,-4-4-34 0 0,1 0 1 0 0,0 0-1 0 0,-1-1 1 0 0,1-1-1 0 0,0 0 0 0 0,0 0 1 0 0,0-1-1 0 0,0 0 1 0 0,0-1-1 0 0,0 0 0 0 0,18-5 1 0 0,-11 2-39 0 0,0-2 0 0 0,-1 0 0 0 0,0-1 0 0 0,0 0 0 0 0,0-2 0 0 0,17-11 0 0 0,-30 17 68 0 0,1-1-1 0 0,-1 1 1 0 0,0-1-1 0 0,0 0 1 0 0,-1 0-1 0 0,1 0 1 0 0,-1 0-1 0 0,0 0 1 0 0,0-1-1 0 0,0 0 1 0 0,0 1-1 0 0,1-7 1 0 0,-1 3-3 0 0,-1 1 0 0 0,0-1 0 0 0,0 0 1 0 0,-1 0-1 0 0,0 0 0 0 0,-1 1 0 0 0,0-15 0 0 0,-1 7 0 0 0,-1 0 0 0 0,-1-1 1 0 0,-1 1-1 0 0,0 0 0 0 0,-1 1 0 0 0,0-1 1 0 0,-1 1-1 0 0,-8-14 0 0 0,9 20-75 0 0,1 1 1 0 0,-1 0-1 0 0,0 1 1 0 0,-1-1-1 0 0,0 1 1 0 0,0 0-1 0 0,0 0 1 0 0,-1 1-1 0 0,1 0 1 0 0,-1 0-1 0 0,-1 0 0 0 0,1 1 1 0 0,-11-4-1 0 0,13 6 15 0 0,-1 0-1 0 0,1 0 0 0 0,-1 0 0 0 0,0 1 1 0 0,1 0-1 0 0,-1 1 0 0 0,0-1 0 0 0,1 1 1 0 0,-1 0-1 0 0,0 0 0 0 0,0 1 0 0 0,1 0 1 0 0,-1 0-1 0 0,0 0 0 0 0,1 1 0 0 0,-1-1 1 0 0,1 1-1 0 0,-1 1 0 0 0,1-1 0 0 0,-7 5 1 0 0,9-5-315 0 0,0 1-1 0 0,1-1 1 0 0,-1 0 0 0 0,1 1 0 0 0,0-1 0 0 0,-1 1 0 0 0,1 0-1 0 0,0 0 1 0 0,1 0 0 0 0,-1 0 0 0 0,0 0 0 0 0,1 0 0 0 0,0 0-1 0 0,0 1 1 0 0,-2 6 0 0 0,0 6-8087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7:56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13823 0 0,'0'0'1062'0'0,"0"1"-290"0"0,2 5 1018 0 0,0-1 1 0 0,-1 1-1 0 0,0 0 0 0 0,-1-1 1 0 0,1 1-1 0 0,-1-1 1 0 0,0 10-1 0 0,-1-13-1786 0 0,1 0-1 0 0,0 1 1 0 0,0-1-1 0 0,0 0 1 0 0,1 0-1 0 0,-1 0 1 0 0,0 0-1 0 0,1 0 1 0 0,-1 1-1 0 0,1-1 1 0 0,0 0-1 0 0,0 0 1 0 0,0 0-1 0 0,0 0 1 0 0,0-1-1 0 0,0 1 0 0 0,3 3 1 0 0,10 9-2846 0 0,0-4-5268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7:57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54 5527 0 0,'0'0'18797'0'0,"-2"2"-17371"0"0,-1 3-948 0 0,-8 10 553 0 0,1 2-1 0 0,1-1 1 0 0,-8 20 0 0 0,10-19-665 0 0,-2 6-6 0 0,1-1 0 0 0,1 1 1 0 0,-7 40-1 0 0,13-57-346 0 0,1-1-1 0 0,-1 1 1 0 0,1 0-1 0 0,0-1 1 0 0,0 1-1 0 0,1 0 1 0 0,0-1-1 0 0,0 1 1 0 0,0-1-1 0 0,0 1 1 0 0,1-1-1 0 0,0 1 1 0 0,0-1-1 0 0,1 0 1 0 0,0 0-1 0 0,-1 0 1 0 0,2 0-1 0 0,-1-1 1 0 0,0 1-1 0 0,1-1 1 0 0,5 5-1 0 0,-5-6-21 0 0,1 0-1 0 0,-1 0 1 0 0,1 0-1 0 0,0-1 1 0 0,-1 0 0 0 0,1 0-1 0 0,0 0 1 0 0,0-1-1 0 0,1 1 1 0 0,-1-1 0 0 0,0-1-1 0 0,0 1 1 0 0,1-1-1 0 0,-1 1 1 0 0,11-2 0 0 0,-2-1-74 0 0,0 0 0 0 0,0-1 0 0 0,0 0 0 0 0,24-10 0 0 0,-26 8 36 0 0,-1-1-1 0 0,-1 1 1 0 0,1-2-1 0 0,-1 1 1 0 0,0-2 0 0 0,-1 1-1 0 0,0-1 1 0 0,0-1-1 0 0,0 1 1 0 0,-1-2-1 0 0,-1 1 1 0 0,9-14 0 0 0,-11 15 18 0 0,0 0 0 0 0,-1-1-1 0 0,1 0 1 0 0,-2 1 0 0 0,1-2 0 0 0,-1 1 0 0 0,-1 0 0 0 0,0-1 0 0 0,0 1 0 0 0,-1-1 0 0 0,0 1 0 0 0,-1-1 0 0 0,0 0 0 0 0,0 0 0 0 0,-1 1 0 0 0,-2-11 0 0 0,2 15 8 0 0,-1-1 0 0 0,0 0-1 0 0,0 1 1 0 0,0 0 0 0 0,-1-1 0 0 0,0 1-1 0 0,0 0 1 0 0,0 0 0 0 0,-1 1 0 0 0,1-1 0 0 0,-1 1-1 0 0,0 0 1 0 0,0 0 0 0 0,-1 0 0 0 0,1 0 0 0 0,-1 1-1 0 0,-7-5 1 0 0,-5 0-103 0 0,-1-1 1 0 0,0 2-1 0 0,-34-9 0 0 0,46 14 74 0 0,0 1-206 0 0,0-1 1 0 0,1 1-1 0 0,-1 0 0 0 0,0 0 0 0 0,1 1 0 0 0,-1 0 1 0 0,0 0-1 0 0,0 0 0 0 0,0 1 0 0 0,1 0 1 0 0,-1 0-1 0 0,0 0 0 0 0,-7 3 0 0 0,12-3 57 0 0,0 0-1 0 0,0-1 1 0 0,0 1-1 0 0,1 0 1 0 0,-1-1-1 0 0,0 1 1 0 0,0 0-1 0 0,1 0 1 0 0,-1 0-1 0 0,1 0 1 0 0,-1 0-1 0 0,1-1 1 0 0,-1 1-1 0 0,1 0 1 0 0,-1 0-1 0 0,1 0 1 0 0,0 0-1 0 0,0 1 1 0 0,-1-1-1 0 0,1 1 1 0 0,-1 21-2320 0 0,3-11 585 0 0,-1-9-33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7:57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21 9215 0 0,'0'0'831'0'0,"0"-2"-686"0"0,2-6 333 0 0,-2 8-286 0 0,1-1-1 0 0,-1 1 1 0 0,0 0 0 0 0,0 0 0 0 0,0-1 0 0 0,0 1 0 0 0,0 0-1 0 0,0-1 1 0 0,0 1 0 0 0,0 0 0 0 0,0-1 0 0 0,0 1 0 0 0,0 0-1 0 0,0-1 1 0 0,0 1 0 0 0,-1 0 0 0 0,1-1 0 0 0,0 1 0 0 0,0 0-1 0 0,0 0 1 0 0,0-1 0 0 0,0 1 0 0 0,-1 0 0 0 0,1 0 0 0 0,0-1-1 0 0,0 1 1 0 0,-1 0 0 0 0,1 0 0 0 0,0-1 0 0 0,0 1 0 0 0,-1 0-1 0 0,1 0 1 0 0,0 0 0 0 0,0 0 0 0 0,-1-1 0 0 0,1 1 0 0 0,0 0-1 0 0,-1 0 1 0 0,1 0 0 0 0,0 0 0 0 0,-1 0 0 0 0,1 0 0 0 0,0 0-1 0 0,-1 0 1 0 0,1 0 0 0 0,0 0 0 0 0,0 0 0 0 0,-1 0 0 0 0,1 0-1 0 0,0 0 1 0 0,-1 0 0 0 0,1 0 0 0 0,-1 1 0 0 0,-16 4 3412 0 0,11-1-3024 0 0,-1 1-1 0 0,1-1 0 0 0,1 1 1 0 0,-1 1-1 0 0,-8 10 0 0 0,-22 34 696 0 0,24-32-932 0 0,7-11-237 0 0,-60 97 1204 0 0,59-92-1170 0 0,0 0 1 0 0,1 1-1 0 0,0 0 1 0 0,1 0-1 0 0,0 1 1 0 0,-3 24 0 0 0,7-21-116 0 0,4-1-25 0 0,-2-13-4 0 0,-1 0 0 0 0,1 0 0 0 0,0 0-1 0 0,0 0 1 0 0,1 0 0 0 0,-1 0 0 0 0,0-1 0 0 0,1 1 0 0 0,0-1-1 0 0,-1 0 1 0 0,1 0 0 0 0,0 0 0 0 0,0 0 0 0 0,1 0 0 0 0,-1 0-1 0 0,0-1 1 0 0,0 0 0 0 0,1 0 0 0 0,-1 0 0 0 0,1 0 0 0 0,-1 0-1 0 0,5 0 1 0 0,4 1-60 0 0,0-1-1 0 0,-1-1 0 0 0,1 0 0 0 0,0 0 1 0 0,18-3-1 0 0,-7-1-109 0 0,1-1 1 0 0,-1-2-1 0 0,0 0 1 0 0,43-19-1 0 0,-58 20 132 0 0,0 1-1 0 0,0-1 1 0 0,-1 0 0 0 0,0 0 0 0 0,-1-1-1 0 0,1 0 1 0 0,-1 0 0 0 0,0-1-1 0 0,-1 1 1 0 0,0-1 0 0 0,0-1 0 0 0,-1 1-1 0 0,5-13 1 0 0,-8 17 29 0 0,0 0 0 0 0,0 1-1 0 0,0-1 1 0 0,-1 0 0 0 0,1 0 0 0 0,-1 0 0 0 0,0 1 0 0 0,-1-1-1 0 0,1 0 1 0 0,-1 0 0 0 0,1 1 0 0 0,-1-1 0 0 0,0 0-1 0 0,0 1 1 0 0,-1-1 0 0 0,-2-5 0 0 0,1 4-3 0 0,0 0 1 0 0,0-1 0 0 0,-1 1-1 0 0,1 0 1 0 0,-1 1-1 0 0,0-1 1 0 0,-1 1-1 0 0,1 0 1 0 0,-8-6-1 0 0,0 3-58 0 0,-1 0-1 0 0,0 1 0 0 0,-20-7 0 0 0,-11-5-1923 0 0,42 17 1129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7:58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11055 0 0,'2'0'14365'0'0,"34"-7"-11634"0"0,71-9-270 0 0,-88 14-2363 0 0,1 1-1 0 0,0 1 1 0 0,28 4 0 0 0,-43-4-83 0 0,0 1 0 0 0,0 0-1 0 0,0 0 1 0 0,0 1 0 0 0,-1-1 0 0 0,1 1-1 0 0,0 0 1 0 0,-1 1 0 0 0,8 4 0 0 0,-11-6-5 0 0,0 0-1 0 0,1 0 1 0 0,-1 0 0 0 0,0 0 0 0 0,0 1 0 0 0,0-1 0 0 0,0 1-1 0 0,0-1 1 0 0,0 1 0 0 0,0-1 0 0 0,-1 1 0 0 0,1-1-1 0 0,0 1 1 0 0,-1 0 0 0 0,1-1 0 0 0,-1 1 0 0 0,0 0-1 0 0,1 0 1 0 0,-1-1 0 0 0,0 1 0 0 0,0 0 0 0 0,0 0-1 0 0,-1-1 1 0 0,1 1 0 0 0,0 0 0 0 0,0 0 0 0 0,-1-1 0 0 0,0 1-1 0 0,1 0 1 0 0,-2 2 0 0 0,-7 13 89 0 0,-1 0 0 0 0,0 0 0 0 0,-1-1 0 0 0,-1 0 0 0 0,-23 24 0 0 0,14-17 13 0 0,-20 30 1 0 0,8-12-27 0 0,25-32-42 0 0,0 1 1 0 0,0-1-1 0 0,-11 22 1 0 0,11-16-21 0 0,8-12 18 0 0,0-2-41 0 0,-1-1-1 0 0,1 1 0 0 0,0 0 1 0 0,0-1-1 0 0,0 1 0 0 0,0-1 0 0 0,0 1 1 0 0,0-1-1 0 0,0 1 0 0 0,1-1 1 0 0,-1 1-1 0 0,0 0 0 0 0,0-1 0 0 0,0 1 1 0 0,1-1-1 0 0,-1 1 0 0 0,0-1 1 0 0,0 1-1 0 0,1-1 0 0 0,-1 0 1 0 0,0 1-1 0 0,1-1 0 0 0,-1 1 0 0 0,1-1 1 0 0,-1 0-1 0 0,0 1 0 0 0,1-1 1 0 0,-1 0-1 0 0,1 1 0 0 0,-1-1 0 0 0,1 0 1 0 0,0 1-1 0 0,0-1 1 0 0,3 3-1 0 0,0-1 0 0 0,0 0 0 0 0,1 0 0 0 0,-1-1 0 0 0,0 1 0 0 0,1-1 0 0 0,-1 0 0 0 0,1 0 0 0 0,7 0 0 0 0,1 0 0 0 0,0 0 0 0 0,16-3 0 0 0,4-2-457 0 0,0-2 1 0 0,0-1-1 0 0,59-21 0 0 0,-19 0-3063 0 0,-55 21 1259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7:58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79 21223 0 0,'0'0'1920'0'0,"-1"11"388"0"0,3 19-865 0 0,1-1 1 0 0,1 0-1 0 0,12 38 0 0 0,-12-52-1132 0 0,2 11 168 0 0,17 40-1 0 0,-18-56-467 0 0,-5-9-11 0 0,0-1 0 0 0,0 0 0 0 0,0 0 0 0 0,0 1 0 0 0,0-1 0 0 0,0 0 0 0 0,0 1 0 0 0,0-1 0 0 0,1 0 0 0 0,-1 0 0 0 0,0 1 0 0 0,0-1 0 0 0,0 0 0 0 0,0 0 0 0 0,1 0 0 0 0,-1 1 0 0 0,0-1 0 0 0,0 0 0 0 0,1 0 0 0 0,-1 0 0 0 0,0 1 0 0 0,0-1 0 0 0,1 0 0 0 0,-1 0 0 0 0,0 0 0 0 0,0 0 0 0 0,1 0 0 0 0,-1 0 0 0 0,0 0 0 0 0,0 0 0 0 0,1 0 0 0 0,-1 0 0 0 0,0 1 0 0 0,1-1 0 0 0,-1-1 0 0 0,0 1 0 0 0,0 0 0 0 0,1 0 0 0 0,-1 0 0 0 0,0 0 0 0 0,1 0 0 0 0,-1 0 0 0 0,0 0 0 0 0,0 0 0 0 0,1 0 0 0 0,-1 0 0 0 0,0-1 0 0 0,0 1 0 0 0,1 0 0 0 0,-1 0 0 0 0,0 0 0 0 0,0-1 0 0 0,0 1 0 0 0,1 0 0 0 0,-1 0 0 0 0,0 0 0 0 0,0-1 0 0 0,0 1 0 0 0,0 0 0 0 0,1 0 0 0 0,-1-1 0 0 0,3-2-4 0 0,0-1-1 0 0,-1 1 1 0 0,1 0-1 0 0,0-1 1 0 0,-1 0 0 0 0,0 0-1 0 0,0 0 1 0 0,0 0-1 0 0,1-5 1 0 0,10-41-137 0 0,-7 25 69 0 0,-6 24 66 0 0,10-35-134 0 0,14-37 0 0 0,-20 63 130 0 0,0 1-1 0 0,0 0 1 0 0,1 0-1 0 0,0 0 1 0 0,1 1-1 0 0,0 0 1 0 0,0 0-1 0 0,1 0 1 0 0,9-8-1 0 0,-8 10 11 0 0,6 1 1 0 0,-10 6 3 0 0,-3-1 2 0 0,1 1 9 0 0,0 0 1 0 0,0 0-1 0 0,0 0 1 0 0,0 0-1 0 0,0 1 0 0 0,0-1 1 0 0,-1 0-1 0 0,1 1 1 0 0,0-1-1 0 0,-1 1 1 0 0,1-1-1 0 0,-1 1 1 0 0,0 0-1 0 0,3 3 1 0 0,-2-2 13 0 0,4 7 17 0 0,0 0 1 0 0,-1 1-1 0 0,0 0 0 0 0,-1 0 1 0 0,0 1-1 0 0,0-1 0 0 0,-2 1 1 0 0,3 15-1 0 0,-1-8 5 0 0,11 33 1 0 0,-9-35-55 0 0,-1-2 41 0 0,11 21 0 0 0,-16-36-37 0 0,0 0 0 0 0,0 1 0 0 0,0-1 0 0 0,1 1 0 0 0,-1-1 0 0 0,0 0 0 0 0,0 1 0 0 0,0-1 0 0 0,1 0-1 0 0,-1 1 1 0 0,0-1 0 0 0,0 0 0 0 0,1 1 0 0 0,-1-1 0 0 0,0 0 0 0 0,0 0 0 0 0,1 1 0 0 0,-1-1 0 0 0,0 0 0 0 0,1 0-1 0 0,-1 0 1 0 0,0 1 0 0 0,1-1 0 0 0,-1 0 0 0 0,1 0 0 0 0,-1 0 0 0 0,0 0 0 0 0,1 0 0 0 0,-1 0 0 0 0,0 0 0 0 0,1 0-1 0 0,-1 0 1 0 0,1 0 0 0 0,-1 0 0 0 0,0 0 0 0 0,1 0 0 0 0,-1 0 0 0 0,1 0 0 0 0,-1 0 0 0 0,0 0 0 0 0,1 0 0 0 0,-1 0-1 0 0,0-1 1 0 0,1 1 0 0 0,-1 0 0 0 0,0 0 0 0 0,1-1 0 0 0,-1 1 0 0 0,0 0 0 0 0,1-1 0 0 0,-1 1-1 0 0,3-1-4 0 0,0-1 1 0 0,0 0-1 0 0,0 0 0 0 0,0 0 1 0 0,-1-1-1 0 0,1 1 0 0 0,-1 0 1 0 0,0-1-1 0 0,1 0 1 0 0,2-5-1 0 0,17-35-74 0 0,-4 8 31 0 0,98-128-209 0 0,-90 135 244 0 0,-24 26 12 0 0,1 0 0 0 0,-1 0 0 0 0,0 1 0 0 0,1-1 1 0 0,-1 0-1 0 0,1 1 0 0 0,0 0 0 0 0,-1 0 0 0 0,1 0 0 0 0,4-1 0 0 0,-6 1 0 0 0,0 1 0 0 0,-1 0 0 0 0,1 0 0 0 0,0 0 0 0 0,0-1 0 0 0,-1 1 0 0 0,1 0 0 0 0,0 0 0 0 0,-1 0 0 0 0,1 0 0 0 0,0 1 0 0 0,0-1 0 0 0,-1 0 0 0 0,1 0 0 0 0,0 0 0 0 0,-1 0 0 0 0,1 1 0 0 0,0-1 0 0 0,-1 0 0 0 0,1 1 0 0 0,0-1 0 0 0,-1 0 0 0 0,1 1 0 0 0,0-1 0 0 0,-1 1 0 0 0,1-1 0 0 0,-1 1 0 0 0,1-1 0 0 0,-1 2 0 0 0,2-1 0 0 0,2 3 4 0 0,0 0 0 0 0,-1 0 0 0 0,1 1 0 0 0,-1-1 0 0 0,0 1 0 0 0,0 0 0 0 0,0 0 0 0 0,-1 0 0 0 0,3 6 0 0 0,1 9 10 0 0,5 24-1 0 0,-8-28-24 0 0,1-1 0 0 0,11 28 1 0 0,-7-27-792 0 0,1 0 1 0 0,18 25 0 0 0,-26-40 193 0 0,5-6-3278 0 0,4-13 184 0 0,-6 6 1667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7:59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4143 0 0,'0'0'26353'0'0,"2"0"-26051"0"0,18-6-6 0 0,1 1 1 0 0,35-4-1 0 0,-35 9-296 0 0,-18 1 0 0 0,9 1 0 0 0,-1 3 0 0 0,-4 3 20 0 0,-6-7-12 0 0,-1 0-1 0 0,1 0 1 0 0,-1 1 0 0 0,0-1 0 0 0,0 0-1 0 0,1 0 1 0 0,-1 1 0 0 0,0-1-1 0 0,0 0 1 0 0,0 0 0 0 0,0 1-1 0 0,-1-1 1 0 0,1 0 0 0 0,0 1-1 0 0,0-1 1 0 0,-1 0 0 0 0,1 0 0 0 0,-1 0-1 0 0,1 1 1 0 0,-1-1 0 0 0,1 0-1 0 0,-1 0 1 0 0,0 0 0 0 0,0 0-1 0 0,0 0 1 0 0,-1 2 0 0 0,-4 2 55 0 0,0 1 0 0 0,0-1 0 0 0,-8 6 0 0 0,6-4-39 0 0,-20 17-219 0 0,32-22 183 0 0,-1 0-1 0 0,1 0 1 0 0,0-1-1 0 0,-1 1 1 0 0,1-1-1 0 0,0 0 0 0 0,0 0 1 0 0,0 0-1 0 0,0-1 1 0 0,8 1-1 0 0,-5-1 21 0 0,1 1 15 0 0,87 15-26 0 0,-86-14-11 0 0,0 0-1 0 0,0 1 1 0 0,0 0-1 0 0,-1 1 0 0 0,1 0 1 0 0,-1 1-1 0 0,15 10 1 0 0,-22-13 38 0 0,1 0 0 0 0,0 0 0 0 0,-1 0 0 0 0,1 0 0 0 0,-1 1 0 0 0,1-1 0 0 0,-1 1 0 0 0,0-1 0 0 0,0 1 0 0 0,1 3 0 0 0,0 2 77 0 0,-2-7-78 0 0,0 1-1 0 0,0-1 1 0 0,0 1 0 0 0,0 0-1 0 0,0-1 1 0 0,-1 1-1 0 0,1-1 1 0 0,-1 1 0 0 0,1 0-1 0 0,-1-1 1 0 0,1 1 0 0 0,-1-1-1 0 0,-1 2 1 0 0,0 1 20 0 0,0 0-19 0 0,0 0 1 0 0,0 0-1 0 0,-1 0 0 0 0,0 0 1 0 0,0-1-1 0 0,0 1 0 0 0,0-1 1 0 0,-6 6-1 0 0,-34 21-36 0 0,24-18 21 0 0,11-6-168 0 0,-1-1 0 0 0,0 0 0 0 0,-1-1 0 0 0,1 0 1 0 0,-1 0-1 0 0,0-1 0 0 0,0-1 0 0 0,0 1 0 0 0,0-1 0 0 0,0-1 0 0 0,-13 0 0 0 0,22-1-686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7:59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0 103 10135 0 0,'0'0'464'0'0,"1"-1"-9"0"0,16-34 2940 0 0,-9 31 2430 0 0,-6 4-5619 0 0,0 0 0 0 0,1 0 0 0 0,-1 1 0 0 0,0 0 1 0 0,0-1-1 0 0,0 1 0 0 0,0 0 0 0 0,0 0 0 0 0,0 0 0 0 0,0 0 0 0 0,0 0 1 0 0,-1 0-1 0 0,1 1 0 0 0,0-1 0 0 0,0 1 0 0 0,-1-1 0 0 0,1 1 0 0 0,-1-1 0 0 0,0 1 1 0 0,1 0-1 0 0,0 3 0 0 0,4 5 340 0 0,-1 1 1 0 0,8 21-1 0 0,-8-19-171 0 0,57 169 1347 0 0,15 35-1201 0 0,-70-199-499 0 0,41 86 41 0 0,-38-88-29 0 0,0 0-1 0 0,1-1 1 0 0,0 0-1 0 0,21 21 1 0 0,-24-53 95 0 0,-5 3-52 0 0,0-1 0 0 0,0 0 0 0 0,-2 0 1 0 0,1-22-1 0 0,0-8 16 0 0,53-353-57 0 0,-39 289-433 0 0,-1 7-3897 0 0,-13 95 2469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8:00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11 138 22719 0 0,'0'0'95'0'0,"-1"0"-1"0"0,1 0 1 0 0,-1 0 0 0 0,1 0-1 0 0,-1 0 1 0 0,1 0 0 0 0,-1 0-1 0 0,1 0 1 0 0,-1 0 0 0 0,1 1-1 0 0,0-1 1 0 0,-1 0 0 0 0,1 0-1 0 0,-1 0 1 0 0,1 1 0 0 0,-1-1-1 0 0,1 0 1 0 0,0 0-1 0 0,-1 1 1 0 0,1-1 0 0 0,-1 0-1 0 0,1 1 1 0 0,-1 0 0 0 0,13 1 676 0 0,23-3 186 0 0,13-8 28 0 0,0-3 0 0 0,-1-1 0 0 0,55-25-1 0 0,-51 18-1943 0 0,1 2 0 0 0,61-12-1 0 0,-107 29 233 0 0,0 0-1 0 0,1 0 1 0 0,-1 1 0 0 0,8 0-1 0 0,1 3-1336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8:00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0 302 11055 0 0,'0'0'1002'0'0,"6"5"-701"0"0,-2-3 2255 0 0,-1 0-1392 0 0,0-1 0 0 0,1 1 0 0 0,-1-1 0 0 0,1 0 0 0 0,-1-1 0 0 0,6 2 0 0 0,21-3 2828 0 0,-14-2-3366 0 0,30-11 0 0 0,2 0 271 0 0,-36 11-780 0 0,-8 2-3 0 0,1 0 0 0 0,-1 0 1 0 0,1 1-1 0 0,-1-1 1 0 0,1 1-1 0 0,6 0 0 0 0,-11 2-26 0 0,0 0 0 0 0,0 0 0 0 0,1 0 0 0 0,-1 0 0 0 0,-1 0-1 0 0,1 0 1 0 0,0 0 0 0 0,-1 4 0 0 0,-4 5 66 0 0,-1 0 1 0 0,0 0-1 0 0,-1 0 0 0 0,0-1 0 0 0,0 0 1 0 0,-1-1-1 0 0,-9 10 0 0 0,-16 20 108 0 0,16-19-132 0 0,12-14-98 0 0,-1 1 0 0 0,1 0 0 0 0,0 0 0 0 0,0 0 0 0 0,1 1 1 0 0,-4 9-1 0 0,6-7-27 0 0,3 4-5 0 0,3-10 0 0 0,-3-3 0 0 0,2 2 1 0 0,0-1-1 0 0,0 1 1 0 0,0-1-1 0 0,0 0 1 0 0,1 0-1 0 0,-1 0 1 0 0,1 0-1 0 0,-1 0 1 0 0,1-1-1 0 0,-1 0 1 0 0,1 0 0 0 0,0 0-1 0 0,0 0 1 0 0,0 0-1 0 0,-1-1 1 0 0,1 0-1 0 0,0 0 1 0 0,7 0-1 0 0,5-1-13 0 0,0-1 1 0 0,0-1-1 0 0,16-4 0 0 0,-13 2-465 0 0,0-1-1 0 0,-1-1 1 0 0,19-10 0 0 0,-22 9-2085 0 0,26-18 0 0 0,-28 16 595 0 0</inkml:trace>
  <inkml:trace contextRef="#ctx0" brushRef="#br0" timeOffset="1">619 17 19895 0 0,'0'0'7328'0'0,"3"0"-6507"0"0,22 1 163 0 0,0-2-1 0 0,40-5 0 0 0,-49 4-874 0 0,-3 0-154 0 0,59-5-86 0 0,-24 7-2928 0 0,-39 1 370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8:01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6911 0 0,'2'0'13164'0'0,"3"1"-12010"0"0,-1 0-1 0 0,1 0 1 0 0,0 0 0 0 0,7-1-1 0 0,22-3 741 0 0,34-13-1252 0 0,-60 14-213 0 0,82-22-68 0 0,4 0-3566 0 0,-66 16-6176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8:02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45 14279 0 0,'-1'-1'1103'0'0,"-26"-36"3788"0"0,26 37-4609 0 0,-1-1 1 0 0,1 0-1 0 0,0 0 1 0 0,-1 1 0 0 0,1-1-1 0 0,0 1 1 0 0,-1-1-1 0 0,1 1 1 0 0,-1-1 0 0 0,1 1-1 0 0,-1 0 1 0 0,1 0 0 0 0,-1 0-1 0 0,-1 0 1 0 0,-21 3 1948 0 0,20-2-2025 0 0,0 1 1 0 0,1 0-1 0 0,-1 0 0 0 0,0 0 1 0 0,1 1-1 0 0,-1 0 0 0 0,1-1 0 0 0,0 1 1 0 0,0 0-1 0 0,0 0 0 0 0,-5 7 1 0 0,-3 5 162 0 0,-11 22 0 0 0,20-34-346 0 0,-11 20 145 0 0,2 0-1 0 0,0 2 0 0 0,1-1 1 0 0,1 1-1 0 0,2 0 0 0 0,-5 28 1 0 0,10-41-64 0 0,0 1 0 0 0,2-1 0 0 0,0 1 0 0 0,0-1 1 0 0,1 1-1 0 0,3 18 0 0 0,-2-23-77 0 0,0 0 0 0 0,1-1 0 0 0,0 1 1 0 0,0-1-1 0 0,1 1 0 0 0,-1-1 0 0 0,2-1 0 0 0,-1 1 0 0 0,1 0 1 0 0,0-1-1 0 0,6 7 0 0 0,-6-9-33 0 0,0 0 0 0 0,1 0-1 0 0,-1-1 1 0 0,1 1 0 0 0,0-1 0 0 0,0 0 0 0 0,0-1 0 0 0,0 1-1 0 0,0-1 1 0 0,1-1 0 0 0,-1 1 0 0 0,1-1 0 0 0,-1 0-1 0 0,1 0 1 0 0,-1-1 0 0 0,1 0 0 0 0,-1 0 0 0 0,1-1 0 0 0,8-1-1 0 0,0 0-11 0 0,-1-1-1 0 0,0-1 0 0 0,0 0 1 0 0,0-1-1 0 0,-1-1 0 0 0,0 0 0 0 0,23-14 1 0 0,-26 14-1 0 0,0-1 1 0 0,-1-1 0 0 0,1 0 0 0 0,-1 0-1 0 0,-1-1 1 0 0,0 0 0 0 0,0-1 0 0 0,7-11-1 0 0,-10 13 8 0 0,-1 0-1 0 0,0 0 1 0 0,0 0-1 0 0,-1-1 1 0 0,0 1-1 0 0,-1-1 1 0 0,0 0-1 0 0,0 0 1 0 0,-1 0-1 0 0,0 0 1 0 0,-1-15-1 0 0,-1 12 6 0 0,0-1 0 0 0,-1 1 1 0 0,0 0-1 0 0,-1-1 0 0 0,-1 2 0 0 0,0-1 0 0 0,0 0 0 0 0,-1 1 1 0 0,0-1-1 0 0,-1 1 0 0 0,-1 1 0 0 0,0-1 0 0 0,0 1 0 0 0,-1 0 1 0 0,-10-10-1 0 0,12 16-63 0 0,1 0 0 0 0,-1 0 0 0 0,0 0 0 0 0,0 1 0 0 0,0 0 0 0 0,-1 0 0 0 0,1 1 0 0 0,-1-1 0 0 0,1 2 0 0 0,-1-1 0 0 0,0 1 0 0 0,0 0 0 0 0,0 0 0 0 0,1 0 0 0 0,-1 1 0 0 0,0 1 0 0 0,-10 0 0 0 0,11 0-549 0 0,1 0 1 0 0,-1 0-1 0 0,1 1 1 0 0,0 0 0 0 0,0 0-1 0 0,-1 0 1 0 0,-8 5-1 0 0,2 3-8675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8:02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0 11519 0 0,'-1'2'887'0'0,"-2"17"-1107"0"0,-3-3 5078 0 0,1-1 670 0 0,1 17 40 0 0,5-2-3834 0 0,-1-29-1970 0 0,0 0-305 0 0,1-1 467 0 0,-1 1 1 0 0,0-1-1 0 0,1 0 1 0 0,-1 1-1 0 0,0-1 0 0 0,1 0 1 0 0,-1 0-1 0 0,0 1 0 0 0,1-1 1 0 0,-1 0-1 0 0,1 0 1 0 0,-1 0-1 0 0,0 0 0 0 0,1 1 1 0 0,-1-1-1 0 0,1 0 0 0 0,-1 0 1 0 0,1 0-1 0 0,-1 0 0 0 0,1 0 1 0 0,-1 0-1 0 0,0 0 1 0 0,1 0-1 0 0,-1 0 0 0 0,1 0 1 0 0,0-1-1 0 0,13 0-1241 0 0,2-2-88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8:03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23183 0 0,'0'0'2565'0'0,"2"0"-2039"0"0,7 2-172 0 0,-1-1 1 0 0,0 0 0 0 0,0-1-1 0 0,1 0 1 0 0,-1 0-1 0 0,0-1 1 0 0,0 0 0 0 0,9-2-1 0 0,0 0 44 0 0,32-4 328 0 0,-19 2-573 0 0,1 1 0 0 0,0 1 0 0 0,61 3 1 0 0,-83 1-141 0 0,0 0 0 0 0,0 1-1 0 0,-1 0 1 0 0,12 5 0 0 0,-18-6-4 0 0,1 0-1 0 0,-1 0 0 0 0,1 0 0 0 0,-1 1 1 0 0,1-1-1 0 0,-1 1 0 0 0,0 0 0 0 0,1 0 1 0 0,-1-1-1 0 0,0 2 0 0 0,0-1 1 0 0,-1 0-1 0 0,1 0 0 0 0,0 0 0 0 0,-1 1 1 0 0,3 4-1 0 0,-3-5 17 0 0,0 1-1 0 0,0-1 1 0 0,-1 0-1 0 0,1 1 1 0 0,-1-1-1 0 0,1 1 1 0 0,-1-1-1 0 0,0 1 1 0 0,0-1-1 0 0,0 1 1 0 0,0-1-1 0 0,0 1 1 0 0,-1-1-1 0 0,1 0 1 0 0,-1 1 0 0 0,1-1-1 0 0,-1 1 1 0 0,0-1-1 0 0,0 0 1 0 0,0 0-1 0 0,0 1 1 0 0,-1-1-1 0 0,1 0 1 0 0,-2 2-1 0 0,-17 25 173 0 0,0-2-1 0 0,-28 28 0 0 0,10-10-69 0 0,22-27-121 0 0,-1-1 1 0 0,0 0-1 0 0,-1-1 0 0 0,-32 20 0 0 0,40-27-6 0 0,4 1 0 0 0,6-9 0 0 0,0-1 0 0 0,0 1 0 0 0,0 0 0 0 0,0-1 0 0 0,0 1 0 0 0,0 0 0 0 0,0-1 0 0 0,0 1 0 0 0,1-1 0 0 0,-1 1 0 0 0,0 0 0 0 0,0-1 0 0 0,1 1 0 0 0,-1-1 0 0 0,1 1 0 0 0,0 0 0 0 0,1 1 0 0 0,0 0 0 0 0,0-1 0 0 0,0 1 0 0 0,0-1 0 0 0,0 1 0 0 0,1-1 0 0 0,-1 0 0 0 0,0 0 0 0 0,1 0 0 0 0,-1 0 0 0 0,1-1 0 0 0,-1 1 0 0 0,1-1 0 0 0,-1 1 0 0 0,1-1 0 0 0,5 0 0 0 0,5 0 0 0 0,0-1 0 0 0,14-3 0 0 0,-16 3 0 0 0,139-20 0 0 0,-6-10-2524 0 0,-75 15 893 0 0,-48 11-430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8:03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7367 0 0,'0'1'16715'0'0,"0"7"-13767"0"0,0 15-476 0 0,6 33 0 0 0,0-24-2352 0 0,1-1 1 0 0,2 0-1 0 0,22 55 0 0 0,-19-64-120 0 0,-12-21-1 0 0,0-1 0 0 0,0 0 0 0 0,0 1 0 0 0,0-1 0 0 0,0 0 0 0 0,0 0 0 0 0,0 1 0 0 0,0-1 0 0 0,1 0 0 0 0,-1 0 0 0 0,0 1 0 0 0,0-1 0 0 0,0 0 0 0 0,0 0 0 0 0,1 1 0 0 0,-1-1 0 0 0,0 0 0 0 0,0 0 0 0 0,0 0 0 0 0,1 0 0 0 0,-1 1 0 0 0,0-1 0 0 0,0 0 0 0 0,1 0 0 0 0,-1 0 0 0 0,0 0 0 0 0,1 0 0 0 0,-1 0 0 0 0,0 1 0 0 0,0-1 0 0 0,1 0 0 0 0,-1 0 0 0 0,0 0 0 0 0,1 0 0 0 0,-1 0 0 0 0,0 0 0 0 0,0 0 0 0 0,1 0 0 0 0,-1-1 0 0 0,0 1 0 0 0,1 0 0 0 0,-1 0 0 0 0,0 0-1 0 0,0 0 1 0 0,1 0 0 0 0,-1 0 0 0 0,0 0 0 0 0,0-1 0 0 0,1 1 0 0 0,-1 0 0 0 0,6-11-12 0 0,-5 10 14 0 0,12-26-103 0 0,10-31 1 0 0,9-19-40 0 0,-20 53 96 0 0,26-37 0 0 0,-33 53 39 0 0,0 1 0 0 0,1 0 0 0 0,0 1 0 0 0,1-1 0 0 0,-1 1 0 0 0,1 0 0 0 0,1 1 0 0 0,14-10 0 0 0,-22 15 9 0 0,1-1 0 0 0,0 1 0 0 0,0-1 0 0 0,0 1 0 0 0,0 0 0 0 0,0-1-1 0 0,0 1 1 0 0,0 0 0 0 0,0-1 0 0 0,0 1 0 0 0,0 0 0 0 0,0 0 0 0 0,0 0 0 0 0,0 0 0 0 0,0 0 0 0 0,0 0 0 0 0,0 0 0 0 0,0 1 0 0 0,0-1-1 0 0,0 0 1 0 0,0 0 0 0 0,0 1 0 0 0,0-1 0 0 0,0 1 0 0 0,0-1 0 0 0,-1 1 0 0 0,1-1 0 0 0,0 1 0 0 0,0-1 0 0 0,0 1 0 0 0,1 1 0 0 0,0 0 12 0 0,-1 0 14 0 0,1 0 0 0 0,0 0 0 0 0,-1 0 0 0 0,1 1 0 0 0,-1-1 0 0 0,0 1 0 0 0,0-1 0 0 0,0 1 0 0 0,0-1 0 0 0,0 1 0 0 0,0 3-1 0 0,1 0 23 0 0,46 159 306 0 0,-41-142-357 0 0,-4-13 0 0 0,2-2 0 0 0,3-7 0 0 0,-6-2 0 0 0,1 0 0 0 0,-1 1 0 0 0,0-1 0 0 0,0 0 0 0 0,1-1 0 0 0,-1 1 0 0 0,0 0 0 0 0,0-1 0 0 0,0 1 0 0 0,0-1 0 0 0,-1 1 0 0 0,1-1 0 0 0,0 0 0 0 0,2-3 0 0 0,18-32 0 0 0,-17 28 0 0 0,7-13-5 0 0,50-84-118 0 0,-52 91 104 0 0,0 1 0 0 0,1 1 0 0 0,1 0-1 0 0,25-23 1 0 0,-36 36 19 0 0,0-1 0 0 0,-1 1 0 0 0,1-1 0 0 0,0 1 0 0 0,0-1 0 0 0,-1 1 0 0 0,1-1 0 0 0,0 1 0 0 0,0 0 0 0 0,0-1 0 0 0,0 1 0 0 0,-1 0 0 0 0,3-1 0 0 0,1 4 0 0 0,-3-3 0 0 0,1 1 4 0 0,0 0 1 0 0,0 1-1 0 0,0-1 1 0 0,0 0-1 0 0,-1 1 0 0 0,1-1 1 0 0,0 1-1 0 0,-1 0 1 0 0,1-1-1 0 0,-1 1 0 0 0,1 0 1 0 0,-1 0-1 0 0,0 0 1 0 0,0 0-1 0 0,0 0 0 0 0,0 0 1 0 0,0 1-1 0 0,0-1 1 0 0,0 3-1 0 0,2 8 37 0 0,-1-1 0 0 0,2 18 0 0 0,-3-15-28 0 0,4 23-47 0 0,-3-13-73 0 0,1 0 0 0 0,1 0 0 0 0,1-1 0 0 0,10 27 0 0 0,-14-49-30 0 0,-1-1-1 0 0,1 1 1 0 0,0-1 0 0 0,-1 1 0 0 0,1-1 0 0 0,0 0 0 0 0,0 1 0 0 0,0-1 0 0 0,2 2 0 0 0,5 0-3583 0 0,3-4-3378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8:04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 23551 0 0,'0'0'2137'0'0,"9"-16"-154"0"0,-3 11-1669 0 0,1-1 1 0 0,-1 2-1 0 0,1-1 0 0 0,0 1 1 0 0,0 0-1 0 0,1 0 1 0 0,-1 1-1 0 0,1 0 0 0 0,0 0 1 0 0,-1 1-1 0 0,14-2 0 0 0,5 0-216 0 0,0 1 1 0 0,36 1-1 0 0,-57 3-79 0 0,1-1 0 0 0,-1 1 0 0 0,1 0 0 0 0,8 2 1 0 0,-13-2 36 0 0,6 5 253 0 0,-8-1-296 0 0,1 0 0 0 0,-1 1 0 0 0,0-1-1 0 0,-1 0 1 0 0,1 0 0 0 0,-1 0 0 0 0,0 0 0 0 0,0-1 0 0 0,-1 1-1 0 0,1-1 1 0 0,-1 1 0 0 0,0-1 0 0 0,0 0 0 0 0,-1 0 0 0 0,1 0-1 0 0,-6 5 1 0 0,4-4-7 0 0,-58 54-6 0 0,62-59-1 0 0,1 1-1 0 0,-1-1 1 0 0,1 1-1 0 0,-1-1 1 0 0,1 1-1 0 0,0-1 1 0 0,-1 1 0 0 0,1-1-1 0 0,0 1 1 0 0,-1-1-1 0 0,1 1 1 0 0,0 0 0 0 0,0-1-1 0 0,0 1 1 0 0,0-1-1 0 0,-1 1 1 0 0,1 0-1 0 0,0-1 1 0 0,0 1 0 0 0,0-1-1 0 0,0 1 1 0 0,0 0-1 0 0,1-1 1 0 0,-1 1-1 0 0,0 0 1 0 0,0-1 0 0 0,0 1-1 0 0,0-1 1 0 0,1 1-1 0 0,-1 0 1 0 0,0-1-1 0 0,1 1 1 0 0,-1-1 0 0 0,0 1-1 0 0,1-1 1 0 0,-1 1-1 0 0,0-1 1 0 0,1 1-1 0 0,-1-1 1 0 0,1 0 0 0 0,0 1-1 0 0,0 0-11 0 0,4 4 8 0 0,1-1 1 0 0,-1 1-1 0 0,1-1 1 0 0,0 0-1 0 0,1-1 1 0 0,-1 1-1 0 0,1-1 1 0 0,-1-1 0 0 0,1 1-1 0 0,9 1 1 0 0,-9-2 1 0 0,0 0 1 0 0,-1 0-1 0 0,1 0 1 0 0,-1 1-1 0 0,0 0 1 0 0,0 0-1 0 0,0 1 1 0 0,0-1-1 0 0,-1 1 1 0 0,1 1-1 0 0,7 7 1 0 0,-12-11 2 0 0,5 6 25 0 0,-1 0 0 0 0,0 1 1 0 0,8 13-1 0 0,-12-18-18 0 0,0-1 1 0 0,0 1-1 0 0,0 0 0 0 0,0 0 1 0 0,-1-1-1 0 0,1 1 0 0 0,-1 0 1 0 0,0 0-1 0 0,0 0 1 0 0,0 0-1 0 0,0 0 0 0 0,0 0 1 0 0,-1-1-1 0 0,1 1 0 0 0,-2 5 1 0 0,0-4 3 0 0,0 0 1 0 0,1 1-1 0 0,-1-1 1 0 0,0-1-1 0 0,-1 1 1 0 0,1 0 0 0 0,-1 0-1 0 0,0-1 1 0 0,0 0-1 0 0,0 1 1 0 0,0-1-1 0 0,0 0 1 0 0,-1-1-1 0 0,1 1 1 0 0,-1-1 0 0 0,0 1-1 0 0,0-1 1 0 0,0 0-1 0 0,0 0 1 0 0,0-1-1 0 0,0 1 1 0 0,0-1-1 0 0,-5 1 1 0 0,-4 1-418 0 0,0-1-1 0 0,0-1 1 0 0,0 0-1 0 0,0 0 1 0 0,-25-3-1 0 0,14-1-1973 0 0,0 0-1 0 0,-29-10 0 0 0,30 6-7582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8:14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88 21079 0 0,'0'0'132'0'0,"-1"0"-1"0"0,1 0 0 0 0,0 0 1 0 0,-1 0-1 0 0,1 0 0 0 0,-1 0 1 0 0,1 0-1 0 0,0 1 1 0 0,-1-1-1 0 0,1-1 0 0 0,0 1 1 0 0,-1 0-1 0 0,1 0 1 0 0,0 0-1 0 0,-1 0 0 0 0,1 0 1 0 0,0 0-1 0 0,-1 0 0 0 0,1 0 1 0 0,0-1-1 0 0,-1 1 1 0 0,1 0-1 0 0,0 0 0 0 0,-1 0 1 0 0,1-1-1 0 0,1-2 35 0 0,0-1-1 0 0,1 1 1 0 0,0 0-1 0 0,0 0 1 0 0,0 0-1 0 0,0 0 1 0 0,0 0-1 0 0,0 1 1 0 0,1-1-1 0 0,0 0 1 0 0,-1 1-1 0 0,1 0 0 0 0,0 0 1 0 0,0 0-1 0 0,0 0 1 0 0,0 0-1 0 0,1 1 1 0 0,5-3-1 0 0,7-2 55 0 0,1 1 1 0 0,28-5-1 0 0,-28 7-100 0 0,4-1 16 0 0,1 0 0 0 0,28 0 0 0 0,-40 4-113 0 0,0 0 0 0 0,0 1 0 0 0,-1 0 0 0 0,1 1 0 0 0,0 0 0 0 0,0 0 0 0 0,11 5 0 0 0,-20-6-18 0 0,1 0-1 0 0,0 0 0 0 0,0 0 0 0 0,-1 0 0 0 0,1 0 1 0 0,0 0-1 0 0,-1 0 0 0 0,1 0 0 0 0,-1 1 1 0 0,0-1-1 0 0,1 1 0 0 0,-1-1 0 0 0,0 1 0 0 0,0-1 1 0 0,0 1-1 0 0,0 0 0 0 0,0-1 0 0 0,0 1 1 0 0,0 2-1 0 0,0-1 11 0 0,0 1 0 0 0,-1 0 0 0 0,1-1 0 0 0,-1 1 0 0 0,0 0 0 0 0,0-1 0 0 0,0 1 0 0 0,-1 0 0 0 0,0 5 0 0 0,-3 3 71 0 0,1 0-1 0 0,-2 0 1 0 0,0 0-1 0 0,-11 20 1 0 0,-7 3 152 0 0,-1-1 1 0 0,-1-1-1 0 0,-2-2 1 0 0,-35 33-1 0 0,30-37-329 0 0,30-26-6 0 0,-6 6-2540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8:14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 25655 0 0,'-1'1'1176'0'0,"-5"4"-82"0"0,4-3-1024 0 0,-1 0 0 0 0,1 0 1 0 0,0 0-1 0 0,-1 0 0 0 0,1 1 0 0 0,1-1 1 0 0,-3 4-1 0 0,-1 0-243 0 0,-3 8 1364 0 0,11-10-3403 0 0,9-4-4588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8:15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219 64 17911 0 0,'0'0'1624'0'0,"-3"1"-1262"0"0,-1 1-174 0 0,0 0 1 0 0,0 0 0 0 0,1 1-1 0 0,-1 0 1 0 0,0 0 0 0 0,1 0-1 0 0,0 0 1 0 0,0 0 0 0 0,0 1-1 0 0,-5 7 1 0 0,-26 45 1734 0 0,29-47-1571 0 0,-40 77 1412 0 0,-41 71 623 0 0,83-153-2785 0 0,10-15 101 0 0,12-19-160 0 0,0 5 10 0 0,3-6-416 0 0,23-40-1 0 0,77-174-3094 0 0,-121 243 4867 0 0,-6 11-87 0 0,2-5-587 0 0,-1 6 28 0 0,0 1 0 0 0,1-1-1 0 0,0 1 1 0 0,1 0-1 0 0,0-1 1 0 0,1 1 0 0 0,0 0-1 0 0,0 0 1 0 0,1 0-1 0 0,1 0 1 0 0,0 0 0 0 0,1 0-1 0 0,0 0 1 0 0,0 0-1 0 0,1-1 1 0 0,0 1 0 0 0,1-1-1 0 0,5 10 1 0 0,-5-13-227 0 0,0-1 0 0 0,0 0 0 0 0,1 0-1 0 0,-1 0 1 0 0,1-1 0 0 0,1 1 0 0 0,9 7 0 0 0,2 0 6 0 0,26 13-1 0 0,8 5-130 0 0,-48-28 50 0 0,0-1 0 0 0,0 0 0 0 0,0 1 0 0 0,-1-1 1 0 0,1 1-1 0 0,-1 0 0 0 0,0 0 0 0 0,0 0 0 0 0,0 0 0 0 0,0 0 0 0 0,0 0 0 0 0,-1 1 0 0 0,1-1 0 0 0,-1 1 1 0 0,0-1-1 0 0,1 4 0 0 0,-2-4 27 0 0,0 0-1 0 0,0-1 1 0 0,0 1 0 0 0,0-1 0 0 0,0 1 0 0 0,-1-1 0 0 0,1 1-1 0 0,-1-1 1 0 0,1 1 0 0 0,-1-1 0 0 0,0 1 0 0 0,0-1 0 0 0,0 0-1 0 0,0 0 1 0 0,0 1 0 0 0,-1-1 0 0 0,1 0 0 0 0,-1 0 0 0 0,1 0 0 0 0,-1 0-1 0 0,0 0 1 0 0,0-1 0 0 0,0 1 0 0 0,-2 1 0 0 0,-9 5 9 0 0,0 0 1 0 0,0-1 0 0 0,0 0-1 0 0,-22 7 1 0 0,-61 14 3 0 0,68-22-323 0 0,0 0 1 0 0,-52 2-1 0 0,21-9-5783 0 0,49-1-1489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8:16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 15663 0 0,'0'0'719'0'0,"-2"0"-20"0"0,-1 1-600 0 0,0-1 0 0 0,1 1 0 0 0,-1 0 0 0 0,0 0 1 0 0,1 0-1 0 0,-1 0 0 0 0,1 0 0 0 0,-1 1 1 0 0,1-1-1 0 0,0 1 0 0 0,0 0 0 0 0,-4 3 1 0 0,2-1 533 0 0,0 1 1 0 0,1-1-1 0 0,0 1 1 0 0,0-1 0 0 0,0 1-1 0 0,-2 6 1 0 0,0 0 979 0 0,1 1 1 0 0,-5 20-1 0 0,3 3-1311 0 0,2 2-87 0 0,2 1 0 0 0,2-1 0 0 0,1 1 0 0 0,3-1 0 0 0,0 1 0 0 0,3-1 0 0 0,0 0 0 0 0,21 55 0 0 0,-23-77-211 0 0,2 0 1 0 0,-1 0-1 0 0,2 0 0 0 0,0 0 0 0 0,0-1 1 0 0,17 20-1 0 0,-21-30-37 0 0,0-1 0 0 0,-1 1 0 0 0,1-1-1 0 0,0 0 1 0 0,1 0 0 0 0,-1 0 0 0 0,0 0 0 0 0,1-1 0 0 0,0 1 0 0 0,8 2 0 0 0,-9-4-19 0 0,0-1 0 0 0,0 1 0 0 0,0-1 1 0 0,0 1-1 0 0,1-1 0 0 0,-1 0 0 0 0,0-1 1 0 0,0 1-1 0 0,0-1 0 0 0,0 0 0 0 0,1 0 1 0 0,-1 0-1 0 0,0 0 0 0 0,7-4 0 0 0,-1-1-3 0 0,0 0-1 0 0,0-1 0 0 0,0 0 0 0 0,-1 0 1 0 0,0-1-1 0 0,0 0 0 0 0,-1-1 1 0 0,0 0-1 0 0,0 0 0 0 0,-1 0 0 0 0,0-1 1 0 0,6-14-1 0 0,6-15-250 0 0,-1 0-1 0 0,12-45 1 0 0,-9 26 200 0 0,48-159 316 0 0,-59 182-164 0 0,2-14 1842 0 0,-14 64-1441 0 0,-2 84-7 0 0,3-59-387 0 0,3 33-28 0 0,11 78-1 0 0,-8-105-86 0 0,-3-30-1003 0 0,0 0 0 0 0,1 0 0 0 0,10 29 0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8:16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84 25023 0 0,'-7'0'2269'0'0,"0"-1"-1847"0"0,6 1-269 0 0,5 0-84 0 0,0 0-1 0 0,0 0 1 0 0,0-1 0 0 0,7 0-1 0 0,8-2 76 0 0,101 1 636 0 0,-7 0-2155 0 0,-37-3-6535 0 0,-45 2-636 0 0</inkml:trace>
  <inkml:trace contextRef="#ctx0" brushRef="#br0" timeOffset="1">816 41 16583 0 0,'0'0'1506'0'0,"9"-4"494"0"0,18-3 3416 0 0,17 2-3569 0 0,-7 1-1177 0 0,121-13-3508 0 0,-139 15 1310 0 0,4 0-7129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8:17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18 17047 0 0,'-7'2'11711'0'0,"9"-2"-11234"0"0,11 1-301 0 0,0-1 0 0 0,0 0-1 0 0,0-1 1 0 0,19-3 0 0 0,6 0 13 0 0,100-6-5777 0 0,-123 8-3496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8:17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1 500 21335 0 0,'0'0'2684'0'0,"2"1"-2295"0"0,11 2-116 0 0,0-1-1 0 0,0 0 0 0 0,0-1 0 0 0,1 0 0 0 0,-1-1 0 0 0,16-2 0 0 0,85-15-1388 0 0,-79 10-409 0 0,-7 2 196 0 0</inkml:trace>
  <inkml:trace contextRef="#ctx0" brushRef="#br0" timeOffset="1">677 128 10135 0 0,'-1'-1'100'0'0,"0"-1"0"0"0,0 1 0 0 0,0 0-1 0 0,0 0 1 0 0,1 0 0 0 0,-1-1-1 0 0,0 1 1 0 0,1 0 0 0 0,-1-1 0 0 0,1 1-1 0 0,-1 0 1 0 0,1-1 0 0 0,0 1 0 0 0,0-1-1 0 0,0 1 1 0 0,0-1 0 0 0,-1 1 0 0 0,2-2-1 0 0,-1 1 388 0 0,1 1 0 0 0,0 0 0 0 0,-1-1 0 0 0,1 1 0 0 0,0 0-1 0 0,0-1 1 0 0,0 1 0 0 0,0 0 0 0 0,0 0 0 0 0,0 0 0 0 0,0 0 0 0 0,1 0 0 0 0,-1 0-1 0 0,0 0 1 0 0,0 1 0 0 0,1-1 0 0 0,2-1 0 0 0,19-9 2624 0 0,25-7 1 0 0,28-4-1469 0 0,79-6-1472 0 0,-148 28-117 0 0,1 0 1 0 0,13 1-1 0 0,2 0 535 0 0,-22 20-93 0 0,-2-16-425 0 0,-1 0-1 0 0,1-1 1 0 0,-1 1-1 0 0,0 0 1 0 0,0-1-1 0 0,-1 1 1 0 0,1-1-1 0 0,-1 0 1 0 0,0 1 0 0 0,-5 4-1 0 0,-7 7 175 0 0,-18 15 0 0 0,26-25-184 0 0,-41 34 257 0 0,-16 14-67 0 0,53-43-229 0 0,-1-2-1 0 0,-14 10 1 0 0,15-12-148 0 0,1 0 0 0 0,0 1 0 0 0,-16 17 0 0 0,22-20-108 0 0,-1 0-476 0 0,0 1 0 0 0,0 0-1 0 0,1 0 1 0 0,0 0 0 0 0,-3 8-1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8:18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 27239 0 0,'-14'6'1249'0'0,"11"-4"-29"0"0,2-1-774 0 0,-1 1-235 0 0,0 0 1 0 0,0 0 0 0 0,1 0-1 0 0,-1 0 1 0 0,0 1 0 0 0,1-1-1 0 0,-1 1 1 0 0,1-1 0 0 0,-1 4-1 0 0,-3 3 62 0 0,4-8-118 0 0,1 1-94 0 0,4 9-77 0 0,0-9 133 0 0,-2 1-1446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8:33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0 11975 0 0,'-8'2'1244'0'0,"-18"1"8824"0"0,37-1-9261 0 0,224 22 1210 0 0,-13-3-1429 0 0,-26-4-3512 0 0,-157-10-1184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8:34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0 12439 0 0,'0'0'11053'0'0,"0"2"-10653"0"0,0 0-343 0 0,0 0 0 0 0,0 0-1 0 0,0 0 1 0 0,1 0 0 0 0,-1 0-1 0 0,1 0 1 0 0,-1 0 0 0 0,1 0-1 0 0,0 0 1 0 0,0-1-1 0 0,0 1 1 0 0,0 0 0 0 0,0 0-1 0 0,0-1 1 0 0,0 1 0 0 0,0-1-1 0 0,1 1 1 0 0,-1-1 0 0 0,3 2-1 0 0,0 0-28 0 0,1 0-1 0 0,-1 0 1 0 0,1-1-1 0 0,0 0 1 0 0,0 0-1 0 0,9 3 1 0 0,9 1 18 0 0,-14-4-38 0 0,0 0 0 0 0,0 1 0 0 0,1 0 0 0 0,-2 0 0 0 0,1 1 0 0 0,0 0-1 0 0,-1 1 1 0 0,14 9 0 0 0,-21-13-8 0 0,0 0 0 0 0,0 0 0 0 0,0 0 0 0 0,0 1 0 0 0,0-1 0 0 0,0 0 1 0 0,0 0-1 0 0,-1 0 0 0 0,1 1 0 0 0,0-1 0 0 0,-1 0 0 0 0,1 1 0 0 0,-1-1 0 0 0,1 1 0 0 0,-1-1 0 0 0,0 0 0 0 0,0 1 0 0 0,1 2 0 0 0,-1 1 11 0 0,0-4-5 0 0,0 1 1 0 0,0 0-1 0 0,0 0 0 0 0,0 0 0 0 0,0-1 0 0 0,-1 1 1 0 0,1 0-1 0 0,0 0 0 0 0,-1-1 0 0 0,0 1 1 0 0,1 0-1 0 0,-1-1 0 0 0,-2 4 0 0 0,1 0 27 0 0,-2 2 3 0 0,0 0 0 0 0,0 0-1 0 0,0 0 1 0 0,-1-1 0 0 0,0 1 0 0 0,0-1-1 0 0,-7 5 1 0 0,-44 36 385 0 0,37-34-294 0 0,-36 18 0 0 0,43-25-183 0 0,-14 6-828 0 0,10-7-2847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8:35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492 48 16007 0 0,'0'0'731'0'0,"-8"-13"274"0"0,5 10-567 0 0,0-1 0 0 0,0 2-1 0 0,-1-1 1 0 0,1 0 0 0 0,-1 0-1 0 0,0 1 1 0 0,1 0 0 0 0,-1 0-1 0 0,0 0 1 0 0,0 0 0 0 0,-1 1-1 0 0,1 0 1 0 0,0 0 0 0 0,-1 0-1 0 0,1 0 1 0 0,0 0 0 0 0,-8 1-1 0 0,-1 0-69 0 0,0 1-1 0 0,0 1 1 0 0,0 0-1 0 0,-15 4 1 0 0,-8 6-243 0 0,0 1 0 0 0,0 1 0 0 0,-50 30 0 0 0,67-31-122 0 0,13-7-7 0 0,-1-1 1 0 0,0 0-1 0 0,-11 7 0 0 0,16-11-55 0 0,4 0-73 0 0,6 1 130 0 0,0 1-1 0 0,0-1 0 0 0,0 0 1 0 0,0-1-1 0 0,14 2 0 0 0,46-4 5 0 0,-31 1-1 0 0,-27 0-1 0 0,21-1-17 0 0,59 8 0 0 0,-80-5 14 0 0,0 0 0 0 0,0 1 0 0 0,0 0 0 0 0,-1 1 0 0 0,1-1 0 0 0,-1 2 0 0 0,0-1 0 0 0,0 2 0 0 0,15 11 0 0 0,-17-11 5 0 0,0 0 1 0 0,-1 1-1 0 0,0-1 0 0 0,0 2 1 0 0,0-1-1 0 0,-1 1 0 0 0,0-1 1 0 0,-1 2-1 0 0,1-1 0 0 0,-2 0 1 0 0,4 11-1 0 0,-3-6 5 0 0,-1-1-1 0 0,0 0 1 0 0,-1 1-1 0 0,-1 0 1 0 0,0-1-1 0 0,-1 1 1 0 0,-2 20-1 0 0,1-28 17 0 0,0 0 0 0 0,0 0 1 0 0,-1 0-1 0 0,1-1 0 0 0,-1 1 0 0 0,-1 0 0 0 0,1-1 1 0 0,0 1-1 0 0,-1-1 0 0 0,0 0 0 0 0,0 0 0 0 0,-1 0 0 0 0,1 0 1 0 0,-1-1-1 0 0,1 1 0 0 0,-5 2 0 0 0,2-1 33 0 0,-1-1 0 0 0,1 0 0 0 0,-1 0-1 0 0,1-1 1 0 0,-1 1 0 0 0,0-2 0 0 0,0 1 0 0 0,-1-1-1 0 0,1 0 1 0 0,-8 1 0 0 0,-10 1 44 0 0,1-1 0 0 0,-1-2 0 0 0,0 0 0 0 0,1-2 0 0 0,-41-5 0 0 0,65 6-100 0 0,-29-6 42 0 0,-33-11-1 0 0,52 14-91 0 0,0-1 1 0 0,1-1-1 0 0,-1 0 1 0 0,1 0-1 0 0,0-1 1 0 0,-15-11-1 0 0,16 9-292 0 0,-1 0 1 0 0,1 0-1 0 0,1-1 0 0 0,-1 1 0 0 0,2-2 0 0 0,-1 1 1 0 0,1-1-1 0 0,-6-13 0 0 0,12 22 167 0 0,-1 1 0 0 0,1-1 0 0 0,-1 0-1 0 0,1 0 1 0 0,0 0 0 0 0,0 0 0 0 0,-1 1 0 0 0,1-1-1 0 0,0 0 1 0 0,0 0 0 0 0,0 0 0 0 0,0 0 0 0 0,0 0-1 0 0,0 0 1 0 0,0 0 0 0 0,0 1 0 0 0,1-1 0 0 0,-1 0-1 0 0,0 0 1 0 0,0 0 0 0 0,1 0 0 0 0,-1 0 0 0 0,1 1-1 0 0,-1-1 1 0 0,0 0 0 0 0,1 0 0 0 0,0 1 0 0 0,-1-1-1 0 0,2-1 1 0 0,7-6-1629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8:35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22087 0 0,'0'0'2001'0'0,"-8"2"-1451"0"0,4 2-398 0 0,10-2-4615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8:36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72 7367 0 0,'0'0'334'0'0,"0"-2"-1"0"0,0-7-213 0 0,0 7 341 0 0,0 0-1 0 0,0 0 1 0 0,0 0 0 0 0,0 0-1 0 0,-1 0 1 0 0,1 0-1 0 0,-1 0 1 0 0,1 0 0 0 0,-1 1-1 0 0,0-1 1 0 0,1 0-1 0 0,-1 0 1 0 0,-1-1 0 0 0,-1-2 1802 0 0,2 4-1870 0 0,0-1 0 0 0,1 0 1 0 0,-1 0-1 0 0,0 1 0 0 0,0-1 1 0 0,-1 1-1 0 0,1-1 0 0 0,0 1 0 0 0,0-1 1 0 0,-1 1-1 0 0,1 0 0 0 0,-1 0 0 0 0,1-1 1 0 0,-1 1-1 0 0,1 0 0 0 0,-3 0 1 0 0,2 0-160 0 0,0 0 0 0 0,0 1 1 0 0,0-1-1 0 0,-1 1 1 0 0,1 0-1 0 0,0-1 1 0 0,0 1-1 0 0,0 0 1 0 0,-1 0-1 0 0,1 1 1 0 0,0-1-1 0 0,-2 1 1 0 0,-3 1-37 0 0,1 0 0 0 0,0 0-1 0 0,0 1 1 0 0,0 0 0 0 0,0 0 0 0 0,0 1 0 0 0,-9 7 0 0 0,2-1-36 0 0,1 0-1 0 0,0 2 1 0 0,1-1-1 0 0,0 1 1 0 0,1 1 0 0 0,0 0-1 0 0,1 0 1 0 0,0 1-1 0 0,1 0 1 0 0,-6 16-1 0 0,8-14-113 0 0,0 1 0 0 0,1-1 0 0 0,1 1-1 0 0,0 0 1 0 0,0 18 0 0 0,3-30-39 0 0,1 0 1 0 0,0-1-1 0 0,0 1 0 0 0,0 0 1 0 0,1 0-1 0 0,0 0 1 0 0,0 0-1 0 0,0-1 0 0 0,1 1 1 0 0,-1 0-1 0 0,1-1 1 0 0,0 1-1 0 0,0-1 0 0 0,1 0 1 0 0,-1 0-1 0 0,1 0 1 0 0,0 0-1 0 0,0 0 0 0 0,0 0 1 0 0,1-1-1 0 0,-1 0 1 0 0,9 6-1 0 0,-5-4-44 0 0,0-1 0 0 0,1 0 0 0 0,0-1 0 0 0,0 0 0 0 0,0 0 0 0 0,0-1 0 0 0,0 0 0 0 0,0-1 0 0 0,1 1 0 0 0,-1-1 0 0 0,0-1 0 0 0,15 0 0 0 0,-7-2-60 0 0,1 0-1 0 0,0-1 1 0 0,-1-1-1 0 0,1 0 1 0 0,21-9-1 0 0,-18 4-745 0 0,25-16 0 0 0,-8 5-3982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8:37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22719 0 0,'0'0'2061'0'0,"-3"8"-1658"0"0,0-1 1841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8:37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437 18 11055 0 0,'0'0'852'0'0,"-2"0"-560"0"0,-23-10 864 0 0,17 8 887 0 0,0 1 1 0 0,1-1-1 0 0,-1 1 0 0 0,0 0 1 0 0,-14 1-1 0 0,-1 2-1956 0 0,-9 3 1076 0 0,21-3-810 0 0,0 0 1 0 0,0 0-1 0 0,-21 7 1 0 0,-5 4 11 0 0,27-10-335 0 0,-1 1 1 0 0,1 0 0 0 0,0 0 0 0 0,0 1 0 0 0,0 1-1 0 0,-17 12 1 0 0,-33 26 91 0 0,44-33-83 0 0,14-10-19 0 0,1 0-12 0 0,0-1-1 0 0,0 1 0 0 0,0-1 0 0 0,0 1 0 0 0,0-1 1 0 0,0 1-1 0 0,0 0 0 0 0,0-1 0 0 0,1 1 0 0 0,-1 0 1 0 0,0 0-1 0 0,0 0 0 0 0,1 0 0 0 0,-2 1 0 0 0,-1 5 97 0 0,-2 2-29 0 0,1 3-59 0 0,7 1-16 0 0,-1-10 1 0 0,0 0 0 0 0,0 1 0 0 0,0-1 0 0 0,1 0 0 0 0,-1 0-1 0 0,1 0 1 0 0,0-1 0 0 0,0 1 0 0 0,0 0 0 0 0,0-1 0 0 0,0 0 0 0 0,1 0 0 0 0,-1 0 0 0 0,1 0 0 0 0,-1-1 0 0 0,5 2-1 0 0,9 3 51 0 0,-1-2 0 0 0,25 5 0 0 0,-24-6 21 0 0,19 5 110 0 0,54 17 0 0 0,-75-19-169 0 0,-1 0-1 0 0,1 1 0 0 0,-2 0 1 0 0,1 1-1 0 0,-1 1 0 0 0,16 13 1 0 0,-24-19-2 0 0,-1 1 1 0 0,0 0-1 0 0,1 0 1 0 0,-2 1-1 0 0,1-1 0 0 0,0 1 1 0 0,-1 0-1 0 0,0 0 1 0 0,0 0-1 0 0,-1 0 1 0 0,1 1-1 0 0,-1-1 1 0 0,0 1-1 0 0,-1-1 0 0 0,1 1 1 0 0,0 7-1 0 0,-2-12 1 0 0,0 1-1 0 0,-1-1 1 0 0,1 0-1 0 0,-1 1 1 0 0,1-1-1 0 0,-1 1 0 0 0,1-1 1 0 0,-1 0-1 0 0,0 1 1 0 0,1-1-1 0 0,-1 0 1 0 0,0 0-1 0 0,-1 2 0 0 0,-2 1 8 0 0,2 0 0 0 0,0-1 0 0 0,-1 1 0 0 0,0-1 1 0 0,1 0-1 0 0,-1 0 0 0 0,0-1 0 0 0,-1 1 0 0 0,1 0 0 0 0,0-1 0 0 0,-1 0 1 0 0,1 0-1 0 0,-1 0 0 0 0,0 0 0 0 0,-4 1 0 0 0,-7 2 33 0 0,-1-1-1 0 0,-22 3 0 0 0,11-2 9 0 0,8-2-119 0 0,0-2 0 0 0,0 0 0 0 0,0-1 0 0 0,0 0 0 0 0,0-2 0 0 0,-32-6 0 0 0,42 6-59 0 0,1 0 0 0 0,-1 0 0 0 0,0-1 0 0 0,1-1 0 0 0,0 1 0 0 0,0-1 0 0 0,-8-5 0 0 0,15 8 8 0 0,0 1 0 0 0,1-1 0 0 0,-1 0 0 0 0,0 1 0 0 0,1-1 0 0 0,-1 0-1 0 0,0 1 1 0 0,1-1 0 0 0,-1 0 0 0 0,0 0 0 0 0,1 0 0 0 0,0 1 0 0 0,-1-1 0 0 0,1 0 0 0 0,-1 0 0 0 0,1 0 0 0 0,0 0 0 0 0,0 0 0 0 0,-1 0-1 0 0,1 0 1 0 0,0 0 0 0 0,0 0 0 0 0,0 0 0 0 0,0 0 0 0 0,0 0 0 0 0,0 0 0 0 0,0 0 0 0 0,1 0 0 0 0,-1 0 0 0 0,0 1 0 0 0,1-2 0 0 0,9-14-3210 0 0,-1 10-2528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8:37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13823 0 0,'0'2'1062'0'0,"-3"11"7823"0"0,2-11-8830 0 0,1 14 5938 0 0,3-10-4291 0 0,5-3-4624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04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21567 0 0,'-2'1'992'0'0,"0"1"-655"0"0,-14 2 3455 0 0,27-3-3290 0 0,-1 0-1 0 0,14 3 1 0 0,-3 0-304 0 0,81 7 200 0 0,106-2 0 0 0,-65-5-394 0 0,-14-6-1513 0 0,-45-4-3654 0 0,-65 4 2859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05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22055 0 0,'0'0'2377'0'0,"0"1"-2221"0"0,-1 1-101 0 0,1 0-1 0 0,0 0 1 0 0,0 0-1 0 0,0 0 0 0 0,0 0 1 0 0,1 0-1 0 0,-1 0 1 0 0,0-1-1 0 0,1 1 1 0 0,-1 0-1 0 0,1 0 0 0 0,0 0 1 0 0,-1-1-1 0 0,1 1 1 0 0,0 0-1 0 0,1 1 0 0 0,4 4 135 0 0,-1-1 0 0 0,1 0-1 0 0,0 0 1 0 0,8 6-1 0 0,-3-3-185 0 0,0-2 0 0 0,1 0 0 0 0,-1 0 0 0 0,25 9 0 0 0,-28-13-3 0 0,6 4-102 0 0,0 0-1 0 0,0 0 1 0 0,17 15 0 0 0,-29-20 42 0 0,-1-1 59 0 0,-1 0 1 0 0,1 0 0 0 0,-1-1-1 0 0,1 1 1 0 0,-1 0 0 0 0,0 0-1 0 0,0 0 1 0 0,1 0 0 0 0,-1 0-1 0 0,0 0 1 0 0,0 0 0 0 0,0 0-1 0 0,0 0 1 0 0,0-1 0 0 0,0 1-1 0 0,0 0 1 0 0,0 0-1 0 0,0 0 1 0 0,0 0 0 0 0,-1 0-1 0 0,1 0 1 0 0,0 0 0 0 0,-1 0-1 0 0,1 0 1 0 0,0-1 0 0 0,-1 1-1 0 0,0 1 1 0 0,-1 1-1 0 0,0 2 20 0 0,-1-1 1 0 0,1 0-1 0 0,-1 0 0 0 0,0 0 0 0 0,0 0 0 0 0,0 0 1 0 0,-1-1-1 0 0,-5 5 0 0 0,-34 22-1271 0 0,42-29 1119 0 0,-17 9-5875 0 0,0-3-2052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05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447 58 10591 0 0,'-1'-1'819'0'0,"-27"-17"1953"0"0,18 10 227 0 0,0 2 0 0 0,-18-10 0 0 0,1 8-211 0 0,22 8-2911 0 0,1-1 1 0 0,0 1 0 0 0,0 0-1 0 0,-1 0 1 0 0,-4 1-1 0 0,-13 4 432 0 0,0 1 0 0 0,0 1 0 0 0,1 0 0 0 0,-1 2 0 0 0,2 1 0 0 0,-1 0 0 0 0,-28 20 0 0 0,26-14-234 0 0,1 1-1 0 0,-31 31 0 0 0,45-37-74 0 0,3 2 0 0 0,3 1 0 0 0,3-12-1 0 0,0 1 1 0 0,-1 0-1 0 0,1-1 0 0 0,0 1 0 0 0,0-1 1 0 0,0 1-1 0 0,1-1 0 0 0,-1 0 0 0 0,1 1 1 0 0,-1-1-1 0 0,1 0 0 0 0,0 0 0 0 0,0 0 1 0 0,0 0-1 0 0,0 0 0 0 0,0-1 0 0 0,0 1 1 0 0,0 0-1 0 0,1-1 0 0 0,3 2 0 0 0,8 4-1 0 0,-1-1 0 0 0,23 7 0 0 0,-29-11 5 0 0,99 29 270 0 0,16 5 57 0 0,-111-32-314 0 0,0 1 0 0 0,0 0 0 0 0,0 0 0 0 0,-1 1 0 0 0,0 0 0 0 0,0 1 0 0 0,-1 0 0 0 0,0 1 0 0 0,0 0 0 0 0,0 0 0 0 0,-1 1 0 0 0,10 13 0 0 0,-17-20-8 0 0,0 0 0 0 0,0 0-1 0 0,0 0 1 0 0,0 0 0 0 0,0 0-1 0 0,0 0 1 0 0,-1 0 0 0 0,1 0 0 0 0,0 0-1 0 0,-1 0 1 0 0,0 0 0 0 0,0 0 0 0 0,1 1-1 0 0,-1-1 1 0 0,-1 0 0 0 0,1 0 0 0 0,0 0-1 0 0,0 0 1 0 0,-1 1 0 0 0,1-1-1 0 0,-1 0 1 0 0,0 0 0 0 0,0 0 0 0 0,0 0-1 0 0,1 0 1 0 0,-2 0 0 0 0,1-1 0 0 0,0 1-1 0 0,-2 2 1 0 0,-1 0 10 0 0,1-1 0 0 0,-1 0 0 0 0,0 0-1 0 0,0 0 1 0 0,0-1 0 0 0,0 1 0 0 0,0-1 0 0 0,0 0 0 0 0,-1 0 0 0 0,1-1-1 0 0,-1 1 1 0 0,-7 1 0 0 0,-17 3-18 0 0,-11 2-30 0 0,1-1-1 0 0,-46 1 0 0 0,37-4-175 0 0,36-3 32 0 0,0 0-1 0 0,-1 0 0 0 0,1-1 1 0 0,0 0-1 0 0,0-1 1 0 0,-24-5-1 0 0,35 5 75 0 0,-1 1 1 0 0,1-1-1 0 0,0 1 0 0 0,-1-1 0 0 0,1 1 1 0 0,0-1-1 0 0,0 0 0 0 0,0 1 1 0 0,-2-3-1 0 0,2 2-150 0 0,0 0 0 0 0,1 1 1 0 0,0-1-1 0 0,-1 0 0 0 0,1 0 0 0 0,-1 0 1 0 0,1 1-1 0 0,0-1 0 0 0,-1 0 0 0 0,1 0 1 0 0,0 0-1 0 0,0 0 0 0 0,0 0 0 0 0,0 0 1 0 0,0 0-1 0 0,0 0 0 0 0,0 0 1 0 0,0 0-1 0 0,0 1 0 0 0,0-1 0 0 0,1 0 1 0 0,0-2-1 0 0,6-16-7585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05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16759 0 0,'0'0'2020'0'0,"1"2"-776"0"0,1 14 200 0 0,-1-1-1 0 0,-1 1 1 0 0,0-1 0 0 0,-1 1-1 0 0,-4 19 1 0 0,1 6-461 0 0,-1 20-633 0 0,3 1 0 0 0,2 0 0 0 0,12 79 0 0 0,-10-120-1005 0 0,1 26 0 0 0,-1-34-573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06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9671 0 0,'0'0'748'0'0,"-1"2"-492"0"0,0 14 1229 0 0,4-11-349 0 0,-2-5-495 0 0,8 14 7058 0 0,1-1-3944 0 0,-4-8-3315 0 0,-1-1-1 0 0,1 1 1 0 0,0-1-1 0 0,9 5 0 0 0,-7-5-273 0 0,0-1-1 0 0,0 0 0 0 0,0 0 0 0 0,1-1 0 0 0,0 0 0 0 0,-1-1 0 0 0,1 0 1 0 0,0 0-1 0 0,14-1 0 0 0,10-2 58 0 0,37-7 0 0 0,-64 8-218 0 0,84-20 7 0 0,-39 7-12 0 0,-37 11-12 0 0,-14 3 11 0 0,0 0 1 0 0,0 0-1 0 0,0 0 0 0 0,0 0 0 0 0,0 0 0 0 0,0 0 1 0 0,0 0-1 0 0,1 0 0 0 0,-1 0 0 0 0,0 0 1 0 0,0 0-1 0 0,0 0 0 0 0,0 0 0 0 0,0 0 0 0 0,0 0 1 0 0,0 0-1 0 0,0 0 0 0 0,0 0 0 0 0,0 0 1 0 0,1 0-1 0 0,-1 0 0 0 0,0 0 0 0 0,0 0 0 0 0,0 0 1 0 0,0 0-1 0 0,0 0 0 0 0,0 0 0 0 0,0 0 1 0 0,0 0-1 0 0,0 0 0 0 0,0 0 0 0 0,0 0 1 0 0,0 0-1 0 0,1 0 0 0 0,-1 0 0 0 0,0 0 0 0 0,0 0 1 0 0,0 0-1 0 0,0 0 0 0 0,0 1 0 0 0,0-1 1 0 0,0 0-1 0 0,0 0 0 0 0,0 0 0 0 0,0 0 0 0 0,0 0 1 0 0,0 0-1 0 0,0 0 0 0 0,0 0 0 0 0,0 0 1 0 0,0 0-1 0 0,0 0 0 0 0,0 1 0 0 0,0-1 1 0 0,0 0-1 0 0,0 0 0 0 0,0 0 0 0 0,0 0 0 0 0,0 0 1 0 0,0 0-1 0 0,0 0 0 0 0,0 5 2 0 0,0-1 0 0 0,0 1 0 0 0,-1-1-1 0 0,0 1 1 0 0,1-1 0 0 0,-1 0 0 0 0,-1 1 0 0 0,1-1 0 0 0,-1 0-1 0 0,0 0 1 0 0,1 0 0 0 0,-4 5 0 0 0,-6 8 56 0 0,-20 23 0 0 0,-4 8 149 0 0,12-7-76 0 0,22-40-208 0 0,14-1-798 0 0,-6-2 772 0 0,-1 0 0 0 0,1 0 0 0 0,-1-1 0 0 0,0 0 0 0 0,0 0-1 0 0,0 0 1 0 0,-1 0 0 0 0,1-1 0 0 0,-1 0 0 0 0,1 0 0 0 0,-1-1 0 0 0,4-5 0 0 0,6-6-178 0 0,-1-1 0 0 0,16-25 0 0 0,24-34 10 0 0,-53 74 656 0 0,1 59 584 0 0,-2-42-813 0 0,0-1-1 0 0,1 1 1 0 0,0-1-1 0 0,2 1 1 0 0,6 25-1 0 0,-7-34-217 0 0,0 0 0 0 0,1 1 0 0 0,-1-1 0 0 0,1 0-1 0 0,1 0 1 0 0,-1 0 0 0 0,1-1 0 0 0,0 1 0 0 0,1-1 0 0 0,-1 0 0 0 0,1 0-1 0 0,0-1 1 0 0,0 1 0 0 0,7 4 0 0 0,-9-7-288 0 0,0-1 0 0 0,0 1 0 0 0,0-1 0 0 0,1 0-1 0 0,-1 0 1 0 0,0 0 0 0 0,0 0 0 0 0,1 0 0 0 0,-1-1 0 0 0,1 1 0 0 0,-1-1 0 0 0,0 0-1 0 0,1 0 1 0 0,-1 0 0 0 0,1-1 0 0 0,-1 1 0 0 0,0-1 0 0 0,1 0 0 0 0,2-1 0 0 0,10-4-7471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06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1 26463 0 0,'-3'13'187'0'0,"-15"97"2023"0"0,11 18-1675 0 0,7-106-534 0 0,1 0 0 0 0,1 0 0 0 0,9 36 0 0 0,-10-53-15 0 0,0 1-1 0 0,1-1 1 0 0,0 0-1 0 0,0 0 1 0 0,0 0-1 0 0,1 0 1 0 0,-1-1-1 0 0,1 1 1 0 0,0-1-1 0 0,1 0 1 0 0,-1 1-1 0 0,1-1 1 0 0,0-1-1 0 0,0 1 1 0 0,0 0-1 0 0,0-1 1 0 0,0 0-1 0 0,1 0 1 0 0,0-1-1 0 0,-1 1 1 0 0,10 3-1 0 0,-9-6-103 0 0,-1 1-1 0 0,1-1 1 0 0,-1 0 0 0 0,0 0-1 0 0,1-1 1 0 0,-1 1-1 0 0,1-1 1 0 0,-1 0-1 0 0,8-3 1 0 0,-10 4 78 0 0,2-2-7 0 0,1 1-1 0 0,-1-1 0 0 0,1 0 0 0 0,-1 0 0 0 0,0-1 0 0 0,0 1 0 0 0,0-1 0 0 0,0 0 1 0 0,0 0-1 0 0,0 0 0 0 0,-1 0 0 0 0,1-1 0 0 0,-1 0 0 0 0,0 1 0 0 0,0-1 0 0 0,-1 0 1 0 0,1 0-1 0 0,2-7 0 0 0,-1 1 50 0 0,-1-1 0 0 0,0 1 0 0 0,0-1 1 0 0,-1 0-1 0 0,0 0 0 0 0,-1 0 0 0 0,0-21 0 0 0,-2 29-58 0 0,0 3 58 0 0,1 0 0 0 0,-1 0 0 0 0,1-1 0 0 0,-1 1-1 0 0,1 0 1 0 0,-1 0 0 0 0,1 0 0 0 0,-1-1 0 0 0,1 1-1 0 0,-1 0 1 0 0,0 0 0 0 0,1 0 0 0 0,-1 0 0 0 0,1 0-1 0 0,-1 0 1 0 0,0 0 0 0 0,1 0 0 0 0,-1 0 0 0 0,1 0-1 0 0,-1 1 1 0 0,1-1 0 0 0,-1 0 0 0 0,1 0 0 0 0,-1 1-1 0 0,1-1 1 0 0,-1 0 0 0 0,1 0 0 0 0,-1 1 0 0 0,-9 10 114 0 0,9-10-107 0 0,-1 1 24 0 0,0 1 0 0 0,0 0 0 0 0,0-1 0 0 0,0 1 0 0 0,1 0 0 0 0,-1 0 0 0 0,1 1 0 0 0,0-1 0 0 0,0 0 0 0 0,0 0 0 0 0,0 0 0 0 0,1 1-1 0 0,-1-1 1 0 0,1 1 0 0 0,0-1 0 0 0,0 0 0 0 0,0 1 0 0 0,0-1 0 0 0,0 0 0 0 0,1 1 0 0 0,0-1 0 0 0,-1 0 0 0 0,1 1 0 0 0,1-1 0 0 0,-1 0 0 0 0,0 0 0 0 0,1 0 0 0 0,-1 0 0 0 0,1 0 0 0 0,0 0 0 0 0,0-1 0 0 0,0 1 0 0 0,4 3 0 0 0,-1-2-33 0 0,0 0 0 0 0,0 1 0 0 0,0-2 0 0 0,0 1 1 0 0,1-1-1 0 0,-1 0 0 0 0,1 0 0 0 0,0 0 0 0 0,0-1 0 0 0,0 0 0 0 0,0 0 0 0 0,10 2 0 0 0,-7-3-225 0 0,1 0 0 0 0,-1 0 0 0 0,1-1 0 0 0,-1 0 0 0 0,1 0 0 0 0,-1-1 0 0 0,16-4 0 0 0,-23 5-772 0 0,5-6-1644 0 0,-7 6 2475 0 0,1 0 0 0 0,-1 0 1 0 0,0-1-1 0 0,1 1 0 0 0,-1 0 1 0 0,1 0-1 0 0,-1-1 0 0 0,0 1 0 0 0,0 0 1 0 0,1-1-1 0 0,-1 1 0 0 0,0-1 1 0 0,0 1-1 0 0,1 0 0 0 0,-1-1 1 0 0,0 1-1 0 0,0-1 0 0 0,0 1 0 0 0,0-1 1 0 0,1 1-1 0 0,-1 0 0 0 0,0-1 1 0 0,0 1-1 0 0,0-1 0 0 0,0 1 0 0 0,0-1 1 0 0,0 1-1 0 0,0-1 0 0 0,0 1 1 0 0,-1 0-1 0 0,1-2 0 0 0,-4-8-6406 0 0</inkml:trace>
  <inkml:trace contextRef="#ctx0" brushRef="#br0" timeOffset="1">0 218 16127 0 0,'0'0'1460'0'0,"2"1"-1204"0"0,11 2 1067 0 0,0 0-1 0 0,1-1 1 0 0,-1 0-1 0 0,0-1 1 0 0,1-1-1 0 0,19-1 1 0 0,1 0-970 0 0,56-2 90 0 0,122-19 0 0 0,-133 8-2903 0 0,-37 6 995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07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23927 0 0,'-1'3'1093'0'0,"-1"42"652"0"0,1 0 0 0 0,10 86 0 0 0,31 186-917 0 0,-30-259-5267 0 0</inkml:trace>
  <inkml:trace contextRef="#ctx0" brushRef="#br0" timeOffset="0.41">393 195 24703 0 0,'0'0'2416'0'0,"-7"3"-2152"0"0,-1 0 576 0 0,8 6-560 0 0,8 2-8 0 0</inkml:trace>
  <inkml:trace contextRef="#ctx0" brushRef="#br0" timeOffset="1.41">501 419 24791 0 0,'-11'13'2688'0'0,"8"-5"-1880"0"0,0 2 1680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07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9 19895 0 0,'0'0'1803'0'0,"-3"-8"4543"0"0,4 11-5527 0 0,13 70-133 0 0,-2 0 1 0 0,-3 1-1 0 0,-4 0 1 0 0,-5 92-1 0 0,0-127-627 0 0,1-26-170 0 0,-1-1 0 0 0,-1 1-1 0 0,0-1 1 0 0,-3 16 0 0 0,4-26-89 0 0,-6-4-2640 0 0,4 0 2623 0 0,-1 1 0 0 0,1 0 0 0 0,0-1 1 0 0,-1 0-1 0 0,1 1 0 0 0,0-1 1 0 0,0 0-1 0 0,0 0 0 0 0,0 0 0 0 0,-2-3 1 0 0,-6-7-1551 0 0,-16-29 1 0 0,21 33 963 0 0,-10-16-1468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08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54 10135 0 0,'-11'-4'1207'0'0,"-26"-11"-1744"0"0,12 11 15880 0 0,40 3-13360 0 0,76-3 588 0 0,119-8-1322 0 0,117-1-2268 0 0,-316 13 476 0 0,0 0 1 0 0,0 1-1 0 0,0 0 0 0 0,0 1 0 0 0,10 4 0 0 0,2 1-1613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08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16 252 17047 0 0,'0'2'1311'0'0,"-5"29"-100"0"0,-4 44 8214 0 0,8-61-8898 0 0,0 1 1 0 0,2-1 0 0 0,-1 0 0 0 0,4 16 0 0 0,-2-15-359 0 0,-1-13-217 0 0,7 0-5090 0 0,5-2 2914 0 0,-2-5 191 0 0</inkml:trace>
  <inkml:trace contextRef="#ctx0" brushRef="#br0" timeOffset="1">343 43 15199 0 0,'3'-1'10019'0'0,"84"-15"-4984"0"0,-39 7-3705 0 0,-25 5-1928 0 0,-5-1-2640 0 0,1 2 0 0 0,26-1 0 0 0</inkml:trace>
  <inkml:trace contextRef="#ctx0" brushRef="#br0" timeOffset="2">371 200 13823 0 0,'0'0'3232'0'0,"16"2"-1160"0"0,2-2 56 0 0,-7-2 16 0 0,1 2-1472 0 0,1-1-296 0 0,1-1-56 0 0,1-1-16 0 0,3-1-304 0 0,1-2-144 0 0,1 0 16 0 0,-1-1 0 0 0,-1-1-1616 0 0,1 0-320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09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1 17967 0 0,'0'0'13853'0'0,"0"2"-13597"0"0,0 5-213 0 0,-1-1 0 0 0,0 1 0 0 0,-1 0 0 0 0,1 0-1 0 0,-2-1 1 0 0,1 1 0 0 0,-1-1 0 0 0,-6 12 0 0 0,-33 48 260 0 0,38-61-301 0 0,-20 29-2 0 0,-52 78 0 0 0,74-110 0 0 0,-4 14 0 0 0,4-8 0 0 0,6 0 0 0 0,-2-6 0 0 0,0 0 0 0 0,0-1 0 0 0,0 1 0 0 0,0 0 0 0 0,1-1 0 0 0,-1 0 0 0 0,0 1 0 0 0,1-1 0 0 0,-1 0 0 0 0,1 0 0 0 0,0 0 0 0 0,-1-1 0 0 0,1 1 0 0 0,0-1 0 0 0,-1 1 0 0 0,1-1 0 0 0,3 0 0 0 0,8 0 0 0 0,0 0 0 0 0,15-3 0 0 0,-20 2 0 0 0,-6 0-2 0 0,66-8-747 0 0,-60 7 569 0 0,-1 0-1 0 0,1-1 1 0 0,-1 1-1 0 0,0-1 1 0 0,13-7 0 0 0,-20 9-698 0 0,5-5-1726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09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13359 0 0,'0'2'1027'0'0,"-2"26"-772"0"0,3 41 1 0 0,2-25 3020 0 0,-2-20 1301 0 0,13 121 1526 0 0,-11-125-5320 0 0,2 1 0 0 0,0 0 0 0 0,1-1-1 0 0,16 36 1 0 0,-21-54-958 0 0,1 1 0 0 0,-1-1 1 0 0,1 0-1 0 0,-1 0 0 0 0,1 0 0 0 0,0-1 0 0 0,-1 1 1 0 0,1 0-1 0 0,0-1 0 0 0,0 1 0 0 0,0-1 1 0 0,1 0-1 0 0,-1 1 0 0 0,0-1 0 0 0,0 0 0 0 0,1 0 1 0 0,-1 0-1 0 0,0-1 0 0 0,1 1 0 0 0,-1-1 0 0 0,1 1 1 0 0,-1-1-1 0 0,1 0 0 0 0,-1 0 0 0 0,1 0 1 0 0,-1 0-1 0 0,1 0 0 0 0,-1-1 0 0 0,1 1 0 0 0,-1-1 1 0 0,1 1-1 0 0,3-3 0 0 0,10-3-1793 0 0</inkml:trace>
  <inkml:trace contextRef="#ctx0" brushRef="#br0" timeOffset="1">492 66 12895 0 0,'-6'-5'7250'0'0,"-3"3"-3386"0"0,-14-2 1307 0 0,20 4-4992 0 0,0 0-1 0 0,1 0 1 0 0,-1 0-1 0 0,0 1 1 0 0,1-1 0 0 0,-1 1-1 0 0,0-1 1 0 0,1 1-1 0 0,-1 0 1 0 0,1 0-1 0 0,-5 2 1 0 0,0 1-104 0 0,0 1 0 0 0,0-1 0 0 0,1 1 0 0 0,0 0-1 0 0,0 0 1 0 0,0 1 0 0 0,1 0 0 0 0,-6 7 0 0 0,9-10-74 0 0,0 0-1 0 0,0 0 1 0 0,0 1 0 0 0,1-1-1 0 0,-1 0 1 0 0,1 1-1 0 0,-1-1 1 0 0,1 1 0 0 0,0-1-1 0 0,0 1 1 0 0,1 0 0 0 0,-1-1-1 0 0,1 1 1 0 0,0 0-1 0 0,0-1 1 0 0,0 1 0 0 0,0 0-1 0 0,1-1 1 0 0,1 8 0 0 0,1-6 10 0 0,-1 1-1 0 0,1-1 1 0 0,0 0 0 0 0,0 0 0 0 0,1-1 0 0 0,-1 1 0 0 0,1-1 0 0 0,5 5 0 0 0,1 1 24 0 0,1-1-1 0 0,13 10 1 0 0,0-5 39 0 0,36 17 0 0 0,-3-2-3 0 0,-29-13-39 0 0,30 24 0 0 0,-53-37-30 0 0,7 8 49 0 0,-8-6-28 0 0,-4 3 25 0 0,-1-6-53 0 0,0 0 0 0 0,-1-1 0 0 0,1 1 0 0 0,0-1 0 0 0,-1 0 0 0 0,1 1-1 0 0,-1-1 1 0 0,0 0 0 0 0,1 0 0 0 0,-1 0 0 0 0,0 0 0 0 0,1 0 0 0 0,-1 0 0 0 0,0 0 0 0 0,0-1 0 0 0,0 1 0 0 0,0-1 0 0 0,0 1 0 0 0,0-1 0 0 0,-3 0-1 0 0,-4 1-305 0 0,0-1 0 0 0,0 1 0 0 0,-12-3 0 0 0,-3-2-1907 0 0,1-2-4749 0 0,-3-2-2541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09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 12439 0 0,'0'0'958'0'0,"1"-1"-625"0"0,103-23 14356 0 0,13-2-11293 0 0,-45 13-2947 0 0,44-5-249 0 0,-101 16-202 0 0,1 2 1 0 0,-1 0-1 0 0,0 1 1 0 0,1 0-1 0 0,23 6 1 0 0,-27-3 1 0 0,2 3 0 0 0,-11-2 0 0 0,-3-3 0 0 0,2 1 0 0 0,-1-1 0 0 0,0 1 0 0 0,0 0 1 0 0,0-1-1 0 0,-1 1 0 0 0,1 0 0 0 0,0 0 0 0 0,-1 0 0 0 0,0-1 0 0 0,0 1 1 0 0,0 0-1 0 0,0 0 0 0 0,0 0 0 0 0,0 0 0 0 0,-1 0 0 0 0,0-1 0 0 0,1 1 1 0 0,-2 3-1 0 0,-3 6-9 0 0,0-1 0 0 0,-12 21 0 0 0,10-20-20 0 0,-5 9 10 0 0,-2 3 80 0 0,0 1 1 0 0,2 1-1 0 0,1 0 0 0 0,-8 28 1 0 0,18-50-71 0 0,0-1 1 0 0,0 0-1 0 0,0 1 1 0 0,1-1-1 0 0,0 0 1 0 0,-1 1-1 0 0,1-1 1 0 0,1 1 0 0 0,-1-1-1 0 0,0 0 1 0 0,1 1-1 0 0,0-1 1 0 0,-1 0-1 0 0,1 1 1 0 0,0-1-1 0 0,1 0 1 0 0,-1 0-1 0 0,1 0 1 0 0,-1 0 0 0 0,1 0-1 0 0,0 0 1 0 0,0 0-1 0 0,0-1 1 0 0,1 1-1 0 0,-1-1 1 0 0,1 1-1 0 0,-1-1 1 0 0,1 0-1 0 0,0 0 1 0 0,-1 0 0 0 0,1-1-1 0 0,0 1 1 0 0,0 0-1 0 0,1-1 1 0 0,-1 0-1 0 0,0 0 1 0 0,0 0-1 0 0,1 0 1 0 0,-1-1-1 0 0,5 1 1 0 0,11 1 28 0 0,0-1 0 0 0,0 0 0 0 0,0-2 0 0 0,0 0 0 0 0,0-1 0 0 0,0-2 0 0 0,31-8 0 0 0,-39 8-14 0 0,0 0 0 0 0,0-1 0 0 0,0 0 0 0 0,-1-1 0 0 0,0 0 0 0 0,0-1 0 0 0,13-11 0 0 0,-20 15-5 0 0,1 0-1 0 0,-1 0 1 0 0,0-1 0 0 0,0 0-1 0 0,0 1 1 0 0,0-1 0 0 0,-1 0 0 0 0,1 0-1 0 0,-1 0 1 0 0,0-1 0 0 0,0 1 0 0 0,-1 0-1 0 0,1-1 1 0 0,-1 1 0 0 0,0-1 0 0 0,0 0-1 0 0,-1 1 1 0 0,1-1 0 0 0,-1 0 0 0 0,0 1-1 0 0,-1-9 1 0 0,-1 8-14 0 0,1 0 0 0 0,-1 0 1 0 0,0 0-1 0 0,-1 0 0 0 0,1 1 0 0 0,-1-1 0 0 0,0 0 0 0 0,0 1 1 0 0,0 0-1 0 0,-1 0 0 0 0,1 0 0 0 0,-1 0 0 0 0,0 1 1 0 0,0-1-1 0 0,0 1 0 0 0,-1 0 0 0 0,-6-3 0 0 0,-9-6-633 0 0,-1 2 1 0 0,-35-12-1 0 0,50 20 397 0 0,-45-12-4014 0 0,43 11 2095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10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17503 0 0,'0'0'1831'0'0,"2"0"-1431"0"0,1 0-264 0 0,0 0 1 0 0,-1 1 0 0 0,1-1-1 0 0,0 1 1 0 0,0-1-1 0 0,0 1 1 0 0,0 0 0 0 0,-1 0-1 0 0,1 0 1 0 0,0 1-1 0 0,-1-1 1 0 0,1 0 0 0 0,3 4-1 0 0,-2-2 341 0 0,-1 1 0 0 0,1-1 0 0 0,-1 1 1 0 0,0 0-1 0 0,0 0 0 0 0,0 0 0 0 0,3 7 0 0 0,2 6 1249 0 0,-1 1 0 0 0,0 1 0 0 0,4 24 0 0 0,-5-23-1326 0 0,27 151-706 0 0,-21-96 220 0 0,-9-54 49 0 0,-3-19-155 0 0,8-6-5798 0 0,-7 3 5649 0 0,0 0 1 0 0,0 0-1 0 0,0 0 1 0 0,0 0 0 0 0,0 0-1 0 0,1-1 1 0 0,1-1-447 0 0,8-8-1361 0 0,2-2-11 0 0</inkml:trace>
  <inkml:trace contextRef="#ctx0" brushRef="#br0" timeOffset="1">494 120 10135 0 0,'-1'2'10883'0'0,"-35"37"-2528"0"0,19-22-7050 0 0,-28 20-1 0 0,17-14-1124 0 0,0 1 1 0 0,-36 42-1 0 0,59-60-159 0 0,-1 0 0 0 0,1 1 1 0 0,0-1-1 0 0,0 1 0 0 0,1 0 0 0 0,0 1 0 0 0,0-1 1 0 0,1 1-1 0 0,-4 12 0 0 0,7-18-21 0 0,-1 0 1 0 0,1 0-1 0 0,0 0 0 0 0,0 0 0 0 0,0 0 1 0 0,1 0-1 0 0,-1 0 0 0 0,0 0 1 0 0,1 0-1 0 0,-1 0 0 0 0,1 0 1 0 0,0 0-1 0 0,0 0 0 0 0,0 0 0 0 0,0 0 1 0 0,1 2-1 0 0,1-1 1 0 0,-1 0 0 0 0,1-1 1 0 0,0 1-1 0 0,-1-1 0 0 0,1 1 0 0 0,0-1 1 0 0,1 0-1 0 0,4 2 0 0 0,1 1 2 0 0,1-1-1 0 0,1 0 1 0 0,-1-1 0 0 0,1 0-1 0 0,12 1 1 0 0,37 2-3 0 0,95-2 0 0 0,-115-4 0 0 0,-31 0 0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11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11519 0 0,'5'-8'19308'0'0,"-5"15"-17477"0"0,0-2-4379 0 0,17 103 4075 0 0,26 134-672 0 0,-24-170-763 0 0,4 0-1 0 0,35 76 1 0 0,-53-136-92 0 0,-4-7 0 0 0,1-1 0 0 0,0 1 0 0 0,0-1 0 0 0,1 0 0 0 0,-1 0 0 0 0,1 0 0 0 0,5 6 0 0 0,-8-10 0 0 0,0 0 0 0 0,1 1 0 0 0,-1-1 0 0 0,0 0 0 0 0,0 0 0 0 0,0 1 0 0 0,1-1 0 0 0,-1 0 0 0 0,0 0 0 0 0,0 0 0 0 0,0 1 0 0 0,1-1 0 0 0,-1 0 0 0 0,0 0 0 0 0,1 0 0 0 0,-1 0 0 0 0,0 0 0 0 0,0 1 0 0 0,1-1 0 0 0,-1 0 0 0 0,0 0 0 0 0,1 0 0 0 0,-1 0 0 0 0,0 0 0 0 0,1 0 0 0 0,0-1 0 0 0,0 0 0 0 0,0 0 0 0 0,0 0 0 0 0,0 0 0 0 0,0 0 0 0 0,0-1 0 0 0,0 1 0 0 0,0 0 0 0 0,0 0 0 0 0,-1-1 0 0 0,1 1 0 0 0,0-1 0 0 0,-1 1 0 0 0,1 0 0 0 0,0-4 0 0 0,6-27 0 0 0,-6 27 0 0 0,27-150-40 0 0,19-86-53 0 0,-28 158-75 0 0,27-104-1838 0 0,-43 171 1084 0 0,-3 12-1905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11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19807 0 0,'0'0'2065'0'0,"2"0"-1734"0"0,56-1 6472 0 0,30-3-4470 0 0,-19-3-1911 0 0,69-5-493 0 0,-66 13-1551 0 0,-24 4-7141 0 0,-22 0-415 0 0</inkml:trace>
  <inkml:trace contextRef="#ctx0" brushRef="#br0" timeOffset="1">723 167 7831 0 0,'0'0'603'0'0,"-1"2"-396"0"0,-1 1 1068 0 0,1 0 0 0 0,-1 0 0 0 0,1 0 0 0 0,-1 0 1 0 0,1 0-1 0 0,0 1 0 0 0,0-1 0 0 0,0 0 0 0 0,1 1 0 0 0,-1-1 1 0 0,1 0-1 0 0,0 1 0 0 0,0 5 0 0 0,0 0-1245 0 0,0 13 1850 0 0,4 42 0 0 0,9 20-1894 0 0,-8-53-763 0 0,-4-29 131 0 0,4 3-1954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12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3679 0 0,'1'0'12050'0'0,"16"5"-1240"0"0,1-2-6011 0 0,-10-1-4559 0 0,0-1 1 0 0,0-1-1 0 0,1 1 1 0 0,10-2-1 0 0,4 0-169 0 0,28 2-1 0 0,-29 0-27 0 0,26-2 0 0 0,-37 1-165 0 0,-1 0 0 0 0,0 0 0 0 0,0 1 0 0 0,0 0 0 0 0,12 4 1 0 0,-16-4 76 0 0,6-1-72 0 0,-3 0-5167 0 0</inkml:trace>
  <inkml:trace contextRef="#ctx0" brushRef="#br0" timeOffset="1">135 176 16127 0 0,'0'0'11560'0'0,"3"1"-10335"0"0,2 1-1109 0 0,0-1 0 0 0,1 0 0 0 0,-1 1-1 0 0,1-2 1 0 0,-1 1 0 0 0,1-1-1 0 0,0 1 1 0 0,10-3 0 0 0,5-1 492 0 0,23-6-1 0 0,3-1-209 0 0,-31 8-1054 0 0,-1-1 0 0 0,1-1 0 0 0,18-7 0 0 0,-19 5-768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12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52 10591 0 0,'0'0'488'0'0,"1"-2"-12"0"0,3-21-1013 0 0,-2 10 9769 0 0,-2 13-9049 0 0,0-1 0 0 0,0 1 0 0 0,0-1 1 0 0,0 1-1 0 0,0-1 0 0 0,-1 0 0 0 0,1 1 0 0 0,0-1 1 0 0,0 1-1 0 0,0-1 0 0 0,-1 1 0 0 0,1-1 0 0 0,0 1 1 0 0,0-1-1 0 0,-1 1 0 0 0,1-1 0 0 0,-1 1 0 0 0,1-1 0 0 0,0 1 1 0 0,-1 0-1 0 0,1-1 0 0 0,-1 1 0 0 0,1 0 0 0 0,-1-1 1 0 0,1 1-1 0 0,-1 0 0 0 0,1 0 0 0 0,-1-1 0 0 0,1 1 1 0 0,-1 0-1 0 0,1 0 0 0 0,-1 0 0 0 0,1 0 0 0 0,-1 0 0 0 0,0 0 1 0 0,1 0-1 0 0,-1 0 0 0 0,1 0 0 0 0,-2 0 0 0 0,0 0-24 0 0,1 0 0 0 0,-1 0 0 0 0,1 1 0 0 0,-1-1 0 0 0,0 1 0 0 0,1-1 0 0 0,-1 1 0 0 0,1-1 0 0 0,-1 1 0 0 0,1 0 0 0 0,-1 0 0 0 0,1 0 0 0 0,-2 1 0 0 0,-17 21 479 0 0,1 1-1 0 0,2 1 0 0 0,-28 51 1 0 0,34-58-495 0 0,-2 4-100 0 0,2 1 1 0 0,0 0-1 0 0,-15 48 0 0 0,24-62-33 0 0,0 0 0 0 0,0 0 0 0 0,1 0 0 0 0,1 1 0 0 0,-1-1 0 0 0,2 11 0 0 0,0-14-8 0 0,0-1 0 0 0,0 1 1 0 0,0-1-1 0 0,1 0 0 0 0,0 1 1 0 0,0-1-1 0 0,0 0 1 0 0,1 0-1 0 0,-1 0 0 0 0,1-1 1 0 0,5 7-1 0 0,-4-6-2 0 0,1-1 0 0 0,-1 0 0 0 0,1 0 0 0 0,0-1 0 0 0,0 1 0 0 0,0-1 0 0 0,0 0 0 0 0,1 0 0 0 0,-1-1 0 0 0,1 1 0 0 0,0-1 0 0 0,0-1 0 0 0,0 1 0 0 0,0-1 0 0 0,0 0 0 0 0,0 0 0 0 0,0-1 0 0 0,12 0 0 0 0,1-1 0 0 0,0-1 0 0 0,0-1 0 0 0,0 0 0 0 0,31-11 0 0 0,-25 4 0 0 0,-1 0 0 0 0,0-1 0 0 0,-1-2 0 0 0,41-28 0 0 0,-60 38-2 0 0,1 0-1 0 0,-1-1 1 0 0,0 1 0 0 0,-1-1 0 0 0,1 0-1 0 0,-1 0 1 0 0,1 0 0 0 0,-1 0-1 0 0,0 0 1 0 0,0-1 0 0 0,-1 1 0 0 0,0-1-1 0 0,1 0 1 0 0,-1 0 0 0 0,-1 0-1 0 0,1 0 1 0 0,-1 0 0 0 0,0 0 0 0 0,0 0-1 0 0,-1 0 1 0 0,1-1 0 0 0,-1 1-1 0 0,0 0 1 0 0,-1-1 0 0 0,1 1 0 0 0,-1 0-1 0 0,0 0 1 0 0,0 0 0 0 0,-1 0-1 0 0,1 0 1 0 0,-1 0 0 0 0,0 0 0 0 0,-1 0-1 0 0,-5-8 1 0 0,-1 1-16 0 0,0 1-1 0 0,-1 0 1 0 0,0 0 0 0 0,-1 1 0 0 0,0 0-1 0 0,-1 1 1 0 0,0 1 0 0 0,-1 0 0 0 0,-12-7-1 0 0,19 13-229 0 0,0 0 0 0 0,-1 0 0 0 0,1 0 0 0 0,0 1 0 0 0,0 0 0 0 0,-1 0 0 0 0,1 1-1 0 0,0 0 1 0 0,-1 0 0 0 0,1 0 0 0 0,-9 2 0 0 0,14-1 91 0 0,1-1 0 0 0,-1 0 0 0 0,1 0 0 0 0,-1 0 0 0 0,1 0-1 0 0,-1 1 1 0 0,1-1 0 0 0,-1 0 0 0 0,1 1 0 0 0,0-1 0 0 0,-1 0 0 0 0,1 1 0 0 0,0-1 0 0 0,-1 0-1 0 0,1 1 1 0 0,0-1 0 0 0,-1 1 0 0 0,1-1 0 0 0,0 1 0 0 0,-1-1 0 0 0,1 1 0 0 0,0 0 0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13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6911 0 0,'0'0'528'0'0,"0"3"-341"0"0,0 12 9395 0 0,-5 24 0 0 0,1-17-6693 0 0,3-20-2468 0 0,1-1-421 0 0,2 14-83 0 0,-2-14-136 0 0,0-1 0 0 0,0 1 0 0 0,1-1 0 0 0,-1 1 0 0 0,0-1 0 0 0,0 1 0 0 0,1 0 0 0 0,-1-1 0 0 0,0 1-1 0 0,1-1 1 0 0,-1 1 0 0 0,0-1 0 0 0,1 0 0 0 0,-1 1 0 0 0,1-1 0 0 0,-1 1 0 0 0,2 0 0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13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0 6911 0 0,'-2'1'13452'0'0,"-2"1"-12346"0"0,0 0 0 0 0,0 0-1 0 0,1 0 1 0 0,-1 1 0 0 0,1 0-1 0 0,-6 4 1 0 0,4 0-140 0 0,-1-1-1 0 0,-8 13 1 0 0,1 3-536 0 0,-12 30 1 0 0,21-42 4 0 0,-1 1-388 0 0,0 1-1 0 0,2-1 1 0 0,-1 1-1 0 0,2 0 0 0 0,-3 16 1 0 0,4-19-26 0 0,1-1 0 0 0,0 1 1 0 0,0 0-1 0 0,0-1 1 0 0,1 1-1 0 0,1 0 0 0 0,-1-1 1 0 0,5 12-1 0 0,-5-17-23 0 0,0 0 0 0 0,1 0 0 0 0,-1 0 0 0 0,1 0 0 0 0,0-1-1 0 0,0 1 1 0 0,0 0 0 0 0,0-1 0 0 0,0 1 0 0 0,1-1 0 0 0,-1 0 0 0 0,1 0 0 0 0,0 0 0 0 0,5 3-1 0 0,-3-2-5 0 0,0-1 0 0 0,0 0 0 0 0,0-1 0 0 0,0 1 0 0 0,0-1 0 0 0,0 0 0 0 0,1 0 0 0 0,8 0 0 0 0,-2-2-9 0 0,-1 1 0 0 0,1-1 0 0 0,0-1 0 0 0,0 0 0 0 0,-1-1 0 0 0,0-1 0 0 0,21-8 0 0 0,-19 6-62 0 0,-1 0 1 0 0,0-2-1 0 0,0 0 0 0 0,-1 0 0 0 0,0-1 1 0 0,16-15-1 0 0,-22 19 40 0 0,0-1 1 0 0,-1 1-1 0 0,0-1 1 0 0,0 1-1 0 0,0-1 1 0 0,0 0-1 0 0,-1-1 0 0 0,0 1 1 0 0,-1 0-1 0 0,1-1 1 0 0,-1 0-1 0 0,0 1 1 0 0,-1-1-1 0 0,0 0 1 0 0,1-8-1 0 0,-2 11 38 0 0,0 0-1 0 0,-1 0 1 0 0,1 1-1 0 0,-1-1 1 0 0,0 0 0 0 0,0 1-1 0 0,0-1 1 0 0,0 1-1 0 0,0-1 1 0 0,-1 1 0 0 0,0-1-1 0 0,0 1 1 0 0,-2-4-1 0 0,0 3-2 0 0,0 0 0 0 0,0 0-1 0 0,0 0 1 0 0,0 0 0 0 0,-1 1 0 0 0,1 0-1 0 0,-11-6 1 0 0,-3 1-413 0 0,-1 1-1 0 0,0 0 1 0 0,-38-7 0 0 0,33 8-637 0 0,15 5-1347 0 0,12 14-6767 0 0,-3-13 9246 0 0,8 9-6570 0 0</inkml:trace>
  <inkml:trace contextRef="#ctx0" brushRef="#br0" timeOffset="1">645 18 9671 0 0,'13'-2'16985'0'0,"-14"4"-15682"0"0,-5 12-612 0 0,-1 0-1 0 0,0 0 0 0 0,-1-1 1 0 0,0 0-1 0 0,-13 14 1 0 0,6-7-447 0 0,-13 22 1 0 0,20-27-221 0 0,0 0 1 0 0,1 1-1 0 0,0-1 1 0 0,-4 19-1 0 0,10-29-20 0 0,0 0 1 0 0,0 0-1 0 0,1 0 0 0 0,-1 0 1 0 0,1 0-1 0 0,0-1 1 0 0,1 1-1 0 0,0 7 0 0 0,0-9-3 0 0,0 0 0 0 0,0 0 0 0 0,0 0 0 0 0,0 0 0 0 0,1-1 0 0 0,-1 1 0 0 0,1 0 0 0 0,0 0 0 0 0,0-1 0 0 0,0 1 0 0 0,0-1 0 0 0,0 0 0 0 0,0 1 0 0 0,3 1 0 0 0,-1-2-9 0 0,0 1 1 0 0,0-1-1 0 0,-1-1 1 0 0,1 1-1 0 0,0 0 0 0 0,1-1 1 0 0,-1 0-1 0 0,0 0 1 0 0,0 0-1 0 0,0 0 0 0 0,1-1 1 0 0,-1 0-1 0 0,0 0 1 0 0,1 0-1 0 0,6-1 0 0 0,7-2-53 0 0,-1-1-1 0 0,24-7 0 0 0,-38 10 57 0 0,15-5-106 0 0,-1 0 1 0 0,0-1-1 0 0,23-13 0 0 0,-32 15 75 0 0,0 0 0 0 0,0-1 0 0 0,-1 0 0 0 0,0 0 0 0 0,0 0-1 0 0,0-1 1 0 0,-1 0 0 0 0,9-12 0 0 0,-12 14 21 0 0,-1 0-1 0 0,0 0 1 0 0,1 0 0 0 0,-2-1-1 0 0,1 1 1 0 0,0 0 0 0 0,-1-1-1 0 0,0 1 1 0 0,-1-1 0 0 0,1 1-1 0 0,-1-1 1 0 0,0 0 0 0 0,0 1-1 0 0,-1-1 1 0 0,0 1 0 0 0,0-1-1 0 0,0 1 1 0 0,0 0 0 0 0,-3-6-1 0 0,0 1-556 0 0,0 0-1 0 0,-1 0 0 0 0,0 1 0 0 0,0 0 1 0 0,-1 0-1 0 0,-1 0 0 0 0,1 0 1 0 0,-16-13-1 0 0,10 10-1038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14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8751 0 0,'0'0'674'0'0,"2"1"-438"0"0,16 3 4268 0 0,1-1 0 0 0,0-1 0 0 0,36-1 0 0 0,6 1-2062 0 0,-30 1-1361 0 0,47 4-141 0 0,-67-5-903 0 0,0 0 1 0 0,0 1-1 0 0,0 0 1 0 0,20 10-1 0 0,-31-13-36 0 0,1 0 0 0 0,0 1 1 0 0,0-1-1 0 0,0 0 0 0 0,-1 1 0 0 0,1-1 1 0 0,0 0-1 0 0,-1 1 0 0 0,1-1 0 0 0,0 1 1 0 0,-1-1-1 0 0,1 1 0 0 0,0 0 0 0 0,-1-1 0 0 0,1 1 1 0 0,-1 0-1 0 0,1-1 0 0 0,-1 1 0 0 0,1 0 1 0 0,-1-1-1 0 0,0 1 0 0 0,1 0 0 0 0,-1 0 0 0 0,0 0 1 0 0,0-1-1 0 0,0 1 0 0 0,1 0 0 0 0,-1 0 1 0 0,0 0-1 0 0,0-1 0 0 0,0 1 0 0 0,0 0 0 0 0,-1 1 1 0 0,1 0 9 0 0,0 2-1 0 0,-1 0 0 0 0,1 0-1 0 0,-1 0 1 0 0,0 0-1 0 0,0-1 1 0 0,-1 1-1 0 0,1-1 1 0 0,-1 1 0 0 0,0-1-1 0 0,1 1 1 0 0,-5 4-1 0 0,-5 6 39 0 0,-15 16-1 0 0,14-17-19 0 0,-16 15 6 0 0,-14 16 40 0 0,38-38-68 0 0,0-1 0 0 0,0 1 0 0 0,0 0 0 0 0,1 0-1 0 0,-1 0 1 0 0,-2 8 0 0 0,4-4-6 0 0,2-9 0 0 0,0 0 0 0 0,-1 0 0 0 0,1 1 0 0 0,0-1 0 0 0,0 0 0 0 0,0 0 0 0 0,0 0 0 0 0,1 0 0 0 0,-1 0 0 0 0,0 0 0 0 0,1 2 0 0 0,3 1 0 0 0,-2-4 0 0 0,3 4 0 0 0,-1-1 0 0 0,1 1 0 0 0,1-1 0 0 0,-1-1 0 0 0,0 1 0 0 0,1-1 0 0 0,-1 0 0 0 0,1 0 0 0 0,0 0 0 0 0,-1-1 0 0 0,9 1 0 0 0,8 1 0 0 0,36-2 0 0 0,-55-1 0 0 0,19 0-962 0 0,0-2 0 0 0,24-4-1 0 0,-17 0-2764 0 0,29-10 0 0 0,-32 8-5932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14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5527 0 0,'0'2'14910'0'0,"0"32"-11477"0"0,2 0 0 0 0,8 49 0 0 0,7-18-1426 0 0,-11-47-2004 0 0,-4-10-1 0 0,0-1 0 0 0,0 0 0 0 0,1-1 0 0 0,0 1 0 0 0,0 0 0 0 0,1-1 1 0 0,0 1-1 0 0,0-1 0 0 0,9 10 0 0 0,-13-16-2 0 0,0 1 0 0 0,1-1 0 0 0,-1 1 0 0 0,0-1 0 0 0,1 0 0 0 0,-1 1 0 0 0,0-1 0 0 0,1 0 0 0 0,-1 1 0 0 0,1-1 0 0 0,-1 0 0 0 0,1 0 0 0 0,-1 1 0 0 0,1-1 0 0 0,-1 0 0 0 0,1 0 0 0 0,-1 0 0 0 0,1 0 0 0 0,-1 1 0 0 0,1-1 0 0 0,-1 0 0 0 0,1 0 0 0 0,-1 0 0 0 0,1 0 0 0 0,-1 0 0 0 0,1-1 0 0 0,-1 1 0 0 0,1 0 0 0 0,-1 0 0 0 0,1 0 0 0 0,-1 0 0 0 0,1 0 0 0 0,-1-1 0 0 0,1 1 0 0 0,-1 0 0 0 0,1 0 0 0 0,-1-1 0 0 0,1 1 0 0 0,-1 0 0 0 0,0-1 0 0 0,1 1 0 0 0,-1-1 0 0 0,1 0 0 0 0,-1 1 0 0 0,1-1 0 0 0,0 1 0 0 0,-1-1 0 0 0,1 1 0 0 0,0 0 0 0 0,-1-1 0 0 0,1 0 0 0 0,-1 1 0 0 0,1-1 0 0 0,-1 1 0 0 0,1-1 0 0 0,-1 0 0 0 0,1 1 0 0 0,-1-1 0 0 0,0 0 0 0 0,1 1 0 0 0,-1-1 0 0 0,0 0 0 0 0,0 0 0 0 0,1 1 0 0 0,-1-1 0 0 0,0-1 0 0 0,0-1 0 0 0,15-37 0 0 0,30-61 0 0 0,-33 77 0 0 0,-8 17 0 0 0,-1-1 0 0 0,1 0 0 0 0,0 1 0 0 0,1 0 0 0 0,0-1 0 0 0,0 2 0 0 0,1-1 0 0 0,-1 1 0 0 0,13-11 0 0 0,-10 13 0 0 0,1 6 0 0 0,-6-1 0 0 0,0 1 0 0 0,-1 0 0 0 0,1-1 0 0 0,0 2 0 0 0,-1-1 0 0 0,0 0 0 0 0,1 0 0 0 0,-1 1 0 0 0,3 4 0 0 0,16 27 0 0 0,10 31 0 0 0,-16-33 0 0 0,29 47 0 0 0,-26-59 0 0 0,-18-20 0 0 0,1 1 0 0 0,-1-1 0 0 0,1 1 0 0 0,-1-1 0 0 0,1 0 0 0 0,-1 1 0 0 0,1-1 0 0 0,-1 1 0 0 0,1-1 0 0 0,0 0 0 0 0,-1 0 0 0 0,1 1 0 0 0,0-1 0 0 0,-1 0 0 0 0,1 0 0 0 0,1 0 0 0 0,1-3 0 0 0,-2 2 0 0 0,4-6 0 0 0,-1-1 0 0 0,0 1 0 0 0,0-1 0 0 0,5-15 0 0 0,5-11 0 0 0,8-9 0 0 0,-9 16 0 0 0,1 0 0 0 0,35-48 0 0 0,-42 69 0 0 0,-4 6 0 0 0,-1 0 0 0 0,0 1 0 0 0,0-1 0 0 0,0 0 0 0 0,0 1 0 0 0,0 0 0 0 0,0-1 0 0 0,-1 1 0 0 0,1 0 0 0 0,0 0 0 0 0,0 0 0 0 0,0 0 0 0 0,-1 0 0 0 0,1 0 0 0 0,0 1 0 0 0,-1-1 0 0 0,1 0 0 0 0,-1 1 0 0 0,0 0 0 0 0,1-1 0 0 0,0 3 0 0 0,2 1 0 0 0,-1 0 0 0 0,1 0 0 0 0,-1 1 0 0 0,0 0 0 0 0,4 10 0 0 0,0 8-43 0 0,1 0-1 0 0,2-1 1 0 0,0-1-1 0 0,14 23 1 0 0,-23-43-181 0 0,4 1-764 0 0,-5-3 863 0 0,0 0 0 0 0,0 0 1 0 0,0 1-1 0 0,1-1 0 0 0,-1 0 1 0 0,0 1-1 0 0,1-1 0 0 0,-1 0 0 0 0,0 0 1 0 0,1 0-1 0 0,-1 1 0 0 0,0-1 0 0 0,1 0 1 0 0,-1 0-1 0 0,0 0 0 0 0,1 0 0 0 0,-1 0 1 0 0,0 0-1 0 0,1 0 0 0 0,-1 1 1 0 0,0-1-1 0 0,1 0 0 0 0,-1 0 0 0 0,1 0 1 0 0,-1-1-1 0 0,0 1 0 0 0,1 0 0 0 0,-1 0 1 0 0,0 0-1 0 0,1 0 0 0 0,-1 0 0 0 0,1 0 1 0 0,7-5-1771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15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80 26751 0 0,'-1'-1'2425'0'0,"-4"-3"-1994"0"0,0-4 1137 0 0,9-5-507 0 0,-3 11-1043 0 0,1 0-1 0 0,-1 0 0 0 0,1 0 1 0 0,0 0-1 0 0,0 0 0 0 0,0 1 0 0 0,0-1 1 0 0,0 1-1 0 0,0-1 0 0 0,0 1 1 0 0,0 0-1 0 0,1 0 0 0 0,-1 0 0 0 0,3-1 1 0 0,40-9 217 0 0,-27 7-199 0 0,2 0-36 0 0,-1 0 0 0 0,1 1 0 0 0,25 0 0 0 0,-34 3 0 0 0,-4 4 0 0 0,-4 3 0 0 0,-3-4 0 0 0,-1 0 0 0 0,1 0 0 0 0,-1 1 0 0 0,0-1 0 0 0,0 0 0 0 0,0-1 0 0 0,-1 1 0 0 0,1 0 0 0 0,-1 0 0 0 0,1 0 0 0 0,-3 2 0 0 0,-1 1 0 0 0,1-1 0 0 0,-1 1 0 0 0,0-1 0 0 0,-6 5 0 0 0,-31 23 0 0 0,35-27 0 0 0,6-6 0 0 0,1 0 0 0 0,-1 1 0 0 0,1-1 0 0 0,-1 1 0 0 0,1-1 0 0 0,-1 0 0 0 0,1 1 0 0 0,-1-1 0 0 0,1 1 0 0 0,0-1 0 0 0,-1 1 0 0 0,1 0 0 0 0,0-1 0 0 0,-1 1 0 0 0,1-1 0 0 0,0 1 0 0 0,0 0 0 0 0,-1-1 0 0 0,1 1 0 0 0,0 1 0 0 0,0 0 0 0 0,-2 5 0 0 0,4 1 0 0 0,1-5 0 0 0,-1 1 0 0 0,1-1 0 0 0,-1 0 0 0 0,1 0 0 0 0,0 0 0 0 0,0 0 0 0 0,0-1 0 0 0,1 1 0 0 0,-1-1 0 0 0,1 0 0 0 0,3 2 0 0 0,10 4 0 0 0,21 7 0 0 0,-14-5 0 0 0,-20-9 0 0 0,12 6 0 0 0,1 1 0 0 0,27 17 0 0 0,-40-23 0 0 0,-1 0 0 0 0,0 1 0 0 0,1-1 0 0 0,-1 1 0 0 0,0 0 0 0 0,-1 0 0 0 0,1 0 0 0 0,0 0 0 0 0,-1 1 0 0 0,0-1 0 0 0,1 1 0 0 0,-1-1 0 0 0,-1 1 0 0 0,1 0 0 0 0,-1 0 0 0 0,1 0 0 0 0,-1 0 0 0 0,1 5 0 0 0,-2-6 0 0 0,0-1 0 0 0,-1 1 0 0 0,1-1 0 0 0,-1 1 0 0 0,1-1 0 0 0,-1 1 0 0 0,0-1 0 0 0,0 1 0 0 0,0-1 0 0 0,0 0 0 0 0,0 0 0 0 0,0 0 0 0 0,-1 1 0 0 0,1-1 0 0 0,-1 0 0 0 0,0-1 0 0 0,1 1 0 0 0,-4 2 0 0 0,0 0 0 0 0,1 0 0 0 0,-1 0 0 0 0,0-1 0 0 0,0 0 0 0 0,-1 0 0 0 0,-9 4 0 0 0,-1-1-92 0 0,0 0 1 0 0,-1-2-1 0 0,0 0 0 0 0,0-1 1 0 0,0 0-1 0 0,-1-2 1 0 0,1 0-1 0 0,0 0 0 0 0,-1-2 1 0 0,-25-4-1 0 0,25 2-1044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18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317 539 13823 0 0,'0'3'1062'0'0,"-11"34"9057"0"0,10-35-9690 0 0,1-1 0 0 0,-1 1-1 0 0,0-1 1 0 0,1 1-1 0 0,-1-1 1 0 0,0 1-1 0 0,0-1 1 0 0,0 1-1 0 0,0-1 1 0 0,0 0-1 0 0,-1 2 1 0 0,0-2 662 0 0,2 0-1051 0 0,-1-1 1 0 0,0 0-1 0 0,1 0 1 0 0,-1 0-1 0 0,0 1 1 0 0,1-1 0 0 0,-1 0-1 0 0,0 0 1 0 0,1 0-1 0 0,-1 0 1 0 0,1 0-1 0 0,-1 0 1 0 0,0 0-1 0 0,1-1 1 0 0,-1 1-1 0 0,0 0 1 0 0,1 0 0 0 0,-1 0-1 0 0,1-1 1 0 0,-1 1-1 0 0,0 0 1 0 0,0-1-1 0 0,-15-8 106 0 0,11 5-102 0 0,1 0-1 0 0,-1-1 1 0 0,1 0-1 0 0,0 0 0 0 0,0 0 1 0 0,1 0-1 0 0,-4-7 1 0 0,-2-3-29 0 0,-1-2-9 0 0,1 0 1 0 0,0 0-1 0 0,-10-34 1 0 0,-12-61 38 0 0,8 27-28 0 0,14 54-17 0 0,-1 0 0 0 0,-2 1 0 0 0,-1 1 0 0 0,-34-56 0 0 0,28 64 0 0 0,14 19 0 0 0,4 6 0 0 0,4 5 0 0 0,3 3 0 0 0,0 0 0 0 0,1-1 0 0 0,0 0 0 0 0,0 0 0 0 0,2 0 0 0 0,-1-1 0 0 0,1 0 0 0 0,1-1 0 0 0,-1 0 0 0 0,2 0 0 0 0,-1-1 0 0 0,1-1 0 0 0,13 8 0 0 0,-6-6 0 0 0,0 0 0 0 0,1-2 0 0 0,0 0 0 0 0,0-1 0 0 0,1 0 0 0 0,-1-2 0 0 0,40 4 0 0 0,-53-8 0 0 0,-1 1 0 0 0,0-1 0 0 0,0 0 0 0 0,0 0 0 0 0,8-1 0 0 0,-5-1 0 0 0,-1-1 0 0 0,1 1 0 0 0,-1-1 0 0 0,10-6 0 0 0,-11 5 0 0 0,-1 1 0 0 0,1-1 0 0 0,-1 0 0 0 0,0 0 0 0 0,0-1 0 0 0,-1 0 0 0 0,0 1 0 0 0,1-1 0 0 0,4-9 0 0 0,2-5 0 0 0,14-29 0 0 0,-22 41 0 0 0,2-5 0 0 0,1 3 0 0 0,-5 9 0 0 0,-1 0 0 0 0,1 0 0 0 0,-1 0 0 0 0,1 0 0 0 0,0 0 0 0 0,-1 0 0 0 0,1 0 0 0 0,-1 0 0 0 0,1 0 0 0 0,-1 0 0 0 0,1 0 0 0 0,0 0 0 0 0,-1 0 0 0 0,1 0 0 0 0,-1 1 0 0 0,1-1 0 0 0,-1 0 0 0 0,1 1 0 0 0,2 1 0 0 0,0 0 0 0 0,0 1 0 0 0,-1-1 0 0 0,1 1 0 0 0,-1-1 0 0 0,1 1 0 0 0,-1 0 0 0 0,0 0 0 0 0,0 0 0 0 0,0 0 0 0 0,-1 0 0 0 0,1 0 0 0 0,0 5 0 0 0,4 7 0 0 0,4 26 0 0 0,-7-27 0 0 0,38 125 0 0 0,-18-68 0 0 0,-4-11 0 0 0,15 50 0 0 0,-29-94 2 0 0,-2-13-4 0 0,-1-2-9 0 0,-1 0-127 0 0,2-1-152 0 0,-1 0 1 0 0,0 0-1 0 0,1 0 1 0 0,-1-1-1 0 0,0 1 0 0 0,0-1 1 0 0,3 0-1 0 0,8-8-7769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16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65 9671 0 0,'0'0'16416'0'0,"0"4"-15697"0"0,7 33 39 0 0,1 0 1 0 0,2-1 0 0 0,1 0-1 0 0,2-1 1 0 0,2 0 0 0 0,30 52-1 0 0,-44-82-749 0 0,0-4-2 0 0,0 1 0 0 0,0 0 0 0 0,0-1-1 0 0,0 1 1 0 0,0-1 0 0 0,0 1 0 0 0,0-1 0 0 0,0 1 0 0 0,0-1-1 0 0,1 0 1 0 0,1 2 0 0 0,0 1 6 0 0,15 8 66 0 0,-10-8-20 0 0,-6-3 11 0 0,-1-2 21 0 0,2 0-81 0 0,-1 0 0 0 0,0 0 0 0 0,0-1 1 0 0,0 1-1 0 0,0-1 0 0 0,0 1 0 0 0,0-1 0 0 0,0 0 0 0 0,-1 0 0 0 0,1 0 0 0 0,0 0 1 0 0,-1 0-1 0 0,0 0 0 0 0,1 0 0 0 0,-1-1 0 0 0,0 1 0 0 0,1-3 0 0 0,0-1 25 0 0,1-2-28 0 0,0-1 0 0 0,-1 0 0 0 0,2-17 0 0 0,4-11-4 0 0,24-102-243 0 0,-1 3-156 0 0,-31 134 57 0 0,2-7 497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16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7367 0 0,'0'2'8656'0'0,"2"22"-464"0"0,6 18-4731 0 0,-5-28-2901 0 0,8 40 987 0 0,12 59-1380 0 0,-23-113-194 0 0,0 1 0 0 0,0-1 0 0 0,0 1 0 0 0,1 0 0 0 0,-1-1 0 0 0,0 1 0 0 0,0-1 1 0 0,1 1-1 0 0,-1-1 0 0 0,0 1 0 0 0,1-1 0 0 0,-1 0 0 0 0,1 1 0 0 0,-1-1 0 0 0,0 1 0 0 0,2 0 1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16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24623 0 0,'0'0'3251'0'0,"3"0"-2619"0"0,129 7 2933 0 0,-96-5-4260 0 0,-22-1-60 0 0,0 0 0 0 0,17 4 0 0 0,-29-4-521 0 0</inkml:trace>
  <inkml:trace contextRef="#ctx0" brushRef="#br0" timeOffset="1">34 184 9215 0 0,'-5'2'149'0'0,"-12"10"12201"0"0,20-10-10311 0 0,6 3 1383 0 0,9-2-2470 0 0,-1-2 1 0 0,1 0-1 0 0,23-2 1 0 0,57-9-213 0 0,-27 3-562 0 0,5-1-1979 0 0,-74 8 595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17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1 109 8751 0 0,'0'0'19644'0'0,"1"1"-19060"0"0,2 3-399 0 0,-1-1 1 0 0,0 1-1 0 0,0 0 0 0 0,0-1 0 0 0,-1 1 1 0 0,1 0-1 0 0,-1 0 0 0 0,1 5 0 0 0,6 38 654 0 0,-5-23-672 0 0,6 30-85 0 0,33 160 539 0 0,-35-188-562 0 0,2 0 0 0 0,0-1 0 0 0,1 0-1 0 0,2 0 1 0 0,1-1 0 0 0,15 22 0 0 0,-24-40-59 0 0,1-1 0 0 0,-1 1 0 0 0,9 6 0 0 0,-1-3 0 0 0,1-3 0 0 0,-12-6 0 0 0,0 0 0 0 0,-1 0 0 0 0,1 0 0 0 0,0 0 0 0 0,0 0 0 0 0,0 0 0 0 0,0 0 0 0 0,0 0 0 0 0,0 0 0 0 0,0 0 0 0 0,0 0 0 0 0,1-1 0 0 0,0 0 0 0 0,0-1 0 0 0,0 1 0 0 0,0-1 0 0 0,0 1 0 0 0,0-1 0 0 0,0 0 0 0 0,0 0 0 0 0,0 0 0 0 0,-1 0 0 0 0,1 0 0 0 0,-1 0 0 0 0,1-1 0 0 0,-1 1 0 0 0,0 0 0 0 0,0-1 0 0 0,0 1 0 0 0,1-5 0 0 0,1-4 0 0 0,-1 0 0 0 0,3-19 0 0 0,3-110 0 0 0,2-13 0 0 0,-7 128 1 0 0,28-168-35 0 0,-26 168-169 0 0,-2 10-175 0 0,1-1 1 0 0,0 1-1 0 0,1 0 1 0 0,10-22-1 0 0,-14 35-314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17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5527 0 0,'0'0'21673'0'0,"2"-1"-19610"0"0,16-5-1576 0 0,0 0 1 0 0,0 2-1 0 0,0 0 0 0 0,23-1 0 0 0,1-2-27 0 0,-7 1-556 0 0,0 1-1 0 0,0 2 1 0 0,64 3 0 0 0,-49 2-729 0 0,14 1-3577 0 0,-38 2-5314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18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573 1 7367 0 0,'0'0'568'0'0,"0"2"-373"0"0,3 23 555 0 0,4 40 15764 0 0,-5-46-14689 0 0,1 0 1 0 0,7 23 0 0 0,-6-28-1506 0 0,11 38-1181 0 0,-12-40-1176 0 0,5 24 0 0 0,-5-20 284 0 0</inkml:trace>
  <inkml:trace contextRef="#ctx0" brushRef="#br0" timeOffset="1">0 617 11519 0 0,'3'0'13084'0'0,"32"-7"-7220"0"0,23 4-3737 0 0,15-2-2005 0 0,-3-5-107 0 0,134-18 13 0 0,-143 22-24 0 0,82 4 0 0 0,-134 2-508 0 0,0 0-1 0 0,0 1 1 0 0,-1 0 0 0 0,1 1-1 0 0,-1 0 1 0 0,15 5-1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19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15663 0 0,'0'0'13536'0'0,"2"0"-12871"0"0,28-2 43 0 0,-1-1-1 0 0,33-7 0 0 0,-31 4-1476 0 0,-1 1-1 0 0,37 0 1 0 0,-40 5-1369 0 0,-25 0 544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20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3 13823 0 0,'-2'2'630'0'0,"1"0"-425"0"0,-2 1-43 0 0,-14 3 12742 0 0,20-5-12104 0 0,3 2-622 0 0,1-2 0 0 0,0 1 0 0 0,-1-1-1 0 0,1 0 1 0 0,0 0 0 0 0,0-1 0 0 0,0 0-1 0 0,12-1 1 0 0,60-14-1708 0 0,-54 10-489 0 0,-5 0 331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20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4 5983 0 0,'0'0'542'0'0,"-2"0"-446"0"0,-15-3 1865 0 0,15 3-662 0 0,-1 0 0 0 0,0 1 0 0 0,0-1 0 0 0,0 1 0 0 0,1 0 0 0 0,-1 0 1 0 0,0 0-1 0 0,1 0 0 0 0,-1 0 0 0 0,0 0 0 0 0,1 1 0 0 0,-3 2 0 0 0,-7 5 2057 0 0,7-5-4203 0 0,-7 8 1503 0 0,0 0 0 0 0,1 1 1 0 0,0 0-1 0 0,1 1 0 0 0,-14 26 0 0 0,15-25-526 0 0,0 0-59 0 0,0 1 0 0 0,1 0 1 0 0,1 0-1 0 0,0 0 0 0 0,-4 19 0 0 0,9-29-53 0 0,1 1-1 0 0,-1 0 0 0 0,2 0 0 0 0,-1 0 1 0 0,1-1-1 0 0,0 1 0 0 0,0 0 1 0 0,1 0-1 0 0,0 0 0 0 0,0-1 0 0 0,1 1 1 0 0,-1 0-1 0 0,1-1 0 0 0,1 1 0 0 0,0-1 1 0 0,3 7-1 0 0,-3-8-17 0 0,1 0 0 0 0,-1-1 0 0 0,1 0 0 0 0,0 0 0 0 0,0 0 0 0 0,0 0 0 0 0,0-1 0 0 0,1 1 0 0 0,-1-1 0 0 0,1 0 0 0 0,0-1 0 0 0,0 1 0 0 0,0-1 0 0 0,0 0 0 0 0,1 0 0 0 0,8 2 0 0 0,1-2 0 0 0,0 1 0 0 0,0-2 0 0 0,0 0 0 0 0,29-2 0 0 0,-24 0-65 0 0,-1-2 0 0 0,1 0 1 0 0,-1-1-1 0 0,37-13 0 0 0,-45 12 30 0 0,1 0 0 0 0,-2 0 1 0 0,1-1-1 0 0,0 0 0 0 0,-1-1 0 0 0,-1 0 0 0 0,1-1 1 0 0,-1 0-1 0 0,11-13 0 0 0,-15 16 29 0 0,-1-1-1 0 0,-1 0 1 0 0,1 0 0 0 0,-1 0-1 0 0,0-1 1 0 0,0 1 0 0 0,-1-1-1 0 0,0 0 1 0 0,0 1 0 0 0,0-1-1 0 0,-1 0 1 0 0,0 0 0 0 0,0 0-1 0 0,-1 0 1 0 0,0 0-1 0 0,0 0 1 0 0,-1 0 0 0 0,0 0-1 0 0,0 0 1 0 0,-1 0 0 0 0,1 0-1 0 0,-1 0 1 0 0,-1 1 0 0 0,0-1-1 0 0,0 1 1 0 0,0-1 0 0 0,0 1-1 0 0,-8-9 1 0 0,3 5 23 0 0,0 1-1 0 0,-1 0 1 0 0,0 0-1 0 0,0 1 1 0 0,-1 0 0 0 0,0 0-1 0 0,0 1 1 0 0,-21-9-1 0 0,21 11-355 0 0,1 1 1 0 0,-1 0-1 0 0,0 1 0 0 0,0 0 0 0 0,-1 1 0 0 0,1 0 0 0 0,0 0 0 0 0,-1 1 0 0 0,1 1 0 0 0,-18 1 0 0 0,2 4-2874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21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18887 0 0,'0'0'13305'0'0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22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18 23151 0 0,'0'0'2099'0'0,"-6"-4"-1686"0"0,-16-8 983 0 0,21 12-640 0 0,-10-2 1227 0 0,6 3-1805 0 0,0 1 0 0 0,0-1 0 0 0,0 1 0 0 0,1 0 0 0 0,-1 1 1 0 0,1-1-1 0 0,-1 1 0 0 0,1-1 0 0 0,0 1 0 0 0,0 0 0 0 0,-6 6 0 0 0,-4 6 4 0 0,-19 26 0 0 0,15-18 59 0 0,3-5-169 0 0,-20 33 0 0 0,30-43-62 0 0,1 0 1 0 0,0 1-1 0 0,0-1 0 0 0,1 1 1 0 0,0 0-1 0 0,1 0 1 0 0,-2 11-1 0 0,3-18-10 0 0,1 0 0 0 0,0-1 0 0 0,0 1 0 0 0,0 0 0 0 0,0 0 0 0 0,0 0 0 0 0,1 0 0 0 0,-1 0 0 0 0,0-1 0 0 0,1 1 0 0 0,-1 0 0 0 0,1 0 0 0 0,0-1 0 0 0,0 1 0 0 0,0 0 0 0 0,-1-1 0 0 0,2 1 0 0 0,1 2 0 0 0,-1-2 0 0 0,0 0 0 0 0,1 0 0 0 0,-1 0 0 0 0,1 0 0 0 0,-1-1 0 0 0,1 1 0 0 0,0-1 0 0 0,0 0 0 0 0,0 1 0 0 0,4 0 0 0 0,3 0 0 0 0,-1 0 0 0 0,1-1 0 0 0,0 0 0 0 0,-1-1 0 0 0,1 0 0 0 0,12-1 0 0 0,9-4-58 0 0,0-1 1 0 0,-1-2-1 0 0,0-1 1 0 0,0-1-1 0 0,43-22 1 0 0,-64 28 17 0 0,-1-1 1 0 0,1 0 0 0 0,-1-1 0 0 0,-1 0 0 0 0,1 0-1 0 0,-1-1 1 0 0,12-13 0 0 0,-16 17 20 0 0,0 0 0 0 0,0-1 1 0 0,-1 0-1 0 0,0 1 0 0 0,0-1 0 0 0,0 0 0 0 0,0 0 1 0 0,0-1-1 0 0,-1 1 0 0 0,1 0 0 0 0,-1 0 1 0 0,0-1-1 0 0,-1 1 0 0 0,1-1 0 0 0,-1 1 0 0 0,0 0 1 0 0,0-1-1 0 0,0 1 0 0 0,-2-7 0 0 0,1 7-2 0 0,-1 0-1 0 0,0 0 0 0 0,1 1 1 0 0,-2-1-1 0 0,1 1 0 0 0,0-1 1 0 0,-1 1-1 0 0,1 0 0 0 0,-1 0 1 0 0,0 0-1 0 0,0 0 0 0 0,0 1 1 0 0,-1-1-1 0 0,1 1 0 0 0,0-1 1 0 0,-1 1-1 0 0,0 0 0 0 0,-4-1 1 0 0,-9-4-212 0 0,1 1 1 0 0,-32-7-1 0 0,26 7-831 0 0,0 1 0 0 0,0 2 0 0 0,0 0 0 0 0,-34 0 0 0 0,47 5-86 0 0,-2-1-4513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22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8 21479 0 0,'-6'-4'2291'0'0,"3"3"-2119"0"0,1 1 0 0 0,-1-1 0 0 0,0 0 0 0 0,1 1 0 0 0,-1 0 0 0 0,0 0 0 0 0,0 0-1 0 0,1 0 1 0 0,-1 0 0 0 0,0 0 0 0 0,1 1 0 0 0,-1 0 0 0 0,0-1 0 0 0,1 1 0 0 0,-1 0 0 0 0,0 0 0 0 0,1 0 0 0 0,0 0 0 0 0,-1 1 0 0 0,1-1 0 0 0,0 1 0 0 0,-1 0 0 0 0,1-1 0 0 0,0 1 0 0 0,0 0 0 0 0,-1 2 0 0 0,-7 7 648 0 0,1 0 1 0 0,1 0-1 0 0,-13 22 1 0 0,20-31-837 0 0,-8 14 140 0 0,0-1 1 0 0,2 1-1 0 0,0 1 1 0 0,-9 30-1 0 0,14-41-101 0 0,1-1 1 0 0,0 1-1 0 0,0-1 0 0 0,0 1 1 0 0,1 0-1 0 0,0-1 0 0 0,0 1 0 0 0,0 0 1 0 0,1-1-1 0 0,0 1 0 0 0,0-1 1 0 0,0 1-1 0 0,1-1 0 0 0,-1 1 1 0 0,1-1-1 0 0,1 0 0 0 0,-1 0 0 0 0,1 0 1 0 0,3 5-1 0 0,-3-6-34 0 0,0-1 0 0 0,1 0 1 0 0,-1 0-1 0 0,1 0 0 0 0,0-1 0 0 0,0 1 1 0 0,0-1-1 0 0,0 0 0 0 0,0 0 0 0 0,0-1 1 0 0,1 1-1 0 0,-1-1 0 0 0,0 0 0 0 0,1 0 0 0 0,-1 0 1 0 0,1 0-1 0 0,-1-1 0 0 0,1 0 0 0 0,8 0 1 0 0,7-2-71 0 0,1-1 0 0 0,-1-1 0 0 0,22-6 1 0 0,-28 6 50 0 0,7-2-102 0 0,0-1 0 0 0,22-9 0 0 0,-34 11 87 0 0,0 1 0 0 0,0-1 0 0 0,0-1-1 0 0,-1 0 1 0 0,0 0 0 0 0,13-13 0 0 0,-19 17 47 0 0,0 0-1 0 0,0 0 1 0 0,0 0 0 0 0,-1-1 0 0 0,1 1-1 0 0,-1-1 1 0 0,1 1 0 0 0,-1-1 0 0 0,0 1-1 0 0,0-1 1 0 0,0 0 0 0 0,-1 1 0 0 0,1-1-1 0 0,0 0 1 0 0,-1 0 0 0 0,0 0 0 0 0,0-4-1 0 0,0 3 6 0 0,-1 0-1 0 0,0 0 0 0 0,0 0 0 0 0,0 0 1 0 0,-1 0-1 0 0,1 1 0 0 0,-1-1 0 0 0,0 0 1 0 0,0 1-1 0 0,-5-7 0 0 0,-3-1 11 0 0,0 0-1 0 0,-1 1 1 0 0,0 0 0 0 0,-1 0-1 0 0,-19-11 1 0 0,12 10-524 0 0,0 1 0 0 0,-34-12 1 0 0,4 1-451 0 0,43 18 417 0 0,0-1-425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23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17047 0 0,'-6'0'13765'0'0,"41"-1"-12631"0"0,68 3-427 0 0,-91-1-698 0 0,1 1 0 0 0,0 0 0 0 0,-1 0 0 0 0,0 2 0 0 0,23 8 0 0 0,-17-1 51 0 0,-18-10-60 0 0,1-1 0 0 0,0 1 0 0 0,0 0 0 0 0,0 0 0 0 0,-1-1 0 0 0,1 1 0 0 0,0 0 0 0 0,-1 0 0 0 0,1 0 0 0 0,0 0 0 0 0,-1 0 0 0 0,1 0 0 0 0,-1 0 0 0 0,0 0 0 0 0,1 0 0 0 0,-1 0 0 0 0,0 0 0 0 0,0 0 0 0 0,1 0 0 0 0,-1 0 0 0 0,0 0 0 0 0,0 0 0 0 0,0 0 0 0 0,0 0 0 0 0,-1 0 0 0 0,1 0 0 0 0,0 2 0 0 0,-1 0 0 0 0,0 5 0 0 0,-1-1 0 0 0,0 0 0 0 0,-1 1 0 0 0,1-1 0 0 0,-1 0 0 0 0,-1 0 0 0 0,-6 11 0 0 0,-35 43 0 0 0,43-58 0 0 0,-44 49 0 0 0,32-37 0 0 0,0 0 0 0 0,2 1 0 0 0,-1 0 0 0 0,2 1 0 0 0,-12 22 0 0 0,21-31 0 0 0,3 0 0 0 0,1-6 0 0 0,0 0 0 0 0,0-1 0 0 0,-1 1 0 0 0,1 0 0 0 0,0-1 0 0 0,0 0 0 0 0,0 1 0 0 0,1-1 0 0 0,-1 0 0 0 0,0 0 0 0 0,0 0 0 0 0,1-1 0 0 0,-1 1 0 0 0,0 0 0 0 0,1-1 0 0 0,-1 0 0 0 0,1 1 0 0 0,-1-1 0 0 0,5 0 0 0 0,5-1 0 0 0,1 0 0 0 0,17-3 0 0 0,-28 3 0 0 0,16-2-13 0 0,46-8-600 0 0,109-34-1 0 0,-163 42 943 0 0,-3 2-3437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23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83 11519 0 0,'-3'-2'125'0'0,"0"0"0"0"0,0 0 0 0 0,0 0-1 0 0,1 0 1 0 0,-1 0 0 0 0,1-1 0 0 0,-1 1-1 0 0,1-1 1 0 0,-10-18 17332 0 0,14 36-16166 0 0,2 31-1059 0 0,-2-10 54 0 0,2 0 0 0 0,2 0 1 0 0,11 38-1 0 0,3-4-286 0 0,-20-70 0 0 0,0 0 0 0 0,0 1 0 0 0,0-1 0 0 0,0 0 0 0 0,0 0 0 0 0,0 1 0 0 0,0-1 0 0 0,0 0 0 0 0,0 0 0 0 0,0 1 0 0 0,1-1 0 0 0,-1 0 0 0 0,0 0 0 0 0,0 0 0 0 0,0 1 0 0 0,0-1 0 0 0,0 0 0 0 0,1 0 0 0 0,-1 0 0 0 0,0 0 0 0 0,0 1 0 0 0,0-1 0 0 0,1 0 0 0 0,-1 0 0 0 0,0 0 0 0 0,0 0 0 0 0,0 0 0 0 0,1 0 0 0 0,-1 0 0 0 0,0 0 0 0 0,0 0 0 0 0,1 1 0 0 0,-1-1 0 0 0,0 0 0 0 0,0 0 0 0 0,1 0 0 0 0,-1 0 0 0 0,0 0 0 0 0,0 0 0 0 0,0-1 0 0 0,1 1 0 0 0,-1 0 0 0 0,0 0 0 0 0,0 0 0 0 0,1 0 0 0 0,-1 0 0 0 0,0 0 0 0 0,0 0 0 0 0,0 0 0 0 0,1 0 0 0 0,-1-1 0 0 0,0 1 0 0 0,0 0 0 0 0,1 0 0 0 0,7-9 0 0 0,-8 9 0 0 0,6-8 0 0 0,0-1 0 0 0,0 0 0 0 0,-1-1 0 0 0,0 1 0 0 0,4-13 0 0 0,15-53 0 0 0,-2 7 0 0 0,-17 54 0 0 0,-2 5 0 0 0,0 0 0 0 0,0 0 0 0 0,1 1 0 0 0,1-1 0 0 0,0 1 0 0 0,0 0 0 0 0,10-12 0 0 0,-8 14 0 0 0,4 1 0 0 0,-6 8 0 0 0,-5-3 0 0 0,2 1 0 0 0,1 1 0 0 0,-1-1 0 0 0,0 1 0 0 0,0 0 0 0 0,0-1 0 0 0,0 1 0 0 0,0 0 0 0 0,-1 0 0 0 0,1 1 0 0 0,-1-1 0 0 0,1 0 0 0 0,-1 0 0 0 0,2 3 0 0 0,12 34 0 0 0,33 77 0 0 0,-36-90 0 0 0,-9-18 0 0 0,-3-7 0 0 0,0-1 0 0 0,0 0 0 0 0,1 1 0 0 0,-1-1 0 0 0,0 0 0 0 0,0 0 0 0 0,0 1 0 0 0,0-1 0 0 0,0 0 0 0 0,0 0 0 0 0,1 1 0 0 0,-1-1 0 0 0,0 0 0 0 0,0 0 0 0 0,0 1 0 0 0,0-1 0 0 0,1 0 0 0 0,-1 0 0 0 0,0 0 0 0 0,0 1 0 0 0,1-1 0 0 0,-1 0 0 0 0,0 0 0 0 0,0 0 0 0 0,1 0 0 0 0,-1 0 0 0 0,0 1 0 0 0,1-1 0 0 0,-1 0 0 0 0,0 0 0 0 0,0 0 0 0 0,1 0 0 0 0,-1 0 0 0 0,0 0 0 0 0,1 0 0 0 0,-1 0 0 0 0,0 0 0 0 0,1 0 0 0 0,-1 0 0 0 0,0 0 0 0 0,0-1 0 0 0,1 1 0 0 0,-1 0 0 0 0,1 0 0 0 0,6-7 0 0 0,-7 6 0 0 0,26-30 0 0 0,21-35 0 0 0,-32 41 0 0 0,2 2 0 0 0,0 0 0 0 0,38-36 0 0 0,-52 56 0 0 0,1 0 0 0 0,0 0 0 0 0,0 0 0 0 0,0 0 0 0 0,1 1 0 0 0,-1 0 0 0 0,5-2 0 0 0,3 1 0 0 0,-1 5 0 0 0,-9-1 0 0 0,-1 1 0 0 0,1-1 0 0 0,0 1 0 0 0,0-1 0 0 0,-1 1 0 0 0,1 0 0 0 0,-1 0 0 0 0,1-1 0 0 0,-1 1 0 0 0,0 0 0 0 0,0 0 0 0 0,0 1 0 0 0,0-1 0 0 0,0 0 0 0 0,0 0 0 0 0,0 3 0 0 0,9 40 0 0 0,-9-38 0 0 0,3 17-21 0 0,8 42-208 0 0,-10-59 182 0 0,0-1 1 0 0,1 1-1 0 0,-1-1 1 0 0,1 0-1 0 0,1 0 0 0 0,-1 0 1 0 0,7 9-1 0 0,-8-13-219 0 0,0 0 0 0 0,0-1 0 0 0,-1 1 0 0 0,1 0 0 0 0,0-1 0 0 0,1 1 0 0 0,-1-1 0 0 0,0 0 0 0 0,0 0-1 0 0,0 0 1 0 0,1 0 0 0 0,-1 0 0 0 0,5 1 0 0 0,-6-2 107 0 0,-1 0 0 0 0,1 0 0 0 0,-1-1 0 0 0,1 1 0 0 0,-1 0 0 0 0,1 0 0 0 0,-1 0 0 0 0,0 0 0 0 0,1-1 0 0 0,-1 1-1 0 0,1 0 1 0 0,-1 0 0 0 0,0-1 0 0 0,1 1 0 0 0,-1 0 0 0 0,0 0 0 0 0,1-1 0 0 0,-1 1 0 0 0,0-1 0 0 0,1 1 0 0 0,-1-1 0 0 0,1 0-383 0 0,6-7-1693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24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54 9215 0 0,'-20'-12'18351'0'0,"20"11"-18186"0"0,0 0 0 0 0,0 0 0 0 0,0 1 0 0 0,0-1 0 0 0,0 0 0 0 0,0 0 1 0 0,0 1-1 0 0,0-1 0 0 0,0 0 0 0 0,0 0 0 0 0,0 1 0 0 0,1-1 0 0 0,-1 0 0 0 0,0 1 1 0 0,1-1-1 0 0,-1 0 0 0 0,0 1 0 0 0,1-1 0 0 0,-1 0 0 0 0,1 1 0 0 0,-1-1 0 0 0,1 1 1 0 0,0-2-1 0 0,1 1-34 0 0,0-1 1 0 0,1 1 0 0 0,-1 0 0 0 0,0 0-1 0 0,1-1 1 0 0,-1 1 0 0 0,3 0-1 0 0,7-2-212 0 0,-1 0-1 0 0,16-1 1 0 0,-23 4 294 0 0,10-2-186 0 0,1 1 0 0 0,-1 0 1 0 0,0 2-1 0 0,26 2 0 0 0,-31-1-27 0 0,2 5 1 0 0,-9-4 2 0 0,-2-1 4 0 0,1-1 38 0 0,-1 0-24 0 0,1 2-20 0 0,-1 0-1 0 0,-1 0 0 0 0,1 0 0 0 0,0-1 0 0 0,-1 1 0 0 0,1 0 1 0 0,-1 0-1 0 0,0 0 0 0 0,0-1 0 0 0,0 1 0 0 0,0-1 0 0 0,0 1 1 0 0,-1-1-1 0 0,1 1 0 0 0,-1-1 0 0 0,0 0 0 0 0,1 1 0 0 0,-4 1 1 0 0,-5 7-2 0 0,-1-1 1 0 0,-15 11 0 0 0,23-19 0 0 0,-53 37 0 0 0,50-32 0 0 0,5 2 0 0 0,2-7 0 0 0,0 0 0 0 0,0 0 0 0 0,1-1 0 0 0,-1 1 0 0 0,0 0 0 0 0,0-1 0 0 0,1 1 0 0 0,0-1 0 0 0,-1 1 0 0 0,1-1 0 0 0,-1 0 0 0 0,1 0 0 0 0,0 0 0 0 0,0 0 0 0 0,0 0 0 0 0,3 1 0 0 0,36 11 0 0 0,-35-12 0 0 0,13 4 0 0 0,-8-3 0 0 0,1 1 0 0 0,-1 0 0 0 0,0 0 0 0 0,0 2 0 0 0,0-1 0 0 0,15 10 0 0 0,-25-14 0 0 0,0 1 0 0 0,0 0 0 0 0,0 0 0 0 0,0-1 0 0 0,0 1 0 0 0,0 0 0 0 0,0 0 0 0 0,-1 0 0 0 0,1 0 0 0 0,0 0 0 0 0,0 0 0 0 0,-1 0 0 0 0,1 0 0 0 0,-1 0 0 0 0,1 0 0 0 0,-1 0 0 0 0,0 0 0 0 0,1 1 0 0 0,-1-1 0 0 0,0 0 0 0 0,0 0 0 0 0,1 0 0 0 0,-1 1 0 0 0,0-1 0 0 0,0 0 0 0 0,0 0 0 0 0,-1 0 0 0 0,1 1 0 0 0,0-1 0 0 0,0 0 0 0 0,-1 0 0 0 0,1 0 0 0 0,-1 0 0 0 0,1 1 0 0 0,-1-1 0 0 0,0 1 0 0 0,-1 2 0 0 0,-4 6 0 0 0,0 0 0 0 0,0-1 0 0 0,-1 1 0 0 0,0-1 0 0 0,-1-1 0 0 0,-15 14 0 0 0,9-8 0 0 0,9-9-7 0 0,-119 129-5975 0 0,110-116-3813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24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36 18887 0 0,'-2'5'11476'0'0,"3"-5"-11275"0"0,9 4 2083 0 0,17 2-2772 0 0,37-5 608 0 0,0-2 1 0 0,69-11-1 0 0,-115 10-106 0 0,76-8-4 0 0,254-16-25 0 0,-335 26-336 0 0,0 0 1 0 0,0 1-1 0 0,1 1 1 0 0,22 5 0 0 0,-34-6-592 0 0,-7 20-17175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25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15663 0 0,'0'0'1207'0'0,"1"0"-788"0"0,8 3 176 0 0,-1 1 0 0 0,1 0 1 0 0,-1 0-1 0 0,0 1 0 0 0,0 0 1 0 0,-1 0-1 0 0,0 1 0 0 0,0 0 0 0 0,0 0 1 0 0,-1 1-1 0 0,1 0 0 0 0,-2 0 1 0 0,1 0-1 0 0,-1 1 0 0 0,0-1 1 0 0,0 1-1 0 0,-1 1 0 0 0,0-1 1 0 0,-1 0-1 0 0,0 1 0 0 0,0 0 1 0 0,-1 0-1 0 0,0 0 0 0 0,0 0 1 0 0,-1 10-1 0 0,0-7-595 0 0,-1 1 0 0 0,0 0 0 0 0,-1-1 0 0 0,-5 26 0 0 0,-19 46 0 0 0,21-73 0 0 0,3-10-112 0 0,1 1 1 0 0,0-1-1 0 0,-1 0 1 0 0,1 1-1 0 0,0-1 1 0 0,-1 1-1 0 0,1-1 0 0 0,0 1 1 0 0,0-1-1 0 0,0 1 1 0 0,1 0-1 0 0,-1-1 0 0 0,0 1 1 0 0,0-1-1 0 0,1 2 1 0 0,0-2 3 0 0,0 0 0 0 0,-1 0 0 0 0,1 0-1 0 0,0 0 1 0 0,-1 0 0 0 0,1-1 0 0 0,0 1 0 0 0,0 0 0 0 0,0-1 0 0 0,0 1 0 0 0,0 0 0 0 0,0-1 0 0 0,0 1 0 0 0,0-1 0 0 0,0 1 0 0 0,0-1 0 0 0,0 0 0 0 0,0 1 0 0 0,0-1 0 0 0,0 0-1 0 0,2 0 1 0 0,6 1-700 0 0,-1-1 0 0 0,0 0-1 0 0,0-1 1 0 0,0 0-1 0 0,0 0 1 0 0,0-1 0 0 0,16-5-1 0 0,-8 2-844 0 0,-1-2 0 0 0,28-15 0 0 0,-23 9 787 0 0,0-1 0 0 0,-1-1 0 0 0,0 0-1 0 0,23-26 1 0 0,-31 28 1576 0 0,-1 1-1 0 0,9-16 0 0 0,-15 23-128 0 0,-1-1-1 0 0,0 1 1 0 0,-1-1-1 0 0,1 0 1 0 0,-1 1-1 0 0,0-1 0 0 0,-1 0 1 0 0,2-10-1 0 0,-2 15-408 0 0,-1-1-1 0 0,0 1 0 0 0,0-1 1 0 0,-1 0-1 0 0,1 1 1 0 0,0-1-1 0 0,0 1 0 0 0,-1-1 1 0 0,1 1-1 0 0,-1-1 1 0 0,1 1-1 0 0,-1-1 0 0 0,0 1 1 0 0,1 0-1 0 0,-1-1 1 0 0,0 1-1 0 0,0 0 0 0 0,0 0 1 0 0,0-1-1 0 0,0 1 1 0 0,0 0-1 0 0,-1 0 0 0 0,1 0 1 0 0,0 0-1 0 0,0 1 1 0 0,-1-1-1 0 0,1 0 0 0 0,-1 0 1 0 0,1 1-1 0 0,-1-1 1 0 0,1 1-1 0 0,-1-1 0 0 0,1 1 1 0 0,-1 0-1 0 0,-2-1 1 0 0,-1 1 93 0 0,0-1 0 0 0,0 1 1 0 0,0 0-1 0 0,-1 0 0 0 0,1 1 1 0 0,0-1-1 0 0,0 1 0 0 0,0 0 1 0 0,-8 4-1 0 0,-12 5 196 0 0,1 2-1 0 0,1 1 1 0 0,-25 18 0 0 0,-61 53 597 0 0,100-77-1001 0 0,0 2-1 0 0,-8 8 1 0 0,14-14-48 0 0,1 1 1 0 0,-1-1 0 0 0,1 0 0 0 0,0 1-1 0 0,0-1 1 0 0,0 1 0 0 0,0 0 0 0 0,1-1-1 0 0,-3 9 1 0 0,4-11-18 0 0,0 1-1 0 0,0-1 1 0 0,0 0-1 0 0,1 1 1 0 0,-1-1-1 0 0,0 0 1 0 0,0 1 0 0 0,1-1-1 0 0,-1 0 1 0 0,1 1-1 0 0,-1-1 1 0 0,1 0-1 0 0,0 0 1 0 0,-1 0-1 0 0,1 0 1 0 0,0 1 0 0 0,0-1-1 0 0,0 0 1 0 0,0 0-1 0 0,0-1 1 0 0,0 1-1 0 0,0 0 1 0 0,0 0 0 0 0,0 0-1 0 0,0-1 1 0 0,2 2-1 0 0,4 1-77 0 0,0 1 0 0 0,1-1 0 0 0,8 3-1 0 0,-11-4 57 0 0,12 3-53 0 0,1-1-1 0 0,0 0 1 0 0,0-1-1 0 0,0-1 1 0 0,1-1-1 0 0,27-1 1 0 0,-15-2-40 0 0,0-2-1 0 0,0-1 1 0 0,31-9 0 0 0,-40 8 123 0 0,-1-1 0 0 0,1-2 0 0 0,-1 0 0 0 0,-1-1 0 0 0,1-1 0 0 0,-2-1 0 0 0,0 0 0 0 0,0-2 0 0 0,22-20 0 0 0,-37 29 2 0 0,1 0 0 0 0,-1 0 0 0 0,0 0 1 0 0,5-10-1 0 0,-9 14 56 0 0,0 1-44 0 0,0-1-1 0 0,0 0 0 0 0,0 1 0 0 0,-1-1 1 0 0,1 0-1 0 0,0 1 0 0 0,-1-1 1 0 0,1 1-1 0 0,0-1 0 0 0,-1 0 0 0 0,1 1 1 0 0,-1-1-1 0 0,1 1 0 0 0,-1-1 1 0 0,1 1-1 0 0,-1 0 0 0 0,1-1 0 0 0,-1 1 1 0 0,1-1-1 0 0,-1 1 0 0 0,0 0 1 0 0,1-1-1 0 0,-1 1 0 0 0,-1 0 0 0 0,-15-4 253 0 0,12 5-193 0 0,0 0 1 0 0,-1 1-1 0 0,1-1 1 0 0,0 1-1 0 0,0 0 1 0 0,1 1-1 0 0,-1-1 1 0 0,0 1-1 0 0,1 0 1 0 0,-1 0-1 0 0,-7 7 1 0 0,4-2-23 0 0,-1 0-1 0 0,1 0 1 0 0,1 1 0 0 0,-10 14 0 0 0,15-20-45 0 0,0 1 1 0 0,0-1-1 0 0,0 1 1 0 0,0-1-1 0 0,1 1 1 0 0,-1 0 0 0 0,1-1-1 0 0,0 1 1 0 0,0 0-1 0 0,1 0 1 0 0,-1 0-1 0 0,0 5 1 0 0,1-8-7 0 0,0 0 0 0 0,0-1 0 0 0,0 1 0 0 0,0 0 0 0 0,0-1 0 0 0,0 1 0 0 0,0 0 0 0 0,0-1 0 0 0,1 1 0 0 0,-1 0 0 0 0,0-1 0 0 0,0 1 0 0 0,0 0 0 0 0,1-1 0 0 0,-1 1 0 0 0,0-1 0 0 0,1 1 0 0 0,-1 0 0 0 0,1-1 0 0 0,-1 1 0 0 0,0-1 0 0 0,1 1 0 0 0,-1-1 0 0 0,1 1 0 0 0,0-1 0 0 0,0 1 0 0 0,1 0 0 0 0,1 2-15 0 0,1 0-1 0 0,0 0 1 0 0,-1-1 0 0 0,1 0-1 0 0,0 1 1 0 0,0-1 0 0 0,0-1 0 0 0,0 1-1 0 0,1-1 1 0 0,-1 1 0 0 0,0-1-1 0 0,1-1 1 0 0,-1 1 0 0 0,1 0-1 0 0,-1-1 1 0 0,1 0 0 0 0,-1 0-1 0 0,9-2 1 0 0,6-1-125 0 0,-1 0-1 0 0,1-2 1 0 0,19-8-1 0 0,-26 9 81 0 0,3-1 5 0 0,-5 2 23 0 0,0 0-1 0 0,-1-1 1 0 0,1 0 0 0 0,-1-1 0 0 0,0 0 0 0 0,0-1 0 0 0,15-12 977 0 0,-25 19-801 0 0,0 1-127 0 0,-1 1-1 0 0,1-1 1 0 0,-1 1-1 0 0,1-1 1 0 0,0 1-1 0 0,0 0 1 0 0,0-1-1 0 0,0 1 1 0 0,0 0-1 0 0,1 0 1 0 0,-1 0-1 0 0,1 0 1 0 0,0 0-1 0 0,0-1 1 0 0,0 6-1 0 0,2-1-10 0 0,-1 1 0 0 0,1-1 0 0 0,5 15 0 0 0,-3-11 31 0 0,44 112 52 0 0,-29-79-96 0 0,-2 0-1 0 0,17 72 1 0 0,-32-108 11 0 0,0 1-1 0 0,-1 0 1 0 0,-1 0-1 0 0,1 0 1 0 0,-1 0-1 0 0,-1 0 1 0 0,0 0-1 0 0,-2 14 1 0 0,1-19-2 0 0,1 1 0 0 0,-1-1-1 0 0,0 0 1 0 0,0 1 0 0 0,0-1 0 0 0,-1 0-1 0 0,1 0 1 0 0,-1 0 0 0 0,0-1 0 0 0,0 1 0 0 0,-1 0-1 0 0,1-1 1 0 0,-1 0 0 0 0,1 0 0 0 0,-1 0-1 0 0,0-1 1 0 0,-7 5 0 0 0,2-3-2 0 0,0-1 1 0 0,0 0-1 0 0,-1 0 0 0 0,1 0 1 0 0,-1-1-1 0 0,1-1 0 0 0,-20 1 1 0 0,-71-6 6 0 0,87 3-5 0 0,-30-3-136 0 0,1-2 1 0 0,0-2-1 0 0,-73-23 0 0 0,105 27-292 0 0,-1 0 0 0 0,1-1 0 0 0,0 0-1 0 0,0-1 1 0 0,1 0 0 0 0,-14-11-1 0 0,9 3-1482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27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510 2 13359 0 0,'0'0'612'0'0,"-2"0"-14"0"0,-12-1-309 0 0,8 1 117 0 0,-1 0-1 0 0,1 0 1 0 0,-1 0-1 0 0,1 1 1 0 0,-10 2-1 0 0,-31 9 6214 0 0,-21 7-2966 0 0,12 1-2747 0 0,-8 3-55 0 0,-87 44 0 0 0,97-31-552 0 0,53-36-297 0 0,1 1 0 0 0,-1-1 0 0 0,1 0 0 0 0,0 1 0 0 0,-1-1 1 0 0,1 0-1 0 0,0 1 0 0 0,-1-1 0 0 0,1 1 0 0 0,0-1 0 0 0,-1 1 0 0 0,1-1 1 0 0,0 0-1 0 0,0 1 0 0 0,0-1 0 0 0,-1 1 0 0 0,1-1 0 0 0,0 1 1 0 0,0-1-1 0 0,0 1 0 0 0,0-1 0 0 0,0 1 0 0 0,0-1 0 0 0,0 1 0 0 0,0-1 1 0 0,0 1-1 0 0,0-1 0 0 0,0 1 0 0 0,1-1 0 0 0,-1 1 0 0 0,0-1 0 0 0,0 1 1 0 0,0-1-1 0 0,1 1 0 0 0,-1-1 0 0 0,0 1 0 0 0,1-1 0 0 0,12 15 46 0 0,-7-11-48 0 0,1 0 0 0 0,-1-1 0 0 0,1 0 0 0 0,0 0 0 0 0,0 0 0 0 0,0-1 0 0 0,8 2 0 0 0,56 8 0 0 0,-34-8 0 0 0,6 3 0 0 0,0 2 0 0 0,-1 1 0 0 0,74 30 0 0 0,-105-35 0 0 0,0 0-1 0 0,-1 1 1 0 0,0 0-1 0 0,0 1 1 0 0,0 1 0 0 0,-1-1-1 0 0,0 1 1 0 0,0 1-1 0 0,12 16 1 0 0,-17-20 1 0 0,0 0 0 0 0,-1 1 0 0 0,1-1 0 0 0,-2 1 0 0 0,1 0 0 0 0,0 0 0 0 0,-1 0 0 0 0,0 0 0 0 0,-1 1 0 0 0,0-1 0 0 0,1 0 0 0 0,-2 1 0 0 0,1-1 0 0 0,-1 1 0 0 0,0-1 0 0 0,0 1 0 0 0,-1-1 0 0 0,0 1 0 0 0,-3 9 0 0 0,2-9 22 0 0,0-1 0 0 0,-1 0-1 0 0,1 1 1 0 0,-2-1 0 0 0,1 0 0 0 0,-1 0 0 0 0,0-1 0 0 0,0 1-1 0 0,0-1 1 0 0,-1 0 0 0 0,1 0 0 0 0,-2 0 0 0 0,1-1-1 0 0,-9 7 1 0 0,3-4 17 0 0,-2-1-1 0 0,1 0 1 0 0,-1-1-1 0 0,0 0 1 0 0,0 0-1 0 0,-18 2 1 0 0,-2 1-30 0 0,-1-2 0 0 0,1-1 0 0 0,-2-2 0 0 0,1-1 0 0 0,0-2 0 0 0,-44-5 0 0 0,71 5-150 0 0,1-2-1 0 0,-1 1 0 0 0,1-1 0 0 0,0 0 0 0 0,0 0 0 0 0,0-1 1 0 0,0 0-1 0 0,0 0 0 0 0,-6-4 0 0 0,10 6-97 0 0,0-1 1 0 0,0 0-1 0 0,0 0 0 0 0,0 0 0 0 0,0 0 1 0 0,1 0-1 0 0,-1 0 0 0 0,0-1 0 0 0,1 1 0 0 0,0-1 1 0 0,-1 1-1 0 0,1-1 0 0 0,0 1 0 0 0,1-1 1 0 0,-1 0-1 0 0,0 1 0 0 0,1-1 0 0 0,-1 0 1 0 0,1 1-1 0 0,0-1 0 0 0,0 0 0 0 0,0 0 1 0 0,1-4-1 0 0,4-19-8665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28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13823 0 0,'0'0'1247'0'0,"0"3"-1023"0"0,5 22 2324 0 0,-1 0 0 0 0,-2 1 0 0 0,0-1 0 0 0,-4 45-1 0 0,1-36-1690 0 0,1 0 0 0 0,5 35 0 0 0,19 46-356 0 0,-15-78-1334 0 0,-1 0 0 0 0,3 48 0 0 0,-10-81 373 0 0,0 2 227 0 0,-3-1-4358 0 0,-2 3 2228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28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5527 0 0,'1'0'4614'0'0,"6"3"-2213"0"0,-1 0 1 0 0,1-1-1 0 0,-1 0 1 0 0,1 0 0 0 0,7 1-1 0 0,-2-2-960 0 0,0 0 0 0 0,16 0 0 0 0,7-4-1623 0 0,36-7-1 0 0,-51 6 1674 0 0,45-8-1166 0 0,-36 5-157 0 0,1 2 1 0 0,0 1 0 0 0,43 0 0 0 0,-57 6-169 0 0,-4 3 0 0 0,-11-3 1 0 0,0 0 1 0 0,1-1-1 0 0,-1 1 0 0 0,0 0 1 0 0,0 0-1 0 0,0 0 0 0 0,0 0 1 0 0,0 0-1 0 0,-1 0 0 0 0,1 0 1 0 0,0 0-1 0 0,-1 0 0 0 0,0 1 1 0 0,1-1-1 0 0,-1 0 0 0 0,0 0 1 0 0,0 0-1 0 0,0 1 0 0 0,-1 3 0 0 0,-1 5 19 0 0,0 0-1 0 0,-5 15 1 0 0,7-25-20 0 0,-67 174 595 0 0,64-168-562 0 0,0 0 4 0 0,1 0 1 0 0,-1 0-1 0 0,1 0 1 0 0,1 0-1 0 0,-1 0 0 0 0,0 13 1 0 0,3-16 16 0 0,8 10-77 0 0,-3-12 0 0 0,-4-2 13 0 0,1 1-15 0 0,1 0 0 0 0,-1-1 0 0 0,1 0-1 0 0,-1 0 1 0 0,1 0 0 0 0,-1 0-1 0 0,1 0 1 0 0,-1-1 0 0 0,1 1 0 0 0,-1-1-1 0 0,0 0 1 0 0,1 0 0 0 0,-1-1 0 0 0,0 1-1 0 0,0 0 1 0 0,0-1 0 0 0,0 0 0 0 0,0 0-1 0 0,4-3 1 0 0,4-4-104 0 0,0 0-1 0 0,-1 0 1 0 0,14-17 0 0 0,-14 13 54 0 0,-1 0 1 0 0,1-1-1 0 0,-2 0 1 0 0,11-24 0 0 0,22-73 18 0 0,-41 110 308 0 0,2 1-237 0 0,-1 0 1 0 0,1 1 0 0 0,-1-1 0 0 0,1 0-1 0 0,-1 1 1 0 0,1 0 0 0 0,-1-1 0 0 0,1 1-1 0 0,-1 0 1 0 0,0 0 0 0 0,1 0-1 0 0,-1 0 1 0 0,0 0 0 0 0,0 0 0 0 0,0 0-1 0 0,0 0 1 0 0,2 3 0 0 0,14 26 119 0 0,-9-15-69 0 0,4 5-33 0 0,1 0-1 0 0,1-1 1 0 0,1-1 0 0 0,0 0 0 0 0,19 15 0 0 0,-28-27-225 0 0,0-1 1 0 0,1 0 0 0 0,-1 0-1 0 0,1-1 1 0 0,0 0-1 0 0,0 0 1 0 0,1 0-1 0 0,-1-1 1 0 0,1 0 0 0 0,0-1-1 0 0,-1 0 1 0 0,1 0-1 0 0,0 0 1 0 0,0-1-1 0 0,1-1 1 0 0,-1 1 0 0 0,0-1-1 0 0,8-1 1 0 0,0-3-2048 0 0,-1-3-4107 0 0,-2-1-1952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29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17 12439 0 0,'-6'-15'13231'0'0,"5"14"-12697"0"0,1 1-398 0 0,-1 0-1 0 0,1 0 1 0 0,-1 0 0 0 0,1 0 0 0 0,-1 0 0 0 0,1 1 0 0 0,-1-1-1 0 0,1 0 1 0 0,-1 0 0 0 0,1 1 0 0 0,-1-1 0 0 0,1 0 0 0 0,-1 1-1 0 0,1-1 1 0 0,0 0 0 0 0,-1 1 0 0 0,1-1 0 0 0,-1 0 0 0 0,1 1-1 0 0,-1 0 1 0 0,-14 26 427 0 0,7-7-254 0 0,1 0 0 0 0,0 0 0 0 0,1 1 1 0 0,2 0-1 0 0,0 0 0 0 0,-1 24 0 0 0,4-28-281 0 0,1 0 1 0 0,0 0-1 0 0,2 0 1 0 0,0 0-1 0 0,0-1 1 0 0,2 1-1 0 0,0-1 1 0 0,8 21-1 0 0,-9-30-47 0 0,0-1-1 0 0,0 0 1 0 0,1 0-1 0 0,0 0 1 0 0,0 0 0 0 0,0-1-1 0 0,1 0 1 0 0,-1 1-1 0 0,1-2 1 0 0,1 1-1 0 0,-1-1 1 0 0,1 1 0 0 0,-1-1-1 0 0,1-1 1 0 0,0 1-1 0 0,1-1 1 0 0,-1 0-1 0 0,0-1 1 0 0,1 1 0 0 0,0-1-1 0 0,10 1 1 0 0,-7-1-48 0 0,1-1 1 0 0,-1 0-1 0 0,1-1 0 0 0,-1-1 1 0 0,1 1-1 0 0,-1-2 0 0 0,0 1 1 0 0,1-1-1 0 0,-1-1 1 0 0,0 0-1 0 0,0 0 0 0 0,0-1 1 0 0,15-9-1 0 0,-13 5 67 0 0,0 0 0 0 0,0 0 0 0 0,-1-2 0 0 0,0 1 0 0 0,13-16 0 0 0,-4 2 0 0 0,25-40 0 0 0,-42 57-8 0 0,1 1-5 0 0,0-1 1 0 0,-1 0-1 0 0,0 0 1 0 0,-1 0-1 0 0,1 0 1 0 0,2-12-1 0 0,-5 14-67 0 0,-2-4 51 0 0,2 8 26 0 0,-1 0 0 0 0,1 0 0 0 0,-1-1 0 0 0,1 1 0 0 0,-1 0 0 0 0,1 0 0 0 0,-1 0 0 0 0,1 0 0 0 0,-1 0 0 0 0,1 0 0 0 0,-1 0 0 0 0,1 0 0 0 0,-1 0 0 0 0,1 0 0 0 0,-1 0 0 0 0,1 0 0 0 0,-1 0 0 0 0,1 0 0 0 0,-1 1 0 0 0,1-1 0 0 0,-2 0 0 0 0,2 1 2 0 0,-4 0 27 0 0,1 1 1 0 0,-1-1-1 0 0,1 1 0 0 0,-1 0 1 0 0,1 0-1 0 0,0 1 0 0 0,0-1 0 0 0,0 1 1 0 0,0-1-1 0 0,0 1 0 0 0,1 0 1 0 0,-1 0-1 0 0,1 0 0 0 0,-1 0 1 0 0,1 1-1 0 0,1-1 0 0 0,-1 1 0 0 0,0-1 1 0 0,1 1-1 0 0,-1 0 0 0 0,0 3 1 0 0,0-1 15 0 0,1 0 1 0 0,0 0-1 0 0,0 0 1 0 0,0-1-1 0 0,1 1 1 0 0,-1 0-1 0 0,1 0 1 0 0,1 0-1 0 0,-1 0 0 0 0,1 0 1 0 0,0 0-1 0 0,0 0 1 0 0,4 8-1 0 0,-2-9-132 0 0,0 0-1 0 0,0 0 0 0 0,0 0 0 0 0,1 0 1 0 0,0 0-1 0 0,0-1 0 0 0,0 0 1 0 0,0 0-1 0 0,1 0 0 0 0,-1 0 0 0 0,1-1 1 0 0,0 1-1 0 0,1-1 0 0 0,-1 0 0 0 0,0-1 1 0 0,1 0-1 0 0,-1 1 0 0 0,1-2 0 0 0,0 1 1 0 0,7 1-1 0 0,-11-3-641 0 0,9-4-5651 0 0</inkml:trace>
  <inkml:trace contextRef="#ctx0" brushRef="#br0" timeOffset="1">1 142 9215 0 0,'0'0'17357'0'0,"3"1"-15745"0"0,8 3-1436 0 0,0-1-1 0 0,0 0 0 0 0,1-1 0 0 0,0 0 0 0 0,-1-1 0 0 0,16 0 0 0 0,76-6 910 0 0,-80 3-1029 0 0,26-4-1704 0 0,0-2-1 0 0,81-22 1 0 0,-88 17-7719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29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15199 0 0,'2'0'6420'0'0,"33"1"262"0"0,-17 0-5631 0 0,0 0 1 0 0,31 8-1 0 0,-40-7-974 0 0,57 17 682 0 0,-59-16-699 0 0,0 0-1 0 0,-1 0 1 0 0,0 0-1 0 0,1 1 1 0 0,-2 0-1 0 0,1 0 1 0 0,8 7-1 0 0,-11-8-59 0 0,-1 0 0 0 0,0 0 0 0 0,0 0 0 0 0,0 1 0 0 0,-1-1 0 0 0,1 0 0 0 0,-1 1 0 0 0,1-1 0 0 0,-1 1 0 0 0,0-1 0 0 0,-1 1 0 0 0,1 0 0 0 0,0-1 0 0 0,-1 1 0 0 0,0 0 0 0 0,0-1 0 0 0,0 1 0 0 0,-1 0 0 0 0,0 5 0 0 0,-3 8 0 0 0,1-1 0 0 0,-13 30 0 0 0,13-38 0 0 0,-11 23 0 0 0,-1 0 0 0 0,-1-2 0 0 0,-26 38 0 0 0,-25 43 0 0 0,61-96 0 0 0,4-3 0 0 0,3-10 0 0 0,-1-1 0 0 0,0 1 0 0 0,1 0 0 0 0,-1-1 0 0 0,1 1 0 0 0,-1-1 0 0 0,1 1 0 0 0,-1-1 0 0 0,1 1 0 0 0,-1-1 0 0 0,1 1 0 0 0,-1-1 0 0 0,1 0 0 0 0,0 1 0 0 0,0-1 0 0 0,4 2 0 0 0,0 0 0 0 0,0 0 0 0 0,1-1 0 0 0,-1 0 0 0 0,0 0 0 0 0,1 0 0 0 0,-1-1 0 0 0,1 1 0 0 0,9-2 0 0 0,8-2 0 0 0,22-4 0 0 0,-25 3 0 0 0,112-24-211 0 0,38-6-219 0 0,-126 26-1216 0 0,-20 3 77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29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 16583 0 0,'-2'1'1276'0'0,"-5"4"-301"0"0,-10 6 8523 0 0,10-7-6222 0 0,4 0-2483 0 0,3-4-849 0 0,-1 0 1 0 0,1 0-1 0 0,0 0 0 0 0,0 0 0 0 0,0 0 0 0 0,-1 0 0 0 0,1 0 0 0 0,0 0 0 0 0,0 0 0 0 0,0 0 1 0 0,-1 1-1 0 0,1-1 0 0 0,0 0 0 0 0,0 0 0 0 0,0 0 0 0 0,0 0 0 0 0,0 1 0 0 0,-1-1 1 0 0,1 0-1 0 0,0 0 0 0 0,0 0 0 0 0,0 1 0 0 0,0-1 0 0 0,0 0 0 0 0,0 0 0 0 0,0 0 1 0 0,0 1-1 0 0,0-1 0 0 0,0 0 0 0 0,0 0 0 0 0,0 1 0 0 0,0-1 0 0 0,0 0 0 0 0,0 0 0 0 0,0 0 1 0 0,0 1-1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30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0 19351 0 0,'-14'36'2416'0'0,"8"-24"419"0"0,2 0 0 0 0,-5 16 0 0 0,8-25-2968 0 0,-3 13 1946 0 0,4-16-1883 0 0,0 1 0 0 0,0 0 0 0 0,0-1 0 0 0,0 1 0 0 0,0-1 0 0 0,0 1-1 0 0,0 0 1 0 0,0-1 0 0 0,1 1 0 0 0,-1-1 0 0 0,0 1 0 0 0,0 0 0 0 0,1-1 0 0 0,-1 1-1 0 0,0-1 1 0 0,0 1 0 0 0,1-1 0 0 0,-1 1 0 0 0,1-1 0 0 0,-1 1 0 0 0,0-1 0 0 0,1 1-1 0 0,-1-1 1 0 0,1 0 0 0 0,-1 1 0 0 0,2-1 0 0 0,9 5-7282 0 0,3-3-2412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30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478 65 17447 0 0,'0'0'796'0'0,"0"-2"-12"0"0,-9-14 12026 0 0,9 16-12676 0 0,-2 6-1734 0 0,-2 5 1933 0 0,0 1 0 0 0,1 0 0 0 0,0 0 0 0 0,-2 19 0 0 0,-1 50 84 0 0,5-51-292 0 0,1 24-85 0 0,3 1 0 0 0,11 69 0 0 0,-12-109-79 0 0,1 14-75 0 0,-2-16-7505 0 0</inkml:trace>
  <inkml:trace contextRef="#ctx0" brushRef="#br0" timeOffset="1">0 54 16127 0 0,'0'0'2072'0'0,"3"0"46"0"0,42-6 5381 0 0,1-1-4693 0 0,65-7-1618 0 0,-8 4-921 0 0,170-7 423 0 0,-255 18-714 0 0,9-1-364 0 0,1 1 0 0 0,-1 1 0 0 0,0 1 0 0 0,40 11 0 0 0,-52-8-1064 0 0,-1 2-68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31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21999 0 0,'0'0'1009'0'0,"3"0"-23"0"0,22 1 63 0 0,29-2 1 0 0,-30 0 1376 0 0,44 3-1 0 0,-65-1-2301 0 0,0-1-1 0 0,0 0 0 0 0,0 1 0 0 0,0 0 0 0 0,0 0 0 0 0,0 0 0 0 0,0 0 1 0 0,0 0-1 0 0,-1 1 0 0 0,4 2 0 0 0,-5-4-105 0 0,0 1 0 0 0,0 0-1 0 0,0 0 1 0 0,0 0 0 0 0,0 0 0 0 0,-1 1 0 0 0,1-1-1 0 0,0 0 1 0 0,-1 0 0 0 0,1 0 0 0 0,-1 1 0 0 0,1-1-1 0 0,-1 0 1 0 0,1 0 0 0 0,-1 1 0 0 0,0-1 0 0 0,0 0-1 0 0,0 1 1 0 0,0-1 0 0 0,0 0 0 0 0,0 1-1 0 0,0-1 1 0 0,0 0 0 0 0,0 1 0 0 0,-1 1 0 0 0,-5 14-17 0 0,0-2 0 0 0,-1 1 0 0 0,-1-1-1 0 0,0 0 1 0 0,-15 19 0 0 0,10-12-1 0 0,-7 7 0 0 0,10-15 0 0 0,1 1 0 0 0,0 0 0 0 0,-11 27 0 0 0,17-31 0 0 0,4-1 0 0 0,-1-8 0 0 0,1-1 0 0 0,0 1 0 0 0,0-1 0 0 0,1 1 0 0 0,-1-1 0 0 0,0 1 0 0 0,0-1 0 0 0,1 0 0 0 0,-1 0 0 0 0,1 0 0 0 0,-1 1 0 0 0,1-1 0 0 0,-1-1 0 0 0,1 1 0 0 0,0 0 0 0 0,-1 0 0 0 0,1-1 0 0 0,0 1 0 0 0,0-1 0 0 0,0 1 0 0 0,-1-1 0 0 0,1 0 0 0 0,2 1 0 0 0,4-1 0 0 0,0 1 0 0 0,0-1 0 0 0,16-2 0 0 0,-2-2-589 0 0,-1 0 0 0 0,1-2-1 0 0,-1 0 1 0 0,28-13 0 0 0,-20 6-1909 0 0,-1-2 0 0 0,37-25 0 0 0,-34 19-7110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31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7367 0 0,'2'-1'9490'0'0,"31"-3"515"0"0,1 3-5325 0 0,71 4-4783 0 0,-75-2 934 0 0,-17 0-1229 0 0,25 6 0 0 0,-5 1-3902 0 0</inkml:trace>
  <inkml:trace contextRef="#ctx0" brushRef="#br0" timeOffset="1">64 190 14279 0 0,'0'0'12980'0'0,"2"1"-12033"0"0,3 0-674 0 0,1 1 1 0 0,-1-1-1 0 0,1 1 0 0 0,-1-2 1 0 0,1 1-1 0 0,-1 0 1 0 0,1-1-1 0 0,6-1 1 0 0,49-6 184 0 0,-35 3-400 0 0,69-13-2273 0 0,-69 14 1022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31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362 0 22175 0 0,'0'0'3451'0'0,"-2"2"-2289"0"0,-14 18 1573 0 0,2-1-1713 0 0,-1-1 1 0 0,-27 25 0 0 0,-60 39-926 0 0,-57 53-18 0 0,152-128-79 0 0,7-6 0 0 0,-1-1 0 0 0,1 0 0 0 0,0 0 0 0 0,0 1 0 0 0,-1-1 0 0 0,1 0 0 0 0,0 0 0 0 0,0 1 0 0 0,-1-1 0 0 0,1 0 0 0 0,0 0 0 0 0,0 1 0 0 0,0-1 0 0 0,-1 0 0 0 0,1 1 0 0 0,0-1 0 0 0,0 1 0 0 0,0-1 0 0 0,0 0 0 0 0,0 1 0 0 0,0-1 0 0 0,0 0 0 0 0,0 1 0 0 0,0-1 0 0 0,0 0 0 0 0,0 1 0 0 0,0-1 0 0 0,0 1 0 0 0,0-1 0 0 0,0 0 0 0 0,0 1 0 0 0,0-1 0 0 0,1 0 0 0 0,-1 1 0 0 0,0-1 0 0 0,0 0 0 0 0,0 1 0 0 0,1-1 0 0 0,-1 0 0 0 0,0 0 0 0 0,0 1 0 0 0,1-1 0 0 0,-1 0 0 0 0,0 0 0 0 0,0 1 0 0 0,1-1 0 0 0,-1 0 0 0 0,0 0 0 0 0,1 0 0 0 0,-1 1 0 0 0,1-1 0 0 0,1 1 0 0 0,0 1 0 0 0,1-1 0 0 0,-1 1 0 0 0,1-1 0 0 0,-1 0 0 0 0,1 0 0 0 0,-1 0 0 0 0,1 0 0 0 0,0 0 0 0 0,0-1 0 0 0,-1 1 0 0 0,5-1 0 0 0,37 0 0 0 0,-22-1 0 0 0,149-7-1370 0 0,-2 0-600 0 0,-167 8 1106 0 0,12-1 631 0 0,-10 1-2507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32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0 22543 0 0,'0'0'4540'0'0,"-1"2"-3399"0"0,-6 47 1992 0 0,-8 63-1767 0 0,13-86-1351 0 0,-2 97 26 0 0,4-108-59 0 0,1 1 0 0 0,1-1 0 0 0,1 1 0 0 0,0-1 0 0 0,9 26 0 0 0,-11-38-133 0 0,1 0-1 0 0,-1 0 1 0 0,1 0 0 0 0,0 0-1 0 0,-1-1 1 0 0,2 1 0 0 0,-1 0-1 0 0,0-1 1 0 0,0 1 0 0 0,1-1-1 0 0,-1 0 1 0 0,5 3 0 0 0,-6-4-937 0 0,1 0 1 0 0,0-1 0 0 0,0 1-1 0 0,0 0 1 0 0,0 0-1 0 0,0-1 1 0 0,3 1 0 0 0,10 0-8391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32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9 12895 0 0,'-8'-4'1378'0'0,"-8"1"-1945"0"0,11 2 2406 0 0,0 1-1 0 0,1-1 0 0 0,-1 1 0 0 0,0 0 0 0 0,1 1 1 0 0,-1-1-1 0 0,-8 2 0 0 0,-8 7 156 0 0,13-4-1653 0 0,-1 1 0 0 0,1 0 1 0 0,0 0-1 0 0,0 1 1 0 0,-9 9-1 0 0,14-12-326 0 0,0-1-1 0 0,1 1 0 0 0,-1-1 1 0 0,1 1-1 0 0,0 0 1 0 0,0 0-1 0 0,0 0 1 0 0,0 0-1 0 0,1 0 1 0 0,-1 1-1 0 0,1-1 1 0 0,0 0-1 0 0,0 1 1 0 0,0 6-1 0 0,1-8-15 0 0,0 0 0 0 0,0 0-1 0 0,0 0 1 0 0,0 0 0 0 0,1 0 0 0 0,-1 0 0 0 0,1 0-1 0 0,0-1 1 0 0,0 1 0 0 0,0 0 0 0 0,0 0 0 0 0,0-1-1 0 0,0 1 1 0 0,1-1 0 0 0,0 1 0 0 0,-1-1 0 0 0,1 1-1 0 0,0-1 1 0 0,3 3 0 0 0,3 2 1 0 0,-1-1 0 0 0,1 0 0 0 0,0 0 0 0 0,1-1 0 0 0,0 0 0 0 0,13 6 0 0 0,62 18 0 0 0,-45-16 0 0 0,-5-2 0 0 0,-14-5 0 0 0,-1 0 0 0 0,0 2 0 0 0,27 14 0 0 0,-43-20 0 0 0,-1-1 0 0 0,1 1 0 0 0,-1 0 0 0 0,1 0 0 0 0,-1 0 0 0 0,0 0 0 0 0,0 1 0 0 0,0-1 0 0 0,-1 1 0 0 0,1-1 0 0 0,0 1 0 0 0,1 4 0 0 0,-1 4 1 0 0,-5-7 4 0 0,2-3 0 0 0,-3 3 3 0 0,0 0 0 0 0,0 0 0 0 0,0 0 0 0 0,0 0 0 0 0,-1-1 0 0 0,1 0 0 0 0,-1 0 0 0 0,0 0 0 0 0,0-1 0 0 0,0 0 0 0 0,0 1 0 0 0,0-2 1 0 0,-1 1-1 0 0,-6 1 0 0 0,1-1-92 0 0,0 0 1 0 0,0-1 0 0 0,-1 0 0 0 0,1-1 0 0 0,0 0 0 0 0,-13-3-1 0 0,3 0-1001 0 0,0-2 0 0 0,-26-10-1 0 0,27 8-887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32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11055 0 0,'0'0'852'0'0,"2"-1"-37"0"0,34-6 9225 0 0,3 2-4722 0 0,16-2-3315 0 0,-3 0-903 0 0,73-1 1 0 0,-53 5-861 0 0,-33 1-203 0 0,-18-1 4 0 0,1 2 0 0 0,-1 0 0 0 0,1 2 1 0 0,39 5-1 0 0,-59-5-41 0 0,0-1 0 0 0,0 1 0 0 0,0-1 0 0 0,0 1 0 0 0,0 0 0 0 0,0 0 0 0 0,0 0 0 0 0,0 0 0 0 0,0 0 0 0 0,0 0 0 0 0,-1 1 0 0 0,3 2 0 0 0,-3-3 0 0 0,0 0 0 0 0,0 0 0 0 0,-1 0 0 0 0,1 0 0 0 0,-1 0 0 0 0,1 0 0 0 0,-1 0 0 0 0,1 1 0 0 0,-1-1 0 0 0,0 0 0 0 0,1 0 0 0 0,-1 1 0 0 0,0-1 0 0 0,0 0 0 0 0,0 2 0 0 0,-1 2 0 0 0,0-1 0 0 0,0 0 0 0 0,0 1 0 0 0,-1-1 0 0 0,1 0 0 0 0,-1 0 0 0 0,-5 7 0 0 0,5-7 0 0 0,-35 59 0 0 0,23-41 0 0 0,0 0 0 0 0,2 1 0 0 0,1 0 0 0 0,-13 39 0 0 0,20-50 0 0 0,1 0 0 0 0,1 0 0 0 0,0 0 0 0 0,0 0 0 0 0,1 15 0 0 0,1-24 0 0 0,0 0 0 0 0,1 0 0 0 0,-1 0 0 0 0,0 0 0 0 0,1 0 0 0 0,0-1 0 0 0,0 1 0 0 0,0 0 0 0 0,0 0 0 0 0,0-1 0 0 0,0 1 0 0 0,1-1 0 0 0,-1 1 0 0 0,1-1 0 0 0,0 0 0 0 0,0 1 0 0 0,0-1 0 0 0,0 0 0 0 0,0 0 0 0 0,0 0 0 0 0,1-1 0 0 0,-1 1 0 0 0,0 0 0 0 0,1-1 0 0 0,-1 1 0 0 0,1-1 0 0 0,5 1 0 0 0,1 1 0 0 0,1-1 0 0 0,0 0 0 0 0,0 0 0 0 0,0-2 0 0 0,0 1 0 0 0,0-1 0 0 0,0 0 0 0 0,0-1 0 0 0,0 0 0 0 0,14-4 0 0 0,3-3 0 0 0,1 0 0 0 0,34-17 0 0 0,-48 19 0 0 0,-1 0 0 0 0,0-1 0 0 0,0 0 0 0 0,0-1 0 0 0,-1-1 0 0 0,-1 0 0 0 0,1 0 0 0 0,-1-1 0 0 0,-1-1 0 0 0,9-11 0 0 0,-16 18 0 0 0,-1 0 0 0 0,0 0 0 0 0,0-1 0 0 0,0 1 0 0 0,0-1 0 0 0,-1 1 0 0 0,0-1 0 0 0,0 0 0 0 0,0 1 0 0 0,-1-1 0 0 0,1 0 0 0 0,-1 0 0 0 0,0 1 0 0 0,-1-1 0 0 0,1 0 0 0 0,-1 1 0 0 0,-2-9 0 0 0,1 4 0 0 0,-1 0 0 0 0,0 0 0 0 0,-1 0 0 0 0,0 1 0 0 0,0-1 0 0 0,-1 1 0 0 0,0 0 0 0 0,-7-8 0 0 0,2 4-169 0 0,-1 1 1 0 0,-1 0-1 0 0,-25-18 0 0 0,-42-21-3745 0 0,60 40-6321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33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 6911 0 0,'0'0'6642'0'0,"-3"8"-3160"0"0,-4 18 6288 0 0,5 3-5642 0 0,6 30-4015 0 0,-1-24 852 0 0,7 77-350 0 0,-4-61-577 0 0,-3 1 0 0 0,-4 78 0 0 0,0-121-230 0 0,-1 11 501 0 0,2-7-3056 0 0,10-15 152 0 0,-2-1 1382 0 0,0-1-1 0 0,0 0 1 0 0,-1-1-1 0 0,0 0 1 0 0,1 0 0 0 0,10-11-1 0 0,-3 3-1309 0 0,6-4-3872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33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49 12695 0 0,'21'-29'1354'0'0,"-21"28"-1180"0"0,1 1 1 0 0,-1 0-1 0 0,0-1 1 0 0,1 1-1 0 0,-1-1 1 0 0,0 1-1 0 0,0 0 1 0 0,0-1-1 0 0,1 1 1 0 0,-1-1-1 0 0,0 1 1 0 0,0-1-1 0 0,0 1 1 0 0,0-1-1 0 0,0 1 1 0 0,0-1-1 0 0,0 1 1 0 0,0-1-1 0 0,0 1 1 0 0,0-1-1 0 0,0 1 1 0 0,0-1-1 0 0,0 1 1 0 0,0-1-1 0 0,0 1 1 0 0,-1-1-1 0 0,1 1 1 0 0,0-1-1 0 0,0 1 1 0 0,-1-1-1 0 0,1 1 1 0 0,0 0-1 0 0,0-1 1 0 0,-1 1-1 0 0,1 0 1 0 0,0-1-1 0 0,-1 1 1 0 0,1 0-1 0 0,-1-1 1 0 0,1 1-1 0 0,-1 0 1 0 0,1-1-1 0 0,0 1 1 0 0,-1 0-1 0 0,1 0 1 0 0,-1 0-1 0 0,1 0 1 0 0,-1-1-1 0 0,1 1 1 0 0,-1 0-1 0 0,1 0 1 0 0,-1 0-1 0 0,1 0 1 0 0,-1 0-1 0 0,1 0 1 0 0,-1 0-1 0 0,1 0 1 0 0,-2 1-1 0 0,1-1-42 0 0,-3 0 387 0 0,0 0 0 0 0,0 0 0 0 0,0 1 0 0 0,1 0 0 0 0,-1 0 0 0 0,0 0 0 0 0,0 0 0 0 0,1 0 0 0 0,-1 1 0 0 0,1-1 0 0 0,-5 4-1 0 0,-37 26 1038 0 0,40-28-1404 0 0,-13 11-94 0 0,-60 48 153 0 0,70-54-201 0 0,0 0 1 0 0,1 0 0 0 0,0 0 0 0 0,1 1 0 0 0,0 0 0 0 0,0 0 0 0 0,-5 12 0 0 0,10-19-11 0 0,0 0 0 0 0,0 0 0 0 0,1 0 0 0 0,-1 0 0 0 0,1 1 0 0 0,-1-1 0 0 0,1 0 0 0 0,0 0 0 0 0,-1 1 0 0 0,1-1 0 0 0,1 0 0 0 0,-1 1 0 0 0,0-1 0 0 0,0 0 0 0 0,1 0 0 0 0,-1 1 0 0 0,1-1 0 0 0,1 3 0 0 0,0-2 0 0 0,0 0 0 0 0,-1 0 0 0 0,2-1 0 0 0,-1 1 0 0 0,0 0 0 0 0,0-1 0 0 0,1 0 0 0 0,0 1 0 0 0,-1-1 0 0 0,1 0 0 0 0,3 2 0 0 0,5 1 0 0 0,0 0 0 0 0,0 0 0 0 0,0-1 0 0 0,1 0 0 0 0,22 4 0 0 0,18-1-102 0 0,0-3-1 0 0,71-3 1 0 0,-70-1 33 0 0,30-7-5214 0 0,-59 4 3430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36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21 15199 0 0,'0'0'9483'0'0,"0"3"-8341"0"0,-1 3-851 0 0,0 0-1 0 0,1 0 1 0 0,0 0-1 0 0,0 0 0 0 0,1 0 1 0 0,-1 0-1 0 0,1 0 1 0 0,2 7-1 0 0,18 51 994 0 0,-14-44-915 0 0,10 27-4 0 0,-2-1-50 0 0,2 0 1 0 0,37 68 0 0 0,-48-104-282 0 0,1 0-1 0 0,0 0 1 0 0,0-1-1 0 0,1 0 1 0 0,17 14-1 0 0,-16-17 34 0 0,-2-3 13 0 0,-6-2 0 0 0,7-11 16 0 0,-3 4-84 0 0,0 0 0 0 0,-1 0 0 0 0,1-1-1 0 0,-2 1 1 0 0,1-1 0 0 0,-1 0 0 0 0,3-8 0 0 0,12-54 129 0 0,0 3-73 0 0,19-68-1024 0 0,-2 5-463 0 0,-20 96-1613 0 0,-14 31 1311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36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22319 0 0,'0'0'2019'0'0,"2"-1"-1662"0"0,0-1-235 0 0,0 0 1 0 0,0 0-1 0 0,0 0 0 0 0,1 0 1 0 0,-1 0-1 0 0,1 1 0 0 0,-1-1 0 0 0,1 1 1 0 0,0 0-1 0 0,-1 0 0 0 0,1 0 1 0 0,3-1-1 0 0,6-2 480 0 0,-1 0-149 0 0,1 0 0 0 0,-1 1 0 0 0,1 0-1 0 0,0 0 1 0 0,-1 2 0 0 0,1-1 0 0 0,15 1 0 0 0,-25 2-430 0 0,0-1 0 0 0,1 0 0 0 0,-1 1 0 0 0,0 0 0 0 0,0 0 0 0 0,1-1 1 0 0,-1 1-1 0 0,0 1 0 0 0,3 1 0 0 0,-1-1 3 0 0,-3-1-16 0 0,0 0-1 0 0,1-1 1 0 0,-1 1-1 0 0,0 0 1 0 0,0 0-1 0 0,-1 0 1 0 0,1 0-1 0 0,0 0 1 0 0,0 0-1 0 0,0 0 1 0 0,-1 1-1 0 0,1-1 1 0 0,0 0-1 0 0,-1 0 1 0 0,1 0-1 0 0,-1 1 1 0 0,0-1-1 0 0,1 0 1 0 0,-1 1-1 0 0,0-1 1 0 0,0 0-1 0 0,0 2 1 0 0,0 2 13 0 0,0-1-1 0 0,0 1 1 0 0,0-1 0 0 0,-1 0 0 0 0,-1 5 0 0 0,-1-1 45 0 0,1-1 1 0 0,-1 1-1 0 0,-1-1 1 0 0,1 0-1 0 0,-1 0 0 0 0,-1 0 1 0 0,-5 7-1 0 0,-40 42 430 0 0,34-40-287 0 0,-23 30 1 0 0,29-32-139 0 0,3-4-47 0 0,6-8 20 0 0,1 0-19 0 0,3 8-23 0 0,-3-9-4 0 0,0 0 0 0 0,1-1 0 0 0,-1 1 0 0 0,1 0 0 0 0,-1-1 0 0 0,1 1 0 0 0,-1-1 0 0 0,1 1 0 0 0,-1-1 0 0 0,1 1 0 0 0,0-1 0 0 0,-1 1 0 0 0,2 0 0 0 0,3 1-52 0 0,0-1 0 0 0,0 1-1 0 0,0-1 1 0 0,0 0 0 0 0,0 0 0 0 0,1 0-1 0 0,-1-1 1 0 0,0 1 0 0 0,0-1 0 0 0,1-1 0 0 0,6 0-1 0 0,11-3-438 0 0,27-7 0 0 0,-46 9 439 0 0,21-5-1375 0 0,-1-1 0 0 0,34-17-1 0 0,-32 11-941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37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0 14279 0 0,'0'0'15268'0'0,"2"1"-14359"0"0,6 2-549 0 0,0-1 0 0 0,0 0 0 0 0,1-1 0 0 0,-1 0 0 0 0,11 0 0 0 0,47-2-251 0 0,-23-1-420 0 0,-15 0-957 0 0,-7 0-3796 0 0</inkml:trace>
  <inkml:trace contextRef="#ctx0" brushRef="#br0" timeOffset="1">1 171 11975 0 0,'2'1'12279'0'0,"3"1"-11971"0"0,0-1 1 0 0,0 1-1 0 0,0-1 0 0 0,0 0 1 0 0,0 0-1 0 0,0-1 1 0 0,1 1-1 0 0,-1-1 0 0 0,0 0 1 0 0,0-1-1 0 0,1 1 1 0 0,8-3-1 0 0,10-3-198 0 0,34-12 1 0 0,-25 6-447 0 0,-3 2-442 0 0,1-1-49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37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1 168 19951 0 0,'0'0'918'0'0,"0"-2"-25"0"0,3-8 6293 0 0,3 20-5696 0 0,-3-6-1236 0 0,1 5-83 0 0,-1 1 0 0 0,0-1 0 0 0,0 1 0 0 0,-1-1 0 0 0,0 1 0 0 0,-1 0 0 0 0,0 0 0 0 0,-1 20 0 0 0,1 12 36 0 0,3-5-149 0 0,-3-6-4 0 0,3 0 0 0 0,0 0 1 0 0,2 0-1 0 0,11 32 0 0 0,-10-40-54 0 0,-5-14 0 0 0,1-1 0 0 0,0 1 0 0 0,1-1 0 0 0,0 0 0 0 0,0 0 0 0 0,7 9 0 0 0,-3-8 0 0 0,-7-9 0 0 0,-1 0 0 0 0,1 0 0 0 0,0 1 0 0 0,0-1 0 0 0,-1 0 0 0 0,1 0 0 0 0,0 0 0 0 0,-1 0 0 0 0,1 0 0 0 0,0 0 0 0 0,-1 0 0 0 0,1 0 0 0 0,0 0 0 0 0,0 0 0 0 0,0 0 0 0 0,1-1 0 0 0,0 0 0 0 0,0 0 0 0 0,-1 0 0 0 0,1 0 0 0 0,0 0 0 0 0,-1 0 0 0 0,1 0 0 0 0,0-1 0 0 0,-1 1 0 0 0,0-1 0 0 0,1 1 0 0 0,-1-1 0 0 0,0 1 0 0 0,0-1 0 0 0,0 0 0 0 0,0 0 0 0 0,1-1 0 0 0,13-38 0 0 0,-11 28 0 0 0,3-12 0 0 0,5-37 0 0 0,3-9 0 0 0,87-284-257 0 0,-85 308-586 0 0,-16 45 235 0 0,7 15-6500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38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9671 0 0,'0'0'19200'0'0,"3"1"-18340"0"0,13 1-524 0 0,1-1 0 0 0,-1 0 1 0 0,1-1-1 0 0,-1-1 0 0 0,18-3 0 0 0,-9 2-144 0 0,61-8-90 0 0,37-2-890 0 0,-42 10-2154 0 0,-56 2 1501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38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611 1 3679 0 0,'1'1'18312'0'0,"8"3"-12759"0"0,29 10-2681 0 0,-8-5-2098 0 0,-29-5-634 0 0,-1 2-105 0 0,-1 0 0 0 0,-1 1 0 0 0,1-1 1 0 0,-1 0-1 0 0,0 0 0 0 0,0 0 0 0 0,-1 0 1 0 0,0 0-1 0 0,0 0 0 0 0,0-1 0 0 0,-5 6 1 0 0,-3 5 59 0 0,-1-2 1 0 0,-23 24-1 0 0,-49 38 516 0 0,83-75-558 0 0,4 0 0 0 0,5 2-51 0 0,1-1 0 0 0,0 0-1 0 0,0-1 1 0 0,0 0 0 0 0,0 0-1 0 0,0-1 1 0 0,14-1-1 0 0,67-13-2 0 0,-59 9 0 0 0,-22 3-19 0 0,155-22-3440 0 0,-159 23 2784 0 0,-4 0 358 0 0,0 1 0 0 0,0 0 0 0 0,0 0-1 0 0,0-1 1 0 0,1 1 0 0 0,-1 0 0 0 0,0 0-1 0 0,0 0 1 0 0,1 0 0 0 0,-1 0 0 0 0,0 0 0 0 0,0 1-1 0 0,0-1 1 0 0,3 1 0 0 0,4 5-1657 0 0</inkml:trace>
  <inkml:trace contextRef="#ctx0" brushRef="#br0" timeOffset="1">16 552 23639 0 0,'-2'1'1084'0'0,"2"-1"-789"0"0,-1 1-215 0 0,1-1-1 0 0,0 0 0 0 0,-1 1 0 0 0,1-1 0 0 0,-1 0 0 0 0,1 1 0 0 0,0-1 0 0 0,-1 0 0 0 0,1 1 0 0 0,-1-1 1 0 0,1 0-1 0 0,-1 0 0 0 0,1 0 0 0 0,-1 0 0 0 0,1 1 0 0 0,-1-1 0 0 0,1 0 0 0 0,-1 0 0 0 0,1 0 1 0 0,-1 0-1 0 0,0 0 0 0 0,1 0 0 0 0,-1 0 0 0 0,1 0 0 0 0,-2-1 0 0 0,19 2 891 0 0,0 0 1 0 0,0-2-1 0 0,24-2 1 0 0,55-14 66 0 0,-34 5-616 0 0,40-4-410 0 0,181-7-1 0 0,-227 23-1284 0 0,-55 0 1043 0 0,0 0 1 0 0,0 0-1 0 0,0 1 1 0 0,0-1-1 0 0,0 0 0 0 0,0 1 1 0 0,0-1-1 0 0,0 1 1 0 0,0-1-1 0 0,0 1 1 0 0,0-1-1 0 0,1 2 1 0 0,7 10-7792 0 0,-5 1-674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39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212 565 14743 0 0,'0'0'14140'0'0,"0"-2"-13741"0"0,-2-7-22 0 0,-1 0 0 0 0,0 1-1 0 0,-1 0 1 0 0,1 0 0 0 0,-2 0 0 0 0,-9-15 0 0 0,-10-19 85 0 0,3-3-259 0 0,6 15-181 0 0,2-1-1 0 0,1 0 1 0 0,-11-44-1 0 0,20 59-21 0 0,1 5 0 0 0,0 0 0 0 0,-1 0 0 0 0,0 1 0 0 0,-1-1 0 0 0,0 1 0 0 0,-7-14 0 0 0,9 20 0 0 0,-9-14 0 0 0,3 12 0 0 0,8 6 0 0 0,-1-1 0 0 0,1 1 0 0 0,0 0 0 0 0,-1 0 0 0 0,1 0 0 0 0,-1 0 0 0 0,1 0 0 0 0,0 0 0 0 0,-1 0 0 0 0,1 0 0 0 0,-1 0 0 0 0,1 0 0 0 0,0 0 0 0 0,-1 0 0 0 0,1 0 0 0 0,-1 0 0 0 0,1 1 0 0 0,0-1 0 0 0,-1 0 0 0 0,1 0 0 0 0,0 0 0 0 0,-1 0 0 0 0,1 1 0 0 0,-1 0 0 0 0,0 0 0 0 0,0 0 0 0 0,1 0 0 0 0,-1 0 0 0 0,0 0 0 0 0,1 1 0 0 0,-1-1 0 0 0,1 0 0 0 0,0 0 0 0 0,-1 1 0 0 0,1-1 0 0 0,0 0 0 0 0,0 0 0 0 0,-1 1 0 0 0,1-1 0 0 0,0 0 0 0 0,1 1 0 0 0,-1-1 0 0 0,0 0 0 0 0,0 0 0 0 0,0 1 0 0 0,1-1 0 0 0,-1 0 0 0 0,1 0 0 0 0,-1 0 0 0 0,1 1 0 0 0,-1-1 0 0 0,1 0 0 0 0,0 1 0 0 0,4 5 0 0 0,-1 0 0 0 0,1-1 0 0 0,8 9 0 0 0,-9-10 0 0 0,6 5 0 0 0,-1-1 0 0 0,2 0 0 0 0,-1-1 0 0 0,1 0 0 0 0,0 0 0 0 0,1-2 0 0 0,0 1 0 0 0,0-1 0 0 0,1-1 0 0 0,-1 0 0 0 0,1-1 0 0 0,23 5 0 0 0,-30-8 0 0 0,1-1 0 0 0,-1 1 0 0 0,0-1 0 0 0,1 0 0 0 0,-1-1 0 0 0,1 1 0 0 0,8-3 0 0 0,42-14 0 0 0,-46 13 0 0 0,2-1-5 0 0,0 0-1 0 0,0 0 1 0 0,0-2-1 0 0,-1 1 1 0 0,0-2-1 0 0,-1 0 1 0 0,20-16 0 0 0,-17 9-16 0 0,0 0 1 0 0,-1 0 0 0 0,-1-1 0 0 0,18-29 0 0 0,-18 23 20 0 0,-7 12 3 0 0,0 0 1 0 0,1 1-1 0 0,0 0 0 0 0,7-8 0 0 0,-11 15 72 0 0,-1 5-17 0 0,6 13-55 0 0,-1 0 0 0 0,-1 1-1 0 0,5 22 1 0 0,21 102 77 0 0,-25-117-186 0 0,17 39 0 0 0,-19-53 53 0 0,1 0 0 0 0,0-1 0 0 0,0 1-1 0 0,1-1 1 0 0,0-1 0 0 0,10 12 0 0 0,-13-18-206 0 0,-1 0 0 0 0,0 0 1 0 0,1 0-1 0 0,-1-1 0 0 0,1 1 0 0 0,0 0 0 0 0,5 1 1 0 0,-4-2-609 0 0,1 1 1 0 0,-1-1 0 0 0,1-1 0 0 0,0 1 0 0 0,-1-1-1 0 0,1 1 1 0 0,0-1 0 0 0,-1-1 0 0 0,1 1-1 0 0,0-1 1 0 0,5-1 0 0 0,-6 1-1629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39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17967 0 0,'0'0'14001'0'0,"2"0"-13635"0"0,2 1-199 0 0,20-5 95 0 0,30-2-258 0 0,17-1-4 0 0,21-1-921 0 0,-36 6-3173 0 0,-46 2 2445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40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 23119 0 0,'0'0'5081'0'0,"2"0"-4226"0"0,33-2 55 0 0,1-1-1 0 0,41-10 1 0 0,-8 1-827 0 0,22-6-1896 0 0,-67 13-1390 0 0,-9 2-6609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40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59 7831 0 0,'0'0'603'0'0,"1"-2"-396"0"0,16-32 8671 0 0,-15 26-7127 0 0,-1 6-226 0 0,-1 0-42 0 0,0 2-1268 0 0,0-1 0 0 0,0 1 0 0 0,0 0 0 0 0,0-1 0 0 0,0 1 1 0 0,0-1-1 0 0,0 1 0 0 0,0 0 0 0 0,-1-1 0 0 0,1 1 0 0 0,0-1 0 0 0,0 1 0 0 0,0 0 0 0 0,0-1 1 0 0,-1 1-1 0 0,1-1 0 0 0,0 1 0 0 0,0 0 0 0 0,-1 0 0 0 0,1-1 0 0 0,0 1 0 0 0,-1 0 0 0 0,1-1 1 0 0,0 1-1 0 0,-1 0 0 0 0,1 0 0 0 0,0 0 0 0 0,-1-1 0 0 0,-1 1-62 0 0,1 0 1 0 0,0-1-1 0 0,0 1 0 0 0,0 0 0 0 0,0 0 0 0 0,-1 0 1 0 0,1 0-1 0 0,0 0 0 0 0,0 1 0 0 0,-2-1 0 0 0,-1 2-38 0 0,0-1-1 0 0,0 0 1 0 0,1 1-1 0 0,-1 0 1 0 0,1 0 0 0 0,-6 4-1 0 0,-14 13 86 0 0,1 1 0 0 0,1 1-1 0 0,1 1 1 0 0,-24 35 0 0 0,34-42-115 0 0,1 0 0 0 0,0 0 0 0 0,1 1 0 0 0,1 0 0 0 0,0 1 0 0 0,2 0 0 0 0,-1 0 0 0 0,-4 29 0 0 0,10-41-85 0 0,-1 0 0 0 0,1 0 0 0 0,0-1 0 0 0,0 1 0 0 0,0 0 0 0 0,1 0 0 0 0,0-1 0 0 0,0 1 0 0 0,0 0 0 0 0,0-1 0 0 0,1 1 0 0 0,0-1 0 0 0,4 9 0 0 0,-4-11 0 0 0,0 1 0 0 0,0 0 0 0 0,0-1 0 0 0,0 1 0 0 0,1-1 0 0 0,-1 0 0 0 0,1 0 0 0 0,0 0 0 0 0,0 0 0 0 0,0 0 0 0 0,0 0 0 0 0,0-1 0 0 0,0 0 0 0 0,0 1 0 0 0,0-1 0 0 0,1 0 0 0 0,-1-1 0 0 0,0 1 0 0 0,1-1 0 0 0,3 1 0 0 0,15 0-3 0 0,-1-1 0 0 0,1-1 0 0 0,-1-1 0 0 0,1-1-1 0 0,29-7 1 0 0,-36 6-1 0 0,0-1 1 0 0,0-1-1 0 0,0 0 0 0 0,-1 0 0 0 0,0-1 0 0 0,0-1 0 0 0,0-1 1 0 0,13-11-1 0 0,-20 14-11 0 0,-1 0 1 0 0,1 0 0 0 0,-1-1-1 0 0,0 0 1 0 0,-1 0 0 0 0,0-1-1 0 0,0 1 1 0 0,-1-1 0 0 0,0 0 0 0 0,0-1-1 0 0,5-15 1 0 0,-8 18 0 0 0,0 1-1 0 0,0-1 1 0 0,0 1 0 0 0,-1-1-1 0 0,0 1 1 0 0,0-1 0 0 0,0 1 0 0 0,-1-1-1 0 0,0 0 1 0 0,0 1 0 0 0,0 0-1 0 0,-1-1 1 0 0,0 1 0 0 0,0 0-1 0 0,0 0 1 0 0,0 0 0 0 0,-1 0 0 0 0,0 0-1 0 0,0 1 1 0 0,-5-7 0 0 0,1 3-42 0 0,0 1 1 0 0,-1 0 0 0 0,0 0-1 0 0,0 1 1 0 0,0 0-1 0 0,-1 0 1 0 0,1 1 0 0 0,-2 0-1 0 0,1 0 1 0 0,0 1-1 0 0,-15-4 1 0 0,18 6-327 0 0,-2 0 1 0 0,1 1-1 0 0,0 0 0 0 0,0 0 0 0 0,0 0 0 0 0,-1 1 1 0 0,1 0-1 0 0,0 1 0 0 0,0 0 0 0 0,-1 0 1 0 0,1 0-1 0 0,0 1 0 0 0,0 0 0 0 0,0 0 1 0 0,1 1-1 0 0,-14 6 0 0 0,5 1-8810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41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17047 0 0,'0'0'1311'0'0,"0"1"-846"0"0,-7 29 2681 0 0,0 6 4108 0 0,5-12-5535 0 0,5-12-1148 0 0,-3-11-822 0 0,1 0 0 0 0,-1 0 0 0 0,1 0 0 0 0,-1 0 0 0 0,1 0 0 0 0,0 0 0 0 0,-1-1 0 0 0,1 1 0 0 0,0 0 0 0 0,-1-1 0 0 0,1 1 1 0 0,0 0-1 0 0,0-1 0 0 0,0 1 0 0 0,1 0 0 0 0,9 1-1952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41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25055 0 0,'0'0'2269'0'0,"7"-7"-1106"0"0,-2 5-811 0 0,-1-1 0 0 0,1 1 0 0 0,-1-1 1 0 0,1 1-1 0 0,0 0 0 0 0,0 1 0 0 0,0-1 0 0 0,0 1 0 0 0,10-1 0 0 0,49-1 263 0 0,-57 3-587 0 0,4 0-24 0 0,20 0 30 0 0,45 6-1 0 0,-68-5-29 0 0,0 0 0 0 0,0 1 0 0 0,0 0 0 0 0,0 0 1 0 0,0 1-1 0 0,-1 0 0 0 0,1 1 0 0 0,-1-1 0 0 0,1 2 0 0 0,10 7 0 0 0,-16-10-4 0 0,0 0 0 0 0,0 0 0 0 0,0 0 0 0 0,0 0 0 0 0,-1 0 0 0 0,1 0 0 0 0,-1 1 0 0 0,1-1 0 0 0,-1 0 0 0 0,0 1 0 0 0,0-1 0 0 0,0 1 0 0 0,0-1 0 0 0,-1 1 0 0 0,1 0 0 0 0,-1-1 0 0 0,1 1 0 0 0,-1 0 0 0 0,0-1 0 0 0,0 1 0 0 0,0 0 0 0 0,0-1 0 0 0,-1 1 0 0 0,1 0 0 0 0,-1-1 0 0 0,0 1 0 0 0,1 0 0 0 0,-1-1 0 0 0,-3 5 0 0 0,-2 6 0 0 0,-1-1 0 0 0,-1-1 0 0 0,0 0 0 0 0,-15 17 0 0 0,17-20 0 0 0,-53 54 0 0 0,41-44 0 0 0,0 1 0 0 0,2 0 0 0 0,0 1 0 0 0,-19 31 0 0 0,33-48 0 0 0,1-2 0 0 0,1-1 0 0 0,-1 1 0 0 0,0 0 0 0 0,1 0 0 0 0,0 0 0 0 0,-1-1 0 0 0,1 1 0 0 0,-1 0 0 0 0,1 0 0 0 0,0 0 0 0 0,0 0 0 0 0,-1 0 0 0 0,1 0 0 0 0,0 0 0 0 0,0 1 0 0 0,1 6 0 0 0,1-7 0 0 0,-1 0 0 0 0,1 1 0 0 0,0-1 0 0 0,-1 0 0 0 0,1 0 0 0 0,0 0 0 0 0,0 0 0 0 0,-1-1 0 0 0,1 1 0 0 0,0 0 0 0 0,0-1 0 0 0,0 1 0 0 0,0-1 0 0 0,0 0 0 0 0,3 1 0 0 0,31-1 0 0 0,3-3-108 0 0,-1-2-1 0 0,1-1 1 0 0,-2-3-1 0 0,1 0 1 0 0,39-17-1 0 0,-30 5-1809 0 0,-16 5-6124 0 0,-7 3-1499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41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8287 0 0,'0'1'21589'0'0,"20"147"-19571"0"0,-7-40-1145 0 0,-11-97-873 0 0,-1-3 0 0 0,0 0 0 0 0,1 0 0 0 0,2 9 0 0 0,0-9 0 0 0,3-4 0 0 0,-5-5 0 0 0,0 1 0 0 0,-1 0 0 0 0,1-1 0 0 0,0 1 0 0 0,0-1 0 0 0,0 0 0 0 0,-1 0 0 0 0,1 1 0 0 0,0-1 0 0 0,-1 0 0 0 0,1 0 0 0 0,-1-1 0 0 0,1 1 0 0 0,-1 0 0 0 0,1 0 0 0 0,-1-1 0 0 0,0 1 0 0 0,2-3 0 0 0,3-5 0 0 0,-1 1 0 0 0,6-12 0 0 0,-7 13 0 0 0,47-108 0 0 0,-1-1 0 0 0,-37 95 0 0 0,-12 21 0 0 0,-1 0 0 0 0,0-1 0 0 0,0 1 0 0 0,0 0 0 0 0,0 0 0 0 0,0-1 0 0 0,1 1 0 0 0,-1 0 0 0 0,0 0 0 0 0,0-1 0 0 0,1 1 0 0 0,-1 0 0 0 0,0 0 0 0 0,0 0 0 0 0,0 0 0 0 0,1 0 0 0 0,-1-1 0 0 0,0 1 0 0 0,1 0 0 0 0,-1 0 0 0 0,0 0 0 0 0,0 0 0 0 0,1 0 0 0 0,-1 0 0 0 0,0 0 0 0 0,1 0 0 0 0,-1 0 0 0 0,0 0 0 0 0,0 0 0 0 0,1 0 0 0 0,-1 0 0 0 0,0 0 0 0 0,1 0 0 0 0,-1 0 0 0 0,0 0 0 0 0,0 0 0 0 0,1 1 0 0 0,-1-1 0 0 0,0 0 0 0 0,0 0 0 0 0,1 0 0 0 0,-1 0 0 0 0,0 1 0 0 0,0-1 0 0 0,1 0 0 0 0,-1 0 0 0 0,0 0 0 0 0,0 1 0 0 0,0-1 0 0 0,0 0 0 0 0,1 0 0 0 0,-1 1 0 0 0,0-1 0 0 0,0 0 0 0 0,0 1 0 0 0,0-1 0 0 0,0 0 0 0 0,0 1 0 0 0,0-1 0 0 0,5 10 0 0 0,0-1 0 0 0,-1 1 0 0 0,0 1 0 0 0,-1-1 0 0 0,0 0 0 0 0,2 19 0 0 0,-3-16 0 0 0,1 1 0 0 0,-1 0 0 0 0,1-1 0 0 0,0 1 0 0 0,1-1 0 0 0,1 0 0 0 0,6 14 0 0 0,-6-19 0 0 0,2-1 0 0 0,-5-7 0 0 0,0 0 0 0 0,0 0 0 0 0,-1 0 0 0 0,1 0 0 0 0,0 0 0 0 0,-1-1 0 0 0,1 1 0 0 0,0 0 0 0 0,-1-1 0 0 0,1 1 0 0 0,0-1 0 0 0,-1 1 0 0 0,1-1 0 0 0,2-2 0 0 0,21-14 0 0 0,-11 2 0 0 0,0 0 0 0 0,-1-1 0 0 0,12-20 0 0 0,-10 13 0 0 0,19-20 0 0 0,-21 28 0 0 0,-4 5 0 0 0,1-1 0 0 0,20-16 0 0 0,-30 27 0 0 0,0-1 0 0 0,1 1 0 0 0,-1-1 0 0 0,1 1 0 0 0,0 0 0 0 0,-1-1 0 0 0,1 1 0 0 0,-1 0 0 0 0,1 0 0 0 0,-1-1 0 0 0,1 1 0 0 0,0 0 0 0 0,-1 0 0 0 0,1 0 0 0 0,-1 0 0 0 0,1 0 0 0 0,0 0 0 0 0,-1 0 0 0 0,2 0 0 0 0,2 4 0 0 0,-4-4 0 0 0,3 4 0 0 0,1 0 0 0 0,-1 1 0 0 0,0-1 0 0 0,0 1 0 0 0,0 0 0 0 0,-1-1 0 0 0,0 1 0 0 0,0 1 0 0 0,0-1 0 0 0,2 10 0 0 0,4 10 0 0 0,-1-7-168 0 0,16 27 0 0 0,-20-39 96 0 0,1-1 0 0 0,-1 1 0 0 0,2-1 0 0 0,-1 0 1 0 0,0 0-1 0 0,1-1 0 0 0,0 1 0 0 0,7 3 0 0 0,-10-6-291 0 0,1-1-1 0 0,-1 0 0 0 0,1-1 0 0 0,0 1 1 0 0,-1 0-1 0 0,1-1 0 0 0,0 1 1 0 0,0-1-1 0 0,-1 0 0 0 0,1 0 0 0 0,0 0 1 0 0,0-1-1 0 0,-1 1 0 0 0,6-2 0 0 0,2-1-1477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42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65 19351 0 0,'-6'-5'2018'0'0,"5"5"-1661"0"0,1-1 1 0 0,-1 1-1 0 0,1-1 1 0 0,-1 1-1 0 0,1-1 1 0 0,-1 1 0 0 0,1-1-1 0 0,-1 1 1 0 0,1-1-1 0 0,0 1 1 0 0,-1-1 0 0 0,1 0-1 0 0,0 1 1 0 0,-1-1-1 0 0,1 0 1 0 0,0 1 0 0 0,0-1-1 0 0,0 0 1 0 0,0 1-1 0 0,0-1 1 0 0,-1 0-1 0 0,1 1 1 0 0,1-2 0 0 0,-1 1-215 0 0,0 0-1 0 0,1 0 1 0 0,-1 0 0 0 0,1 0 0 0 0,-1 0 0 0 0,1 0 0 0 0,-1 1 0 0 0,1-1-1 0 0,0 0 1 0 0,-1 0 0 0 0,1 1 0 0 0,0-1 0 0 0,1-1 0 0 0,2 0-136 0 0,0-1 1 0 0,0 1-1 0 0,1 0 1 0 0,7-3-1 0 0,10 0 79 0 0,1 0-1 0 0,0 1 0 0 0,0 2 1 0 0,46 0-1 0 0,-8 4-85 0 0,-49 0 0 0 0,-3 1 0 0 0,-9-3 0 0 0,1 0 0 0 0,-1 0 0 0 0,0 0 0 0 0,1 0 0 0 0,-1 0 0 0 0,0 1 0 0 0,0-1 0 0 0,1 0 0 0 0,-1 0 0 0 0,0 0 0 0 0,0 0 0 0 0,1 1 0 0 0,-1-1 0 0 0,0 0 0 0 0,0 0 0 0 0,1 1 0 0 0,-1-1 0 0 0,0 0 0 0 0,0 0 0 0 0,0 1 0 0 0,1-1 0 0 0,-1 0 0 0 0,0 0 0 0 0,0 1 0 0 0,0-1 0 0 0,0 0 0 0 0,0 1 0 0 0,0-1 0 0 0,0 0 0 0 0,0 1 0 0 0,0-1 0 0 0,0 0 0 0 0,0 1 0 0 0,0-1 0 0 0,0 0 0 0 0,0 1 0 0 0,0-1 0 0 0,0 0 0 0 0,0 1 0 0 0,0-1 0 0 0,0 0 0 0 0,0 0 0 0 0,-1 1 0 0 0,1-1 0 0 0,0 0 0 0 0,0 1 0 0 0,0-1 0 0 0,0 0 0 0 0,-1 0 0 0 0,1 1 0 0 0,-1 3 0 0 0,-1-1 0 0 0,1 1 0 0 0,-1-1 0 0 0,0 1 0 0 0,0-1 0 0 0,0 0 0 0 0,0 0 0 0 0,-1 0 0 0 0,1 0 0 0 0,-1 0 0 0 0,1 0 0 0 0,-1-1 0 0 0,0 1 0 0 0,0-1 0 0 0,-1 0 0 0 0,1 0 0 0 0,-5 2 0 0 0,0 1 0 0 0,1 0 0 0 0,-14 11 0 0 0,20-16 0 0 0,0 0 0 0 0,0 1 0 0 0,1-1 0 0 0,-1 1 0 0 0,0-1 0 0 0,1 1 0 0 0,-1 0 0 0 0,1-1 0 0 0,-1 1 0 0 0,1 0 0 0 0,-1-1 0 0 0,1 1 0 0 0,-1 0 0 0 0,1 0 0 0 0,-1-1 0 0 0,1 1 0 0 0,0 0 0 0 0,0 0 0 0 0,-1 0 0 0 0,1 0 0 0 0,0-1 0 0 0,0 1 0 0 0,0 0 0 0 0,0 0 0 0 0,0 0 0 0 0,0 0 0 0 0,0 0 0 0 0,0-1 0 0 0,0 3 0 0 0,1-1 0 0 0,-1-1-23 0 0,1 1-1 0 0,-1 0 1 0 0,1-1-1 0 0,-1 1 1 0 0,1-1 0 0 0,0 1-1 0 0,-1-1 1 0 0,1 1-1 0 0,0-1 1 0 0,0 1 0 0 0,0-1-1 0 0,0 0 1 0 0,0 0-1 0 0,1 1 1 0 0,-1-1-1 0 0,0 0 1 0 0,0 0 0 0 0,3 1-1 0 0,29 15-139 0 0,-19-11 94 0 0,30 11 53 0 0,-32-13 73 0 0,-1 0 1 0 0,17 9-1 0 0,-25-11-25 0 0,1 0 1 0 0,-1 1-1 0 0,0-1 0 0 0,0 1 0 0 0,0-1 0 0 0,0 1 0 0 0,0 0 0 0 0,-1 0 0 0 0,1 0 0 0 0,-1 0 0 0 0,4 7 0 0 0,-6-9 48 0 0,0 1 0 0 0,-1 1-65 0 0,0 1 0 0 0,0 0 0 0 0,-1-1 0 0 0,1 1-1 0 0,-1-1 1 0 0,0 0 0 0 0,0 1 0 0 0,0-1 0 0 0,0 0 0 0 0,-1 0 0 0 0,1-1 0 0 0,-1 1 0 0 0,1 0-1 0 0,-1-1 1 0 0,0 1 0 0 0,0-1 0 0 0,-4 2 0 0 0,-8 5 0 0 0,-1-1 0 0 0,-24 10 0 0 0,14-7-32 0 0,-23 7-353 0 0,1-1-1665 0 0,19-1-6849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42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20735 0 0,'0'0'2159'0'0,"2"0"-1786"0"0,39 5 5231 0 0,26-5-2744 0 0,-40 0-2577 0 0,656-29 470 0 0,-603 20-1017 0 0,49-2-799 0 0,-102 10 748 0 0,0 1-1 0 0,47 6 1 0 0,-70-5 40 0 0,23 5-1066 0 0,-26-6 1113 0 0,0 1 1 0 0,0-1-1 0 0,0 0 1 0 0,0 1-1 0 0,0-1 0 0 0,-1 1 1 0 0,1-1-1 0 0,0 1 0 0 0,0-1 1 0 0,0 1-1 0 0,0 0 0 0 0,-1 0 1 0 0,1-1-1 0 0,0 1 0 0 0,-1 0 1 0 0,1 0-1 0 0,0 0 0 0 0,-1-1 1 0 0,1 1-1 0 0,-1 0 0 0 0,1 2 1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9:43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11519 0 0,'0'0'887'0'0,"2"1"-68"0"0,3 0 1014 0 0,0 1 0 0 0,0 0 0 0 0,0 0 0 0 0,8 4 0 0 0,-8-3-679 0 0,-1 0 1 0 0,1 1 0 0 0,-1-1-1 0 0,5 6 1 0 0,-4-3-616 0 0,0-1 1 0 0,-1 2-1 0 0,1-1 0 0 0,-1 0 0 0 0,-1 1 0 0 0,1 0 1 0 0,2 9-1 0 0,-1-2-503 0 0,-1 1-1 0 0,-1 1 1 0 0,0-1 0 0 0,-1 0 0 0 0,0 1-1 0 0,-2 0 1 0 0,-1 20 0 0 0,-8 38-22 0 0,5-51-114 0 0,1 0 1 0 0,0 46 0 0 0,3-67 17 0 0,0 0-1 0 0,0-1 1 0 0,0 1 0 0 0,1 0 0 0 0,-1 0-1 0 0,0 0 1 0 0,1 0 0 0 0,0 0-1 0 0,-1-1 1 0 0,1 1 0 0 0,0 0 0 0 0,0 0-1 0 0,0-1 1 0 0,0 1 0 0 0,0-1 0 0 0,0 1-1 0 0,0-1 1 0 0,1 1 0 0 0,-1-1-1 0 0,0 0 1 0 0,1 0 0 0 0,-1 1 0 0 0,1-1-1 0 0,2 1 1 0 0,0-1-185 0 0,-1 0 0 0 0,1 0 0 0 0,0 0 0 0 0,-1-1 0 0 0,1 0-1 0 0,-1 1 1 0 0,1-1 0 0 0,0-1 0 0 0,-1 1 0 0 0,1 0 0 0 0,-1-1 0 0 0,5-1 0 0 0,12-3-308 0 0,-1-1 0 0 0,0-1 0 0 0,0-1 0 0 0,0-1 0 0 0,-1 0 0 0 0,33-24 0 0 0,-28 16 512 0 0,-2-1 0 0 0,0 0 0 0 0,-1-2 0 0 0,27-34 0 0 0,-42 48 201 0 0,-1 0 0 0 0,0 0-1 0 0,0-1 1 0 0,-1 0 0 0 0,1 0 0 0 0,3-14 0 0 0,-6 20-52 0 0,-1-1 1 0 0,1 1-1 0 0,-1-1 0 0 0,1 0 1 0 0,-1 1-1 0 0,0-1 0 0 0,0 0 1 0 0,0 1-1 0 0,0-1 0 0 0,0 0 1 0 0,0 1-1 0 0,0-1 1 0 0,-1 0-1 0 0,1 1 0 0 0,-1-1 1 0 0,1 1-1 0 0,-1-1 0 0 0,1 1 1 0 0,-1-1-1 0 0,0 1 0 0 0,0-1 1 0 0,0 1-1 0 0,0 0 0 0 0,0-1 1 0 0,0 1-1 0 0,0 0 1 0 0,0 0-1 0 0,0 0 0 0 0,-1-1 1 0 0,1 1-1 0 0,0 1 0 0 0,-1-1 1 0 0,1 0-1 0 0,-1 0 0 0 0,1 0 1 0 0,-1 1-1 0 0,-2-1 0 0 0,-3-1 183 0 0,-1 1-1 0 0,1 0 0 0 0,0 0 0 0 0,0 1 0 0 0,-1 0 0 0 0,1 1 0 0 0,0-1 0 0 0,0 1 1 0 0,-12 3-1 0 0,-4 3 414 0 0,-35 14 1 0 0,38-13-452 0 0,1 1 1 0 0,0 0-1 0 0,0 2 0 0 0,-21 15 0 0 0,34-21-185 0 0,-1 1-1 0 0,1-1 1 0 0,0 1-1 0 0,0 0 1 0 0,1 0-1 0 0,0 1 1 0 0,0 0-1 0 0,0 0 1 0 0,1 0-1 0 0,0 0 1 0 0,0 1-1 0 0,1 0 1 0 0,-4 13-1 0 0,6-19-47 0 0,1 0 0 0 0,0 0 1 0 0,-1 0-1 0 0,1 0 0 0 0,0 0 0 0 0,0 0 0 0 0,0 0 0 0 0,0 0 0 0 0,1 0 0 0 0,-1 0 0 0 0,1 0 0 0 0,-1 0 0 0 0,1 0 0 0 0,-1 0 0 0 0,1 0 0 0 0,0 0 1 0 0,0-1-1 0 0,2 4 0 0 0,-1-2-14 0 0,0-1 0 0 0,1 1 0 0 0,-1-1 0 0 0,1 0 1 0 0,0 0-1 0 0,-1 0 0 0 0,1 0 0 0 0,0 0 0 0 0,0-1 1 0 0,4 2-1 0 0,5 1-61 0 0,-1 0 0 0 0,1-1-1 0 0,-1-1 1 0 0,1 0 0 0 0,16 0 0 0 0,12 0-129 0 0,1-2 0 0 0,71-10 0 0 0,-88 6 129 0 0,-1-1-1 0 0,-1 0 1 0 0,1-2-1 0 0,-1-1 1 0 0,0-1-1 0 0,26-14 1 0 0,-40 18 89 0 0,1-1-1 0 0,12-11 1 0 0,-19 15-8 0 0,0 1 1 0 0,0-1-1 0 0,0 0 0 0 0,0 0 1 0 0,0 0-1 0 0,-1 0 1 0 0,1 0-1 0 0,-1-1 1 0 0,1 1-1 0 0,-1 0 1 0 0,0-1-1 0 0,0 1 0 0 0,0 0 1 0 0,1-6-1 0 0,-2 7 25 0 0,-1 0 0 0 0,1 0 0 0 0,0-1 0 0 0,-1 1 0 0 0,1 0 0 0 0,0 0 1 0 0,-1 0-1 0 0,0 0 0 0 0,1 0 0 0 0,-1 0 0 0 0,1 0 0 0 0,-1 0 0 0 0,0 1 0 0 0,0-1 0 0 0,0 0 0 0 0,1 0 0 0 0,-1 0 0 0 0,0 1 0 0 0,0-1 0 0 0,0 1 0 0 0,0-1 0 0 0,0 1 0 0 0,0-1 0 0 0,-1 0 0 0 0,-27-8 320 0 0,25 9-330 0 0,0 0 0 0 0,1 0 0 0 0,-1 0 0 0 0,0 0 0 0 0,1 0 0 0 0,-1 1 0 0 0,0-1 0 0 0,1 1 0 0 0,-1 0 0 0 0,0 0 0 0 0,1 1 0 0 0,0-1 0 0 0,-1 1 1 0 0,1 0-1 0 0,0 0 0 0 0,0 0 0 0 0,-5 3 0 0 0,4-1-5 0 0,0-1 1 0 0,0 1-1 0 0,0 0 1 0 0,0 0-1 0 0,1 1 1 0 0,-1-1 0 0 0,1 1-1 0 0,0 0 1 0 0,0 0-1 0 0,1 0 1 0 0,-2 5-1 0 0,3-8-13 0 0,0-1-1 0 0,1 1 1 0 0,-1-1-1 0 0,1 1 1 0 0,-1-1-1 0 0,1 1 0 0 0,0-1 1 0 0,-1 1-1 0 0,1-1 1 0 0,0 1-1 0 0,0-1 1 0 0,0 1-1 0 0,1 0 1 0 0,-1-1-1 0 0,0 1 0 0 0,1-1 1 0 0,-1 1-1 0 0,0-1 1 0 0,1 1-1 0 0,0-1 1 0 0,1 3-1 0 0,0 0 1 0 0,0-1-1 0 0,0 0-1 0 0,-1 0 1 0 0,2 0 0 0 0,-1 0-1 0 0,0-1 1 0 0,0 1-1 0 0,1-1 1 0 0,0 0 0 0 0,-1 0-1 0 0,1 0 1 0 0,0 0 0 0 0,0 0-1 0 0,0 0 1 0 0,0-1-1 0 0,0 1 1 0 0,0-1 0 0 0,1 0-1 0 0,-1 0 1 0 0,4 0 0 0 0,6 2-37 0 0,0-1 1 0 0,1-1 0 0 0,18 0 0 0 0,-20-1 22 0 0,-1-1-1 0 0,1 0 1 0 0,-1-1 0 0 0,1 0 0 0 0,-1 0-1 0 0,12-5 1 0 0,-17 4 8 0 0,0 1 0 0 0,0-1 0 0 0,0 0 1 0 0,0 0-1 0 0,0-1 0 0 0,-1 0 0 0 0,0 0 0 0 0,0 0 0 0 0,0-1 1 0 0,0 0-1 0 0,-1 1 0 0 0,5-7 0 0 0,-2-4 17 0 0,-6 14 338 0 0,-2 1-344 0 0,0 0 0 0 0,0 1 0 0 0,0-1-1 0 0,0 1 1 0 0,0-1 0 0 0,0 1 0 0 0,0-1 0 0 0,0 1 0 0 0,0 0-1 0 0,0-1 1 0 0,0 1 0 0 0,0 0 0 0 0,1 0 0 0 0,-1 0 0 0 0,0 0-1 0 0,0 0 1 0 0,1 0 0 0 0,-2 1 0 0 0,-7 20 47 0 0,7-11-51 0 0,0-1 1 0 0,2 1-1 0 0,-1 0 1 0 0,1 0-1 0 0,1 0 0 0 0,0 0 1 0 0,3 16-1 0 0,25 74 12 0 0,-27-93-13 0 0,2 3 0 0 0,14 45 0 0 0,15 78 0 0 0,-33-130 0 0 0,1-1 0 0 0,-1 1 0 0 0,0 0 0 0 0,1-1 0 0 0,-2 1 0 0 0,1 0 0 0 0,0-1 0 0 0,-1 1 0 0 0,0 0 0 0 0,1-1 0 0 0,-2 1 0 0 0,1-1 0 0 0,0 1 0 0 0,-1-1 0 0 0,1 1 0 0 0,-1-1 0 0 0,0 0 0 0 0,0 0 0 0 0,-4 4 0 0 0,3-4 0 0 0,0 0 0 0 0,0-1 0 0 0,0 1 0 0 0,-1-1 0 0 0,1 0 0 0 0,-1 0 0 0 0,1 0 0 0 0,-1 0 0 0 0,0-1 0 0 0,0 1 0 0 0,0-1 0 0 0,0 0 0 0 0,0 0 0 0 0,0-1 0 0 0,0 1 0 0 0,0-1 0 0 0,-5 0 0 0 0,-19-2 0 0 0,0-2 0 0 0,0 0 0 0 0,0-2 0 0 0,-37-13 0 0 0,58 17 0 0 0,-12-4-815 0 0,0-1 0 0 0,0 0 1 0 0,-17-11-1 0 0,26 13-148 0 0,1-1 0 0 0,0 0 0 0 0,0-1 0 0 0,1 0 0 0 0,0 0 0 0 0,0-1 0 0 0,-7-9 0 0 0,7 6-8426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0:18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0 134 4607 0 0,'10'-14'20763'0'0,"1"15"-11992"0"0,-3 3-12138 0 0,-1 2 3697 0 0,-2-4-215 0 0,-1 1 0 0 0,0 1 1 0 0,0-1-1 0 0,0 1 0 0 0,0-1 0 0 0,5 9 0 0 0,14 16 259 0 0,-22-27-367 0 0,-1 0-6 0 0,0-1-1 0 0,0 1 1 0 0,1-1 0 0 0,-1 0-1 0 0,0 1 1 0 0,1-1 0 0 0,-1 1-1 0 0,0-1 1 0 0,1 0 0 0 0,-1 1-1 0 0,0-1 1 0 0,1 0 0 0 0,-1 0-1 0 0,1 1 1 0 0,-1-1 0 0 0,1 0-1 0 0,-1 0 1 0 0,0 1 0 0 0,1-1-1 0 0,-1 0 1 0 0,2 0 0 0 0,-1 1 52 0 0,0 0-47 0 0,0 1 0 0 0,0 0 0 0 0,-1 0-1 0 0,1 0 1 0 0,0 0 0 0 0,-1 0 0 0 0,0 0 0 0 0,1 0 0 0 0,-1 2 0 0 0,0-3-1 0 0,9 48 47 0 0,3-1-1 0 0,28 79 1 0 0,-35-112-42 0 0,2-1-1 0 0,0 1 1 0 0,1-1 0 0 0,0-1 0 0 0,1 1 0 0 0,16 18 0 0 0,-19-27 1 0 0,-6-4-10 0 0,1-1 0 0 0,-1 1 0 0 0,1-1 0 0 0,-1 1 0 0 0,1-1 0 0 0,0 1 0 0 0,-1-1 0 0 0,1 1 0 0 0,0-1 0 0 0,-1 0 0 0 0,1 0 0 0 0,0 1 0 0 0,-1-1 0 0 0,1 0 0 0 0,0 0 0 0 0,0 0 0 0 0,-1 0 0 0 0,1 1 0 0 0,0-1 0 0 0,0 0 0 0 0,0-1 0 0 0,-1 1 0 0 0,2 0 0 0 0,-1 0 2 0 0,1-1 0 0 0,-1 0 0 0 0,1 1 0 0 0,-1-1 1 0 0,0 0-1 0 0,1 0 0 0 0,-1 0 0 0 0,0 0 0 0 0,0 0 0 0 0,2-2 0 0 0,2-4 10 0 0,0 1-1 0 0,0-1 1 0 0,4-11-1 0 0,-7 15-11 0 0,15-32-1 0 0,-1-1 0 0 0,10-41 0 0 0,16-75 0 0 0,-41 150 0 0 0,-1 2 0 0 0,9-35 0 0 0,0 0 0 0 0,-3-1 0 0 0,4-54 0 0 0,-12 71-111 0 0,1 18-26 0 0,1-1-143 0 0,0 5-425 0 0,8 53-4257 0 0,-5-37-4763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0:18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131 143 10591 0 0,'0'-2'819'0'0,"0"-31"-171"0"0,-1 23 1260 0 0,-1-1 0 0 0,0 0 0 0 0,-1 1 0 0 0,0 0 0 0 0,0 0 0 0 0,-6-11 0 0 0,8 19-1728 0 0,0 1 0 0 0,0-1 0 0 0,0 1 0 0 0,0-1 0 0 0,0 1 0 0 0,-1-1 0 0 0,1 1 0 0 0,0 0 0 0 0,-1-1 1 0 0,1 1-1 0 0,-1 0 0 0 0,1 0 0 0 0,-1 0 0 0 0,1 0 0 0 0,-1 1 0 0 0,0-1 0 0 0,1 0 0 0 0,-1 1 0 0 0,0-1 0 0 0,0 1 0 0 0,1 0 0 0 0,-1-1 1 0 0,0 1-1 0 0,0 0 0 0 0,0 0 0 0 0,0 0 0 0 0,1 0 0 0 0,-4 1 0 0 0,2 0-109 0 0,-1 0 1 0 0,1 0-1 0 0,0 1 1 0 0,0-1-1 0 0,0 1 0 0 0,0 0 1 0 0,0 0-1 0 0,0 0 0 0 0,1 0 1 0 0,-1 1-1 0 0,1-1 1 0 0,-1 1-1 0 0,1-1 0 0 0,0 1 1 0 0,0 0-1 0 0,0 0 1 0 0,0 0-1 0 0,-2 5 0 0 0,0 4-1 0 0,2 3-16 0 0,0 0-45 0 0,2-8-6 0 0,7 15-4 0 0,3 23 49 0 0,-2-9 32 0 0,-1 0 0 0 0,-1 0 0 0 0,0 41 0 0 0,-3 144-857 0 0,-3-220 346 0 0,-18-13-10491 0 0,9 4 3260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0:19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0 135 9671 0 0,'2'-1'12636'0'0,"34"-13"-6203"0"0,22-3-4178 0 0,13-4-2110 0 0,-16 1-364 0 0,22-8-1686 0 0,-27 6-7678 0 0,-31 11 1189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0:19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270 1 24359 0 0,'0'0'7635'0'0,"-1"1"-7175"0"0,-13 18-444 0 0,0 0 0 0 0,-1-1 0 0 0,-1-1 0 0 0,-19 15 0 0 0,2 0-175 0 0,-89 81 551 0 0,109-100-392 0 0,11-10 0 0 0,2-3 0 0 0,-1 1 0 0 0,1 0 0 0 0,-1-1 0 0 0,1 1 0 0 0,0-1 0 0 0,-1 1 0 0 0,1 0 0 0 0,0-1 0 0 0,-1 1 0 0 0,1 0 0 0 0,0 0 0 0 0,0-1 0 0 0,0 1 0 0 0,0 0 0 0 0,0-1 0 0 0,0 1 0 0 0,0 0 0 0 0,0 0 0 0 0,0-1 0 0 0,0 1 0 0 0,0 0 0 0 0,0 0 0 0 0,0-1 0 0 0,0 1 0 0 0,1 0 0 0 0,-1-1 0 0 0,0 1 0 0 0,0 0 0 0 0,1-1 0 0 0,-1 1 0 0 0,1 0 0 0 0,-1-1 0 0 0,1 1 0 0 0,-1-1 0 0 0,1 1 0 0 0,-1-1 0 0 0,1 1 0 0 0,-1-1 0 0 0,1 1 0 0 0,-1-1 0 0 0,1 0 0 0 0,0 1 0 0 0,-1-1 0 0 0,2 1 0 0 0,3 1 0 0 0,-1 1 1 0 0,1-1-1 0 0,0 0 0 0 0,-1-1 1 0 0,1 1-1 0 0,0-1 0 0 0,0 0 1 0 0,5 0-1 0 0,44 2-1 0 0,-10-2-17 0 0,28 5-1192 0 0,-42-5-8633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0:20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 3223 0 0,'0'0'27511'0'0,"1"1"-26935"0"0,3 3-452 0 0,0 1 0 0 0,-1-1 1 0 0,0 1-1 0 0,0 0 1 0 0,0 0-1 0 0,0 1 1 0 0,-1-1-1 0 0,0 0 0 0 0,0 1 1 0 0,1 5-1 0 0,4 11-46 0 0,32 94-67 0 0,-27-85-11 0 0,23 52 0 0 0,-27-67 0 0 0,-2-5 0 0 0,-1 0 0 0 0,2-1 0 0 0,-1 0 0 0 0,16 18 0 0 0,-13-20 0 0 0,-5-8 0 0 0,-2 0 0 0 0,-1 0 0 0 0,0 0 0 0 0,-1 1 0 0 0,1-1 0 0 0,0 0 0 0 0,0 0 0 0 0,0 0 0 0 0,0 0 0 0 0,-1 0 0 0 0,1 0 0 0 0,0 0 0 0 0,0-1 0 0 0,0 1 0 0 0,0 0 0 0 0,-1 0 0 0 0,1-1 0 0 0,0 1 0 0 0,0 0 0 0 0,-1-1 0 0 0,1 1 0 0 0,0-1 0 0 0,-1 1 0 0 0,1-1 0 0 0,0 1 0 0 0,-1-1 0 0 0,1 1 0 0 0,-1-1 0 0 0,1 0 0 0 0,-1 1 0 0 0,1-2 0 0 0,1-1 0 0 0,7-7 0 0 0,-1-1 0 0 0,-1 0 0 0 0,0 0 0 0 0,-1 0 0 0 0,0-1 0 0 0,5-15 0 0 0,22-77 0 0 0,-33 102 0 0 0,30-100-12 0 0,15-58-329 0 0,-44 157-24 0 0,0-1 46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0:22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15199 0 0,'0'0'16751'0'0,"1"2"-16439"0"0,9 21-194 0 0,-2 1 0 0 0,0 1 0 0 0,6 35 0 0 0,-8-29-85 0 0,-5-29-115 0 0,-1 0 0 0 0,0-1 0 0 0,0 1 0 0 0,1-1 0 0 0,-1 1-1 0 0,1-1 1 0 0,-1 1 0 0 0,1-1 0 0 0,0 1 0 0 0,-1-1 0 0 0,1 0 0 0 0,0 1 0 0 0,0-1 0 0 0,2 2 0 0 0,0 0-279 0 0,-2-2-319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0:23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1 24191 0 0,'0'0'4577'0'0,"-2"0"-3897"0"0,-1 1-561 0 0,-2 0 85 0 0,-1 0 1 0 0,1 0-1 0 0,-1 1 1 0 0,1 0-1 0 0,0 0 1 0 0,0 0-1 0 0,0 1 1 0 0,0-1-1 0 0,0 1 1 0 0,0 1-1 0 0,1-1 1 0 0,-1 0-1 0 0,-5 8 1 0 0,-67 90 77 0 0,44-57-227 0 0,30-40-55 0 0,-1 2 0 0 0,0 0 0 0 0,0 1 0 0 0,0-1 0 0 0,1 1 0 0 0,0 0 0 0 0,-2 9 0 0 0,4-13 0 0 0,-2 5 0 0 0,1 0 0 0 0,2-7 0 0 0,0-1 0 0 0,0 1 0 0 0,0-1 0 0 0,0 1 0 0 0,0-1 0 0 0,0 1 0 0 0,0 0 0 0 0,0-1 0 0 0,0 1 0 0 0,0-1 0 0 0,0 1 0 0 0,0-1 0 0 0,0 1 0 0 0,0 0 0 0 0,1-1 0 0 0,-1 1 0 0 0,0-1 0 0 0,0 1 0 0 0,1-1 0 0 0,-1 1 0 0 0,0-1 0 0 0,1 1 0 0 0,-1-1 0 0 0,0 0 0 0 0,1 1 0 0 0,-1-1 0 0 0,1 1 0 0 0,0-1 0 0 0,0 1 0 0 0,-1 0 0 0 0,1 0 0 0 0,-1-1 0 0 0,1 1 0 0 0,-1 0 0 0 0,1-1 0 0 0,-1 1 0 0 0,1-1 0 0 0,-1 1 0 0 0,1 0 0 0 0,0-1 0 0 0,-1 1 0 0 0,1-1 0 0 0,0 1 0 0 0,-1-1 0 0 0,1 0 0 0 0,0 1 0 0 0,0-1 0 0 0,-1 0 0 0 0,1 1 0 0 0,0-1 0 0 0,0 0 0 0 0,1 0 0 0 0,1 0 0 0 0,8 4-148 0 0,0-1 0 0 0,0-1 0 0 0,0 0 0 0 0,0-1 0 0 0,21 1 0 0 0,58-8-1651 0 0,-50 2 1027 0 0,-30 2-1169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0:23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93 17967 0 0,'0'0'10651'0'0,"1"0"-10436"0"0,-1 1-1 0 0,1-1 1 0 0,0 0 0 0 0,0 0 0 0 0,0 1 0 0 0,-1-1 0 0 0,1 0 0 0 0,0 1 0 0 0,0-1-1 0 0,-1 0 1 0 0,1 1 0 0 0,1 0 0 0 0,3 10 1 0 0,0-1-1 0 0,-1 1 1 0 0,0-1 0 0 0,-1 1 0 0 0,3 13-1 0 0,6 62-302 0 0,-5-35 140 0 0,-7-49-53 0 0,24 121 0 0 0,-20-112 0 0 0,-1 1 0 0 0,1-1 0 0 0,1 0 0 0 0,0 0 0 0 0,1 0 0 0 0,0-1 0 0 0,1 0 0 0 0,10 13 0 0 0,-15-19 1 0 0,-1-3-1 0 0,0 0 1 0 0,0 0-1 0 0,-1 0 1 0 0,1 0-1 0 0,0 0 1 0 0,0 0-1 0 0,0 0 1 0 0,0-1-1 0 0,0 1 1 0 0,0 0-1 0 0,0-1 1 0 0,1 1 0 0 0,-1 0-1 0 0,0-1 1 0 0,0 0-1 0 0,0 1 1 0 0,1-1-1 0 0,1 1 1 0 0,11 1 67 0 0,-10-5-64 0 0,-3 2 4 0 0,3-1-8 0 0,-1 0 1 0 0,1-1-1 0 0,-1 1 1 0 0,0-1-1 0 0,1 0 1 0 0,-2 0-1 0 0,1 0 0 0 0,0 0 1 0 0,0-1-1 0 0,-1 1 1 0 0,0-1-1 0 0,0 1 1 0 0,3-7-1 0 0,2-6 0 0 0,9-31-1 0 0,-15 43 1 0 0,34-120 0 0 0,-12 37 0 0 0,45-109 0 0 0,-49 158-500 0 0,-18 36-51 0 0,5 14-4149 0 0,-1 5 2787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0:24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70 18399 0 0,'1'-1'844'0'0,"4"0"-630"0"0,-1 0 0 0 0,1-1 0 0 0,-1 0 0 0 0,0 0 0 0 0,0 0 0 0 0,0-1 0 0 0,0 1 0 0 0,0-1 0 0 0,-1 0-1 0 0,8-6 1 0 0,3-11 4062 0 0,-14 20-4164 0 0,1-1-1 0 0,-1 1 0 0 0,0-1 0 0 0,0 1 0 0 0,0-1 1 0 0,0 1-1 0 0,1-1 0 0 0,-1 1 0 0 0,0-1 0 0 0,0 1 0 0 0,0-1 1 0 0,0 1-1 0 0,0-1 0 0 0,0 1 0 0 0,0-1 0 0 0,0 1 1 0 0,-1-1-1 0 0,1 1 0 0 0,0-1 0 0 0,0 1 0 0 0,0-1 0 0 0,0 1 1 0 0,-1 0-1 0 0,1-1 0 0 0,0 1 0 0 0,-1-1 0 0 0,1 1 1 0 0,0-1-1 0 0,-1 1 0 0 0,1 0 0 0 0,0-1 0 0 0,-1 1 1 0 0,1 0-1 0 0,0 0 0 0 0,-1-1 0 0 0,1 1 0 0 0,-1 0 0 0 0,1 0 1 0 0,-1-1-1 0 0,1 1 0 0 0,-1 0 0 0 0,1 0 0 0 0,-1 0 1 0 0,1 0-1 0 0,-1 0 0 0 0,1 0 0 0 0,-1 0 0 0 0,0 0 0 0 0,-2-1-6 0 0,1 1-1 0 0,-1 0 0 0 0,0 0 0 0 0,0 0 0 0 0,0 0 0 0 0,-4 1 1 0 0,-4 2-42 0 0,-1 1 1 0 0,2 1-1 0 0,-1 0 1 0 0,0 1-1 0 0,1 0 1 0 0,-15 11-1 0 0,10-5 5 0 0,0 1 1 0 0,1 1-1 0 0,-15 17 0 0 0,28-30-68 0 0,-4 4 0 0 0,1 1 0 0 0,-1 0 0 0 0,1 0 0 0 0,0 1 0 0 0,-6 11 0 0 0,10-17 0 0 0,0-1 0 0 0,-1 1 0 0 0,1 0 0 0 0,0 0 0 0 0,-1-1 0 0 0,1 1 0 0 0,0 0 0 0 0,0 0 0 0 0,0 0 0 0 0,-1-1 0 0 0,1 1 0 0 0,0 0 0 0 0,0 0 0 0 0,0 0 0 0 0,0-1 0 0 0,0 1 0 0 0,1 0 0 0 0,-1 0 0 0 0,0 0 0 0 0,0-1 0 0 0,1 1 0 0 0,-1 0 0 0 0,0 0 0 0 0,1-1 0 0 0,-1 1 0 0 0,0 0 0 0 0,1-1 0 0 0,-1 1 0 0 0,1 0 0 0 0,1 0 0 0 0,-1 1 0 0 0,1-1-1 0 0,-1 1 0 0 0,1-1 0 0 0,0 1 0 0 0,0-1 0 0 0,0 0 0 0 0,-1 0 0 0 0,1 1 0 0 0,1-1 1 0 0,-1-1-1 0 0,0 1 0 0 0,0 0 0 0 0,0 0 0 0 0,0-1 0 0 0,1 1 0 0 0,-1-1 0 0 0,0 0 0 0 0,0 0 0 0 0,1 0 0 0 0,-1 0 0 0 0,0 0 0 0 0,4-1 0 0 0,5-1-12 0 0,1 0-1 0 0,20-7 1 0 0,-26 7 7 0 0,8-3-9 0 0,-1-1 0 0 0,0 0 0 0 0,0-1 0 0 0,-1 0 0 0 0,0-1 0 0 0,0 0 0 0 0,0-1 0 0 0,-1 0 0 0 0,17-19 0 0 0,-27 27 165 0 0,10 21-83 0 0,43 86-67 0 0,-40-82 0 0 0,10 16 0 0 0,19 47 0 0 0,-37-74 0 0 0,-1 0 0 0 0,-1 0 0 0 0,0 0 0 0 0,-1 0 0 0 0,0 1 0 0 0,-1 0 0 0 0,-1-1 0 0 0,0 19 0 0 0,-1-28 0 0 0,0 0 0 0 0,-1 0 0 0 0,1 0 0 0 0,-1 0 0 0 0,0 0 0 0 0,0 0 0 0 0,0 0 0 0 0,-1 0 0 0 0,1 0 0 0 0,-1 0 0 0 0,0-1 0 0 0,0 1 0 0 0,0-1 0 0 0,-1 1 0 0 0,1-1 0 0 0,-1 0 0 0 0,0 0 0 0 0,1 0 0 0 0,-2 0 0 0 0,1-1 0 0 0,0 1 0 0 0,0-1 0 0 0,-1 0 0 0 0,1 0 0 0 0,-1 0 0 0 0,0 0 0 0 0,0-1 0 0 0,1 1 0 0 0,-1-1 0 0 0,0 0 0 0 0,0 0 0 0 0,0 0 0 0 0,0-1 0 0 0,-5 1 0 0 0,-11 0-81 0 0,1-1 0 0 0,-1 0 0 0 0,0-2 0 0 0,1 0 0 0 0,-1-1 0 0 0,1-1 0 0 0,0-1 0 0 0,-34-13 0 0 0,35 9-1950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0:51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44 2759 0 0,'-12'-9'18005'0'0,"11"9"-17698"0"0,-1 1-1 0 0,1-1 1 0 0,0 1 0 0 0,0-1-1 0 0,-1 1 1 0 0,1 0-1 0 0,0 0 1 0 0,0-1 0 0 0,0 1-1 0 0,-2 1 1 0 0,-14 17-2276 0 0,9-8 3961 0 0,-39 66 127 0 0,18-25-1567 0 0,-16 28 110 0 0,25-42-131 0 0,-42 58 0 0 0,55-88-454 0 0,6-7 159 0 0,2-8-219 0 0,0 0 0 0 0,0 0-1 0 0,1 0 1 0 0,0 0 0 0 0,0 0 0 0 0,1 0-1 0 0,4-8 1 0 0,3-9 4 0 0,11-25-122 0 0,46-79 0 0 0,-16 33 2 0 0,-43 82 63 0 0,-1 0 1 0 0,2 0 0 0 0,10-13-1 0 0,-18 27 33 0 0,0-1-1 0 0,-1 1 1 0 0,1-1-1 0 0,-1 1 1 0 0,1-1-1 0 0,0 1 1 0 0,-1-1-1 0 0,1 1 0 0 0,-1 0 1 0 0,1-1-1 0 0,-1 1 1 0 0,1 0-1 0 0,-1 0 1 0 0,1 1-1 0 0,1 5 27 0 0,0 1 0 0 0,0-1 0 0 0,0 1 0 0 0,-1-1 0 0 0,-1 1 0 0 0,1 0 0 0 0,-1-1-1 0 0,-2 15 1 0 0,1 4 51 0 0,1-12-30 0 0,1 0 0 0 0,0 0 1 0 0,1 0-1 0 0,1-1 0 0 0,0 1 0 0 0,1 0 0 0 0,9 22 0 0 0,-9-27-89 0 0,0-1 0 0 0,1 0-1 0 0,0 0 1 0 0,1 0 0 0 0,-1-1-1 0 0,2 1 1 0 0,-1-1 0 0 0,1-1-1 0 0,0 1 1 0 0,0-1 0 0 0,0 0-1 0 0,13 6 1 0 0,2 0-1165 0 0,7 3-1508 0 0,-13-3-3840 0 0,-4 1-1256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0:51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14743 0 0,'0'0'7471'0'0,"0"3"-6566"0"0,-1 116 2336 0 0,2-55-2626 0 0,19 505 1689 0 0,-17-523-2217 0 0,7 118 151 0 0,4 72-110 0 0,-7 193 107 0 0,-6-329-123 0 0,1 230 97 0 0,11 482 486 0 0,28 553-375 0 0,-35-1204-146 0 0,0 25 4 0 0,2-70-338 0 0,-8-115 65 0 0,0 7-991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0:52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0 482 11519 0 0,'0'0'887'0'0,"2"-1"-242"0"0,1-3 243 0 0,0 2-1 0 0,0-1 0 0 0,1 0 0 0 0,-1 1 1 0 0,1-1-1 0 0,0 1 0 0 0,0 0 1 0 0,0 0-1 0 0,7-2 0 0 0,25-2 400 0 0,-23 4-915 0 0,22-7 1 0 0,-24 6-64 0 0,1 0 1 0 0,20-3-1 0 0,166-13 1014 0 0,-21 10-934 0 0,-22 1-290 0 0,16-7-99 0 0,311-23 0 0 0,-90 14 44 0 0,78-2-327 0 0,286-22 562 0 0,-389 21-103 0 0,148-17-154 0 0,-99 7 9 0 0,-47 12-23 0 0,306-27 298 0 0,-664 50-284 0 0,377-43 1157 0 0,-379 42-1177 0 0,-5 2 15 0 0,0 1 1 0 0,-1-1-1 0 0,1 1 1 0 0,0-1-1 0 0,0 1 1 0 0,7 1-1 0 0,-2-1-20 0 0,-7 0-94 0 0,-38 6-5766 0 0,25-8 80 0 0,0-1-1507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0:52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 14279 0 0,'0'0'8745'0'0,"-7"10"-4189"0"0,7-5-4425 0 0,-1-1 0 0 0,1 0-1 0 0,0 0 1 0 0,1 1 0 0 0,-1-1-1 0 0,1 0 1 0 0,-1 1 0 0 0,1-1-1 0 0,1 0 1 0 0,-1 0 0 0 0,0 0 0 0 0,1 0-1 0 0,0 0 1 0 0,0 0 0 0 0,0-1-1 0 0,1 1 1 0 0,-1 0 0 0 0,5 3-1 0 0,3 5 10 0 0,0 0 0 0 0,1-1 0 0 0,24 18 0 0 0,-22-21-125 0 0,0 0-1 0 0,0 0 1 0 0,1-2 0 0 0,15 6 0 0 0,21 10-17 0 0,10 12-82 0 0,-50-27 27 0 0,-9 4 61 0 0,-1-8 18 0 0,-1-1 1 0 0,0 1 0 0 0,0 0-1 0 0,-1-1 1 0 0,1 1-1 0 0,0-1 1 0 0,-1 1 0 0 0,1-1-1 0 0,-1 0 1 0 0,0 1-1 0 0,0-1 1 0 0,0 0 0 0 0,0 0-1 0 0,0-1 1 0 0,-1 1-1 0 0,-2 2 1 0 0,-7 4 167 0 0,-26 12-1 0 0,25-13-87 0 0,-9 4 67 0 0,-83 49 161 0 0,95-54-384 0 0,0 0 0 0 0,-13 4 1 0 0,15-6-347 0 0,0-1 0 0 0,0 1 0 0 0,1 1 0 0 0,-1 0 1 0 0,-9 7-1 0 0,8-3-715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0:54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4075 8751 0 0,'0'0'674'0'0,"0"-1"-101"0"0,-4-45 8649 0 0,5-25-5607 0 0,0 17-1963 0 0,-9-653 2028 0 0,23 269-3398 0 0,16 0-190 0 0,-7 126-82 0 0,63-472-10 0 0,-35 463 1 0 0,-30 221-7 0 0,39-115-1 0 0,-36 155-13 0 0,1 2 0 0 0,51-81 0 0 0,-56 105 20 0 0,1 1 0 0 0,2 1 0 0 0,1 1 0 0 0,1 1 0 0 0,2 1 0 0 0,31-25 0 0 0,-44 43 0 0 0,1 0 0 0 0,1 2 0 0 0,0 0 0 0 0,0 0 0 0 0,1 2 0 0 0,0 0 0 0 0,0 1 0 0 0,1 1 0 0 0,30-5 0 0 0,-35 9 7 0 0,1-1 1 0 0,-1 2-1 0 0,1 0 0 0 0,-1 0 0 0 0,1 2 0 0 0,-1-1 1 0 0,24 7-1 0 0,-21-2 21 0 0,1 0 1 0 0,0 1-1 0 0,-1 1 1 0 0,-1 1-1 0 0,19 12 0 0 0,-6-1 87 0 0,51 46 0 0 0,18 33 119 0 0,-61-62-154 0 0,108 117 164 0 0,133 180 0 0 0,-118-109 133 0 0,135 167 315 0 0,-266-359-632 0 0,229 269 462 0 0,-19-41-448 0 0,18-17 54 0 0,-205-196-97 0 0,113 111-13 0 0,93 83-116 0 0,224 190 98 0 0,-414-361 0 0 0,36 34 0 0 0,-31-44-169 0 0,-71-59 66 0 0,-5 0-2008 0 0,1-1 1691 0 0,1-1 1 0 0,-1 1-1 0 0,0 0 1 0 0,1 0-1 0 0,-1-1 0 0 0,0 1 1 0 0,-2-1-1 0 0,-10 4-9544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1:03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 14743 0 0,'0'0'1136'0'0,"-1"1"-746"0"0,-1 1-265 0 0,0 0 0 0 0,1 1 0 0 0,-1-1 0 0 0,1 0 0 0 0,-1 1 1 0 0,1-1-1 0 0,0 1 0 0 0,0-1 0 0 0,0 1 0 0 0,1-1 1 0 0,-1 1-1 0 0,0 0 0 0 0,1-1 0 0 0,0 5 0 0 0,-1 5 1552 0 0,1 1 1 0 0,3 12-1 0 0,-1 16 1659 0 0,-16 123-2851 0 0,8-98-303 0 0,-1 43-225 0 0,7-106-808 0 0,-23-10-8145 0 0,10 7 1528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1:03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0 206 23471 0 0,'0'0'2123'0'0,"3"-1"-1745"0"0,108-29 464 0 0,-60 18-248 0 0,137-30 1551 0 0,-86 20-1499 0 0,215-33-78 0 0,-154 28-559 0 0,-118 20-1370 0 0,1 1-1 0 0,0 3 0 0 0,58 2 1 0 0,-62 4-874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1:04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80 16583 0 0,'0'0'2074'0'0,"3"1"-754"0"0,0 0-885 0 0,-1 0 1 0 0,1 1-1 0 0,-1-1 1 0 0,0 1 0 0 0,1 0-1 0 0,-1-1 1 0 0,0 1-1 0 0,0 0 1 0 0,0 0 0 0 0,0 1-1 0 0,0-1 1 0 0,-1 0 0 0 0,3 5-1 0 0,1 3 64 0 0,0 1 0 0 0,4 12 1 0 0,2 7 578 0 0,19 55 742 0 0,-18-47-1163 0 0,-9-30-497 0 0,0 0 0 0 0,1-1-1 0 0,6 12 1 0 0,-8-16-117 0 0,0 0 0 0 0,0 0 0 0 0,0 0 0 0 0,1-1 0 0 0,-1 1-1 0 0,1 0 1 0 0,0-1 0 0 0,-1 0 0 0 0,1 0 0 0 0,4 2 0 0 0,-4-2 3 0 0,1-1-1 0 0,0-1 1 0 0,0 1 0 0 0,0 0-1 0 0,0-1 1 0 0,-1 0 0 0 0,9 0-1 0 0,-10-1-38 0 0,1 1 0 0 0,-1-1-1 0 0,1 0 1 0 0,-1 0-1 0 0,0-1 1 0 0,0 1 0 0 0,0 0-1 0 0,0-1 1 0 0,0 1-1 0 0,0-1 1 0 0,0 1 0 0 0,3-4-1 0 0,19-26 71 0 0,-23 30-77 0 0,21-38 0 0 0,-5 8 0 0 0,-2 2 0 0 0,25-61 0 0 0,5-11 0 0 0,-40 90 14 0 0,-3 6-29 0 0,0 1 0 0 0,0-1-1 0 0,1 1 1 0 0,0 0 0 0 0,3-5 0 0 0,-5 7-387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0:25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11975 0 0,'0'0'14552'0'0,"0"4"-13571"0"0,12 53 604 0 0,2 0 0 0 0,22 58 0 0 0,-19-63-1356 0 0,-7-21-107 0 0,25 56 0 0 0,-9-38-111 0 0,3 0-1 0 0,35 47 0 0 0,-48-80-10 0 0,-16-16 0 0 0,0 1 0 0 0,1-1 0 0 0,-1 0 0 0 0,0 0 0 0 0,1 1 0 0 0,-1-1 0 0 0,0 0 0 0 0,0 1 0 0 0,1-1 0 0 0,-1 0 0 0 0,1 0 0 0 0,-1 0 0 0 0,0 1 0 0 0,1-1 0 0 0,-1 0 0 0 0,1 0 0 0 0,-1 0 0 0 0,0 0 0 0 0,1 0 0 0 0,-1 0 0 0 0,1 0 0 0 0,-1 0 0 0 0,0 0 0 0 0,1 0 0 0 0,-1 0 0 0 0,1 0 0 0 0,-1 0 0 0 0,0 0 0 0 0,1 0 0 0 0,-1 0 0 0 0,1 0 0 0 0,-1-1 0 0 0,0 1 0 0 0,1 0 0 0 0,-1 0 0 0 0,0-1 0 0 0,1 1 0 0 0,-1 0 0 0 0,0 0 0 0 0,1-1 0 0 0,-1 1 0 0 0,1-1 0 0 0,-1 1 0 0 0,3-2 0 0 0,0-1 0 0 0,-1 1 0 0 0,1-1 0 0 0,-1 0 0 0 0,1 1 0 0 0,-1-1 0 0 0,0 0 0 0 0,0 0 0 0 0,-1 0 0 0 0,4-6 0 0 0,11-38 0 0 0,-11 33 0 0 0,32-137 0 0 0,-13 46 0 0 0,-19 88 2 0 0,-1 2-28 0 0,0 0 1 0 0,-1 0-1 0 0,0 0 0 0 0,-2-1 1 0 0,1-20-1 0 0,-2 33-423 0 0,-4 21-4050 0 0,1 3 1492 0 0,0 2-6094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0:25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156 118 13359 0 0,'0'0'1027'0'0,"1"-2"-670"0"0,2-19-452 0 0,-2 16 1149 0 0,-1-1-1 0 0,0 0 0 0 0,-1-9 0 0 0,1 12-560 0 0,0 0 0 0 0,-1 0-1 0 0,0 0 1 0 0,0 0 0 0 0,0 0 0 0 0,0 1-1 0 0,0-1 1 0 0,0 0 0 0 0,-1 0 0 0 0,0 1-1 0 0,1-1 1 0 0,-1 1 0 0 0,0 0 0 0 0,0-1-1 0 0,0 1 1 0 0,-3-2 0 0 0,-2-2 163 0 0,6 5-90 0 0,-1 1-19 0 0,-1-2-460 0 0,1 1 1 0 0,-1 0-1 0 0,0 0 0 0 0,0 0 1 0 0,0 0-1 0 0,0 1 0 0 0,-1-1 1 0 0,1 1-1 0 0,0 0 0 0 0,0 0 1 0 0,0 0-1 0 0,0 0 0 0 0,0 0 1 0 0,0 1-1 0 0,-1-1 0 0 0,1 1 1 0 0,-5 2-1 0 0,4-1-63 0 0,0 0 1 0 0,0 0-1 0 0,1 0 1 0 0,-1 1 0 0 0,1-1-1 0 0,-1 1 1 0 0,1 0-1 0 0,0 0 1 0 0,0 0-1 0 0,0 1 1 0 0,0-1-1 0 0,-3 6 1 0 0,4-6-21 0 0,0-1 0 0 0,0 1 0 0 0,1 0 0 0 0,-1 0 0 0 0,1 0 0 0 0,-1 0 0 0 0,1 0 0 0 0,0 0 0 0 0,0 0 0 0 0,1 1 0 0 0,-1-1 0 0 0,0 6 0 0 0,1-4-3 0 0,0 3 22 0 0,0-1 0 0 0,0 0 1 0 0,1 1-1 0 0,0-1 0 0 0,1 1 0 0 0,3 10 1 0 0,20 44 255 0 0,-10-26-185 0 0,-3-4 43 0 0,-1 0 0 0 0,10 54 0 0 0,-18-68-220 0 0,-1 1 1 0 0,0-1-1 0 0,-2 1 0 0 0,0 0 0 0 0,-1-1 1 0 0,-4 25-1 0 0,4-41-238 0 0,-4 13-4743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0:26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95 17503 0 0,'2'-1'5900'0'0,"44"-8"205"0"0,25-10-4699 0 0,-4 2-1904 0 0,-54 13-551 0 0,-1 0-1 0 0,0-1 1 0 0,0-1-1 0 0,20-12 0 0 0,-14 7-831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0:26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1 17967 0 0,'-1'1'9220'0'0,"-31"19"-4304"0"0,-1 1-4421 0 0,19-9-452 0 0,0 1 0 0 0,-16 20 0 0 0,-3 3-3 0 0,21-24-40 0 0,10-10 0 0 0,-6 13 0 0 0,0-2 0 0 0,6-9 0 0 0,-5 12 0 0 0,3-5 0 0 0,2 2 0 0 0,6-1 0 0 0,-3-8 0 0 0,3 0 0 0 0,15 5 0 0 0,-15-6 0 0 0,23 4 0 0 0,-7-3 0 0 0,-5 0 0 0 0,1-1 0 0 0,28 1 0 0 0,-28-3-174 0 0,-4 0-334 0 0,0-1 0 0 0,19-1 1 0 0,-3-2-1996 0 0,-19 0 455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0:27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10135 0 0,'1'2'17033'0'0,"5"7"-15538"0"0,0 1 0 0 0,5 17 0 0 0,15 50-452 0 0,41 104-972 0 0,-64-175-71 0 0,3 9 0 0 0,1-1 0 0 0,0 0 0 0 0,1 0 0 0 0,11 14 0 0 0,-19-27 0 0 0,1 0 0 0 0,0-1 0 0 0,-1 1 0 0 0,1 0 0 0 0,0 0 0 0 0,-1-1 0 0 0,1 1 0 0 0,0 0 0 0 0,0-1 0 0 0,-1 1 0 0 0,1-1 0 0 0,0 1 0 0 0,0-1 0 0 0,0 0 0 0 0,0 1 0 0 0,0-1 0 0 0,0 0 0 0 0,0 0 0 0 0,0 1 0 0 0,0-1 0 0 0,0 0 0 0 0,0 0 0 0 0,0 0 0 0 0,-1 0 0 0 0,1 0 0 0 0,0 0 0 0 0,0-1 0 0 0,0 1 0 0 0,1 0 0 0 0,1-1 0 0 0,-1-1 0 0 0,0 1 0 0 0,1 0 0 0 0,-1-1 0 0 0,0 1 0 0 0,0-1 0 0 0,2-2 0 0 0,-3 3 0 0 0,5-5 0 0 0,-1 0 0 0 0,1 0 0 0 0,-2 0 0 0 0,1-1 0 0 0,-1 0 0 0 0,7-14 0 0 0,16-48 0 0 0,-23 58 0 0 0,88-243-241 0 0,-92 252-521 0 0,2-4 1706 0 0</inkml:trace>
  <inkml:trace contextRef="#ctx0" brushRef="#br0" timeOffset="0.49">422 339 23407 0 0,'0'0'3353'0'0,"8"-1"-1546"0"0,51-9 1352 0 0,-26 4-2530 0 0,34-2-277 0 0,-58 8-304 0 0,-1 6-36 0 0,-7-4-12 0 0,-1 0 0 0 0,1 0 0 0 0,-1 0 0 0 0,1-1 0 0 0,-1 1 0 0 0,1 0 0 0 0,-1 0 0 0 0,0 0 0 0 0,0 0 0 0 0,0 0 0 0 0,0 0 0 0 0,0 0 0 0 0,-1 0 0 0 0,1 0 0 0 0,0-1 0 0 0,-1 1 0 0 0,0 0 0 0 0,1 0 0 0 0,-3 3 0 0 0,-1 5 0 0 0,-1-1 0 0 0,-7 11 0 0 0,-27 49 0 0 0,35-61 0 0 0,0 1 0 0 0,1 0 0 0 0,0 1 0 0 0,1-1 0 0 0,0 1 0 0 0,-1 11 0 0 0,3-11 0 0 0,2-1 0 0 0,0-7 0 0 0,0 0 0 0 0,0 0 0 0 0,0-1 0 0 0,0 1 0 0 0,1-1 0 0 0,-1 1 0 0 0,0-1 0 0 0,1 0 0 0 0,-1 0 0 0 0,1 0 0 0 0,-1 0 0 0 0,4 0 0 0 0,33 6 0 0 0,-27-7-75 0 0,-1-1 0 0 0,1 0-1 0 0,-1-1 1 0 0,1 0 0 0 0,-1 0 0 0 0,14-6-1 0 0,64-28-842 0 0,-79 31-1353 0 0,0-1-4749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0:27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0 19351 0 0,'0'0'11289'0'0,"0"2"-10467"0"0,-2 8-702 0 0,-1 0 0 0 0,0-1 0 0 0,-1 1 0 0 0,0-1 0 0 0,0 0 1 0 0,-11 16-1 0 0,-40 49 343 0 0,53-71-462 0 0,-94 115-1 0 0,67-82 0 0 0,25-28 0 0 0,3 0 0 0 0,1-6 0 0 0,4 5 0 0 0,-2-5 0 0 0,0-1 0 0 0,0 0 0 0 0,0 1 0 0 0,0-1 0 0 0,0 0 0 0 0,0 0 0 0 0,3 0 0 0 0,11 3 0 0 0,0 0 0 0 0,-1-2 0 0 0,1 0 0 0 0,24 0 0 0 0,-15-1 0 0 0,62 2-369 0 0,-72-4-8727 0 0,-4 1-919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0:27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22 138 9671 0 0,'0'1'18607'0'0,"-5"5"-17547"0"0,3-1-885 0 0,-1 0 0 0 0,1-1-1 0 0,0 1 1 0 0,1 0 0 0 0,-1 0 0 0 0,1 1 0 0 0,0-1 0 0 0,0 0 0 0 0,0 0 0 0 0,1 10 0 0 0,0 6 571 0 0,5 27 1 0 0,-5-42-735 0 0,3 12-12 0 0,1 0 0 0 0,1 0 0 0 0,0 0 0 0 0,1 0 0 0 0,1-1 0 0 0,1 0 0 0 0,1 0 0 0 0,0-1 0 0 0,1 0 0 0 0,0-1 0 0 0,1 0 0 0 0,19 19 0 0 0,-27-30 0 0 0,-1-2 0 0 0,-1-1 0 0 0,0 1 0 0 0,0-1 0 0 0,1 0 0 0 0,-1 0 0 0 0,1 0 0 0 0,-1 0 0 0 0,1 0 0 0 0,0 0 0 0 0,-1 0 0 0 0,1-1 0 0 0,0 1 0 0 0,3 0 0 0 0,4 1 0 0 0,-7-3 0 0 0,1 1 0 0 0,-1-1 0 0 0,1 0 0 0 0,-1 0 0 0 0,0 0 0 0 0,0 0 0 0 0,0 0 0 0 0,1-1 0 0 0,-1 1 0 0 0,0-1 0 0 0,-1 1 0 0 0,1-1 0 0 0,0 0 0 0 0,0 0 0 0 0,-1 0 0 0 0,1 0 0 0 0,1-3 0 0 0,4-5 0 0 0,-1-1 0 0 0,5-12 0 0 0,-9 21 0 0 0,16-43 0 0 0,18-64 0 0 0,-15 42 0 0 0,-18 58-1 0 0,14-44-223 0 0,3 1 0 0 0,38-74 0 0 0,-56 123-62 0 0,1-2-110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0:28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68 19727 0 0,'0'0'903'0'0,"2"-2"-19"0"0,3-3-560 0 0,0 0 1 0 0,0-1-1 0 0,0 0 1 0 0,7-11-1 0 0,-12 16-128 0 0,0 1-1 0 0,1-1 0 0 0,-1 1 0 0 0,0-1 0 0 0,0 1 0 0 0,1-1 0 0 0,-1 1 0 0 0,0-1 0 0 0,0 1 0 0 0,0-1 0 0 0,0 1 0 0 0,1-1 0 0 0,-1 0 0 0 0,0 1 0 0 0,0-1 0 0 0,0 1 0 0 0,0-1 0 0 0,-1 1 0 0 0,1-1 0 0 0,0 0 1 0 0,0 1-1 0 0,0-1 0 0 0,0 1 0 0 0,0-1 0 0 0,-1 1 0 0 0,1-1 0 0 0,-1 0-31 0 0,0 0 0 0 0,1 0 0 0 0,-1 1-1 0 0,0-1 1 0 0,0 0 0 0 0,0 1 0 0 0,0-1 0 0 0,0 1 0 0 0,0-1 0 0 0,0 1 0 0 0,0 0 0 0 0,0-1-1 0 0,-1 1 1 0 0,-2-1 19 0 0,0 0-1 0 0,1 0 0 0 0,-1 1 0 0 0,0 0 0 0 0,0 0 0 0 0,-6 0 0 0 0,-1 3-123 0 0,1 0-1 0 0,-1 0 0 0 0,0 1 0 0 0,1 0 0 0 0,-1 0 0 0 0,1 2 1 0 0,-16 10-1 0 0,9-4 18 0 0,0 1 0 0 0,1 1 1 0 0,-17 19-1 0 0,30-29-75 0 0,0-1 1 0 0,0 1-1 0 0,0 0 1 0 0,1 0 0 0 0,-1 0-1 0 0,1 0 1 0 0,-2 5-1 0 0,3-7 0 0 0,1-1-1 0 0,-1 1 1 0 0,1 0-1 0 0,0-1 1 0 0,-1 1-1 0 0,1 0 1 0 0,0-1-1 0 0,0 1 1 0 0,0 0-1 0 0,0 0 1 0 0,0-1 0 0 0,0 1-1 0 0,1 0 1 0 0,-1-1-1 0 0,1 1 1 0 0,-1-1-1 0 0,1 1 1 0 0,-1 0-1 0 0,1-1 1 0 0,0 1-1 0 0,2 2 1 0 0,4 2-1 0 0,-2-4-4 0 0,-1 0 0 0 0,1 0-1 0 0,0-1 1 0 0,0 0 0 0 0,0 0 0 0 0,0 0-1 0 0,0-1 1 0 0,0 1 0 0 0,0-1 0 0 0,0 0-1 0 0,0 0 1 0 0,0-1 0 0 0,0 0 0 0 0,0 0-1 0 0,5-2 1 0 0,3 0-18 0 0,-1-2 1 0 0,-1 1-1 0 0,1-2 1 0 0,20-12-1 0 0,-26 15-11 0 0,3-2 10 0 0,0-1-1 0 0,-1 0 0 0 0,1-1 1 0 0,-1 1-1 0 0,-1-2 1 0 0,1 1-1 0 0,10-15 1 0 0,-17 21 268 0 0,0 21-140 0 0,1-4-101 0 0,0-1-1 0 0,1 0 1 0 0,1 0 0 0 0,9 25-1 0 0,31 56 14 0 0,-29-66-13 0 0,-1 0 0 0 0,14 48 0 0 0,-23-61-4 0 0,0 0 0 0 0,-2 1 0 0 0,0 0 0 0 0,-1-1 0 0 0,-1 1 0 0 0,-1 0 0 0 0,-3 34 0 0 0,2-48 0 0 0,0 1 0 0 0,0-1 0 0 0,-1 1 0 0 0,1-1 0 0 0,-1 0 0 0 0,0 0 0 0 0,0 0 0 0 0,0 0 0 0 0,-1 0 0 0 0,0 0 0 0 0,-5 6 0 0 0,2-5 0 0 0,1 0 0 0 0,0-1 0 0 0,-1 1 0 0 0,0-1 0 0 0,0-1 0 0 0,0 1 0 0 0,-8 2 0 0 0,-2 0 0 0 0,-1-1 0 0 0,0 0 0 0 0,0-1 0 0 0,0-1 0 0 0,-26 2 0 0 0,17-4 0 0 0,0-2 0 0 0,-1 0 0 0 0,-30-6 0 0 0,24-1-342 0 0,13 0-2755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1:17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18 5983 0 0,'-24'-3'536'0'0,"7"-1"-432"0"0,1 0-104 0 0,0 0 0 0 0,3 3 192 0 0,3-1 216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1:33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0 10591 0 0,'0'0'16256'0'0,"0"2"-15520"0"0,-40 55 1920 0 0,31-45-2280 0 0,-1-1 1 0 0,-17 17-1 0 0,22-23-302 0 0,-31 27 302 0 0,24-23-276 0 0,-22 23 0 0 0,29-26-58 0 0,4-5-38 0 0,0 0-1 0 0,0 0 1 0 0,0 0-1 0 0,0 0 1 0 0,0 0-1 0 0,0 0 1 0 0,0 0-1 0 0,1 1 1 0 0,-1-1-1 0 0,0 0 1 0 0,1 0-1 0 0,-1 1 1 0 0,1-1-1 0 0,0 0 1 0 0,-1 0-1 0 0,1 3 0 0 0,0-4-5 0 0,0 1 0 0 0,0 0 0 0 0,0-1 0 0 0,0 1 0 0 0,1-1 0 0 0,-1 1 0 0 0,0 0 0 0 0,1-1 0 0 0,-1 1 0 0 0,0-1 0 0 0,1 1 0 0 0,-1-1 0 0 0,1 1 0 0 0,-1-1 0 0 0,0 1 0 0 0,1-1 0 0 0,-1 0 0 0 0,1 1 0 0 0,-1-1 0 0 0,1 1 0 0 0,0-1 0 0 0,-1 0 0 0 0,2 1 0 0 0,2 0-31 0 0,2 1 1 0 0,-1-1 0 0 0,0 0 0 0 0,0 0 0 0 0,9 0 0 0 0,-9 0 9 0 0,38 5-735 0 0,-23-3-1230 0 0,34 2 1 0 0,-38-5 504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1:25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22231 0 0,'0'0'2011'0'0,"3"-1"-1654"0"0,11-6-212 0 0,0 1-1 0 0,1 0 1 0 0,0 1-1 0 0,0 1 0 0 0,0 0 1 0 0,1 1-1 0 0,-1 1 1 0 0,18-1-1 0 0,-8 2-691 0 0,0 1-1 0 0,0 2 0 0 0,0 0 0 0 0,36 9 0 0 0,-42-6-1993 0 0,-4 1-5079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1:25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1 271 19927 0 0,'0'0'2192'0'0,"11"-2"-2192"0"0,2 1 0 0 0,2-2-80 0 0,3-1 80 0 0,3-1 0 0 0,0 1 120 0 0,3-5-16 0 0,4 5 0 0 0,2-3-728 0 0,1-1-144 0 0,0-2-32 0 0,3 1-8 0 0,3-1-872 0 0,-1 2-176 0 0</inkml:trace>
  <inkml:trace contextRef="#ctx0" brushRef="#br0" timeOffset="1">622 0 10135 0 0,'0'0'778'0'0,"-2"1"-506"0"0,-2-1 866 0 0,3 0-655 0 0,-1 0 1 0 0,1 0-1 0 0,-1 0 0 0 0,1 0 0 0 0,-1 1 1 0 0,1-1-1 0 0,-1 0 0 0 0,1 1 0 0 0,-1-1 1 0 0,1 1-1 0 0,0 0 0 0 0,-1-1 0 0 0,1 1 1 0 0,0 0-1 0 0,0 0 0 0 0,-1 0 0 0 0,1 0 1 0 0,0 0-1 0 0,0 0 0 0 0,0 0 0 0 0,0 0 1 0 0,0 1-1 0 0,0-1 0 0 0,0 2 0 0 0,0-1-373 0 0,1 0 0 0 0,-1 1-1 0 0,1-1 1 0 0,0 0-1 0 0,0 1 1 0 0,0-1 0 0 0,0 0-1 0 0,0 1 1 0 0,1-1-1 0 0,-1 0 1 0 0,1 1 0 0 0,-1-1-1 0 0,1 0 1 0 0,0 0-1 0 0,0 1 1 0 0,0-1 0 0 0,0 0-1 0 0,0 0 1 0 0,2 2-1 0 0,1 1-74 0 0,1 1-1 0 0,0-1 0 0 0,-1 0 0 0 0,2 0 0 0 0,-1-1 0 0 0,0 0 1 0 0,9 5-1 0 0,42 21 167 0 0,-13-11-385 0 0,26 12-478 0 0,-62-27 595 0 0,0 0 1 0 0,0 0-1 0 0,-1 1 1 0 0,1 0-1 0 0,-1 0 1 0 0,10 12-1 0 0,-15-16 50 0 0,0 0-1 0 0,0 1 1 0 0,-1-1-1 0 0,1 0 1 0 0,-1 1-1 0 0,1-1 1 0 0,-1 0-1 0 0,0 1 1 0 0,1-1 0 0 0,-1 0-1 0 0,0 1 1 0 0,0-1-1 0 0,0 1 1 0 0,0-1-1 0 0,0 0 1 0 0,0 1-1 0 0,0-1 1 0 0,-1 1-1 0 0,1-1 1 0 0,0 0 0 0 0,-1 1-1 0 0,1-1 1 0 0,-1 0-1 0 0,0 1 1 0 0,1-1-1 0 0,-3 2 1 0 0,1 1 6 0 0,-1 0 0 0 0,0 0-1 0 0,0-1 1 0 0,0 1 0 0 0,-1-1 0 0 0,-5 5 0 0 0,-5 1-31 0 0,-1 0 1 0 0,-26 11 0 0 0,0-1-1609 0 0,24-10 69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1:27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8663 0 0,'0'0'13796'0'0,"0"2"-12856"0"0,-4 31-130 0 0,1 1 1 0 0,2-1-1 0 0,1 1 0 0 0,1-1 1 0 0,2 0-1 0 0,10 41 0 0 0,-10-61-745 0 0,1 0 0 0 0,0 0 0 0 0,11 22 0 0 0,-11-29-61 0 0,0 1 1 0 0,0 0-1 0 0,1-1 0 0 0,-1 0 0 0 0,2 0 1 0 0,-1 0-1 0 0,0-1 0 0 0,8 6 1 0 0,-11-9-11 0 0,0 0 0 0 0,1-1 0 0 0,-1 0 1 0 0,0 1-1 0 0,1-1 0 0 0,-1 0 0 0 0,1 0 0 0 0,0 0 0 0 0,-1 0 1 0 0,1-1-1 0 0,0 1 0 0 0,-1-1 0 0 0,1 1 0 0 0,0-1 1 0 0,0 0-1 0 0,-1 0 0 0 0,1 0 0 0 0,0-1 0 0 0,0 1 1 0 0,-1-1-1 0 0,1 1 0 0 0,0-1 0 0 0,-1 0 0 0 0,1 0 1 0 0,-1 0-1 0 0,1 0 0 0 0,-1-1 0 0 0,1 1 0 0 0,-1-1 1 0 0,0 1-1 0 0,3-4 0 0 0,1 0-28 0 0,-1 0-1 0 0,0-1 0 0 0,0 1 1 0 0,-1-1-1 0 0,0 0 1 0 0,0 0-1 0 0,0-1 1 0 0,-1 1-1 0 0,0-1 1 0 0,4-12-1 0 0,5-29-22 0 0,9-88 1 0 0,-19 118 52 0 0,-2 15 4 0 0,2-7-6 0 0,-1-1 0 0 0,0 0 0 0 0,-1 0 0 0 0,0 1 0 0 0,0-1 0 0 0,-2 0 0 0 0,-2-16 0 0 0,3 26 81 0 0,2 13 47 0 0,1 7-48 0 0,1 1-1 0 0,0-1 0 0 0,2 0 0 0 0,7 20 1 0 0,34 70 71 0 0,-39-97-213 0 0,0-1-1 0 0,1 1 0 0 0,0-1 1 0 0,0-1-1 0 0,2 1 0 0 0,-1-2 1 0 0,14 12-1 0 0,-22-20-16 0 0,25 20-1561 0 0,-18-15-1149 0 0,2-2-3285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1:27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88 6447 0 0,'0'0'586'0'0,"3"-11"-2"0"0,-2 4 4936 0 0,-1 4-4604 0 0,0 0 0 0 0,0 0 0 0 0,-1 0 0 0 0,1 1 0 0 0,-1-1 0 0 0,0 0 0 0 0,0 0 0 0 0,0 0 0 0 0,0 1 0 0 0,0-1 0 0 0,-3-4 0 0 0,2 5-764 0 0,0-1 0 0 0,0 0 0 0 0,-1 1 0 0 0,1 0 0 0 0,-1-1-1 0 0,1 1 1 0 0,-1 0 0 0 0,0 0 0 0 0,0 1 0 0 0,0-1 0 0 0,0 0 0 0 0,0 1-1 0 0,0 0 1 0 0,0 0 0 0 0,-7-2 0 0 0,9 3-123 0 0,0 0-1 0 0,-1 0 1 0 0,1 0-1 0 0,0 0 1 0 0,0 0-1 0 0,-1 1 1 0 0,1-1 0 0 0,0 0-1 0 0,0 1 1 0 0,0-1-1 0 0,-1 1 1 0 0,1-1-1 0 0,0 1 1 0 0,0-1-1 0 0,0 1 1 0 0,0 0-1 0 0,0 0 1 0 0,0 0 0 0 0,0-1-1 0 0,0 1 1 0 0,0 0-1 0 0,0 0 1 0 0,1 0-1 0 0,-1 0 1 0 0,0 0-1 0 0,1 0 1 0 0,-1 1 0 0 0,0 1-1 0 0,0-1-16 0 0,1-1 1 0 0,-1 1-1 0 0,1 0 0 0 0,0 0 0 0 0,0-1 1 0 0,0 1-1 0 0,0 0 0 0 0,0 0 0 0 0,0 0 1 0 0,0-1-1 0 0,1 1 0 0 0,0 3 0 0 0,0-1 9 0 0,21 106 1124 0 0,3 15-549 0 0,-16-48-585 0 0,-10-53 147 0 0,-2-17-1713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1:28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18367 0 0,'0'0'6560'0'0,"2"1"-5859"0"0,8 2-377 0 0,-1 0 0 0 0,1-1-1 0 0,-1-1 1 0 0,1 1 0 0 0,0-2-1 0 0,17 0 1 0 0,-7-1-880 0 0,-1-1 1 0 0,30-7-1 0 0,-33 4-1284 0 0,-1-1-4246 0 0,-1-2-1808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2:05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81 7831 0 0,'0'0'706'0'0,"-8"-4"-2"0"0,3 1 4021 0 0,-1-15 6644 0 0,6 9-7260 0 0,2 9-4050 0 0,-1 0 0 0 0,1 0 0 0 0,0 1 0 0 0,0-1 0 0 0,-1 1 0 0 0,1-1 0 0 0,0 1-1 0 0,-1-1 1 0 0,1 1 0 0 0,0 0 0 0 0,-1 0 0 0 0,1 0 0 0 0,-1 0 0 0 0,1 0 0 0 0,-1 0 0 0 0,0 0-1 0 0,1 0 1 0 0,-1 1 0 0 0,0-1 0 0 0,0 0 0 0 0,0 1 0 0 0,0-1 0 0 0,0 1 0 0 0,0-1-1 0 0,0 1 1 0 0,-1 0 0 0 0,1-1 0 0 0,-1 1 0 0 0,1 0 0 0 0,-1-1 0 0 0,1 1 0 0 0,-1 3 0 0 0,2 6 32 0 0,-2 1 0 0 0,1-1 0 0 0,-1 0 0 0 0,-2 12 0 0 0,1-14 0 0 0,-3 32 64 0 0,-1 45 5 0 0,5-78-144 0 0,1 0-1 0 0,-1 0 0 0 0,1-1 0 0 0,1 1 1 0 0,0 0-1 0 0,0-1 0 0 0,0 1 1 0 0,6 10-1 0 0,1-7-3 0 0,-6-9-18 0 0,-1 0 1 0 0,1 0-1 0 0,-1-1 1 0 0,1 1-1 0 0,-1-1 1 0 0,1 0-1 0 0,0 0 1 0 0,-1 0-1 0 0,1 0 0 0 0,0-1 1 0 0,5 2-1 0 0,-7-2 2 0 0,0 0 0 0 0,0 0-1 0 0,0 0 1 0 0,-1 0-1 0 0,1 0 1 0 0,0 0 0 0 0,0 0-1 0 0,0-1 1 0 0,0 1-1 0 0,0 0 1 0 0,0 0 0 0 0,0-1-1 0 0,-1 1 1 0 0,1 0 0 0 0,0-1-1 0 0,0 1 1 0 0,0-2-1 0 0,3 0-6 0 0,5-1-15 0 0,0-1 0 0 0,-1-1 0 0 0,0 0 1 0 0,1 0-1 0 0,-2-1 0 0 0,1 0 0 0 0,-1 0 1 0 0,1-1-1 0 0,-2 1 0 0 0,8-10 0 0 0,-6 4-11 0 0,-1 1-1 0 0,0-1 0 0 0,0 0 1 0 0,-1 0-1 0 0,-1-1 1 0 0,6-21-1 0 0,25-139 38 0 0,-33 156 0 0 0,-2 4 0 0 0,-2 3 11 0 0,1 8 250 0 0,-9 12-173 0 0,6-6-81 0 0,0 0-1 0 0,1 1 1 0 0,0-1 0 0 0,0 0-1 0 0,0 1 1 0 0,0 0 0 0 0,1-1-1 0 0,0 1 1 0 0,0 0 0 0 0,0 0-1 0 0,0-1 1 0 0,1 1 0 0 0,0 0-1 0 0,1 7 1 0 0,0 8 18 0 0,2 0 1 0 0,4 21-1 0 0,-4-28-119 0 0,0-1 0 0 0,1 0 0 0 0,0 0-1 0 0,1 0 1 0 0,0 0 0 0 0,1-1 0 0 0,1 1 0 0 0,-1-2 0 0 0,2 1-1 0 0,0-1 1 0 0,0 0 0 0 0,0 0 0 0 0,1-1 0 0 0,1 0 0 0 0,10 7-1 0 0,7-1-3676 0 0,-14-9-4677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2:05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17967 0 0,'0'2'10427'0'0,"-3"6"-9907"0"0,0 0 1 0 0,1-1 0 0 0,0 1 0 0 0,0 1 0 0 0,1-1-1 0 0,-1 13 1 0 0,2 2-322 0 0,-1-11-126 0 0,1-1 0 0 0,1 14 1 0 0,1-11-42 0 0,-1-4-46 0 0,1 0-1 0 0,0 0 1 0 0,6 14-1 0 0,-8-23-68 0 0,0 0 0 0 0,1-1-1 0 0,-1 1 1 0 0,0-1-1 0 0,1 1 1 0 0,-1 0 0 0 0,1-1-1 0 0,-1 1 1 0 0,0-1-1 0 0,1 1 1 0 0,0-1 0 0 0,-1 1-1 0 0,1-1 1 0 0,-1 1-1 0 0,1-1 1 0 0,-1 0 0 0 0,1 1-1 0 0,0-1 1 0 0,1 1-1 0 0,-2-1-130 0 0,1 0 1 0 0,-1 0-1 0 0,1 0 0 0 0,-1 0 0 0 0,1 0 0 0 0,0 0 0 0 0,-1 0 0 0 0,1 0 0 0 0,-1 0 0 0 0,1 0 0 0 0,0 0 0 0 0,-1 0 0 0 0,1-1 0 0 0,-1 1 1 0 0,1 0-1 0 0,-1 0 0 0 0,2-1 0 0 0,9-6-1669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2:05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1 14743 0 0,'0'0'14367'0'0,"0"2"-13401"0"0,0 0-822 0 0,0 0 0 0 0,-1-1 0 0 0,1 1 0 0 0,-1 0 1 0 0,1 0-1 0 0,-1 0 0 0 0,0-1 0 0 0,0 1 0 0 0,0 0 0 0 0,0-1 0 0 0,0 1 0 0 0,0-1 0 0 0,-3 3 0 0 0,-22 21 313 0 0,7-7-311 0 0,0 1-108 0 0,9-9-27 0 0,1 0 0 0 0,-16 21 0 0 0,18-23-11 0 0,-12 15 0 0 0,6 0 0 0 0,6-11 0 0 0,1 0 0 0 0,3-1 0 0 0,3-10 0 0 0,0-1 0 0 0,0 1 0 0 0,0 0 0 0 0,1-1 0 0 0,-1 1 0 0 0,0 0 0 0 0,0-1 0 0 0,1 1 0 0 0,-1 0 0 0 0,0-1 0 0 0,1 1 0 0 0,-1-1 0 0 0,1 1 0 0 0,-1-1 0 0 0,1 2 0 0 0,2-1 0 0 0,0 1 0 0 0,-1 0 0 0 0,1-1 0 0 0,0 1 0 0 0,0-1 0 0 0,0 0 0 0 0,0 0 0 0 0,0 0 0 0 0,0 0 0 0 0,0 0 0 0 0,0-1 0 0 0,0 0 0 0 0,1 1 0 0 0,4-2 0 0 0,8 1 0 0 0,26-5 0 0 0,-16 1 0 0 0,35-5-1120 0 0,12-2-1273 0 0,-62 10 515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2:06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76 4143 0 0,'0'0'319'0'0,"-1"3"540"0"0,-1 6 3638 0 0,1 1 1 0 0,0-1-1 0 0,1 12 1 0 0,0 1 340 0 0,0-6-4364 0 0,0 3 361 0 0,2-1 0 0 0,0 1 0 0 0,9 32 1 0 0,22 53-245 0 0,-20-66-448 0 0,-5-15-139 0 0,1-1 1 0 0,1 0-1 0 0,0 0 1 0 0,20 27-1 0 0,-21-38 34 0 0,3-4-29 0 0,2-5-9 0 0,-12-3 0 0 0,0 0 0 0 0,1 1 0 0 0,-1-1 0 0 0,0 0 0 0 0,0 0 0 0 0,0-1 0 0 0,-1 1 0 0 0,1 0 0 0 0,0 0 0 0 0,0-1 0 0 0,-1 0 0 0 0,1 1 0 0 0,-1-1 0 0 0,1 0 0 0 0,-1 1 0 0 0,0-1 0 0 0,0 0 0 0 0,0 0 0 0 0,0 0 0 0 0,0 0 0 0 0,1-4 0 0 0,2-5 0 0 0,-1 0 0 0 0,4-22 0 0 0,-5 21 0 0 0,23-157 0 0 0,-16 92 0 0 0,-2 17-50 0 0,7-43-141 0 0,-3 44-1459 0 0,-10 57 900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2:06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99 15607 0 0,'0'0'712'0'0,"1"-1"-14"0"0,17-15-420 0 0,-6 3-102 0 0,-12 10 380 0 0,0 0 127 0 0,1 1-79 0 0,-1 0 0 0 0,1-1 0 0 0,-1 1 0 0 0,0 0 0 0 0,0-1 0 0 0,0 1 0 0 0,0-1 0 0 0,-1 1 0 0 0,1 0 0 0 0,-2-4 0 0 0,1 1-91 0 0,1 4-372 0 0,-1 0 0 0 0,1-1 0 0 0,-1 1 0 0 0,1 0 0 0 0,-1 0 0 0 0,0-1 0 0 0,1 1 0 0 0,-1 0 0 0 0,0 0 0 0 0,0 0 0 0 0,0 0 0 0 0,0 0 0 0 0,0 0 0 0 0,0 0 0 0 0,0 0 0 0 0,0 1 0 0 0,0-1 0 0 0,-1 0 0 0 0,1 1 0 0 0,0-1 0 0 0,-2 0 0 0 0,-1 0 54 0 0,0-1 0 0 0,0 1 0 0 0,0 0 0 0 0,0 0 0 0 0,-5 0 0 0 0,3 1-86 0 0,0 1 1 0 0,1-1-1 0 0,-1 1 0 0 0,0 0 1 0 0,1 1-1 0 0,-1-1 1 0 0,1 1-1 0 0,-1 0 0 0 0,1 0 1 0 0,0 1-1 0 0,0-1 0 0 0,0 1 1 0 0,0 1-1 0 0,-6 4 0 0 0,-4 5 31 0 0,1 0 0 0 0,-24 28 0 0 0,33-36-120 0 0,-19 26 106 0 0,22-29-110 0 0,1 0 0 0 0,0 1-1 0 0,-1-1 1 0 0,1 1 0 0 0,0-1 0 0 0,0 1 0 0 0,0 0 0 0 0,1-1-1 0 0,-1 1 1 0 0,0 5 0 0 0,-1 9 48 0 0,2-4-79 0 0,6-1-54 0 0,6-4 1 0 0,-6-6 34 0 0,-1 0 0 0 0,1-1 0 0 0,0 0 0 0 0,0 0 0 0 0,-1 0-1 0 0,1-1 1 0 0,0 0 0 0 0,0 0 0 0 0,0 0 0 0 0,0-1 0 0 0,0 0 0 0 0,0 0 0 0 0,-1 0 0 0 0,1-1 0 0 0,0 0-1 0 0,-1 0 1 0 0,7-4 0 0 0,1 0-45 0 0,0-1 0 0 0,-1-1 0 0 0,0 0 0 0 0,0 0 0 0 0,20-21 0 0 0,-28 26 78 0 0,9-24 17 0 0,-11 25 689 0 0,-5 1-577 0 0,2 1-111 0 0,0 0 0 0 0,0 0 0 0 0,0-1 0 0 0,0 1 0 0 0,-1 0 0 0 0,1 0 0 0 0,0 0 0 0 0,0 0 0 0 0,0 0 0 0 0,0 1 0 0 0,0-1 0 0 0,-1 0 0 0 0,1 1 0 0 0,0-1 0 0 0,0 0 0 0 0,0 1 0 0 0,0-1 0 0 0,0 1 0 0 0,0 0 0 0 0,0-1 0 0 0,0 1 0 0 0,0 0 0 0 0,0 0-1 0 0,0-1 1 0 0,1 1 0 0 0,-1 0 0 0 0,0 0 0 0 0,1 0 0 0 0,-2 1 0 0 0,1 3-12 0 0,-1 1-1 0 0,1-1 0 0 0,0 1 0 0 0,0 0 0 0 0,0-1 0 0 0,1 1 1 0 0,0 0-1 0 0,0-1 0 0 0,1 1 0 0 0,-1 0 0 0 0,1-1 0 0 0,0 1 0 0 0,1-1 1 0 0,-1 1-1 0 0,4 7 0 0 0,35 70-4 0 0,1 2 0 0 0,-36-74 0 0 0,-1-1 0 0 0,-1 1 0 0 0,0 0 0 0 0,-1 0 0 0 0,2 16 0 0 0,-3-8 0 0 0,-3-14 0 0 0,0-2 0 0 0,-4 9 0 0 0,3-8 0 0 0,-1 0 0 0 0,0 0 0 0 0,0 0 0 0 0,0-1 0 0 0,0 0 0 0 0,-1 0 0 0 0,1 0 0 0 0,-1 0 0 0 0,0-1 0 0 0,0 0 0 0 0,0 0 0 0 0,0 0 0 0 0,-6 1 0 0 0,0 0 0 0 0,-1 0 0 0 0,0-2 0 0 0,1 1 0 0 0,-1-1 0 0 0,-13-1 0 0 0,11-1 0 0 0,-12 0 0 0 0,1 0 0 0 0,-46-11 0 0 0,54 7-58 0 0,14 3-127 0 0,1-1-64 0 0,-1 2-294 0 0,3-1-22 0 0,-1 0 207 0 0,0 1 1 0 0,1-1-1 0 0,-1 0 0 0 0,1 0 1 0 0,0 1-1 0 0,-1-1 0 0 0,1 0 0 0 0,0 0 1 0 0,0 0-1 0 0,0-2 0 0 0,4-8-1459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2:07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9671 0 0,'2'3'4003'0'0,"4"6"-1291"0"0,0 1 0 0 0,-1-1 0 0 0,5 12 0 0 0,-2 4-720 0 0,-3-2-731 0 0,0 0-464 0 0,-1-1 1 0 0,-1 1-1 0 0,1 38 0 0 0,-6-20-446 0 0,1 92 96 0 0,1-121-405 0 0,4 6-74 0 0,-2-15 40 0 0,0 2-505 0 0,4 5-286 0 0,-1-7-2482 0 0,7 1 1917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2:09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11 17735 0 0,'0'0'1610'0'0,"-2"-1"-1324"0"0,-16-8 898 0 0,17 9-1041 0 0,1 0-1 0 0,-1 0 1 0 0,0 0-1 0 0,1 0 1 0 0,-1 0-1 0 0,0 0 1 0 0,1 0-1 0 0,-1 0 1 0 0,0 0-1 0 0,1 0 0 0 0,-1 0 1 0 0,0 1-1 0 0,1-1 1 0 0,-1 0-1 0 0,0 0 1 0 0,1 1-1 0 0,-1-1 1 0 0,0 0-1 0 0,1 1 1 0 0,-1-1-1 0 0,1 0 1 0 0,-1 1-1 0 0,1-1 1 0 0,-1 1-1 0 0,1-1 1 0 0,-1 2-1 0 0,-11 15 1976 0 0,7-5-1732 0 0,0 1-1 0 0,1-1 1 0 0,0 1-1 0 0,1 0 1 0 0,0 0-1 0 0,1 1 0 0 0,0 24 1 0 0,3 2-55 0 0,7 54 1 0 0,-6-74-271 0 0,2 0-1 0 0,9 29 1 0 0,-11-40-49 0 0,1-1 0 0 0,1 0-1 0 0,0 0 1 0 0,0-1 0 0 0,0 1 0 0 0,1-1-1 0 0,0 0 1 0 0,9 10 0 0 0,-5-9-23 0 0,1-2-49 0 0,-9-5 43 0 0,1-1 1 0 0,-1 1-1 0 0,1-1 0 0 0,0 0 0 0 0,-1 1 0 0 0,1-1 0 0 0,0 0 0 0 0,-1 0 1 0 0,1 0-1 0 0,0-1 0 0 0,-1 1 0 0 0,1 0 0 0 0,0-1 0 0 0,-1 1 0 0 0,1 0 0 0 0,2-2 1 0 0,-1 0-4 0 0,0 0 1 0 0,0 1 0 0 0,-1-1 0 0 0,1 0 0 0 0,-1-1-1 0 0,0 1 1 0 0,0 0 0 0 0,3-4 0 0 0,1-3-24 0 0,0 0 0 0 0,-1-1 0 0 0,0 1 1 0 0,5-15-1 0 0,-2 0-8 0 0,-2-2-1 0 0,5-30 1 0 0,-2 12 33 0 0,27-127-170 0 0,-32 151 188 0 0,2 10 8 0 0,-6 10-8 0 0,0 0 1 0 0,0 0-1 0 0,0 0 1 0 0,0 0-1 0 0,0-1 1 0 0,0 1-1 0 0,0 0 1 0 0,0 0-1 0 0,0 0 1 0 0,0 0-1 0 0,1 0 1 0 0,-1 0-1 0 0,0 0 1 0 0,0 0-1 0 0,0 0 1 0 0,0 0-1 0 0,0 0 1 0 0,0 0-1 0 0,0 0 1 0 0,0 0-1 0 0,0 0 1 0 0,1 0-1 0 0,-1 1 1 0 0,0-1-1 0 0,0 0 1 0 0,0 0-1 0 0,0 0 1 0 0,0 0-1 0 0,0 0 1 0 0,0 0-1 0 0,0 0 1 0 0,0 0-1 0 0,0 0 1 0 0,0 0-1 0 0,1 0 1 0 0,-1 0-1 0 0,0 0 1 0 0,0 0-1 0 0,0 1 1 0 0,0-1-1 0 0,0 0 1 0 0,0 0-1 0 0,0 0 1 0 0,0 0-1 0 0,0 0 1 0 0,2 10 85 0 0,3 23 100 0 0,-1 1 0 0 0,-2 57 0 0 0,1 13 40 0 0,-2-92-284 0 0,1 14 201 0 0,10 50 0 0 0,-10-69-269 0 0,0 0 0 0 0,0 0 1 0 0,1-1-1 0 0,0 1 0 0 0,0-1 0 0 0,1 1 0 0 0,-1-1 0 0 0,1 0 0 0 0,1-1 0 0 0,-1 1 1 0 0,10 8-1 0 0,-12-12-120 0 0,0 0 0 0 0,0-1 1 0 0,1 0-1 0 0,-1 1 0 0 0,1-1 1 0 0,-1 0-1 0 0,1 0 0 0 0,-1 0 1 0 0,4 0-1 0 0,-1 0-779 0 0,-3 0-1080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2:09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144 144 2759 0 0,'-2'-1'207'0'0,"-5"-1"-48"0"0,6 2-152 0 0,0 0 0 0 0,1 0 0 0 0,-1 0 0 0 0,1 0 0 0 0,-1-1 0 0 0,1 1-1 0 0,-1 0 1 0 0,1 0 0 0 0,-1-1 0 0 0,1 1 0 0 0,0 0 0 0 0,-1-1 0 0 0,1 1 0 0 0,-1 0 0 0 0,1-1 0 0 0,0 1 0 0 0,-1 0 0 0 0,1-1 0 0 0,0 1 0 0 0,-1-1 0 0 0,2-6-1166 0 0,0 5 1529 0 0,0 0-49 0 0,5-1 52 0 0,0-9 8946 0 0,-5-4-181 0 0,-1 8-9086 0 0,-1 3 1290 0 0,0-4-449 0 0,0 1 0 0 0,-1 0 0 0 0,0 0 0 0 0,0 0 0 0 0,-1 0 0 0 0,-6-12 0 0 0,9 19-852 0 0,-1 0 1 0 0,0 0 0 0 0,1 0-1 0 0,-1 1 1 0 0,0-1 0 0 0,0 0-1 0 0,0 1 1 0 0,0-1 0 0 0,0 0 0 0 0,0 1-1 0 0,1 0 1 0 0,-1-1 0 0 0,-1 1-1 0 0,1-1 1 0 0,0 1 0 0 0,0 0-1 0 0,0 0 1 0 0,0 0 0 0 0,0 0-1 0 0,0-1 1 0 0,0 1 0 0 0,0 1-1 0 0,0-1 1 0 0,0 0 0 0 0,0 0-1 0 0,0 0 1 0 0,0 0 0 0 0,0 1-1 0 0,0-1 1 0 0,0 1 0 0 0,0-1-1 0 0,0 1 1 0 0,0-1 0 0 0,-2 2-1 0 0,-1 0 22 0 0,-1 1-1 0 0,1 0 1 0 0,0 0-1 0 0,0 0 1 0 0,-6 6-1 0 0,4-2-5 0 0,0 0-1 0 0,1 1 0 0 0,0 0 1 0 0,1 0-1 0 0,-1 0 1 0 0,2 1-1 0 0,-1-1 1 0 0,1 1-1 0 0,0 0 1 0 0,1 0-1 0 0,-2 16 1 0 0,2-11-15 0 0,1 0 0 0 0,1 0 1 0 0,0 0-1 0 0,1 0 0 0 0,0 0 0 0 0,1 0 1 0 0,4 14-1 0 0,23 64 30 0 0,7 19-72 0 0,-34-106-855 0 0,-1-3 260 0 0,0 0-1 0 0,0 0 1 0 0,0 0-1 0 0,-1 0 1 0 0,1 0-1 0 0,-1 0 0 0 0,1 0 1 0 0,-1 3-1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2:10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0 142 14743 0 0,'3'-1'6380'0'0,"8"-1"-3734"0"0,25-6 1485 0 0,51-12-2665 0 0,-49 10-1610 0 0,70-28 1 0 0,-61 15-3158 0 0,-4-3-4336 0 0,-25 13-201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2:10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1 12439 0 0,'0'0'17687'0'0,"-1"1"-16806"0"0,-15 9-661 0 0,2 1 0 0 0,-1 0 0 0 0,2 1 0 0 0,-1 1 0 0 0,1 0 0 0 0,1 1 0 0 0,-18 25 0 0 0,20-22-220 0 0,2-4 0 0 0,-12 24 0 0 0,7-10 0 0 0,8-14 0 0 0,5 1 0 0 0,5-2 0 0 0,5-2 0 0 0,3-4 0 0 0,-6-4-72 0 0,0 0 0 0 0,1-1 1 0 0,-1 0-1 0 0,0-1 0 0 0,1 0 0 0 0,-1 0 1 0 0,0 0-1 0 0,1-1 0 0 0,12-3 0 0 0,-2-1-305 0 0,0 0 0 0 0,29-14 0 0 0,-33 12-844 0 0,-2 1 1 0 0,1-2 0 0 0,12-9-1 0 0,-12 8-1168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2:11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21743 0 0,'0'0'1965'0'0,"-3"7"-494"0"0,0 0-635 0 0,1 0-1 0 0,1 0 0 0 0,-1 1 1 0 0,0 7-1 0 0,1 55 1189 0 0,2-42-1735 0 0,1 0-1 0 0,2 0 0 0 0,8 34 1 0 0,-3-37-241 0 0,0-1 1 0 0,15 29-1 0 0,-21-48-49 0 0,0 1 1 0 0,0-1-1 0 0,0 0 1 0 0,1-1-1 0 0,-1 1 1 0 0,1 0-1 0 0,1-1 1 0 0,-1 0-1 0 0,0 0 1 0 0,10 6-1 0 0,-11-9-10 0 0,-1 1 1 0 0,1-1-1 0 0,-1 0 0 0 0,1 0 1 0 0,-1 0-1 0 0,1 0 0 0 0,0-1 0 0 0,0 1 1 0 0,0-1-1 0 0,-1 1 0 0 0,1-1 1 0 0,0 0-1 0 0,0 0 0 0 0,0 0 1 0 0,0-1-1 0 0,-1 1 0 0 0,1-1 1 0 0,0 1-1 0 0,0-1 0 0 0,-1 0 0 0 0,1 0 1 0 0,-1 0-1 0 0,1-1 0 0 0,3-2 1 0 0,-1 1-10 0 0,-1 0 1 0 0,0-1 0 0 0,0 0 0 0 0,-1 0-1 0 0,1 0 1 0 0,-1 0 0 0 0,1 0 0 0 0,-2-1-1 0 0,1 1 1 0 0,0-1 0 0 0,-1 0 0 0 0,3-8-1 0 0,2-7-10 0 0,6-38 0 0 0,-9 40 14 0 0,40-219 16 0 0,-41 224 233 0 0,-2 20 223 0 0,0 6-490 0 0,9 147 67 0 0,-9-141-33 0 0,2 6 0 0 0,8 41 0 0 0,-5-41-96 0 0,-3-8-120 0 0,1-1-1 0 0,1 1 1 0 0,8 16 0 0 0,-12-31-123 0 0,1-1 1 0 0,-1 1 0 0 0,1-1 0 0 0,-1 0 0 0 0,1 0-1 0 0,0 0 1 0 0,0 1 0 0 0,-1-2 0 0 0,1 1-1 0 0,0 0 1 0 0,0 0 0 0 0,0-1 0 0 0,0 1-1 0 0,0-1 1 0 0,3 1 0 0 0,-2 0-1008 0 0</inkml:trace>
  <inkml:trace contextRef="#ctx0" brushRef="#br0" timeOffset="1">501 299 22031 0 0,'0'0'6804'0'0,"3"0"-6056"0"0,18-1 408 0 0,37-7 0 0 0,-41 5-1067 0 0,0 0-1 0 0,-1 1 1 0 0,1 1 0 0 0,22 1 0 0 0,-38 0-82 0 0,0 0 1 0 0,0 0-1 0 0,1 0 0 0 0,-1 1 1 0 0,0-1-1 0 0,0 0 0 0 0,0 1 1 0 0,0-1-1 0 0,1 0 0 0 0,-1 1 1 0 0,0 0-1 0 0,0-1 0 0 0,0 1 1 0 0,0 0-1 0 0,0-1 1 0 0,0 1-1 0 0,0 0 0 0 0,0 0 1 0 0,-1 0-1 0 0,1 0 0 0 0,0 0 1 0 0,0 0-1 0 0,-1 0 0 0 0,1 0 1 0 0,-1 0-1 0 0,1 0 0 0 0,-1 0 1 0 0,1 0-1 0 0,-1 0 0 0 0,0 1 1 0 0,1-1-1 0 0,-1 0 0 0 0,0 2 1 0 0,0 0-1 0 0,0 0 0 0 0,0 0 0 0 0,-1 0 0 0 0,1 0 0 0 0,-1 0 1 0 0,0 0-1 0 0,0 0 0 0 0,0 0 0 0 0,0-1 0 0 0,0 1 0 0 0,-1 0 1 0 0,-1 2-1 0 0,-12 15 16 0 0,-21 23 1 0 0,21-26-11 0 0,0 0-1 0 0,-11 20 1 0 0,15-22-13 0 0,11-14 0 0 0,0-1 0 0 0,0 0 0 0 0,-1 1 0 0 0,1-1 0 0 0,0 0 0 0 0,0 1 0 0 0,0-1 0 0 0,0 0 0 0 0,-1 1 0 0 0,1-1 0 0 0,0 0 0 0 0,0 1 0 0 0,0-1 0 0 0,0 1 0 0 0,0-1 0 0 0,0 0 0 0 0,0 1 0 0 0,0-1 0 0 0,0 1 0 0 0,0-1 0 0 0,1 1 0 0 0,0 1 0 0 0,-1-1 0 0 0,1 0 0 0 0,0 0 0 0 0,0 0 0 0 0,0 0 0 0 0,-1-1 0 0 0,1 1 0 0 0,0 0 0 0 0,1 0 0 0 0,-1 0 0 0 0,0-1 0 0 0,0 1 0 0 0,0-1 0 0 0,0 1 0 0 0,0-1 0 0 0,2 1 0 0 0,0 0 0 0 0,0 0 0 0 0,1 0 0 0 0,-1-1 0 0 0,0 1 0 0 0,0-1 0 0 0,5 0 0 0 0,-2 0 0 0 0,0 0 0 0 0,0-1 0 0 0,-1 1 0 0 0,1-1 0 0 0,0-1 0 0 0,-1 1 0 0 0,10-5 0 0 0,-2 1 0 0 0,29-11-3213 0 0,63-33 1 0 0,-88 40-6427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2:11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0 2303 0 0,'0'0'28811'0'0,"-1"3"-28402"0"0,-6 8-239 0 0,0 0-1 0 0,-1 0 1 0 0,0 0 0 0 0,-15 13-1 0 0,9-9 29 0 0,-15 19 0 0 0,21-25-198 0 0,5-5 0 0 0,-1-1 0 0 0,1 0 0 0 0,0 1 0 0 0,1 0 0 0 0,-4 4 0 0 0,-9 18 0 0 0,9-14 0 0 0,6-11 0 0 0,0 0 0 0 0,0 0 0 0 0,-1-1 0 0 0,1 1 0 0 0,0 0 0 0 0,0 0 0 0 0,0 0 0 0 0,0-1 0 0 0,0 1 0 0 0,0 0 0 0 0,0 0 0 0 0,0 0 0 0 0,0 1 0 0 0,1-1 0 0 0,-1-1 0 0 0,0 1 0 0 0,1 0 0 0 0,0 0 0 0 0,-1-1 0 0 0,1 1 0 0 0,-1 0 0 0 0,1-1 0 0 0,0 1 0 0 0,0 0 0 0 0,-1-1 0 0 0,1 1 0 0 0,1 0 0 0 0,2 1-13 0 0,1-1-1 0 0,0 1 1 0 0,-1 0-1 0 0,1-1 1 0 0,0 0-1 0 0,0 0 1 0 0,0-1-1 0 0,0 1 1 0 0,0-1-1 0 0,0 0 1 0 0,0-1-1 0 0,9-1 1 0 0,5-1-141 0 0,35-12 0 0 0,10-9-2068 0 0,-38 12-7043 0 0,-14 6 299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2:12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0 12439 0 0,'-2'1'3868'0'0,"-1"1"-2749"0"0,0 1-1 0 0,0-1 1 0 0,0 1 0 0 0,0 0-1 0 0,1 0 1 0 0,-1 0-1 0 0,1 0 1 0 0,0 0-1 0 0,-2 5 1 0 0,0-2-359 0 0,1 1 0 0 0,1 0 0 0 0,-1 1 0 0 0,-1 8 1 0 0,0 8-420 0 0,1-1-1 0 0,1 26 1 0 0,1-25-291 0 0,1 0 0 0 0,1 0 1 0 0,2-1-1 0 0,0 1 0 0 0,2 0 0 0 0,0-1 0 0 0,2 0 0 0 0,12 30 0 0 0,-15-44-50 0 0,-2-4 0 0 0,0-1 0 0 0,0 1 0 0 0,1-1 0 0 0,-1 0 0 0 0,1 0 0 0 0,0 0 0 0 0,1 0 0 0 0,-1-1 0 0 0,6 5 0 0 0,-6-4 0 0 0,16 10 0 0 0,-8-8 0 0 0,-1-1-13 0 0,-8-5 2 0 0,1 0 0 0 0,-1 0 0 0 0,0 0 0 0 0,0-1 0 0 0,1 1 0 0 0,-1 0 0 0 0,0-1 0 0 0,0 1 0 0 0,0-1 0 0 0,0 0 0 0 0,0 0 0 0 0,0 0 0 0 0,0 0 0 0 0,0 0 0 0 0,0 0 0 0 0,0 0 0 0 0,3-3 0 0 0,0-2-11 0 0,1 1-1 0 0,-1-1 0 0 0,0 0 0 0 0,-1 0 1 0 0,0 0-1 0 0,0-1 0 0 0,6-11 1 0 0,17-54-77 0 0,-21 53 73 0 0,1-4 2 0 0,-2-1 1 0 0,5-36 0 0 0,2-13 18 0 0,12-21 5 0 0,-23 84 0 0 0,-1 5 2 0 0,1 0-1 0 0,-1 0 1 0 0,1 1 0 0 0,0-1 0 0 0,0 1-1 0 0,4-10 1 0 0,-5 13 282 0 0,0 3-212 0 0,-11 43-16 0 0,7-29-32 0 0,0 0 0 0 0,1 1 0 0 0,0-1 0 0 0,2 1 0 0 0,0 31 0 0 0,3-20-24 0 0,-1-11 0 0 0,0 0 0 0 0,6 24 0 0 0,10 27 6 0 0,18 66 12 0 0,-29-120-18 0 0,0-4-80 0 0,-6-9 25 0 0,1 0-1 0 0,0-1 1 0 0,0 1 0 0 0,0-1-1 0 0,-1 1 1 0 0,1-1 0 0 0,0 0-1 0 0,0 1 1 0 0,0-1 0 0 0,0 0-1 0 0,0 1 1 0 0,0-1 0 0 0,0 0-1 0 0,0 0 1 0 0,0 0 0 0 0,0 0-1 0 0,0 0 1 0 0,0 0 0 0 0,0 0-1 0 0,-1 0 1 0 0,1 0-1 0 0,2-1 1 0 0,2 0-899 0 0,-3 0 559 0 0,-1 0 0 0 0,1 0 0 0 0,0 0 0 0 0,-1 0 0 0 0,0-1 0 0 0,1 1 0 0 0,-1-1 0 0 0,0 1 0 0 0,1-1 0 0 0,-1 1 0 0 0,0-1 0 0 0,0 0 0 0 0,0 1 0 0 0,1-4 0 0 0,3-6-8685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2:13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179 115 7367 0 0,'0'0'568'0'0,"2"0"-373"0"0,8 0 1135 0 0,23-2 15281 0 0,-31 0-16258 0 0,0 0 1 0 0,0 0-1 0 0,-1 0 0 0 0,1-1 0 0 0,0 1 1 0 0,-1-1-1 0 0,0 1 0 0 0,1-1 0 0 0,-1 1 1 0 0,0-1-1 0 0,0-3 0 0 0,0 2-252 0 0,-1 1 0 0 0,0-1 1 0 0,1 0-1 0 0,-2 1 0 0 0,1-1 0 0 0,0 1 0 0 0,-1-1 0 0 0,1 1 0 0 0,-1-1 0 0 0,0 1 0 0 0,-1-1 0 0 0,1 1 1 0 0,-3-5-1 0 0,3 6 4 0 0,0 0-18 0 0,-6-6-70 0 0,-1 0-5 0 0,7 8-1 0 0,0-1 1 0 0,0 0-1 0 0,0 1 1 0 0,0-1-1 0 0,0 0 0 0 0,0 1 1 0 0,0-1-1 0 0,0 1 1 0 0,0 0-1 0 0,0-1 0 0 0,-1 1 1 0 0,1 0-1 0 0,0 0 0 0 0,0 0 1 0 0,0 0-1 0 0,-1 0 1 0 0,1 0-1 0 0,0 0 0 0 0,-2 1 1 0 0,-1 0-10 0 0,0 0-1 0 0,-1 1 1 0 0,2 0 0 0 0,-1-1 0 0 0,-6 5 0 0 0,9-5-5 0 0,-10 7 120 0 0,-5 5 7 0 0,-4 3 29 0 0,-31 33 1 0 0,45-43-153 0 0,1 1 1 0 0,0 0 0 0 0,0 0-1 0 0,1 1 1 0 0,-1-1-1 0 0,2 1 1 0 0,-1 0 0 0 0,1 0-1 0 0,-3 10 1 0 0,4-5 14 0 0,3 1-12 0 0,5-1-4 0 0,6-5 0 0 0,-7-6 0 0 0,0 0 0 0 0,1 0 0 0 0,-1-1 0 0 0,0 0 0 0 0,1 0 0 0 0,-1 0 0 0 0,1-1 0 0 0,-1 1 0 0 0,1-1 0 0 0,-1-1 0 0 0,1 1 0 0 0,-1-1 0 0 0,0 0 0 0 0,11-3 0 0 0,-8 1 0 0 0,0 1 0 0 0,0-2 0 0 0,0 1 0 0 0,-1-1 0 0 0,1-1 0 0 0,-1 1 0 0 0,0-1 0 0 0,0 0 0 0 0,6-7 0 0 0,-10 9 0 0 0,0 1 0 0 0,0-1 0 0 0,-1 0 0 0 0,0 0 0 0 0,1 0 0 0 0,-1 0 0 0 0,0-1 0 0 0,0 1 0 0 0,1-4 0 0 0,1-3 0 0 0,1 0 0 0 0,2-7-33 0 0,-6 13-13 0 0,-2-12 45 0 0,3 45 12 0 0,1 1 0 0 0,2-1 1 0 0,1 0-1 0 0,17 50 0 0 0,-14-51-6 0 0,-1 0 0 0 0,-1 1-1 0 0,-1 0 1 0 0,3 53 0 0 0,-9-63-5 0 0,-1 1 0 0 0,0-1 0 0 0,-9 37 0 0 0,8-48 0 0 0,0-1 0 0 0,-1 1 0 0 0,0-1 0 0 0,0 0 0 0 0,-1 0 0 0 0,0 0 0 0 0,0 0 0 0 0,0-1 0 0 0,-1 1 0 0 0,0-1 0 0 0,-1 0 0 0 0,-7 6 0 0 0,3-3-2 0 0,0-2 0 0 0,-1 0 0 0 0,1 0 0 0 0,-1 0 0 0 0,-1-2 1 0 0,1 1-1 0 0,-16 4 0 0 0,21-8-2 0 0,0-1 1 0 0,-1 1 0 0 0,1-1 0 0 0,-1 0 0 0 0,1-1-1 0 0,-1 0 1 0 0,0 0 0 0 0,1 0 0 0 0,-1-1 0 0 0,1 1-1 0 0,-1-2 1 0 0,1 1 0 0 0,-1-1 0 0 0,1 0 0 0 0,-10-4-1 0 0,14 4-80 0 0,-1 1 0 0 0,1-1 0 0 0,0 1 0 0 0,0-1 0 0 0,0 0 0 0 0,0 0 0 0 0,0 0 0 0 0,0 0-1 0 0,0 0 1 0 0,1 0 0 0 0,-1-1 0 0 0,1 1 0 0 0,0 0 0 0 0,-1-1 0 0 0,0-2 0 0 0,-1-2-564 0 0,-3-5-324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2:16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20 24791 0 0,'0'0'1135'0'0,"-2"-1"-23"0"0,-8-4 1264 0 0,7 57-275 0 0,-8 88-1404 0 0,1-28-469 0 0,10-14-125 0 0,2-82-89 0 0,-1 0 1 0 0,2 0-1 0 0,0 0 1 0 0,6 16-1 0 0,-7-28-14 0 0,-1 0 0 0 0,1-1 0 0 0,-1 1 0 0 0,1 0 0 0 0,0-1 0 0 0,1 1 0 0 0,-1-1 0 0 0,1 0 0 0 0,-1 0 0 0 0,1 0 0 0 0,3 3 0 0 0,8 2 0 0 0,-11-6-11 0 0,0-1 0 0 0,0 0 0 0 0,0-1 1 0 0,1 1-1 0 0,-1 0 0 0 0,0-1 0 0 0,0 0 0 0 0,1 0 0 0 0,-1 0 1 0 0,0 0-1 0 0,0 0 0 0 0,1-1 0 0 0,-1 1 0 0 0,3-2 0 0 0,0 0-8 0 0,-1 0-1 0 0,0 0 0 0 0,0-1 0 0 0,0 0 1 0 0,0 0-1 0 0,0 0 0 0 0,6-6 1 0 0,-1 0-26 0 0,-1-1 1 0 0,0 0-1 0 0,-1 0 1 0 0,1-1-1 0 0,-2 0 1 0 0,7-13-1 0 0,3-10-83 0 0,-2 0-1 0 0,-1-1 1 0 0,11-48-1 0 0,15-110-5 0 0,-38 178 135 0 0,1-2 4 0 0,7-24 0 0 0,-9 39 144 0 0,-9 48 275 0 0,7-20-350 0 0,1 1 1 0 0,1 0-1 0 0,1 0 0 0 0,8 31 1 0 0,-1-16-118 0 0,28 76-1 0 0,-31-103-183 0 0,1-1-1 0 0,13 23 0 0 0,-17-32-309 0 0,1 0 1 0 0,-1 1-1 0 0,2-1 0 0 0,-1-1 0 0 0,0 1 0 0 0,1-1 0 0 0,0 1 1 0 0,10 6-1 0 0,-13-10-1082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2:17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15663 0 0,'2'-1'5659'0'0,"1"0"-5094"0"0,45-16 4739 0 0,5 1-3340 0 0,-44 14-1864 0 0,0 0 0 0 0,0 0 0 0 0,1 1-1 0 0,-1 0 1 0 0,0 1 0 0 0,0 0 0 0 0,1 1 0 0 0,-1 0 0 0 0,12 2 0 0 0,-20-3-77 0 0,0 1 1 0 0,1-1 0 0 0,-1 1-1 0 0,0 0 1 0 0,0-1 0 0 0,0 1-1 0 0,0 0 1 0 0,0-1 0 0 0,0 1-1 0 0,0 0 1 0 0,-1 0 0 0 0,1 0-1 0 0,0 0 1 0 0,0 0 0 0 0,-1 0-1 0 0,1 0 1 0 0,0 0 0 0 0,-1 0 0 0 0,1 0-1 0 0,-1 0 1 0 0,1 0 0 0 0,-1 1-1 0 0,0-1 1 0 0,0 0 0 0 0,1 0-1 0 0,-1 1 1 0 0,0-1 0 0 0,0 0-1 0 0,0 2 1 0 0,0 1 24 0 0,-1 0-1 0 0,1 0 1 0 0,-1 0 0 0 0,0 1-1 0 0,0-1 1 0 0,-2 6 0 0 0,-6 8 189 0 0,0-1 1 0 0,0-1-1 0 0,-2 0 1 0 0,-21 25-1 0 0,7-9-34 0 0,22-28-194 0 0,-7 15 42 0 0,8-16-40 0 0,0 0-11 0 0,2-2 7 0 0,-1 1 1 0 0,0-1-1 0 0,0 1 0 0 0,1-1 1 0 0,-1 1-1 0 0,1-1 0 0 0,-1 1 1 0 0,1-1-1 0 0,0 1 0 0 0,-1 0 1 0 0,1-1-1 0 0,0 1 0 0 0,0 3 1 0 0,4 4-3 0 0,-3-7-22 0 0,1 0 0 0 0,0-1 0 0 0,0 1-1 0 0,0 0 1 0 0,0-1 0 0 0,0 0 0 0 0,0 1 0 0 0,0-1 0 0 0,0 0-1 0 0,1 0 1 0 0,-1 0 0 0 0,0 0 0 0 0,1 0 0 0 0,-1-1 0 0 0,1 1 0 0 0,-1-1-1 0 0,1 0 1 0 0,-1 1 0 0 0,1-1 0 0 0,-1 0 0 0 0,1-1 0 0 0,-1 1 0 0 0,4-1-1 0 0,3 0-111 0 0,1-1 0 0 0,0-1 0 0 0,0 0 0 0 0,13-6 0 0 0,-8 2-607 0 0,-1 0 1 0 0,26-19 0 0 0,1-7-3506 0 0,-19 13-5055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2:17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18431 0 0,'1'1'9887'0'0,"5"4"-9409"0"0,-1 0 0 0 0,1-1 0 0 0,0 0 0 0 0,0 0 0 0 0,0-1 0 0 0,0 1 0 0 0,8 1 0 0 0,51 17-316 0 0,-13-6-91 0 0,-37-12-71 0 0,-9-2 0 0 0,-1-1 0 0 0,0 1 0 0 0,0 0 0 0 0,0 1 0 0 0,0-1 0 0 0,6 5 0 0 0,0 1 11 0 0,-5 4 31 0 0,-6 2-18 0 0,-2-5-5 0 0,0 0 0 0 0,-1 0-1 0 0,-1 0 1 0 0,1-1-1 0 0,-1 1 1 0 0,-1-1-1 0 0,1 0 1 0 0,-10 12 0 0 0,-4 2 54 0 0,-31 30 1 0 0,9-14-207 0 0,33-33-214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2:18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23 8751 0 0,'-4'-18'21972'0'0,"4"20"-21821"0"0,-1 0 1 0 0,1 0-1 0 0,0-1 1 0 0,-1 1-1 0 0,1 0 1 0 0,-1 0-1 0 0,1-1 1 0 0,-2 4-1 0 0,-2 3-9 0 0,-4 25-59 0 0,1 1 0 0 0,1 0 0 0 0,-1 60 0 0 0,6-80-67 0 0,2-1 0 0 0,0 0 0 0 0,0 0-1 0 0,1 1 1 0 0,1-1 0 0 0,0 0 0 0 0,1 0 0 0 0,0-1 0 0 0,1 1 0 0 0,0-1 0 0 0,1 0 0 0 0,13 19 0 0 0,-16-27-16 0 0,0-1 0 0 0,0 1 0 0 0,0-1 0 0 0,1 0 0 0 0,-1 0 0 0 0,1 0 0 0 0,0-1 0 0 0,0 1 0 0 0,0-1 0 0 0,0 0 0 0 0,0 0 0 0 0,0-1 0 0 0,1 1 0 0 0,-1-1 0 0 0,1 0 0 0 0,-1 0 0 0 0,1 0 0 0 0,-1-1 0 0 0,1 1 0 0 0,-1-1 0 0 0,1 0 0 0 0,7-1 0 0 0,-6 0 0 0 0,-1 0 0 0 0,1-1 0 0 0,0 1 0 0 0,-1-1 0 0 0,1 0 0 0 0,-1 0 0 0 0,1-1 0 0 0,-1 0 0 0 0,0 0 0 0 0,0 0 0 0 0,0 0 0 0 0,0-1 0 0 0,-1 0 0 0 0,0 0 0 0 0,0 0 0 0 0,0-1 0 0 0,4-5 0 0 0,1-4 0 0 0,0-1 0 0 0,-1-1 0 0 0,-1 1 0 0 0,-1-1 0 0 0,5-18 0 0 0,17-87 0 0 0,-17 67 0 0 0,-4 16 0 0 0,-4 21 0 0 0,0 0 0 0 0,7-21 0 0 0,-10 38 0 0 0,0 0 0 0 0,0 0 0 0 0,0 0 0 0 0,0 0 0 0 0,0 0 0 0 0,0 0 0 0 0,0 0 0 0 0,0 0 0 0 0,0 0 0 0 0,0-1 0 0 0,0 1 0 0 0,0 0 0 0 0,0 0 0 0 0,0 0 0 0 0,0 0 0 0 0,1 0 0 0 0,-1 0 0 0 0,0 0 0 0 0,0 0 0 0 0,0 0 0 0 0,0 0 0 0 0,0 0 0 0 0,0 0 0 0 0,0-1 0 0 0,0 1 0 0 0,0 0 0 0 0,0 0 0 0 0,0 0 0 0 0,0 0 0 0 0,0 0 0 0 0,1 0 0 0 0,-1 0 0 0 0,0 0 0 0 0,0 0 0 0 0,0 0 0 0 0,0 0 0 0 0,0 0 0 0 0,0 0 0 0 0,0 0 0 0 0,0 0 0 0 0,0 0 0 0 0,0 0 0 0 0,1 0 0 0 0,-1 0 0 0 0,0 0 0 0 0,0 0 0 0 0,0 0 0 0 0,0 0 0 0 0,0 0 0 0 0,0 0 0 0 0,0 0 0 0 0,0 0 0 0 0,0 1 0 0 0,4 4 0 0 0,0 9 0 0 0,1 8 0 0 0,-2-1 0 0 0,1 33 0 0 0,-2-29 0 0 0,-1 5 0 0 0,2 1 0 0 0,2-1 0 0 0,1 0 0 0 0,13 41 0 0 0,-14-59-497 0 0,11 21 1 0 0,-15-32-56 0 0,19 3-3076 0 0,-11-5 1977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2:18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10591 0 0,'0'0'964'0'0,"1"2"-212"0"0,4 31 10641 0 0,-5 4-5061 0 0,2 6-4202 0 0,-1-31-2031 0 0,2 23 154 0 0,8 35 0 0 0,-1 3-1762 0 0,-9-65 122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2:19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44 11055 0 0,'2'-1'852'0'0,"2"-4"-440"0"0,-1 1-1 0 0,1-1 1 0 0,-1 1-1 0 0,0-1 0 0 0,7-14 14224 0 0,-11 21-13766 0 0,-30 104 1821 0 0,12-49-2402 0 0,0 7-128 0 0,-37 80 1 0 0,52-135-161 0 0,-14 22 0 0 0,11-23 0 0 0,3-8 0 0 0,3-5 0 0 0,-2-4 0 0 0,5-11-18 0 0,0 1 1 0 0,2 0-1 0 0,0 0 1 0 0,8-24-1 0 0,3-13-25 0 0,-5 16 11 0 0,1 0 0 0 0,2 1-1 0 0,23-50 1 0 0,-36 88 33 0 0,0 1 0 0 0,0 0 0 0 0,0 0 0 0 0,0 0 0 0 0,0 0 0 0 0,0 0 0 0 0,0 0 0 0 0,0 0 0 0 0,0 0 0 0 0,0 0 0 0 0,0 0 0 0 0,0 0 0 0 0,0 0 0 0 0,0-1 0 0 0,0 1 0 0 0,0 0-1 0 0,0 0 1 0 0,0 0 0 0 0,0 0 0 0 0,1 0 0 0 0,-1 0 0 0 0,0 0 0 0 0,0 0 0 0 0,0 0 0 0 0,0 0 0 0 0,0 0 0 0 0,0 0 0 0 0,0 0 0 0 0,0 0 0 0 0,0 0 0 0 0,0 0 0 0 0,0 0 0 0 0,0 0 0 0 0,1 0 0 0 0,-1 0 0 0 0,0 0 0 0 0,0 0 0 0 0,0 0 0 0 0,0 0 0 0 0,0 0 0 0 0,0 0 0 0 0,0 0 0 0 0,0 0 0 0 0,0 0 0 0 0,0 0 0 0 0,0 0 0 0 0,0 0 0 0 0,1 0-1 0 0,-1 0 1 0 0,0 0 0 0 0,0 0 0 0 0,0 1 0 0 0,0-1 0 0 0,0 0 0 0 0,0 0 0 0 0,0 0 0 0 0,0 0 0 0 0,0 0 0 0 0,0 0 0 0 0,0 0 0 0 0,0 0 0 0 0,18 12 19 0 0,0 1-1 0 0,-2 0 1 0 0,1 1 0 0 0,22 26 0 0 0,54 75 72 0 0,-63-77-83 0 0,-8-9-9 0 0,49 59 0 0 0,-62-79 0 0 0,-2 0 0 0 0,-4 2 0 0 0,-4-8 0 0 0,0 0 0 0 0,0-1 0 0 0,0 1 0 0 0,0-1 0 0 0,0 1 0 0 0,-1-1 0 0 0,1 0 0 0 0,-1 1 0 0 0,0-1 0 0 0,1 0 0 0 0,-1 0 0 0 0,0 0 0 0 0,0 0 0 0 0,0 0 0 0 0,-5 2 0 0 0,2 0 0 0 0,-1-1 0 0 0,1 0 0 0 0,-1 0 0 0 0,0 0 0 0 0,1-1 0 0 0,-8 2 0 0 0,-10 1 0 0 0,0-2 0 0 0,-40 1 0 0 0,3-1 0 0 0,34 0-82 0 0,-104 6-1229 0 0,128-9 767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2:19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1 130 13903 0 0,'5'-19'863'0'0,"0"-1"-1"0"0,2 1 0 0 0,0 0 1 0 0,19-34 7047 0 0,-13 78-4807 0 0,-10-6-2607 0 0,-1-1 1 0 0,0 0 0 0 0,-2 1-1 0 0,0 0 1 0 0,-3 23 0 0 0,-1 16 69 0 0,4-36-518 0 0,3 139 449 0 0,-1-142-453 0 0,1 0 0 0 0,0 0 1 0 0,2 0-1 0 0,0-1 0 0 0,1 0 1 0 0,12 25-1 0 0,-15-37-53 0 0,0 0 1 0 0,1 0-1 0 0,-1 0 1 0 0,1-1-1 0 0,1 1 0 0 0,-1-1 1 0 0,1 0-1 0 0,0 0 1 0 0,0-1-1 0 0,1 1 0 0 0,7 4 1 0 0,-9-7-1 0 0,1 0 1 0 0,-1 0 0 0 0,1 0 0 0 0,-1 0 0 0 0,1-1-1 0 0,0 0 1 0 0,0 0 0 0 0,-1 0 0 0 0,1-1 0 0 0,0 1 0 0 0,0-1-1 0 0,0 0 1 0 0,0-1 0 0 0,0 1 0 0 0,-1-1 0 0 0,9-2-1 0 0,-8 2-13 0 0,0-1-1 0 0,0 0 1 0 0,0 0-1 0 0,-1-1 1 0 0,1 0-1 0 0,-1 1 0 0 0,1-2 1 0 0,-1 1-1 0 0,0 0 1 0 0,0-1-1 0 0,0 0 1 0 0,-1 0-1 0 0,1 0 0 0 0,-1 0 1 0 0,0 0-1 0 0,0-1 1 0 0,0 0-1 0 0,-1 1 1 0 0,3-7-1 0 0,2-8-17 0 0,-1-1-1 0 0,0 0 1 0 0,4-33-1 0 0,-7 36 29 0 0,9-58-10 0 0,7-39-14 0 0,-14 91 30 0 0,2-1 0 0 0,15-37 0 0 0,-17 50 17 0 0,-4 8 43 0 0,0 5 17 0 0,4 6-17 0 0,-1-1-1 0 0,0 1 1 0 0,-1 0-1 0 0,0 0 1 0 0,3 12-1 0 0,7 46 208 0 0,-10-50-203 0 0,3 16 16 0 0,1 11-1057 0 0,17 56 0 0 0,-23-98 247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2:20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 18431 0 0,'0'0'1668'0'0,"3"0"-1376"0"0,123-10 7706 0 0,93-12-6300 0 0,-132 8-2960 0 0,-58 8-1636 0 0,0 0-3566 0 0,-6 0-1936 0 0</inkml:trace>
  <inkml:trace contextRef="#ctx0" brushRef="#br0" timeOffset="1">600 12 5063 0 0,'0'0'390'0'0,"0"2"-252"0"0,10 17 14844 0 0,4-16-11548 0 0,1-2-2159 0 0,-1 0-1 0 0,20-2 1 0 0,59-12 192 0 0,-80 11-1473 0 0,5-2-199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2:20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11975 0 0,'2'2'18281'0'0,"5"5"-17953"0"0,0-1 0 0 0,1 0 0 0 0,0 0 0 0 0,0-1 0 0 0,1 0 0 0 0,0 0 0 0 0,11 4 0 0 0,8 1-536 0 0,32 7 0 0 0,-22-7 407 0 0,-28-7-199 0 0,0 1 0 0 0,0 0 0 0 0,-1 1 0 0 0,16 10 0 0 0,-17-10 0 0 0,-4 3 0 0 0,-3-5 0 0 0,-1-1 0 0 0,0 1 0 0 0,0 0 0 0 0,0-1 0 0 0,0 1 0 0 0,-1-1 0 0 0,1 1 0 0 0,0 0 0 0 0,-1-1 0 0 0,0 1 0 0 0,0-1 0 0 0,0 1 0 0 0,0-1 0 0 0,0 0 0 0 0,0 1 0 0 0,-1-1 0 0 0,1 0 0 0 0,-1 0 0 0 0,-1 2 0 0 0,-7 7 0 0 0,1 0 0 0 0,-16 11 0 0 0,12-10 0 0 0,-83 70 0 0 0,56-49-11 0 0,31-25-527 0 0,9-8 500 0 0,0 0 0 0 0,0 1 0 0 0,0-1 0 0 0,0 0 0 0 0,0 0 0 0 0,0 0 0 0 0,0 0 0 0 0,0 0 0 0 0,0 0 0 0 0,0 0 0 0 0,-1 0 0 0 0,1 0-1 0 0,0 0 1 0 0,0 0 0 0 0,0 0 0 0 0,0 0 0 0 0,0 0 0 0 0,0 0 0 0 0,0 1 0 0 0,0-1 0 0 0,0 0 0 0 0,0 0 0 0 0,0 0 0 0 0,0 0 0 0 0,0 0 0 0 0,0 0-1 0 0,0 0 1 0 0,0 0 0 0 0,0 0 0 0 0,0 0 0 0 0,0 0 0 0 0,0 0 0 0 0,0 1 0 0 0,0-1 0 0 0,0 0 0 0 0,0 0 0 0 0,0 0 0 0 0,0 0 0 0 0,1 0-1 0 0,-1 0 1 0 0,0 0 0 0 0,0 0 0 0 0,0 0 0 0 0,0 0 0 0 0,0 0 0 0 0,0 0 0 0 0,0 0 0 0 0,0 0 0 0 0,0 0 0 0 0,0 0 0 0 0,0 0 0 0 0,0 1 0 0 0,0-1-1 0 0,1 0 1 0 0,18-6-3560 0 0,-6 2 1215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2:20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26 14743 0 0,'-1'2'4196'0'0,"-2"6"-1661"0"0,-1 0 1 0 0,0-1-1 0 0,-6 9 0 0 0,-9 16-651 0 0,-25 47-360 0 0,33-61-1486 0 0,0 0 0 0 0,2 0 1 0 0,0 1-1 0 0,-13 40 0 0 0,20-49-38 0 0,0 0 0 0 0,0 0 0 0 0,1 0 0 0 0,0 0 0 0 0,1 0 0 0 0,1 0 0 0 0,-1 0 0 0 0,5 20 0 0 0,-4-25 0 0 0,1 1 0 0 0,0-1 0 0 0,0 1 0 0 0,0-1 0 0 0,1 0 0 0 0,-1 1 0 0 0,1-1 0 0 0,1-1 0 0 0,-1 1 0 0 0,1 0 0 0 0,-1-1 0 0 0,1 0 0 0 0,1 0 0 0 0,-1 0 0 0 0,1 0 0 0 0,-1 0 0 0 0,6 2 0 0 0,-3-3 0 0 0,0 0 0 0 0,-1 0 0 0 0,1-1 0 0 0,0 0 0 0 0,1-1 0 0 0,-1 1 0 0 0,0-1 0 0 0,0-1 0 0 0,1 1 0 0 0,-1-1 0 0 0,8-1 0 0 0,3-1 0 0 0,0 0 0 0 0,-1-2 0 0 0,25-7 0 0 0,-23 5 0 0 0,-1 0 0 0 0,0-2 0 0 0,29-17 0 0 0,-36 19 0 0 0,0-2 0 0 0,-1 0 0 0 0,0 0 0 0 0,-1-1 0 0 0,0 0 0 0 0,14-17 0 0 0,-18 18 0 0 0,1 1 0 0 0,-1-2 0 0 0,-1 1 0 0 0,0 0 0 0 0,0-1 0 0 0,0 0 0 0 0,-1 0 0 0 0,0 0 0 0 0,-1 0 0 0 0,0 0 0 0 0,1-19 0 0 0,-3 20 0 0 0,0 1 0 0 0,-1 0 0 0 0,1-1 0 0 0,-2 1 0 0 0,1 0 0 0 0,-1 0 0 0 0,0 0 0 0 0,-1 0 0 0 0,1 0 0 0 0,-1 0 0 0 0,-1 1 0 0 0,1-1 0 0 0,-1 1 0 0 0,0 0 0 0 0,-1 0 0 0 0,-4-5 0 0 0,-7-4-33 0 0,-1 1-1 0 0,0 0 1 0 0,-1 1 0 0 0,0 1-1 0 0,-33-16 1 0 0,-9-6-1900 0 0,41 21 906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2:49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23 12439 0 0,'0'-2'958'0'0,"-1"0"-793"0"0,-11-15 211 0 0,11 16 504 0 0,-1 1 283 0 0,-1 2-967 0 0,0-1 1 0 0,1 1-1 0 0,-1 0 1 0 0,1 0-1 0 0,0 0 1 0 0,-1 0-1 0 0,1 0 1 0 0,0 0-1 0 0,0 1 1 0 0,1-1-1 0 0,-1 1 1 0 0,0-1-1 0 0,1 1 1 0 0,0 0-1 0 0,-1 0 1 0 0,1-1-1 0 0,0 1 1 0 0,0 0-1 0 0,1 0 1 0 0,-2 5-1 0 0,-1 9 339 0 0,1 1-1 0 0,0 23 0 0 0,2-35-325 0 0,17 379 3435 0 0,-3-196-2556 0 0,0 233-33 0 0,-7-107-725 0 0,-7-294-272 0 0,0-4 37 0 0,-2 23 0 0 0,-3-21-607 0 0,5-19 483 0 0,0 0-1 0 0,0 0 0 0 0,0 0 0 0 0,0 0 1 0 0,-1 0-1 0 0,1 0 0 0 0,0 0 0 0 0,0 0 1 0 0,0 0-1 0 0,0 0 0 0 0,0 0 0 0 0,-1 0 1 0 0,1 0-1 0 0,0 0 0 0 0,0 0 1 0 0,0 0-1 0 0,0 0 0 0 0,0 0 0 0 0,-1 0 1 0 0,1 0-1 0 0,0-1 0 0 0,0 1 0 0 0,0 0 1 0 0,0 0-1 0 0,0 0 0 0 0,0 0 0 0 0,-1 0 1 0 0,1 0-1 0 0,0 0 0 0 0,0 0 0 0 0,0-1 1 0 0,0 1-1 0 0,0 0 0 0 0,0 0 0 0 0,0 0 1 0 0,0 0-1 0 0,0 0 0 0 0,0 0 1 0 0,-1-1-1 0 0,1 1 0 0 0,0 0 0 0 0,0 0 1 0 0,0 0-1 0 0,0 0 0 0 0,0 0 0 0 0,0-1 1 0 0,-6-21-2035 0 0,6 22 2065 0 0,-3-23-1442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2:50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110 149 10591 0 0,'4'-4'151'0'0,"0"0"0"0"0,0-1 0 0 0,0 1 0 0 0,0 1 0 0 0,1-1 0 0 0,0 1 0 0 0,-1 0-1 0 0,8-4 1 0 0,44-18 1476 0 0,-45 21-908 0 0,18-6 326 0 0,1 1 0 0 0,0 1 0 0 0,54-7 0 0 0,96 1 291 0 0,-122 11-570 0 0,552-21 1900 0 0,-40 24-2221 0 0,-210 6-346 0 0,54 1-232 0 0,284 23-1377 0 0,-502-11 1333 0 0,-193-19 206 0 0,-1 0 0 0 0,1 1-1 0 0,-1-1 1 0 0,1 1 0 0 0,0 0 0 0 0,-1 0-1 0 0,1 0 1 0 0,-1 0 0 0 0,0 0-1 0 0,3 2 1 0 0,-4-2 17 0 0,0 0-1 0 0,0 0 0 0 0,0 0 1 0 0,0 0-1 0 0,0 1 0 0 0,0-1 1 0 0,-1 0-1 0 0,1 0 0 0 0,-1 0 1 0 0,1 1-1 0 0,0 1 0 0 0,2 4 103 0 0,11 26 647 0 0,-1 0-1 0 0,10 45 1 0 0,10 73 121 0 0,-29-128-776 0 0,44 272 761 0 0,-10-48-615 0 0,-9-43-130 0 0,-6-35-7 0 0,-21-156-110 0 0,-1 1 0 0 0,0-1 1 0 0,0 1-1 0 0,-3 22 0 0 0,0-25 41 0 0,-2-3 17 0 0,4-7-74 0 0,-1 0 0 0 0,0 1 0 0 0,0-1 0 0 0,0 0 0 0 0,0 0-1 0 0,0 0 1 0 0,-1 1 0 0 0,1-1 0 0 0,0 0 0 0 0,0-1 0 0 0,-1 1-1 0 0,1 0 1 0 0,-1 0 0 0 0,1-1 0 0 0,-1 1 0 0 0,-2 0 0 0 0,-28 5 138 0 0,17-5-99 0 0,-54 12 219 0 0,-34 5 9 0 0,55-14-173 0 0,0-2 1 0 0,-63-5-1 0 0,-508-13-139 0 0,482 15 44 0 0,-405 6-22 0 0,378-2 0 0 0,50-2-1 0 0,-1085 5 794 0 0,776 4-649 0 0,407-9-291 0 0,0 0 0 0 0,0 1-1 0 0,1 0 1 0 0,-19 6 0 0 0,34-7 80 0 0,-1-1 0 0 0,1 1 0 0 0,0-1 1 0 0,0 1-1 0 0,-1-1 0 0 0,1 1 0 0 0,0-1 0 0 0,0 1 0 0 0,0-1 0 0 0,-1 1 1 0 0,1 0-1 0 0,0-1 0 0 0,0 1 0 0 0,0-1 0 0 0,0 1 0 0 0,0 0 0 0 0,0-1 0 0 0,0 1 1 0 0,0-1-1 0 0,1 1 0 0 0,-1-1 0 0 0,0 2 0 0 0,0-2-62 0 0,6 14-1396 0 0,6-1-67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2:55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81 450 4143 0 0,'-18'-37'-371'0'0,"-4"2"5092"0"0,12 20 249 0 0,0-1 1 0 0,-11-26 3861 0 0,22 45-8479 0 0,6 12-79 0 0,-1 1-1 0 0,0 0 1 0 0,-1 0-1 0 0,-1 0 1 0 0,2 23-1 0 0,4 89 462 0 0,-7-80-496 0 0,0 35-17 0 0,8 74 68 0 0,-10-151-280 0 0,0 17 74 0 0,-1-10-18 0 0,0-11 220 0 0,-1-5-188 0 0,-3-22-63 0 0,0 0 1 0 0,2-1-1 0 0,1 0 0 0 0,1 1 1 0 0,2-1-1 0 0,7-46 1 0 0,47-153-734 0 0,-41 175 489 0 0,1-10-13 0 0,82-248-804 0 0,-92 296 1039 0 0,-5 10 202 0 0,0 4-184 0 0,1 0-1 0 0,0 1 1 0 0,-1-1-1 0 0,1 0 1 0 0,0 0-1 0 0,3 2 1 0 0,9 11 55 0 0,-7-3 1 0 0,-1 1 0 0 0,0 1 0 0 0,7 21 0 0 0,-3-6 29 0 0,23 57 65 0 0,141 326 46 0 0,-108-270-2126 0 0,-65-141 1197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2:56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0 102 15663 0 0,'0'0'3700'0'0,"3"1"-2598"0"0,20 4 61 0 0,-1 0 1 0 0,1-1 0 0 0,46 1-1 0 0,72-11 125 0 0,-87-2-871 0 0,81-24 1 0 0,-42 9-373 0 0,-73 18-75 0 0,25-10 0 0 0,-23 7-129 0 0,1 0 0 0 0,37-6 0 0 0,-42 12 144 0 0,-15 2 15 0 0,2 2 89 0 0,-3-1-54 0 0,-1 0-1 0 0,1 1 1 0 0,-1-1-1 0 0,0 0 1 0 0,1 1-1 0 0,-1-1 1 0 0,0 1-1 0 0,0 0 1 0 0,0-1-1 0 0,0 1 0 0 0,0 0 1 0 0,0 2-1 0 0,3 7 184 0 0,-1 0 0 0 0,-1 0-1 0 0,0 1 1 0 0,0 0-1 0 0,-1-1 1 0 0,-1 1 0 0 0,-1 20-1 0 0,1 26 312 0 0,4-9-224 0 0,-3-29-306 0 0,1-16 2 0 0,2 4-61 0 0,0-1-4002 0 0,0-18 1124 0 0,-2-5 1134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2:56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13823 0 0,'0'0'1496'0'0,"8"-10"4640"0"0,7 7-3928 0 0,-2 3-1856 0 0,1 3-352 0 0,3 5-104 0 0,-3 0-8 0 0,1 0-1040 0 0,-1 2-200 0 0,1 1-48 0 0,1 1-6696 0 0</inkml:trace>
  <inkml:trace contextRef="#ctx0" brushRef="#br0" timeOffset="1">334 119 8751 0 0,'0'2'3866'0'0,"-1"10"-26"0"0,0 0 1 0 0,3 23-1 0 0,1-17-1684 0 0,6 28 0 0 0,-3-28-1749 0 0,0 1 0 0 0,1 0 0 0 0,1-1 0 0 0,15 24-1 0 0,17 13 309 0 0,-30-45-604 0 0,-8-8 303 0 0,-1-4-323 0 0,0-1-61 0 0,1-1 0 0 0,-1 1-1 0 0,0-1 1 0 0,0 1 0 0 0,0-1 0 0 0,0 1 0 0 0,0-1-1 0 0,-1 0 1 0 0,0 1 0 0 0,0-7 0 0 0,-1-5 66 0 0,-5-21 0 0 0,4 25-79 0 0,0 0 0 0 0,1 0 0 0 0,0-19 0 0 0,1 19-13 0 0,1-1 0 0 0,1 0-1 0 0,0 1 1 0 0,1-1 0 0 0,0 1 0 0 0,0 0-1 0 0,1 0 1 0 0,1 0 0 0 0,0 0 0 0 0,0 1-1 0 0,1 0 1 0 0,0 0 0 0 0,1 0 0 0 0,0 1-1 0 0,15-15 1 0 0,-12 15-69 0 0,0 1-1 0 0,1 0 1 0 0,-1 1-1 0 0,2 0 1 0 0,-1 1 0 0 0,1 0-1 0 0,0 1 1 0 0,1 0-1 0 0,-1 1 1 0 0,1 0 0 0 0,18-2-1 0 0,-16 4-671 0 0,-1 0 0 0 0,1 1 0 0 0,0 1 0 0 0,0 1 0 0 0,-1 0 0 0 0,16 3 0 0 0,-1 2-8943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2:57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138 101 20471 0 0,'-14'-3'391'0'0,"0"1"0"0"0,0 0 0 0 0,-1 1 0 0 0,1 1 0 0 0,-18 1 0 0 0,-2 0 7635 0 0,37-1-7735 0 0,452-23 1214 0 0,-435 21-1470 0 0,564-27 48 0 0,-329 18-73 0 0,65 2-10 0 0,-34 2 0 0 0,44-6 0 0 0,-319 13-53 0 0,-9 0-225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2:58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9 11167 0 0,'-43'-4'918'0'0,"-53"0"0"0"0,36 6 2701 0 0,44-2 5939 0 0,34-1-4529 0 0,-3 1-6802 0 0,33 0 2306 0 0,78 13 0 0 0,-50-4-365 0 0,473 3-85 0 0,-348-14-3913 0 0,-184 1 1956 0 0,-3 0-4597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2:58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 3679 0 0,'-25'2'26703'0'0,"50"19"-29250"0"0,-11-9 3898 0 0,-1-2-1239 0 0,-1 0-1 0 0,1-1 1 0 0,0-1 0 0 0,1 0 0 0 0,0 0 0 0 0,15 4 0 0 0,54 30-34 0 0,-73-35-78 0 0,-2 2 13 0 0,-7 3 54 0 0,-2-10-54 0 0,0 0-1 0 0,0 1 1 0 0,0-1-1 0 0,0 0 1 0 0,-1 1-1 0 0,1-1 1 0 0,-1 0 0 0 0,1 0-1 0 0,-1 0 1 0 0,0 0-1 0 0,0-1 1 0 0,0 1-1 0 0,0 0 1 0 0,0-1-1 0 0,-2 2 1 0 0,-5 2 52 0 0,0 0 0 0 0,-13 6 0 0 0,7-5-165 0 0,-5 1-208 0 0,0 2 0 0 0,1 1 1 0 0,0 0-1 0 0,-31 22 0 0 0,41-24-665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3:29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63 16991 0 0,'-3'-4'140'0'0,"0"-1"0"0"0,0 0 0 0 0,1 0 0 0 0,0-1 0 0 0,-2-5 0 0 0,-1-3 2748 0 0,-1 1 5863 0 0,4 20-8537 0 0,0 0 1 0 0,0 1 0 0 0,1-1-1 0 0,0 0 1 0 0,0 1-1 0 0,1-1 1 0 0,0 1 0 0 0,1 9-1 0 0,-1 1 23 0 0,1 14-304 0 0,0-1 1 0 0,2 1 0 0 0,1-1 0 0 0,2 0 0 0 0,19 60-1 0 0,-24-89-545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3:30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9 20759 0 0,'0'0'2256'0'0,"-6"-8"-1608"0"0,18 22-2208 0 0,1 1 656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3:30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407 485 18575 0 0,'-1'-2'852'0'0,"-7"-15"-611"0"0,4 7 364 0 0,-2-1 0 0 0,1 1 0 0 0,-1 1 0 0 0,-10-14 0 0 0,13 21-410 0 0,1-1-1 0 0,-1 0 1 0 0,0 1 0 0 0,1 0-1 0 0,-1 0 1 0 0,0-1-1 0 0,-1 2 1 0 0,1-1-1 0 0,0 0 1 0 0,0 1-1 0 0,-1-1 1 0 0,1 1 0 0 0,-1 0-1 0 0,1 0 1 0 0,-1 1-1 0 0,0-1 1 0 0,1 1-1 0 0,-6-1 1 0 0,0 2-36 0 0,1 0 0 0 0,-1 0 0 0 0,1 1 0 0 0,0 0 1 0 0,-1 0-1 0 0,1 1 0 0 0,0 0 0 0 0,1 1 0 0 0,-1-1 0 0 0,-13 10 1 0 0,0 2 198 0 0,0 0 0 0 0,-23 24 0 0 0,31-26-57 0 0,0 1 0 0 0,0 0 0 0 0,-20 30-1 0 0,29-36-226 0 0,-1-1 0 0 0,1 1 0 0 0,1 0 0 0 0,-1 0 0 0 0,1 0 0 0 0,1 0 0 0 0,-1 1-1 0 0,1-1 1 0 0,1 1 0 0 0,-1 14 0 0 0,2-19-89 0 0,0 0 0 0 0,1 1 0 0 0,-1-1 0 0 0,1 0 0 0 0,0 0 0 0 0,1 0 0 0 0,-1 0 0 0 0,1 0 0 0 0,-1 0 0 0 0,1 0 0 0 0,0-1 0 0 0,0 1 0 0 0,1 0 0 0 0,-1-1 0 0 0,1 0 0 0 0,0 0 0 0 0,0 0 0 0 0,0 0 1 0 0,0 0-1 0 0,1 0 0 0 0,-1-1 0 0 0,1 0 0 0 0,-1 1 0 0 0,1-1 0 0 0,0-1 0 0 0,0 1 0 0 0,0 0 0 0 0,0-1 0 0 0,0 0 0 0 0,0 0 0 0 0,0 0 0 0 0,0-1 0 0 0,0 1 0 0 0,1-1 0 0 0,-1 0 0 0 0,0 0 0 0 0,0 0 0 0 0,8-2 0 0 0,-3 0-45 0 0,0-1 0 0 0,0 0 0 0 0,0 0 1 0 0,0-1-1 0 0,0 0 0 0 0,-1-1 0 0 0,1 0 0 0 0,-1 0 0 0 0,11-10 0 0 0,-8 5 0 0 0,0 0 0 0 0,-1-1-1 0 0,-1-1 1 0 0,0 0-1 0 0,12-18 1 0 0,0-10-113 0 0,-2-1 0 0 0,27-86 0 0 0,-33 88-59 0 0,-2 0 0 0 0,9-67 0 0 0,-19 100 203 0 0,0 3 27 0 0,-1-1-1 0 0,0 1 0 0 0,0-1 0 0 0,0 1 0 0 0,0-1 0 0 0,-1 1 1 0 0,1-1-1 0 0,-1 1 0 0 0,0 0 0 0 0,0-1 0 0 0,-2-5 0 0 0,2 8 602 0 0,-12 2 49 0 0,11 1-609 0 0,-1 0 1 0 0,1 0-1 0 0,0 1 0 0 0,0-1 1 0 0,0 1-1 0 0,0 0 0 0 0,0-1 1 0 0,0 1-1 0 0,1 0 0 0 0,-1 0 1 0 0,1 0-1 0 0,0 0 0 0 0,0 0 1 0 0,0 0-1 0 0,0 0 0 0 0,1 1 1 0 0,-1 2-1 0 0,0 10 35 0 0,0-1 0 0 0,1 21-1 0 0,1-27-26 0 0,0 10 14 0 0,0 0 1 0 0,2-1-1 0 0,1 1 1 0 0,0-1-1 0 0,1 1 0 0 0,1-1 1 0 0,15 32-1 0 0,-17-41-52 0 0,1-1 0 0 0,0 1 0 0 0,0-1-1 0 0,1 0 1 0 0,0 0 0 0 0,1-1 0 0 0,0 0-1 0 0,0 0 1 0 0,0 0 0 0 0,1-1 0 0 0,-1 0-1 0 0,2 0 1 0 0,-1-1 0 0 0,1-1 0 0 0,-1 1-1 0 0,19 6 1 0 0,-20-10-24 0 0,0 1 0 0 0,0-1 0 0 0,0-1 0 0 0,1 1 1 0 0,-1-1-1 0 0,0 0 0 0 0,0-1 0 0 0,0 0 0 0 0,0 0 0 0 0,0 0 0 0 0,0-1 0 0 0,0 0 0 0 0,0 0 0 0 0,0-1 0 0 0,-1 0 1 0 0,8-4-1 0 0,-3 0-33 0 0,-1 0 1 0 0,1 0-1 0 0,-2-1 1 0 0,1 0 0 0 0,-1-1-1 0 0,-1 0 1 0 0,1 0-1 0 0,10-16 1 0 0,-8 8-39 0 0,-1-1 0 0 0,12-26-1 0 0,-18 35 29 0 0,-1 0 1 0 0,0 0-1 0 0,0-1 0 0 0,-1 1 0 0 0,0-1 0 0 0,1-18 0 0 0,-5 15-110 0 0,1 9 145 0 0,-4-8 6 0 0,-4 4 40 0 0,7 7-3 0 0,0 0 1 0 0,1 0 0 0 0,-1 1-1 0 0,0-1 1 0 0,0 1 0 0 0,0-1-1 0 0,0 1 1 0 0,0 0 0 0 0,0 0 0 0 0,0-1-1 0 0,0 2 1 0 0,-1-1 0 0 0,1 0-1 0 0,0 0 1 0 0,0 1 0 0 0,0-1-1 0 0,0 1 1 0 0,1-1 0 0 0,-1 1-1 0 0,0 0 1 0 0,0 0 0 0 0,0 0-1 0 0,0 0 1 0 0,1 0 0 0 0,-1 0-1 0 0,0 0 1 0 0,1 1 0 0 0,-3 2-1 0 0,0 0 17 0 0,0 0-1 0 0,0 1 1 0 0,1-1-1 0 0,0 1 1 0 0,0 0-1 0 0,0 0 1 0 0,0 0-1 0 0,-3 11 1 0 0,4-7-29 0 0,-1 0 1 0 0,2 0 0 0 0,-1 0 0 0 0,1 1 0 0 0,0-1-1 0 0,1 0 1 0 0,0 0 0 0 0,1 1 0 0 0,2 13-1 0 0,-1-17-3 0 0,-1 1 0 0 0,1-1-1 0 0,0 0 1 0 0,1 1 0 0 0,0-1 0 0 0,0 0-1 0 0,0-1 1 0 0,0 1 0 0 0,1 0-1 0 0,0-1 1 0 0,0 0 0 0 0,1 0-1 0 0,9 9 1 0 0,-4-7-34 0 0,0 1 0 0 0,1-2 0 0 0,0 1 0 0 0,0-1 0 0 0,0-1 0 0 0,1 0 0 0 0,0-1 0 0 0,0 0 0 0 0,0-1 0 0 0,0 0-1 0 0,1-1 1 0 0,-1 0 0 0 0,1-1 0 0 0,-1 0 0 0 0,1-1 0 0 0,-1-1 0 0 0,1 0 0 0 0,23-5 0 0 0,-16 2-37 0 0,-1-1 1 0 0,0-1-1 0 0,0-1 1 0 0,-1-1-1 0 0,0-1 1 0 0,0 0-1 0 0,-1-1 0 0 0,0-1 1 0 0,-1 0-1 0 0,30-28 1 0 0,5-18-147 0 0,-44 49 167 0 0,-2 0 1 0 0,1-1-1 0 0,-1 1 1 0 0,0-1-1 0 0,5-13 1 0 0,-10 18-9 0 0,-1 3 63 0 0,0-1 0 0 0,1 1 0 0 0,-1 0 0 0 0,0 0 0 0 0,0 0 0 0 0,1 0 0 0 0,-1 0 0 0 0,0 0 0 0 0,0 0 0 0 0,0 0 0 0 0,0 0 1 0 0,-1 0-1 0 0,1 0 0 0 0,0 0 0 0 0,0 1 0 0 0,0-1 0 0 0,-1 1 0 0 0,1-1 0 0 0,0 1 0 0 0,-1-1 0 0 0,1 1 0 0 0,0 0 0 0 0,-1-1 0 0 0,1 1 0 0 0,0 0 0 0 0,-1 0 1 0 0,1 0-1 0 0,-1 0 0 0 0,1 0 0 0 0,-3 1 0 0 0,3-1 3 0 0,-5 1 76 0 0,0 1 1 0 0,-1 0-1 0 0,1 0 1 0 0,0 0-1 0 0,0 1 0 0 0,0 0 1 0 0,0 0-1 0 0,1 1 1 0 0,-1-1-1 0 0,1 1 0 0 0,0 1 1 0 0,-8 7-1 0 0,-4 6 265 0 0,-28 39 1 0 0,39-49-308 0 0,1 0 1 0 0,0 0-1 0 0,0 0 0 0 0,1 1 1 0 0,0 0-1 0 0,-3 10 1 0 0,4-5-35 0 0,3 0-13 0 0,5 0 0 0 0,-4-13-14 0 0,0 1 1 0 0,0 0-1 0 0,0-1 0 0 0,0 1 1 0 0,0-1-1 0 0,0 0 0 0 0,1 1 1 0 0,-1-1-1 0 0,0 0 0 0 0,1 0 1 0 0,-1 1-1 0 0,1-1 0 0 0,-1 0 1 0 0,1-1-1 0 0,0 1 0 0 0,-1 0 1 0 0,1 0-1 0 0,0-1 0 0 0,0 1 1 0 0,-1-1-1 0 0,1 1 0 0 0,0-1 1 0 0,4 0-1 0 0,-1 0-35 0 0,0 0 0 0 0,0-1 0 0 0,0 0 0 0 0,0 0 0 0 0,0-1 0 0 0,0 1 0 0 0,8-5 0 0 0,-7 3-5 0 0,0 0-1 0 0,-1 0 1 0 0,0-1 0 0 0,1 1-1 0 0,-1-1 1 0 0,0 0 0 0 0,-1-1-1 0 0,7-6 1 0 0,1-5-113 0 0,14-23 0 0 0,1-2-74 0 0,-17 28 90 0 0,-1 0-1 0 0,-1-1 1 0 0,0 0-1 0 0,10-26 1 0 0,-17 39 527 0 0,-2 3-187 0 0,-3 5-91 0 0,0 0 0 0 0,1 0 0 0 0,0 1 0 0 0,0-1 0 0 0,1 1 0 0 0,-2 9 0 0 0,3-13-71 0 0,1 1 0 0 0,0-1 1 0 0,0 0-1 0 0,0 0 0 0 0,0 0 1 0 0,1 0-1 0 0,-1 1 0 0 0,1-1 1 0 0,0 0-1 0 0,0 0 1 0 0,1 0-1 0 0,-1 0 0 0 0,1 0 1 0 0,3 4-1 0 0,-2-2-17 0 0,1-1 1 0 0,0 1-1 0 0,0-1 1 0 0,0 0-1 0 0,1-1 1 0 0,0 1-1 0 0,-1-1 1 0 0,2 0-1 0 0,-1 0 1 0 0,0 0-1 0 0,1-1 0 0 0,7 4 1 0 0,-4-4-2 0 0,0 0-1 0 0,0 0 1 0 0,0-1 0 0 0,1 0-1 0 0,-1-1 1 0 0,1 0 0 0 0,15 0-1 0 0,-12-1-6 0 0,0-1-1 0 0,0-1 0 0 0,0 0 0 0 0,0-1 0 0 0,-1 0 1 0 0,0-1-1 0 0,1 0 0 0 0,-1-1 0 0 0,-1-1 0 0 0,20-10 1 0 0,-16 6-3 0 0,-1-1 1 0 0,1 0 0 0 0,-2-1-1 0 0,0 0 1 0 0,0-1 0 0 0,-1-1-1 0 0,11-16 1 0 0,-7 8 0 0 0,-1 0 0 0 0,-2-1 0 0 0,0 0 0 0 0,12-31 0 0 0,-18 34-8 0 0,5-14-79 0 0,11-42 0 0 0,-21 67 73 0 0,0 0 0 0 0,-1 0 0 0 0,0 0 1 0 0,0-1-1 0 0,-1 1 0 0 0,-1 0 0 0 0,1-1 1 0 0,-1 1-1 0 0,-5-17 0 0 0,6 24 21 0 0,0 0 0 0 0,-1 0 1 0 0,0 1-1 0 0,1-1 0 0 0,-1 0 0 0 0,0 0 0 0 0,0 1 1 0 0,0-1-1 0 0,0 1 0 0 0,0-1 0 0 0,0 1 0 0 0,-1-1 1 0 0,1 1-1 0 0,0 0 0 0 0,-1-1 0 0 0,1 1 0 0 0,-1 0 1 0 0,0 0-1 0 0,1 0 0 0 0,-1 0 0 0 0,0 0 0 0 0,1 1 1 0 0,-3-2-1 0 0,1 2 6 0 0,1 0 0 0 0,-1 0-1 0 0,1 0 1 0 0,0 0 0 0 0,-1 1 0 0 0,1-1 0 0 0,-1 1 0 0 0,1-1 0 0 0,-1 1 0 0 0,1 0 0 0 0,0 0 0 0 0,-1 0 0 0 0,1 0 0 0 0,0 0 0 0 0,0 0 0 0 0,0 1-1 0 0,-2 1 1 0 0,-7 5 73 0 0,1 1 0 0 0,0 1 0 0 0,1-1 0 0 0,0 2 0 0 0,1-1 1 0 0,0 1-1 0 0,0 0 0 0 0,-7 15 0 0 0,7-9 10 0 0,0 0 1 0 0,2 0 0 0 0,0 1 0 0 0,0-1-1 0 0,-3 28 1 0 0,6-29-61 0 0,2-1 1 0 0,0 1-1 0 0,0-1 0 0 0,2 1 1 0 0,0 0-1 0 0,1-1 0 0 0,0 1 1 0 0,1-1-1 0 0,6 16 0 0 0,-6-20-74 0 0,1-1-1 0 0,1 0 1 0 0,0 0-1 0 0,1 0 1 0 0,0-1-1 0 0,0 0 1 0 0,1 0-1 0 0,0-1 1 0 0,0 1-1 0 0,1-1 1 0 0,0-1-1 0 0,0 0 1 0 0,15 10-1 0 0,-11-10-737 0 0,0 0-1 0 0,0 0 1 0 0,14 4 0 0 0,11 1-9719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3:32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309 264 13359 0 0,'0'-2'1027'0'0,"9"-43"718"0"0,6-1 5268 0 0,-14 42-6600 0 0,0 0 0 0 0,0 0-1 0 0,0 0 1 0 0,0 0 0 0 0,-1 0-1 0 0,1 0 1 0 0,-1 0 0 0 0,0 0-1 0 0,-1-6 1 0 0,0 9-332 0 0,1 0 1 0 0,-1 0-1 0 0,0-1 0 0 0,0 1 0 0 0,0 0 0 0 0,0 0 1 0 0,0 0-1 0 0,0 0 0 0 0,0 0 0 0 0,0 0 1 0 0,0 0-1 0 0,0 1 0 0 0,0-1 0 0 0,-1 0 1 0 0,-1 0-1 0 0,1 0 38 0 0,-1-1-33 0 0,-1 1 1 0 0,0 0 0 0 0,1-1 0 0 0,-1 2-1 0 0,0-1 1 0 0,0 0 0 0 0,0 1 0 0 0,0 0-1 0 0,0 0 1 0 0,0 0 0 0 0,1 0-1 0 0,-1 0 1 0 0,0 1 0 0 0,0 0 0 0 0,-6 2-1 0 0,-2 0 80 0 0,-1 2 0 0 0,2 0 1 0 0,-17 9-1 0 0,4-1 53 0 0,1 2 1 0 0,1 1-1 0 0,0 1 1 0 0,-24 24-1 0 0,39-35-155 0 0,2 1 0 0 0,-1-1 0 0 0,1 1 0 0 0,-8 14 0 0 0,11-17-63 0 0,0-1 1 0 0,0 1-1 0 0,1 0 0 0 0,-1 0 1 0 0,1 1-1 0 0,0-1 0 0 0,0 0 1 0 0,1 0-1 0 0,-1 0 0 0 0,1 1 1 0 0,0 6-1 0 0,4 4-1 0 0,-2-12-9 0 0,0 0 0 0 0,0 0 0 0 0,0 0 0 0 0,0-1 1 0 0,0 1-1 0 0,1-1 0 0 0,-1 1 0 0 0,1-1 0 0 0,0 0 0 0 0,0 0 0 0 0,0 0 0 0 0,0 0 0 0 0,0-1 0 0 0,0 1 1 0 0,1-1-1 0 0,-1 0 0 0 0,0 0 0 0 0,1 0 0 0 0,3 1 0 0 0,1-1-33 0 0,0 1 1 0 0,0-2-1 0 0,0 1 0 0 0,0-1 0 0 0,0 0 1 0 0,1-1-1 0 0,10-1 0 0 0,-8-1-3 0 0,0 0 1 0 0,-1-1-1 0 0,0 0 0 0 0,1-1 1 0 0,-1 0-1 0 0,-1 0 1 0 0,1-1-1 0 0,-1 0 0 0 0,0-1 1 0 0,0 0-1 0 0,-1 0 0 0 0,0-1 1 0 0,0 0-1 0 0,-1-1 1 0 0,0 1-1 0 0,0-1 0 0 0,-1-1 1 0 0,7-14-1 0 0,-3 7 20 0 0,-4 8 5 0 0,-1-1 0 0 0,0 1 0 0 0,-1-1 1 0 0,0 0-1 0 0,3-10 0 0 0,-6 8 20 0 0,-3 3 16 0 0,1 7 235 0 0,0 2-231 0 0,0 0 0 0 0,0 0 1 0 0,0 0-1 0 0,0 0 1 0 0,0 0-1 0 0,0 0 0 0 0,0 1 1 0 0,0-1-1 0 0,-1 0 1 0 0,1 1-1 0 0,0-1 0 0 0,1 1 1 0 0,-1-1-1 0 0,0 1 1 0 0,0 0-1 0 0,0-1 0 0 0,0 1 1 0 0,0 0-1 0 0,0 0 1 0 0,1-1-1 0 0,-1 1 0 0 0,0 1 1 0 0,0 0-5 0 0,0 0 0 0 0,0 0-1 0 0,0 1 1 0 0,0-1 0 0 0,0 0 0 0 0,1 0 0 0 0,-1 0 0 0 0,1 1 0 0 0,0-1 0 0 0,0 3-1 0 0,0 4 15 0 0,0 0-1 0 0,1 0 0 0 0,1 0 0 0 0,4 14 0 0 0,1-2 2 0 0,2 1-1 0 0,1-2 1 0 0,1 0 0 0 0,21 32 0 0 0,-1-3-22 0 0,4 8 34 0 0,35 65-31 0 0,-59-100-12 0 0,-2 0-1 0 0,0 0 1 0 0,11 45-1 0 0,-18-55 0 0 0,0 0 1 0 0,-1 0-1 0 0,0 0 1 0 0,0 0-1 0 0,-1 0 1 0 0,-1 0-1 0 0,-3 20 0 0 0,3-29 3 0 0,0 1 0 0 0,0 0 1 0 0,0 0-1 0 0,0-1 0 0 0,-1 1 0 0 0,1-1 0 0 0,-1 1 0 0 0,0-1 0 0 0,0 0 0 0 0,0 0 0 0 0,-1 0 0 0 0,1 0 0 0 0,-1 0 0 0 0,1 0 0 0 0,-1-1 0 0 0,0 1 1 0 0,0-1-1 0 0,0 0 0 0 0,-1 0 0 0 0,1 0 0 0 0,0 0 0 0 0,-1 0 0 0 0,1-1 0 0 0,-1 1 0 0 0,0-1 0 0 0,1 0 0 0 0,-8 1 0 0 0,-1-1 7 0 0,-1 0 0 0 0,1-1 0 0 0,-1 0 0 0 0,1-1 1 0 0,-1 0-1 0 0,1-1 0 0 0,0-1 0 0 0,-16-5 0 0 0,12 3 2 0 0,0-2-1 0 0,1 0 1 0 0,0 0 0 0 0,0-2 0 0 0,-22-16 0 0 0,32 20-11 0 0,-1 1-1 0 0,1-1 1 0 0,1 0 0 0 0,-1 0-1 0 0,1 0 1 0 0,0-1 0 0 0,0 1-1 0 0,1-1 1 0 0,-1 0-1 0 0,1 0 1 0 0,0 0 0 0 0,1-1-1 0 0,0 1 1 0 0,0-1 0 0 0,0 1-1 0 0,1-1 1 0 0,0 0 0 0 0,0 1-1 0 0,0-1 1 0 0,1 0 0 0 0,0 0-1 0 0,1 0 1 0 0,-1 1-1 0 0,1-1 1 0 0,1 0 0 0 0,-1 1-1 0 0,1-1 1 0 0,0 1 0 0 0,4-8-1 0 0,5-9-13 0 0,1 1 0 0 0,1 1-1 0 0,0 1 1 0 0,32-37 0 0 0,-9 19-9 0 0,51-44 0 0 0,122-88 87 0 0,-173 147-71 0 0,-25 17 11 0 0,-1-1 0 0 0,1 0 0 0 0,-1 0 0 0 0,14-15 0 0 0,-22 21 63 0 0,-5 2 1 0 0,-19 15-5 0 0,1 0 0 0 0,-25 25 0 0 0,23-20-24 0 0,13-11-39 0 0,0 0 0 0 0,0 1 0 0 0,1 0 0 0 0,-9 15 0 0 0,12-15 0 0 0,1 3 0 0 0,5-1 0 0 0,0-13 0 0 0,0 1 0 0 0,1 0 0 0 0,-1 0 0 0 0,0 0 0 0 0,1 0 0 0 0,-1-1 0 0 0,1 1 0 0 0,-1 0 0 0 0,1-1 0 0 0,0 1 0 0 0,-1 0 0 0 0,2 0 0 0 0,0 1-3 0 0,0-1-1 0 0,1 0 1 0 0,-1 0 0 0 0,0-1 0 0 0,1 1-1 0 0,-1 0 1 0 0,0-1 0 0 0,1 1 0 0 0,-1-1-1 0 0,1 0 1 0 0,-1 0 0 0 0,1 0-1 0 0,-1 0 1 0 0,1 0 0 0 0,-1 0 0 0 0,0-1-1 0 0,1 1 1 0 0,-1-1 0 0 0,1 0 0 0 0,-1 0-1 0 0,0 0 1 0 0,0 0 0 0 0,3-1 0 0 0,7-5 5 0 0,0 0 1 0 0,20-14 0 0 0,-31 20-5 0 0,20-16-49 0 0,-1-1 0 0 0,0 0 0 0 0,-1-1 0 0 0,-2-1 0 0 0,0-1 0 0 0,-1-1 0 0 0,19-32 0 0 0,-26 36-38 0 0,-8 14 89 0 0,-2 1-10 0 0,2 1 208 0 0,-3 4-113 0 0,-2 3-55 0 0,0 0-1 0 0,0 1 1 0 0,0-1-1 0 0,1 1 1 0 0,0 0-1 0 0,0 0 1 0 0,1 0 0 0 0,-1 1-1 0 0,1-1 1 0 0,1 1-1 0 0,-1-1 1 0 0,1 1-1 0 0,-1 10 1 0 0,2-8-13 0 0,-1 0 0 0 0,1-1 0 0 0,1 1 0 0 0,0 0 0 0 0,0 0-1 0 0,0 0 1 0 0,1-1 0 0 0,1 1 0 0 0,0-1 0 0 0,3 9 0 0 0,-3-10-17 0 0,1-1 1 0 0,-1 0-1 0 0,1 0 0 0 0,0-1 1 0 0,0 1-1 0 0,1-1 0 0 0,-1 1 1 0 0,1-2-1 0 0,0 1 0 0 0,1 0 1 0 0,-1-1-1 0 0,1 0 0 0 0,0 0 1 0 0,0-1-1 0 0,0 0 0 0 0,0 0 1 0 0,1 0-1 0 0,-1-1 0 0 0,1 1 1 0 0,0-2-1 0 0,0 1 0 0 0,-1-1 1 0 0,12 1-1 0 0,-9-2 0 0 0,1-1 0 0 0,0 0 0 0 0,-1 0 0 0 0,1-1 0 0 0,-1 0 0 0 0,0-1 0 0 0,0 1 0 0 0,0-2 0 0 0,0 0 0 0 0,0 0 0 0 0,9-6 0 0 0,-7 2 0 0 0,-1 0 0 0 0,0 0 0 0 0,0-1 0 0 0,-1 0 0 0 0,0-1 0 0 0,0 0 0 0 0,12-19 0 0 0,-5 1 0 0 0,-1-1 0 0 0,-1 0 0 0 0,-1-1 0 0 0,-2 0 0 0 0,-1-1 0 0 0,10-52 0 0 0,-19 78 0 0 0,1-17 0 0 0,-1 17 0 0 0,2 6 0 0 0,2 5 0 0 0,-4-6 0 0 0,17 28 0 0 0,-13-19 0 0 0,1-1 0 0 0,0 1 0 0 0,9 10 0 0 0,4-1 0 0 0,2 2 0 0 0,0 2 0 0 0,-1 0 0 0 0,33 49 0 0 0,-40-46 0 0 0,-13-20 0 0 0,1 9 0 0 0,-1-11 0 0 0,-1-1 0 0 0,1 0 0 0 0,-1 0 0 0 0,1 0 0 0 0,-1 0 0 0 0,0 1 0 0 0,0-1 0 0 0,0 0 0 0 0,0-1 0 0 0,0 1 0 0 0,0 0 0 0 0,-1 0 0 0 0,1 0 0 0 0,0-1 0 0 0,-1 1 0 0 0,-1 1 0 0 0,-1-1 0 0 0,1 1 0 0 0,-1-1 0 0 0,1 0 0 0 0,-1 0 0 0 0,1-1 0 0 0,-1 1 0 0 0,0-1 0 0 0,-5 2 0 0 0,-4-1 0 0 0,0 0 0 0 0,-1-1 0 0 0,1 0 0 0 0,-18-1 0 0 0,29-1 0 0 0,-12 1 0 0 0,0 0 0 0 0,0-2 0 0 0,0 0 0 0 0,-24-6 0 0 0,24 3 212 0 0,8 1-358 0 0,-2-4-1376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3:46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11 24303 0 0,'-10'-7'2589'0'0,"3"4"-2493"0"0,6 3 171 0 0,-1 2-193 0 0,1-1 0 0 0,0 1 0 0 0,-1 0 0 0 0,1 0 1 0 0,0 0-1 0 0,0 0 0 0 0,0 0 0 0 0,1 1 0 0 0,-1-1 0 0 0,0 0 0 0 0,1 0 0 0 0,-1 3 0 0 0,1-4-38 0 0,-3 15 391 0 0,1 0 1 0 0,1 0 0 0 0,1 28-1 0 0,8 52 244 0 0,-3-51-554 0 0,5 26 75 0 0,3-1-1 0 0,24 75 1 0 0,-36-143-317 0 0,-1 0-47 0 0,3 7-11 0 0,-3-7-73 0 0,-16-22-7108 0 0,6 6-1144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3:46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99 21887 0 0,'-1'0'1001'0'0,"1"0"-900"0"0,-1 0 0 0 0,1 0-1 0 0,0 0 1 0 0,0-1-1 0 0,0 1 1 0 0,0 0-1 0 0,-1 0 1 0 0,1 0 0 0 0,0 0-1 0 0,0 0 1 0 0,0 0-1 0 0,-1 0 1 0 0,1 0 0 0 0,0 0-1 0 0,0 0 1 0 0,0 0-1 0 0,0-1 1 0 0,0 1-1 0 0,-1 0 1 0 0,1 0 0 0 0,0 0-1 0 0,0 0 1 0 0,0 0-1 0 0,0-1 1 0 0,0 1-1 0 0,0 0 1 0 0,0 0 0 0 0,0 0-1 0 0,0 0 1 0 0,0-1-1 0 0,-1 1 1 0 0,1 0-1 0 0,0 0 1 0 0,0 0 0 0 0,0 0-1 0 0,0-1 1 0 0,0 1-1 0 0,0 0 1 0 0,10-4 1592 0 0,39-9-730 0 0,-1 3 0 0 0,72-5 0 0 0,-11 1-605 0 0,-49 4-327 0 0,112-15 211 0 0,-146 23-433 0 0,1 1 0 0 0,-1 1 0 0 0,0 2-1 0 0,40 6 1 0 0,-58-6-151 0 0,0 0-1 0 0,1 0 1 0 0,-1 1-1 0 0,0 0 1 0 0,0 0-1 0 0,-1 1 1 0 0,1-1-1 0 0,-1 2 1 0 0,9 6-1 0 0,-1 3-989 0 0</inkml:trace>
  <inkml:trace contextRef="#ctx0" brushRef="#br0" timeOffset="1">882 527 16127 0 0,'0'0'1970'0'0,"1"2"-386"0"0,4 5-143 0 0,-1 0 1 0 0,0 0 0 0 0,-1 0 0 0 0,4 8-1 0 0,-4-4-338 0 0,0-1-1 0 0,3 16 0 0 0,-3 4-712 0 0,0 39 0 0 0,-1-20-7 0 0,-3-44-384 0 0,1-3-6 0 0,0-1 0 0 0,0 1 0 0 0,0 0 0 0 0,1-1 1 0 0,-1 1-1 0 0,0 0 0 0 0,1-1 0 0 0,-1 1 1 0 0,1 0-1 0 0,0 2 0 0 0,0-3-210 0 0,-1 0-1 0 0,0 0 1 0 0,0 0-1 0 0,1 0 1 0 0,-1 0-1 0 0,0 0 1 0 0,1 0-1 0 0,-1 0 1 0 0,1 0 0 0 0,0 0-1 0 0,-1 0 1 0 0,1 0-1 0 0,0-1 1 0 0,-1 1-1 0 0,1 0 1 0 0,0-1 0 0 0,0 1-1 0 0,-1 0 1 0 0,1-1-1 0 0,0 1 1 0 0,0-1-1 0 0,0 1 1 0 0,2 0-1 0 0,9 0-1535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3:47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50 15199 0 0,'2'0'10724'0'0,"14"-2"-9531"0"0,0 0-1 0 0,0 0 1 0 0,23-8 0 0 0,8-1-676 0 0,-25 7-631 0 0,83-13 401 0 0,-92 16-718 0 0,0 0-1 0 0,1 1 0 0 0,-1 1 0 0 0,0-1 1 0 0,22 6-1 0 0,-25 0-1690 0 0</inkml:trace>
  <inkml:trace contextRef="#ctx0" brushRef="#br0" timeOffset="1">0 283 11975 0 0,'0'0'10992'0'0,"15"3"-10032"0"0,1-4-328 0 0,2-3-64 0 0,3-1-16 0 0,2 1-392 0 0,3-3-88 0 0,3-3-8 0 0,2 1-64 0 0,1-1-1168 0 0,1 2-288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3:47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22 21247 0 0,'-1'-2'976'0'0,"-8"-17"6469"0"0,14 33-6227 0 0,3 25-538 0 0,7 69 0 0 0,-8-47-506 0 0,13 118-39 0 0,-12-97-139 0 0,-6-68 22 0 0,0 4-318 0 0,-1-8-3122 0 0,-13-17-5188 0 0,0-5-108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3:48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0 103 19351 0 0,'0'0'2018'0'0,"3"-1"-1698"0"0,15-6 1482 0 0,0 1 1 0 0,1 0 0 0 0,22-3-1 0 0,63-6 74 0 0,-37 6-1253 0 0,332-38 299 0 0,-398 47-938 0 0,28-2-138 0 0,52 2 0 0 0,-73 1-331 0 0,1 0 0 0 0,-1 1 1 0 0,0-1-1 0 0,0 2 0 0 0,1-1 0 0 0,-1 1 0 0 0,-1 0 1 0 0,1 1-1 0 0,0 0 0 0 0,11 8 0 0 0,-4 1-9259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3:48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10591 0 0,'0'0'964'0'0,"3"1"-794"0"0,5 2 2169 0 0,-1 0 1 0 0,1-1-1 0 0,10 2 0 0 0,22-2 3352 0 0,-15-4-3627 0 0,33-7-1 0 0,-30 4-1651 0 0,0 1 1 0 0,36 0 0 0 0,-62 4-289 0 0,-2 2-59 0 0,0 3-54 0 0,0 0 0 0 0,0 0 0 0 0,-1 0 0 0 0,0-1 0 0 0,0 1 0 0 0,0 0 0 0 0,0 0 0 0 0,-1-1-1 0 0,0 1 1 0 0,0 0 0 0 0,0-1 0 0 0,-1 0 0 0 0,1 0 0 0 0,-6 7 0 0 0,-6 7 57 0 0,-31 29 0 0 0,35-37-21 0 0,1-1-32 0 0,-31 33 41 0 0,35-36-52 0 0,1-1-1 0 0,0 1 1 0 0,0 0 0 0 0,1 0-1 0 0,-6 13 1 0 0,6-9-4 0 0,5 2 0 0 0,-1-11 0 0 0,0 1 0 0 0,0-1 0 0 0,0 1 0 0 0,0-1 0 0 0,1 1 0 0 0,-1-1 0 0 0,0 1 0 0 0,1-1 0 0 0,-1 0 0 0 0,1 0 0 0 0,-1 0 0 0 0,1 0 0 0 0,0 0 0 0 0,-1 0 0 0 0,4 1 0 0 0,-1-1 0 0 0,0 0 0 0 0,0 0 0 0 0,0 0 0 0 0,1 0 0 0 0,-1-1 0 0 0,7 0 0 0 0,2 0 0 0 0,0-2 0 0 0,1 0 0 0 0,17-4 0 0 0,16-5 0 0 0,83-6 0 0 0,-79 11-119 0 0,6-1-3382 0 0,-34 6-7023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3:49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65 21103 0 0,'0'0'968'0'0,"-2"-1"-23"0"0,-5-2-607 0 0,-2-1 5351 0 0,23 1-4117 0 0,147-9 93 0 0,-84 9-1466 0 0,235-7 89 0 0,-183 2-446 0 0,-112 6 131 0 0,70-13-3227 0 0,-74 12 993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3:49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0 11975 0 0,'-11'0'18180'0'0,"17"14"-16876"0"0,4-4-1153 0 0,-1 0 0 0 0,2-1 0 0 0,0 0-1 0 0,0-1 1 0 0,23 14 0 0 0,-3-2-81 0 0,-4-4-53 0 0,1 0 0 0 0,54 19 0 0 0,-77-32-15 0 0,59 18-2 0 0,-51-14 0 0 0,-13-6 0 0 0,0-1 0 0 0,1 1 0 0 0,-1-1 0 0 0,1 0 0 0 0,-1 1 0 0 0,0-1 0 0 0,0 1 0 0 0,1-1 0 0 0,-1 1 0 0 0,0-1 0 0 0,0 1 0 0 0,1-1 0 0 0,-1 1 0 0 0,0-1 0 0 0,0 1 0 0 0,0-1 0 0 0,0 1 0 0 0,0-1 0 0 0,0 1 0 0 0,0 1 0 0 0,-1-1 0 0 0,1 1 1 0 0,-1 0-1 0 0,0 0 1 0 0,1-1-1 0 0,-1 1 1 0 0,0 0-1 0 0,0-1 1 0 0,0 1-1 0 0,-1 0 1 0 0,1-1-1 0 0,0 0 1 0 0,-1 1-1 0 0,1-1 1 0 0,0 0-1 0 0,-1 0 1 0 0,0 0-1 0 0,-2 2 1 0 0,-34 16 60 0 0,28-15-46 0 0,-77 27 110 0 0,67-26-137 0 0,0 2 0 0 0,0 0 1 0 0,0 1-1 0 0,1 2 1 0 0,-21 13-1 0 0,20-6-1651 0 0,18-15 690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3:49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18 22375 0 0,'-1'-2'1025'0'0,"0"0"-661"0"0,-9-12 3744 0 0,-1 24-2313 0 0,7-4-1554 0 0,1-1-1 0 0,-1 0 1 0 0,1 1 0 0 0,0 0 0 0 0,0 0-1 0 0,0 0 1 0 0,-2 9 0 0 0,-8 47 343 0 0,2-12-291 0 0,-28 102 4 0 0,38-147-297 0 0,-5 18 0 0 0,5-23 0 0 0,1 1 0 0 0,0 0 0 0 0,-1-1 0 0 0,1 1 0 0 0,0-1 0 0 0,-1 1 0 0 0,1 0 0 0 0,-1-1 0 0 0,1 1 0 0 0,0-1 0 0 0,-1 1 0 0 0,0-1 0 0 0,1 1 0 0 0,-1 0 0 0 0,0-1 0 0 0,0 0 0 0 0,1 0 0 0 0,-1 0 0 0 0,1 0 0 0 0,-1 0 0 0 0,1 0 0 0 0,-1 0 0 0 0,1-1 0 0 0,-1 1 0 0 0,0 0 0 0 0,1 0 0 0 0,-1 0 0 0 0,1-1 0 0 0,-1 1 0 0 0,1 0 0 0 0,-1 0 0 0 0,1-1 0 0 0,0 1 0 0 0,-1 0 0 0 0,1-1 0 0 0,-1 1 0 0 0,1-1 0 0 0,0 1 0 0 0,-1 0 0 0 0,1-1 0 0 0,0 1 0 0 0,-1-1 0 0 0,1 1 0 0 0,0-1 0 0 0,-1 1 0 0 0,1-2 0 0 0,-6-17 0 0 0,6 9 0 0 0,0 1 0 0 0,1 0 0 0 0,0-1 0 0 0,0 1 0 0 0,1 0 0 0 0,4-12 0 0 0,23-54 0 0 0,-18 49 0 0 0,-2 5-80 0 0,1 0 0 0 0,1 0 0 0 0,1 2 0 0 0,27-36 0 0 0,-37 53 103 0 0,0 2 58 0 0,1 2-65 0 0,0-1-1 0 0,0 0 1 0 0,0 1 0 0 0,-1 0-1 0 0,1-1 1 0 0,0 1 0 0 0,-1 0-1 0 0,1 0 1 0 0,-1 1 0 0 0,0-1-1 0 0,0 0 1 0 0,3 5 0 0 0,3 3 40 0 0,18 14-49 0 0,1 0 0 0 0,1-2 0 0 0,2-1 0 0 0,34 19 0 0 0,40 29-6 0 0,-67-36-1 0 0,-26-23 0 0 0,-3 2 0 0 0,-6 2 0 0 0,-2-12 0 0 0,-1 0 0 0 0,1 1 0 0 0,-1-1 0 0 0,0 0 0 0 0,0 0 0 0 0,0 1 0 0 0,0-1 0 0 0,0 0 0 0 0,-1 0 0 0 0,1 0 0 0 0,-1 0 0 0 0,1-1 0 0 0,-1 1 0 0 0,0 0 0 0 0,1 0 0 0 0,-1-1 0 0 0,0 0 0 0 0,0 1 0 0 0,0-1 0 0 0,0 0 0 0 0,-4 2 0 0 0,-5 2 0 0 0,-1-1 0 0 0,0 0 0 0 0,-13 2 0 0 0,3-1 0 0 0,-30 9 0 0 0,0-3 0 0 0,-1-2 0 0 0,0-2 0 0 0,-76-1 0 0 0,89-4-32 0 0,39-2-135 0 0,3-2-1646 0 0,37-16-687 0 0,-6 7 1220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3:50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9 10591 0 0,'-12'-8'19901'0'0,"12"8"-19649"0"0,-7 22 2090 0 0,1 29-2868 0 0,5-32 544 0 0,2 0 0 0 0,0 0 0 0 0,2 0-1 0 0,0 0 1 0 0,0 0 0 0 0,8 20 0 0 0,-8-30-13 0 0,0 0 1 0 0,1 0-1 0 0,0 0 1 0 0,0-1-1 0 0,1 0 1 0 0,0 1-1 0 0,0-1 1 0 0,1-1-1 0 0,0 1 1 0 0,1-1-1 0 0,-1 0 1 0 0,1-1-1 0 0,1 1 1 0 0,8 4-1 0 0,-12-8-5 0 0,1 0 0 0 0,-1-1 0 0 0,1 0 0 0 0,0 0 0 0 0,-1-1 0 0 0,1 1 0 0 0,0-1 0 0 0,0 0 0 0 0,0 0 0 0 0,0-1 0 0 0,1 1 0 0 0,-1-1 0 0 0,0 0 0 0 0,0-1 0 0 0,0 1 0 0 0,0-1 0 0 0,0 0 0 0 0,0 0 0 0 0,9-4 0 0 0,-7 2 0 0 0,0-1 0 0 0,0 1 0 0 0,-1-2 0 0 0,0 1 0 0 0,1-1 0 0 0,-2 0 0 0 0,1 0 0 0 0,0 0 0 0 0,-1-1 0 0 0,0 0 0 0 0,-1 0 0 0 0,7-11 0 0 0,3-9 0 0 0,-2-1 0 0 0,-1 0 0 0 0,-1 0 0 0 0,-1-1 0 0 0,-2-1 0 0 0,5-29 0 0 0,-11 48-16 0 0,0 0 0 0 0,0 0 0 0 0,-1-14 0 0 0,-2 15 36 0 0,0 9-7 0 0,-2 5 7 0 0,3-1-18 0 0,-1-1-1 0 0,1 0 0 0 0,0 1 1 0 0,0 0-1 0 0,0-1 0 0 0,0 1 1 0 0,1 0-1 0 0,-1-1 0 0 0,1 6 0 0 0,3 36-2 0 0,-2-29 0 0 0,1-3 1 0 0,0 0 0 0 0,0 0 0 0 0,2 0 0 0 0,-1-1 0 0 0,2 1 0 0 0,0-1 0 0 0,9 18 0 0 0,-9-21 0 0 0,0-1 0 0 0,0 0 0 0 0,1 0 0 0 0,0-1 0 0 0,1 0 0 0 0,-1 0 0 0 0,1 0 0 0 0,1-1 0 0 0,-1 0 0 0 0,1 0 0 0 0,9 5 0 0 0,-13-10-272 0 0,0 1 0 0 0,0 0 1 0 0,0-1-1 0 0,0 0 0 0 0,0 0 0 0 0,0 0 0 0 0,0 0 0 0 0,1-1 1 0 0,-1 0-1 0 0,0 0 0 0 0,0 0 0 0 0,1 0 0 0 0,6-2 0 0 0,-4 1-737 0 0,1-1 0 0 0,-1-1-1 0 0,0 1 1 0 0,0-1-1 0 0,0-1 1 0 0,-1 1-1 0 0,8-5 1 0 0,0-3-7998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3:51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24935 0 0,'0'0'4108'0'0,"3"0"-3352"0"0,82 6 1455 0 0,39 3-1445 0 0,-107-6-1075 0 0,-1 0-1 0 0,0 1 0 0 0,0 0 0 0 0,0 1 0 0 0,20 10 1 0 0,-35-14-55 0 0,1 0 0 0 0,0 0 0 0 0,-1 0 0 0 0,1 0 0 0 0,-1 1 0 0 0,1-1 0 0 0,-1 0 0 0 0,0 1 0 0 0,3 2 0 0 0,-2-1-1403 0 0</inkml:trace>
  <inkml:trace contextRef="#ctx0" brushRef="#br0" timeOffset="1">12 226 7831 0 0,'-11'3'18547'0'0,"14"-2"-17522"0"0,41 1 497 0 0,88-6 0 0 0,-72-2-3970 0 0,-1-2-4505 0 0,-23 2-2102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3:51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425 81 10135 0 0,'-9'-10'244'0'0,"-2"1"-1"0"0,1 0 0 0 0,-1 1 0 0 0,-15-9 0 0 0,19 12 560 0 0,-1 2 0 0 0,-14-6-1 0 0,13 6 1595 0 0,-1 1-1 0 0,-14-2 1 0 0,17 3-1560 0 0,0 0 1 0 0,-1 1 0 0 0,1 0 0 0 0,-1 1 0 0 0,1-1 0 0 0,0 1 0 0 0,-8 3 0 0 0,9-2-674 0 0,0 0 0 0 0,0 0-1 0 0,0 1 1 0 0,1 0 0 0 0,-1 0-1 0 0,1 0 1 0 0,0 1 0 0 0,0-1 0 0 0,0 1-1 0 0,0 1 1 0 0,1-1 0 0 0,0 1 0 0 0,-7 8-1 0 0,2 0 26 0 0,1 1 0 0 0,0 0 0 0 0,0 0 0 0 0,2 1 0 0 0,0 0 0 0 0,0 0 0 0 0,2 1 0 0 0,-1-1 0 0 0,2 1 0 0 0,0 0-1 0 0,1 0 1 0 0,1 31 0 0 0,2-6-115 0 0,2 0-1 0 0,2 0 0 0 0,2-1 1 0 0,21 69-1 0 0,40 99-73 0 0,-44-138 0 0 0,-10-24 0 0 0,-3 0 0 0 0,-1 1 0 0 0,5 73 0 0 0,-13-92 0 0 0,-1 0 0 0 0,-1 0 0 0 0,-2 0 0 0 0,-1 0 0 0 0,-9 36 0 0 0,8-50 0 0 0,-2 0 0 0 0,0 0 0 0 0,0-1 0 0 0,-1 1 0 0 0,-1-2 0 0 0,-12 17 0 0 0,16-24 0 0 0,0-1 0 0 0,0 1 0 0 0,0-1 0 0 0,0 0 0 0 0,-1 0 0 0 0,1 0 0 0 0,-1-1 0 0 0,0 0 0 0 0,0 0 0 0 0,-1 0 0 0 0,1-1 0 0 0,0 1 0 0 0,-1-1 0 0 0,0 0 0 0 0,1-1 0 0 0,-1 0 0 0 0,0 0 0 0 0,0 0 0 0 0,0 0 0 0 0,0-1 0 0 0,-9 0 0 0 0,13 0 0 0 0,0 0 0 0 0,0-1 0 0 0,0 1 0 0 0,0 0 0 0 0,0-1 0 0 0,0 1 0 0 0,0-1 0 0 0,0 0 0 0 0,0 1 0 0 0,0-1 0 0 0,0 0 0 0 0,1 0 0 0 0,-4-3 0 0 0,0 0 0 0 0,3 3-58 0 0,0 0-1 0 0,1 0 1 0 0,-1-1-1 0 0,1 1 1 0 0,-1-1 0 0 0,1 1-1 0 0,0-1 1 0 0,0 1-1 0 0,-1-1 1 0 0,1 0 0 0 0,0 0-1 0 0,1 0 1 0 0,-1 0-1 0 0,0 1 1 0 0,0-1 0 0 0,1 0-1 0 0,-1 0 1 0 0,1 0-1 0 0,0 0 1 0 0,-1 0 0 0 0,1 0-1 0 0,0 0 1 0 0,0-1-1 0 0,1-2 1 0 0,2-14-754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3:52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396 62 5527 0 0,'-1'-2'423'0'0,"-3"-2"-542"0"0,-8-11 3286 0 0,10 12-1320 0 0,0 1-1 0 0,0 0 0 0 0,0 0 1 0 0,-1 0-1 0 0,1 0 1 0 0,-1 0-1 0 0,-3-2 0 0 0,-5-2-851 0 0,4 3-854 0 0,0 1 0 0 0,0-1-1 0 0,0 1 1 0 0,0 1-1 0 0,0-1 1 0 0,-1 1-1 0 0,1 0 1 0 0,0 1 0 0 0,-1 0-1 0 0,1 0 1 0 0,-9 1-1 0 0,6 1 246 0 0,-1 1 0 0 0,1-1 1 0 0,-1 2-1 0 0,1-1 0 0 0,0 1 0 0 0,-19 11 0 0 0,14-5 15 0 0,0 0 1 0 0,1 1-1 0 0,0 0 1 0 0,1 1-1 0 0,0 1 1 0 0,1 0-1 0 0,0 1 1 0 0,-18 29-1 0 0,27-39-401 0 0,0 1 0 0 0,0 0 0 0 0,1 1 0 0 0,0-1 0 0 0,0 0 0 0 0,0 1 0 0 0,1-1 0 0 0,-1 1 0 0 0,2-1 0 0 0,-1 1 0 0 0,0 0 0 0 0,1-1 0 0 0,0 1 0 0 0,0 0 0 0 0,1-1 0 0 0,0 1 0 0 0,2 9 0 0 0,0-7 0 0 0,0-1 0 0 0,0 0 0 0 0,1 0 0 0 0,0 0 0 0 0,0 0 0 0 0,0-1 0 0 0,1 0 0 0 0,0 0 0 0 0,0 0 0 0 0,1 0 0 0 0,0-1 0 0 0,7 6 0 0 0,-2-3 0 0 0,0 0 0 0 0,1 0 0 0 0,0-2 0 0 0,0 1 0 0 0,1-1 0 0 0,-1-1 0 0 0,1 0 0 0 0,17 3 0 0 0,-20-6 0 0 0,0 0 0 0 0,0-1 0 0 0,0 0 0 0 0,0-1 0 0 0,0 0 0 0 0,0-1 0 0 0,0 0 0 0 0,0 0 0 0 0,0-1 0 0 0,0-1 0 0 0,18-6 0 0 0,-20 6-16 0 0,-1-1-1 0 0,1 0 1 0 0,-1 0 0 0 0,0 0 0 0 0,0-1-1 0 0,-1 0 1 0 0,1 0 0 0 0,-1-1-1 0 0,0 0 1 0 0,-1 0 0 0 0,1 0-1 0 0,-1-1 1 0 0,0 0 0 0 0,-1 0 0 0 0,0 0-1 0 0,0-1 1 0 0,6-14 0 0 0,-7 10 5 0 0,-1-1 11 0 0,-2 4 13 0 0,0 7 119 0 0,-1 5-73 0 0,0 6-53 0 0,1 1 0 0 0,-1-1 0 0 0,1 0 0 0 0,1 1 0 0 0,0-1-1 0 0,0 1 1 0 0,1-1 0 0 0,0 0 0 0 0,4 10 0 0 0,-1-7 0 0 0,0 1 0 0 0,0-1 0 0 0,1-1-1 0 0,0 1 1 0 0,1-1 0 0 0,10 13 0 0 0,-14-19-6 0 0,0-1 0 0 0,17 11 0 0 0,10 4 0 0 0,-10-9 0 0 0,-15-10 0 0 0,0 0 0 0 0,16 2 0 0 0,-16-3 0 0 0,-2-1 0 0 0,2 0 0 0 0,-1 0 0 0 0,1-1 0 0 0,-1 1 0 0 0,0-1 0 0 0,1 0 0 0 0,-1 0 0 0 0,-1 0 0 0 0,1 0 0 0 0,0-1 0 0 0,-1 1 0 0 0,0-1 0 0 0,1 0 0 0 0,-2 0 0 0 0,1 0 0 0 0,0-1 0 0 0,-1 1 0 0 0,3-8 0 0 0,2-4 0 0 0,-2 0 0 0 0,0-1 0 0 0,6-31 0 0 0,-7 18 0 0 0,-2-1 0 0 0,0-43 0 0 0,-4 43-1404 0 0,4 23 624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3:53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276 376 5983 0 0,'0'0'464'0'0,"1"-2"-305"0"0,8-19 3292 0 0,-6 14-676 0 0,-1 0 1 0 0,-1 0 0 0 0,1 0 0 0 0,0-14 0 0 0,-1-11 747 0 0,-1 31-3425 0 0,0 0 1 0 0,-1 0-1 0 0,1 0 0 0 0,0 0 1 0 0,0 0-1 0 0,-1 0 1 0 0,1 0-1 0 0,-1 0 0 0 0,1 0 1 0 0,0 0-1 0 0,-1 1 0 0 0,0-1 1 0 0,1 0-1 0 0,-1 0 0 0 0,0 0 1 0 0,1 1-1 0 0,-1-1 0 0 0,0 0 1 0 0,0 1-1 0 0,1-1 0 0 0,-1 0 1 0 0,0 1-1 0 0,0-1 1 0 0,0 1-1 0 0,0 0 0 0 0,0-1 1 0 0,-1 1-1 0 0,-1-1-44 0 0,0 0-1 0 0,0 0 1 0 0,0 0-1 0 0,-1 1 1 0 0,1 0 0 0 0,-6-1-1 0 0,2 2 41 0 0,0 0 0 0 0,1 1 0 0 0,-1 0 1 0 0,1 0-1 0 0,-1 0 0 0 0,-9 5 0 0 0,-37 22 292 0 0,38-20-276 0 0,2-1 12 0 0,0 1 0 0 0,1 0 0 0 0,0 0 0 0 0,-19 20 0 0 0,26-23-95 0 0,1-1 1 0 0,-1 1-1 0 0,1-1 0 0 0,0 1 0 0 0,0 0 0 0 0,1 1 1 0 0,0-1-1 0 0,0 1 0 0 0,0-1 0 0 0,1 1 1 0 0,0 0-1 0 0,-1 9 0 0 0,2-13-25 0 0,1 0 0 0 0,0 0 0 0 0,0 0 0 0 0,1 0 0 0 0,-1 1 0 0 0,1-1 0 0 0,-1 0 0 0 0,1 0 0 0 0,0-1 0 0 0,0 1 0 0 0,0 0 0 0 0,1 0 0 0 0,-1 0 0 0 0,1-1 0 0 0,0 1 1 0 0,-1-1-1 0 0,1 1 0 0 0,0-1 0 0 0,0 0 0 0 0,1 1 0 0 0,-1-1 0 0 0,0 0 0 0 0,1 0 0 0 0,-1-1 0 0 0,1 1 0 0 0,-1-1 0 0 0,4 2 0 0 0,1 0-20 0 0,1 1 1 0 0,-1-2-1 0 0,1 1 1 0 0,-1-1-1 0 0,1-1 1 0 0,0 1-1 0 0,0-1 0 0 0,-1 0 1 0 0,12-1-1 0 0,-8-1-19 0 0,0 1-1 0 0,1-2 1 0 0,-1 0 0 0 0,0 0-1 0 0,1-1 1 0 0,-1 0-1 0 0,-1-1 1 0 0,1-1-1 0 0,0 1 1 0 0,-1-2-1 0 0,0 1 1 0 0,0-1 0 0 0,-1-1-1 0 0,0 0 1 0 0,0 0-1 0 0,0-1 1 0 0,-1 0-1 0 0,0 0 1 0 0,-1-1-1 0 0,0 0 1 0 0,0-1-1 0 0,9-17 1 0 0,2-9 37 0 0,-3-2 0 0 0,0 0 0 0 0,-3 0 0 0 0,14-67 0 0 0,-23 86 12 0 0,1-29-1 0 0,-4 41-3 0 0,0 1-1 0 0,0-1 1 0 0,-1 0 0 0 0,0 0-1 0 0,0 1 1 0 0,0-1-1 0 0,-5-9 1 0 0,6 15 5 0 0,0 0 0 0 0,0 0 1 0 0,-1 0-1 0 0,1 0 0 0 0,-1 0 0 0 0,1 0 0 0 0,-1 0 0 0 0,1 1 1 0 0,-1-1-1 0 0,0 0 0 0 0,1 0 0 0 0,-1 1 0 0 0,0-1 0 0 0,1 0 0 0 0,-1 1 1 0 0,0-1-1 0 0,0 0 0 0 0,0 1 0 0 0,0-1 0 0 0,0 1 0 0 0,1 0 1 0 0,-3-1-1 0 0,2 1-4 0 0,0 0 1 0 0,0 0-1 0 0,0 0 0 0 0,0 1 1 0 0,0-1-1 0 0,0 0 1 0 0,0 1-1 0 0,0-1 1 0 0,0 0-1 0 0,0 1 0 0 0,0-1 1 0 0,0 1-1 0 0,0 0 1 0 0,0-1-1 0 0,0 1 0 0 0,1 0 1 0 0,-2 1-1 0 0,-2 2 17 0 0,0 1 0 0 0,1 0 0 0 0,0 0 0 0 0,0 0 0 0 0,-4 10 0 0 0,4-6-13 0 0,0 1-1 0 0,1 0 1 0 0,0 1-1 0 0,1-1 1 0 0,0 0 0 0 0,1 0-1 0 0,0 1 1 0 0,0-1 0 0 0,1 0-1 0 0,1 0 1 0 0,-1 0-1 0 0,6 17 1 0 0,1-3 15 0 0,1 0 0 0 0,1-1 0 0 0,1 0 0 0 0,13 21 0 0 0,-11-23-193 0 0,1-1 0 0 0,0 0 0 0 0,32 32 0 0 0,-35-42 57 0 0,0 0-1 0 0,0-1 0 0 0,1 0 1 0 0,0-1-1 0 0,1 0 0 0 0,0-1 0 0 0,21 8 1 0 0,-33-14-29 0 0,0-1 0 0 0,1 0 1 0 0,-1 1-1 0 0,0-1 0 0 0,1 0 0 0 0,-1 0 1 0 0,1 0-1 0 0,-1 0 0 0 0,0 0 1 0 0,1 0-1 0 0,-1 0 0 0 0,0 0 1 0 0,1-1-1 0 0,-1 1 0 0 0,0 0 1 0 0,1-1-1 0 0,-1 1 0 0 0,0-1 0 0 0,0 0 1 0 0,1 1-1 0 0,0-2 0 0 0,1 0-356 0 0,-1 0 0 0 0,1-1-1 0 0,-1 1 1 0 0,0 0-1 0 0,0-1 1 0 0,0 1 0 0 0,2-5-1 0 0,1-4-1254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3:53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14 11519 0 0,'0'0'16189'0'0,"1"2"-15027"0"0,8 26-230 0 0,-2 0 1 0 0,0 0 0 0 0,2 33-1 0 0,-5-35-821 0 0,38 207-55 0 0,-38-213-54 0 0,-2-10-6 0 0,0 0 0 0 0,-1 0 0 0 0,0 18 1 0 0,-1-26-111 0 0,-25-49-6924 0 0,16 27 4395 0 0</inkml:trace>
  <inkml:trace contextRef="#ctx0" brushRef="#br0" timeOffset="1">42 43 8751 0 0,'-6'-4'2215'0'0,"-3"-1"-3793"0"0,-18-11 22258 0 0,30 16-20481 0 0,-1-1 0 0 0,0 1 0 0 0,1-1 0 0 0,-1 1-1 0 0,1 0 1 0 0,-1 0 0 0 0,1 0 0 0 0,3 0 0 0 0,3 1 10 0 0,192 0 491 0 0,169-13-700 0 0,-237 7 0 0 0,-67 5-587 0 0,-63 0-45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3:56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19783 0 0,'0'-2'903'0'0,"8"-19"302"0"0,-4 12-456 0 0,0 1 1 0 0,1-1-1 0 0,6-9 5508 0 0,-11 19-6210 0 0,1 0 0 0 0,-1 0 0 0 0,0 0-1 0 0,1 0 1 0 0,-1 0 0 0 0,1 0 0 0 0,-1 0-1 0 0,1 0 1 0 0,-1 0 0 0 0,1 0 0 0 0,1 1-1 0 0,2 4 59 0 0,-1 2-18 0 0,0-1 0 0 0,-1 1 0 0 0,1 0 0 0 0,-2 0 0 0 0,1 0 0 0 0,-1 1 0 0 0,0 13 0 0 0,-6 62 326 0 0,1-49-305 0 0,3-21-59 0 0,-3 38 42 0 0,3 58 1 0 0,4-87-108 0 0,-1-13-4163 0 0,-6-19 1578 0 0,-4-3 1133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3:56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 7367 0 0,'0'0'667'0'0,"0"-1"101"0"0,1-1 102 0 0,0 0 0 0 0,0 0 0 0 0,1 1 1 0 0,-1-1-1 0 0,0 1 0 0 0,1-1 0 0 0,-1 1 0 0 0,0 0 0 0 0,1 0 1 0 0,0-1-1 0 0,2 0 0 0 0,-1 0 176 0 0,1 0 0 0 0,0 1 1 0 0,-1-1-1 0 0,1 1 0 0 0,5-1 0 0 0,5 0 182 0 0,0 1-1 0 0,19 0 1 0 0,-27 1-1317 0 0,39 1 712 0 0,68 8-1 0 0,-93-6-614 0 0,-1 1 0 0 0,0 1 0 0 0,-1 0 0 0 0,1 2-1 0 0,-1 0 1 0 0,19 10 0 0 0,-25-10-526 0 0,31 19-890 0 0,-18-3-7507 0 0,-14-10 468 0 0</inkml:trace>
  <inkml:trace contextRef="#ctx0" brushRef="#br0" timeOffset="1">573 297 10135 0 0,'0'0'778'0'0,"1"2"-506"0"0,4 12 4424 0 0,0 0 1 0 0,6 28 0 0 0,-2 33-141 0 0,-9-71-4545 0 0,3 14-11 0 0,5 4-3692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3:57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41 3223 0 0,'0'-2'143'0'0,"-1"-1"-21"0"0,-9-33 26914 0 0,16 132-26742 0 0,-1-62-274 0 0,-2-9-4 0 0,2 34 1 0 0,-8-27-839 0 0,-3-18-429 0 0,5-13 1139 0 0,0 1-710 0 0,-13-1-4439 0 0,3-5 2713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3:57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63 21767 0 0,'-12'-7'995'0'0,"10"6"1106"0"0,2 0-1948 0 0,1 0 0 0 0,0 0 0 0 0,0-1 0 0 0,0 1 0 0 0,0 0 0 0 0,0 0 0 0 0,0 1 0 0 0,1-1 0 0 0,-1 0 0 0 0,0 0 0 0 0,0 0 0 0 0,1 1 0 0 0,-1-1 0 0 0,0 1 0 0 0,3-1 0 0 0,13-4 423 0 0,1 0-1 0 0,-1 2 1 0 0,1 0 0 0 0,35-1-1 0 0,-10 1-321 0 0,-4-1-352 0 0,122-9 1119 0 0,-129 12-2159 0 0,-1 2 0 0 0,1 1 0 0 0,33 7 0 0 0,-46-5-5574 0 0,-1 1-1959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3:58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16351 0 0,'0'0'9352'0'0,"2"1"-8251"0"0,3 2-706 0 0,-1 0 0 0 0,1-1 0 0 0,0 1 0 0 0,0-1-1 0 0,0 0 1 0 0,1-1 0 0 0,-1 1 0 0 0,0-1 0 0 0,7 1-1 0 0,55 2 417 0 0,-39-3-443 0 0,-18-2-331 0 0,-7 1-27 0 0,-1 0 0 0 0,0-1 0 0 0,1 1 0 0 0,-1 0 0 0 0,0 1 0 0 0,0-1 0 0 0,1 0 0 0 0,-1 1 0 0 0,0-1 0 0 0,0 1 0 0 0,1 0 0 0 0,-1 0 0 0 0,0-1 0 0 0,0 1 0 0 0,0 1 0 0 0,0-1 0 0 0,3 2 0 0 0,3 6 1 0 0,-8-8-5 0 0,1 1-1 0 0,0 0 1 0 0,-1-1 0 0 0,1 1 0 0 0,-1 0-1 0 0,0-1 1 0 0,1 1 0 0 0,-1 0-1 0 0,0 0 1 0 0,0-1 0 0 0,0 1-1 0 0,0 0 1 0 0,0 0 0 0 0,-1-1 0 0 0,1 1-1 0 0,-1 0 1 0 0,1-1 0 0 0,-1 1-1 0 0,1 0 1 0 0,-1-1 0 0 0,0 1-1 0 0,0-1 1 0 0,-1 3 0 0 0,-4 4 53 0 0,0-1 0 0 0,0 0 0 0 0,-10 9 0 0 0,-4 4 24 0 0,15-14-61 0 0,0 0-1 0 0,0 1 1 0 0,0 0 0 0 0,1 0 0 0 0,0 0-1 0 0,-5 14 1 0 0,7-9-22 0 0,5 0 0 0 0,5 1 0 0 0,-4-9 0 0 0,0-1 0 0 0,0 0 0 0 0,0 1 0 0 0,0-2 0 0 0,1 1 0 0 0,-1 0 0 0 0,1-1 0 0 0,0 0 0 0 0,0 0 0 0 0,0 0 0 0 0,0-1 0 0 0,0 0 0 0 0,0 0 0 0 0,0 0 0 0 0,10 0 0 0 0,6 0 0 0 0,1-1 0 0 0,30-5 0 0 0,86-8-2276 0 0,-112 12 520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3:58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 11055 0 0,'2'-2'17349'0'0,"3"-2"-17075"0"0,0-1 0 0 0,0 1-1 0 0,1 0 1 0 0,-1 0 0 0 0,1 0-1 0 0,0 1 1 0 0,0 0-1 0 0,0 0 1 0 0,1 1 0 0 0,-1 0-1 0 0,1 0 1 0 0,-1 0-1 0 0,13-1 1 0 0,10 0-283 0 0,55 0 0 0 0,-74 3 98 0 0,92 3-775 0 0,-61 0-2772 0 0</inkml:trace>
  <inkml:trace contextRef="#ctx0" brushRef="#br0" timeOffset="1">106 202 10591 0 0,'0'0'1550'0'0,"2"-1"791"0"0,67-12 7177 0 0,1 1-5654 0 0,143-11-5032 0 0,-152 20-1710 0 0,-29 0 1219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3:59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382 51 9215 0 0,'0'0'422'0'0,"0"-2"-13"0"0,0 0-63 0 0,0 1-1 0 0,0-1 1 0 0,0 0-1 0 0,0 0 1 0 0,-1 0-1 0 0,1 0 1 0 0,0 1-1 0 0,-1-1 1 0 0,1 0-1 0 0,-1 0 1 0 0,0 1-1 0 0,0-1 1 0 0,1 1-1 0 0,-1-1 1 0 0,0 0-1 0 0,0 1 1 0 0,0-1 0 0 0,-1 1-1 0 0,0-2 1 0 0,0 2 67 0 0,0 0 0 0 0,1 0 0 0 0,-1 1 0 0 0,0-1 0 0 0,1 0 0 0 0,-1 1 0 0 0,0-1 0 0 0,0 1 0 0 0,0-1 0 0 0,0 1 0 0 0,1 0 0 0 0,-1 0 0 0 0,0 0 0 0 0,0 0 0 0 0,-2 0 1 0 0,-2 1 746 0 0,0 0 0 0 0,0 1 0 0 0,-12 3 1 0 0,-10 7-154 0 0,-4 4-128 0 0,0 2-1 0 0,-41 30 1 0 0,57-36-742 0 0,1 0 0 0 0,0 2 0 0 0,1 0-1 0 0,0 0 1 0 0,-22 32 0 0 0,33-40-132 0 0,-1 0-1 0 0,1-1 1 0 0,0 2 0 0 0,0-1 0 0 0,1 0-1 0 0,0 0 1 0 0,0 1 0 0 0,1-1-1 0 0,-1 1 1 0 0,1 0 0 0 0,1-1 0 0 0,-1 1-1 0 0,2 9 1 0 0,-1-11-3 0 0,1 0-1 0 0,0 0 1 0 0,0 0-1 0 0,1 0 1 0 0,0 0-1 0 0,-1 0 1 0 0,2-1 0 0 0,-1 1-1 0 0,0-1 1 0 0,1 1-1 0 0,0-1 1 0 0,0 0 0 0 0,0 0-1 0 0,0 0 1 0 0,1-1-1 0 0,0 1 1 0 0,0-1-1 0 0,4 4 1 0 0,3 0-2 0 0,1-1 0 0 0,-1 0 0 0 0,1-1 0 0 0,0 0 0 0 0,1 0 0 0 0,-1-2 0 0 0,21 5 0 0 0,5-2 0 0 0,49 1 0 0 0,-62-6-2 0 0,0-2 0 0 0,0 0 0 0 0,-1-1 0 0 0,1-2 0 0 0,-1 0 0 0 0,0-2 1 0 0,0 0-1 0 0,38-17 0 0 0,-51 18-28 0 0,1-2 1 0 0,-1 1 0 0 0,0-2 0 0 0,-1 1-1 0 0,0-2 1 0 0,13-12 0 0 0,-16 14 18 0 0,-1 0 0 0 0,0-1 0 0 0,0 0 0 0 0,-1 1 1 0 0,0-2-1 0 0,0 1 0 0 0,-1 0 0 0 0,0-1 0 0 0,4-13 0 0 0,-7 18-2 0 0,0-1 0 0 0,-1 1 0 0 0,1-1 0 0 0,-1 1 0 0 0,0-1 0 0 0,0 1 0 0 0,0-1 0 0 0,-1 1 0 0 0,1 0 0 0 0,-1-1 0 0 0,0 1 0 0 0,0-1 0 0 0,-3-5 0 0 0,0 3 9 0 0,1 1 0 0 0,-1 0 1 0 0,0 0-1 0 0,0 1 0 0 0,0-1 0 0 0,-1 1 1 0 0,-10-9-1 0 0,-1 1 37 0 0,0 1-1 0 0,-1 1 1 0 0,-1 1-1 0 0,-37-16 1 0 0,24 13-43 0 0,0 1 0 0 0,-1 1-1 0 0,-1 2 1 0 0,1 2 0 0 0,-65-7 0 0 0,73 15-541 0 0,22-1-516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8:28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19 10591 0 0,'0'0'10718'0'0,"-1"8"-9239"0"0,0-1-1049 0 0,0 1 0 0 0,1 0 0 0 0,0-1 0 0 0,0 1 0 0 0,1-1 0 0 0,2 13 0 0 0,16 46 707 0 0,-10-38-761 0 0,104 305 1573 0 0,-93-283-1841 0 0,34 64-1 0 0,-51-108-93 0 0,14 18 49 0 0,-16-23 85 0 0,-1-3-92 0 0,3-26-30 0 0,-2-1 0 0 0,-5-51-1 0 0,0 10-107 0 0,3 6-43 0 0,4 0-1 0 0,19-112 1 0 0,-21 168 93 0 0,1 0 0 0 0,0 0 0 0 0,1 0 0 0 0,0 0 0 0 0,8-13 0 0 0,-11 21 24 0 0,1 0 0 0 0,-1 0 1 0 0,1 0-1 0 0,-1 0 0 0 0,1 0 0 0 0,-1 0 1 0 0,1 0-1 0 0,-1 0 0 0 0,1 1 0 0 0,-1-1 0 0 0,1 0 1 0 0,-1 0-1 0 0,1 1 0 0 0,-1-1 0 0 0,1 0 0 0 0,-1 0 1 0 0,0 1-1 0 0,1-1 0 0 0,0 1 0 0 0,-1-1 4 0 0,3 3 3 0 0,0 1 0 0 0,0-1-1 0 0,0 0 1 0 0,0 1 0 0 0,-1 0 0 0 0,1 0 0 0 0,3 7-1 0 0,11 32 55 0 0,-9-22-32 0 0,38 120 227 0 0,11 26-53 0 0,-48-147-176 0 0,0 0 1 0 0,2-1-1 0 0,0 0 1 0 0,1-1-1 0 0,28 33 1 0 0,-37-48-14 0 0,0-1 0 0 0,0 1 0 0 0,0-1-1 0 0,0 0 1 0 0,0 1 0 0 0,0-1 0 0 0,0-1 0 0 0,1 1 0 0 0,-1 0 0 0 0,1-1-1 0 0,0 0 1 0 0,4 1 0 0 0,-7-1 0 0 0,0-1 0 0 0,0 0 0 0 0,-1 0-1 0 0,1 0 1 0 0,0 0 0 0 0,-1 0 0 0 0,1 0 0 0 0,0 0 0 0 0,0 0-1 0 0,-1 0 1 0 0,1-1 0 0 0,0 1 0 0 0,-1 0 0 0 0,1 0 0 0 0,0-1-1 0 0,-1 1 1 0 0,1 0 0 0 0,0-1 0 0 0,-1 1 0 0 0,1-1 0 0 0,-1 1-1 0 0,1 0 1 0 0,-1-1 0 0 0,1 0 0 0 0,-1 1 0 0 0,1-1 0 0 0,-1 1-1 0 0,1-1 1 0 0,-1 1 0 0 0,0-1 0 0 0,1 0 0 0 0,-1 1 0 0 0,1-2-1 0 0,-1 0 17 0 0,5-7 48 0 0,0 0-1 0 0,-1 0 1 0 0,0 0 0 0 0,-1-1-1 0 0,0 1 1 0 0,3-19 0 0 0,4-63 199 0 0,-7 56-221 0 0,33-397-485 0 0,-30 363-2212 0 0,-6 68 1627 0 0,-2 12-4299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8:29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205 437 8287 0 0,'1'-8'863'0'0,"-2"-15"-337"0"0,0 8 1620 0 0,-1 1 0 0 0,0-1 0 0 0,-1 1 0 0 0,-9-23 0 0 0,12 36-2061 0 0,0 0 0 0 0,0-1 0 0 0,-1 1 1 0 0,1 0-1 0 0,-1 0 0 0 0,1 0 0 0 0,-1 0 0 0 0,0 0 0 0 0,1 0 1 0 0,-1 0-1 0 0,0 0 0 0 0,0 0 0 0 0,1 0 0 0 0,-1 1 0 0 0,0-1 0 0 0,0 0 1 0 0,0 0-1 0 0,0 1 0 0 0,0-1 0 0 0,0 1 0 0 0,0-1 0 0 0,0 1 1 0 0,0-1-1 0 0,-1 1 0 0 0,1 0 0 0 0,0-1 0 0 0,0 1 0 0 0,0 0 1 0 0,-3 0-1 0 0,2 0 16 0 0,-1 1 1 0 0,1 0-1 0 0,0 0 0 0 0,-1 0 1 0 0,1 0-1 0 0,0 0 1 0 0,0 0-1 0 0,0 1 0 0 0,0-1 1 0 0,0 1-1 0 0,0 0 1 0 0,0-1-1 0 0,1 1 0 0 0,-3 2 1 0 0,-4 7 131 0 0,0 1 1 0 0,1-1-1 0 0,0 2 1 0 0,-6 13-1 0 0,1-1 1 0 0,-3 5 133 0 0,1 1 0 0 0,-11 36-1 0 0,21-53-302 0 0,1-1 0 0 0,0 0 0 0 0,1 1 0 0 0,0 0 0 0 0,1-1 0 0 0,0 1 0 0 0,1 0 0 0 0,2 14 0 0 0,-1-25-85 0 0,-1-1-1 0 0,1 0 1 0 0,-1 1-1 0 0,1-1 1 0 0,0 0-1 0 0,-1 0 1 0 0,1 0-1 0 0,1 0 1 0 0,-1 1-1 0 0,0-1 1 0 0,0 0-1 0 0,1-1 1 0 0,-1 1 0 0 0,1 0-1 0 0,-1 0 1 0 0,1-1-1 0 0,0 1 1 0 0,0-1-1 0 0,3 3 1 0 0,-3-3-25 0 0,0 0 0 0 0,0-1 0 0 0,0 1 0 0 0,1 0 0 0 0,-1-1 0 0 0,0 0 0 0 0,0 1 0 0 0,0-1-1 0 0,0 0 1 0 0,0 0 0 0 0,0-1 0 0 0,0 1 0 0 0,1 0 0 0 0,-1 0 0 0 0,0-1 0 0 0,0 0 0 0 0,0 1 0 0 0,0-1 0 0 0,0 0 0 0 0,0 0 0 0 0,-1 0 0 0 0,3-1 0 0 0,5-4-98 0 0,-1 0-1 0 0,0 0 1 0 0,-1-1-1 0 0,1 1 1 0 0,-1-2-1 0 0,-1 1 1 0 0,1-1-1 0 0,8-14 1 0 0,-8 10 81 0 0,-1-1 0 0 0,0 0 0 0 0,0 0 0 0 0,-2 0 1 0 0,5-20-1 0 0,-2-8 232 0 0,-1 1 1 0 0,-3-1 0 0 0,-2-49-1 0 0,1 47 701 0 0,6 52-789 0 0,-3 0-88 0 0,0 0 0 0 0,0 1 0 0 0,-1 0 0 0 0,0 0 0 0 0,-1 0 0 0 0,5 21 0 0 0,5 17-32 0 0,-5-29-80 0 0,0 1 0 0 0,20 32 0 0 0,-22-43-79 0 0,0 0-1 0 0,0-1 0 0 0,0 0 0 0 0,1-1 1 0 0,1 1-1 0 0,-1-1 0 0 0,16 11 0 0 0,-19-16-17 0 0,0 0-1 0 0,0 0 1 0 0,0 0-1 0 0,0 0 0 0 0,0 0 1 0 0,0-1-1 0 0,1 0 1 0 0,-1 0-1 0 0,0 0 0 0 0,1 0 1 0 0,8 0-1 0 0,-10-1 27 0 0,0-1-1 0 0,1 1 1 0 0,-1-1 0 0 0,0 0-1 0 0,1 0 1 0 0,-1 0 0 0 0,0 0-1 0 0,0 0 1 0 0,0-1-1 0 0,0 1 1 0 0,0-1 0 0 0,0 0-1 0 0,0 0 1 0 0,0 0 0 0 0,3-4-1 0 0,-1 0 48 0 0,0 0-1 0 0,-1 0 1 0 0,1 0-1 0 0,-2 0 0 0 0,1-1 1 0 0,-1 0-1 0 0,0 0 1 0 0,0 0-1 0 0,-1 0 1 0 0,4-14-1 0 0,-2-7 218 0 0,3-44 0 0 0,-5 50-37 0 0,4-65 768 0 0,7-88 1084 0 0,-10 58 5243 0 0,5 164-5628 0 0,1 93-947 0 0,3 47 118 0 0,-8-149-691 0 0,10 133-309 0 0,-12-109-2370 0 0,-2-60 1698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8:29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93 5063 0 0,'-1'2'-590'0'0,"-10"17"470"0"0,8-15 1791 0 0,2 0-1 0 0,-1 0 0 0 0,0 0 0 0 0,1 0 0 0 0,-2 6 0 0 0,3-8-1015 0 0,0 0 0 0 0,0-1 0 0 0,0 1 1 0 0,0 0-1 0 0,0 0 0 0 0,0-1 0 0 0,0 1 0 0 0,0 0 1 0 0,1-1-1 0 0,-1 1 0 0 0,1 0 0 0 0,-1-1 0 0 0,1 1 1 0 0,0 0-1 0 0,0 1 0 0 0,1-1-577 0 0,-1 0 0 0 0,1-1 1 0 0,-1 1-1 0 0,1 0 0 0 0,0 0 0 0 0,0-1 0 0 0,-1 1 0 0 0,4 1 0 0 0,0 0 71 0 0,1 0 0 0 0,0-1 0 0 0,0 1-1 0 0,0-1 1 0 0,0 0 0 0 0,0-1-1 0 0,0 1 1 0 0,0-1 0 0 0,0-1-1 0 0,12 1 1 0 0,0-1 1 0 0,0-2 1 0 0,27-5-1 0 0,-31 4-127 0 0,-1-1 0 0 0,-1 0 0 0 0,1-1 0 0 0,-1-1 0 0 0,1 0 0 0 0,-1 0 0 0 0,13-11 0 0 0,3-3-204 0 0,41-40-1 0 0,-59 49-51 0 0,0 0 0 0 0,-1 0-1 0 0,15-24 1 0 0,-23 33 129 0 0,-3 2 109 0 0,-1 1 0 0 0,1-1-1 0 0,0 0 1 0 0,0 1 0 0 0,0-1 0 0 0,0 1 0 0 0,0 0-1 0 0,0-1 1 0 0,1 1 0 0 0,-1 0 0 0 0,0 0-1 0 0,0 1 1 0 0,0-1 0 0 0,-1 2 0 0 0,-1 0 13 0 0,0 1 0 0 0,1 0 0 0 0,-1 0 1 0 0,1 0-1 0 0,-4 7 0 0 0,0 4 33 0 0,0-1 0 0 0,-9 28-1 0 0,12-31-45 0 0,1-1-1 0 0,1 1 0 0 0,0 0 1 0 0,0 0-1 0 0,1 1 0 0 0,0-1 1 0 0,2 19-1 0 0,-1-26-29 0 0,1 0 0 0 0,-1 0 1 0 0,1 0-1 0 0,0 0 1 0 0,0 0-1 0 0,1 0 0 0 0,-1 0 1 0 0,1 0-1 0 0,0 0 0 0 0,0-1 1 0 0,0 1-1 0 0,1-1 0 0 0,-1 1 1 0 0,1-1-1 0 0,0 0 0 0 0,-1 0 1 0 0,2 0-1 0 0,-1 0 0 0 0,0-1 1 0 0,0 1-1 0 0,1-1 0 0 0,0 0 1 0 0,4 2-1 0 0,-4-2-269 0 0,-1-1-1 0 0,0 0 1 0 0,0 0-1 0 0,1-1 1 0 0,-1 1-1 0 0,1-1 1 0 0,-1 1-1 0 0,0-1 1 0 0,1 0-1 0 0,-1-1 1 0 0,1 1-1 0 0,-1 0 1 0 0,0-1-1 0 0,1 0 1 0 0,-1 0-1 0 0,0 0 1 0 0,0 0 0 0 0,0 0-1 0 0,0-1 1 0 0,0 0-1 0 0,0 1 1 0 0,5-5-1 0 0,-2 2-488 0 0,-1-1-1 0 0,0 0 1 0 0,0 0 0 0 0,0-1-1 0 0,0 1 1 0 0,-1-1 0 0 0,0 0-1 0 0,0-1 1 0 0,5-11 0 0 0,-1-1-651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8:30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3679 0 0,'10'0'12086'0'0,"-4"7"-10381"0"0,-2 1-245 0 0,-1-1 0 0 0,0 1 0 0 0,3 8 0 0 0,7 48 1372 0 0,-3-13-1843 0 0,24 96-108 0 0,-32-133-872 0 0,5 16 80 0 0,-6-28 592 0 0,0-19-425 0 0,0-2-255 0 0,1 1 1 0 0,0-1-1 0 0,1 0 0 0 0,1 1 1 0 0,1 0-1 0 0,1 0 0 0 0,0 0 1 0 0,1 1-1 0 0,1 0 0 0 0,0 0 1 0 0,2 0-1 0 0,0 2 0 0 0,0-1 1 0 0,2 1-1 0 0,0 1 0 0 0,20-20 1 0 0,-13 18-341 0 0,0 1 0 0 0,23-13 0 0 0,16-3-4127 0 0,-38 22-4170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18:30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30 146 20271 0 0,'-2'0'1560'0'0,"-11"0"-2431"0"0,-2-5 8085 0 0,15 5-7153 0 0,17-5 1704 0 0,68-7-732 0 0,112-4 0 0 0,-121 12-812 0 0,161-8-12 0 0,101-7 62 0 0,-58-5-324 0 0,198-16-102 0 0,-438 36 72 0 0,68-1-218 0 0,-106 5 205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4:22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1704 258 6911 0 0,'-135'-94'872'0'0,"118"82"1270"0"0,-34-19 0 0 0,64 34 2175 0 0,66 23-4174 0 0,-36-14-36 0 0,0-1 1 0 0,1-2-1 0 0,1-2 0 0 0,45 1 0 0 0,183-8 107 0 0,212-45-203 0 0,-368 31-12 0 0,-92 11 2 0 0,212-29 78 0 0,-6-19 77 0 0,-170 29 467 0 0,-59 21-167 0 0,-15-5 669 0 0,3 2-921 0 0,0 2-1 0 0,0-1 0 0 0,0 1 1 0 0,-17-1-1 0 0,-46 2 147 0 0,48 1-213 0 0,-806 41 213 0 0,470-16-340 0 0,265-19-10 0 0,-488 26 0 0 0,1-19 0 0 0,553-14 20 0 0,-102-2-64 0 0,100 1 179 0 0,-63-13 1 0 0,88 12 329 0 0,13 1-222 0 0,20-1 8 0 0,-21 3-157 0 0,268-14 1070 0 0,63 5-965 0 0,-174 6-118 0 0,285 1 102 0 0,-273 3-150 0 0,219 6 7 0 0,-51-1-8 0 0,-125-1-153 0 0,199-5-262 0 0,-349-6 191 0 0,-66 6 186 0 0,0 0 1 0 0,0 0-1 0 0,0-1 0 0 0,0 1 1 0 0,0 0-1 0 0,0 0 0 0 0,0-1 0 0 0,0 1 1 0 0,0 0-1 0 0,-1-1 0 0 0,1 1 1 0 0,0-1-1 0 0,1 0 0 0 0,-2 0 5 0 0,-1 0 1 0 0,1 1-1 0 0,-1-1 0 0 0,1 0 0 0 0,-1 1 0 0 0,1-1 1 0 0,-1 1-1 0 0,0-1 0 0 0,1 1 0 0 0,-1 0 1 0 0,0-1-1 0 0,1 1 0 0 0,-1-1 0 0 0,0 1 0 0 0,0 0 1 0 0,1 0-1 0 0,-1-1 0 0 0,0 1 0 0 0,0 0 0 0 0,1 0 1 0 0,-2 0-1 0 0,-23-5 13 0 0,-23-1 17 0 0,-79 0 0 0 0,-49 13 33 0 0,119-4-57 0 0,-833 61-84 0 0,750-53 67 0 0,-59 5 1 0 0,-746 53-31 0 0,845-63 41 0 0,-159 7 0 0 0,2-23 14 0 0,271 3 104 0 0,14-1-96 0 0,0 2 0 0 0,1 1 1 0 0,54-2-1 0 0,-34 3 11 0 0,139-20-18 0 0,-40 4-17 0 0,583-50-67 0 0,3 16-4 0 0,-715 53 74 0 0,57-5 0 0 0,237-11 0 0 0,-183 22-13 0 0,-127-5-59 0 0,-4 0 58 0 0,-1 0 0 0 0,1 0 0 0 0,0 0 0 0 0,0 0-1 0 0,0 0 1 0 0,0 1 0 0 0,0-1 0 0 0,0 0 0 0 0,0 1 0 0 0,0-1 0 0 0,-1 1 0 0 0,-6 2-19 0 0,-48 8-78 0 0,-87 6 0 0 0,55-8 81 0 0,6 0 21 0 0,-573 59-99 0 0,464-52 108 0 0,-175 10 0 0 0,234-19 0 0 0,-162 0 0 0 0,264-9 0 0 0,27 1 19 0 0,12 0 26 0 0,18 1 59 0 0,959 14-355 0 0,-952-13 191 0 0,545 24-1509 0 0,-223-7-1057 0 0,-165-8 1268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3:37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17 10591 0 0,'-2'0'819'0'0,"-13"3"8465"0"0,16-3-9172 0 0,10 6 6985 0 0,-4-3-7181 0 0,6 2-1480 0 0,-2-1 1815 0 0,1-1 0 0 0,0 0 0 0 0,-1 0 0 0 0,16 0 0 0 0,62 1 487 0 0,-62-4-575 0 0,233-14 596 0 0,-129 4-674 0 0,-29 4-102 0 0,160-12-1338 0 0,-205 14-2412 0 0,-34 3-5070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3:37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9215 0 0,'0'0'13484'0'0,"3"1"-12825"0"0,189 79 3591 0 0,-145-63-4234 0 0,-29-11-21 0 0,1 0 1 0 0,-1 2 0 0 0,20 10 0 0 0,-35-14-76 0 0,3 8 0 0 0,-6-10 82 0 0,0 0-1 0 0,1 1 1 0 0,-1-1-1 0 0,0 1 1 0 0,0-1-1 0 0,-1 0 0 0 0,1 1 1 0 0,0-1-1 0 0,-1 1 1 0 0,1-1-1 0 0,-1 0 1 0 0,0 1-1 0 0,0-1 1 0 0,0 0-1 0 0,0 0 1 0 0,0 0-1 0 0,-1 0 1 0 0,1 0-1 0 0,0 0 1 0 0,-1 0-1 0 0,0 0 1 0 0,1 0-1 0 0,-1-1 1 0 0,0 1-1 0 0,-2 1 1 0 0,-6 3 86 0 0,0 1 1 0 0,0-2-1 0 0,0 0 1 0 0,-12 5 0 0 0,7-4 81 0 0,-36 14 529 0 0,0 1-1345 0 0,19-5-7055 0 0,22-10-1087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3:38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20 128 9671 0 0,'0'0'440'0'0,"-17"-23"19729"0"0,16 27-18565 0 0,1 1-4697 0 0,-1 27 3677 0 0,2 0-1 0 0,1 1 1 0 0,10 52 0 0 0,-11-81-551 0 0,2 15 31 0 0,1 1-1 0 0,0-1 1 0 0,2-1 0 0 0,0 1-1 0 0,2-1 1 0 0,-1 0 0 0 0,14 21-1 0 0,-19-36-62 0 0,1 0 0 0 0,-1-1-1 0 0,0 1 1 0 0,1-1 0 0 0,-1 1 0 0 0,1-1-1 0 0,0 0 1 0 0,0 0 0 0 0,0 0-1 0 0,0 0 1 0 0,0 0 0 0 0,0-1 0 0 0,1 0-1 0 0,2 2 1 0 0,12 1-1 0 0,-13-5 0 0 0,-2-1 0 0 0,1 1-9 0 0,0 0 0 0 0,0 0 1 0 0,-1-1-1 0 0,1 1 0 0 0,-1-1 0 0 0,1 0 1 0 0,-1 0-1 0 0,0-1 0 0 0,0 1 0 0 0,0-1 1 0 0,0 1-1 0 0,0-1 0 0 0,0 0 0 0 0,-1 0 1 0 0,1 0-1 0 0,3-7 0 0 0,3-5-58 0 0,-1 0 0 0 0,9-25 1 0 0,-13 29 54 0 0,9-27-118 0 0,-1-1-1 0 0,10-67 1 0 0,-7 29 18 0 0,-9 50 59 0 0,-1 9 12 0 0,-1-1 0 0 0,2-22 0 0 0,-6 29 52 0 0,0 10 354 0 0,0 5-269 0 0,-2 18-5 0 0,1 0-1 0 0,1 0 1 0 0,1 0 0 0 0,1 0-1 0 0,4 22 1 0 0,1-14-7 0 0,1 0-1 0 0,1 0 1 0 0,15 32 0 0 0,-18-49-91 0 0,1 0 1 0 0,0 0 0 0 0,0 0 0 0 0,1-1 0 0 0,1-1 0 0 0,0 1 0 0 0,0-1 0 0 0,1-1-1 0 0,13 10 1 0 0,-19-17-279 0 0,-1 0 0 0 0,2 0-1 0 0,-1 0 1 0 0,0 0 0 0 0,0-1-1 0 0,0 0 1 0 0,1 0 0 0 0,-1 0-1 0 0,1 0 1 0 0,-1-1 0 0 0,1 0-1 0 0,-1 0 1 0 0,1 0 0 0 0,-1 0-1 0 0,8-2 1 0 0,3-2-2607 0 0,-2-2-6116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3:39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11519 0 0,'0'0'15101'0'0,"2"0"-13527"0"0,56 3 642 0 0,4 0-1862 0 0,-7 0-335 0 0,-41-2-67 0 0,0-1 0 0 0,1 0 0 0 0,16-4 0 0 0,-18 3-414 0 0,0-1-1 0 0,0 2 0 0 0,0 0 0 0 0,18 2 1 0 0,-13 2-396 0 0,0 0-833 0 0,-7-3-2263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3:39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6415 0 0,'0'0'586'0'0,"2"0"-486"0"0,6-1 279 0 0,0 0 0 0 0,0 1 0 0 0,8 0-1 0 0,-3 0 3128 0 0,-2 0 1297 0 0,-9 1-3391 0 0,9 0 4238 0 0,-9-1-4878 0 0,8-1-33 0 0,-7 0 433 0 0,-1 1-627 0 0,48 4 1966 0 0,-35-2-2131 0 0,1-1 0 0 0,0 0 0 0 0,17-2 0 0 0,-13-2-227 0 0,29-2-4 0 0,-24 5-1198 0 0,-12 0-7852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3:40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98 12439 0 0,'-4'-7'15493'0'0,"0"14"-15228"0"0,-1 0 0 0 0,1 0-1 0 0,1 0 1 0 0,0 0-1 0 0,0 1 1 0 0,0-1-1 0 0,1 1 1 0 0,0 0 0 0 0,0-1-1 0 0,0 9 1 0 0,0 3-75 0 0,1 1 0 0 0,1-1 0 0 0,2 21 0 0 0,-1-30-128 0 0,0 1-1 0 0,2-1 1 0 0,-1 1 0 0 0,1-1 0 0 0,0 0-1 0 0,1 0 1 0 0,1-1 0 0 0,-1 1-1 0 0,1-1 1 0 0,9 12 0 0 0,-9-14-54 0 0,0-1-1 0 0,1 0 1 0 0,-1 0-1 0 0,2 0 1 0 0,-1-1 0 0 0,0 0-1 0 0,1 0 1 0 0,0 0-1 0 0,0-1 1 0 0,1 0 0 0 0,-1 0-1 0 0,1-1 1 0 0,13 4-1 0 0,-14-6-22 0 0,-1 0 0 0 0,1 0 0 0 0,-1-1 0 0 0,1 1 0 0 0,-1-2 0 0 0,1 1 0 0 0,-1-1 0 0 0,1 0 0 0 0,-1 0 0 0 0,0-1 0 0 0,0 0 0 0 0,1 0 0 0 0,-1 0 0 0 0,-1-1 0 0 0,10-4 0 0 0,-4 0-54 0 0,0-1 0 0 0,0 0-1 0 0,0 0 1 0 0,-1-1 0 0 0,0 0-1 0 0,12-16 1 0 0,-11 10-9 0 0,0 0 1 0 0,-1-1-1 0 0,-1 0 0 0 0,8-19 0 0 0,-4 3-112 0 0,11-43 0 0 0,-6-5-133 0 0,-16 69 254 0 0,-1 0 0 0 0,0 0-1 0 0,0 0 1 0 0,-2 0-1 0 0,-1-15 1 0 0,-2 15 61 0 0,4 11 18 0 0,-1-1 0 0 0,1 1 0 0 0,-1-1 0 0 0,1 1 0 0 0,-1 0 0 0 0,1 0-1 0 0,-1-1 1 0 0,0 1 0 0 0,1 0 0 0 0,-1 0 0 0 0,1 0 0 0 0,-1 0 0 0 0,0-1 0 0 0,1 1 0 0 0,-1 0 0 0 0,1 0 0 0 0,-1 0-1 0 0,0 0 1 0 0,1 0 0 0 0,-1 1 0 0 0,0-1 0 0 0,1 0 0 0 0,-1 0 0 0 0,1 0 0 0 0,-1 0 0 0 0,1 1 0 0 0,-1-1 0 0 0,0 0-1 0 0,1 1 1 0 0,-1-1 0 0 0,1 0 0 0 0,-1 1 0 0 0,1-1 0 0 0,0 1 0 0 0,-1-1 0 0 0,1 1 0 0 0,-1-1 0 0 0,0 1 0 0 0,-1 2 39 0 0,-1 0 1 0 0,1 0 0 0 0,0 0 0 0 0,-4 7 0 0 0,2-2-24 0 0,1 1 0 0 0,0 0 0 0 0,1-1 0 0 0,0 1 0 0 0,0 0 0 0 0,1 0 0 0 0,0 0 0 0 0,1 0 0 0 0,0 0 0 0 0,0 1 0 0 0,1-1 0 0 0,0 0 0 0 0,0 0 0 0 0,1-1 0 0 0,1 1 0 0 0,3 11 0 0 0,1-4 21 0 0,0 1 0 0 0,0-2-1 0 0,2 1 1 0 0,0-1 0 0 0,0 0 0 0 0,2-1-1 0 0,17 20 1 0 0,-19-25-668 0 0,0 0 0 0 0,0-1-1 0 0,1 0 1 0 0,0 0 0 0 0,1-1 0 0 0,15 9-1 0 0,-22-15 387 0 0,0 1-1 0 0,0 0 1 0 0,0-1-1 0 0,0 0 1 0 0,0 0-1 0 0,0 0 1 0 0,0 0-1 0 0,0 0 1 0 0,0-1-1 0 0,1 0 1 0 0,-1 0-1 0 0,0 0 1 0 0,0-1-1 0 0,1 1 1 0 0,-1-1-1 0 0,0 0 1 0 0,0 0-1 0 0,0 0 1 0 0,0-1-1 0 0,0 0 1 0 0,0 1-1 0 0,6-5 1 0 0,1-3-1912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3:41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91 6911 0 0,'1'-2'528'0'0,"0"-13"-1358"0"0,1-3 3853 0 0,-2-18 11144 0 0,0 34-13112 0 0,-1 0-154 0 0,-9-12 508 0 0,9 12-911 0 0,-1 3-18 0 0,-4 0-397 0 0,-1 1 0 0 0,1 0 0 0 0,0 0 1 0 0,0 1-1 0 0,0 0 0 0 0,0 0 0 0 0,0 0 0 0 0,1 1 0 0 0,-1-1 1 0 0,1 1-1 0 0,0 1 0 0 0,-8 8 0 0 0,-6 7 125 0 0,-25 37 0 0 0,43-56-200 0 0,-18 25 162 0 0,2 0 0 0 0,0 2 0 0 0,-17 39 0 0 0,28-54-113 0 0,1 1-1 0 0,1-1 1 0 0,0 1 0 0 0,1 0 0 0 0,1 0-1 0 0,0 0 1 0 0,1 0 0 0 0,0 0 0 0 0,1 1-1 0 0,2 14 1 0 0,0-15-147 0 0,0 0 1 0 0,1 0-1 0 0,0-1 0 0 0,1 1 0 0 0,1-1 1 0 0,10 21-1 0 0,-12-28 39 0 0,0 0 0 0 0,1-1 0 0 0,0 0 0 0 0,0 0 0 0 0,0 0 0 0 0,0 0 0 0 0,1 0 0 0 0,0-1 0 0 0,0 0-1 0 0,0 0 1 0 0,1 0 0 0 0,-1-1 0 0 0,1 0 0 0 0,0 0 0 0 0,0 0 0 0 0,10 3 0 0 0,-7-4-519 0 0,0 0-1 0 0,0-1 1 0 0,0 0 0 0 0,15 0-1 0 0,16-5-7759 0 0,-17-2 432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3:41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255 114 21191 0 0,'-4'-3'325'0'0,"1"0"-129"0"0,-3-14 1699 0 0,5 31 5500 0 0,4 70-7022 0 0,12 33 71 0 0,7 52-224 0 0,-19-151-222 0 0,-2-13 7 0 0,4 8-45 0 0,-5-11-156 0 0,-5-16-4822 0 0,-3-2 2975 0 0,-2-2-4203 0 0,-1-3-1734 0 0</inkml:trace>
  <inkml:trace contextRef="#ctx0" brushRef="#br0" timeOffset="1">0 123 11975 0 0,'0'0'13737'0'0,"2"0"-12693"0"0,37-7 76 0 0,1 1-1 0 0,57 0 0 0 0,-17 1-1013 0 0,-76 5-120 0 0,144-16-40 0 0,-124 12-818 0 0,0-2-1 0 0,0 0 1 0 0,45-19 0 0 0,-37 8-1776 0 0,-12 4-3885 0 0,-7 1-1022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3:42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5 11519 0 0,'0'0'887'0'0,"-19"-4"15343"0"0,24 10-17815 0 0,7 8 2068 0 0,0 0-1 0 0,1 0 1 0 0,1-1-1 0 0,19 14 1 0 0,9 9 64 0 0,0 2-83 0 0,15 15 76 0 0,73 85 0 0 0,-116-121-510 0 0,0 1-1 0 0,-1 1 0 0 0,-1 1 0 0 0,-1-1 0 0 0,-1 2 0 0 0,0 0 1 0 0,-2 0-1 0 0,0 0 0 0 0,6 35 0 0 0,-12-46-5 0 0,-1 0 1 0 0,0 1-1 0 0,-1-1 0 0 0,0 0 0 0 0,0 0 1 0 0,-1 0-1 0 0,-1 1 0 0 0,-4 17 0 0 0,4-21-6 0 0,-1 0 0 0 0,0 1 0 0 0,0-1-1 0 0,-1 0 1 0 0,0-1 0 0 0,0 1 0 0 0,-1-1-1 0 0,0 1 1 0 0,0-1 0 0 0,0-1 0 0 0,-1 1 0 0 0,-5 4-1 0 0,-10 5-89 0 0,-1-1 0 0 0,-39 18-1 0 0,51-27-275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4:57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281 101 7367 0 0,'-8'-7'112'0'0,"-1"2"0"0"0,0-1 0 0 0,0 1 0 0 0,0 1 0 0 0,-1 0 0 0 0,-17-6 0 0 0,-173-45 16215 0 0,403 62-12583 0 0,54-1-3231 0 0,171-15-22 0 0,-92 2-206 0 0,-282 6-783 0 0,0 2-1 0 0,-1 2 1 0 0,69 14 0 0 0,-112-15-120 0 0,-1 0 0 0 0,13 6 0 0 0,-20-8 400 0 0,0 1 0 0 0,-1-1-1 0 0,1 1 1 0 0,-1 0 0 0 0,1 0 0 0 0,0 0 0 0 0,-1 0 0 0 0,1 0 0 0 0,-1 0 0 0 0,0 0 0 0 0,1 1 0 0 0,-1-1 0 0 0,0 0 0 0 0,0 1 0 0 0,0-1 0 0 0,0 1 0 0 0,0-1 0 0 0,0 1 0 0 0,0 0 0 0 0,0 1 0 0 0,-2 12-1780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4:57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30 135 7831 0 0,'-6'-1'234'0'0,"-17"-8"12519"0"0,38 2-10313 0 0,-5 2-2068 0 0,16-3 612 0 0,0 1 1 0 0,46-6-1 0 0,57 2-46 0 0,-100 9-819 0 0,290-25 880 0 0,2 12-631 0 0,-56 5-1741 0 0,-227 7 258 0 0,69-7-3293 0 0,-76 4 2352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4:58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30 9215 0 0,'-1'-2'422'0'0,"-35"-26"15888"0"0,37 30-15694 0 0,17 13-67 0 0,0 0-1 0 0,24 14 1 0 0,-6-4-306 0 0,2 0-135 0 0,2-2 0 0 0,62 26-1 0 0,-65-34-64 0 0,59 15 1 0 0,19 7-6 0 0,-73-21-119 0 0,-18-7-165 0 0,-1 0 1 0 0,35 20-1 0 0,-57-28 226 0 0,1 0 0 0 0,-1 1 1 0 0,0-1-1 0 0,1 0 1 0 0,-1 1-1 0 0,0-1 0 0 0,0 1 1 0 0,0-1-1 0 0,0 1 0 0 0,0-1 1 0 0,-1 1-1 0 0,1 0 1 0 0,0-1-1 0 0,0 4 0 0 0,-1-4 16 0 0,0-1 0 0 0,1 1-1 0 0,-1-1 0 0 0,0 1 1 0 0,0 0-1 0 0,0-1 1 0 0,0 1-1 0 0,0 0 0 0 0,0-1 1 0 0,0 1-1 0 0,0 0 1 0 0,0-1-1 0 0,0 1 0 0 0,0-1 1 0 0,0 1-1 0 0,-1 0 1 0 0,-4 7 7 0 0,0-1 1 0 0,0 0-1 0 0,-1 0 1 0 0,0 0 0 0 0,0-1-1 0 0,0 0 1 0 0,-11 7-1 0 0,10-6 29 0 0,-31 23 224 0 0,-55 32-1 0 0,-10 8 35 0 0,93-63-276 0 0,-59 46-56 0 0,-117 113-1 0 0,105-73-2895 0 0,60-67 967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0:58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85 5527 0 0,'0'0'17520'0'0,"1"2"-16996"0"0,1 1-349 0 0,-1 0 1 0 0,1 0-1 0 0,-1 1 0 0 0,0-1 0 0 0,0 1 0 0 0,0-1 1 0 0,-1 1-1 0 0,1 3 0 0 0,-1-5-82 0 0,0 0 0 0 0,0 0 0 0 0,0 0 0 0 0,-1 0 0 0 0,1 0 0 0 0,-1 0 0 0 0,1 0 0 0 0,-1 0 0 0 0,0 0 0 0 0,0-1 0 0 0,0 1 0 0 0,0 0 0 0 0,0-1 0 0 0,0 1 0 0 0,0 0 0 0 0,0-1 0 0 0,-3 2 0 0 0,3-2-40 0 0,-1 0 0 0 0,1 0-1 0 0,-1 0 1 0 0,1 0 0 0 0,-1 0 0 0 0,1 0 0 0 0,-1-1 0 0 0,0 1 0 0 0,1-1 0 0 0,-1 1 0 0 0,0-1-1 0 0,0 0 1 0 0,0 1 0 0 0,-2-1 0 0 0,0 0 32 0 0,1 0 1 0 0,-1-1-1 0 0,0 1 0 0 0,1-1 1 0 0,-6-1-1 0 0,7 2-65 0 0,0-1 0 0 0,0 0 0 0 0,0 0 1 0 0,0 0-1 0 0,0 0 0 0 0,0 0 0 0 0,1 0 0 0 0,-1-1 0 0 0,0 1 0 0 0,1-1 0 0 0,-1 1 1 0 0,0-1-1 0 0,1 1 0 0 0,0-1 0 0 0,-1 0 0 0 0,1 0 0 0 0,0 0 0 0 0,0 1 0 0 0,0-1 1 0 0,0 0-1 0 0,1-1 0 0 0,-1 1 0 0 0,0 0 0 0 0,1 0 0 0 0,0 0 0 0 0,-1 0 0 0 0,1 0 1 0 0,0-1-1 0 0,0 1 0 0 0,0 0 0 0 0,0 0 0 0 0,1-3 0 0 0,0 0-28 0 0,0 1 1 0 0,0-1-1 0 0,0 0 0 0 0,1 0 0 0 0,0 1 0 0 0,0-1 0 0 0,0 1 1 0 0,1 0-1 0 0,-1 0 0 0 0,1 0 0 0 0,0 0 0 0 0,0 0 1 0 0,6-6-1 0 0,1 0-2 0 0,-9 8 10 0 0,1 0 0 0 0,-1 0 0 0 0,1 0 0 0 0,0 0 0 0 0,0 1 0 0 0,0-1 0 0 0,0 1 0 0 0,0-1 0 0 0,0 1 0 0 0,0 0 0 0 0,0-1-1 0 0,0 1 1 0 0,1 0 0 0 0,-1 1 0 0 0,0-1 0 0 0,1 0 0 0 0,-1 1 0 0 0,1-1 0 0 0,-1 1 0 0 0,1 0 0 0 0,3 0 0 0 0,3 0 6 0 0,0 0-1 0 0,15 2 0 0 0,-21-1 8 0 0,-1 0 1 0 0,1 0-1 0 0,-1 0 0 0 0,0 0 0 0 0,1 0 0 0 0,-1 0 0 0 0,0 1 0 0 0,0-1 0 0 0,4 3 0 0 0,5 7 67 0 0,-10-7-67 0 0,0-1 0 0 0,0 0 16 0 0,0 0-1 0 0,-1 0 0 0 0,1 0 0 0 0,0 0 0 0 0,-1 0 0 0 0,0 0 1 0 0,0 1-1 0 0,0-1 0 0 0,0 0 0 0 0,0 0 0 0 0,-1 0 1 0 0,0 0-1 0 0,1 0 0 0 0,-1 0 0 0 0,0 0 0 0 0,0 0 0 0 0,-1 0 1 0 0,1 0-1 0 0,0-1 0 0 0,-1 1 0 0 0,0 0 0 0 0,0-1 1 0 0,0 1-1 0 0,0-1 0 0 0,0 0 0 0 0,0 0 0 0 0,0 1 0 0 0,-1-1 1 0 0,1-1-1 0 0,-1 1 0 0 0,0 0 0 0 0,1-1 0 0 0,-1 1 0 0 0,0-1 1 0 0,0 0-1 0 0,-4 1 0 0 0,-4 1 78 0 0,0-1 0 0 0,0-1 1 0 0,0 1-1 0 0,0-2 0 0 0,-14 0 0 0 0,20 0-92 0 0,-1-1 0 0 0,1 0 0 0 0,-1 0-1 0 0,1 0 1 0 0,0-1 0 0 0,-1 1 0 0 0,1-1-1 0 0,0-1 1 0 0,0 1 0 0 0,0-1 0 0 0,1 1-1 0 0,-8-7 1 0 0,12 9-15 0 0,0 0 0 0 0,-1 0-1 0 0,1 0 1 0 0,0-1 0 0 0,-1 1 0 0 0,1 0-1 0 0,0 0 1 0 0,-1-1 0 0 0,1 1 0 0 0,0 0-1 0 0,0-1 1 0 0,-1 1 0 0 0,1 0 0 0 0,0-1 0 0 0,0 1-1 0 0,0 0 1 0 0,0-1 0 0 0,-1 1 0 0 0,1 0-1 0 0,0-1 1 0 0,0 1 0 0 0,0 0 0 0 0,0-1-1 0 0,0 1 1 0 0,0-1 0 0 0,0 1 0 0 0,0 0 0 0 0,0-1-1 0 0,0 1 1 0 0,0-1 0 0 0,0 1 0 0 0,0 0-1 0 0,0-1 1 0 0,1 1 0 0 0,-1 0 0 0 0,0-1 0 0 0,0 1-1 0 0,0-1 1 0 0,1 1 0 0 0,-1-1-3 0 0,0 0-1 0 0,1 0-1 0 0,-1 0 1 0 0,0 0 0 0 0,1 0 0 0 0,-1 0 0 0 0,0 0 0 0 0,1 0-1 0 0,-1 1 1 0 0,1-1 0 0 0,0 0 0 0 0,-1 0 0 0 0,1 0 0 0 0,0 0-1 0 0,-1 1 1 0 0,1-1 0 0 0,0 0 0 0 0,0 1 0 0 0,0-1 0 0 0,0 1 0 0 0,1-2-1 0 0,2 0-5 0 0,4-3-16 0 0,1 0 0 0 0,0 0 1 0 0,0 1-1 0 0,0 0 1 0 0,13-3-1 0 0,-7 2-12 0 0,17-2 16 0 0,-21 6-19 0 0,1 4 31 0 0,6 7 5 0 0,-14-3 16 0 0,-3-4 13 0 0,0-2 2 0 0,-1 0 0 0 0,1 0 0 0 0,-1 1 0 0 0,0-1-1 0 0,0 0 1 0 0,0 0 0 0 0,1 1 0 0 0,-1-1 0 0 0,0 0 0 0 0,-1 1 0 0 0,1-1 0 0 0,0 0 0 0 0,0 0 0 0 0,0 1 0 0 0,-1 0 0 0 0,-7 18 170 0 0,6-16-178 0 0,0-1-1 0 0,0 0 0 0 0,0 0 0 0 0,0 0 0 0 0,-1 0 0 0 0,1 0 1 0 0,-1-1-1 0 0,1 1 0 0 0,-1-1 0 0 0,0 1 0 0 0,0-1 0 0 0,0 0 1 0 0,-1 0-1 0 0,-5 2 0 0 0,2-1-91 0 0,6-2-322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0:59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 5063 0 0,'-1'2'10223'0'0,"-2"7"-6974"0"0,-2 1-2726 0 0,0 1-1 0 0,1 0 0 0 0,0-1 1 0 0,1 2-1 0 0,0-1 0 0 0,1 0 1 0 0,0 0-1 0 0,0 20 0 0 0,3-22-522 0 0,-1-9-127 0 0,0 0-1 0 0,0 1 0 0 0,0-1 1 0 0,0 0-1 0 0,0 1 0 0 0,0-1 0 0 0,0 0 1 0 0,0 1-1 0 0,1-1 0 0 0,-1 0 0 0 0,0 1 1 0 0,0-1-1 0 0,0 0 0 0 0,0 1 0 0 0,1-1 1 0 0,-1 0-1 0 0,0 0 0 0 0,0 1 0 0 0,0-1 1 0 0,1 0-1 0 0,-1 0 0 0 0,0 1 1 0 0,1-1-1 0 0,-1 0 0 0 0,0 0 0 0 0,0 0 1 0 0,1 1-1 0 0,-1-1 0 0 0,0 0 0 0 0,1 0 1 0 0,-1 0-1 0 0,0 0 0 0 0,1 0 0 0 0,-1 0 1 0 0,1 0-1 0 0,-1 0 0 0 0,11-4-3416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0:59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270 8 5063 0 0,'0'0'390'0'0,"-1"0"-252"0"0,-3-1 577 0 0,-2-1 1131 0 0,-1 1 1 0 0,1 0-1 0 0,-12-1 1 0 0,16 2-1506 0 0,0 0 0 0 0,-1 0 1 0 0,1 1-1 0 0,0-1 1 0 0,-1 1-1 0 0,1 0 1 0 0,0 0-1 0 0,0 0 0 0 0,0 0 1 0 0,0 0-1 0 0,-3 3 1 0 0,-9 6 267 0 0,0 1 0 0 0,1 0 0 0 0,1 1 0 0 0,0 1 0 0 0,0 0 0 0 0,2 0 0 0 0,-1 1 1 0 0,-8 17-1 0 0,4-3-229 0 0,0 0 0 0 0,3 1 0 0 0,-15 46 0 0 0,23-62-279 0 0,1 0-1 0 0,1 1 1 0 0,0-1-1 0 0,1 0 1 0 0,0 1-1 0 0,1-1 1 0 0,1 1-1 0 0,0-1 1 0 0,3 14-1 0 0,-3-23-95 0 0,0-1 0 0 0,0 1 0 0 0,0-1 0 0 0,0 0 0 0 0,1 0 0 0 0,-1 1 0 0 0,1-1 0 0 0,0 0 0 0 0,0-1 0 0 0,0 1 0 0 0,1 0 0 0 0,-1 0-1 0 0,1-1 1 0 0,4 4 0 0 0,-2-2-4 0 0,0-1-1 0 0,0-1 0 0 0,0 1 0 0 0,0-1 0 0 0,0 0 0 0 0,1 0 1 0 0,-1 0-1 0 0,9 1 0 0 0,0-1-25 0 0,0-1-1 0 0,0 0 1 0 0,0-1-1 0 0,0-1 1 0 0,0 0-1 0 0,23-5 1 0 0,-25 3-18 0 0,0-1 0 0 0,0 0 0 0 0,0-1 1 0 0,-1 0-1 0 0,0-1 0 0 0,0 0 0 0 0,0-1 1 0 0,19-16-1 0 0,-14 9-53 0 0,-1-1 1 0 0,0 0-1 0 0,-1-1 1 0 0,18-27-1 0 0,-27 35 88 0 0,0-1 0 0 0,-1 1-1 0 0,0-1 1 0 0,0 0 0 0 0,0 0 0 0 0,-2 0-1 0 0,1 0 1 0 0,-1 0 0 0 0,2-18 0 0 0,-4 21 24 0 0,1 1 0 0 0,-1 0 0 0 0,-1-1 0 0 0,1 1 0 0 0,-1-1 0 0 0,0 1 0 0 0,0 0 0 0 0,-1 0 0 0 0,0 0 0 0 0,1 0 0 0 0,-2 0 0 0 0,1 0 0 0 0,-1 0-1 0 0,1 0 1 0 0,-1 1 0 0 0,0 0 0 0 0,-1-1 0 0 0,-6-6 0 0 0,-1 2 99 0 0,-23-18-1 0 0,29 24-474 0 0,1 0 0 0 0,-1 1 0 0 0,0 0 0 0 0,1 0 0 0 0,-1 0 1 0 0,0 0-1 0 0,-1 1 0 0 0,-9-2 0 0 0,7 3-1107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1:00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1 155 1839 0 0,'0'0'20408'0'0,"9"-7"-19120"0"0,-3 4-982 0 0,1 0 0 0 0,-1 1 0 0 0,0 0 0 0 0,1 0 0 0 0,-1 0 0 0 0,1 1 0 0 0,8 0 0 0 0,49-2 641 0 0,310-3 866 0 0,-289 2-1728 0 0,155-28 0 0 0,-139 16-63 0 0,-25 7-22 0 0,-39 5 0 0 0,-1-1 0 0 0,46-13 0 0 0,-61 11-9 0 0,44-10-103 0 0,-47 14-18 0 0,-12 3 49 0 0,0-1-1 0 0,-1 0 1 0 0,12-4 0 0 0,-16 5-23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1:01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4143 0 0,'2'0'9180'0'0,"0"0"-8709"0"0,-1-1 0 0 0,1 1 0 0 0,0 0-1 0 0,0-1 1 0 0,-1 0 0 0 0,1 1 0 0 0,0-1 0 0 0,-1 0 0 0 0,1 0-1 0 0,1-1 1 0 0,-1 0-279 0 0,0 1 1 0 0,0 0-1 0 0,-1 0 1 0 0,1 0-1 0 0,0 0 0 0 0,0 0 1 0 0,0 1-1 0 0,0-1 1 0 0,0 1-1 0 0,0-1 0 0 0,0 1 1 0 0,4-1-1 0 0,23 5 1365 0 0,-20-3-1088 0 0,-1 0 0 0 0,1 0-1 0 0,0 0 1 0 0,14-2-1 0 0,-22 1-416 0 0,1 0 1 0 0,-1 0-1 0 0,1 0 0 0 0,-1 0 0 0 0,1 1 1 0 0,-1-1-1 0 0,0 1 0 0 0,1-1 0 0 0,-1 1 1 0 0,1-1-1 0 0,-1 1 0 0 0,0 0 0 0 0,0 0 1 0 0,1 0-1 0 0,-1-1 0 0 0,0 1 0 0 0,0 0 1 0 0,0 1-1 0 0,0-1 0 0 0,0 0 0 0 0,0 0 1 0 0,0 0-1 0 0,1 3 0 0 0,5 4 333 0 0,-6-7 208 0 0,0 1-510 0 0,0-1 0 0 0,0 0 0 0 0,-1 1 0 0 0,1-1 0 0 0,0 1 0 0 0,0 0 0 0 0,-1-1 0 0 0,1 1-1 0 0,-1 2 1 0 0,1 1 32 0 0,-1-1-1 0 0,-1 1 1 0 0,1-1-1 0 0,-1 1 1 0 0,1-1 0 0 0,-1 1-1 0 0,-1-1 1 0 0,-1 6-1 0 0,0-1 74 0 0,3-7-21 0 0,-2-1-142 0 0,1-1 1 0 0,0 1-1 0 0,0 0 1 0 0,0 0 0 0 0,0-1-1 0 0,0 1 1 0 0,0 0-1 0 0,0 0 1 0 0,0 1-1 0 0,-1 1 1 0 0,-2 0 30 0 0,4-2-48 0 0,-1-1-1 0 0,0 1 1 0 0,0 0 0 0 0,1-1 0 0 0,-1 0-1 0 0,0 1 1 0 0,0-1 0 0 0,0 1-1 0 0,0-1 1 0 0,1 0 0 0 0,-1 0-1 0 0,0 1 1 0 0,0-1 0 0 0,0 0-1 0 0,0 0 1 0 0,0 0 0 0 0,0 0-1 0 0,0 0 1 0 0,0 0 0 0 0,0 0 0 0 0,-1-1-1 0 0,-10 1 93 0 0,10 0-84 0 0,2 0-12 0 0,-1 0-1 0 0,1 0 0 0 0,0 0 0 0 0,-1 1 0 0 0,1-1 0 0 0,-1 0 1 0 0,1 0-1 0 0,-1 0 0 0 0,1 0 0 0 0,0 0 0 0 0,-1 0 0 0 0,1 0 0 0 0,-1 0 1 0 0,1 0-1 0 0,-1 0 0 0 0,1 0 0 0 0,-1 0 0 0 0,1-1 0 0 0,0 1 1 0 0,-1 0-1 0 0,1 0 0 0 0,-1 0 0 0 0,1 0 0 0 0,0-1 0 0 0,-1 1 1 0 0,1 0-1 0 0,-1-1 0 0 0,-9-7 23 0 0,8 6-32 0 0,1 1 0 0 0,0-1 0 0 0,-1 1 1 0 0,1-1-1 0 0,0 1 0 0 0,0-1 0 0 0,0 0 0 0 0,0 0 0 0 0,0 1 0 0 0,0-1 0 0 0,0 0 0 0 0,1 0 1 0 0,-1 0-1 0 0,1 0 0 0 0,-1 0 0 0 0,1 0 0 0 0,0 0 0 0 0,-1 0 0 0 0,1 0 0 0 0,0 0 0 0 0,1 0 1 0 0,-1 0-1 0 0,0 0 0 0 0,1-3 0 0 0,0 2-8 0 0,-1 0-1 0 0,1 0 1 0 0,0 0 0 0 0,0 0 0 0 0,0 1-1 0 0,0-1 1 0 0,1 0 0 0 0,-1 1 0 0 0,1-1-1 0 0,-1 1 1 0 0,1 0 0 0 0,0-1 0 0 0,0 1-1 0 0,0 0 1 0 0,0 0 0 0 0,4-3 0 0 0,7-3-59 0 0,-11 6 58 0 0,1 0 0 0 0,0 0 0 0 0,-1 1 1 0 0,1-1-1 0 0,0 1 0 0 0,0 0 0 0 0,0 0 0 0 0,5-1 0 0 0,-6 0 7 0 0,0 1 5 0 0,9-1 2 0 0,-10 2 1 0 0,-1 0 0 0 0,1 0 0 0 0,-1 0 0 0 0,1 0 0 0 0,-1 0 0 0 0,1 0 0 0 0,-1 0 0 0 0,1 0 0 0 0,-1 0 0 0 0,0 1 0 0 0,1-1 0 0 0,-1 0 0 0 0,1 0 0 0 0,-1 0 0 0 0,0 1 0 0 0,1-1 0 0 0,0 1 0 0 0,0 1 7 0 0,1 0 1 0 0,-1 0-1 0 0,0 0 0 0 0,1 1 0 0 0,-1-1 1 0 0,-1 0-1 0 0,2 5 0 0 0,3 4 32 0 0,-5-10 43 0 0,0 1-6 0 0,-6 24 64 0 0,6-25-87 0 0,-10 19 64 0 0,10-19-112 0 0,0-1-1 0 0,0 1 1 0 0,-1-1-1 0 0,1 1 1 0 0,0-1-1 0 0,0 1 1 0 0,-1-1-1 0 0,1 1 1 0 0,0-1-1 0 0,-1 1 1 0 0,1-1-1 0 0,-1 0 1 0 0,1 1-1 0 0,0-1 1 0 0,-1 0-1 0 0,1 1 1 0 0,-1-1-1 0 0,1 0 1 0 0,-1 1-1 0 0,1-1 1 0 0,-1 0-1 0 0,1 0 1 0 0,-1 0-1 0 0,1 0 1 0 0,-1 1-1 0 0,1-1 1 0 0,-1 0-1 0 0,0 0 1 0 0,1 0-1 0 0,-1 0 1 0 0,1 0-1 0 0,-1 0 1 0 0,1 0-1 0 0,-1 0 1 0 0,1-1-1 0 0,-1 1 1 0 0,1 0-1 0 0,-1 0 1 0 0,0-1-1 0 0,-9 0 38 0 0,-1 2-35 0 0,9 0 2 0 0,-1-1 1 0 0,1 1-1 0 0,-1-1 1 0 0,1 0-1 0 0,-1 1 1 0 0,0-1-1 0 0,1-1 1 0 0,-1 1-1 0 0,1 0 1 0 0,-1 0-1 0 0,0-1 1 0 0,-3-1-1 0 0,-1-8 10 0 0,7 9-30 0 0,-1 0 0 0 0,0 0 0 0 0,1 0 1 0 0,-1 0-1 0 0,0 0 0 0 0,1 0 0 0 0,-1 0 0 0 0,0 0 0 0 0,0 0 0 0 0,-1-1 0 0 0,3-1-95 0 0,-1 3 90 0 0,0-1 0 0 0,0 1 0 0 0,0 0-1 0 0,0 0 1 0 0,0 0 0 0 0,0 0 0 0 0,0-1-1 0 0,0 1 1 0 0,0 0 0 0 0,0 0 0 0 0,0 0-1 0 0,0-1 1 0 0,0 1 0 0 0,0 0 0 0 0,0 0-1 0 0,1 0 1 0 0,-1 0 0 0 0,0-1 0 0 0,0 1-1 0 0,0 0 1 0 0,0 0 0 0 0,0 0 0 0 0,0 0-1 0 0,0 0 1 0 0,1 0 0 0 0,-1-1 0 0 0,0 1-1 0 0,0 0 1 0 0,0 0 0 0 0,0 0 0 0 0,1 0-1 0 0,-1 0 1 0 0,0 0 0 0 0,0 0 0 0 0,1 0-1 0 0,5-3-759 0 0,1 0-1 0 0,0 0 0 0 0,6-5 1 0 0,-1-1-1027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1:01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5063 0 0,'0'0'21383'0'0,"2"-1"-20270"0"0,0 0-962 0 0,0 0-1 0 0,0 0 1 0 0,0 0-1 0 0,0 0 1 0 0,0 0-1 0 0,1 1 1 0 0,-1-1-1 0 0,0 1 1 0 0,1-1 0 0 0,-1 1-1 0 0,0 0 1 0 0,1 0-1 0 0,-1 0 1 0 0,0 0-1 0 0,1 0 1 0 0,-1 1-1 0 0,0-1 1 0 0,1 1-1 0 0,-1 0 1 0 0,0-1-1 0 0,3 2 1 0 0,0 0-112 0 0,-1 0-1 0 0,1 1 1 0 0,-1-1-1 0 0,1 1 1 0 0,-1 0-1 0 0,0 0 1 0 0,0 0-1 0 0,6 7 1 0 0,-8-8-35 0 0,0-1 0 0 0,0 0 1 0 0,0 1-1 0 0,0-1 0 0 0,0 0 1 0 0,0 0-1 0 0,1 0 0 0 0,-1-1 1 0 0,0 1-1 0 0,0-1 0 0 0,1 1 1 0 0,2 0-1 0 0,-2-1-5 0 0,0 1 1 0 0,0-1 0 0 0,0 1-1 0 0,0 0 1 0 0,0 0 0 0 0,0 0-1 0 0,3 3 1 0 0,18 13-104 0 0,-23-17 27 0 0,2 10-203 0 0,-3-6 272 0 0,0 0 1 0 0,0-1 0 0 0,0 1 0 0 0,-1 0 0 0 0,0-1-1 0 0,1 1 1 0 0,-1 0 0 0 0,-1-1 0 0 0,1 1 0 0 0,0-1-1 0 0,-3 4 1 0 0,-23 40 62 0 0,23-40-31 0 0,-5 6 98 0 0,-18 19 0 0 0,1 0-4 0 0,7-10-58 0 0,15-17-123 0 0,-1 0 0 0 0,1 0-1 0 0,0 1 1 0 0,0-1 0 0 0,-4 9-1 0 0,8-12-374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1:02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91 9671 0 0,'-10'-13'16025'0'0,"14"4"-11742"0"0,15-5-6899 0 0,-14 11 4243 0 0,2-1-1503 0 0,1 0 1 0 0,0 0 0 0 0,0 1-1 0 0,0 0 1 0 0,8-2-1 0 0,-6 2-77 0 0,1-1-1 0 0,12-5 0 0 0,-17 5-43 0 0,-5 3-1 0 0,0 0 1 0 0,0 0-1 0 0,0 0 0 0 0,0 1 1 0 0,0-1-1 0 0,1 1 1 0 0,-1-1-1 0 0,0 0 0 0 0,0 1 1 0 0,0 0-1 0 0,1-1 0 0 0,-1 1 1 0 0,0 0-1 0 0,1 0 1 0 0,-1-1-1 0 0,0 1 0 0 0,1 0 1 0 0,-1 0-1 0 0,0 1 1 0 0,1-1-1 0 0,-1 0 0 0 0,0 0 1 0 0,0 1-1 0 0,1-1 0 0 0,-1 0 1 0 0,0 1-1 0 0,0 0 1 0 0,0-1-1 0 0,1 1 0 0 0,-1-1 1 0 0,0 1-1 0 0,0 0 1 0 0,0 0-1 0 0,0 0 0 0 0,0 0 1 0 0,1 1-1 0 0,-1-1 214 0 0,-2 1-143 0 0,0 4-11 0 0,-1-1 0 0 0,0 1-1 0 0,0 0 1 0 0,0-1 0 0 0,0 0 0 0 0,-1 1-1 0 0,0-1 1 0 0,-1 0 0 0 0,1-1-1 0 0,-8 9 1 0 0,1-1 41 0 0,-1 1-1 0 0,2 0 1 0 0,-11 18 0 0 0,-1 2 78 0 0,-3 13 22 0 0,24-43-161 0 0,1-2-39 0 0,-1 0 0 0 0,1 0 0 0 0,0 1 0 0 0,-1-1 0 0 0,1 0 1 0 0,0 0-1 0 0,0 0 0 0 0,0 0 0 0 0,0 0 0 0 0,0 0 0 0 0,0-1 0 0 0,0 1 0 0 0,0 0 0 0 0,0 0 0 0 0,1-1 0 0 0,-1 1 0 0 0,0-1 0 0 0,0 1 0 0 0,1-1 0 0 0,-1 1 0 0 0,0-1 0 0 0,1 0 0 0 0,0 1 0 0 0,1-1-1 0 0,4 2-42 0 0,0-1-1 0 0,0 1 1 0 0,0-2 0 0 0,0 1-1 0 0,0-1 1 0 0,0 0 0 0 0,0 0-1 0 0,0-1 1 0 0,0 0 0 0 0,0 0-1 0 0,8-3 1 0 0,2-2-923 0 0,25-10 1 0 0,-36 13 301 0 0,-1 0 0 0 0,1-1 0 0 0,-1 1 0 0 0,0-1 1 0 0,0 0-1 0 0,0 0 0 0 0,7-9 0 0 0,-5 5-1731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1:02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480 38 9215 0 0,'-4'0'172'0'0,"0"0"-1"0"0,1 0 0 0 0,-1 0 0 0 0,0 0 0 0 0,1 0 0 0 0,-1-1 0 0 0,0 1 1 0 0,1-1-1 0 0,-7-2 0 0 0,-16-9 3824 0 0,12 5-179 0 0,8 5-3089 0 0,0 0 1 0 0,-1 0-1 0 0,1 1 1 0 0,0 0 0 0 0,0 0-1 0 0,-1 1 1 0 0,-5 0-1 0 0,-21-3 698 0 0,27 3-1278 0 0,0-1 0 0 0,0 1 1 0 0,0 0-1 0 0,1 0 0 0 0,-1 1 0 0 0,0 0 0 0 0,0 0 1 0 0,1 0-1 0 0,-1 1 0 0 0,1 0 0 0 0,-8 3 0 0 0,-5 4 101 0 0,-33 22-1 0 0,26-15-4 0 0,13-8-162 0 0,2 0 1 0 0,-1 1-1 0 0,1 0 1 0 0,1 1-1 0 0,-1 0 0 0 0,2 1 1 0 0,-1 0-1 0 0,2 0 1 0 0,-1 0-1 0 0,2 1 0 0 0,-1 0 1 0 0,2 1-1 0 0,0-1 1 0 0,0 1-1 0 0,1 0 0 0 0,0 0 1 0 0,2 1-1 0 0,-1-1 1 0 0,0 19-1 0 0,4-23-61 0 0,-1 1 0 0 0,1-1 1 0 0,1 0-1 0 0,0 1 0 0 0,0-1 0 0 0,1 0 0 0 0,0 0 1 0 0,1-1-1 0 0,-1 1 0 0 0,2-1 0 0 0,-1 0 0 0 0,1 0 1 0 0,0 0-1 0 0,1 0 0 0 0,0-1 0 0 0,0 0 0 0 0,1 0 1 0 0,0-1-1 0 0,13 10 0 0 0,-7-7-35 0 0,-1-1-1 0 0,1-1 1 0 0,0 0 0 0 0,1-1-1 0 0,0 0 1 0 0,0-1 0 0 0,0-1-1 0 0,0 0 1 0 0,1-1 0 0 0,-1 0-1 0 0,29 1 1 0 0,-11-4-87 0 0,1-1 0 0 0,-1-1 0 0 0,44-9 0 0 0,-63 9 72 0 0,0-2-1 0 0,-1 1 1 0 0,1-2 0 0 0,-1 0 0 0 0,0 0 0 0 0,0-1-1 0 0,-1 0 1 0 0,0-1 0 0 0,0-1 0 0 0,0 0 0 0 0,10-10-1 0 0,-16 13 35 0 0,0-1 0 0 0,0 0 0 0 0,-1 0 0 0 0,0 0 0 0 0,0-1 0 0 0,0 1 0 0 0,-1-1 0 0 0,0 0 0 0 0,0 0 0 0 0,-1 0 0 0 0,2-8 0 0 0,-1-1 54 0 0,-1-1 0 0 0,-1 1 0 0 0,0-33 0 0 0,-2 38-63 0 0,-1 0-1 0 0,0 0 0 0 0,0 0 0 0 0,-1 0 0 0 0,0 1 0 0 0,-1-1 1 0 0,0 1-1 0 0,0 0 0 0 0,-2 0 0 0 0,1 1 0 0 0,-1-1 0 0 0,0 1 1 0 0,-1 0-1 0 0,0 1 0 0 0,-11-11 0 0 0,11 13-306 0 0,0 1 0 0 0,-1 0 0 0 0,1 1 0 0 0,-11-6 0 0 0,-6-2-1101 0 0,12 5-242 0 0,-2 2-325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5:05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254 185 10135 0 0,'-2'-3'321'0'0,"1"1"-242"0"0,0 1 0 0 0,0-1-1 0 0,-1 1 1 0 0,1-1 0 0 0,0 1 0 0 0,0 0 0 0 0,-1 0 0 0 0,1 0-1 0 0,-3-2 1 0 0,0 0 1691 0 0,7 1-1675 0 0,18-7 30 0 0,1 1 0 0 0,0 1-1 0 0,42-7 1 0 0,-57 12-102 0 0,150-17 536 0 0,-24 5-44 0 0,38-11 765 0 0,254-4 1 0 0,-389 29-1268 0 0,120 0 27 0 0,-145 1-56 0 0,-9-1-69 0 0,-4 1-31 0 0,-13 4 53 0 0,0 1 0 0 0,0-2 0 0 0,-22 4 0 0 0,-53 4 99 0 0,63-9-8 0 0,-129 13 118 0 0,-63 8 164 0 0,122-10 79 0 0,-110 0 1 0 0,181-14-287 0 0,-225-7 1163 0 0,184 5-1056 0 0,-18-2-19 0 0,69 3-228 0 0,7 1-53 0 0,20-6-7 0 0,26-6-85 0 0,0 2 0 0 0,53-8 0 0 0,80-3 107 0 0,-101 14 56 0 0,557-41 19 0 0,-573 47-1 0 0,67-5 56 0 0,-294 14-156 0 0,55-4 127 0 0,-244 23 43 0 0,195-19 69 0 0,-225 18 760 0 0,358-25-828 0 0,25-1-54 0 0,1 1-1 0 0,-1 0 1 0 0,0 0 0 0 0,1 1-1 0 0,-1 0 1 0 0,1 0-1 0 0,-11 5 1 0 0,18-6-137 0 0,18 0-230 0 0,21-1 178 0 0,0-3 1 0 0,61-11 0 0 0,-11 1 128 0 0,113-2-9 0 0,-43 3-20 0 0,41-2-567 0 0,-113 9-4268 0 0,-24 2-952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8:40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38 4607 0 0,'0'0'208'0'0,"-2"-8"32"0"0,2-21 16643 0 0,3 41-15991 0 0,2 16-311 0 0,-1 0 0 0 0,0 34 0 0 0,-2-21-226 0 0,6 115 434 0 0,13 152-347 0 0,-13-243-1211 0 0,-8-63 395 0 0,-8-19-6026 0 0,6 14 5901 0 0,-11-25-2795 0 0,6 11-2242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8:40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92 197 4607 0 0,'-5'-3'156'0'0,"-1"0"0"0"0,0 1 0 0 0,0 0 0 0 0,0 0-1 0 0,0 0 1 0 0,0 1 0 0 0,0 0 0 0 0,-1 0-1 0 0,-5 1 1 0 0,-14-6 13436 0 0,26 6-13517 0 0,18-6 4658 0 0,-6 2-5235 0 0,26-8 1595 0 0,1 2 0 0 0,62-7-1 0 0,-24 4-287 0 0,172-46-68 0 0,-152 34-597 0 0,-55 15-254 0 0,72-7 0 0 0,-105 16-388 0 0,-1 1 1 0 0,1 0-1 0 0,-1 1 0 0 0,1 0 1 0 0,-1 0-1 0 0,1 0 0 0 0,10 5 1 0 0,-19-6 373 0 0,1 0 0 0 0,-1 0-1 0 0,1 1 1 0 0,-1-1 0 0 0,1 0 0 0 0,-1 1 0 0 0,0-1 0 0 0,1 1 0 0 0,-1-1 0 0 0,0 0 0 0 0,1 1-1 0 0,-1-1 1 0 0,0 1 0 0 0,1-1 0 0 0,-1 1 0 0 0,0-1 0 0 0,0 1 0 0 0,1 0 0 0 0,-1 1-320 0 0,4 9-1341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8:41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57 6447 0 0,'0'0'499'0'0,"8"-3"1282"0"0,-5 2-989 0 0,-1-1 0 0 0,0 1-1 0 0,0 0 1 0 0,0-1-1 0 0,1 0 1 0 0,-2 1 0 0 0,1-1-1 0 0,0 0 1 0 0,0 0-1 0 0,0 0 1 0 0,-1 0 0 0 0,1 0-1 0 0,-1-1 1 0 0,0 1-1 0 0,0 0 1 0 0,0-1 0 0 0,0 1-1 0 0,0-1 1 0 0,0 1 0 0 0,0-4-1 0 0,-1 5-703 0 0,-1 0 1 0 0,0 0-1 0 0,0 1 0 0 0,0-1 1 0 0,0 1-1 0 0,0-1 0 0 0,1 1 1 0 0,-1-1-1 0 0,0 1 0 0 0,0-1 1 0 0,0 1-1 0 0,0 0 0 0 0,0-1 1 0 0,0 1-1 0 0,-1 0 0 0 0,1 0 0 0 0,0 0 1 0 0,0 0-1 0 0,0 0 0 0 0,-1 0 1 0 0,-3 1 0 0 0,0 1 0 0 0,0 0 0 0 0,1 0 0 0 0,-1 0 0 0 0,1 1 0 0 0,-1-1 0 0 0,1 1 1 0 0,0 0-1 0 0,0 0 0 0 0,-7 7 0 0 0,-4 6 15 0 0,-15 20 1 0 0,23-27-88 0 0,-5 6 38 0 0,0 1-1 0 0,1 0 0 0 0,-11 23 0 0 0,19-34-47 0 0,1 0-1 0 0,0 0 1 0 0,0 1 0 0 0,0-1-1 0 0,0 1 1 0 0,1 0-1 0 0,0-1 1 0 0,0 1 0 0 0,0 0-1 0 0,1 0 1 0 0,0 0 0 0 0,0-1-1 0 0,1 1 1 0 0,-1 0-1 0 0,3 8 1 0 0,-2-12-9 0 0,-1 0-1 0 0,1-1 1 0 0,0 1 0 0 0,0 0-1 0 0,0-1 1 0 0,0 1-1 0 0,0-1 1 0 0,0 1 0 0 0,0-1-1 0 0,0 0 1 0 0,1 1 0 0 0,-1-1-1 0 0,0 0 1 0 0,1 0 0 0 0,-1 0-1 0 0,1 0 1 0 0,2 2-1 0 0,-1-2-23 0 0,0 0-1 0 0,0 0 0 0 0,0-1 0 0 0,1 1 0 0 0,-1-1 0 0 0,0 1 1 0 0,0-1-1 0 0,0 0 0 0 0,6-1 0 0 0,0 0-77 0 0,0-1 0 0 0,0 0 0 0 0,-1-1 0 0 0,1 0-1 0 0,0 0 1 0 0,9-6 0 0 0,-10 5 32 0 0,-1-1 0 0 0,1-1 0 0 0,-1 1 0 0 0,0-1-1 0 0,-1 0 1 0 0,1-1 0 0 0,-1 1 0 0 0,0-1 0 0 0,-1-1 0 0 0,0 1 0 0 0,0-1 0 0 0,-1 0-1 0 0,5-10 1 0 0,-6 12-226 0 0,-1 0-1 0 0,0 0 1 0 0,-1 0-1 0 0,1-1 1 0 0,-1 1 0 0 0,0-1-1 0 0,-1 1 1 0 0,1-1-1 0 0,-1 1 1 0 0,-2-11-1 0 0,2 13-479 0 0,-1-1 0 0 0,-1 0 1 0 0,1 1-1 0 0,-1-1 0 0 0,0 1 0 0 0,0-1 0 0 0,0 1 0 0 0,0 0 0 0 0,-5-5 0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8:41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0 132 14279 0 0,'0'0'1298'0'0,"2"1"-1069"0"0,12 9 994 0 0,-1 0 0 0 0,17 18 0 0 0,-25-23-637 0 0,0 0 1 0 0,-1 1 0 0 0,0-1 0 0 0,0 1 0 0 0,-1 0 0 0 0,0 0 0 0 0,0 0-1 0 0,0 1 1 0 0,2 7 0 0 0,33 106 2665 0 0,-37-118-3064 0 0,-1-1-104 0 0,2 4-11 0 0,-1-3 306 0 0,5-23-224 0 0,-1 2-116 0 0,2-26 0 0 0,-6 32-76 0 0,1 0 0 0 0,1 0 0 0 0,0 1 1 0 0,0-1-1 0 0,7-15 0 0 0,-3 16-76 0 0,-1-1-1 0 0,2 1 1 0 0,-1 1-1 0 0,2-1 1 0 0,-1 1-1 0 0,2 1 1 0 0,-1 0-1 0 0,17-13 1 0 0,-11 12-831 0 0,0 0 0 0 0,1 1 0 0 0,1 1 1 0 0,0 1-1 0 0,31-12 0 0 0,-25 12-4782 0 0,-1 0-1580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8:42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53 19871 0 0,'-2'1'910'0'0,"0"-1"-626"0"0,-7 4 638 0 0,7-3-841 0 0,0 0 0 0 0,1 1 0 0 0,-1-1 0 0 0,0 0 0 0 0,0 1 0 0 0,1 0 0 0 0,-1-1 0 0 0,1 1 0 0 0,0 0 0 0 0,-1 0 0 0 0,1 0 0 0 0,0 0 0 0 0,0 0 0 0 0,0 0 0 0 0,0 0 0 0 0,0 0 0 0 0,1 0 0 0 0,-1 4 0 0 0,-1 2 485 0 0,-4 15 818 0 0,1 0-1 0 0,-3 40 0 0 0,3 50-277 0 0,5-107-1064 0 0,0 35 127 0 0,2 0 1 0 0,10 54 0 0 0,25 79-78 0 0,-22-110-449 0 0,-15-63 149 0 0,-5-10-5251 0 0,-2-5 3998 0 0,-1-3-38 0 0</inkml:trace>
  <inkml:trace contextRef="#ctx0" brushRef="#br0" timeOffset="1">3 79 13823 0 0,'0'0'1062'0'0,"-1"-1"-693"0"0,-1-6-62 0 0,2 6-3 0 0,0 0 1 0 0,1 0-1 0 0,-1 0 1 0 0,0 0-1 0 0,1 0 1 0 0,-1 1-1 0 0,1-1 1 0 0,-1 0-1 0 0,1 0 1 0 0,-1 0-1 0 0,1 0 1 0 0,-1 0-1 0 0,1 1 1 0 0,0-1-1 0 0,-1 0 1 0 0,1 1-1 0 0,0-1 1 0 0,1-1-1 0 0,16-11 1978 0 0,-18 13-2291 0 0,7-4 444 0 0,0 0 1 0 0,0 0-1 0 0,0 1 0 0 0,0 0 1 0 0,1 1-1 0 0,14-4 0 0 0,50-4 1123 0 0,-55 8-1335 0 0,22 0 199 0 0,43 3 1 0 0,21-1-139 0 0,-92-1-275 0 0,0 1 0 0 0,0 0 0 0 0,0 1 0 0 0,0 0 0 0 0,-1 1 0 0 0,1 1 0 0 0,0-1-1 0 0,-1 1 1 0 0,1 1 0 0 0,-1 0 0 0 0,11 6 0 0 0,-19-8-3 0 0,1 0 0 0 0,-1-1 0 0 0,0 1 0 0 0,0 0 1 0 0,0 0-1 0 0,0 1 0 0 0,0-1 0 0 0,0 0 0 0 0,-1 1 0 0 0,1-1 0 0 0,-1 1 0 0 0,1-1 0 0 0,-1 1 0 0 0,0 0 1 0 0,0-1-1 0 0,0 1 0 0 0,0 0 0 0 0,-1 0 0 0 0,1 0 0 0 0,-1 0 0 0 0,0 0 0 0 0,1-1 0 0 0,-2 6 1 0 0,1 0 13 0 0,-1 1 1 0 0,-1-1-1 0 0,1 0 1 0 0,-1 1 0 0 0,-1-1-1 0 0,-4 13 1 0 0,0-9 22 0 0,1 0 0 0 0,-1 0 0 0 0,-1-1 0 0 0,0 0 1 0 0,-1 0-1 0 0,0-1 0 0 0,0 0 0 0 0,-1-1 0 0 0,-15 12 0 0 0,4-6-66 0 0,-2 0-1 0 0,0-1 0 0 0,-44 20 0 0 0,56-30-355 0 0,0 1 1 0 0,0-2 0 0 0,-18 4 0 0 0,2-5-8550 0 0,17-3 362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8:42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65 10135 0 0,'0'-1'778'0'0,"1"-37"443"0"0,3 13 15692 0 0,-3 46-15841 0 0,-6 42-158 0 0,3 62 0 0 0,3-74-817 0 0,0 21-19 0 0,12 80-1 0 0,0-77-301 0 0,-13-73 104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8:43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46 129 12895 0 0,'-7'1'267'0'0,"3"-1"-52"0"0,0 0 0 0 0,0 0 0 0 0,0 0 1 0 0,0 0-1 0 0,-14-10 13246 0 0,24 5-10898 0 0,0 1-3349 0 0,4-1 971 0 0,0 0 0 0 0,0 1-1 0 0,0 1 1 0 0,18-5 0 0 0,47-5 332 0 0,-44 9-371 0 0,70-12 130 0 0,134-20-88 0 0,3 20-196 0 0,-221 16-23 0 0,2-1-212 0 0,1 2 0 0 0,27 3 0 0 0,-46-3-192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8:44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0 203 6447 0 0,'1'-2'298'0'0,"2"-5"-413"0"0,-1-1 1 0 0,1 0 0 0 0,0-9-1 0 0,0-3 2832 0 0,-2-7 17687 0 0,0 31-20330 0 0,0-1-1 0 0,0 0 1 0 0,0 0-1 0 0,0 1 1 0 0,1-1-1 0 0,1 4 1 0 0,2 4 39 0 0,71 153 533 0 0,-68-149-614 0 0,115 197 312 0 0,-123-211-328 0 0,1 0 1 0 0,-1 0 0 0 0,0-1-1 0 0,1 1 1 0 0,-1 0-1 0 0,0-1 1 0 0,1 1 0 0 0,-1 0-1 0 0,1-1 1 0 0,-1 1-1 0 0,1-1 1 0 0,0 1 0 0 0,-1-1-1 0 0,1 1 1 0 0,-1-1 0 0 0,1 1-1 0 0,0-1 1 0 0,-1 1-1 0 0,1-1 1 0 0,0 0 0 0 0,0 0-1 0 0,-1 1 1 0 0,1-1-1 0 0,0 0 1 0 0,1 0 0 0 0,-1-1 5 0 0,0 0 0 0 0,0 0 0 0 0,0 0 0 0 0,0 0 0 0 0,0 0 0 0 0,0 0 0 0 0,-1 0 0 0 0,1-1 1 0 0,0 1-1 0 0,0 0 0 0 0,-1-1 0 0 0,1 1 0 0 0,0-3 0 0 0,5-13 21 0 0,-1-2 0 0 0,-1 1 0 0 0,0 0 1 0 0,0-20-1 0 0,4-16 13 0 0,50-196-177 0 0,-30 162-1251 0 0,-13 54-3242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8:46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 6911 0 0,'-1'1'11250'0'0,"-3"2"-10559"0"0,0 1 0 0 0,0 1 1 0 0,1-1-1 0 0,0 0 1 0 0,0 1-1 0 0,0 0 1 0 0,0-1-1 0 0,-3 11 1 0 0,-15 46 343 0 0,18-49-850 0 0,2-8-182 0 0,-1 1-37 0 0,0 1-1 0 0,0-1 1 0 0,1 1 0 0 0,0 0-1 0 0,0-1 1 0 0,1 1 0 0 0,0 7-1 0 0,0-11-998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8:46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0 11975 0 0,'-1'2'7299'0'0,"-2"2"-6754"0"0,1 1 0 0 0,-1-1 1 0 0,1 1-1 0 0,0 0 0 0 0,0-1 0 0 0,0 1 1 0 0,0 0-1 0 0,1 0 0 0 0,0 0 1 0 0,0 1-1 0 0,0 5 0 0 0,0 12-30 0 0,3 30 0 0 0,-1-13 188 0 0,0-10-481 0 0,1-1 0 0 0,1 0 0 0 0,1 0 1 0 0,2 0-1 0 0,11 34 0 0 0,-15-56-215 0 0,1-1 1 0 0,0 1-1 0 0,0-1 0 0 0,1 0 0 0 0,0 0 0 0 0,0 0 1 0 0,0-1-1 0 0,1 1 0 0 0,0-1 0 0 0,9 8 1 0 0,-12-11-13 0 0,0-1 1 0 0,0 1 0 0 0,0-1-1 0 0,0 1 1 0 0,0-1-1 0 0,0 0 1 0 0,1 0 0 0 0,-1 0-1 0 0,0 0 1 0 0,1-1 0 0 0,-1 1-1 0 0,1 0 1 0 0,-1-1 0 0 0,1 0-1 0 0,-1 0 1 0 0,1 0 0 0 0,-1 0-1 0 0,1 0 1 0 0,-1 0 0 0 0,1 0-1 0 0,-1-1 1 0 0,1 1 0 0 0,-1-1-1 0 0,0 0 1 0 0,1 0 0 0 0,-1 0-1 0 0,0 0 1 0 0,0 0 0 0 0,1 0-1 0 0,-1-1 1 0 0,0 1 0 0 0,0-1-1 0 0,2-2 1 0 0,6-6-4 0 0,-1 0 1 0 0,-1 0-1 0 0,1-1 0 0 0,-2-1 0 0 0,1 1 1 0 0,-2-1-1 0 0,0 0 0 0 0,8-20 0 0 0,0-12 11 0 0,11-51 0 0 0,11-78 8 0 0,-36 171 714 0 0,-1 4-663 0 0,1 1 0 0 0,-1-1 0 0 0,0 0 0 0 0,1 1 0 0 0,-1-1 0 0 0,1 5 0 0 0,-1-5-8 0 0,-4 32 120 0 0,2 0 1 0 0,1 58-1 0 0,3-67-191 0 0,2-1 1 0 0,0 0-1 0 0,2 0 1 0 0,12 38-1 0 0,-15-54-256 0 0,1-1 0 0 0,1 0 0 0 0,-1 0 0 0 0,1 0 0 0 0,9 12 0 0 0,-11-16-279 0 0,1 0-1 0 0,0 0 1 0 0,0 0-1 0 0,0 0 1 0 0,0-1 0 0 0,1 1-1 0 0,5 2 1 0 0,-5-4-1364 0 0,5-1-47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8:47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8751 0 0,'1'2'6464'0'0,"0"0"-5578"0"0,0 0 0 0 0,1 1-1 0 0,-1-1 1 0 0,0 1 0 0 0,-1 0 0 0 0,1-1-1 0 0,0 5 1 0 0,2 39 2700 0 0,-2-13-2146 0 0,0-17-1338 0 0,1-1 1 0 0,0 0-1 0 0,2 0 0 0 0,0 0 0 0 0,9 24 0 0 0,-12-38-299 0 0,-1 0 0 0 0,1 0 0 0 0,0-1 0 0 0,-1 1 0 0 0,1-1 0 0 0,-1 1 0 0 0,1 0 0 0 0,0-1 0 0 0,0 0 0 0 0,-1 1 0 0 0,1-1 0 0 0,0 1 0 0 0,0-1 0 0 0,-1 0 0 0 0,1 1 0 0 0,0-1 0 0 0,0 0 0 0 0,0 0 0 0 0,0 0 0 0 0,-1 0 0 0 0,1 0 0 0 0,0 0 0 0 0,0 0 0 0 0,0 0 0 0 0,0 0 0 0 0,0 0 0 0 0,0 0 0 0 0,-1 0 0 0 0,1-1 0 0 0,0 1 0 0 0,0 0 0 0 0,0 0 0 0 0,0-1 0 0 0,9-4-1646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8:47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 12439 0 0,'-2'1'6379'0'0,"-1"1"-5987"0"0,1 1 0 0 0,0 0 0 0 0,-1 0 0 0 0,1 0 0 0 0,0 0 1 0 0,0 0-1 0 0,1 0 0 0 0,-1 0 0 0 0,0 0 0 0 0,1 1 0 0 0,0-1 0 0 0,0 1 0 0 0,0-1 1 0 0,0 1-1 0 0,1-1 0 0 0,-1 7 0 0 0,1 6 119 0 0,0 1 0 0 0,4 24 0 0 0,0-11 132 0 0,21 355 1195 0 0,-26-340-1713 0 0,1-42-49 0 0,1-1-1 0 0,1 7-10 0 0,4-20-1 0 0,21-56-64 0 0,-11 23 0 0 0,3 1 0 0 0,32-57 0 0 0,-37 77-2 0 0,-7 12-14 0 0,0-1 1 0 0,0 1-1 0 0,16-17 1 0 0,-16 23 30 0 0,-7 4-9 0 0,1 1 1 0 0,-1 0-1 0 0,0 0 0 0 0,1 0 1 0 0,-1 0-1 0 0,1 0 1 0 0,-1 0-1 0 0,1 0 0 0 0,-1 0 1 0 0,1 0-1 0 0,-1 0 1 0 0,1 0-1 0 0,-1 0 0 0 0,0 1 1 0 0,1-1-1 0 0,-1 0 1 0 0,1 0-1 0 0,-1 0 0 0 0,1 1 1 0 0,-1-1-1 0 0,0 0 1 0 0,1 0-1 0 0,-1 1 0 0 0,0-1 1 0 0,1 0-1 0 0,-1 1 1 0 0,9 8 85 0 0,-6-5-55 0 0,-1 1 1 0 0,0 0-1 0 0,0 0 0 0 0,0-1 1 0 0,0 1-1 0 0,-1 0 1 0 0,0 0-1 0 0,1 11 0 0 0,-1 3 53 0 0,-1 22-1 0 0,0-7-25 0 0,1 26 13 0 0,-2-30-213 0 0,2-1 0 0 0,8 55 0 0 0,-2-64-1102 0 0,3-4-9045 0 0</inkml:trace>
  <inkml:trace contextRef="#ctx0" brushRef="#br0" timeOffset="1">555 498 17967 0 0,'0'0'1387'0'0,"0"2"-896"0"0,-2 11 809 0 0,-8 80 5103 0 0,9-82-6214 0 0,1 0 1 0 0,1 0-1 0 0,0 0 0 0 0,0 0 1 0 0,1 0-1 0 0,4 13 1 0 0,-6-23-396 0 0,1 1 1 0 0,0-1-1 0 0,-1 0 1 0 0,1 1-1 0 0,0-1 1 0 0,0 0 0 0 0,0 0-1 0 0,-1 1 1 0 0,1-1-1 0 0,1 0 1 0 0,-1 0-1 0 0,0 0 1 0 0,0-1-1 0 0,0 1 1 0 0,0 0-1 0 0,1 0 1 0 0,-1 0-1 0 0,0-1 1 0 0,1 1 0 0 0,-1-1-1 0 0,1 1 1 0 0,-1-1-1 0 0,0 0 1 0 0,1 1-1 0 0,-1-1 1 0 0,1 0-1 0 0,-1 0 1 0 0,1 0-1 0 0,-1 0 1 0 0,3-1-1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8:48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328 36 12439 0 0,'0'0'958'0'0,"6"-9"21"0"0,-4 5 2118 0 0,-2 4-2796 0 0,0-1 0 0 0,0 0 0 0 0,0 0 0 0 0,0 0 1 0 0,0 0-1 0 0,0 1 0 0 0,-1-1 0 0 0,1 0 1 0 0,0 0-1 0 0,0 0 0 0 0,-1 1 0 0 0,1-1 0 0 0,-1 0 1 0 0,1 0-1 0 0,-1 1 0 0 0,1-1 0 0 0,-1 0 0 0 0,1 1 1 0 0,-1-1-1 0 0,0 1 0 0 0,1-1 0 0 0,-2 0 1 0 0,0 0 6 0 0,0 0 0 0 0,0 0 1 0 0,1 1-1 0 0,-1-1 0 0 0,0 0 1 0 0,0 1-1 0 0,0 0 0 0 0,0 0 1 0 0,-4-1-1 0 0,0 2 27 0 0,-1-1 0 0 0,1 1-1 0 0,0 0 1 0 0,-1 0 0 0 0,-8 4-1 0 0,-7 4-129 0 0,0 1-1 0 0,1 1 0 0 0,0 1 1 0 0,1 1-1 0 0,1 1 0 0 0,0 0 1 0 0,-25 26-1 0 0,36-31-204 0 0,1 0 0 0 0,0 0 0 0 0,-6 13 0 0 0,-2 2 0 0 0,11-19 0 0 0,2-3 0 0 0,0 0 0 0 0,1 1 0 0 0,-1-1 0 0 0,1 0 0 0 0,0 1 0 0 0,0-1 0 0 0,-1 4 0 0 0,0 3 0 0 0,2-8 0 0 0,-1 0 0 0 0,1 0 0 0 0,0 0-1 0 0,0 0 1 0 0,0 0 0 0 0,0 0 0 0 0,0 0 0 0 0,0 0 0 0 0,0 0-1 0 0,1 0 1 0 0,-1 0 0 0 0,0 0 0 0 0,0 0 0 0 0,1 0 0 0 0,-1 0 0 0 0,1-1-1 0 0,-1 1 1 0 0,1 0 0 0 0,-1 0 0 0 0,1 0 0 0 0,-1 0 0 0 0,1-1-1 0 0,0 1 1 0 0,-1 0 0 0 0,2 0 0 0 0,0 1-8 0 0,0-1-2 0 0,0 1 0 0 0,0-1 0 0 0,0 0 0 0 0,0 1 0 0 0,1-1 1 0 0,-1 0-1 0 0,0 0 0 0 0,1-1 0 0 0,-1 1 0 0 0,1 0 0 0 0,4 0 0 0 0,-1 0 5 0 0,11 2-1 0 0,0-1 0 0 0,0 0 0 0 0,0-1 0 0 0,18-2 0 0 0,-19 0-1 0 0,0 1 0 0 0,0 1 0 0 0,0 0 1 0 0,30 7-1 0 0,-35-5 28 0 0,0 1-1 0 0,0 0 1 0 0,16 9 0 0 0,-22-10-12 0 0,-1 0 0 0 0,0 0 0 0 0,0 0 0 0 0,0 0 0 0 0,0 0 0 0 0,0 1-1 0 0,-1 0 1 0 0,0 0 0 0 0,1 0 0 0 0,4 8 0 0 0,-6-9 13 0 0,0 1 0 0 0,-1-1 0 0 0,1 0 0 0 0,0 1 1 0 0,-1-1-1 0 0,0 1 0 0 0,0-1 0 0 0,0 1 0 0 0,0 0 0 0 0,-1-1 0 0 0,1 1 0 0 0,-1 0 0 0 0,0-1 0 0 0,0 1 0 0 0,0 0 0 0 0,-1 0 0 0 0,1-1 0 0 0,-1 1 0 0 0,0 0 0 0 0,0-1 0 0 0,0 1 0 0 0,-3 4 0 0 0,1-2 18 0 0,-1-1 0 0 0,0 0 1 0 0,0 0-1 0 0,0 0 0 0 0,0 0 0 0 0,-1-1 1 0 0,0 0-1 0 0,0 0 0 0 0,0 0 0 0 0,0-1 0 0 0,-1 1 1 0 0,1-1-1 0 0,-1 0 0 0 0,0-1 0 0 0,0 0 0 0 0,-12 4 1 0 0,-3-1 6 0 0,0-1 0 0 0,-1-1 0 0 0,-34 1 0 0 0,39-4-63 0 0,0-1 0 0 0,0 0 0 0 0,1-1 0 0 0,-29-8 0 0 0,43 9-27 0 0,0 1 0 0 0,0-1 1 0 0,0 0-1 0 0,0 1 0 0 0,0-1 0 0 0,0 0 1 0 0,0-1-1 0 0,0 1 0 0 0,0 0 0 0 0,1 0 1 0 0,-1-1-1 0 0,0 1 0 0 0,1-1 0 0 0,-1 1 1 0 0,1-1-1 0 0,0 0 0 0 0,-1 1 0 0 0,1-1 1 0 0,-1-3-1 0 0,1 2-197 0 0,0-1 0 0 0,0 1 0 0 0,0-1 0 0 0,0 1 1 0 0,1-1-1 0 0,0 1 0 0 0,-1-1 0 0 0,1 0 0 0 0,1 1 1 0 0,0-7-1 0 0,2-8-971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1:08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42 6503 0 0,'0'0'592'0'0,"-2"0"-490"0"0,-6 2-188 0 0,0 0 1 0 0,0-1-1 0 0,-1 0 1 0 0,1 0-1 0 0,0-1 1 0 0,-9-1-1 0 0,-17 1-470 0 0,-1 0 274 0 0,20 0 2486 0 0,-27 3 1 0 0,33-2-3066 0 0,-2-2 4064 0 0,-3 2 5221 0 0,24 2-4616 0 0,9-1-3227 0 0,1-1-1 0 0,0 0 1 0 0,-1-1 0 0 0,34-5-1 0 0,-29 2-339 0 0,118-12 463 0 0,86-7-531 0 0,-159 18-206 0 0,136-6 174 0 0,-2 18-1082 0 0,-175-2 949 0 0,-6 0-1708 0 0,-6-5-6244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1:08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0 21391 0 0,'0'0'1943'0'0,"-1"1"-1603"0"0,-1 1-313 0 0,-14 6 68 0 0,15-7 92 0 0,0 0 0 0 0,0 0-1 0 0,0 0 1 0 0,0 1 0 0 0,0-1-1 0 0,0 0 1 0 0,0 1-1 0 0,1-1 1 0 0,-1 1 0 0 0,0-1-1 0 0,1 1 1 0 0,-1-1-1 0 0,1 1 1 0 0,0-1 0 0 0,-1 1-1 0 0,1 0 1 0 0,0-1-1 0 0,0 1 1 0 0,0 0 0 0 0,0-1-1 0 0,0 1 1 0 0,0-1-1 0 0,1 3 1 0 0,0-1-115 0 0,1 1 1 0 0,-1-1-1 0 0,1 1 0 0 0,0-1 0 0 0,0 0 1 0 0,0 0-1 0 0,1 0 0 0 0,-1 0 0 0 0,0 0 1 0 0,1 0-1 0 0,0-1 0 0 0,0 1 1 0 0,0-1-1 0 0,5 3 0 0 0,7 5-133 0 0,31 13 0 0 0,-19-9 42 0 0,-21-11-27 0 0,15 9-231 0 0,-12-3 178 0 0,-1 2 23 0 0,-4 2 22 0 0,-5-10 53 0 0,1 1 0 0 0,-1-1 1 0 0,0 0-1 0 0,0 0 0 0 0,0 0 0 0 0,0 0 1 0 0,0 0-1 0 0,-1 0 0 0 0,0 0 1 0 0,1 0-1 0 0,-1 0 0 0 0,0-1 0 0 0,0 1 1 0 0,-3 2-1 0 0,-3 3-2 0 0,-1 0-1 0 0,-14 12 0 0 0,-17 4-525 0 0,13-7-2892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1:09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31 255 15199 0 0,'0'0'1172'0'0,"-1"2"-418"0"0,-2 4 402 0 0,0-1 0 0 0,0 1 0 0 0,0 1 0 0 0,1-1 0 0 0,0 0 0 0 0,1 0 0 0 0,-2 10 0 0 0,-4 51 1691 0 0,6-42-2399 0 0,0-14-378 0 0,0 1 0 0 0,1-1-1 0 0,1 0 1 0 0,0 0 0 0 0,0 0-1 0 0,1 0 1 0 0,1 0-1 0 0,6 19 1 0 0,-8-28-449 0 0,20 10-2537 0 0,-19-11 1559 0 0,12-5-6869 0 0,1 1 696 0 0</inkml:trace>
  <inkml:trace contextRef="#ctx0" brushRef="#br0" timeOffset="1">46 98 4607 0 0,'-5'-10'408'0'0,"-2"1"-328"0"0,2-3-80 0 0,0 1 0 0 0,1-2 3288 0 0,0 2 4696 0 0,1-1-976 0 0,5 1-6304 0 0,7 3-2320 0 0,8 11-880 0 0,-6 0 408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1:09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411 17 11975 0 0,'-1'0'547'0'0,"-37"-11"-356"0"0,26 9 1456 0 0,-1 0 1 0 0,1 1-1 0 0,-1 0 0 0 0,1 1 1 0 0,-1 1-1 0 0,1 0 0 0 0,-18 4 1 0 0,20-3-1225 0 0,1 1 0 0 0,0 0 0 0 0,-9 4 0 0 0,15-5-361 0 0,0-1-1 0 0,0 1 0 0 0,0 0 0 0 0,0 0 0 0 0,1 0 0 0 0,-1 0 0 0 0,0 1 0 0 0,1-1 1 0 0,0 0-1 0 0,0 1 0 0 0,0 0 0 0 0,0-1 0 0 0,0 1 0 0 0,-1 3 0 0 0,1-1-16 0 0,0-1-1 0 0,1 1 0 0 0,-1 0 1 0 0,1 0-1 0 0,0 0 0 0 0,1-1 0 0 0,-1 1 1 0 0,1 9-1 0 0,2 4-1 0 0,0 0 1 0 0,2 0-1 0 0,0 0 0 0 0,7 19 0 0 0,-8-26 0 0 0,77 315 918 0 0,-50-135-946 0 0,-26-147-389 0 0,-4-24-3875 0 0,-7-24 152 0 0,-1 0 1809 0 0</inkml:trace>
  <inkml:trace contextRef="#ctx0" brushRef="#br0" timeOffset="1">1 470 11519 0 0,'2'0'4095'0'0,"2"2"-2433"0"0,0 0 0 0 0,0-1 0 0 0,0 0 0 0 0,0 1 0 0 0,8-1 0 0 0,4 1-424 0 0,25-3-1 0 0,-15 0-486 0 0,254-13 1028 0 0,-131 4-5902 0 0,-120 8-5482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1:34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1647 12895 0 0,'0'0'1172'0'0,"1"-2"-966"0"0,0-8 1318 0 0,-1 0 1 0 0,0 1-1 0 0,0-1 1 0 0,-2-13-1 0 0,-11-41 2822 0 0,1-1-2755 0 0,5-15-685 0 0,6-110 0 0 0,1 179-887 0 0,30-393 5 0 0,25 126 52 0 0,-36 208-26 0 0,55-127 0 0 0,-62 170-5 0 0,2 0 1 0 0,25-36-1 0 0,-31 52-44 0 0,0 0 0 0 0,1 1 0 0 0,1 0 0 0 0,0 0 0 0 0,0 1 0 0 0,1 0 0 0 0,18-11 0 0 0,-24 18-2 0 0,-1-1-1 0 0,1 1 1 0 0,-1 0-1 0 0,1 1 1 0 0,0-1-1 0 0,0 1 1 0 0,-1 0-1 0 0,1 0 1 0 0,0 0 0 0 0,0 1-1 0 0,0 0 1 0 0,0 0-1 0 0,0 0 1 0 0,0 0-1 0 0,7 2 1 0 0,-8-1-5 0 0,0 0 0 0 0,-1 0 0 0 0,0 1 1 0 0,1-1-1 0 0,-1 1 0 0 0,0 0 0 0 0,0 0 0 0 0,1 0 0 0 0,-2 0 0 0 0,1 0 1 0 0,0 1-1 0 0,0-1 0 0 0,-1 1 0 0 0,1 0 0 0 0,-1 0 0 0 0,0 0 0 0 0,0 0 0 0 0,0 0 1 0 0,0 0-1 0 0,-1 1 0 0 0,3 5 0 0 0,-1 1 0 0 0,-1 1 0 0 0,0-1 0 0 0,0 1-1 0 0,-1 0 1 0 0,-1 0 0 0 0,1 0 0 0 0,-2 0 0 0 0,0 0-1 0 0,0-1 1 0 0,-1 1 0 0 0,-3 12 0 0 0,-3 2 22 0 0,0 0 0 0 0,-1-1 0 0 0,-19 34-1 0 0,18-40 3 0 0,-1 0-1 0 0,-1-1 0 0 0,-1-1 0 0 0,-19 20 0 0 0,-65 54 345 0 0,92-87-324 0 0,0 0 0 0 0,0 0 0 0 0,0 0 0 0 0,-7 2 0 0 0,10-4 15 0 0,4 1 0 0 0,4 2-51 0 0,0 1-1 0 0,0-1 0 0 0,0 0 0 0 0,1-1 0 0 0,0 0 1 0 0,-1 0-1 0 0,1 0 0 0 0,0-1 0 0 0,0 0 0 0 0,13 2 1 0 0,-9-2-3 0 0,0 1 1 0 0,0 0-1 0 0,0 1 1 0 0,14 7-1 0 0,-10-3 1 0 0,0 1 0 0 0,-1 1 0 0 0,0 0 0 0 0,-1 1 0 0 0,13 12 0 0 0,-21-17 0 0 0,0 0 0 0 0,0 0 0 0 0,0 1 0 0 0,-1-1 0 0 0,0 1 0 0 0,0 0 0 0 0,-1 0 0 0 0,0 1 0 0 0,0-1 0 0 0,-1 1 0 0 0,0-1 0 0 0,0 1 0 0 0,1 11 0 0 0,-3-14 16 0 0,0 1 0 0 0,0-1 0 0 0,-1 1 0 0 0,0-1-1 0 0,0 1 1 0 0,0-1 0 0 0,0 0 0 0 0,-1 1 0 0 0,0-1 0 0 0,0 0 0 0 0,-1 0 0 0 0,1 0-1 0 0,-1-1 1 0 0,0 1 0 0 0,-4 5 0 0 0,-1-1 34 0 0,0 1-1 0 0,-1-2 1 0 0,0 1 0 0 0,0-1-1 0 0,-17 11 1 0 0,17-13 3 0 0,0-1 0 0 0,-1 0-1 0 0,1-1 1 0 0,-1 0 0 0 0,0 0 0 0 0,0-1 0 0 0,-16 3-1 0 0,19-5-55 0 0,1 0 0 0 0,-1 0 0 0 0,0-1 0 0 0,-1 0-1 0 0,1 0 1 0 0,0-1 0 0 0,1 0 0 0 0,-1 0 0 0 0,0 0-1 0 0,0-1 1 0 0,-12-5 0 0 0,13 4-155 0 0,1 1 1 0 0,0-1-1 0 0,0 0 1 0 0,1 0-1 0 0,-1-1 1 0 0,0 1-1 0 0,1-1 1 0 0,-4-5-1 0 0,6 7-147 0 0,0 0-1 0 0,1 0 1 0 0,0-1 0 0 0,-1 1-1 0 0,1 0 1 0 0,0-1-1 0 0,0 1 1 0 0,0-1-1 0 0,0 0 1 0 0,1 1-1 0 0,-1-1 1 0 0,1 0 0 0 0,0 1-1 0 0,-1-1 1 0 0,1 0-1 0 0,0 1 1 0 0,1-1-1 0 0,-1 0 1 0 0,1-3-1 0 0,3-10-8551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1:35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0 9215 0 0,'0'0'20837'0'0,"-1"1"-20354"0"0,-1 3-326 0 0,-1-1 0 0 0,0 1 0 0 0,0-1 0 0 0,0 0 0 0 0,-1 0 0 0 0,-6 4 0 0 0,-28 17 290 0 0,22-15-301 0 0,-120 74 189 0 0,113-67-271 0 0,30-8-11 0 0,-3-4-53 0 0,0-1 0 0 0,1 0 0 0 0,-1 0 0 0 0,1-1 0 0 0,0 1 0 0 0,0-1 0 0 0,0 0 0 0 0,7 2 0 0 0,7 0 0 0 0,20 3 0 0 0,13 2 0 0 0,-23-2-14 0 0,-19-5-15 0 0,-1 0 0 0 0,0 1 1 0 0,0 0-1 0 0,0 0 0 0 0,10 5 0 0 0,-18-7-56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1:36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1402 2759 0 0,'-1'23'190'0'0,"-7"15"25859"0"0,-11-62-23693 0 0,16 16-2237 0 0,-1 0 0 0 0,1 0 0 0 0,1 0 0 0 0,0 0 0 0 0,0 0 0 0 0,0 0 1 0 0,0-15-1 0 0,3-60-8 0 0,0 63-74 0 0,54-516 25 0 0,-53 523-60 0 0,12-85-2 0 0,4 2 0 0 0,4 0 0 0 0,44-116 0 0 0,-56 186-21 0 0,1 0 0 0 0,22-37 1 0 0,-28 55 18 0 0,0 0 1 0 0,1 1 0 0 0,0-1 0 0 0,0 1-1 0 0,1 0 1 0 0,0 0 0 0 0,0 1 0 0 0,1 0-1 0 0,-1 1 1 0 0,1-1 0 0 0,10-4 0 0 0,-17 10-2 0 0,0-1 0 0 0,0 0 0 0 0,0 1 0 0 0,0-1 0 0 0,0 1 0 0 0,0-1 0 0 0,1 1 0 0 0,-1 0-1 0 0,0-1 1 0 0,0 1 0 0 0,0 0 0 0 0,0 0 0 0 0,1 0 0 0 0,-1 0 0 0 0,0 0 0 0 0,0 0 0 0 0,1 0 0 0 0,-1 0 0 0 0,0 1 0 0 0,2-1 0 0 0,2 2 0 0 0,-2-3 4 0 0,-2 1 2 0 0,0 0 0 0 0,0 0-1 0 0,0-1 1 0 0,0 1 0 0 0,0 0-1 0 0,-1 0 1 0 0,1 0 0 0 0,0 0-1 0 0,0 1 1 0 0,0-1 0 0 0,0 0-1 0 0,0 0 1 0 0,0 0 0 0 0,-1 1-1 0 0,1-1 1 0 0,0 0 0 0 0,0 1-1 0 0,0-1 1 0 0,0 2 0 0 0,3-1-14 0 0,0 1 1 0 0,-1 0 0 0 0,1 0 0 0 0,-1 0-1 0 0,0 1 1 0 0,1-1 0 0 0,-1 1 0 0 0,0-1-1 0 0,-1 1 1 0 0,1 0 0 0 0,0 1 0 0 0,-1-1-1 0 0,0 0 1 0 0,0 1 0 0 0,0-1 0 0 0,0 1 0 0 0,0-1-1 0 0,-1 1 1 0 0,1 0 0 0 0,-1 0 0 0 0,0 0-1 0 0,0 0 1 0 0,-1 0 0 0 0,1 0 0 0 0,-1 0-1 0 0,0 6 1 0 0,0 0 1 0 0,-1 0 0 0 0,0 0 0 0 0,0-1 0 0 0,-1 1 0 0 0,0 0 0 0 0,-1-1 0 0 0,0 1 0 0 0,-1-1 0 0 0,-8 16 0 0 0,4-11 9 0 0,-1 1 0 0 0,-1-2 0 0 0,0 1 0 0 0,-1-1 0 0 0,0-1 0 0 0,-1 0 0 0 0,0 0 0 0 0,-1-2 0 0 0,-1 1 0 0 0,-21 12 0 0 0,-16 16 0 0 0,51-39 0 0 0,-1 0 0 0 0,1 0 0 0 0,0 0 1 0 0,-1 0-1 0 0,1 0 0 0 0,0 1 0 0 0,0-1 0 0 0,-1 0 0 0 0,1 0 0 0 0,0 0 1 0 0,-1 1-1 0 0,1-1 0 0 0,0 0 0 0 0,0 0 0 0 0,0 1 0 0 0,-1-1 0 0 0,1 0 1 0 0,0 0-1 0 0,0 1 0 0 0,0-1 0 0 0,0 0 0 0 0,-1 0 0 0 0,1 1 0 0 0,0-1 1 0 0,0 0-1 0 0,0 1 0 0 0,0-1 0 0 0,0 0 0 0 0,0 1 0 0 0,0-1 0 0 0,0 0 1 0 0,0 1-1 0 0,0-1 0 0 0,0 0 0 0 0,0 1 0 0 0,0-1 0 0 0,0 0 0 0 0,0 1 0 0 0,0-1 1 0 0,1 0-1 0 0,-1 1 0 0 0,0-1 0 0 0,0 0 0 0 0,0 0 0 0 0,0 1 0 0 0,1-1 1 0 0,-1 0-1 0 0,0 0 0 0 0,0 1 0 0 0,0-1 0 0 0,1 0 0 0 0,-1 0 0 0 0,0 1 1 0 0,1-1-1 0 0,-1 0 0 0 0,1 0 3 0 0,3 5 4 0 0,1-1 1 0 0,0 0 0 0 0,1 0 0 0 0,-1 0-1 0 0,1-1 1 0 0,0 0 0 0 0,-1 0 0 0 0,1 0-1 0 0,1-1 1 0 0,-1 0 0 0 0,0 0-1 0 0,7 1 1 0 0,33 12 145 0 0,-26-5-78 0 0,51 26-14 0 0,-63-31-62 0 0,0 1-1 0 0,-1-1 1 0 0,0 1 0 0 0,0 0 0 0 0,0 1 0 0 0,9 11 0 0 0,-8-7 1 0 0,-3-6 0 0 0,-1 1 0 0 0,0-1 0 0 0,-1 1 0 0 0,1-1 0 0 0,-1 1 0 0 0,0 0 0 0 0,0 0 0 0 0,-1 0 0 0 0,0 1 0 0 0,0-1 0 0 0,0 1 0 0 0,-1-1 0 0 0,1 10 0 0 0,-2-13 0 0 0,0-1 0 0 0,0 1 0 0 0,0 0 0 0 0,0-1 0 0 0,-1 1 0 0 0,1 0 0 0 0,-1-1 0 0 0,1 1 0 0 0,-1-1 0 0 0,0 1 0 0 0,0-1 0 0 0,0 0 0 0 0,-1 1 0 0 0,1-1 0 0 0,-2 3 0 0 0,0-1 0 0 0,-1-1 0 0 0,1 0 0 0 0,0 0 0 0 0,-1 0 0 0 0,1 0 0 0 0,-1-1 0 0 0,0 1 0 0 0,-5 2 0 0 0,-2 0 0 0 0,-1-1 0 0 0,1 0 0 0 0,-1-1 0 0 0,0 0 0 0 0,-22 2 0 0 0,1-3-162 0 0,1-1 1 0 0,-1-2-1 0 0,-44-6 0 0 0,68 5-281 0 0,0 0-1 0 0,-14-6 1 0 0,-3-2-3191 0 0,20 8 1933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1:36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60 12895 0 0,'0'0'1172'0'0,"-5"-6"-562"0"0,-1-3 3412 0 0,3 3-2201 0 0,-1 1-1 0 0,1-1 1 0 0,-1 1-1 0 0,-8-7 1 0 0,11 11-1749 0 0,-1 0 1 0 0,1 0-1 0 0,0 0 1 0 0,-1 0 0 0 0,1 0-1 0 0,-1 0 1 0 0,0 0-1 0 0,1 1 1 0 0,-1-1 0 0 0,1 1-1 0 0,-1-1 1 0 0,0 1-1 0 0,1 0 1 0 0,-1 0-1 0 0,0-1 1 0 0,0 1 0 0 0,1 0-1 0 0,-1 0 1 0 0,0 1-1 0 0,1-1 1 0 0,-1 0-1 0 0,-2 1 1 0 0,-2 1-5 0 0,1-1-27 0 0,-1 1 0 0 0,1 0 0 0 0,0 0 0 0 0,0 0 1 0 0,0 1-1 0 0,0 0 0 0 0,0 0 0 0 0,1 0 0 0 0,-1 0 0 0 0,-4 5 0 0 0,6-5-27 0 0,1-1 0 0 0,0 1-1 0 0,0 0 1 0 0,0-1 0 0 0,0 1 0 0 0,0 0-1 0 0,0 0 1 0 0,1 0 0 0 0,-1 1 0 0 0,1-1-1 0 0,0 0 1 0 0,0 0 0 0 0,0 1 0 0 0,0-1-1 0 0,1 1 1 0 0,0-1 0 0 0,-1 6 0 0 0,2 5 82 0 0,0-1-1 0 0,1 1 1 0 0,4 16 0 0 0,-2-8 58 0 0,10 43 17 0 0,4 26-71 0 0,-6 0-25 0 0,-6-72-38 0 0,-4-11-144 0 0,-2-6-119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1:37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2303 0 0,'2'0'10431'0'0,"25"-4"-1328"0"0,0 1-4182 0 0,104-8-1353 0 0,-8-4-2448 0 0,-69 9-944 0 0,-37 4-1329 0 0,0 0 0 0 0,29 1 0 0 0,-34 1-5811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1:42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1613 11519 0 0,'0'1'161'0'0,"-4"17"414"0"0,4-18-529 0 0,0 1 1 0 0,0-1-1 0 0,0 0 1 0 0,0 0 0 0 0,0 1-1 0 0,0-1 1 0 0,0 0-1 0 0,0 0 1 0 0,-1 1 0 0 0,1-1-1 0 0,0 0 1 0 0,0 0 0 0 0,0 0-1 0 0,0 1 1 0 0,-1-1-1 0 0,1 0 1 0 0,0 0 0 0 0,0 0-1 0 0,0 0 1 0 0,-1 1-1 0 0,1-1 1 0 0,0 0 0 0 0,0 0-1 0 0,-1 0 1 0 0,1 0-1 0 0,0 0 1 0 0,0 0 0 0 0,-1 0-1 0 0,1 0 1 0 0,0 0-1 0 0,0 0 1 0 0,-1 0 0 0 0,1 0-1 0 0,0 0 1 0 0,0 0 0 0 0,-1 0-1 0 0,1 0 1 0 0,0 0-1 0 0,0 0 1 0 0,-1 0 0 0 0,1 0-1 0 0,0 0 1 0 0,0 0-1 0 0,-1 0 1 0 0,1 0 0 0 0,0-1-1 0 0,0 1 1 0 0,0 0-1 0 0,-1 0 1 0 0,1 0 0 0 0,0 0-1 0 0,0-1 1 0 0,0 1-1 0 0,0 0 1 0 0,-1 0 0 0 0,1-1-1 0 0,-15-20 8093 0 0,3-6-5163 0 0,-4-29-1697 0 0,15 49-705 0 0,-13-58-43 0 0,-7-94 1 0 0,9-69 592 0 0,9 152-1015 0 0,-4-267-90 0 0,9 260-8 0 0,5 1 1 0 0,18-95-1 0 0,-16 137-4 0 0,18-52 0 0 0,-20 74-8 0 0,0 1 1 0 0,1-1-1 0 0,1 2 1 0 0,0-1-1 0 0,15-17 1 0 0,-18 27 7 0 0,0 1 1 0 0,0 1-1 0 0,1-1 1 0 0,0 1-1 0 0,-1 0 1 0 0,2 1-1 0 0,-1-1 1 0 0,0 1-1 0 0,11-3 1 0 0,-5 4 34 0 0,17 2 33 0 0,-8 3-65 0 0,-17 1 14 0 0,-1 0-5 0 0,3 1-10 0 0,27 15 4 0 0,-30-15-9 0 0,1-1 1 0 0,-1 1-1 0 0,0 0 0 0 0,0 0 1 0 0,-1 1-1 0 0,1-1 1 0 0,-1 1-1 0 0,0 0 1 0 0,0-1-1 0 0,0 1 1 0 0,2 8-1 0 0,3 8-4 0 0,-8-16 0 0 0,0 1 0 0 0,1 1 6 0 0,-1 0 0 0 0,0 0-1 0 0,0 1 1 0 0,0-1 0 0 0,-1 0 0 0 0,0 0 0 0 0,-1 0 0 0 0,0 0-1 0 0,0 0 1 0 0,-4 9 0 0 0,5-11 1 0 0,-1-1-1 0 0,0 0 1 0 0,0 0 0 0 0,0 0-1 0 0,0 0 1 0 0,-4 4 0 0 0,-1 2 10 0 0,-1 2 8 0 0,-1 0 0 0 0,0-1 0 0 0,0 0-1 0 0,-2 0 1 0 0,-20 17 0 0 0,1-2 15 0 0,3-3 98 0 0,-35 24 0 0 0,44-35-22 0 0,15-9-52 0 0,-4 1 3 0 0,5-1-14 0 0,0 13-40 0 0,5-11-11 0 0,-2-4 5 0 0,1 2 35 0 0,-1-2-39 0 0,-1 0 0 0 0,1 0 0 0 0,0-1 0 0 0,-1 1 0 0 0,1 0 0 0 0,0-1 0 0 0,0 1 0 0 0,0 0-1 0 0,0-1 1 0 0,-1 1 0 0 0,1-1 0 0 0,0 0 0 0 0,0 1 0 0 0,0-1 0 0 0,0 0 0 0 0,0 1 0 0 0,0-1 0 0 0,0 0 0 0 0,0 0-1 0 0,0 0 1 0 0,2 0 0 0 0,0 0 11 0 0,25 3 16 0 0,36-1 0 0 0,15 1 3 0 0,-55 0-33 0 0,-7-2 0 0 0,-1 1 0 0 0,18 5 0 0 0,-28-6 0 0 0,-1 1 0 0 0,0 0 0 0 0,1 0 0 0 0,-1 1 0 0 0,0-1 0 0 0,-1 1 0 0 0,1 0 0 0 0,0 1 0 0 0,-1-1 0 0 0,5 5 0 0 0,-2-2 3 0 0,-1 1-1 0 0,0 0 1 0 0,-1 0 0 0 0,1 1-1 0 0,-1 0 1 0 0,7 15 0 0 0,-10-17 0 0 0,0 0 0 0 0,0 0 0 0 0,0 0 0 0 0,-1 1 0 0 0,0-1 1 0 0,0 1-1 0 0,-1-1 0 0 0,1 1 0 0 0,-2-1 0 0 0,0 11 0 0 0,-1-7 22 0 0,0-1-1 0 0,0 1 1 0 0,-1 0-1 0 0,0-1 0 0 0,-1 1 1 0 0,0-1-1 0 0,0 0 0 0 0,-1 0 1 0 0,0 0-1 0 0,-1-1 1 0 0,0 0-1 0 0,0 0 0 0 0,-1-1 1 0 0,0 1-1 0 0,0-1 1 0 0,-1-1-1 0 0,1 1 0 0 0,-1-1 1 0 0,-1-1-1 0 0,1 1 1 0 0,-1-2-1 0 0,0 1 0 0 0,-1-1 1 0 0,1 0-1 0 0,0-1 1 0 0,-20 4-1 0 0,-4-2-16 0 0,0-1 0 0 0,0-1 0 0 0,-1-2 0 0 0,1-2 0 0 0,-60-8 0 0 0,90 9-75 0 0,0-1 0 0 0,0 0 0 0 0,1 1 0 0 0,-1-1 0 0 0,0-1 1 0 0,0 1-1 0 0,1 0 0 0 0,-1-1 0 0 0,0 1 0 0 0,-2-3 0 0 0,4 3 13 0 0,1 0-1 0 0,-1 1 1 0 0,1-1-1 0 0,-1 0 1 0 0,1 1-1 0 0,0-1 1 0 0,-1 0 0 0 0,1 0-1 0 0,0 1 1 0 0,-1-1-1 0 0,1 0 1 0 0,0 0-1 0 0,0 0 1 0 0,0 1-1 0 0,0-1 1 0 0,0 0 0 0 0,-1 0-1 0 0,2 0 1 0 0,-1 0-1 0 0,0 1 1 0 0,0-3-1 0 0,6-14-1223 0 0,-4 14 978 0 0,1 0 1 0 0,0 0-1 0 0,0 0 0 0 0,0 0 0 0 0,0 1 0 0 0,0-1 1 0 0,0 1-1 0 0,5-3 0 0 0,31-14-3067 0 0,-38 18 3271 0 0,28-12-2171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1:43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7831 0 0,'-11'3'22121'0'0,"13"-2"-21938"0"0,0-1-1 0 0,0 1 0 0 0,0 0 0 0 0,-1 0 0 0 0,1 0 0 0 0,0 0 0 0 0,3 3 0 0 0,3 1 19 0 0,14 6 138 0 0,30 9-1 0 0,-34-14-298 0 0,10 7 13 0 0,0 0 1 0 0,38 26-1 0 0,-63-38-53 0 0,7 6 0 0 0,-1 2 0 0 0,-2 1 0 0 0,-6-8 0 0 0,0-1 0 0 0,0 1 0 0 0,0 0 0 0 0,-1-1 0 0 0,1 1 0 0 0,0 0 0 0 0,-1-1 0 0 0,1 1 0 0 0,-1 0 0 0 0,1 2 0 0 0,-5 7 0 0 0,3-7 0 0 0,-2 2 9 0 0,0 0 1 0 0,0 0-1 0 0,-1 0 0 0 0,1-1 1 0 0,-1 0-1 0 0,-1 1 0 0 0,-5 5 1 0 0,-38 31 30 0 0,37-33-14 0 0,-44 29-15 0 0,47-32-30 0 0,6-4-69 0 0,-3 0 912 0 0,2-1-2467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1:44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1341 11975 0 0,'-1'2'923'0'0,"-4"20"-454"0"0,-10 1 11572 0 0,13-23-11061 0 0,1 1-826 0 0,0-1-1 0 0,0 1 1 0 0,0-1-1 0 0,0 0 1 0 0,0 0-1 0 0,0 1 1 0 0,0-1-1 0 0,0 0 1 0 0,0 0 0 0 0,0 0-1 0 0,0 0 1 0 0,0 0-1 0 0,0 0 1 0 0,0 0-1 0 0,0-1 1 0 0,0 1-1 0 0,0 0 1 0 0,0 0-1 0 0,0-1 1 0 0,0 1-1 0 0,1-1 1 0 0,-1 1-1 0 0,0-1 1 0 0,0 1-1 0 0,-1-2 1 0 0,0 0-30 0 0,1 0 1 0 0,-1 0 0 0 0,0 0 0 0 0,1 0-1 0 0,-1 0 1 0 0,1 0 0 0 0,0-1 0 0 0,0 1 0 0 0,-2-5-1 0 0,0-4-49 0 0,0-1 0 0 0,1 0 0 0 0,-1-17 0 0 0,-15-142 264 0 0,12-43-313 0 0,35-350 1 0 0,-22 500-99 0 0,18-71 0 0 0,-23 125 65 0 0,1 1 0 0 0,0 0 0 0 0,1 0-1 0 0,0 0 1 0 0,0 1 0 0 0,1-1 0 0 0,11-13 0 0 0,-12 17 1 0 0,0 1 0 0 0,0-1 1 0 0,0 1-1 0 0,1 0 1 0 0,0 0-1 0 0,0 0 0 0 0,0 1 1 0 0,1-1-1 0 0,-1 2 0 0 0,1-1 1 0 0,-1 0-1 0 0,13-3 0 0 0,-6 3-9 0 0,1 0 0 0 0,0 1-1 0 0,0 0 1 0 0,0 1 0 0 0,13 1-1 0 0,-21 0 4 0 0,-1 1 0 0 0,1-1-1 0 0,-1 1 1 0 0,1 0-1 0 0,-1 0 1 0 0,1 1 0 0 0,-1-1-1 0 0,0 1 1 0 0,1 0 0 0 0,-1 0-1 0 0,0 0 1 0 0,-1 1 0 0 0,1 0-1 0 0,0-1 1 0 0,-1 1-1 0 0,1 0 1 0 0,4 7 0 0 0,-6-8 8 0 0,-1 0 0 0 0,0 1 0 0 0,0-1 0 0 0,0 0 0 0 0,0 1 0 0 0,0-1 0 0 0,0 1 0 0 0,-1 0 0 0 0,1-1 0 0 0,-1 1 0 0 0,0 0 0 0 0,0-1 0 0 0,0 1 0 0 0,0-1 0 0 0,0 1 0 0 0,-1 0 0 0 0,1-1 0 0 0,-1 4 0 0 0,-2 4-9 0 0,0 0-1 0 0,-1 0 0 0 0,-5 11 0 0 0,0-5 14 0 0,-1-1 0 0 0,0 0 0 0 0,-1 0 0 0 0,-16 16 0 0 0,6-10 35 0 0,-1-1-1 0 0,0-1 1 0 0,-49 31 0 0 0,56-38 2 0 0,10-8-17 0 0,0 1 0 0 0,0-1 0 0 0,-13 6 0 0 0,17-9 108 0 0,2 1-75 0 0,0 1-52 0 0,0-1-1 0 0,1 1 1 0 0,-1-1-1 0 0,1 1 1 0 0,0-1-1 0 0,0 0 1 0 0,0 0-1 0 0,0 1 1 0 0,0-2-1 0 0,0 1 1 0 0,0 0-1 0 0,1 0 1 0 0,-1-1-1 0 0,1 1 1 0 0,-1-1-1 0 0,1 0 1 0 0,0 0-1 0 0,-1 0 1 0 0,6 1-1 0 0,2 2 1 0 0,53 19-1 0 0,-37-15 0 0 0,-1 2 0 0 0,0 0 0 0 0,43 26 0 0 0,-61-31-1 0 0,-1-1 1 0 0,1 1-1 0 0,-1 0 0 0 0,-1 0 1 0 0,1 0-1 0 0,6 9 0 0 0,-10-12 4 0 0,-1 0-1 0 0,0 0 0 0 0,0 0 0 0 0,0 0 0 0 0,0 1 1 0 0,0-1-1 0 0,0 0 0 0 0,-1 1 0 0 0,1-1 1 0 0,-1 0-1 0 0,1 1 0 0 0,-1-1 0 0 0,0 0 1 0 0,0 1-1 0 0,0-1 0 0 0,0 1 0 0 0,-1-1 1 0 0,1 0-1 0 0,-1 1 0 0 0,1-1 0 0 0,-1 0 0 0 0,0 0 1 0 0,0 1-1 0 0,0-1 0 0 0,-1 2 0 0 0,-1 1 11 0 0,-1 0 0 0 0,1 0-1 0 0,-1-1 1 0 0,0 1-1 0 0,0-1 1 0 0,0 0 0 0 0,0-1-1 0 0,-1 1 1 0 0,0-1-1 0 0,-8 6 1 0 0,-7 1 50 0 0,-30 11 0 0 0,35-15-45 0 0,-8 2 7 0 0,0-1-1 0 0,-48 7 1 0 0,41-9-43 0 0,19-3-202 0 0,0 0 0 0 0,0 0 0 0 0,0-1 0 0 0,0-1 0 0 0,0 0 0 0 0,-14-2 0 0 0,24 2-416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1:44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11 7367 0 0,'13'-11'12675'0'0,"-31"16"-8502"0"0,-14 13-2881 0 0,0 1 0 0 0,2 1 0 0 0,-55 47 0 0 0,84-66-1294 0 0,1-1 0 0 0,0 0 0 0 0,0 0-1 0 0,-1 0 1 0 0,1 0 0 0 0,0 1 0 0 0,0-1 0 0 0,-1 0 0 0 0,1 0-1 0 0,0 1 1 0 0,0-1 0 0 0,0 0 0 0 0,0 0 0 0 0,0 1 0 0 0,-1-1-1 0 0,1 0 1 0 0,0 0 0 0 0,0 1 0 0 0,0-1 0 0 0,0 0 0 0 0,0 1 0 0 0,0-1-1 0 0,0 0 1 0 0,0 0 0 0 0,0 1 0 0 0,0-1 0 0 0,0 0 0 0 0,0 1-1 0 0,0-1 1 0 0,0 0 0 0 0,0 1 0 0 0,0-1 0 0 0,0 0 0 0 0,0 0-1 0 0,1 1 1 0 0,10 5-67 0 0,-8-5 49 0 0,1-1 1 0 0,-1 1-1 0 0,1-1 0 0 0,0 1 0 0 0,6-1 1 0 0,0-2 1 0 0,-1-1 1 0 0,1 0-1 0 0,-1 0 0 0 0,0 0 1 0 0,0-1-1 0 0,0-1 1 0 0,-1 0-1 0 0,14-9 0 0 0,-19 12 18 0 0,39-28 13 0 0,-41 29 254 0 0,17 6 261 0 0,-12-1-397 0 0,0-1 0 0 0,0 1 0 0 0,-1 0 0 0 0,1 1 0 0 0,-1-1 0 0 0,5 7 0 0 0,28 35 86 0 0,-14-15-199 0 0,76 102-18 0 0,-95-126 0 0 0,0 1 0 0 0,-1 0 0 0 0,0 0 0 0 0,0 0 0 0 0,-1 0 0 0 0,5 15 0 0 0,-8-20 0 0 0,1 0 0 0 0,0 1 0 0 0,-1-1 0 0 0,0 0 0 0 0,1 0 0 0 0,-1 0 0 0 0,0 0 0 0 0,-1 1 0 0 0,1-1 0 0 0,-1 0 0 0 0,1 0 0 0 0,-1 0 0 0 0,0 0 0 0 0,0 0 0 0 0,0 0 0 0 0,-1 0 0 0 0,1 0 0 0 0,-1 0 0 0 0,1-1 0 0 0,-1 1 0 0 0,-4 4 0 0 0,2-3 18 0 0,-1-1-1 0 0,1 0 1 0 0,-1 0-1 0 0,0 0 1 0 0,0 0-1 0 0,0-1 1 0 0,0 0-1 0 0,-1 0 1 0 0,1 0-1 0 0,0-1 1 0 0,-1 1-1 0 0,1-1 1 0 0,-8 0-1 0 0,-7 0 2 0 0,1-1 0 0 0,-30-2-1 0 0,31-1-546 0 0,0 1-1 0 0,0-2 0 0 0,1 0 0 0 0,-28-11 0 0 0,43 14 233 0 0,0 0 0 0 0,0 0 0 0 0,-1-1 0 0 0,1 1 0 0 0,0 0 0 0 0,0-1 0 0 0,0 1 0 0 0,0-1 0 0 0,-2-3 0 0 0,-4-7-1369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1:45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43 5527 0 0,'-31'5'21587'0'0,"35"-5"-21212"0"0,0-1 1 0 0,-1 1-1 0 0,1 0 1 0 0,-1 1-1 0 0,8 0 1 0 0,5 1 20 0 0,178-10 1419 0 0,-102 3-1531 0 0,24-2-71 0 0,103-2-177 0 0,-57-5-2890 0 0,-126 10 455 0 0,-16 1 836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1:45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0 11975 0 0,'-15'8'14157'0'0,"10"-3"-11787"0"0,4-3-2241 0 0,1-1 1 0 0,-1 1-1 0 0,1 0 1 0 0,0-1-1 0 0,0 1 1 0 0,0 0-1 0 0,-1-1 1 0 0,2 1-1 0 0,-1 0 1 0 0,0-1-1 0 0,0 1 1 0 0,0 0-1 0 0,1-1 1 0 0,-1 1-1 0 0,2 2 1 0 0,0 0-45 0 0,0 0 1 0 0,0 0-1 0 0,0-1 0 0 0,0 1 1 0 0,6 6-1 0 0,-1-3-56 0 0,0-1 0 0 0,0 1 0 0 0,0-1-1 0 0,0-1 1 0 0,11 7 0 0 0,8 1-29 0 0,1-1-1 0 0,1-1 1 0 0,31 9 0 0 0,-55-19-54 0 0,4 4 29 0 0,-2 1-23 0 0,-4 4 36 0 0,-3-8 17 0 0,1 0 0 0 0,0 1 0 0 0,-1-1 0 0 0,0 0 0 0 0,1 0 0 0 0,-1 0 0 0 0,0 1-1 0 0,0-1 1 0 0,0 0 0 0 0,0 0 0 0 0,-1 0 0 0 0,1 0 0 0 0,0-1 0 0 0,-1 1 0 0 0,1 0 0 0 0,-1-1 0 0 0,0 1 0 0 0,0-1 0 0 0,1 1 0 0 0,-1-1 0 0 0,0 0-1 0 0,-4 2 1 0 0,-2 1-1 0 0,0 0 0 0 0,-1 0 0 0 0,0-1 0 0 0,-11 2 0 0 0,4-1-1037 0 0,0-1 1 0 0,-17 2-1 0 0,20-5-906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1:38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73 16271 0 0,'-8'3'1470'0'0,"8"-3"-1469"0"0,-11 0 260 0 0,-7-4-98 0 0,5 0 7997 0 0,27 1-4024 0 0,-7 2-5063 0 0,38-4 1755 0 0,80 1 0 0 0,-97 5-732 0 0,210-10 363 0 0,-121 3-401 0 0,69-6-66 0 0,-5 6-877 0 0,-165 4 194 0 0,0 0 0 0 0,26-7 1 0 0,0 0-3162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1:38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 11055 0 0,'-1'0'852'0'0,"-15"1"-590"0"0,-16 10 15086 0 0,32-10-15091 0 0,10 12 1666 0 0,18 11-2456 0 0,-14-16 632 0 0,0-1 0 0 0,1-1-1 0 0,0 0 1 0 0,16 4 0 0 0,-17-5-103 0 0,0-1-44 0 0,0 0-1 0 0,28 4 0 0 0,-38-7-15 0 0,4 2 39 0 0,-8-2 26 0 0,0-1-1 0 0,0 0 1 0 0,0 1-1 0 0,1-1 1 0 0,-1 0-1 0 0,0 1 1 0 0,0-1 0 0 0,0 0-1 0 0,0 1 1 0 0,0-1-1 0 0,0 1 1 0 0,0-1-1 0 0,0 0 1 0 0,0 1-1 0 0,0-1 1 0 0,0 1 0 0 0,0-1-1 0 0,0 0 1 0 0,0 1-1 0 0,0-1 1 0 0,0 1-1 0 0,0-1 1 0 0,0 0-1 0 0,-1 1 1 0 0,1 0 0 0 0,-4 8 57 0 0,1-4-48 0 0,0 0 1 0 0,0-1-1 0 0,0 0 0 0 0,-1 0 0 0 0,0 0 0 0 0,0 0 0 0 0,0 0 0 0 0,0-1 0 0 0,0 0 0 0 0,-7 4 0 0 0,-8 4 52 0 0,-24 10 1 0 0,29-15-56 0 0,-101 50-2735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1:53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32 2759 0 0,'0'0'126'0'0,"1"-1"-5"0"0,22-25 20473 0 0,-24 25-20246 0 0,0 1 0 0 0,0-1 0 0 0,0 1 0 0 0,-1-1 0 0 0,1 1 0 0 0,0 0 0 0 0,0-1 0 0 0,-1 1 0 0 0,1 0 0 0 0,0 0 0 0 0,-2 0 0 0 0,-5 0-156 0 0,0 1-1 0 0,1 0 1 0 0,-11 2 0 0 0,-5 3 343 0 0,-111 33 1108 0 0,100-27-1396 0 0,-61 30 0 0 0,74-29-220 0 0,15-6 15 0 0,6-7-42 0 0,0 1 0 0 0,0-1 0 0 0,0 1 0 0 0,0-1 0 0 0,0 1 0 0 0,0-1 0 0 0,1 1 0 0 0,-1-1 0 0 0,0 1 0 0 0,0-1 0 0 0,0 0 0 0 0,0 1-1 0 0,0-1 1 0 0,1 1 0 0 0,-1-1 0 0 0,0 0 0 0 0,0 1 0 0 0,1 0 0 0 0,1 1-7 0 0,0-1 0 0 0,1 1 0 0 0,-1 0 0 0 0,0-1 0 0 0,0 0 0 0 0,1 1 0 0 0,-1-1 0 0 0,1 0 0 0 0,5 1 0 0 0,27 6-36 0 0,-19-5 24 0 0,108 17 19 0 0,-31-6 0 0 0,-86-13 3 0 0,15 3-11 0 0,26 9 0 0 0,-42-12-2 0 0,-1 1 0 0 0,0 0 0 0 0,0 1 0 0 0,0-1-1 0 0,0 1 1 0 0,-1 0 0 0 0,1 0 0 0 0,-1 0 0 0 0,1 1 0 0 0,5 6 0 0 0,-8-8 5 0 0,-1 0 0 0 0,1 0 0 0 0,-1 0 0 0 0,1 1 0 0 0,-1-1 0 0 0,0 0 0 0 0,0 1 0 0 0,0-1 0 0 0,-1 1 0 0 0,1-1 0 0 0,-1 1-1 0 0,1-1 1 0 0,-1 1 0 0 0,0 0 0 0 0,0-1 0 0 0,0 1 0 0 0,0-1 0 0 0,0 1 0 0 0,0 0 0 0 0,-1-1 0 0 0,1 1 0 0 0,-1-1 0 0 0,0 1 0 0 0,0-1 0 0 0,0 0 0 0 0,0 1 0 0 0,0-1 0 0 0,-1 0 0 0 0,1 0 0 0 0,-4 4 0 0 0,0 1 30 0 0,-1-1 1 0 0,0 0 0 0 0,0 0 0 0 0,0 0 0 0 0,-1-1 0 0 0,0 0-1 0 0,0-1 1 0 0,-10 6 0 0 0,2-3-70 0 0,0-1-1 0 0,-1 0 1 0 0,0-2-1 0 0,-1 1 1 0 0,1-2-1 0 0,-1 0 1 0 0,1-1-1 0 0,-24 0 1 0 0,34-2-119 0 0,-1-1 0 0 0,1 0 0 0 0,0 0 0 0 0,0 0 0 0 0,0-1 0 0 0,-6-2-1 0 0,9 4-69 0 0,1-1 0 0 0,0 0 0 0 0,0 0-1 0 0,0 0 1 0 0,0 0 0 0 0,0-1 0 0 0,0 1-1 0 0,0 0 1 0 0,0-1 0 0 0,0 1 0 0 0,1-1-1 0 0,-1 0 1 0 0,0 0 0 0 0,1 1 0 0 0,0-1-1 0 0,-1 0 1 0 0,1 0 0 0 0,0 0 0 0 0,-1-3-1 0 0,1-9-2247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1:54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36 10135 0 0,'0'2'8171'0'0,"0"10"-7170"0"0,0 0-1 0 0,-1 0 1 0 0,0 0 0 0 0,-1 0-1 0 0,0-1 1 0 0,0 1 0 0 0,-6 13 0 0 0,3-12-473 0 0,2 0 1 0 0,0 0-1 0 0,0 0 1 0 0,1 1-1 0 0,0 22 1 0 0,2-33-507 0 0,0 0 0 0 0,0 0-1 0 0,1 0 1 0 0,-1 0 0 0 0,1 0 0 0 0,0 0-1 0 0,0 0 1 0 0,0 0 0 0 0,0-1 0 0 0,0 1-1 0 0,1 0 1 0 0,-1-1 0 0 0,1 1 0 0 0,0-1-1 0 0,0 0 1 0 0,0 1 0 0 0,0-1 0 0 0,0 0-1 0 0,0 0 1 0 0,0 0 0 0 0,1-1 0 0 0,-1 1-1 0 0,1 0 1 0 0,-1-1 0 0 0,1 0 0 0 0,0 1-1 0 0,0-1 1 0 0,-1 0 0 0 0,1 0 0 0 0,0-1-1 0 0,5 2 1 0 0,0-1-128 0 0,0-1-1 0 0,0 0 0 0 0,0 0 1 0 0,0 0-1 0 0,1-1 1 0 0,-1 0-1 0 0,0-1 1 0 0,0 0-1 0 0,0 0 1 0 0,10-5-1 0 0,-6 2-109 0 0,0 0 0 0 0,-1-1 0 0 0,0-1 1 0 0,0 0-1 0 0,0-1 0 0 0,-1 0 0 0 0,0 0 0 0 0,-1-1 0 0 0,11-12 1 0 0,-14 13 179 0 0,0 0 1 0 0,0-1-1 0 0,-1 0 1 0 0,0 0 0 0 0,0 0-1 0 0,-1-1 1 0 0,-1 0-1 0 0,1 1 1 0 0,-1-1 0 0 0,-1 0-1 0 0,0-1 1 0 0,0-9-1 0 0,0 7 103 0 0,-2 0 0 0 0,0 0 0 0 0,-1 0 0 0 0,-3-21 1644 0 0,4 36-1391 0 0,0 14-294 0 0,1 0-1 0 0,1 0 1 0 0,1 0 0 0 0,0 0-1 0 0,0-1 1 0 0,2 1-1 0 0,0-1 1 0 0,1 0 0 0 0,0 0-1 0 0,1-1 1 0 0,1 0-1 0 0,0 0 1 0 0,1-1 0 0 0,0 0-1 0 0,1 0 1 0 0,1-1 0 0 0,0-1-1 0 0,20 17 1 0 0,-23-21-582 0 0,-2-2-557 0 0,-1-1-1 0 0,2 1 0 0 0,-1-1 0 0 0,11 6 1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1:54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5983 0 0,'0'0'464'0'0,"0"2"-305"0"0,-2 4 1910 0 0,1 0 0 0 0,0 1 0 0 0,0-1-1 0 0,1 1 1 0 0,0-1 0 0 0,0 1 0 0 0,0-1 0 0 0,3 9 0 0 0,4 21 1951 0 0,1-3-4386 0 0,75 326 2436 0 0,-82-355-2069 0 0,6 36-20 0 0,-7-39-67 0 0,5-12-124 0 0,4-18 126 0 0,18-36 0 0 0,-23 57 67 0 0,0 0 1 0 0,1 0-1 0 0,0 0 1 0 0,1 1-1 0 0,0 0 1 0 0,0 0-1 0 0,0 0 1 0 0,13-11-1 0 0,-13 15 19 0 0,-1 0 0 0 0,1 0 0 0 0,-1 0 0 0 0,1 1 0 0 0,0 0 0 0 0,0 0 0 0 0,0 0 0 0 0,0 1 0 0 0,1-1 0 0 0,-1 2 0 0 0,0-1 0 0 0,0 1 0 0 0,1 0 0 0 0,-1 0 0 0 0,8 2 0 0 0,-5-1 1 0 0,-1 0 0 0 0,1 1 0 0 0,-1 1 0 0 0,0-1 0 0 0,0 1-1 0 0,0 1 1 0 0,-1-1 0 0 0,1 1 0 0 0,-1 1 0 0 0,13 9 0 0 0,-17-12-3 0 0,0 1 0 0 0,-1 0 0 0 0,0-1 0 0 0,1 1 0 0 0,-1 0 0 0 0,0 0 0 0 0,0 0 0 0 0,0 1 0 0 0,-1-1 0 0 0,1 0 0 0 0,-1 1 0 0 0,0-1 0 0 0,0 1 0 0 0,0-1 0 0 0,0 1 0 0 0,-1 0 0 0 0,1-1 0 0 0,-1 1 0 0 0,0 0 0 0 0,0-1 0 0 0,-1 1 0 0 0,1 0 0 0 0,-1-1 0 0 0,1 1 0 0 0,-1-1 0 0 0,0 1 0 0 0,0-1 0 0 0,-3 5 0 0 0,0 1 0 0 0,0 1 0 0 0,-1-2 0 0 0,-1 1 0 0 0,1 0 0 0 0,-1-1 0 0 0,-1 0 0 0 0,1 0 0 0 0,-2-1 0 0 0,-7 7 0 0 0,0-3-367 0 0,0 0-1 0 0,-1-1 1 0 0,0-1 0 0 0,0-1-1 0 0,-1 0 1 0 0,0-1 0 0 0,0-1-1 0 0,-1 0 1 0 0,-34 5 0 0 0,51-11 215 0 0,1 0 0 0 0,0 0 0 0 0,-1 0 0 0 0,1 0 0 0 0,0 0 0 0 0,0 0 0 0 0,-1-1 0 0 0,1 1 0 0 0,0 0 1 0 0,0 0-1 0 0,-1 0 0 0 0,1 0 0 0 0,0-1 0 0 0,0 1 0 0 0,-1 0 0 0 0,1 0 0 0 0,0-1 0 0 0,0 1 0 0 0,0 0 0 0 0,-1 0 0 0 0,1-1 1 0 0,0 1-1 0 0,0 0 0 0 0,0 0 0 0 0,0-1 0 0 0,0 1 0 0 0,0 0 0 0 0,0-1 0 0 0,0 1 0 0 0,0 0 0 0 0,0-1 0 0 0,0 1 0 0 0,0-1 1 0 0,2-7-2083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1:55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0 5063 0 0,'0'0'17252'0'0,"-1"2"-15944"0"0,-28 37 2467 0 0,16-24-2721 0 0,-13 22 0 0 0,8-5-268 0 0,-24 54 1 0 0,40-81-761 0 0,1 0 0 0 0,-1 0 0 0 0,1 0 0 0 0,0 0 0 0 0,0 1 0 0 0,0-1 0 0 0,1 0-1 0 0,0 7 1 0 0,0-10-41 0 0,0 0 0 0 0,1 0 0 0 0,-1 1-1 0 0,1-1 1 0 0,-1 0 0 0 0,1 0-1 0 0,0 0 1 0 0,0 0 0 0 0,0 0 0 0 0,0 0-1 0 0,0 0 1 0 0,0 0 0 0 0,0 0 0 0 0,1 0-1 0 0,-1 0 1 0 0,1-1 0 0 0,-1 1-1 0 0,1-1 1 0 0,0 1 0 0 0,-1-1 0 0 0,3 2-1 0 0,2 0-249 0 0,0-1 0 0 0,0 0 0 0 0,1 0-1 0 0,-1 0 1 0 0,0 0 0 0 0,1-1-1 0 0,-1 0 1 0 0,0-1 0 0 0,1 0 0 0 0,-1 1-1 0 0,1-2 1 0 0,12-1 0 0 0,3-2-1687 0 0,1-1 1 0 0,26-10 0 0 0,-26 6-532 0 0,0-2-69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1:55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27 5527 0 0,'0'0'250'0'0,"0"-2"-2"0"0,0 2 273 0 0,0-1 1 0 0,0 0 0 0 0,0 0 0 0 0,0 0-1 0 0,0 1 1 0 0,-1-1 0 0 0,1 0 0 0 0,0 0-1 0 0,0 1 1 0 0,0-1 0 0 0,-1 0-1 0 0,1 0 1 0 0,0 1 0 0 0,-1-1 0 0 0,1 0-1 0 0,-1 1 1 0 0,1-1 0 0 0,-2-1 1043 0 0,1 1-1043 0 0,0 0-111 0 0,0 1 0 0 0,0-1 0 0 0,0 1 0 0 0,0 0-1 0 0,0-1 1 0 0,0 1 0 0 0,0 0 0 0 0,0 0 0 0 0,0 0 0 0 0,0 0 0 0 0,-1 0 0 0 0,1 0 0 0 0,0 0 0 0 0,-1 0 0 0 0,-2 1 204 0 0,0 0 1 0 0,0 0-1 0 0,0 1 0 0 0,0-1 1 0 0,-6 4-1 0 0,3 0-262 0 0,0 0 1 0 0,1 1-1 0 0,-1-1 0 0 0,1 1 1 0 0,0 0-1 0 0,1 1 0 0 0,-10 13 1 0 0,5-5-59 0 0,1 1 0 0 0,-12 27 0 0 0,20-39-295 0 0,0-1 0 0 0,-1 1 0 0 0,1-1 0 0 0,0 1 0 0 0,1-1-1 0 0,-1 1 1 0 0,0 0 0 0 0,1-1 0 0 0,0 1 0 0 0,0 0 0 0 0,0-1 0 0 0,1 1 0 0 0,-1 0 0 0 0,2 4 0 0 0,-1-6-28 0 0,0-1 0 0 0,0 1 0 0 0,1-1 1 0 0,-1 1-1 0 0,0-1 0 0 0,1 1 1 0 0,-1-1-1 0 0,1 0 0 0 0,0 0 0 0 0,-1 0 1 0 0,1 0-1 0 0,0 0 0 0 0,0 0 0 0 0,0 0 1 0 0,2 0-1 0 0,2 2-91 0 0,1 0-23 0 0,0-1 1 0 0,0 1-1 0 0,0-1 1 0 0,1-1-1 0 0,-1 1 0 0 0,1-1 1 0 0,13 0-1 0 0,-6-1-175 0 0,-1-1-1 0 0,0 0 1 0 0,18-4-1 0 0,-21 2 75 0 0,-1 1 1 0 0,1-1-1 0 0,-1-1 0 0 0,13-6 0 0 0,-19 9 218 0 0,-1-1-1 0 0,0 0 1 0 0,-1 0 0 0 0,1 0 0 0 0,0 0 0 0 0,0-1-1 0 0,-1 1 1 0 0,0-1 0 0 0,1 1 0 0 0,-1-1 0 0 0,0 0 0 0 0,0 0-1 0 0,0 0 1 0 0,-1 0 0 0 0,1 0 0 0 0,-1-1 0 0 0,1-3-1 0 0,0 3 64 0 0,-1-2-1 0 0,-1 1 1 0 0,1 0-1 0 0,-1 0 1 0 0,0 0-1 0 0,0 0 1 0 0,0 0-1 0 0,-1 0 0 0 0,1 0 1 0 0,-1 0-1 0 0,-1 0 1 0 0,1 0-1 0 0,-1 0 1 0 0,0 0-1 0 0,0 1 1 0 0,0-1-1 0 0,0 0 0 0 0,-1 1 1 0 0,0 0-1 0 0,-4-5 1 0 0,3 3-316 0 0,-1 2-1 0 0,1-1 1 0 0,-1 0 0 0 0,-1 1 0 0 0,1 0-1 0 0,0 0 1 0 0,-1 1 0 0 0,0-1 0 0 0,0 1-1 0 0,0 1 1 0 0,0-1 0 0 0,0 1 0 0 0,0 0 0 0 0,-1 0-1 0 0,-7-1 1 0 0,-12-1-3718 0 0,14 2-2996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1:56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201 338 9215 0 0,'-2'0'6640'0'0,"-2"0"-5472"0"0,-1 0 0 0 0,0 1 0 0 0,0 0 0 0 0,1 0 0 0 0,-1 0 0 0 0,1 0 0 0 0,-9 4-1 0 0,5-1-279 0 0,0 1 0 0 0,0 0 0 0 0,-11 8 0 0 0,0 5 43 0 0,-33 35 0 0 0,47-47-809 0 0,0 0 0 0 0,1 0-1 0 0,-1 0 1 0 0,1 1 0 0 0,1 0-1 0 0,-6 11 1 0 0,8-16-125 0 0,0 0 0 0 0,1 0 0 0 0,-1 0 0 0 0,1-1 0 0 0,-1 1 0 0 0,1 0-1 0 0,0 0 1 0 0,0 0 0 0 0,0 0 0 0 0,0 0 0 0 0,0-1 0 0 0,0 1 0 0 0,1 0 0 0 0,-1 0 0 0 0,0 0-1 0 0,1 0 1 0 0,0-1 0 0 0,-1 1 0 0 0,1 0 0 0 0,0 0 0 0 0,0-1 0 0 0,0 1 0 0 0,0-1 0 0 0,0 1 0 0 0,0-1-1 0 0,0 1 1 0 0,1-1 0 0 0,-1 0 0 0 0,0 1 0 0 0,1-1 0 0 0,-1 0 0 0 0,3 1 0 0 0,2 1-155 0 0,1 0 1 0 0,-1 0 0 0 0,1 0-1 0 0,-1-1 1 0 0,1 0-1 0 0,0-1 1 0 0,0 1 0 0 0,0-1-1 0 0,0-1 1 0 0,0 1 0 0 0,12-2-1 0 0,7-1-1290 0 0,45-11 0 0 0,-60 11 1238 0 0,-1-1-138 0 0,1-1 0 0 0,-1 0-1 0 0,0 0 1 0 0,0-1 0 0 0,0-1-1 0 0,0 1 1 0 0,-1-2 0 0 0,11-8-1 0 0,-18 13 322 0 0,0-1-1 0 0,0 1 0 0 0,-1 0 0 0 0,1 0 0 0 0,-1-1 1 0 0,1 1-1 0 0,-1-1 0 0 0,0 0 0 0 0,0 1 0 0 0,0-1 0 0 0,0 0 1 0 0,0 1-1 0 0,0-1 0 0 0,-1 0 0 0 0,0 0 0 0 0,1 0 1 0 0,-1 0-1 0 0,-1-3 0 0 0,1 1 60 0 0,0 1 0 0 0,0 0 0 0 0,-1 0 0 0 0,0 0 0 0 0,0 0 0 0 0,0 0-1 0 0,0 0 1 0 0,-1 1 0 0 0,1-1 0 0 0,-1 0 0 0 0,0 0 0 0 0,-3-4 0 0 0,0 3-53 0 0,0 0-1 0 0,0 0 0 0 0,0 1 1 0 0,0 0-1 0 0,-1-1 1 0 0,1 2-1 0 0,-1-1 0 0 0,0 1 1 0 0,-1 0-1 0 0,1 0 0 0 0,-11-3 1 0 0,12 4-418 0 0,-1 1 0 0 0,1 0 1 0 0,-1 0-1 0 0,1 1 0 0 0,-1-1 0 0 0,0 1 1 0 0,1 0-1 0 0,-11 2 0 0 0</inkml:trace>
  <inkml:trace contextRef="#ctx0" brushRef="#br0" timeOffset="1">564 2 21391 0 0,'0'0'1943'0'0,"2"0"-1603"0"0,4-1-215 0 0,-5 1-81 0 0,-1 0-1 0 0,1 0 1 0 0,-1 1-1 0 0,1-1 1 0 0,-1 0-1 0 0,1 1 1 0 0,-1-1-1 0 0,0 0 0 0 0,1 1 1 0 0,-1-1-1 0 0,0 1 1 0 0,1-1-1 0 0,-1 1 1 0 0,0-1-1 0 0,1 1 1 0 0,-1-1-1 0 0,0 1 1 0 0,0-1-1 0 0,0 1 1 0 0,1 0-1 0 0,-1 0 71 0 0,2 3 143 0 0,0 0 0 0 0,-1 1 0 0 0,0-1 0 0 0,0 1 0 0 0,0-1 0 0 0,0 1 0 0 0,-1 0-1 0 0,1 6 1 0 0,-5 41 2064 0 0,0-20-1596 0 0,1 30 288 0 0,5 72 0 0 0,-1-115-1017 0 0,2 1 0 0 0,0-1 0 0 0,1 0 0 0 0,0 0 0 0 0,2 0 1 0 0,0 0-1 0 0,1-1 0 0 0,10 17 0 0 0,-15-32-259 0 0,0 1 1 0 0,0-1-1 0 0,0 0 0 0 0,1 0 1 0 0,-1 0-1 0 0,1 0 0 0 0,-1-1 1 0 0,1 1-1 0 0,0-1 0 0 0,0 1 1 0 0,0-1-1 0 0,1 0 0 0 0,-1 0 1 0 0,0-1-1 0 0,4 3 0 0 0,-5-4-20 0 0,-1 0 0 0 0,1-1 0 0 0,-1 1 0 0 0,1 0 0 0 0,-1 0 0 0 0,0-1 0 0 0,1 1 0 0 0,-1-1 0 0 0,1 1 0 0 0,-1-1 0 0 0,0 1 0 0 0,2-2 0 0 0,2 0-516 0 0,6-3-800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1:56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0 265 10135 0 0,'5'9'11166'0'0,"-2"-8"-10557"0"0,0 0 0 0 0,0 0 0 0 0,-1 0 0 0 0,1-1 1 0 0,0 1-1 0 0,0-1 0 0 0,0 1 0 0 0,0-1 0 0 0,0 0 1 0 0,5 0-1 0 0,-1-1-248 0 0,-1 0-1 0 0,0-1 1 0 0,0 0 0 0 0,10-3-1 0 0,0-3-359 0 0,0 0-1 0 0,25-18 1 0 0,-21 12-22 0 0,0-1 1 0 0,30-31-1 0 0,-41 37-49 0 0,-1 0 0 0 0,0-1-1 0 0,-1 0 1 0 0,0-1 0 0 0,0 0 0 0 0,-1 0-1 0 0,6-14 1 0 0,-11 22 41 0 0,-1 0-1 0 0,1 0 1 0 0,0 0 0 0 0,-1 0-1 0 0,1 0 1 0 0,-1 0 0 0 0,0 0-1 0 0,0 0 1 0 0,0 0 0 0 0,-1-3 0 0 0,1 5 20 0 0,0 0 1 0 0,0 0-1 0 0,-1 0 1 0 0,1 0 0 0 0,0 0-1 0 0,-1 0 1 0 0,1 1-1 0 0,0-1 1 0 0,-1 0 0 0 0,1 0-1 0 0,-1 0 1 0 0,1 1 0 0 0,-1-1-1 0 0,0 0 1 0 0,1 1-1 0 0,-1-1 1 0 0,0 0 0 0 0,0 1-1 0 0,1-1 1 0 0,-1 1-1 0 0,0-1 1 0 0,0 1 0 0 0,0-1-1 0 0,0 1 1 0 0,1 0 0 0 0,-1-1-1 0 0,0 1 1 0 0,0 0-1 0 0,0 0 1 0 0,0 0 0 0 0,0 0-1 0 0,0 0 1 0 0,0 0-1 0 0,-2 0 1 0 0,-4 1 19 0 0,0 0-1 0 0,-1 1 1 0 0,1 0-1 0 0,0 1 1 0 0,0-1-1 0 0,0 1 1 0 0,0 1-1 0 0,0-1 1 0 0,1 1-1 0 0,-1 1 1 0 0,1-1-1 0 0,0 1 1 0 0,1 0-1 0 0,-1 0 1 0 0,-6 9-1 0 0,3-3 11 0 0,0 0 0 0 0,1 0 0 0 0,0 1 0 0 0,1 1 0 0 0,0-1 0 0 0,1 1 0 0 0,-6 19 0 0 0,10-27-287 0 0,0 0 0 0 0,1 1 1 0 0,0-1-1 0 0,0 1 0 0 0,1-1 0 0 0,0 1 0 0 0,-1-1 0 0 0,2 1 0 0 0,-1 0 1 0 0,1-1-1 0 0,0 1 0 0 0,3 9 0 0 0,-3-12-94 0 0,0 1 0 0 0,1-1 0 0 0,0 1 0 0 0,0-1 0 0 0,0 0 0 0 0,0 0 0 0 0,0 0 0 0 0,1 0 0 0 0,0 0 0 0 0,-1-1 0 0 0,1 1 0 0 0,0-1 0 0 0,0 0 0 0 0,0 1 0 0 0,0-1 0 0 0,1-1 0 0 0,-1 1 0 0 0,1 0 0 0 0,5 1 0 0 0,15 3-7512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1:57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183 448 5983 0 0,'12'-9'1029'0'0,"0"-1"-1"0"0,15-18 1 0 0,-22 23 9 0 0,0-1 1 0 0,-1 0 0 0 0,0 0-1 0 0,0 0 1 0 0,0 0 0 0 0,-1-1-1 0 0,4-9 1 0 0,-7 15-891 0 0,1 0 0 0 0,-1 0 0 0 0,0 0-1 0 0,0 0 1 0 0,1 0 0 0 0,-1 0 0 0 0,0 0 0 0 0,0 0 0 0 0,0-1 0 0 0,0 1-1 0 0,0 0 1 0 0,-1 0 0 0 0,1 0 0 0 0,0 0 0 0 0,0 0 0 0 0,-1 0 0 0 0,1 0 0 0 0,-1 0-1 0 0,1 0 1 0 0,-1 0 0 0 0,1 0 0 0 0,-2-1 0 0 0,1 1 57 0 0,0 0 1 0 0,-1-1-1 0 0,1 1 1 0 0,-1 0-1 0 0,1 0 1 0 0,-1 1-1 0 0,1-1 1 0 0,-1 0-1 0 0,0 0 1 0 0,1 1-1 0 0,-1-1 1 0 0,-2 0-1 0 0,-2 0 133 0 0,1 1-1 0 0,0-1 1 0 0,-1 1 0 0 0,1 0-1 0 0,0 0 1 0 0,-1 1-1 0 0,1-1 1 0 0,-7 3-1 0 0,2 1 18 0 0,-1 0 0 0 0,1 0-1 0 0,0 2 1 0 0,-18 11-1 0 0,-33 32 696 0 0,53-43-904 0 0,1 2 0 0 0,0-1 0 0 0,0 0-1 0 0,-6 11 1 0 0,11-15-116 0 0,0 0 0 0 0,0 0 0 0 0,1 0-1 0 0,-1 0 1 0 0,1 1 0 0 0,0-1 0 0 0,-1 0-1 0 0,1 1 1 0 0,1-1 0 0 0,-1 1 0 0 0,0-1 0 0 0,1 1-1 0 0,0-1 1 0 0,0 7 0 0 0,0-9-52 0 0,1 1 0 0 0,-1-1 0 0 0,1 1 0 0 0,-1-1 0 0 0,1 1 0 0 0,0-1 0 0 0,0 0 1 0 0,0 1-1 0 0,0-1 0 0 0,0 0 0 0 0,0 0 0 0 0,0 0 0 0 0,0 0 0 0 0,0 1 0 0 0,0-1 0 0 0,0-1 0 0 0,1 1 0 0 0,-1 0 0 0 0,0 0 0 0 0,1 0 0 0 0,-1-1 0 0 0,3 1 0 0 0,0 1-74 0 0,1 0-1 0 0,0-1 0 0 0,0 0 0 0 0,0-1 1 0 0,6 1-1 0 0,-3 0-154 0 0,1-2 1 0 0,-1 1-1 0 0,0-1 0 0 0,0-1 1 0 0,0 1-1 0 0,1-2 1 0 0,-2 1-1 0 0,1-1 1 0 0,0 0-1 0 0,0 0 0 0 0,-1-1 1 0 0,10-6-1 0 0,-7 3 63 0 0,0 0-1 0 0,-1-1 1 0 0,0-1-1 0 0,0 1 1 0 0,-1-1-1 0 0,0 0 1 0 0,12-18-1 0 0,-14 15 138 0 0,0 0-1 0 0,0 0 0 0 0,4-16 0 0 0,8-19-34 0 0,8-10 530 0 0,27-90 0 0 0,-51 138-218 0 0,1 1 0 0 0,-1 0-1 0 0,-1-1 1 0 0,0 0 0 0 0,0 1 0 0 0,0-1 0 0 0,-1 0-1 0 0,-2-16 1 0 0,1 24 281 0 0,0 1-408 0 0,0 0 1 0 0,-1 1 0 0 0,1-1 0 0 0,0 1-1 0 0,0-1 1 0 0,-1 1 0 0 0,1 0 0 0 0,0-1-1 0 0,0 1 1 0 0,0 0 0 0 0,0 0 0 0 0,0 0-1 0 0,0 0 1 0 0,0 0 0 0 0,0 0 0 0 0,-2 2-1 0 0,-11 19 420 0 0,4-3-373 0 0,1 0 0 0 0,1 1 0 0 0,1-1 1 0 0,0 1-1 0 0,2 1 0 0 0,0-1 0 0 0,-3 37 0 0 0,6-29 25 0 0,2-1 1 0 0,0 1 0 0 0,2-1 0 0 0,1 1-1 0 0,9 39 1 0 0,13 10-670 0 0,-16-54-1499 0 0,10 47 0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1:57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14 22319 0 0,'0'0'1024'0'0,"-2"-8"328"0"0,0 2 1119 0 0,0 7-899 0 0,-3 15-335 0 0,-2 23-872 0 0,2 4 104 0 0,1 48-1 0 0,4-69-285 0 0,1 0-1 0 0,1 0 1 0 0,11 43-1 0 0,-11-57-158 0 0,0 0 0 0 0,1 0 1 0 0,0-1-1 0 0,1 1 0 0 0,0-1 0 0 0,0 0 0 0 0,0 0 0 0 0,11 12 1 0 0,-13-17-31 0 0,0 0 0 0 0,0 0 1 0 0,0 0-1 0 0,0 0 0 0 0,0-1 0 0 0,1 1 1 0 0,-1-1-1 0 0,1 1 0 0 0,-1-1 1 0 0,1 0-1 0 0,-1 0 0 0 0,1 0 1 0 0,0 0-1 0 0,-1-1 0 0 0,1 1 0 0 0,0-1 1 0 0,0 0-1 0 0,-1 0 0 0 0,1 1 1 0 0,0-2-1 0 0,0 1 0 0 0,-1 0 1 0 0,1-1-1 0 0,0 1 0 0 0,0-1 0 0 0,-1 0 1 0 0,1 0-1 0 0,-1 0 0 0 0,5-2 1 0 0,-1 0-20 0 0,-1-1 0 0 0,0 1 1 0 0,0-1-1 0 0,0 0 0 0 0,-1 0 0 0 0,1-1 1 0 0,-1 1-1 0 0,0-1 0 0 0,0 0 1 0 0,5-10-1 0 0,2-6-124 0 0,13-32 1 0 0,-17 37 134 0 0,4-12 4 0 0,-7 16 1 0 0,1 0 0 0 0,0 1 0 0 0,0 0 1 0 0,1 0-1 0 0,0 0 0 0 0,10-11 0 0 0,-11 17 26 0 0,-4 5-7 0 0,-1 0-1 0 0,1 0 0 0 0,-1 0 1 0 0,1 0-1 0 0,-1 0 0 0 0,1 0 1 0 0,-1 1-1 0 0,1-1 0 0 0,-1 0 1 0 0,0 0-1 0 0,1 1 0 0 0,-1-1 1 0 0,1 0-1 0 0,-1 1 0 0 0,0-1 1 0 0,1 1-1 0 0,-1-1 0 0 0,0 0 1 0 0,1 1-1 0 0,-1-1 3 0 0,3 4 13 0 0,0 1-1 0 0,0-1 1 0 0,0 0 0 0 0,-1 0-1 0 0,0 1 1 0 0,1 0-1 0 0,1 8 1 0 0,8 37 239 0 0,-4-13-173 0 0,-6-29-452 0 0,0-1-1 0 0,1 0 0 0 0,0 0 1 0 0,0 0-1 0 0,1 0 1 0 0,0 0-1 0 0,0-1 1 0 0,9 11-1 0 0,-11-15 237 0 0,-1-1 0 0 0,1 1-1 0 0,0 0 1 0 0,-1-1-1 0 0,1 0 1 0 0,0 1-1 0 0,0-1 1 0 0,0 0-1 0 0,0 0 1 0 0,0 0 0 0 0,0 0-1 0 0,1 0 1 0 0,-1 0-1 0 0,0-1 1 0 0,0 1-1 0 0,1-1 1 0 0,-1 1-1 0 0,0-1 1 0 0,1 0 0 0 0,-1 0-1 0 0,0 0 1 0 0,1 0-1 0 0,-1-1 1 0 0,0 1-1 0 0,1-1 1 0 0,-1 1-1 0 0,0-1 1 0 0,0 0 0 0 0,0 0-1 0 0,0 0 1 0 0,1 0-1 0 0,2-2 1 0 0,4-4-1650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1:57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4607 0 0,'0'0'354'0'0,"-15"4"9151"0"0,14-3-8916 0 0,0 0 1 0 0,0 0-1 0 0,0 0 0 0 0,0-1 1 0 0,0 1-1 0 0,0 0 1 0 0,1 0-1 0 0,-1 0 0 0 0,0 1 1 0 0,1-1-1 0 0,-1 0 0 0 0,1 0 1 0 0,-1 0-1 0 0,1 0 1 0 0,-1 1-1 0 0,1-1 0 0 0,0 0 1 0 0,0 3-1 0 0,0-2-393 0 0,0 1-1 0 0,0-1 0 0 0,0 1 1 0 0,1-1-1 0 0,-1 0 0 0 0,1 1 1 0 0,0-1-1 0 0,0 0 1 0 0,1 4-1 0 0,1 0-613 0 0,1-1 1 0 0,-1 1-1 0 0,1-1 1 0 0,1 0-1 0 0,-1 0 1 0 0,10 8-1 0 0,3 1-1382 0 0,1-1 0 0 0,1 0-1 0 0,0-2 1 0 0,25 12 0 0 0,-21-14-4223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1:58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79 2759 0 0,'2'-1'207'0'0,"13"-8"-861"0"0,0-3 4523 0 0,-13 10-3075 0 0,-1 0 0 0 0,1 1 1 0 0,-1-1-1 0 0,1 0 0 0 0,-1 0 0 0 0,0 0 0 0 0,1 0 0 0 0,-1-1 1 0 0,0 1-1 0 0,0 0 0 0 0,-1 0 0 0 0,1-1 0 0 0,0-2 0 0 0,1-12 3457 0 0,-9 13-2093 0 0,3 3-1887 0 0,0 0 0 0 0,0 0 0 0 0,0 1 0 0 0,-1-1 0 0 0,1 1 0 0 0,0 0 0 0 0,0 0 0 0 0,0 1 0 0 0,0-1-1 0 0,0 1 1 0 0,0 0 0 0 0,0 0 0 0 0,0 0 0 0 0,0 1 0 0 0,0-1 0 0 0,-4 3 0 0 0,-6 5 102 0 0,-1-1 0 0 0,-21 19 1 0 0,14-10 106 0 0,18-15-431 0 0,-2 2 22 0 0,-1 1 0 0 0,1-1 0 0 0,0 1 0 0 0,0 0 0 0 0,1 0-1 0 0,-1 1 1 0 0,1-1 0 0 0,1 1 0 0 0,-1 1 0 0 0,-5 8 0 0 0,7-1-19 0 0,5-9-27 0 0,-1-4-22 0 0,0 0-29 0 0,1 1 0 0 0,-1-1 0 0 0,0 1 0 0 0,1-1 0 0 0,-1 0 1 0 0,1 0-1 0 0,-1 1 0 0 0,1-1 0 0 0,-1 0 0 0 0,1 0 0 0 0,0 0 0 0 0,0-1 0 0 0,-1 1 0 0 0,1 0 0 0 0,0-1 1 0 0,0 1-1 0 0,0-1 0 0 0,0 0 0 0 0,0 1 0 0 0,3-1 0 0 0,5 0-187 0 0,0 0-1 0 0,16-1 1 0 0,-17 0 151 0 0,-1 0-1 0 0,1-1 1 0 0,-1 0-1 0 0,1-1 1 0 0,-1 0 0 0 0,0 0-1 0 0,0 0 1 0 0,0-1-1 0 0,9-6 1 0 0,-8 5 62 0 0,-2 2 17 0 0,-6 2 74 0 0,1 1 85 0 0,-1 0-157 0 0,-1 0 1 0 0,0 0-1 0 0,1 0 1 0 0,-1 0-1 0 0,0 0 1 0 0,1 0-1 0 0,-1 0 1 0 0,1 0-1 0 0,-1 0 1 0 0,0 0-1 0 0,1 0 1 0 0,-1 0-1 0 0,0 0 1 0 0,1 0-1 0 0,-1 0 1 0 0,0 0-1 0 0,1 1 1 0 0,-1-1-1 0 0,0 0 1 0 0,1 0-1 0 0,-1 0 1 0 0,1 1-1 0 0,1 4 103 0 0,1 0-1 0 0,-1 0 1 0 0,0 0 0 0 0,0 0-1 0 0,0 0 1 0 0,-1 1 0 0 0,0-1-1 0 0,1 8 1 0 0,1 51 433 0 0,-2-25-297 0 0,1-17-130 0 0,9 111 271 0 0,-7-100-404 0 0,2-1 0 0 0,10 33 0 0 0,-15-63-807 0 0,2 10 1979 0 0,-1-9-3966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1:58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1 291 13823 0 0,'0'0'1247'0'0,"1"2"-1023"0"0,0 1 283 0 0,1 0 0 0 0,0-1 0 0 0,0 1 0 0 0,0 0 0 0 0,0-1 0 0 0,0 1 1 0 0,1-1-1 0 0,-1 0 0 0 0,1 0 0 0 0,-1 0 0 0 0,1 0 0 0 0,4 2 0 0 0,-1-1 181 0 0,-1-1 0 0 0,1 0-1 0 0,0 0 1 0 0,0 0 0 0 0,-1-1-1 0 0,10 1 1 0 0,-1-1-233 0 0,0-1 0 0 0,0 0-1 0 0,1-1 1 0 0,-1 0 0 0 0,17-5-1 0 0,-10 2-355 0 0,-1-1-1 0 0,0-1 1 0 0,0-1-1 0 0,0-1 1 0 0,-1 0-1 0 0,0-2 0 0 0,-1 0 1 0 0,0-1-1 0 0,-1-1 1 0 0,0-1-1 0 0,28-27 1 0 0,-13 6-106 0 0,-2-2 1 0 0,49-75 0 0 0,-74 101 6 0 0,-2 3 23 0 0,-11 25 295 0 0,5-13-275 0 0,0 1 0 0 0,1 0-1 0 0,-1 0 1 0 0,2 1 0 0 0,-3 5-1 0 0,2 6 48 0 0,0-1 0 0 0,1 1 0 0 0,0 19 0 0 0,2-31-80 0 0,-1 0 0 0 0,1 0 0 0 0,0 1 0 0 0,1-1 0 0 0,-1 0-1 0 0,1 0 1 0 0,1 0 0 0 0,-1 0 0 0 0,1-1 0 0 0,0 1 0 0 0,7 10 0 0 0,-6-12-35 0 0,0 1 0 0 0,0-1 0 0 0,0 1 0 0 0,1-1 0 0 0,0-1 0 0 0,0 1 0 0 0,0-1 0 0 0,0 0 0 0 0,9 5 0 0 0,-11-7-21 0 0,0 0 1 0 0,0 0-1 0 0,0 0 0 0 0,0-1 1 0 0,0 1-1 0 0,0-1 0 0 0,0 0 1 0 0,0 0-1 0 0,0 0 0 0 0,0 0 1 0 0,0 0-1 0 0,0-1 0 0 0,0 1 1 0 0,0-1-1 0 0,0 0 0 0 0,0 0 1 0 0,-1 0-1 0 0,1 0 0 0 0,0 0 1 0 0,0 0-1 0 0,3-4 0 0 0,0 1-33 0 0,0-1 0 0 0,-1 0-1 0 0,1 0 1 0 0,-1-1 0 0 0,-1 0 0 0 0,1 0-1 0 0,-1 0 1 0 0,0 0 0 0 0,4-8-1 0 0,3-9-53 0 0,10-34 0 0 0,-5 13-109 0 0,-9 23 199 0 0,-6 19 598 0 0,-1 4-346 0 0,-1 29 382 0 0,0-10-298 0 0,1-1 0 0 0,3 22 1 0 0,-3-36-273 0 0,1-1 0 0 0,0 1 1 0 0,1-1-1 0 0,-1 0 0 0 0,1 0 1 0 0,0 0-1 0 0,0 0 0 0 0,1 0 1 0 0,-1 0-1 0 0,1 0 1 0 0,0-1-1 0 0,7 8 0 0 0,-6-9-55 0 0,-1 0 0 0 0,1 0 0 0 0,1 0 0 0 0,-1-1 0 0 0,0 0 0 0 0,0 0 0 0 0,1 0 0 0 0,-1 0 0 0 0,1-1 0 0 0,0 0 0 0 0,-1 0 0 0 0,1 0 0 0 0,0 0 0 0 0,0-1 0 0 0,-1 0 0 0 0,1 0 0 0 0,0 0 0 0 0,0-1-1 0 0,-1 1 1 0 0,1-1 0 0 0,0 0 0 0 0,0 0 0 0 0,-1-1 0 0 0,1 0 0 0 0,-1 1 0 0 0,0-1 0 0 0,1-1 0 0 0,-1 1 0 0 0,4-4 0 0 0,-4 2-35 0 0,0 1-1 0 0,0-1 1 0 0,0-1-1 0 0,0 1 1 0 0,-1-1-1 0 0,0 1 1 0 0,5-9 0 0 0,14-38-309 0 0,-21 49 367 0 0,2-6-26 0 0,36-96-219 0 0,-39 102 1056 0 0,11 23-151 0 0,-7-6-648 0 0,2 6 253 0 0,12 30 1 0 0,-16-46-550 0 0,1 0 1 0 0,-1-1-1 0 0,1 1 0 0 0,-1-1 1 0 0,1 0-1 0 0,1 0 1 0 0,-1 0-1 0 0,1 0 0 0 0,-1 0 1 0 0,1-1-1 0 0,7 6 1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1:59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37 19439 0 0,'-13'-13'864'0'0,"7"9"168"0"0,-4 0-824 0 0,3 0-208 0 0,1 1 0 0 0,-1-2 280 0 0,1 2 2000 0 0,9 13-3584 0 0,4 1-328 0 0,2-1-64 0 0,3 3-6264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1:59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235 391 14399 0 0,'2'0'662'0'0,"2"-2"-458"0"0,1-1-1 0 0,-1 1 1 0 0,0 0 0 0 0,0-1 0 0 0,0 0 0 0 0,0 0 0 0 0,0 0 0 0 0,-1-1 0 0 0,1 1 0 0 0,-1-1 0 0 0,0 0 0 0 0,4-7 0 0 0,-4 8 182 0 0,-1-1 1 0 0,1 0 0 0 0,-1-1-1 0 0,0 1 1 0 0,-1 0 0 0 0,1 0-1 0 0,-1-1 1 0 0,0 1-1 0 0,0-1 1 0 0,0 1 0 0 0,-1-1-1 0 0,1 1 1 0 0,-1-1 0 0 0,-1-4-1 0 0,1 7-289 0 0,-1 0-1 0 0,1 0 1 0 0,-1 0 0 0 0,1 0-1 0 0,-1 0 1 0 0,0 0 0 0 0,0 0-1 0 0,0 0 1 0 0,0 0 0 0 0,0 1-1 0 0,-1-1 1 0 0,1 0 0 0 0,0 1-1 0 0,-1-1 1 0 0,0 1 0 0 0,1 0-1 0 0,-1-1 1 0 0,1 1 0 0 0,-1 0-1 0 0,0 0 1 0 0,0 0 0 0 0,0 0-1 0 0,0 0 1 0 0,0 1 0 0 0,0-1-1 0 0,-3 0 1 0 0,2 0 15 0 0,-1 0 0 0 0,0 1-1 0 0,0 0 1 0 0,0-1 0 0 0,0 1 0 0 0,1 1-1 0 0,-1-1 1 0 0,0 1 0 0 0,0-1 0 0 0,0 1-1 0 0,1 0 1 0 0,-1 0 0 0 0,-4 3 0 0 0,-20 10 454 0 0,1 1 1 0 0,1 1-1 0 0,0 1 0 0 0,-43 40 1 0 0,65-53-501 0 0,0 0 1 0 0,0 1 0 0 0,0-1-1 0 0,1 1 1 0 0,0-1 0 0 0,0 1-1 0 0,0 0 1 0 0,-3 10-1 0 0,5-13-68 0 0,1 0 0 0 0,-1 0-1 0 0,1 0 1 0 0,0 0-1 0 0,-1 0 1 0 0,1 0-1 0 0,0 0 1 0 0,0 0-1 0 0,1 0 1 0 0,-1 0-1 0 0,0 0 1 0 0,1 0-1 0 0,-1 0 1 0 0,1-1-1 0 0,-1 1 1 0 0,1 0 0 0 0,0 0-1 0 0,0 0 1 0 0,0 0-1 0 0,0-1 1 0 0,0 1-1 0 0,0-1 1 0 0,0 1-1 0 0,1-1 1 0 0,-1 1-1 0 0,1-1 1 0 0,2 3-1 0 0,1-1-90 0 0,0 0 0 0 0,1 0 0 0 0,-1 0 1 0 0,1-1-1 0 0,-1 0 0 0 0,1 0 0 0 0,0 0 0 0 0,0-1 0 0 0,0 1 0 0 0,0-1 0 0 0,0-1 0 0 0,0 1 0 0 0,11-2 0 0 0,-4 0-192 0 0,0 0 1 0 0,-1-1-1 0 0,1-1 0 0 0,-1 0 1 0 0,20-7-1 0 0,-24 6 217 0 0,0 0 0 0 0,-1 0 0 0 0,1-1 0 0 0,-1 0 0 0 0,0-1 0 0 0,0 0 0 0 0,-1 0 0 0 0,1 0 0 0 0,5-9-1 0 0,2-3 62 0 0,0-1-1 0 0,14-27 0 0 0,-1-5 409 0 0,-2-1 0 0 0,-2-2 0 0 0,21-76 0 0 0,-37 95 355 0 0,-7 33-219 0 0,-3 18 38 0 0,-22 76-284 0 0,-18 86 752 0 0,37-147-887 0 0,2 0 1 0 0,2 1-1 0 0,1 57 1 0 0,4-66-157 0 0,6 26 0 0 0,-1-6 0 0 0,-7-25-240 0 0,-1-16-33 0 0,0 12-2611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02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84 4607 0 0,'4'0'195'0'0,"-1"-1"-1"0"0,0 0 0 0 0,0 0 0 0 0,0 0 0 0 0,1-1 0 0 0,-1 1 0 0 0,-1 0 0 0 0,1-1 0 0 0,4-2 0 0 0,17-21 8871 0 0,-10 11 540 0 0,-14 12-9152 0 0,0 1-306 0 0,0 0 0 0 0,0 0 0 0 0,0 0 0 0 0,0 0 0 0 0,0-1 0 0 0,0 1 0 0 0,-1 0 0 0 0,1 0 0 0 0,0 0 0 0 0,-1 0 0 0 0,1 1 0 0 0,-1-1 0 0 0,1 0 0 0 0,-1 0 0 0 0,1 0 0 0 0,-1 0 0 0 0,0 0 0 0 0,1 1 0 0 0,-1-1 0 0 0,0 0 0 0 0,0 0 0 0 0,0 1 0 0 0,0-1 0 0 0,-2 0-51 0 0,1 0-1 0 0,0 0 0 0 0,0 0 0 0 0,-1 0 1 0 0,1 1-1 0 0,-1-1 0 0 0,1 1 0 0 0,0 0 1 0 0,-1-1-1 0 0,-2 1 0 0 0,0 1-17 0 0,0-1 0 0 0,1 1-1 0 0,-1 0 1 0 0,1 0 0 0 0,-1 0 0 0 0,1 1-1 0 0,-7 2 1 0 0,-31 19 170 0 0,15-8-110 0 0,9-6-77 0 0,0 1 0 0 0,0 1-1 0 0,1 0 1 0 0,-17 16 0 0 0,24-18-50 0 0,4-1 42 0 0,6-7-51 0 0,0 0 0 0 0,-1-1 0 0 0,1 1 0 0 0,0-1 0 0 0,0 1-1 0 0,-1 0 1 0 0,1-1 0 0 0,0 1 0 0 0,0 0 0 0 0,0-1 0 0 0,0 1 0 0 0,0-1 0 0 0,0 1 0 0 0,0 0 0 0 0,0-1-1 0 0,0 1 1 0 0,0 0 0 0 0,0-1 0 0 0,0 1 0 0 0,1 0 0 0 0,-1-1 0 0 0,0 1 0 0 0,0 0 0 0 0,1-1 0 0 0,-1 1-1 0 0,0-1 1 0 0,1 1 0 0 0,-1-1 0 0 0,0 1 0 0 0,1-1 0 0 0,-1 1 0 0 0,1-1 0 0 0,-1 1 0 0 0,1-1 0 0 0,0 1-1 0 0,23 13 54 0 0,-18-11-50 0 0,3 1 1 0 0,-1 0 0 0 0,1-1 0 0 0,0 0 1 0 0,0-1-1 0 0,14 3 0 0 0,49 2 59 0 0,-14-3-39 0 0,-29 0-30 0 0,-5-2-12 0 0,0 2-1 0 0,33 8 1 0 0,-52-10 14 0 0,1 0 0 0 0,-1 0 0 0 0,1 0-1 0 0,-1 0 1 0 0,0 1 0 0 0,0 0 0 0 0,0 0 0 0 0,0 1-1 0 0,0-1 1 0 0,-1 1 0 0 0,0 0 0 0 0,1 0 0 0 0,-1 0-1 0 0,-1 1 1 0 0,5 6 0 0 0,-6-9 3 0 0,-1 0 0 0 0,0 1 0 0 0,0-1 0 0 0,-1 0 0 0 0,1 0-1 0 0,0 1 1 0 0,-1-1 0 0 0,1 0 0 0 0,-1 1 0 0 0,0-1 0 0 0,1 0 0 0 0,-1 1 0 0 0,-1-1 0 0 0,1 1 0 0 0,0-1-1 0 0,-1 3 1 0 0,0-1 3 0 0,0-1-1 0 0,-1 0 1 0 0,1 1-1 0 0,-1-1 1 0 0,0 0 0 0 0,0 0-1 0 0,0 0 1 0 0,0 0-1 0 0,-5 4 1 0 0,-2 1 7 0 0,1-1 0 0 0,-2 0 0 0 0,1 0 0 0 0,-1-1 0 0 0,-18 8 0 0 0,-3 0 17 0 0,-1-1 0 0 0,-1-2 0 0 0,0-1-1 0 0,-46 8 1 0 0,59-14-14 0 0,11-2-37 0 0,1 0 0 0 0,0-1 0 0 0,0 0 0 0 0,-1-1 0 0 0,1 1 1 0 0,0-1-1 0 0,-1-1 0 0 0,-14-2 0 0 0,22 3-38 0 0,1 0 0 0 0,-1-1 0 0 0,0 1 1 0 0,1 0-1 0 0,-1 0 0 0 0,1-1 0 0 0,-1 1 0 0 0,0 0 0 0 0,1-1 0 0 0,-1 1 0 0 0,1 0 1 0 0,-1-1-1 0 0,1 1 0 0 0,-1-1 0 0 0,1 1 0 0 0,-1-1 0 0 0,1 1 0 0 0,0-1 0 0 0,-1 1 1 0 0,1-1-1 0 0,0 1 0 0 0,-1-1 0 0 0,1 0 0 0 0,0 1 0 0 0,0-1 0 0 0,-1 0 0 0 0,1 1 1 0 0,0-1-1 0 0,0 0 0 0 0,0 1 0 0 0,0-1 0 0 0,0 0 0 0 0,0 1 0 0 0,0-1 0 0 0,0 0 1 0 0,0 1-1 0 0,0-1 0 0 0,1 0 0 0 0,-1 1 0 0 0,0-1 0 0 0,0 1 0 0 0,1-1 0 0 0,-1 0 1 0 0,0 1-1 0 0,1-1 0 0 0,-1 1 0 0 0,0-1 0 0 0,2 0 0 0 0,2-5-499 0 0,0 0 1 0 0,1 0-1 0 0,8-8 0 0 0,-8 9 25 0 0,18-17-2455 0 0,3-2-5583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04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18 315 15663 0 0,'0'3'1207'0'0,"0"-2"-1155"0"0,-5 17 2299 0 0,1 0 0 0 0,1 0 1 0 0,-2 33-1 0 0,5-45-1786 0 0,0 0 0 0 0,1 0 0 0 0,0-1 0 0 0,0 1 0 0 0,0 0 0 0 0,1 0 1 0 0,0-1-1 0 0,4 10 0 0 0,-4-11-567 0 0,1 0 1 0 0,-1 0-1 0 0,1 0 1 0 0,0 0-1 0 0,0 0 0 0 0,1-1 1 0 0,4 5-1 0 0,-6-6 11 0 0,0 0-1 0 0,0-1 1 0 0,0 1-1 0 0,1 0 1 0 0,-1-1-1 0 0,1 0 1 0 0,-1 1-1 0 0,1-1 1 0 0,-1 0-1 0 0,1 0 1 0 0,0 0-1 0 0,-1-1 1 0 0,1 1-1 0 0,0-1 1 0 0,0 1-1 0 0,-1-1 1 0 0,1 0-1 0 0,0 0 1 0 0,0 0-1 0 0,0-1 0 0 0,4 0 1 0 0,1 0-5 0 0,-1 0-75 0 0,0-1 0 0 0,-1 0 0 0 0,1 0-1 0 0,-1 0 1 0 0,1-1 0 0 0,-1 0 0 0 0,0 0 0 0 0,0-1 0 0 0,0 0 0 0 0,5-4-1 0 0,9-5-90 0 0,-16 9 69 0 0,1 0 0 0 0,0 0 0 0 0,-1 0 0 0 0,0 0 0 0 0,0-1 0 0 0,0 1 0 0 0,5-9 0 0 0,19-40-525 0 0,-23 43 478 0 0,2-5-26 0 0,0 0-1 0 0,5-19 0 0 0,-10 30 149 0 0,-1 0 1 0 0,0-1-1 0 0,0 1 0 0 0,-1-1 0 0 0,1 1 1 0 0,-1-1-1 0 0,0 1 0 0 0,0 0 1 0 0,-1-1-1 0 0,1 1 0 0 0,-1-1 0 0 0,-2-7 1 0 0,2 11 86 0 0,-7 1 79 0 0,6 1-117 0 0,1 0 0 0 0,-1 0 1 0 0,0 0-1 0 0,0 0 0 0 0,0 0 0 0 0,1 0 0 0 0,-1 0 0 0 0,1 1 1 0 0,-1-1-1 0 0,1 0 0 0 0,-1 1 0 0 0,1-1 0 0 0,0 1 0 0 0,0 0 1 0 0,0-1-1 0 0,-1 3 0 0 0,-2 2 48 0 0,1 0 0 0 0,0 1 1 0 0,-3 8-1 0 0,3-5 6 0 0,1 0 0 0 0,-1-1 0 0 0,2 1 0 0 0,-1 0 1 0 0,1 0-1 0 0,1 0 0 0 0,1 17 0 0 0,-1-23-79 0 0,1 0 0 0 0,0-1 0 0 0,0 1 0 0 0,0 0 0 0 0,0 0 0 0 0,1-1 0 0 0,0 1 0 0 0,-1-1 0 0 0,1 1 0 0 0,0-1 0 0 0,1 0 0 0 0,-1 0 0 0 0,1 0 0 0 0,-1 0 0 0 0,1 0 0 0 0,0-1 0 0 0,0 1 0 0 0,0-1-1 0 0,0 0 1 0 0,1 0 0 0 0,-1 0 0 0 0,6 3 0 0 0,1-2-128 0 0,0 1-1 0 0,0-1 1 0 0,0 0-1 0 0,0-1 0 0 0,1 0 1 0 0,18 0-1 0 0,-11-2-235 0 0,-1 0 1 0 0,1-2-1 0 0,22-4 0 0 0,-29 3 207 0 0,0 0 0 0 0,0-1 1 0 0,0 0-1 0 0,0-1 0 0 0,-1 0 0 0 0,0-1 0 0 0,0 0 1 0 0,0 0-1 0 0,-1-1 0 0 0,0 0 0 0 0,12-12 0 0 0,-12 10 171 0 0,-1-1 0 0 0,0 0-1 0 0,0 0 1 0 0,-1-1 0 0 0,0 0-1 0 0,-1 0 1 0 0,0 0 0 0 0,-1-1-1 0 0,-1 0 1 0 0,5-15 1482 0 0,-6 41-718 0 0,15 67 393 0 0,53 148 0 0 0,-35-147-1123 0 0,-19-47-66 0 0,-2 1-1 0 0,-1 1 1 0 0,11 49 0 0 0,-24-83-1 0 0,0 13-70 0 0,-1-14 6 0 0,-2-2-54 0 0,0 1 107 0 0,0 0 0 0 0,0-1 0 0 0,0 1 0 0 0,0-1 0 0 0,0 0 0 0 0,-1 1 0 0 0,1-1 0 0 0,0 0 0 0 0,0-1 0 0 0,0 1 0 0 0,-1 0 0 0 0,1 0-1 0 0,0-1 1 0 0,0 0 0 0 0,0 1 0 0 0,0-1 0 0 0,0 0 0 0 0,0 0 0 0 0,0 0 0 0 0,0 0 0 0 0,0 0 0 0 0,1-1 0 0 0,-3-1 0 0 0,-2-3-31 0 0,0 0 1 0 0,1-1-1 0 0,0 1 0 0 0,0-1 0 0 0,-4-8 1 0 0,0-2-72 0 0,1 0 0 0 0,1 0-1 0 0,0 0 1 0 0,1-1 0 0 0,1 0 0 0 0,1 0 0 0 0,-2-21 0 0 0,2 5-81 0 0,2 1-1 0 0,2-1 1 0 0,3-36-1 0 0,-2 52 108 0 0,2 0 0 0 0,0 1 0 0 0,1-1 0 0 0,0 1 0 0 0,10-23 0 0 0,-12 34 103 0 0,2-1 0 0 0,-1 1 0 0 0,1-1 0 0 0,0 1 1 0 0,0 0-1 0 0,1 0 0 0 0,0 1 0 0 0,0-1 0 0 0,0 1 1 0 0,0 0-1 0 0,1 1 0 0 0,0-1 0 0 0,0 1 0 0 0,0 0 1 0 0,11-5-1 0 0,-9 6 9 0 0,0 0 0 0 0,-1 0 0 0 0,15-2 0 0 0,-19 4-10 0 0,-1 1 0 0 0,1 0 0 0 0,-1 0 0 0 0,1-1-1 0 0,0 2 1 0 0,-1-1 0 0 0,1 0 0 0 0,-1 0 0 0 0,1 1-1 0 0,-1 0 1 0 0,1-1 0 0 0,-1 1 0 0 0,1 0-1 0 0,-1 0 1 0 0,5 3 0 0 0,-6-4-2 0 0,0 1 0 0 0,1 0 0 0 0,-1 0 0 0 0,0 0 0 0 0,0 0 0 0 0,0 0 0 0 0,0 0 0 0 0,0 0 0 0 0,0 0 0 0 0,0 1 0 0 0,0-1 0 0 0,0 0 0 0 0,0 1 0 0 0,-1-1 0 0 0,1 0 0 0 0,0 1 0 0 0,-1-1 0 0 0,0 1 0 0 0,1-1 0 0 0,-1 1 0 0 0,0-1 0 0 0,1 1 0 0 0,-1 2 0 0 0,0 2 0 0 0,2 13 183 0 0,-2 32 0 0 0,-1-30 119 0 0,3 23 0 0 0,-1-38-258 0 0,0 0 0 0 0,0 1 0 0 0,1-1 0 0 0,-1 0 0 0 0,1 0 0 0 0,1 0-1 0 0,4 10 1 0 0,-5-13-23 0 0,0-1-1 0 0,0 0 0 0 0,-1 0 0 0 0,1 0 0 0 0,0 0 0 0 0,1 0 1 0 0,-1-1-1 0 0,0 1 0 0 0,1 0 0 0 0,-1-1 0 0 0,0 0 1 0 0,1 0-1 0 0,0 0 0 0 0,-1 0 0 0 0,1 0 0 0 0,0 0 0 0 0,-1-1 1 0 0,1 1-1 0 0,0-1 0 0 0,0 1 0 0 0,-1-1 0 0 0,1 0 0 0 0,5-1 1 0 0,4 0-10 0 0,0-1 1 0 0,0 0 0 0 0,-1-1-1 0 0,14-5 1 0 0,-13 4-5 0 0,0 0 0 0 0,0-1-1 0 0,0-1 1 0 0,-1 0 0 0 0,0-1-1 0 0,0 0 1 0 0,0 0 0 0 0,-1-1 0 0 0,0-1-1 0 0,-1 0 1 0 0,0 0 0 0 0,0 0 0 0 0,-1-2-1 0 0,0 1 1 0 0,-1-1 0 0 0,0 0 0 0 0,-1 0-1 0 0,7-15 1 0 0,-12 22-10 0 0,0 0 1 0 0,0 0-1 0 0,0 0 0 0 0,0 0 1 0 0,-1 0-1 0 0,1 0 0 0 0,-1 0 1 0 0,0 0-1 0 0,-1 0 0 0 0,1 0 1 0 0,-2-7-1 0 0,2 10 2 0 0,0-1 0 0 0,-1 1 0 0 0,1-1 0 0 0,-1 1 0 0 0,0-1 0 0 0,1 1 0 0 0,-1-1 0 0 0,0 1 0 0 0,0 0 0 0 0,0 0 0 0 0,0-1 0 0 0,0 1 0 0 0,0 0 0 0 0,0 0 1 0 0,0 0-1 0 0,0 0 0 0 0,-1 0 0 0 0,1 0 0 0 0,0 0 0 0 0,-1 1 0 0 0,1-1 0 0 0,0 0 0 0 0,-1 1 0 0 0,1-1 0 0 0,-1 1 0 0 0,1 0 0 0 0,-1-1 0 0 0,1 1 0 0 0,-1 0 0 0 0,0 0 0 0 0,1 0 0 0 0,-3 0 0 0 0,-2 1 42 0 0,1 0 0 0 0,-1 0 0 0 0,1 1-1 0 0,-1 0 1 0 0,1 0 0 0 0,0 0 0 0 0,0 0 0 0 0,0 1-1 0 0,0 0 1 0 0,0 0 0 0 0,1 0 0 0 0,-1 1 0 0 0,1 0 0 0 0,0 0-1 0 0,0 0 1 0 0,-6 7 0 0 0,3-2 55 0 0,1 0 1 0 0,0 1-1 0 0,0-1 0 0 0,1 2 0 0 0,0-1 1 0 0,0 0-1 0 0,-3 16 0 0 0,7-23-83 0 0,0 1-1 0 0,0-1 1 0 0,1 1-1 0 0,-1 0 1 0 0,1-1-1 0 0,0 1 1 0 0,0 0-1 0 0,0-1 1 0 0,1 1 0 0 0,-1 0-1 0 0,1-1 1 0 0,0 1-1 0 0,0-1 1 0 0,0 1-1 0 0,0-1 1 0 0,1 1 0 0 0,0-1-1 0 0,-1 0 1 0 0,1 0-1 0 0,0 0 1 0 0,0 0-1 0 0,1 0 1 0 0,-1 0-1 0 0,1 0 1 0 0,-1-1 0 0 0,1 1-1 0 0,0-1 1 0 0,5 3-1 0 0,-1-1-141 0 0,0 0-1 0 0,0 0 0 0 0,1-1 1 0 0,-1 0-1 0 0,1 0 0 0 0,0-1 0 0 0,0 0 1 0 0,0 0-1 0 0,0-1 0 0 0,0 0 1 0 0,16-1-1 0 0,-8 0-1025 0 0,0-1 0 0 0,-1-1 0 0 0,1 0-1 0 0,22-7 1 0 0,-33 7 348 0 0,1 0-1 0 0,-1 0 1 0 0,0-1-1 0 0,0 1 1 0 0,0-1-1 0 0,0 0 1 0 0,-1 0-1 0 0,1-1 1 0 0,-1 1-1 0 0,0-1 1 0 0,0 0-1 0 0,0 0 1 0 0,-1-1-1 0 0,1 1 1 0 0,4-10-1 0 0,-3 6-844 0 0,-1-1 0 0 0,-1-1 0 0 0,5-17 0 0 0,3-30-525 0 0,-8 38 2010 0 0,-1-5 20402 0 0,9 42-16399 0 0,52 96 488 0 0,-17-27-3588 0 0,-45-86-538 0 0,1-2-185 0 0,-1 0-1 0 0,1-1 1 0 0,-1 1 0 0 0,0-1-1 0 0,0 0 1 0 0,0 1-1 0 0,0-1 1 0 0,0 0-1 0 0,0 0 1 0 0,0 0-1 0 0,1-3 1 0 0,4-15-13 0 0,6-25 0 0 0,5-18 0 0 0,-11 47-8 0 0,1 1 0 0 0,0-1 0 0 0,11-15 0 0 0,-15 26 6 0 0,1 0-1 0 0,-1 0 1 0 0,1 1 0 0 0,-1-1 0 0 0,1 1-1 0 0,1 0 1 0 0,-1 0 0 0 0,0 0-1 0 0,1 1 1 0 0,0 0 0 0 0,0 0 0 0 0,0 0-1 0 0,6-2 1 0 0,-8 4 1 0 0,-1 0 2 0 0,-1 1 0 0 0,1-1 0 0 0,0 1 0 0 0,0 0 0 0 0,-1 0 0 0 0,1 0 0 0 0,0 0 0 0 0,0 0 0 0 0,-1 0 0 0 0,1 0 0 0 0,2 1 0 0 0,-3-1 20 0 0,1 0-1 0 0,-1 0 1 0 0,1 0 0 0 0,-1 0 0 0 0,1 0 0 0 0,-1 1 0 0 0,1-1 0 0 0,-1 0-1 0 0,0 1 1 0 0,1-1 0 0 0,-1 1 0 0 0,1 0 0 0 0,-1-1 0 0 0,0 1 0 0 0,0 0 0 0 0,2 1-1 0 0,0 1 226 0 0,4 2-177 0 0,1 3-16 0 0,-1-4-25 0 0,-4-2 47 0 0,1 0 0 0 0,4-11-198 0 0,-3 4 122 0 0,-5 5 7 0 0,1 0 1 0 0,-1 0-1 0 0,1 0 1 0 0,0 0 0 0 0,-1 0-1 0 0,1 0 1 0 0,-1 0-1 0 0,1 0 1 0 0,0 0 0 0 0,-1 0-1 0 0,1 0 1 0 0,-1 1-1 0 0,1-1 1 0 0,-1 0 0 0 0,1 0-1 0 0,-1 0 1 0 0,1 1-1 0 0,-1-1 1 0 0,1 0 0 0 0,-1 1-1 0 0,1-1 1 0 0,-1 0-1 0 0,1 1 1 0 0,-1-1-1 0 0,0 1 1 0 0,1 0 0 0 0,11 12 140 0 0,-11-13-147 0 0,11 17 30 0 0,0 1 0 0 0,-1 1-1 0 0,16 37 1 0 0,0-1-5 0 0,41 86-25 0 0,-64-134 0 0 0,-4-7 0 0 0,0 0 0 0 0,0 0 0 0 0,0 1 0 0 0,0-1 0 0 0,1 0 0 0 0,-1 0 0 0 0,0 0 0 0 0,0 1 0 0 0,0-1 0 0 0,1 0 0 0 0,-1 0 0 0 0,0 0 0 0 0,0 0 0 0 0,1 0 0 0 0,-1 0 0 0 0,0 0 0 0 0,0 1 0 0 0,1-1 0 0 0,-1 0 0 0 0,0 0 0 0 0,0 0 0 0 0,1 0 0 0 0,-1 0 0 0 0,0 0 0 0 0,0 0 0 0 0,1 0 0 0 0,-1 0 0 0 0,0 0 0 0 0,0-1 0 0 0,1 1 0 0 0,-1 0 0 0 0,0 0 0 0 0,0 0 0 0 0,1 0 0 0 0,-1 0 0 0 0,0 0 0 0 0,0 0 0 0 0,1-1 0 0 0,-1 1 0 0 0,0 0 0 0 0,0 0 0 0 0,0 0 0 0 0,0 0 0 0 0,1-1 0 0 0,-1 1 0 0 0,0 0 0 0 0,0 0 0 0 0,0-1 0 0 0,0 1 0 0 0,0 0 0 0 0,1 0 0 0 0,-1-1 0 0 0,9-11 4 0 0,0-1 0 0 0,-1-1 0 0 0,0 0 0 0 0,10-25 0 0 0,-5 13-13 0 0,-2 2 7 0 0,2 1-1 0 0,1 0 1 0 0,1 1 0 0 0,24-27 0 0 0,-15 19-222 0 0,-15 25 151 0 0,0 5 58 0 0,1 5 27 0 0,-5-1 9 0 0,0 1 0 0 0,0 0 0 0 0,-1 0 0 0 0,1 1-1 0 0,-1 0 1 0 0,0-1 0 0 0,-1 1 0 0 0,1 0 0 0 0,3 12 0 0 0,-2-8 9 0 0,0 0 1 0 0,10 13-1 0 0,-6-11-28 0 0,0-1 0 0 0,1 0 0 0 0,1 0 0 0 0,0-1 0 0 0,18 14 0 0 0,-24-21-1 0 0,0 0-1 0 0,0 0 1 0 0,0-1 0 0 0,0 1-1 0 0,1-1 1 0 0,-1 0 0 0 0,1 0-1 0 0,-1-1 1 0 0,1 0 0 0 0,0 0-1 0 0,0 0 1 0 0,-1-1 0 0 0,1 1-1 0 0,0-1 1 0 0,0-1 0 0 0,0 1-1 0 0,6-2 1 0 0,-8 0-14 0 0,-1 1 0 0 0,1 0 0 0 0,0-1 0 0 0,0 0 0 0 0,-1 0 0 0 0,1 0 0 0 0,-1-1 1 0 0,0 1-1 0 0,0-1 0 0 0,0 1 0 0 0,0-1 0 0 0,0 0 0 0 0,0-1 0 0 0,-1 1 0 0 0,1 0 0 0 0,-1-1 0 0 0,0 1 0 0 0,3-7 0 0 0,2-6-70 0 0,-1-1-1 0 0,-1 1 0 0 0,4-19 1 0 0,-6 25 63 0 0,-3 9 15 0 0,9-46-327 0 0,-9 44 287 0 0,1 0 1 0 0,-1-1 0 0 0,0 1 0 0 0,0 0 0 0 0,0-1 0 0 0,0 1 0 0 0,-1 0 0 0 0,0 0 0 0 0,1 0 0 0 0,-1 0 0 0 0,0-1-1 0 0,-2-3 1 0 0,2 7 34 0 0,1-1 0 0 0,0 1 0 0 0,-1-1 0 0 0,1 1 0 0 0,0-1 0 0 0,-1 1 0 0 0,1-1 0 0 0,-1 1 0 0 0,1 0 0 0 0,-1-1 0 0 0,1 1 0 0 0,-1 0 0 0 0,1-1 0 0 0,-1 1 0 0 0,1 0 0 0 0,-1 0 0 0 0,1-1 0 0 0,-1 1 0 0 0,0 0 0 0 0,1 0 0 0 0,-1 0 0 0 0,1 0 0 0 0,-1 0 0 0 0,0 0 0 0 0,0 0 0 0 0,0 0 18 0 0,-1 1-1 0 0,1-1 0 0 0,-1 0 0 0 0,1 1 0 0 0,-1 0 0 0 0,1-1 0 0 0,0 1 0 0 0,-1 0 0 0 0,-1 1 0 0 0,-2 3 64 0 0,0-1 0 0 0,0 1 0 0 0,-7 9 0 0 0,8-8-25 0 0,-1 0-1 0 0,1 1 1 0 0,0 0-1 0 0,1 0 1 0 0,-1 0 0 0 0,2 0-1 0 0,-1 1 1 0 0,-2 8 0 0 0,4-11-5 0 0,1 1-1 0 0,-1-1 1 0 0,1 0 0 0 0,-1 1 0 0 0,2-1 0 0 0,-1 1 0 0 0,0-1 0 0 0,1 0 0 0 0,0 1 0 0 0,1-1 0 0 0,-1 0 0 0 0,1 0 0 0 0,2 5 0 0 0,-2-4-68 0 0,1-1 0 0 0,0-1 0 0 0,1 1 0 0 0,-1 0-1 0 0,1-1 1 0 0,0 1 0 0 0,0-1 0 0 0,0 0 0 0 0,0-1 0 0 0,1 1 0 0 0,0-1-1 0 0,-1 0 1 0 0,1 0 0 0 0,0 0 0 0 0,1-1 0 0 0,5 3 0 0 0,6 0-132 0 0,0 0 0 0 0,1-1 0 0 0,33 3 0 0 0,-38-6 85 0 0,-1-1 0 0 0,1-1 1 0 0,0 0-1 0 0,-1-1 1 0 0,1 0-1 0 0,-1-1 0 0 0,0 0 1 0 0,0-1-1 0 0,0 0 1 0 0,0-1-1 0 0,0 0 0 0 0,-1-1 1 0 0,13-9-1 0 0,-10 5 8 0 0,-1 0-1 0 0,-1-1 1 0 0,0 0-1 0 0,0-1 1 0 0,11-15 0 0 0,-17 18 19 0 0,0 1 1 0 0,0-1-1 0 0,-1 0 1 0 0,0-1 0 0 0,0 0-1 0 0,-1 1 1 0 0,0-1-1 0 0,4-21 1 0 0,-8 29 46 0 0,1 1-1 0 0,-1-1 1 0 0,0 0-1 0 0,0 1 1 0 0,0-1-1 0 0,0 0 1 0 0,0 0-1 0 0,0 1 1 0 0,0-1-1 0 0,-1 0 1 0 0,1 0-1 0 0,0 1 1 0 0,-1-1-1 0 0,0 0 1 0 0,1 1-1 0 0,-1-1 1 0 0,0 1-1 0 0,0-1 1 0 0,0 1-1 0 0,0-1 1 0 0,-2-1-1 0 0,1 1 21 0 0,1 1 1 0 0,-1 0-1 0 0,0 0 0 0 0,0 0 0 0 0,0 0 0 0 0,0 1 1 0 0,0-1-1 0 0,0 0 0 0 0,0 1 0 0 0,0-1 1 0 0,-1 1-1 0 0,1 0 0 0 0,0 0 0 0 0,0 0 1 0 0,0 0-1 0 0,0 0 0 0 0,-3 1 0 0 0,-4 0 101 0 0,0 1 0 0 0,0 0 0 0 0,0 1 0 0 0,1 0 1 0 0,-1 0-1 0 0,1 1 0 0 0,0 0 0 0 0,0 0 0 0 0,0 1 0 0 0,-9 7 0 0 0,11-7-75 0 0,0 0 0 0 0,0 1 0 0 0,0-1-1 0 0,0 1 1 0 0,1 0 0 0 0,0 1 0 0 0,1-1 0 0 0,-1 1 0 0 0,1 0 0 0 0,0 0 0 0 0,-5 16 0 0 0,9-22-57 0 0,-1 1 0 0 0,1 0 0 0 0,0 0 0 0 0,0 0 1 0 0,0 0-1 0 0,0 0 0 0 0,0-1 0 0 0,1 1 0 0 0,-1 0 0 0 0,0 0 0 0 0,2 2 0 0 0,-2-3 4 0 0,0 0-1 0 0,0 0 0 0 0,0 0 0 0 0,1 0 1 0 0,-1 0-1 0 0,0-1 0 0 0,0 1 1 0 0,1 0-1 0 0,-1 0 0 0 0,1 0 0 0 0,-1 0 1 0 0,1-1-1 0 0,-1 1 0 0 0,1 0 0 0 0,0 0 1 0 0,-1-1-1 0 0,1 1 0 0 0,0-1 1 0 0,-1 1-1 0 0,1 0 0 0 0,0-1 0 0 0,0 0 1 0 0,0 1-1 0 0,-1-1 0 0 0,1 1 0 0 0,0-1 1 0 0,0 0-1 0 0,1 1 0 0 0,0-1-34 0 0,2 1 52 0 0,0 0 1 0 0,0 0 0 0 0,0-1-1 0 0,0 1 1 0 0,1-1-1 0 0,-1 0 1 0 0,0 0 0 0 0,0-1-1 0 0,0 1 1 0 0,0-1-1 0 0,0 0 1 0 0,0 0 0 0 0,0 0-1 0 0,-1-1 1 0 0,7-2 0 0 0,-1-1-377 0 0,0 0 1 0 0,-1 0 0 0 0,1-1 0 0 0,14-14 0 0 0,-19 16 246 0 0,10-8-269 0 0,0-2 0 0 0,21-28 0 0 0,-34 41 1080 0 0,1 12-319 0 0,-1-5-350 0 0,0 0-1 0 0,1 0 1 0 0,0 0-1 0 0,0-1 0 0 0,0 1 1 0 0,1-1-1 0 0,0 1 0 0 0,0-1 1 0 0,0 0-1 0 0,0 0 0 0 0,1-1 1 0 0,0 1-1 0 0,0-1 1 0 0,0 0-1 0 0,1 1 0 0 0,-1-2 1 0 0,1 1-1 0 0,0-1 0 0 0,0 1 1 0 0,1-2-1 0 0,-1 1 1 0 0,0 0-1 0 0,1-1 0 0 0,7 2 1 0 0,1 0 26 0 0,0-1 0 0 0,0 0 0 0 0,0-1 0 0 0,1 0 0 0 0,-1-1 1 0 0,1-1-1 0 0,-1-1 0 0 0,0 0 0 0 0,17-3 0 0 0,-24 3-51 0 0,-1-1 0 0 0,0 1-1 0 0,1-2 1 0 0,-1 1 0 0 0,0-1 0 0 0,0 1-1 0 0,0-2 1 0 0,0 1 0 0 0,-1-1 0 0 0,1 1-1 0 0,-1-2 1 0 0,0 1 0 0 0,0 0 0 0 0,-1-1-1 0 0,7-8 1 0 0,-3 1-3 0 0,-1 0 0 0 0,0-1 0 0 0,0 1-1 0 0,-2-1 1 0 0,0 0 0 0 0,5-18 0 0 0,0-5 5 0 0,11-75 0 0 0,-16 79-4 0 0,2-23-4 0 0,-7 51 11 0 0,0-1-1 0 0,0 1 1 0 0,0-1-1 0 0,0 1 1 0 0,-1-1-1 0 0,0 1 1 0 0,0 0-1 0 0,0-1 1 0 0,-3-5-1 0 0,3 9 205 0 0,-1 3-140 0 0,1-1-1 0 0,-1 1 1 0 0,1 0-1 0 0,-1 0 1 0 0,1 0-1 0 0,0 0 1 0 0,0 0-1 0 0,-2 4 1 0 0,2-5-63 0 0,-4 12 91 0 0,-1 1 0 0 0,2 1 0 0 0,0-1 1 0 0,0 0-1 0 0,1 1 0 0 0,-1 27 0 0 0,4 90 48 0 0,0-129-143 0 0,4 64-102 0 0,0-12-1600 0 0,-3-17-2343 0 0,-1-31 2702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05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0 353 25223 0 0,'0'0'2285'0'0,"2"1"-1879"0"0,12 5-79 0 0,1 0 0 0 0,0-1 0 0 0,0 0 0 0 0,1-2 0 0 0,-1 1 1 0 0,19 0-1 0 0,7-1 184 0 0,48-3 1 0 0,-51-3-527 0 0,0-2-1 0 0,0-1 1 0 0,-1-2 0 0 0,0-2-1 0 0,41-16 1 0 0,-24 2-467 0 0,-49 22 343 0 0,0-1-1 0 0,0 0 0 0 0,0-1 1 0 0,0 1-1 0 0,0-1 1 0 0,-1 0-1 0 0,6-6 0 0 0,-9 9-44 0 0,-2-2-75 0 0,1 3 250 0 0,0 0 0 0 0,0-1 1 0 0,1 1-1 0 0,-1 0 0 0 0,0-1 0 0 0,-1 1 0 0 0,1 0 1 0 0,0 0-1 0 0,0-1 0 0 0,0 1 0 0 0,0 0 1 0 0,0-1-1 0 0,0 1 0 0 0,0 0 0 0 0,0 0 1 0 0,0-1-1 0 0,-1 1 0 0 0,1 0 0 0 0,0 0 1 0 0,0-1-1 0 0,0 1 0 0 0,0 0 0 0 0,-1 0 0 0 0,1-1 1 0 0,-5-2-30 0 0,0 0 0 0 0,0 1 0 0 0,0-1 0 0 0,0 1 0 0 0,0 0 0 0 0,0 0 0 0 0,-1 1 0 0 0,1 0 0 0 0,-1 0 0 0 0,0 0 0 0 0,1 0 0 0 0,-1 1 1 0 0,1 0-1 0 0,-1 0 0 0 0,0 0 0 0 0,1 1 0 0 0,-1 0 0 0 0,1 0 0 0 0,-1 1 0 0 0,1-1 0 0 0,-10 5 0 0 0,5-1 47 0 0,0 1 0 0 0,0-1 0 0 0,1 2 0 0 0,0-1 1 0 0,0 1-1 0 0,0 1 0 0 0,1 0 0 0 0,0 0 0 0 0,1 0 0 0 0,-13 18 0 0 0,18-22 18 0 0,-2 1 31 0 0,1 1-1 0 0,0-1 0 0 0,0 1 1 0 0,0 0-1 0 0,-3 10 0 0 0,6-14-52 0 0,0 0 0 0 0,-1-1-1 0 0,1 1 1 0 0,0 0 0 0 0,0-1 0 0 0,0 1-1 0 0,0 0 1 0 0,1-1 0 0 0,-1 1-1 0 0,0 0 1 0 0,1-1 0 0 0,-1 1-1 0 0,1 0 1 0 0,0-1 0 0 0,-1 1-1 0 0,1-1 1 0 0,0 1 0 0 0,0-1 0 0 0,0 1-1 0 0,0-1 1 0 0,0 0 0 0 0,0 0-1 0 0,0 1 1 0 0,1-1 0 0 0,-1 0-1 0 0,0 0 1 0 0,2 1 0 0 0,3 1-56 0 0,-1 1 0 0 0,1-1 0 0 0,0-1 0 0 0,0 1-1 0 0,0-1 1 0 0,0 0 0 0 0,1-1 0 0 0,-1 1 0 0 0,9 0 0 0 0,9 0-267 0 0,28-2 0 0 0,-32 0 162 0 0,-17 0 117 0 0,239-8-1640 0 0,-206 5 2084 0 0,0-3-1 0 0,-1 0 0 0 0,0-2 1 0 0,58-22-1 0 0,-80 24-278 0 0,29-13 275 0 0,-38 18-369 0 0,-1-1 0 0 0,1-1 0 0 0,-1 1 0 0 0,0 0 1 0 0,0-1-1 0 0,0 0 0 0 0,-1 0 0 0 0,1 0 0 0 0,3-4 0 0 0,-6 6-20 0 0,1 0-1 0 0,-1 1 1 0 0,1-1 0 0 0,-1 0-1 0 0,0 1 1 0 0,1-1 0 0 0,-1 0-1 0 0,0 0 1 0 0,0 0-1 0 0,1 1 1 0 0,-1-1 0 0 0,0 0-1 0 0,0 0 1 0 0,0 0 0 0 0,0 0-1 0 0,0 1 1 0 0,0-1 0 0 0,0 0-1 0 0,-1 0 1 0 0,1 0 0 0 0,0 1-1 0 0,0-1 1 0 0,-1 0-1 0 0,1-1 1 0 0,-1 1 15 0 0,0 0 1 0 0,0-1-1 0 0,0 1 0 0 0,-1 0 0 0 0,1 0 1 0 0,0 0-1 0 0,0 0 0 0 0,-1 0 1 0 0,1 0-1 0 0,0 0 0 0 0,-3 0 0 0 0,-2-2 61 0 0,1 1-1 0 0,-1 1 0 0 0,0-1 0 0 0,1 1 0 0 0,-12-1 0 0 0,9 2-23 0 0,0 0 1 0 0,0 1-1 0 0,0 0 0 0 0,0 1 0 0 0,0 0 0 0 0,1 0 0 0 0,-1 0 0 0 0,1 1 0 0 0,-1 0 0 0 0,1 1 1 0 0,0 0-1 0 0,0 0 0 0 0,0 0 0 0 0,-8 8 0 0 0,8-7-22 0 0,1 1 0 0 0,-1 0-1 0 0,2 0 1 0 0,-1 0 0 0 0,0 1 0 0 0,1 0 0 0 0,1 0-1 0 0,-1 1 1 0 0,1-1 0 0 0,0 1 0 0 0,1 0-1 0 0,0 0 1 0 0,-3 11 0 0 0,5-18-59 0 0,1 1-1 0 0,-1 0 1 0 0,1 0 0 0 0,0 0-1 0 0,-1 0 1 0 0,1 0-1 0 0,0 0 1 0 0,0 0 0 0 0,1 0-1 0 0,-1 0 1 0 0,0 0 0 0 0,1 0-1 0 0,-1 0 1 0 0,1 0-1 0 0,-1 0 1 0 0,1-1 0 0 0,0 1-1 0 0,0 0 1 0 0,0 0 0 0 0,0-1-1 0 0,0 1 1 0 0,0 0-1 0 0,1-1 1 0 0,-1 1 0 0 0,0-1-1 0 0,1 0 1 0 0,-1 1 0 0 0,1-1-1 0 0,-1 0 1 0 0,1 0-1 0 0,0 0 1 0 0,0 0 0 0 0,-1 0-1 0 0,1-1 1 0 0,0 1 0 0 0,2 0-1 0 0,2 1-82 0 0,0-1-1 0 0,0 0 1 0 0,-1-1-1 0 0,1 1 1 0 0,0-1 0 0 0,0 0-1 0 0,0-1 1 0 0,0 1-1 0 0,0-1 1 0 0,-1-1 0 0 0,7-1-1 0 0,-4 1 21 0 0,0-1 1 0 0,0 0-1 0 0,-1 0 1 0 0,1-1-1 0 0,-1 0 0 0 0,0-1 1 0 0,0 1-1 0 0,0-1 0 0 0,0-1 1 0 0,7-7-1 0 0,-2 0 50 0 0,-1-1-1 0 0,0 0 0 0 0,0-1 1 0 0,-1 0-1 0 0,-1 0 1 0 0,8-20-1 0 0,-6 7 54 0 0,0 0-1 0 0,12-57 0 0 0,-19 66 3 0 0,12-70-22 0 0,-15 81 52 0 0,-1-1 0 0 0,1 1 0 0 0,-2 0 0 0 0,1 0 0 0 0,-1 0 0 0 0,0 0 0 0 0,-1 0 0 0 0,-3-12 0 0 0,5 20-27 0 0,0-1-1 0 0,0 1 0 0 0,0 0 1 0 0,0 0-1 0 0,0-1 1 0 0,0 1-1 0 0,-1 0 1 0 0,1 0-1 0 0,0 0 1 0 0,0-1-1 0 0,0 1 0 0 0,0 0 1 0 0,0 0-1 0 0,0 0 1 0 0,0-1-1 0 0,-1 1 1 0 0,1 0-1 0 0,0 0 1 0 0,0 0-1 0 0,0 0 0 0 0,0-1 1 0 0,-1 1-1 0 0,1 0 1 0 0,0 0-1 0 0,0 0 1 0 0,0 0-1 0 0,-1 0 1 0 0,1 0-1 0 0,0 0 0 0 0,0 0 1 0 0,-1 0-1 0 0,1 0 1 0 0,0 0-1 0 0,0-1 1 0 0,0 1-1 0 0,-1 0 1 0 0,1 0-1 0 0,0 1 0 0 0,0-1 1 0 0,-1 0-1 0 0,1 0 1 0 0,0 0-1 0 0,-8 10 431 0 0,-2 18-64 0 0,4-5-104 0 0,0 0 1 0 0,2 1-1 0 0,1 0 0 0 0,-1 35 1 0 0,4-41-228 0 0,1 0 1 0 0,1-1-1 0 0,1 1 1 0 0,0-1-1 0 0,2 0 0 0 0,11 31 1 0 0,-16-48-70 0 0,5 14-222 0 0,0-1 1 0 0,2 1-1 0 0,-1-1 1 0 0,2-1 0 0 0,15 22-1 0 0,-13-24-521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06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8751 0 0,'2'1'9514'0'0,"3"3"-7818"0"0,-1 0 0 0 0,0 0 1 0 0,0 0-1 0 0,3 6 1 0 0,14 22 1200 0 0,12 42-3437 0 0,-20-42 1996 0 0,51 106-115 0 0,-50-114-1210 0 0,0 0 0 0 0,2-1 1 0 0,26 32-1 0 0,-38-51-122 0 0,1 1 0 0 0,0-1 1 0 0,-1 0-1 0 0,2 0 0 0 0,-1 0 1 0 0,0-1-1 0 0,1 1 0 0 0,-1-1 1 0 0,12 3-1 0 0,-15-5-8 0 0,0 0 0 0 0,0 0 0 0 0,1-1-1 0 0,-1 0 1 0 0,1 1 0 0 0,-1-1 0 0 0,0 0 0 0 0,1 0-1 0 0,-1 0 1 0 0,0 0 0 0 0,1-1 0 0 0,-1 1 0 0 0,0-1 0 0 0,1 1-1 0 0,-1-1 1 0 0,0 0 0 0 0,0 0 0 0 0,1 0 0 0 0,-1 0 0 0 0,0 0-1 0 0,0 0 1 0 0,0-1 0 0 0,0 1 0 0 0,-1-1 0 0 0,1 1 0 0 0,0-1-1 0 0,-1 0 1 0 0,3-3 0 0 0,1-2-1 0 0,0-1 0 0 0,-1 0 0 0 0,0 0 0 0 0,-1 0 0 0 0,4-13 0 0 0,9-46 0 0 0,-13 53 0 0 0,19-141-238 0 0,-7 40-876 0 0,-12 99 699 0 0,-1 4-381 0 0,0 0 0 0 0,0 1 0 0 0,5-13 0 0 0,-6 22-377 0 0,0 5-807 0 0,0-1 1593 0 0,0-1-1 0 0,0 0 0 0 0,0 1 0 0 0,0-1 0 0 0,0 0 0 0 0,2 2 1 0 0,2 1-508 0 0,13 20-6202 0 0,-7-11 1139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07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284 2 18255 0 0,'0'0'1654'0'0,"-2"0"-1364"0"0,-3-1-103 0 0,0 1 0 0 0,0 0 0 0 0,0 0 0 0 0,0 0-1 0 0,0 1 1 0 0,0 0 0 0 0,0 0 0 0 0,0 0 0 0 0,0 1 0 0 0,1-1 0 0 0,-1 1-1 0 0,0 0 1 0 0,-5 4 0 0 0,-4 3 973 0 0,-1 1 0 0 0,-21 19 0 0 0,15-11-62 0 0,1 1 1 0 0,-25 32-1 0 0,38-43-911 0 0,0 2 1 0 0,0-1-1 0 0,2 1 0 0 0,-1 0 1 0 0,1 0-1 0 0,0 0 1 0 0,1 1-1 0 0,-5 19 0 0 0,8-18-144 0 0,3-2-43 0 0,-1-8-13 0 0,0-1 1 0 0,1 1-1 0 0,-1 0 1 0 0,1-1-1 0 0,-1 1 0 0 0,1-1 1 0 0,0 1-1 0 0,-1-1 1 0 0,1 0-1 0 0,0 1 1 0 0,0-1-1 0 0,0 0 0 0 0,0 0 1 0 0,0-1-1 0 0,0 1 1 0 0,0 0-1 0 0,0-1 0 0 0,0 1 1 0 0,1-1-1 0 0,-1 0 1 0 0,0 1-1 0 0,0-1 0 0 0,0 0 1 0 0,4-1-1 0 0,5 0-175 0 0,0-1-1 0 0,0 0 0 0 0,17-5 0 0 0,-23 5 107 0 0,7-2-149 0 0,0 0-1 0 0,0-1 1 0 0,-1-1 0 0 0,1 0-1 0 0,-1 0 1 0 0,-1-1-1 0 0,1-1 1 0 0,-1 0 0 0 0,0 0-1 0 0,-1-1 1 0 0,0 0 0 0 0,-1 0-1 0 0,1-1 1 0 0,6-12-1 0 0,-9 10 177 0 0,0 0 0 0 0,-1 0-1 0 0,-1-1 1 0 0,0 1 0 0 0,2-16-1 0 0,-5 24 813 0 0,-3 5-267 0 0,-3 9-60 0 0,-6 17-23 0 0,9-21-358 0 0,1-1-1 0 0,1 0 1 0 0,-1 1-1 0 0,1-1 1 0 0,0 1-1 0 0,0-1 1 0 0,0 1-1 0 0,1-1 1 0 0,0 1-1 0 0,0-1 1 0 0,0 0-1 0 0,0 0 1 0 0,1 1-1 0 0,0-1 0 0 0,0 0 1 0 0,1 0-1 0 0,0-1 1 0 0,-1 1-1 0 0,7 7 1 0 0,-4-6-56 0 0,1-1-1 0 0,-1 0 1 0 0,1 0 0 0 0,-1-1-1 0 0,1 0 1 0 0,1 0 0 0 0,-1 0-1 0 0,1-1 1 0 0,-1 1 0 0 0,1-2 0 0 0,0 1-1 0 0,0-1 1 0 0,0 0 0 0 0,10 1-1 0 0,3 0-97 0 0,-1 0-1 0 0,1-2 1 0 0,-1 0-1 0 0,1-1 1 0 0,0-1-1 0 0,-1-1 1 0 0,33-8-1 0 0,-45 8 78 0 0,0-1-1 0 0,0 1 0 0 0,-1-2 0 0 0,1 1 0 0 0,-1-1 1 0 0,0 0-1 0 0,0 0 0 0 0,0-1 0 0 0,0 0 0 0 0,-1 0 1 0 0,0 0-1 0 0,0 0 0 0 0,0-1 0 0 0,6-10 0 0 0,-4 2 19 0 0,1 0 0 0 0,-2 0 0 0 0,0-1 0 0 0,-1 0 0 0 0,0 0 0 0 0,3-21 0 0 0,-8 35 480 0 0,-2 11 5 0 0,0 15-260 0 0,0 0 0 0 0,2 0 0 0 0,1 0 0 0 0,1 0 0 0 0,1 0 0 0 0,11 44 0 0 0,3-12 471 0 0,39 94-1 0 0,-39-115-682 0 0,-7-15-11 0 0,12 33 0 0 0,-22-52-59 0 0,0-6-37 0 0,-1 0 80 0 0,0 1 0 0 0,0-1 0 0 0,0 1 0 0 0,0-1-1 0 0,-2-2 1 0 0,-4-12-94 0 0,-88-325-1603 0 0,87 319 1557 0 0,3 13 147 0 0,1 1 0 0 0,1-1 1 0 0,0 0-1 0 0,0 0 0 0 0,1 0 0 0 0,-1-22 1 0 0,4 31 38 0 0,-1 0-1 0 0,1-1 1 0 0,-1 1 0 0 0,1 0 0 0 0,0 0-1 0 0,0 0 1 0 0,0 0 0 0 0,0 0 0 0 0,0 0 0 0 0,1 0-1 0 0,-1 0 1 0 0,0 0 0 0 0,1 1 0 0 0,0-1 0 0 0,-1 0-1 0 0,1 1 1 0 0,0 0 0 0 0,0-1 0 0 0,0 1-1 0 0,0 0 1 0 0,0 0 0 0 0,0 0 0 0 0,0 0 0 0 0,0 0-1 0 0,3 0 1 0 0,7-3 25 0 0,1 0-1 0 0,0 1 1 0 0,16-1 0 0 0,-14 2-34 0 0,12-2-9 0 0,0 2-1 0 0,43 2 1 0 0,-63 1-30 0 0,0 0 0 0 0,-1 0 0 0 0,1 1 0 0 0,-1 0-1 0 0,13 6 1 0 0,-19-8 23 0 0,1 1-9 0 0,-1 0 0 0 0,1 0 0 0 0,-1 0 0 0 0,1 0 0 0 0,-1 0-1 0 0,0 0 1 0 0,1 0 0 0 0,-1 0 0 0 0,0 0 0 0 0,0 0 0 0 0,0 0 0 0 0,0 1 0 0 0,0-1 0 0 0,0 0-1 0 0,0 0 1 0 0,0 0 0 0 0,-1 2 0 0 0,1-2 3 0 0,-1 2 6 0 0,0 0 0 0 0,0 1 0 0 0,0-1-1 0 0,0 0 1 0 0,-1 0 0 0 0,1 0 0 0 0,-1 0 0 0 0,0 0-1 0 0,0-1 1 0 0,-3 5 0 0 0,-27 25-77 0 0,25-25 51 0 0,-20 16-93 0 0,18-16-347 0 0,0 0 0 0 0,1 1 0 0 0,0 0 0 0 0,0 0 0 0 0,-8 14 0 0 0,12-15-601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07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207 113 20183 0 0,'0'0'1832'0'0,"-2"1"-1508"0"0,-2 0-37 0 0,0 0-1 0 0,1 1 1 0 0,-1-1-1 0 0,0 1 0 0 0,1 0 1 0 0,-1 0-1 0 0,1 0 1 0 0,-5 5-1 0 0,-28 25 2230 0 0,15-12-1457 0 0,7-7-623 0 0,0 0-1 0 0,1 1 1 0 0,1 0-1 0 0,0 1 1 0 0,1 0-1 0 0,-15 28 0 0 0,25-41-415 0 0,0 0-1 0 0,0 0 1 0 0,0 0-1 0 0,0 0 1 0 0,0 1-1 0 0,1-1 1 0 0,-1 0-1 0 0,1 0 1 0 0,-1 1-1 0 0,1-1 1 0 0,0 0-1 0 0,0 1 1 0 0,0-1-1 0 0,0 0 1 0 0,0 1-1 0 0,1-1 1 0 0,-1 0-1 0 0,1 1 1 0 0,0-1-1 0 0,0 3 1 0 0,1-3-55 0 0,0 1 1 0 0,0-1-1 0 0,-1 0 1 0 0,1 0-1 0 0,0 0 1 0 0,1 0-1 0 0,-1 0 1 0 0,0-1-1 0 0,0 1 1 0 0,1-1-1 0 0,-1 1 1 0 0,1-1-1 0 0,0 0 1 0 0,-1 0-1 0 0,1 0 1 0 0,4 1-1 0 0,0 0-262 0 0,-1-1-1 0 0,1 0 1 0 0,-1-1-1 0 0,1 1 1 0 0,-1-1-1 0 0,1 0 1 0 0,0-1 0 0 0,-1 1-1 0 0,1-1 1 0 0,-1-1-1 0 0,1 1 1 0 0,-1-1 0 0 0,8-3-1 0 0,-1 0-326 0 0,-5 3 24 0 0,-1-1-1 0 0,1 0 1 0 0,0 0-1 0 0,-1-1 1 0 0,11-6-1 0 0,-17 9 523 0 0,1 0-1 0 0,-1 0 0 0 0,1-1 1 0 0,-1 1-1 0 0,0-1 0 0 0,0 1 1 0 0,1-1-1 0 0,-1 1 0 0 0,0-1 1 0 0,0 0-1 0 0,0 1 0 0 0,-1-1 1 0 0,1 0-1 0 0,0 0 0 0 0,-1 0 1 0 0,1 0-1 0 0,-1 0 0 0 0,1 0 1 0 0,-1 1-1 0 0,0-1 0 0 0,0 0 1 0 0,0 0-1 0 0,0 0 0 0 0,0 0 1 0 0,-1 0-1 0 0,1 0 1 0 0,0 0-1 0 0,-2-3 0 0 0,-2-6 261 0 0,-1 0 0 0 0,0 0 0 0 0,-1 0-1 0 0,0 1 1 0 0,-10-13 0 0 0,-8-14-24 0 0,23 35-171 0 0,0 0 0 0 0,0 1 0 0 0,1-1-1 0 0,-1 0 1 0 0,0 0 0 0 0,1 0-1 0 0,-1 0 1 0 0,1 0 0 0 0,0 0-1 0 0,-1-1 1 0 0,1-1 0 0 0,1 2-398 0 0,-1-1 0 0 0,0 1 0 0 0,1 0 0 0 0,-1-1 0 0 0,1 1 0 0 0,0 0 0 0 0,0-1 1 0 0,0 1-1 0 0,0 0 0 0 0,0 0 0 0 0,1 0 0 0 0,-1 0 0 0 0,3-3 0 0 0,0 1-516 0 0,1-1 1 0 0,-1 1-1 0 0,1 0 0 0 0,0 1 0 0 0,1-1 1 0 0,-1 1-1 0 0,0 0 0 0 0,10-4 0 0 0,-13 7 1240 0 0,-1 0-1 0 0,1-1 1 0 0,-1 1-1 0 0,1 0 1 0 0,0 0-1 0 0,-1 0 1 0 0,1 0-1 0 0,0 0 1 0 0,-1 0-1 0 0,1 0 1 0 0,0 1-1 0 0,-1-1 1 0 0,1 1-1 0 0,-1-1 1 0 0,1 1-1 0 0,-1-1 1 0 0,3 2-1 0 0,-1 0 813 0 0,0 0-1 0 0,0-1 0 0 0,-1 1 1 0 0,1 1-1 0 0,0-1 1 0 0,4 5-1 0 0,-2 0 426 0 0,0 0 0 0 0,0 0 1 0 0,3 9-1 0 0,18 48 567 0 0,-19-44-656 0 0,16 32 0 0 0,-12-31-1162 0 0,-4-8-346 0 0,0-1 0 0 0,11 15 1 0 0,-17-25-57 0 0,0-2 16 0 0,3 4 83 0 0,-2-4 287 0 0,1-4-280 0 0,0 0-1 0 0,0 0 1 0 0,-1-1-1 0 0,1 1 1 0 0,-1-1-1 0 0,0 0 1 0 0,0 0-1 0 0,2-8 1 0 0,9-20-42 0 0,5 2 72 0 0,0 1 0 0 0,2 2-1 0 0,34-39 1 0 0,-41 53-191 0 0,0 1-1 0 0,1 0 0 0 0,0 2 1 0 0,1-1-1 0 0,0 2 1 0 0,1 0-1 0 0,0 1 1 0 0,22-9-1 0 0,-30 15-114 0 0,16-7-8390 0 0,-7 5-977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10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1522 16815 0 0,'0'0'1522'0'0,"-15"-9"-1076"0"0,12 4 155 0 0,-1 0-1 0 0,1-1 0 0 0,1 1 1 0 0,-1 0-1 0 0,1-1 0 0 0,0 0 1 0 0,0 1-1 0 0,0-1 0 0 0,0-7 1 0 0,-2-1 259 0 0,-5-32 456 0 0,1 1-1 0 0,-2-90 1 0 0,7 90-1080 0 0,-1-85-96 0 0,6 0 0 0 0,5 1 1 0 0,33-179-1 0 0,-23 228-24 0 0,35-105 0 0 0,-44 164-34 0 0,0 0 0 0 0,21-38 0 0 0,-23 49-61 0 0,1 1 0 0 0,0-1 0 0 0,0 1 0 0 0,1 0 0 0 0,1 1 0 0 0,-1-1-1 0 0,12-7 1 0 0,-14 13-20 0 0,0-1 0 0 0,0 2 0 0 0,0-1 0 0 0,1 1-1 0 0,-1 0 1 0 0,1 0 0 0 0,-1 0 0 0 0,1 1 0 0 0,-1 0 0 0 0,1 0-1 0 0,0 1 1 0 0,12 1 0 0 0,-18-1-1 0 0,0 0 0 0 0,1 0 0 0 0,-1 0 0 0 0,1 0 0 0 0,-1 0 0 0 0,1 0 0 0 0,-1 1 0 0 0,0-1 0 0 0,1 1 0 0 0,-1-1 0 0 0,0 1 0 0 0,1-1 0 0 0,0 2 0 0 0,2 0 0 0 0,8 5 0 0 0,-5 0 0 0 0,-5-3 0 0 0,0 0 0 0 0,0 0 0 0 0,-1 0 0 0 0,0 1 0 0 0,0-1 0 0 0,0 0 0 0 0,0 1 0 0 0,-1-1 0 0 0,1 1 0 0 0,-1-1-1 0 0,0 1 1 0 0,0-1 0 0 0,-1 1 0 0 0,0-1 0 0 0,1 0 0 0 0,-2 1 0 0 0,1-1 0 0 0,-3 7 0 0 0,-3 6 22 0 0,0 0 1 0 0,-2 0-1 0 0,-10 16 0 0 0,5-11 29 0 0,-2-1 0 0 0,0-1 1 0 0,-1 0-1 0 0,0-1 0 0 0,-2-1 0 0 0,-29 22 1 0 0,3-1 141 0 0,38-34-193 0 0,7-5 0 0 0,0 1 0 0 0,0-1 0 0 0,-1 0 0 0 0,1 0 0 0 0,0 0 0 0 0,0 1 0 0 0,0-1 0 0 0,0 0 0 0 0,-1 0 0 0 0,1 1 0 0 0,0-1 0 0 0,0 0 0 0 0,0 0 0 0 0,0 1 0 0 0,0-1 0 0 0,0 0 0 0 0,0 1 0 0 0,0-1 0 0 0,0 0 0 0 0,0 1 0 0 0,0-1 0 0 0,0 0 0 0 0,0 1 0 0 0,0 0 0 0 0,1 1 0 0 0,0-1 0 0 0,0 1 0 0 0,0-1 0 0 0,0 1 0 0 0,0-1 0 0 0,0 0 0 0 0,0 0 0 0 0,0 1 0 0 0,1-1 0 0 0,-1 0 0 0 0,0 0 0 0 0,1 0 0 0 0,-1 0 0 0 0,1-1 0 0 0,-1 1 0 0 0,1 0 0 0 0,2 0 0 0 0,36 9 0 0 0,-25-7 0 0 0,24 5 18 0 0,-25-6-2 0 0,0 1 1 0 0,0 0 0 0 0,-1 1-1 0 0,1 1 1 0 0,19 9-1 0 0,-24-8-15 0 0,0 0 0 0 0,0 1-1 0 0,-1-1 1 0 0,0 2-1 0 0,0-1 1 0 0,0 1-1 0 0,-1 0 1 0 0,0 1 0 0 0,-1 0-1 0 0,0 0 1 0 0,-1 0-1 0 0,1 1 1 0 0,-2 0 0 0 0,1 0-1 0 0,-1 0 1 0 0,-1 0-1 0 0,4 21 1 0 0,-6-23 15 0 0,0 0 0 0 0,-1 0 0 0 0,0 0 0 0 0,-1 0 0 0 0,0 0 0 0 0,0-1 0 0 0,0 1 0 0 0,-1 0 0 0 0,-1 0 0 0 0,1-1 0 0 0,-1 0 0 0 0,0 1 0 0 0,-1-1 0 0 0,0 0 0 0 0,0 0 0 0 0,0-1 0 0 0,-1 1 0 0 0,0-1 0 0 0,0 0 0 0 0,-1-1 0 0 0,1 1 0 0 0,-13 8 0 0 0,7-7-42 0 0,0-1 0 0 0,0 0 1 0 0,0-1-1 0 0,-1-1 0 0 0,0 0 0 0 0,0 0 0 0 0,0-1 0 0 0,0 0 1 0 0,-1-1-1 0 0,1-1 0 0 0,-1 0 0 0 0,1-1 0 0 0,-1 0 1 0 0,1-1-1 0 0,0 0 0 0 0,-1-1 0 0 0,1 0 0 0 0,0-1 0 0 0,0 0 1 0 0,0-1-1 0 0,-19-9 0 0 0,27 11-191 0 0,1 0-1 0 0,0 1 1 0 0,1-1-1 0 0,-1 0 1 0 0,0 0-1 0 0,0 0 1 0 0,1-1 0 0 0,0 1-1 0 0,-1-1 1 0 0,1 1-1 0 0,0-1 1 0 0,0 0-1 0 0,0 0 1 0 0,0 0 0 0 0,1 0-1 0 0,-1 0 1 0 0,1 0-1 0 0,0 0 1 0 0,0 0-1 0 0,0-1 1 0 0,0 1-1 0 0,1 0 1 0 0,-1-1 0 0 0,1 1-1 0 0,0-6 1 0 0,4-5-2202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11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79 20527 0 0,'-6'-6'1863'0'0,"-10"-14"-1703"0"0,11 12 849 0 0,-2 1-1 0 0,-12-13 1 0 0,17 18-751 0 0,0 0 0 0 0,0 0 0 0 0,-1 1 1 0 0,1-1-1 0 0,0 1 0 0 0,-1 0 0 0 0,1 0 0 0 0,-1 0 0 0 0,0 0 1 0 0,1 0-1 0 0,-1 0 0 0 0,0 1 0 0 0,1-1 0 0 0,-6 1 0 0 0,6 0-204 0 0,0 0-1 0 0,0 0 1 0 0,-1 1-1 0 0,1-1 1 0 0,0 1-1 0 0,0-1 1 0 0,0 1-1 0 0,0 0 1 0 0,0 0-1 0 0,0 0 1 0 0,0 0-1 0 0,0 0 1 0 0,0 0-1 0 0,0 0 1 0 0,1 1-1 0 0,-1-1 1 0 0,0 1 0 0 0,1-1-1 0 0,-1 1 1 0 0,1 0-1 0 0,0-1 1 0 0,-1 1-1 0 0,1 0 1 0 0,0 0-1 0 0,0 0 1 0 0,0 0-1 0 0,1 0 1 0 0,-2 3-1 0 0,-1 5 8 0 0,1 0 0 0 0,0 0-1 0 0,1 0 1 0 0,-1 16 0 0 0,2-25-55 0 0,0 10 27 0 0,0 0 0 0 0,2 0 0 0 0,-1 0 0 0 0,1-1 0 0 0,0 1 0 0 0,5 12 0 0 0,27 59 85 0 0,-21-54-97 0 0,-1-3 16 0 0,-1 0 0 0 0,11 42 0 0 0,-19-56-39 0 0,14 69-97 0 0,-16-70 66 0 0,0-1-1 0 0,0 1 1 0 0,-1 0 0 0 0,-1 0 0 0 0,1-1 0 0 0,-4 13 0 0 0,4-20-104 0 0,-1 0 1 0 0,1 0-1 0 0,-1 0 1 0 0,0-1-1 0 0,0 1 0 0 0,0 0 1 0 0,1 0-1 0 0,-2-1 1 0 0,1 1-1 0 0,0-1 1 0 0,0 1-1 0 0,0-1 1 0 0,-1 0-1 0 0,1 1 1 0 0,-1-1-1 0 0,1 0 1 0 0,-1 0-1 0 0,1 0 1 0 0,-1 0-1 0 0,-1 1 0 0 0,-11 2-3328 0 0,0-4-3558 0 0,4-1-800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11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1 104 9671 0 0,'2'0'12683'0'0,"47"-7"-9977"0"0,134-23 2658 0 0,-93 7-8457 0 0,-3-9-6173 0 0,-62 20 1456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12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0 14279 0 0,'0'0'13908'0'0,"0"2"-13436"0"0,-2 4-243 0 0,0-1 0 0 0,0 0-1 0 0,0 0 1 0 0,-1 0 0 0 0,0 0 0 0 0,0 0 0 0 0,0-1-1 0 0,0 1 1 0 0,-6 4 0 0 0,-5 6 34 0 0,-21 15 1 0 0,4-3 45 0 0,19-17-249 0 0,-1 0 1 0 0,-22 13-1 0 0,19-13-27 0 0,-23 18 1 0 0,32-23-33 0 0,4-3 12 0 0,0 0 0 0 0,1 0 0 0 0,-1 0 0 0 0,1 0 0 0 0,-1 0 0 0 0,1 1 0 0 0,0-1-1 0 0,-3 5 1 0 0,3-6 12 0 0,-1 2 14 0 0,-1 14-20 0 0,2-4-19 0 0,1-1 0 0 0,6-1 0 0 0,-2-8 0 0 0,0 0 0 0 0,0 0 0 0 0,0 0 0 0 0,1-1 0 0 0,-1 1 0 0 0,1-1 0 0 0,0 0 0 0 0,-1 0 0 0 0,1 0 0 0 0,0-1 0 0 0,5 2 0 0 0,7 2 0 0 0,24 3 0 0 0,-8-2 0 0 0,-2-2 0 0 0,44 14 0 0 0,-62-15-664 0 0,0-1-1 0 0,0 0 1 0 0,0-1 0 0 0,24 1 0 0 0,-35-2-332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12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1212 21103 0 0,'1'9'290'0'0,"0"0"0"0"0,1 0 0 0 0,0 0-1 0 0,0 0 1 0 0,0-1 0 0 0,1 1 0 0 0,1-1-1 0 0,6 14 1 0 0,8 19 1927 0 0,-26-78 4165 0 0,-9-101-6298 0 0,11 43-91 0 0,4-1 0 0 0,16-137 0 0 0,54-186-116 0 0,-62 394 120 0 0,1 1 1 0 0,0-1 0 0 0,2 2 0 0 0,1-1 0 0 0,24-41-1 0 0,-27 53 4 0 0,1 1-1 0 0,0 0 0 0 0,1 0 0 0 0,0 1 0 0 0,0 0 1 0 0,1 1-1 0 0,0 0 0 0 0,1 0 0 0 0,0 1 0 0 0,1 1 1 0 0,-1-1-1 0 0,20-7 0 0 0,-25 13 0 0 0,0 0 0 0 0,-1 0 0 0 0,1 1 0 0 0,0 0 0 0 0,0 0 0 0 0,0 0 0 0 0,-1 1 0 0 0,1 0 0 0 0,0 0 0 0 0,7 1 0 0 0,-10 0 0 0 0,0-1 0 0 0,-1 1 0 0 0,1 0 0 0 0,0-1 0 0 0,-1 1 0 0 0,1 0 0 0 0,-1 1 0 0 0,0-1 0 0 0,1 0 0 0 0,-1 1 0 0 0,0-1 0 0 0,1 1 0 0 0,-1 0 0 0 0,0 0 0 0 0,-1 0 0 0 0,1 0 0 0 0,0 0 0 0 0,0 0 0 0 0,-1 0 0 0 0,1 0 0 0 0,-1 1 0 0 0,0-1 0 0 0,2 6 0 0 0,0 0 4 0 0,-2 0 0 0 0,1 0 0 0 0,-1 0 0 0 0,0 0 0 0 0,-1 1 0 0 0,0-1 0 0 0,0 0 0 0 0,0 1 0 0 0,-1-1 0 0 0,-1 0 0 0 0,1 0 0 0 0,-2 0 0 0 0,1 0 0 0 0,-1 0 0 0 0,-4 8 0 0 0,2-4 3 0 0,-1-1 0 0 0,-1 0 0 0 0,0 0 0 0 0,-1 0 1 0 0,0-1-1 0 0,0 0 0 0 0,-1-1 0 0 0,-20 17 0 0 0,-130 86 121 0 0,153-106-128 0 0,3 2 0 0 0,4-6 0 0 0,-1-1 0 0 0,1 0 0 0 0,-1 0 0 0 0,1 1 0 0 0,-1-1 0 0 0,1 0 0 0 0,0 0 0 0 0,-1 0 0 0 0,1 0 0 0 0,0 0 0 0 0,0 0 0 0 0,0 0 0 0 0,0 0 0 0 0,0 0 0 0 0,0 0 0 0 0,0-1 0 0 0,1 2 0 0 0,23 12 0 0 0,-19-12 0 0 0,9 4 0 0 0,0 0 0 0 0,0-2 0 0 0,1 0 0 0 0,-1 0 0 0 0,24 1 0 0 0,-15-2 0 0 0,29 8 0 0 0,-45-9 0 0 0,-1 1 0 0 0,1 0 0 0 0,-1 0 0 0 0,0 0 0 0 0,0 1 0 0 0,0 0 0 0 0,11 9 0 0 0,-2 2 0 0 0,-7-2 0 0 0,-9-8 0 0 0,-1-2 0 0 0,1 0 0 0 0,0 1 0 0 0,0 0 0 0 0,0-1 0 0 0,-1 1 0 0 0,0 0 0 0 0,0-1 0 0 0,0 1 0 0 0,0-1 0 0 0,0 1 0 0 0,-1-1 0 0 0,0 0 0 0 0,1 1 0 0 0,-1-1-1 0 0,0 0 1 0 0,-1 0 0 0 0,1 0 0 0 0,-1-1 0 0 0,-3 5 0 0 0,-2 1 13 0 0,-1-1 0 0 0,0 1 0 0 0,0-2 0 0 0,-17 11 0 0 0,10-10-77 0 0,0 0 0 0 0,0-1 1 0 0,0-1-1 0 0,-1-1 0 0 0,0 0 0 0 0,0-1 1 0 0,0 0-1 0 0,0-2 0 0 0,0 0 0 0 0,0-1 0 0 0,-18-2 1 0 0,34 2-44 0 0,-1 0 1 0 0,1 0 0 0 0,0-1-1 0 0,0 1 1 0 0,0 0 0 0 0,0 0-1 0 0,0-1 1 0 0,0 1 0 0 0,0-1-1 0 0,0 1 1 0 0,0-1 0 0 0,1 1-1 0 0,-1-1 1 0 0,0 1 0 0 0,0-1-1 0 0,0 0 1 0 0,1 0 0 0 0,-2-1-1 0 0,1 1-70 0 0,1 1-1 0 0,0-1 0 0 0,0 1 0 0 0,-1-1 1 0 0,1 1-1 0 0,0-1 0 0 0,0 0 0 0 0,0 1 1 0 0,0-1-1 0 0,0 1 0 0 0,0-1 0 0 0,0 0 1 0 0,0 1-1 0 0,0-1 0 0 0,0 1 0 0 0,0-1 1 0 0,0 0-1 0 0,1 1 0 0 0,-1-1 0 0 0,0 1 1 0 0,0-1-1 0 0,1 1 0 0 0,-1-1 0 0 0,0 1 1 0 0,1-1-1 0 0,-1 1 0 0 0,0-1 0 0 0,1 1 1 0 0,-1-1-1 0 0,1 1 0 0 0,-1 0 0 0 0,1-1 1 0 0,0 1-1 0 0,12-8-8641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13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1 11055 0 0,'2'0'6448'0'0,"7"2"-3503"0"0,3 1 431 0 0,-4-2 2502 0 0,-7 10-4549 0 0,-2-8-1251 0 0,1 0 0 0 0,0 0 0 0 0,-1 0 0 0 0,0 0 0 0 0,0-1 0 0 0,0 1 0 0 0,0 0 0 0 0,0-1 0 0 0,-1 1-1 0 0,1 0 1 0 0,-1-1 0 0 0,1 0 0 0 0,-1 1 0 0 0,0-1 0 0 0,-3 3 0 0 0,-4 4 57 0 0,-1 0-1 0 0,-13 8 1 0 0,6-4-55 0 0,-22 17-75 0 0,21-17-5 0 0,1 0 0 0 0,0 2 0 0 0,1 0 0 0 0,-14 17 0 0 0,20-16 0 0 0,8-14 0 0 0,1-2 0 0 0,1 1 0 0 0,-1-1 0 0 0,1 1 0 0 0,0-1 0 0 0,-1 0 0 0 0,1 1 0 0 0,-1 0 0 0 0,1-1 0 0 0,0 1 0 0 0,-1-1 0 0 0,1 1 0 0 0,0-1 0 0 0,0 1 0 0 0,0 0 0 0 0,-1-1 0 0 0,1 1 0 0 0,0 0 0 0 0,0-1 0 0 0,0 1 0 0 0,0 0 0 0 0,0-1 0 0 0,0 1 0 0 0,0-1 0 0 0,0 2 0 0 0,2 7 0 0 0,0-6 0 0 0,-1 0 0 0 0,1-1 0 0 0,0 1 0 0 0,0-1 0 0 0,0 1 0 0 0,1-1 0 0 0,-1 0 0 0 0,0 0 0 0 0,1 0 0 0 0,0 0 0 0 0,-1-1 0 0 0,1 1 0 0 0,0-1 0 0 0,0 1 0 0 0,5 1 0 0 0,8 2 0 0 0,28 6 0 0 0,-33-8 0 0 0,76 10 0 0 0,9 4 0 0 0,-81-13-88 0 0,-11-3-58 0 0,0 1 0 0 0,0-1 0 0 0,1 0-1 0 0,6 0 1 0 0,-10-1-750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14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1304 5983 0 0,'-3'6'119'0'0,"3"-4"-86"0"0,-1 0 0 0 0,1-1 0 0 0,-1 1 0 0 0,1 0 1 0 0,0 0-1 0 0,-1 0 0 0 0,1-1 0 0 0,0 1 0 0 0,0 0 0 0 0,0 0 0 0 0,1-1 0 0 0,-1 1 0 0 0,0 0 0 0 0,12 26 24128 0 0,-12-33-25803 0 0,-1-91 3642 0 0,2-1-1637 0 0,-1 36-250 0 0,8-61 1 0 0,-1 60-107 0 0,26-180 2 0 0,16 3-12 0 0,-32 177 3 0 0,3 1 0 0 0,2 2 0 0 0,41-77 0 0 0,-58 128-2 0 0,0-1 0 0 0,1 1 0 0 0,0 0-1 0 0,0 0 1 0 0,1 1 0 0 0,0-1 0 0 0,0 2 0 0 0,1-1 0 0 0,0 1 0 0 0,0 0 0 0 0,1 1-1 0 0,-1 0 1 0 0,1 0 0 0 0,0 1 0 0 0,1 0 0 0 0,-1 0 0 0 0,1 1 0 0 0,-1 0-1 0 0,1 1 1 0 0,0 0 0 0 0,0 1 0 0 0,0 0 0 0 0,0 1 0 0 0,18 0 0 0 0,-13 3-9 0 0,1 3 11 0 0,-13-3 0 0 0,-2 0 0 0 0,1 0 0 0 0,1 0 0 0 0,-1 0 0 0 0,0 0 0 0 0,0 1 0 0 0,0-1 0 0 0,-1 0 0 0 0,1 1 0 0 0,-1 0 0 0 0,1-1 0 0 0,-1 1 0 0 0,0 0 0 0 0,-1 0 0 0 0,1 0 0 0 0,-1-1 0 0 0,0 1 0 0 0,0 0 0 0 0,0 6 0 0 0,-1-3 0 0 0,0 1 0 0 0,0 0 0 0 0,-1 0 0 0 0,0-1 0 0 0,-1 1 0 0 0,1-1 0 0 0,-7 12 0 0 0,-10 12 32 0 0,-1 0 0 0 0,-1-2 0 0 0,-38 40 0 0 0,45-55-6 0 0,-1 0 0 0 0,-1-2-1 0 0,-1 0 1 0 0,1-1 0 0 0,-28 14-1 0 0,44-25-24 0 0,-12 7 41 0 0,-1 2-20 0 0,0-2 20 0 0,13-7-41 0 0,-1 1-1 0 0,1-1 1 0 0,-1 0 0 0 0,1 0-1 0 0,0 1 1 0 0,-1-1-1 0 0,1 0 1 0 0,-1 1-1 0 0,1-1 1 0 0,-1 0 0 0 0,1 1-1 0 0,0-1 1 0 0,-1 1-1 0 0,1-1 1 0 0,0 1-1 0 0,0-1 1 0 0,-1 1-1 0 0,1 0 1 0 0,0 0-1 0 0,1-1 0 0 0,0 1 0 0 0,-1 0 0 0 0,1 0 0 0 0,0-1 0 0 0,-1 1 0 0 0,1 0 0 0 0,0-1 0 0 0,0 1 0 0 0,0-1 0 0 0,0 1 0 0 0,-1-1 0 0 0,1 1 0 0 0,0-1 0 0 0,0 0 0 0 0,0 1 0 0 0,0-1 0 0 0,0 0 0 0 0,0 0 0 0 0,0 0 0 0 0,1 0 0 0 0,28 4 0 0 0,-26-3 0 0 0,34 1 0 0 0,29 5 0 0 0,-59-6 0 0 0,0 1 0 0 0,0 0 0 0 0,0 0 0 0 0,0 1 0 0 0,14 7 0 0 0,-16-6 1 0 0,-1-1 1 0 0,0 1-1 0 0,0 1 0 0 0,0-1 1 0 0,-1 1-1 0 0,1 0 0 0 0,3 5 1 0 0,-2 1 40 0 0,-5-8-34 0 0,-1 1-1 0 0,1-1 0 0 0,-1 1 0 0 0,1 0 0 0 0,-1-1 0 0 0,-1 1 1 0 0,1-1-1 0 0,0 1 0 0 0,-1-1 0 0 0,0 1 0 0 0,1-1 1 0 0,-2 1-1 0 0,1-1 0 0 0,0 1 0 0 0,-1-1 0 0 0,1 0 1 0 0,-1 0-1 0 0,0 0 0 0 0,0 0 0 0 0,0 0 0 0 0,-3 3 0 0 0,-2 1 26 0 0,0 1 0 0 0,0-2-1 0 0,0 1 1 0 0,-1-1 0 0 0,1 0-1 0 0,-15 7 1 0 0,10-6-6 0 0,-6 4-18 0 0,-1-1 0 0 0,0-1 0 0 0,-1-1-1 0 0,0 0 1 0 0,-23 4 0 0 0,-94 12-3569 0 0,135-23 2421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14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23 12895 0 0,'7'-13'12087'0'0,"-6"11"-11153"0"0,-3 1-770 0 0,1 0 0 0 0,-1 0-1 0 0,0 0 1 0 0,0 0-1 0 0,0 1 1 0 0,1-1-1 0 0,-1 1 1 0 0,0-1 0 0 0,0 1-1 0 0,0 0 1 0 0,0 0-1 0 0,0 0 1 0 0,0 0 0 0 0,0 0-1 0 0,0 0 1 0 0,0 0-1 0 0,0 1 1 0 0,0-1-1 0 0,0 1 1 0 0,-3 1 0 0 0,-6 2 186 0 0,1 1 0 0 0,-16 9 0 0 0,1 0 98 0 0,18-10-388 0 0,0 0 0 0 0,0 0 0 0 0,1 0 0 0 0,0 1 0 0 0,0 0 1 0 0,0 0-1 0 0,0 1 0 0 0,-5 6 0 0 0,4-2-60 0 0,1 1 0 0 0,3 2 0 0 0,5-2-16 0 0,-1-10 8 0 0,0 0-1 0 0,0 0 1 0 0,0 0 0 0 0,1 0 0 0 0,-1 0-1 0 0,0 0 1 0 0,0 0 0 0 0,1 0-1 0 0,-1-1 1 0 0,0 1 0 0 0,1 0 0 0 0,-1-1-1 0 0,1 1 1 0 0,-1-1 0 0 0,1 0 0 0 0,-1 0-1 0 0,1 1 1 0 0,2-1 0 0 0,-4 0 5 0 0,6 0-16 0 0,-1 0 1 0 0,1 0-1 0 0,-1-1 1 0 0,1 0-1 0 0,-1 0 0 0 0,1 0 1 0 0,-1-1-1 0 0,0 1 0 0 0,0-1 1 0 0,0-1-1 0 0,0 1 1 0 0,0-1-1 0 0,6-4 0 0 0,10-4-28 0 0,0 2 35 0 0,-19 8 45 0 0,1 0 1 0 0,-1 0-1 0 0,1 0 0 0 0,-1 1 1 0 0,1-1-1 0 0,0 0 0 0 0,-1 1 1 0 0,4-1-1 0 0,-5 2-15 0 0,0-1 0 0 0,0 0-1 0 0,1 1 1 0 0,-1-1 0 0 0,0 1 0 0 0,0-1 0 0 0,0 1-1 0 0,0-1 1 0 0,0 1 0 0 0,0 0 0 0 0,1 0 0 0 0,-1-1-1 0 0,-1 1 1 0 0,1 0 0 0 0,0 0 0 0 0,0 0 0 0 0,0 0-1 0 0,0 0 1 0 0,0 2 0 0 0,14 21 193 0 0,13 28 0 0 0,-16-29-166 0 0,24 37 0 0 0,-11-27 6 0 0,22 32-36 0 0,-41-55-15 0 0,-1 1-1 0 0,0-1 1 0 0,0 1 0 0 0,-1 0-1 0 0,3 11 1 0 0,-5-12 10 0 0,1 0 1 0 0,-2 0-1 0 0,1 0 1 0 0,-1 19-1 0 0,-1-25 2 0 0,-1 0 1 0 0,1 1-1 0 0,-1-1 1 0 0,0 0-1 0 0,-1 1 1 0 0,1-1-1 0 0,-1 0 1 0 0,1 0-1 0 0,-1 0 1 0 0,-1 0-1 0 0,1 0 1 0 0,0-1-1 0 0,-6 6 1 0 0,4-4 0 0 0,-1 0 1 0 0,-1-1 0 0 0,1 0-1 0 0,-1 0 1 0 0,0 0 0 0 0,0-1-1 0 0,0 0 1 0 0,0 0 0 0 0,0 0-1 0 0,-1-1 1 0 0,1 0 0 0 0,-1 0-1 0 0,0-1 1 0 0,1 0 0 0 0,-1 0-1 0 0,0 0 1 0 0,-10-1 0 0 0,2 0-51 0 0,-1-1 1 0 0,1-1-1 0 0,-1 0 1 0 0,1-1-1 0 0,0-1 1 0 0,-25-9-1 0 0,35 10-121 0 0,0 1 0 0 0,-1 0 0 0 0,1-1 0 0 0,1 0-1 0 0,-1-1 1 0 0,0 1 0 0 0,1-1 0 0 0,0 1-1 0 0,-1-1 1 0 0,2-1 0 0 0,-1 1 0 0 0,0 0 0 0 0,1-1-1 0 0,0 0 1 0 0,-5-9 0 0 0,6 8-384 0 0,0 0 0 0 0,0 0 0 0 0,0-1-1 0 0,0 1 1 0 0,1 0 0 0 0,0-1 0 0 0,1 1 0 0 0,-1-11 0 0 0,4-15-1817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15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13 108 23183 0 0,'0'0'1060'0'0,"-7"-5"351"0"0,1 0 1878 0 0,9 3-3082 0 0,0 0 0 0 0,-1 0 0 0 0,1 0 0 0 0,0 1 0 0 0,0-1 0 0 0,0 1 0 0 0,0 0 0 0 0,1-1 0 0 0,-1 1 0 0 0,0 1 0 0 0,6-2 0 0 0,41-2 9 0 0,-31 3 27 0 0,100-1 304 0 0,2 0-245 0 0,58-8-382 0 0,-136 8-152 0 0,87-10 111 0 0,-115 9-584 0 0,1 0-1 0 0,-1-1 1 0 0,0 0-1 0 0,0-1 0 0 0,-1-1 1 0 0,16-9-1 0 0,-20 9-2231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15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 23471 0 0,'0'0'2123'0'0,"-7"3"-1702"0"0,2 1-298 0 0,3-2 132 0 0,0 0 0 0 0,0-1 0 0 0,0 1 0 0 0,1 1 0 0 0,-1-1 1 0 0,1 0-1 0 0,-1 0 0 0 0,1 1 0 0 0,0-1 0 0 0,0 0 0 0 0,0 1 0 0 0,0-1 1 0 0,0 1-1 0 0,1-1 0 0 0,-1 1 0 0 0,1 0 0 0 0,0-1 0 0 0,0 6 0 0 0,-1-4-172 0 0,2 0 0 0 0,-1 0 0 0 0,0 0 0 0 0,1-1-1 0 0,0 1 1 0 0,0 0 0 0 0,0 0 0 0 0,0 0 0 0 0,1-1-1 0 0,0 1 1 0 0,3 5 0 0 0,0-1-70 0 0,1 0-1 0 0,0-1 1 0 0,1 0-1 0 0,0 0 1 0 0,0-1-1 0 0,1 1 1 0 0,-1-2-1 0 0,1 1 1 0 0,0-1-1 0 0,1 0 1 0 0,0-1-1 0 0,-1 0 1 0 0,1 0-1 0 0,14 3 1 0 0,-21-6-13 0 0,9 2-2 0 0,-1 0 0 0 0,0 1 0 0 0,0 0 0 0 0,0 1 0 0 0,10 6 0 0 0,-10-5-46 0 0,-3 2 36 0 0,-7-7 12 0 0,1 0 0 0 0,-1 1 0 0 0,0-1 0 0 0,0 1 0 0 0,1-1 0 0 0,-1 1 0 0 0,0-1 0 0 0,-1 1 0 0 0,1-1 0 0 0,0 1 0 0 0,0-1 0 0 0,-1 1 0 0 0,1-1 0 0 0,0 1 0 0 0,-1-1 0 0 0,0 0 0 0 0,1 1 0 0 0,-1-1 0 0 0,0 0 0 0 0,0 0 0 0 0,1 1 0 0 0,-1-1 0 0 0,0 0 0 0 0,0 0 0 0 0,-2 1 0 0 0,-2 3 0 0 0,0 0 0 0 0,0 0 0 0 0,-12 8 0 0 0,-11 3-307 0 0,-48 21-1 0 0,-4 1-3069 0 0,65-30-6807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16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16583 0 0,'0'2'3872'0'0,"-1"29"2723"0"0,-2 2-4063 0 0,-1 36-1123 0 0,5-28-1117 0 0,1 0 0 0 0,2-1 0 0 0,2 1 0 0 0,12 44 0 0 0,-5-53-131 0 0,-13-31-98 0 0,0-5-69 0 0,0 0 0 0 0,1 0-1 0 0,-1-1 1 0 0,1 1 0 0 0,0 0 0 0 0,2-5 0 0 0,1-7 5 0 0,2-21 6 0 0,-3 17 9 0 0,1-1 0 0 0,1 1 1 0 0,0 0-1 0 0,9-19 0 0 0,-9 27-10 0 0,0 0 1 0 0,1 0-1 0 0,0 1 1 0 0,1 0-1 0 0,0 0 1 0 0,1 1-1 0 0,0-1 1 0 0,14-12-1 0 0,-11 13-75 0 0,-6 6 32 0 0,0 0-1 0 0,0 0 1 0 0,0 0 0 0 0,11-6-1 0 0,-14 10 35 0 0,-1-1 1 0 0,0 1-1 0 0,0-1 0 0 0,1 1 1 0 0,-1 0-1 0 0,0 0 0 0 0,1 0 1 0 0,-1-1-1 0 0,0 1 1 0 0,0 1-1 0 0,1-1 0 0 0,-1 0 1 0 0,0 0-1 0 0,1 0 0 0 0,-1 1 1 0 0,0-1-1 0 0,0 0 0 0 0,1 1 1 0 0,-1 0-1 0 0,0-1 0 0 0,0 1 1 0 0,0 0-1 0 0,0-1 1 0 0,0 1-1 0 0,0 0 0 0 0,0 0 1 0 0,0 0-1 0 0,0 0 0 0 0,0 0 1 0 0,0 0-1 0 0,0 0 0 0 0,-1 0 1 0 0,1 0-1 0 0,0 0 0 0 0,-1 0 1 0 0,1 2-1 0 0,1 0 1 0 0,3 7 10 0 0,0 0 0 0 0,-1 0 0 0 0,0 0 1 0 0,-1 0-1 0 0,0 1 0 0 0,0-1 0 0 0,1 19 0 0 0,5 18 9 0 0,-1 4 12 0 0,-6-32-9 0 0,9 35 1 0 0,-9-46-8 0 0,7-15 31 0 0,-4 2-61 0 0,-1 0-1 0 0,0-1 1 0 0,-1 1-1 0 0,4-8 1 0 0,5-7-12 0 0,57-98-268 0 0,-13 20 17 0 0,-51 91 264 0 0,-3 6 9 0 0,-1-1-1 0 0,0 0 1 0 0,1 1 0 0 0,-1-1 0 0 0,0 0-1 0 0,0 0 1 0 0,0 0 0 0 0,1-4 0 0 0,-2 5 62 0 0,8 25 148 0 0,-1 21-107 0 0,-5-27-40 0 0,0 0 1 0 0,2-1-1 0 0,8 27 0 0 0,-10-39-64 0 0,0-1 1 0 0,0 0-1 0 0,1 1 0 0 0,-1-1 0 0 0,1 0 1 0 0,0 0-1 0 0,0-1 0 0 0,1 1 0 0 0,-1-1 1 0 0,1 0-1 0 0,0 0 0 0 0,0 0 0 0 0,0 0 1 0 0,0 0-1 0 0,0-1 0 0 0,0 0 0 0 0,1 0 1 0 0,-1 0-1 0 0,1 0 0 0 0,0-1 0 0 0,-1 0 1 0 0,1 0-1 0 0,0 0 0 0 0,0-1 1 0 0,0 1-1 0 0,0-1 0 0 0,0 0 0 0 0,-1 0 1 0 0,1-1-1 0 0,0 0 0 0 0,0 0 0 0 0,0 0 1 0 0,-1 0-1 0 0,1-1 0 0 0,-1 1 0 0 0,1-1 1 0 0,-1 0-1 0 0,1-1 0 0 0,-1 1 0 0 0,0-1 1 0 0,0 0-1 0 0,0 0 0 0 0,-1 0 0 0 0,1 0 1 0 0,4-7-1 0 0,10-13-83 0 0,-1-1 0 0 0,-2-1 0 0 0,0-1 1 0 0,19-50-1 0 0,-12 29-8 0 0,-21 43 94 0 0,8-9 14 0 0,-8 11 51 0 0,3 14 130 0 0,5 17 19 0 0,0 0-119 0 0,1-1 0 0 0,15 28 0 0 0,-20-46-104 0 0,1 0 0 0 0,0 0 0 0 0,1-1 0 0 0,0 1 0 0 0,0-2 0 0 0,1 1 0 0 0,1-1 0 0 0,-1 0 0 0 0,13 8 0 0 0,-20-15-163 0 0,0-1 0 0 0,-1 1 0 0 0,1-1 0 0 0,0 1 0 0 0,0-1 0 0 0,0 0 0 0 0,0 1 0 0 0,-1-1 0 0 0,1 0 0 0 0,0 0-1 0 0,0 1 1 0 0,0-1 0 0 0,0 0 0 0 0,0 0 0 0 0,0 0 0 0 0,0 0 0 0 0,-1 0 0 0 0,1 0 0 0 0,0-1 0 0 0,0 1 0 0 0,0 0 0 0 0,0 0 0 0 0,0-1 0 0 0,0 1 0 0 0,-1 0 0 0 0,1-1 0 0 0,0 1 0 0 0,0-1 0 0 0,-1 1-1 0 0,2-2 1 0 0,2-5-1478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17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3 7367 0 0,'-9'-1'19523'0'0,"9"1"-19491"0"0,0 0-1 0 0,0-1 1 0 0,-1 1-1 0 0,1 0 1 0 0,0 0-1 0 0,0 0 1 0 0,0 0-1 0 0,-1 0 1 0 0,1 0-1 0 0,0 0 1 0 0,0-1-1 0 0,-1 1 1 0 0,1 0-1 0 0,0 0 1 0 0,0 0-1 0 0,-1 0 1 0 0,1 0-1 0 0,0 0 1 0 0,0 0-1 0 0,-1 0 1 0 0,1 0-1 0 0,0 0 1 0 0,0 0 0 0 0,-1 0-1 0 0,1 1 1 0 0,0-1-1 0 0,0 0 1 0 0,0 0-1 0 0,-1 0 1 0 0,1 0-1 0 0,1 4-125 0 0,0 0-1 0 0,0-1 0 0 0,1 1 1 0 0,-1-1-1 0 0,1 1 1 0 0,0-1-1 0 0,0 0 1 0 0,0 0-1 0 0,4 6 1 0 0,0-3-898 0 0,1 1 1 0 0,-1-1 0 0 0,10 7-1 0 0,-3-4-1101 0 0</inkml:trace>
  <inkml:trace contextRef="#ctx0" brushRef="#br0" timeOffset="1">218 35 3679 0 0,'0'0'284'0'0,"1"1"418"0"0,22 19 9814 0 0,-2 0-3672 0 0,22 23-1080 0 0,-15-14-4668 0 0,41 32 1 0 0,90 53 56 0 0,-149-108-1684 0 0,-1 1-1 0 0,0 0 1 0 0,0 1-1 0 0,12 12 1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17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1 14279 0 0,'-13'6'1527'0'0,"-10"8"-241"0"0,12-5 1857 0 0,0 1 0 0 0,-13 15 0 0 0,3-3-2002 0 0,-31 28 773 0 0,27-28-2011 0 0,1 1 1 0 0,1 2-1 0 0,-25 33 1 0 0,47-56-386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17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12895 0 0,'0'0'16191'0'0,"-1"2"-15582"0"0,-1 5-327 0 0,1 0-1 0 0,-1 0 1 0 0,2 0-1 0 0,-1 0 1 0 0,1 0 0 0 0,0 9-1 0 0,7 47 167 0 0,-1-14-144 0 0,15 159-283 0 0,-18-172-69 0 0,-1-15-240 0 0,0 0 0 0 0,-2 0 0 0 0,-3 39 0 0 0,4-53-481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18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1 135 23439 0 0,'0'0'2123'0'0,"0"1"-1671"0"0,3 6-155 0 0,0-1 0 0 0,0 0 1 0 0,1 0-1 0 0,-1-1 0 0 0,2 1 0 0 0,-1-1 1 0 0,0 0-1 0 0,1 0 0 0 0,0 0 0 0 0,0 0 1 0 0,1-1-1 0 0,-1 0 0 0 0,1 0 0 0 0,6 3 1 0 0,0 0-128 0 0,0-1 0 0 0,1-1 0 0 0,-1 0 0 0 0,1 0 0 0 0,0-2 0 0 0,18 4 0 0 0,-13-5-102 0 0,0-1-1 0 0,-1 0 1 0 0,1-1-1 0 0,0-1 1 0 0,-1-1-1 0 0,1-1 1 0 0,-1 0 0 0 0,27-9-1 0 0,-4-3-54 0 0,0-1 1 0 0,50-29-1 0 0,-90 45-13 0 0,1-1 0 0 0,-1 1 0 0 0,0 0 0 0 0,0 0 0 0 0,0 0 0 0 0,1-1 0 0 0,-1 1 0 0 0,0 0 0 0 0,0 0 0 0 0,1 0 0 0 0,-1 0 0 0 0,0 0 0 0 0,0-1 0 0 0,1 1 0 0 0,-1 0 0 0 0,0 0 0 0 0,1 0 0 0 0,-1 0 0 0 0,0 0 0 0 0,0 0 0 0 0,1 0 0 0 0,-1 0 0 0 0,0 0 0 0 0,1 0 0 0 0,-1 0 0 0 0,0 0 0 0 0,0 0 0 0 0,1 0 0 0 0,-1 0 0 0 0,0 0 0 0 0,0 1 0 0 0,1-1 0 0 0,-1 0 0 0 0,0 0 0 0 0,1 0 0 0 0,-1 0 0 0 0,0 0 0 0 0,0 1 0 0 0,0-1 0 0 0,1 0 0 0 0,-1 0 0 0 0,0 0 0 0 0,0 1 0 0 0,1-1 0 0 0,-2 7 0 0 0,0 8-13 0 0,0 1 0 0 0,-2-1 0 0 0,-4 17 0 0 0,2-13 79 0 0,-3 35-1 0 0,8-49-62 0 0,0 1-1 0 0,0-1 1 0 0,0 1 0 0 0,0-1 0 0 0,1 0-1 0 0,0 1 1 0 0,1-1 0 0 0,-1 0 0 0 0,1 1 0 0 0,4 8-1 0 0,3 1-56 0 0,-4-13 58 0 0,-3-1-7 0 0,2 1-15 0 0,-1-1-1 0 0,0 1 1 0 0,1-1 0 0 0,-1 0-1 0 0,0 0 1 0 0,1 0 0 0 0,0-1-1 0 0,-1 1 1 0 0,1-1 0 0 0,-1 0-1 0 0,1 0 1 0 0,-1 0 0 0 0,1 0-1 0 0,0-1 1 0 0,-1 1 0 0 0,1-1-1 0 0,-1 0 1 0 0,1 0 0 0 0,-1 0-1 0 0,0-1 1 0 0,1 1-1 0 0,-1-1 1 0 0,3-2 0 0 0,0 0-6 0 0,0 0 1 0 0,0 0-1 0 0,0 0 0 0 0,-1-1 1 0 0,1 0-1 0 0,-1 0 0 0 0,0-1 1 0 0,-1 0-1 0 0,1 1 1 0 0,4-11-1 0 0,6-14 20 0 0,-1 0 0 0 0,18-63 0 0 0,-29 79 3 0 0,3-7 9 0 0,10-23 1 0 0,-16 43 135 0 0,10 22 48 0 0,3 16-92 0 0,-7-21-47 0 0,0 1-1 0 0,1-1 0 0 0,16 26 0 0 0,-17-34-31 0 0,0 0-1 0 0,0 0 0 0 0,1 0 0 0 0,12 10 1 0 0,-17-16-135 0 0,0 0 1 0 0,1 0-1 0 0,0 0 1 0 0,-1 0-1 0 0,1-1 0 0 0,0 1 1 0 0,0-1-1 0 0,0 1 1 0 0,0-1-1 0 0,0 0 1 0 0,0-1-1 0 0,0 1 0 0 0,1 0 1 0 0,-1-1-1 0 0,0 0 1 0 0,0 0-1 0 0,6 0 1 0 0,-6 0-306 0 0,-1-1 1 0 0,0 0-1 0 0,1 1 0 0 0,-1-1 1 0 0,0 0-1 0 0,0 0 1 0 0,1-1-1 0 0,-1 1 0 0 0,0 0 1 0 0,0-1-1 0 0,0 1 1 0 0,-1-1-1 0 0,1 1 1 0 0,0-1-1 0 0,0 0 0 0 0,-1 0 1 0 0,3-3-1 0 0,-1-1-1201 0 0,1-1 0 0 0,-1 0 0 0 0,0 0-1 0 0,1-7 1 0 0,-4 14 1591 0 0,1-3-557 0 0,0 1 0 0 0,-1-1 0 0 0,1 0 0 0 0,-1 0 0 0 0,0 0 0 0 0,0 0 0 0 0,0-6 0 0 0,-1 5 387 0 0,1-1-1 0 0,0 1 0 0 0,0-1 1 0 0,2-6-1 0 0,33-114 19892 0 0,-34 131-16107 0 0,0 3-7366 0 0,4 14 4859 0 0,-2 0 0 0 0,0 39 0 0 0,1 1-452 0 0,6 2-250 0 0,4-96-364 0 0,-2 6-20 0 0,1 1 1 0 0,0 0-1 0 0,2 1 0 0 0,1 0 0 0 0,1 1 1 0 0,0 1-1 0 0,2 1 0 0 0,1 0 0 0 0,36-28 1 0 0,-47 41-206 0 0,0 1 1 0 0,0 1-1 0 0,13-7 0 0 0,-17 10-183 0 0,-1 0 0 0 0,1 0 0 0 0,0 0 0 0 0,0 1 0 0 0,0 0 0 0 0,0 0 0 0 0,1 0 0 0 0,9 0 0 0 0,-4 3-960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18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1 266 9215 0 0,'0'0'707'0'0,"2"0"-62"0"0,1 0 386 0 0,-1 0 0 0 0,1-1-1 0 0,0 1 1 0 0,0-1 0 0 0,0 0-1 0 0,0 0 1 0 0,3-1 0 0 0,22-14 3650 0 0,-13 5-2966 0 0,17-18 0 0 0,59-63 332 0 0,-82 84-2002 0 0,0 0 1 0 0,-1-1-1 0 0,0 0 0 0 0,0 0 1 0 0,-1-1-1 0 0,-1 0 0 0 0,1 0 1 0 0,7-19-1 0 0,-14 29-31 0 0,0 0 0 0 0,0 0 0 0 0,0-1 0 0 0,0 1 0 0 0,0 0-1 0 0,1 0 1 0 0,-1-1 0 0 0,0 1 0 0 0,0 0 0 0 0,0 0 0 0 0,0-1 0 0 0,0 1 0 0 0,0 0 0 0 0,0-1-1 0 0,0 1 1 0 0,0 0 0 0 0,-1 0 0 0 0,1-1 0 0 0,0 1 0 0 0,0 0 0 0 0,0 0 0 0 0,0-1 0 0 0,0 1 0 0 0,0 0-1 0 0,0 0 1 0 0,-1-1 0 0 0,1 1 0 0 0,0 0 0 0 0,0 0 0 0 0,0 0 0 0 0,-1 0 0 0 0,1-1 0 0 0,0 1-1 0 0,0 0 1 0 0,-1 0 0 0 0,-12-1 243 0 0,-15 7 151 0 0,15 0-248 0 0,1 0-1 0 0,0 0 0 0 0,0 2 0 0 0,0-1 0 0 0,1 1 0 0 0,0 1 0 0 0,0 0 1 0 0,-18 21-1 0 0,21-22-103 0 0,1 1 1 0 0,1 0-1 0 0,-1 0 1 0 0,1 1-1 0 0,1 0 1 0 0,0 0-1 0 0,0 0 1 0 0,1 1-1 0 0,0 0 1 0 0,1-1-1 0 0,-3 19 1 0 0,6-24-54 0 0,-1 0 1 0 0,1 0-1 0 0,0 0 1 0 0,1 0-1 0 0,-1 0 0 0 0,1 0 1 0 0,0 0-1 0 0,0 0 1 0 0,0 0-1 0 0,1 0 0 0 0,0 0 1 0 0,0-1-1 0 0,0 1 1 0 0,3 4-1 0 0,-1-4 0 0 0,0 1 0 0 0,1-1 1 0 0,-1 0-1 0 0,1 0 0 0 0,0 0 1 0 0,0-1-1 0 0,1 0 0 0 0,-1 0 0 0 0,10 4 1 0 0,-2-1-3 0 0,1-1 1 0 0,0-1 0 0 0,0 0-1 0 0,0-1 1 0 0,1-1 0 0 0,0 0-1 0 0,-1-1 1 0 0,30 1 0 0 0,-12-3-122 0 0,37 0-576 0 0,-23-5-2739 0 0,-23 0-6901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21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1100 14743 0 0,'0'0'1136'0'0,"-1"2"-746"0"0,-6 6 3020 0 0,7-8-3199 0 0,-1 1-1 0 0,1-1 1 0 0,-1 1-1 0 0,1-1 1 0 0,-1 1 0 0 0,0-1-1 0 0,1 1 1 0 0,-1-1-1 0 0,0 0 1 0 0,1 1-1 0 0,-1-1 1 0 0,0 0 0 0 0,1 1-1 0 0,-1-1 1 0 0,0 0-1 0 0,1 0 1 0 0,-1 0-1 0 0,0 0 1 0 0,0 0-1 0 0,1 0 1 0 0,-1 0 0 0 0,0 0-1 0 0,0 0 1 0 0,-1 0-1 0 0,1-1 20 0 0,0 0 0 0 0,-1 1 0 0 0,1-1 0 0 0,0 0 0 0 0,-1 0 0 0 0,1 0-1 0 0,0 0 1 0 0,0 0 0 0 0,0 0 0 0 0,0 0 0 0 0,-1-2 0 0 0,-2-3 247 0 0,0 0 1 0 0,1-1 0 0 0,-1 1-1 0 0,-1-8 1 0 0,0-1-254 0 0,1 1 1 0 0,0-1-1 0 0,2 0 1 0 0,-2-20 0 0 0,2-62 94 0 0,26-299-212 0 0,-21 358-107 0 0,8-69 0 0 0,-8 89 0 0 0,1 0 0 0 0,1 0 0 0 0,13-33 0 0 0,-2 16 0 0 0,23-38 0 0 0,-32 62 0 0 0,-1 1 0 0 0,2 0 0 0 0,-1 1 0 0 0,1-1 0 0 0,1 1 0 0 0,0 1 0 0 0,0 0 0 0 0,14-10 0 0 0,-15 14 0 0 0,1 0 0 0 0,-1 0 0 0 0,1 1 0 0 0,0 0 0 0 0,0 1 0 0 0,0 0 0 0 0,0 1 0 0 0,1 0 0 0 0,-1 0 0 0 0,0 1 0 0 0,11 0 0 0 0,-2 2-16 0 0,-16-1 1 0 0,0-1 0 0 0,0 1 0 0 0,0-1-1 0 0,0 1 1 0 0,0 0 0 0 0,0-1 0 0 0,0 1 0 0 0,0 0 0 0 0,0 0 0 0 0,0 1 0 0 0,0-1-1 0 0,-1 0 1 0 0,1 1 0 0 0,0-1 0 0 0,-1 1 0 0 0,1-1 0 0 0,-1 1 0 0 0,0 0-1 0 0,1-1 1 0 0,-1 1 0 0 0,0 0 0 0 0,0 0 0 0 0,0 0 0 0 0,-1 0 0 0 0,1 0 0 0 0,0 0-1 0 0,-1 0 1 0 0,1 0 0 0 0,-1 1 0 0 0,0-1 0 0 0,1 0 0 0 0,-1 0 0 0 0,0 0-1 0 0,0 0 1 0 0,-1 1 0 0 0,1 1 0 0 0,-3 6 15 0 0,0 0 0 0 0,0 0 0 0 0,0 0 0 0 0,-2-1 0 0 0,1 1 0 0 0,-1-1 0 0 0,0 0 0 0 0,-1 0 0 0 0,-7 8-1 0 0,-10 10 3 0 0,-35 32 0 0 0,29-31 6 0 0,24-23 13 0 0,-6 6-4 0 0,0-1 0 0 0,-1 0 0 0 0,0-1 0 0 0,-13 7 0 0 0,16-9 7 0 0,7-6 171 0 0,85-3-143 0 0,33 0 45 0 0,-97 4-87 0 0,0-1 0 0 0,-1 2 1 0 0,1 1-1 0 0,23 7 0 0 0,-31-7-10 0 0,0 0 0 0 0,0 0 0 0 0,-1 1 0 0 0,1 0 0 0 0,15 12 0 0 0,-23-15 0 0 0,0 0 0 0 0,-1 1 0 0 0,1-1 0 0 0,0 1 0 0 0,-1 0 0 0 0,1 0 0 0 0,-1 0 0 0 0,0 0 0 0 0,0 0 0 0 0,0 1 0 0 0,-1-1 0 0 0,1 0 0 0 0,-1 1 0 0 0,0 0 0 0 0,1-1 0 0 0,-2 1 0 0 0,1 0 0 0 0,0-1 0 0 0,-1 1 0 0 0,0 0 0 0 0,0 5 0 0 0,0-5 7 0 0,-1 1 0 0 0,0 0-1 0 0,0-1 1 0 0,-1 1 0 0 0,0-1 0 0 0,1 0-1 0 0,-1 0 1 0 0,-1 1 0 0 0,1-1 0 0 0,0 0-1 0 0,-1-1 1 0 0,0 1 0 0 0,0 0 0 0 0,0-1-1 0 0,-7 6 1 0 0,1-1 21 0 0,-2 0 0 0 0,1-1 0 0 0,-1 0 0 0 0,-17 8 0 0 0,-13 5 36 0 0,-1-1 0 0 0,0-3 0 0 0,-59 15 0 0 0,90-29-176 0 0,0 0 0 0 0,1-1 0 0 0,-1 0 0 0 0,0-1 0 0 0,-13 0 0 0 0,23-1 27 0 0,0 1-1 0 0,0 0 1 0 0,0 0-1 0 0,0 0 1 0 0,0-1 0 0 0,0 1-1 0 0,0 0 1 0 0,0-1-1 0 0,0 1 1 0 0,1-1 0 0 0,-1 1-1 0 0,0-1 1 0 0,0 0 0 0 0,0 1-1 0 0,1-1 1 0 0,-1 0-1 0 0,0 1 1 0 0,1-1 0 0 0,-1 0-1 0 0,1 0 1 0 0,-1 0-1 0 0,1 0 1 0 0,-1 0 0 0 0,1 1-1 0 0,-1-1 1 0 0,1-2-1 0 0,-1 2-107 0 0,1-1 0 0 0,0 0-1 0 0,-1 1 1 0 0,1-1-1 0 0,0 0 1 0 0,0 0 0 0 0,0 1-1 0 0,0-1 1 0 0,1 0-1 0 0,-1 1 1 0 0,0-1 0 0 0,1 0-1 0 0,0-1 1 0 0,7-13-1490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21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16127 0 0,'0'0'1242'0'0,"2"-1"-482"0"0,6-3 931 0 0,-1 1 1 0 0,1 0 0 0 0,0 0 0 0 0,0 0 0 0 0,12-1 0 0 0,-13 3-1292 0 0,-1 1 0 0 0,1-1-1 0 0,0 1 1 0 0,10 2 0 0 0,9 2 143 0 0,88 9 41 0 0,-96-13-1212 0 0,0 0-1 0 0,0-1 0 0 0,0-1 1 0 0,26-5-1 0 0,23-6-3120 0 0,-47 9 2146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22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14279 0 0,'0'0'12949'0'0,"2"0"-12341"0"0,26 1 1129 0 0,48 6 0 0 0,-54-4-1929 0 0,1-2 0 0 0,0 0 0 0 0,0-1 0 0 0,-1-2 0 0 0,1 0 0 0 0,42-10 0 0 0,-44 8-1239 0 0,-2 2-361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22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1236 20903 0 0,'0'0'1899'0'0,"-1"-1"-1563"0"0,-4-4-220 0 0,4 3 19 0 0,0 0 1 0 0,0 0 0 0 0,0-1-1 0 0,0 1 1 0 0,1 0 0 0 0,-1 0-1 0 0,1 0 1 0 0,-1-1 0 0 0,1 1-1 0 0,0-4 1 0 0,-2-5 401 0 0,-5-26 1783 0 0,-4-46 0 0 0,10 70-2200 0 0,-4-54 256 0 0,8-125 1 0 0,23-66 366 0 0,-21 218-723 0 0,20-132-20 0 0,-18 139 0 0 0,2 1 0 0 0,0 0 0 0 0,17-36 0 0 0,-21 58 3 0 0,0 1 0 0 0,0-1 1 0 0,1 1-1 0 0,0 0 0 0 0,0 1 0 0 0,1 0 0 0 0,0 0 1 0 0,1 0-1 0 0,-1 1 0 0 0,2 0 0 0 0,-1 0 0 0 0,1 1 1 0 0,0 0-1 0 0,0 1 0 0 0,0 0 0 0 0,1 0 0 0 0,0 1 1 0 0,0 0-1 0 0,14-3 0 0 0,-11 4-3 0 0,3-2 0 0 0,0 1 0 0 0,0 1 0 0 0,0 0 0 0 0,0 1 0 0 0,24 0 0 0 0,-36 3-10 0 0,1 0 0 0 0,0 0 1 0 0,-1 0-1 0 0,1 0 0 0 0,-1 1 0 0 0,1 0 0 0 0,-1 0 0 0 0,0 0 1 0 0,0 0-1 0 0,1 0 0 0 0,-2 1 0 0 0,1 0 0 0 0,0 0 1 0 0,-1 0-1 0 0,1 0 0 0 0,-1 1 0 0 0,0 0 0 0 0,0-1 0 0 0,0 1 1 0 0,0 0-1 0 0,-1 0 0 0 0,0 0 0 0 0,0 1 0 0 0,0-1 1 0 0,0 0-1 0 0,-1 1 0 0 0,1 0 0 0 0,-1-1 0 0 0,0 1 0 0 0,-1 0 1 0 0,1-1-1 0 0,-1 10 0 0 0,-1-3 15 0 0,-1-1 0 0 0,0 1 1 0 0,0-1-1 0 0,-1 0 0 0 0,-1 0 0 0 0,0 0 0 0 0,0 0 0 0 0,-1-1 1 0 0,0 1-1 0 0,-6 8 0 0 0,-6 6 20 0 0,-2 0 0 0 0,-26 27 0 0 0,34-40 23 0 0,0 0 0 0 0,0-1-1 0 0,-1 0 1 0 0,0-1 0 0 0,-1-1 0 0 0,0 1-1 0 0,0-2 1 0 0,-1 0 0 0 0,0-1 0 0 0,-21 7-1 0 0,31-10 84 0 0,6-1-56 0 0,14 2-43 0 0,25 1-51 0 0,-16-3 19 0 0,0 0 0 0 0,0 2 0 0 0,-1 1 0 0 0,0 1 0 0 0,1 1 0 0 0,23 11 0 0 0,-43-16 0 0 0,0 1 0 0 0,1-1 0 0 0,-1 1 0 0 0,-1 0 0 0 0,1 1 0 0 0,0-1 0 0 0,-1 1 0 0 0,0 0 0 0 0,6 7 0 0 0,-8-9 0 0 0,0 1 0 0 0,-1-1 0 0 0,1 1 0 0 0,-1-1 0 0 0,0 1 0 0 0,0 0 0 0 0,0-1 0 0 0,0 1 0 0 0,-1 0 0 0 0,1 0 0 0 0,-1-1 0 0 0,1 1 0 0 0,-1 0 0 0 0,0 0 0 0 0,0 0 0 0 0,0 0 0 0 0,-1-1 0 0 0,1 1 0 0 0,-1 0 0 0 0,1 0 0 0 0,-3 4 0 0 0,-1 2 8 0 0,0 1 0 0 0,-1-1 0 0 0,0 0 0 0 0,-1-1-1 0 0,0 1 1 0 0,-1-1 0 0 0,1 0 0 0 0,-1-1 0 0 0,-1 1 0 0 0,0-1 0 0 0,0-1 0 0 0,0 0-1 0 0,0 0 1 0 0,-11 5 0 0 0,10-6-3 0 0,0 0 0 0 0,-1-1-1 0 0,1 0 1 0 0,-1 0 0 0 0,0-1-1 0 0,0 0 1 0 0,-1-1 0 0 0,1 0 0 0 0,0-1-1 0 0,-1 0 1 0 0,1-1 0 0 0,-1 0-1 0 0,-20-2 1 0 0,24 0-262 0 0,-1 1-1 0 0,0-1 1 0 0,1 0 0 0 0,0-1-1 0 0,-1 0 1 0 0,-7-4 0 0 0,14 6-481 0 0,1-2 64 0 0,0 1-1 0 0,0 0 0 0 0,0 0 1 0 0,0 0-1 0 0,1 0 0 0 0,-1-1 1 0 0,1 1-1 0 0,1-3 0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23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165 162 18743 0 0,'0'0'1699'0'0,"2"-8"-1366"0"0,1 0 288 0 0,-1 0 0 0 0,0 0 0 0 0,0 0 1 0 0,-1 0-1 0 0,0 0 0 0 0,0-1 0 0 0,-1 1 0 0 0,0 0 0 0 0,-1-1 0 0 0,1 1 0 0 0,-4-11 0 0 0,4 17-573 0 0,-1-1 0 0 0,0 1 0 0 0,1 0 0 0 0,-1 0 1 0 0,0 0-1 0 0,-1 0 0 0 0,1 0 0 0 0,0 0 0 0 0,0 0 0 0 0,-1 1 0 0 0,1-1 0 0 0,-1 0 0 0 0,1 1 0 0 0,-1-1 0 0 0,0 1 0 0 0,-2-2 0 0 0,1 1 18 0 0,0 1 0 0 0,-1-1 1 0 0,1 1-1 0 0,0 0 0 0 0,-1 0 1 0 0,1 0-1 0 0,-1 0 0 0 0,1 1 1 0 0,-6-1-1 0 0,0 1 49 0 0,1 0 0 0 0,0 1 0 0 0,-1 0 0 0 0,1 0 0 0 0,0 1 0 0 0,0 0 0 0 0,0 1 0 0 0,-9 4 0 0 0,14-6-69 0 0,1-1-27 0 0,1 1 0 0 0,0-1 1 0 0,-1 1-1 0 0,1 0 0 0 0,-1 0 0 0 0,1 0 1 0 0,0 0-1 0 0,0-1 0 0 0,-1 2 1 0 0,1-1-1 0 0,0 0 0 0 0,0 0 0 0 0,0 0 1 0 0,0 0-1 0 0,0 1 0 0 0,1-1 0 0 0,-1 0 1 0 0,-1 3-1 0 0,1-1-11 0 0,1-1 1 0 0,-1 1-1 0 0,1-1 0 0 0,-1 1 0 0 0,1-1 0 0 0,0 1 1 0 0,0 0-1 0 0,0-1 0 0 0,0 1 0 0 0,1-1 1 0 0,-1 1-1 0 0,1-1 0 0 0,-1 1 0 0 0,2 2 1 0 0,17 38 23 0 0,-13-31-40 0 0,23 44 57 0 0,-17-33-45 0 0,0 0 0 0 0,-2 1-1 0 0,11 31 1 0 0,-14-26-27 0 0,-1 1 0 0 0,-1-1 0 0 0,2 56 0 0 0,-7-66-1628 0 0,-5 36 1 0 0,4-52-89 0 0,-2 3-329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23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 23839 0 0,'0'0'2575'0'0,"1"0"-2410"0"0,230-43 1662 0 0,-79 3-5489 0 0,-126 32 1309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24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1 180 7831 0 0,'1'0'18451'0'0,"14"-1"-17197"0"0,0 0-1 0 0,22 2 1 0 0,-3 0-442 0 0,159-6-201 0 0,256-41 1 0 0,-441 44-894 0 0,47-8-895 0 0,-20-3-3608 0 0</inkml:trace>
  <inkml:trace contextRef="#ctx0" brushRef="#br0" timeOffset="1">805 1 5983 0 0,'-6'1'22739'0'0,"14"9"-22118"0"0,4-1-538 0 0,1 1 0 0 0,-1-1-1 0 0,2-1 1 0 0,-1 0 0 0 0,22 8-1 0 0,-8-3-47 0 0,-22-11-27 0 0,0 0-1 0 0,-1 1 1 0 0,1 0 0 0 0,-1 0 0 0 0,0 0 0 0 0,0 0 0 0 0,0 1-1 0 0,6 6 1 0 0,-9-8 3 0 0,0 0-1 0 0,0 0 0 0 0,0-1 0 0 0,0 1 0 0 0,0 0 0 0 0,0 0 1 0 0,-1 0-1 0 0,1 0 0 0 0,-1 0 0 0 0,0 0 0 0 0,1 0 1 0 0,-1 0-1 0 0,0 0 0 0 0,0 1 0 0 0,0-1 0 0 0,-1 0 1 0 0,1 0-1 0 0,0 0 0 0 0,-1 0 0 0 0,1 0 0 0 0,-1 0 0 0 0,0 0 1 0 0,1 0-1 0 0,-3 3 0 0 0,-5 8 279 0 0,0 0-1 0 0,0 0 0 0 0,-2-1 1 0 0,1 0-1 0 0,-13 12 1 0 0,-11 9-3401 0 0,9-11-3751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24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357 37 17503 0 0,'0'0'1588'0'0,"-1"-1"-1304"0"0,1-1 125 0 0,0 0-1 0 0,-1 0 1 0 0,0 1-1 0 0,1-1 1 0 0,-1 0-1 0 0,0 0 1 0 0,0 1-1 0 0,0-1 1 0 0,0 1-1 0 0,0-1 0 0 0,-1 1 1 0 0,1-1-1 0 0,0 1 1 0 0,-1 0-1 0 0,1 0 1 0 0,-3-2-1 0 0,2 2-137 0 0,0 0-1 0 0,-1 0 0 0 0,1 0 0 0 0,-1 0 0 0 0,1 0 0 0 0,-1 1 0 0 0,1-1 1 0 0,-1 1-1 0 0,1-1 0 0 0,-5 1 0 0 0,0 1-116 0 0,-1-1 0 0 0,1 1-1 0 0,0 1 1 0 0,0-1 0 0 0,-1 1-1 0 0,-11 5 1 0 0,-51 29-22 0 0,26-12-43 0 0,-29 21 110 0 0,37-22-72 0 0,34-22-102 0 0,1 0-1 0 0,-1 0 0 0 0,0 0-1 0 0,0 0 1 0 0,1 1-1 0 0,-1-1 1 0 0,1 0-1 0 0,-1 1 1 0 0,1-1-1 0 0,-3 4 1 0 0,4-4-18 0 0,0 0 0 0 0,1 0 1 0 0,-1-1-1 0 0,0 1 0 0 0,0 0 0 0 0,1 0 1 0 0,-1 0-1 0 0,1 0 0 0 0,-1 0 0 0 0,1 0 1 0 0,-1 0-1 0 0,1-1 0 0 0,0 1 0 0 0,-1 0 0 0 0,1 0 1 0 0,0-1-1 0 0,0 1 0 0 0,-1-1 0 0 0,1 1 1 0 0,0 0-1 0 0,2 0 0 0 0,21 9-24 0 0,-18-8 27 0 0,45 16-9 0 0,69 13 0 0 0,-84-22-4 0 0,-2 1 0 0 0,47 20 0 0 0,-68-24-44 0 0,0 4 35 0 0,-13-5 15 0 0,0-4-3 0 0,0 1 1 0 0,0 1 0 0 0,1-1 0 0 0,-2 0 0 0 0,1 0 0 0 0,0 0 0 0 0,0 0 0 0 0,-1 0 0 0 0,1 0 0 0 0,-1 0 0 0 0,1 0 0 0 0,-1 0 0 0 0,0 0 0 0 0,0 0 0 0 0,0 0 0 0 0,0 0 0 0 0,0 0 0 0 0,-1 0 0 0 0,1-1 0 0 0,0 1 0 0 0,-1-1 0 0 0,1 1 0 0 0,-1-1 0 0 0,-2 2 0 0 0,-5 4 0 0 0,0 0 0 0 0,0-1 0 0 0,-11 5 0 0 0,-18 7-290 0 0,-1-2 1 0 0,-1-2-1 0 0,0-1 1 0 0,-60 10-1 0 0,95-22 5 0 0,1 0-1 0 0,-1 0 1 0 0,0 0-1 0 0,1-1 1 0 0,-1 0-1 0 0,0 0 1 0 0,-7-1-1 0 0,9 0-702 0 0,4-1-180 0 0,0-1 432 0 0,0 0 0 0 0,0-1-1 0 0,0 1 1 0 0,1 0 0 0 0,-1-1 0 0 0,1 1-1 0 0,0 0 1 0 0,0 0 0 0 0,5-5 0 0 0,8-8-6142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25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1 19351 0 0,'0'0'1751'0'0,"-1"1"-1440"0"0,-53 31 2876 0 0,3 3 0 0 0,-79 69 0 0 0,109-84-2906 0 0,16-11-281 0 0,6 0-16 0 0,0-7-6 0 0,0 0 1 0 0,0-1-1 0 0,1 1 0 0 0,-1 0 1 0 0,1-1-1 0 0,-1 0 0 0 0,1 1 1 0 0,0-1-1 0 0,-1 0 0 0 0,1 0 1 0 0,0 0-1 0 0,0 0 0 0 0,0 0 1 0 0,0 0-1 0 0,0 0 0 0 0,0-1 1 0 0,0 1-1 0 0,0-1 0 0 0,0 1 1 0 0,3-1-1 0 0,2 1-104 0 0,1 0 1 0 0,-1-1-1 0 0,1 0 1 0 0,11-2-1 0 0,-9 0 18 0 0,1 0-1 0 0,-1 0 1 0 0,1-1-1 0 0,-1-1 0 0 0,0 1 1 0 0,0-2-1 0 0,0 1 1 0 0,0-2-1 0 0,-1 1 0 0 0,0-1 1 0 0,0 0-1 0 0,-1-1 1 0 0,1 0-1 0 0,-2-1 1 0 0,1 0-1 0 0,-1 0 0 0 0,9-13 1 0 0,33-52 1370 0 0,-48 75-991 0 0,9 22 141 0 0,-3-6-311 0 0,0-1-1 0 0,1-1 0 0 0,18 27 0 0 0,-16-28-147 0 0,2-1-1 0 0,-1 0 1 0 0,18 14-1 0 0,-26-25-276 0 0,0 0-1 0 0,1 0 1 0 0,-1-1 0 0 0,1 1 0 0 0,-1-1-1 0 0,1 0 1 0 0,0 0 0 0 0,0 0 0 0 0,0-1-1 0 0,0 1 1 0 0,0-1 0 0 0,1 0-1 0 0,-1 0 1 0 0,0-1 0 0 0,1 1 0 0 0,-1-1-1 0 0,0 0 1 0 0,1 0 0 0 0,4-1-1 0 0,0-4-3393 0 0,-1-1 1707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25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9215 0 0,'2'-14'16492'0'0,"-1"15"-15440"0"0,4 4-702 0 0,0 0-1 0 0,0 0 1 0 0,-1 0 0 0 0,0 1-1 0 0,0-1 1 0 0,0 1-1 0 0,0 0 1 0 0,-1 1 0 0 0,0-1-1 0 0,-1 0 1 0 0,3 10 0 0 0,3 12-6 0 0,4 41 0 0 0,-8-46-173 0 0,4 23-122 0 0,0-3-718 0 0,5 85 1 0 0,-13-126 60 0 0,-2 3-3322 0 0,2-5 3472 0 0,0 1-1 0 0,-1-1 0 0 0,1 1 1 0 0,0-1-1 0 0,-5 4-3210 0 0,5-4 3210 0 0,-1 1 1 0 0,0-1-1 0 0,0 0 0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25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4143 0 0,'1'1'21191'0'0,"64"13"-16676"0"0,36-2-2936 0 0,4 0-1728 0 0,-76-7-396 0 0,6 0-1644 0 0,-12 0-5753 0 0,-8-2-942 0 0</inkml:trace>
  <inkml:trace contextRef="#ctx0" brushRef="#br0" timeOffset="1">570 104 23783 0 0,'0'0'2584'0'0,"-4"8"-2584"0"0,6 4 1288 0 0,5-3-672 0 0,1 1-312 0 0,0-3 0 0 0,3-4-1120 0 0,4-2-224 0 0,-1-1-48 0 0,1-1-9400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26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0 5983 0 0,'-1'2'17889'0'0,"-2"5"-17042"0"0,1 0-1 0 0,-1 1 0 0 0,1 0 0 0 0,1-1 0 0 0,-2 9 0 0 0,-2 44 457 0 0,4-51-1012 0 0,0 2-97 0 0,-1 30 499 0 0,3 65-1 0 0,0-95-673 0 0,0 1 0 0 0,1-1-1 0 0,0 0 1 0 0,1 1-1 0 0,0-1 1 0 0,1-1 0 0 0,0 1-1 0 0,1 0 1 0 0,0-1-1 0 0,11 16 1 0 0,-14-23-45 0 0,0 0 0 0 0,1-1 0 0 0,-1 1 0 0 0,1-1 0 0 0,-1 1 0 0 0,1-1 0 0 0,0 0 0 0 0,0 0 0 0 0,0 0 0 0 0,0 0 0 0 0,0-1 0 0 0,1 1 0 0 0,-1-1 1 0 0,0 0-1 0 0,1 0 0 0 0,-1 0 0 0 0,1 0 0 0 0,-1 0 0 0 0,1-1 0 0 0,6 0 0 0 0,-6 0-23 0 0,1-1 0 0 0,-1 1 0 0 0,0-1 0 0 0,0-1 0 0 0,1 1 0 0 0,-1 0 0 0 0,0-1 0 0 0,0 0 0 0 0,0 0 0 0 0,-1 0 0 0 0,1-1 0 0 0,0 1 0 0 0,-1-1 1 0 0,0 0-1 0 0,1 0 0 0 0,4-5 0 0 0,8-11-72 0 0,-1-1 1 0 0,-1-1-1 0 0,0 1 0 0 0,-2-2 1 0 0,-1 0-1 0 0,10-26 1 0 0,2-15 1309 0 0,-22 65-933 0 0,0 7-180 0 0,14 97 442 0 0,-12-91-566 0 0,1 0 0 0 0,0 0 0 0 0,1 0 0 0 0,1-1 1 0 0,8 15-1 0 0,-1-9-611 0 0,-12-19 234 0 0,4 2-273 0 0,-2 0-1226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26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0 10591 0 0,'0'0'819'0'0,"-2"1"-534"0"0,-16 1-353 0 0,-1-1 16149 0 0,21 9-16115 0 0,0-6-62 0 0,0 0 1 0 0,0 0-1 0 0,1 0 0 0 0,-1 0 1 0 0,1 0-1 0 0,0 0 0 0 0,0-1 1 0 0,0 1-1 0 0,1-1 1 0 0,-1 0-1 0 0,1 0 0 0 0,7 5 1 0 0,4 1-675 0 0,0-1 0 0 0,19 8-1 0 0,-6-4-1632 0 0,1-1-1 0 0,0-1 0 0 0,1-2 1 0 0,51 8-1 0 0,-59-14 2024 0 0,-1-1-1 0 0,25-1 1 0 0,-31-2 2223 0 0,-13 2-932 0 0,0-1 1 0 0,0 1-1 0 0,0-1 0 0 0,0 0 1 0 0,0 0-1 0 0,0 0 0 0 0,0 0 1 0 0,2-1-1 0 0,-4 1-699 0 0,1 1 1 0 0,-1-1-1 0 0,0 1 1 0 0,1-1-1 0 0,-1 1 1 0 0,0-1-1 0 0,1 1 1 0 0,-1-1-1 0 0,0 0 1 0 0,0 1-1 0 0,0-1 1 0 0,0 1-1 0 0,1-1 1 0 0,-1 0-1 0 0,0 1 1 0 0,0-1-1 0 0,0 0 1 0 0,0 1-1 0 0,0-1 1 0 0,0 1-1 0 0,-1-1 1 0 0,1-1-1 0 0,0 1-119 0 0,0 1 1 0 0,0-1-1 0 0,-1 0 1 0 0,1 0-1 0 0,0 1 1 0 0,0-1-1 0 0,-1 0 1 0 0,1 0-1 0 0,0 1 0 0 0,-1-1 1 0 0,1 0-1 0 0,-1 1 1 0 0,1-1-1 0 0,-1 0 1 0 0,1 1-1 0 0,-1-1 1 0 0,1 1-1 0 0,-1-1 0 0 0,0 1 1 0 0,1-1-1 0 0,-1 1 1 0 0,0-1-1 0 0,1 1 1 0 0,-1 0-1 0 0,0-1 1 0 0,0 1-1 0 0,1 0 0 0 0,-1 0 1 0 0,0 0-1 0 0,-1-1 1 0 0,-6 3 107 0 0,0-1 0 0 0,0 1 1 0 0,1 0-1 0 0,-1 1 0 0 0,1 0 1 0 0,-1 0-1 0 0,-11 8 1 0 0,6-3 50 0 0,1 1 1 0 0,1 0 0 0 0,-16 16 0 0 0,13-11-156 0 0,2-3 57 0 0,1 1 0 0 0,0 0 0 0 0,0 0 0 0 0,-16 27 0 0 0,23-30-154 0 0,4 0 0 0 0,1-8-6 0 0,0 0 1 0 0,-1 0-1 0 0,1 0 1 0 0,0 0-1 0 0,0 0 0 0 0,-1-1 1 0 0,1 1-1 0 0,0 0 0 0 0,0 0 1 0 0,0-1-1 0 0,0 1 1 0 0,0 0-1 0 0,0-1 0 0 0,0 1 1 0 0,0-1-1 0 0,1 1 0 0 0,-1-1 1 0 0,0 0-1 0 0,0 1 1 0 0,0-1-1 0 0,0 0 0 0 0,1 0 1 0 0,1 0-1 0 0,31-2-180 0 0,-30 2 172 0 0,9-3-23 0 0,0 0 0 0 0,-1 0-1 0 0,19-9 1 0 0,-18 7 39 0 0,0 1 0 0 0,20-5 1 0 0,-31 9 186 0 0,-1 1-117 0 0,3 2-39 0 0,-1 1 0 0 0,0-1 0 0 0,0 1 0 0 0,0 0 0 0 0,-1 0 1 0 0,1 0-1 0 0,-1 0 0 0 0,0 1 0 0 0,0-1 0 0 0,0 1 0 0 0,-1-1 0 0 0,2 9 0 0 0,2 8 65 0 0,1 32 1 0 0,-4-37-53 0 0,12 128-15 0 0,1 49-583 0 0,-13-157-1011 0 0,-2-34 829 0 0,-3 4-4000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27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1 126 24703 0 0,'0'0'2240'0'0,"1"-1"-1844"0"0,13-3-108 0 0,-1 1-1 0 0,1 1 1 0 0,0 0-1 0 0,0 1 1 0 0,0 0-1 0 0,24 2 1 0 0,6-1 599 0 0,-16-1-695 0 0,14 0 300 0 0,72-10 1 0 0,-101 8-894 0 0,-1 1 0 0 0,0-2 0 0 0,1 0 0 0 0,-1 0 0 0 0,-1-1 0 0 0,1-1 0 0 0,-1 1 1 0 0,0-2-1 0 0,0 0 0 0 0,12-10 0 0 0,-20 14-224 0 0,1 0 1 0 0,-1-1-1 0 0,0 1 1 0 0,3-6-1 0 0,2-4-1643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27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 23727 0 0,'0'0'216'0'0,"-1"0"0"0"0,1 1 0 0 0,-1-1-1 0 0,0 1 1 0 0,1-1 0 0 0,-1 1 0 0 0,1-1 0 0 0,-1 1 0 0 0,1-1-1 0 0,0 1 1 0 0,-1-1 0 0 0,1 1 0 0 0,0 0 0 0 0,-1-1 0 0 0,1 1 0 0 0,0 0-1 0 0,0-1 1 0 0,-1 1 0 0 0,1 0 0 0 0,0 1 0 0 0,-6 25 811 0 0,1-7-174 0 0,2-9-693 0 0,0 1-1 0 0,0-1 0 0 0,1 1 1 0 0,0 0-1 0 0,1 0 0 0 0,1 0 1 0 0,0 0-1 0 0,0 0 0 0 0,1 0 1 0 0,1 0-1 0 0,0-1 0 0 0,1 1 1 0 0,5 16-1 0 0,0-8-146 0 0,-5-17-14 0 0,0 0 1 0 0,6 8 0 0 0,3 2-1 0 0,-7-11-2 0 0,-2-2-4 0 0,-1 1-6 0 0,-1 0 0 0 0,1 0 0 0 0,-1-1 0 0 0,1 1-1 0 0,0 0 1 0 0,0-1 0 0 0,-1 1 0 0 0,1-1 0 0 0,0 0 0 0 0,0 1-1 0 0,0-1 1 0 0,-1 0 0 0 0,1 0 0 0 0,0 0 0 0 0,0 0-1 0 0,0-1 1 0 0,0 1 0 0 0,-1-1 0 0 0,1 1 0 0 0,3-2-1 0 0,-1 1-26 0 0,0-1 16 0 0,-1 0 1 0 0,0 1-1 0 0,1-1 1 0 0,-1-1-1 0 0,0 1 0 0 0,0 0 1 0 0,0-1-1 0 0,0 1 1 0 0,-1-1-1 0 0,1 0 0 0 0,-1 0 1 0 0,1 0-1 0 0,-1 0 1 0 0,2-5-1 0 0,4-6-70 0 0,-1-1 1 0 0,5-15-1 0 0,-9 22 49 0 0,54-154-659 0 0,-56 160 839 0 0,-2 16 315 0 0,-1 0-307 0 0,1 0 0 0 0,1 0 0 0 0,1 0 0 0 0,2 18-1 0 0,-2-27-139 0 0,0 0 0 0 0,0 0 0 0 0,0-1 0 0 0,1 1-1 0 0,0 0 1 0 0,0-1 0 0 0,0 1 0 0 0,1-1-1 0 0,0 0 1 0 0,-1 0 0 0 0,1 0 0 0 0,1 0 0 0 0,-1 0-1 0 0,0 0 1 0 0,8 5 0 0 0,-6-6-37 0 0,0 0 1 0 0,0 0-1 0 0,0 0 1 0 0,1 0-1 0 0,-1-1 0 0 0,1 0 1 0 0,0 0-1 0 0,0 0 1 0 0,-1-1-1 0 0,1 0 0 0 0,0 0 1 0 0,0 0-1 0 0,0-1 1 0 0,0 0-1 0 0,0 0 0 0 0,0-1 1 0 0,0 0-1 0 0,0 0 1 0 0,8-2-1 0 0,-10 0 14 0 0,0 1 0 0 0,-1-1 0 0 0,1 1 0 0 0,-1-1-1 0 0,0 0 1 0 0,0-1 0 0 0,0 1 0 0 0,0-1 0 0 0,0 1 0 0 0,-1-1 0 0 0,0 0 0 0 0,1 0 0 0 0,2-8-1 0 0,6-9-65 0 0,9-15-55 0 0,-13 23 62 0 0,1 0 0 0 0,10-14-1 0 0,-17 26 27 0 0,-1 0 70 0 0,1 1 1 0 0,-1 0-1 0 0,0 0 1 0 0,1-1-1 0 0,-1 1 0 0 0,1 0 1 0 0,-1 0-1 0 0,1 0 0 0 0,-1-1 1 0 0,1 1-1 0 0,-1 0 1 0 0,1 0-1 0 0,-1 0 0 0 0,1 0 1 0 0,0 0-1 0 0,-1 0 0 0 0,1 0 1 0 0,-1 0-1 0 0,1 0 1 0 0,-1 1-1 0 0,1-1 0 0 0,-1 0 1 0 0,1 0-1 0 0,-1 0 0 0 0,1 0 1 0 0,-1 1-1 0 0,0-1 1 0 0,1 0-1 0 0,0 1 0 0 0,3 18 285 0 0,0 1-1 0 0,0 23 0 0 0,-3-28-285 0 0,1 0 1 0 0,0 0-1 0 0,1 0 1 0 0,0 0-1 0 0,11 25 1 0 0,-14-38-119 0 0,1-1 1 0 0,-1 0-1 0 0,1 0 0 0 0,0 1 1 0 0,0-1-1 0 0,0 0 0 0 0,-1 0 1 0 0,1 0-1 0 0,0 0 1 0 0,1 0-1 0 0,-1 0 0 0 0,0 0 1 0 0,0 0-1 0 0,0 0 0 0 0,0-1 1 0 0,1 1-1 0 0,-1 0 0 0 0,0-1 1 0 0,2 1-1 0 0,10 2-3306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28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44 169 10591 0 0,'0'0'819'0'0,"-2"0"-534"0"0,-15 2 2272 0 0,-4-1 6794 0 0,18 11-8714 0 0,2-9-700 0 0,1 1 0 0 0,0-1 0 0 0,0 1 0 0 0,1-1-1 0 0,-1 1 1 0 0,1-1 0 0 0,0 1 0 0 0,-1-1-1 0 0,2 1 1 0 0,-1-1 0 0 0,0 0 0 0 0,1 0 0 0 0,-1 1-1 0 0,1-1 1 0 0,0 0 0 0 0,0 0 0 0 0,0-1-1 0 0,0 1 1 0 0,1 0 0 0 0,2 1 0 0 0,7 8-980 0 0,0-1-1 0 0,25 17 1 0 0,-5-7-709 0 0,37 20 0 0 0,-56-34 1842 0 0,1-1-1 0 0,0-1 0 0 0,0 0 0 0 0,0 0 0 0 0,29 4 0 0 0,-37-9 618 0 0,-1 1 0 0 0,1-1 0 0 0,0 0 0 0 0,0-1 0 0 0,-1 1 0 0 0,1-1 0 0 0,0 0 0 0 0,8-3 0 0 0,-12 3-517 0 0,0 0-1 0 0,0 0 1 0 0,1 0-1 0 0,-1 0 1 0 0,0 0-1 0 0,0 0 1 0 0,0-1-1 0 0,0 1 0 0 0,0-1 1 0 0,-1 1-1 0 0,1-1 1 0 0,0 0-1 0 0,-1 0 1 0 0,1 0-1 0 0,-1 0 1 0 0,0 0-1 0 0,0 0 1 0 0,1 0-1 0 0,-1 0 1 0 0,-1-1-1 0 0,1 1 1 0 0,0 0-1 0 0,0-3 0 0 0,0 2-150 0 0,-1 1-1 0 0,0 0 0 0 0,1-1 0 0 0,-1 1 0 0 0,0 0 0 0 0,0-1 1 0 0,-1 1-1 0 0,1 0 0 0 0,0-1 0 0 0,-1 1 0 0 0,0 0 0 0 0,1 0 1 0 0,-1-1-1 0 0,0 1 0 0 0,0 0 0 0 0,0 0 0 0 0,0 0 0 0 0,0 0 0 0 0,-1 0 1 0 0,1 0-1 0 0,-1 1 0 0 0,1-1 0 0 0,-1 0 0 0 0,0 1 0 0 0,0-1 1 0 0,1 1-1 0 0,-1-1 0 0 0,0 1 0 0 0,0 0 0 0 0,0 0 0 0 0,-1 0 1 0 0,1 0-1 0 0,0 0 0 0 0,-3 0 0 0 0,-2-1 38 0 0,1 1-1 0 0,-1 0 1 0 0,0 0 0 0 0,1 0-1 0 0,-1 1 1 0 0,0 0 0 0 0,1 1-1 0 0,-1-1 1 0 0,0 1 0 0 0,-12 3-1 0 0,8 0 60 0 0,-1 1 0 0 0,1 0-1 0 0,0 0 1 0 0,1 1-1 0 0,-20 14 1 0 0,11-4 137 0 0,-33 33 0 0 0,49-46-259 0 0,1 0 0 0 0,-1 0 0 0 0,1 0 0 0 0,0 0 0 0 0,0 1 0 0 0,-2 5 0 0 0,1 3-18 0 0,3-10-19 0 0,0-1 1 0 0,0 1 0 0 0,0 0 0 0 0,1 0-1 0 0,-1 0 1 0 0,1 0 0 0 0,-1 0-1 0 0,1-1 1 0 0,0 1 0 0 0,-1 0-1 0 0,1-1 1 0 0,0 1 0 0 0,0 0 0 0 0,1-1-1 0 0,-1 1 1 0 0,0-1 0 0 0,0 1-1 0 0,1-1 1 0 0,-1 0 0 0 0,0 0 0 0 0,1 1-1 0 0,0-1 1 0 0,-1 0 0 0 0,1 0-1 0 0,0-1 1 0 0,-1 1 0 0 0,4 1 0 0 0,2 0-117 0 0,-1 0 0 0 0,0 0 1 0 0,1 0-1 0 0,0-1 1 0 0,-1 0-1 0 0,12 0 0 0 0,-6-2-35 0 0,0 0 0 0 0,0-1-1 0 0,0 0 1 0 0,0 0-1 0 0,0-2 1 0 0,-1 1 0 0 0,0-2-1 0 0,0 1 1 0 0,0-1 0 0 0,0-1-1 0 0,15-11 1 0 0,-14 9-42 0 0,0-2 1 0 0,0 0-1 0 0,-1 0 1 0 0,0-1-1 0 0,-1 0 1 0 0,0-1-1 0 0,-1 0 1 0 0,14-24-1 0 0,-4 1 370 0 0,-2-1 0 0 0,-1 0 0 0 0,-2-1 0 0 0,18-75 0 0 0,-28 79 210 0 0,-4 31-306 0 0,0 1 1 0 0,0-1-1 0 0,0 0 0 0 0,-1 1 1 0 0,1-1-1 0 0,0 0 1 0 0,-1 1-1 0 0,1-1 1 0 0,-1 1-1 0 0,1-1 0 0 0,-1 1 1 0 0,0-1-1 0 0,0 1 1 0 0,0-1-1 0 0,0 1 1 0 0,0-1-1 0 0,-1-1 0 0 0,1 3-21 0 0,0 0-1 0 0,1 0 1 0 0,-1 0-1 0 0,1 0 1 0 0,-1-1-1 0 0,1 1 1 0 0,-1 0-1 0 0,0 0 1 0 0,1 0-1 0 0,-1 0 1 0 0,0 0-1 0 0,1 0 1 0 0,-1 1-1 0 0,1-1 1 0 0,-1 0-1 0 0,1 0 1 0 0,-1 0-1 0 0,0 0 1 0 0,1 1-1 0 0,-1-1 1 0 0,1 0-1 0 0,-1 1 1 0 0,1-1-1 0 0,-1 0 1 0 0,1 1-1 0 0,-1-1 1 0 0,1 1-1 0 0,0-1 1 0 0,-1 1-1 0 0,-13 14 556 0 0,0 6-218 0 0,1 1 0 0 0,0 0 0 0 0,2 0 0 0 0,1 1 0 0 0,-13 45 0 0 0,16-46-297 0 0,1 1 0 0 0,2 0 0 0 0,0 0 0 0 0,1 0 0 0 0,2 1 0 0 0,0-1 0 0 0,2 0 0 0 0,0 1 1 0 0,1-1-1 0 0,2 0 0 0 0,0 0 0 0 0,2 0 0 0 0,16 43 0 0 0,18 40-764 0 0,-38-102 185 0 0,-1 0 0 0 0,0-1 0 0 0,0 1 0 0 0,0 0 1 0 0,0 7-1 0 0,-1-9-480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29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1133 7831 0 0,'-2'0'603'0'0,"-2"2"-88"0"0,1-1 0 0 0,0 0 0 0 0,0 0 0 0 0,-1-1 0 0 0,1 1 0 0 0,0-1 0 0 0,-1 0 0 0 0,1 0 0 0 0,-1 0 0 0 0,1 0 0 0 0,0 0 0 0 0,-1-1 0 0 0,1 1 0 0 0,0-1 0 0 0,-1 0 0 0 0,1 0 0 0 0,0 0-1 0 0,0-1 1 0 0,0 1 0 0 0,0-1 0 0 0,0 0 0 0 0,0 0 0 0 0,0 0 0 0 0,1 0 0 0 0,-1 0 0 0 0,1 0 0 0 0,-1-1 0 0 0,1 1 0 0 0,0-1 0 0 0,0 0 0 0 0,-2-3 0 0 0,-1-1 643 0 0,1-1 0 0 0,0 0 0 0 0,0 0 0 0 0,-5-15 0 0 0,6 11-1380 0 0,0 0 0 0 0,-3-20-1 0 0,-1-49 338 0 0,3 0-1 0 0,4 0 0 0 0,4 0 1 0 0,3 1-1 0 0,3-1 0 0 0,4 2 1 0 0,37-118-1 0 0,-45 179-91 0 0,1 0 0 0 0,0 0 0 0 0,20-32-1 0 0,-21 40-8 0 0,2 0 0 0 0,-1 1 0 0 0,1 0 0 0 0,1 0 0 0 0,-1 1 0 0 0,2 0 0 0 0,11-9 0 0 0,-13 12-3 0 0,-1-1-1 0 0,1 2 1 0 0,0-1 0 0 0,0 1 0 0 0,1 0 0 0 0,-1 1 0 0 0,1 0 0 0 0,-1 0 0 0 0,1 1-1 0 0,0 0 1 0 0,0 1 0 0 0,13-1 0 0 0,-1 3-11 0 0,-17 1 0 0 0,0 0 0 0 0,7 7 0 0 0,-9-7 0 0 0,-1-1 0 0 0,1 1 1 0 0,-1 0-1 0 0,0 1 0 0 0,0-1 0 0 0,1 0 0 0 0,-1 0 0 0 0,-1 0 0 0 0,1 1 1 0 0,0-1-1 0 0,0 0 0 0 0,-1 1 0 0 0,0-1 0 0 0,1 5 0 0 0,-1-2 0 0 0,0-1-1 0 0,-1 1 0 0 0,0-1 0 0 0,1 1 1 0 0,-1-1-1 0 0,-1 1 0 0 0,-2 5 0 0 0,-2 4 23 0 0,-1 0-1 0 0,-1-1 0 0 0,-14 19 0 0 0,21-32-19 0 0,-32 43 191 0 0,-76 71 0 0 0,77-81-30 0 0,30-32-19 0 0,25 10-80 0 0,-8-8-64 0 0,1 1 0 0 0,-1-2 0 0 0,24 1 0 0 0,-27-3 0 0 0,0 1 0 0 0,0 0 0 0 0,0 1 0 0 0,0 1 0 0 0,0-1 0 0 0,21 9 0 0 0,-20-5 5 0 0,0 1-1 0 0,-1 0 1 0 0,0 0-1 0 0,0 2 1 0 0,-1-1-1 0 0,11 11 1 0 0,-18-15-3 0 0,-1 0-1 0 0,0 0 1 0 0,1 0-1 0 0,-1 0 1 0 0,0 1 0 0 0,-1-1-1 0 0,1 1 1 0 0,-1 0-1 0 0,0 0 1 0 0,0 0 0 0 0,-1 0-1 0 0,1 0 1 0 0,-1 0-1 0 0,0 0 1 0 0,-1 0 0 0 0,1 1-1 0 0,-1-1 1 0 0,0 0-1 0 0,-1 8 1 0 0,-1-4 11 0 0,0 0 0 0 0,0 0 0 0 0,-1 0-1 0 0,0 0 1 0 0,-1-1 0 0 0,0 1 0 0 0,0-1 0 0 0,-1 0 0 0 0,0 0-1 0 0,-1-1 1 0 0,-6 8 0 0 0,-4 3 35 0 0,-1-1-1 0 0,-1 0 1 0 0,-20 14-1 0 0,27-24-35 0 0,0 0-1 0 0,0 0 1 0 0,-1-1-1 0 0,0 0 1 0 0,0-1 0 0 0,0 0-1 0 0,-18 4 1 0 0,19-7-138 0 0,0 0-1 0 0,0 0 1 0 0,1-1 0 0 0,-1 0 0 0 0,0-1 0 0 0,0 0-1 0 0,0-1 1 0 0,0 0 0 0 0,-13-4 0 0 0,22 5-2 0 0,0-1 1 0 0,0 1 0 0 0,0-1 0 0 0,0 1 0 0 0,0-1 0 0 0,0 0-1 0 0,1 0 1 0 0,-1 0 0 0 0,0 0 0 0 0,0 0 0 0 0,1-1-1 0 0,-1 1 1 0 0,1-1 0 0 0,-1 1 0 0 0,1-1 0 0 0,0 1-1 0 0,-2-2 1 0 0,3 1-52 0 0,-1 0 0 0 0,1 1 0 0 0,-1-1 0 0 0,1 0 0 0 0,0 1-1 0 0,0-1 1 0 0,0 0 0 0 0,-1 1 0 0 0,2-1 0 0 0,-1 0 0 0 0,0 1 0 0 0,0-1-1 0 0,0 0 1 0 0,1 1 0 0 0,-1-1 0 0 0,1 1 0 0 0,0-1 0 0 0,-1 1 0 0 0,1-1-1 0 0,0 1 1 0 0,1-3 0 0 0,12-15-2173 0 0,4-2-360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29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93 22399 0 0,'0'0'2504'0'0,"2"-2"-1888"0"0,3-3-167 0 0,1 1 0 0 0,-1 0 0 0 0,1 0 0 0 0,0 0 0 0 0,0 1 0 0 0,1 0 0 0 0,-1 0 0 0 0,9-3 0 0 0,60-13 1394 0 0,-39 11-1664 0 0,106-19-1751 0 0,-125 26-1238 0 0,-4 1 1193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30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97 13823 0 0,'2'-2'6174'0'0,"78"-28"94"0"0,4 7-4671 0 0,89-5-3295 0 0,-152 25-171 0 0,-2-1-4065 0 0,2-2-1980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30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1389 22319 0 0,'0'3'1024'0'0,"-3"4"-348"0"0,2-3-574 0 0,-1 0 1 0 0,1 0-1 0 0,0 0 0 0 0,0 0 1 0 0,0 0-1 0 0,1 6 0 0 0,-1 2 1346 0 0,1-3 1623 0 0,-5-18-1270 0 0,1-8-1645 0 0,0-2 0 0 0,1 1 1 0 0,0 0-1 0 0,2-1 0 0 0,1-33 0 0 0,0 9-74 0 0,16-333 2 0 0,-8 263-75 0 0,37-210-9 0 0,-26 213 0 0 0,-13 80 0 0 0,0 0 0 0 0,2 0 0 0 0,2 0 0 0 0,0 1 0 0 0,2 1 0 0 0,29-51 0 0 0,-36 71 0 0 0,0 0 0 0 0,1 1 0 0 0,0-1 0 0 0,1 1 0 0 0,0 0 0 0 0,8-6 0 0 0,3 1 0 0 0,-13 11 0 0 0,0 0 0 0 0,-1-1 0 0 0,1 0 0 0 0,14-1 0 0 0,-12 2 3 0 0,0 1 1 0 0,-1 0-1 0 0,1 0 0 0 0,-1 0 1 0 0,1 1-1 0 0,-1 0 1 0 0,1 1-1 0 0,-1-1 0 0 0,1 1 1 0 0,-1 0-1 0 0,0 1 0 0 0,0-1 1 0 0,0 1-1 0 0,0 1 1 0 0,-1-1-1 0 0,1 1 0 0 0,-1 0 1 0 0,8 7-1 0 0,-10-8-6 0 0,0 1 1 0 0,0 0-1 0 0,-1 0 1 0 0,1 0-1 0 0,-1 0 0 0 0,0 0 1 0 0,0 0-1 0 0,0 1 1 0 0,0-1-1 0 0,-1 1 0 0 0,0-1 1 0 0,1 8-1 0 0,-1-5-6 0 0,-1 0 0 0 0,0 0-1 0 0,0 0 1 0 0,-1 1 0 0 0,0-1 0 0 0,0 0-1 0 0,-4 11 1 0 0,-1-2-6 0 0,0 0-1 0 0,-2 0 1 0 0,0-1-1 0 0,0 0 1 0 0,-2 0-1 0 0,-11 14 1 0 0,20-29 16 0 0,-5 9 4 0 0,-1-1 1 0 0,0 0 0 0 0,0 0 0 0 0,0-1 0 0 0,-1 0 0 0 0,-1-1 0 0 0,1 1-1 0 0,-16 7 1 0 0,16-9-4 0 0,-1-1 0 0 0,1 1 0 0 0,-13 3 0 0 0,-1 1 26 0 0,-37 19 0 0 0,59-28-27 0 0,0 0-1 0 0,0 0 0 0 0,0 0 1 0 0,0 0-1 0 0,0 0 0 0 0,-1 0 1 0 0,1 0-1 0 0,0 0 0 0 0,0 0 1 0 0,0 0-1 0 0,0 0 0 0 0,0 0 1 0 0,-1 0-1 0 0,1 0 0 0 0,0 0 1 0 0,0 0-1 0 0,0 0 1 0 0,0 0-1 0 0,0 1 0 0 0,-1-1 1 0 0,1 0-1 0 0,0 0 0 0 0,0 0 1 0 0,0 0-1 0 0,0 0 0 0 0,0 0 1 0 0,0 0-1 0 0,0 1 0 0 0,0-1 1 0 0,-1 0-1 0 0,1 0 0 0 0,0 0 1 0 0,0 0-1 0 0,0 0 0 0 0,0 1 1 0 0,0-1-1 0 0,0 0 0 0 0,0 0 1 0 0,0 0-1 0 0,0 0 0 0 0,0 0 1 0 0,0 1-1 0 0,0-1 0 0 0,0 0 1 0 0,0 0-1 0 0,0 0 0 0 0,0 0 1 0 0,0 1-1 0 0,0-1 0 0 0,0 0 1 0 0,1 0-1 0 0,-1 0 0 0 0,0 0 1 0 0,0 0-1 0 0,0 1 0 0 0,0-1 1 0 0,0 0-1 0 0,0 0 1 0 0,0 0-1 0 0,0 0 0 0 0,1 0 1 0 0,14 4 25 0 0,25-3 9 0 0,-39-1-35 0 0,42 0 23 0 0,0 2-1 0 0,0 1 1 0 0,78 18 0 0 0,-112-18-10 0 0,0 0 0 0 0,0 0 1 0 0,0 1-1 0 0,0 0 0 0 0,-1 0 0 0 0,1 1 1 0 0,7 6-1 0 0,-14-9-12 0 0,1 0 1 0 0,-1 0 0 0 0,0 1-1 0 0,0-1 1 0 0,0 0-1 0 0,0 1 1 0 0,0-1-1 0 0,0 1 1 0 0,-1 0-1 0 0,0 0 1 0 0,2 3-1 0 0,-2-4-1 0 0,-1 0 0 0 0,1 1-1 0 0,-1-1 1 0 0,0 0-1 0 0,0 0 1 0 0,0 0 0 0 0,0 1-1 0 0,0-1 1 0 0,0 0-1 0 0,-1 0 1 0 0,1 0-1 0 0,-1 0 1 0 0,1 1 0 0 0,-1-1-1 0 0,0 0 1 0 0,0 0-1 0 0,-2 3 1 0 0,-3 4 0 0 0,0 0 0 0 0,-1 0 0 0 0,-1 0 0 0 0,1-1 0 0 0,-10 9 0 0 0,-46 32 0 0 0,34-31-92 0 0,0-1-1 0 0,-1-1 1 0 0,0-2-1 0 0,-2-1 1 0 0,1-1-1 0 0,-1-2 1 0 0,-1-1-1 0 0,-58 8 1 0 0,62-15-1101 0 0,27-2 245 0 0,2-2-471 0 0,1 2 1203 0 0,-1-1-1 0 0,1 0 1 0 0,-1 0 0 0 0,1 1 0 0 0,0-1 0 0 0,-1 0-1 0 0,1 1 1 0 0,0-1 0 0 0,0 1 0 0 0,-1-1 0 0 0,2 0 0 0 0,0 0-331 0 0,14-9-2248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31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6 7831 0 0,'-2'-1'15170'0'0,"-10"-3"-13448"0"0,7 4-1338 0 0,0 0-1 0 0,0 0 1 0 0,0 0 0 0 0,0 1 0 0 0,0 0-1 0 0,0 0 1 0 0,0 0 0 0 0,0 0-1 0 0,1 1 1 0 0,-1-1 0 0 0,0 1-1 0 0,-7 5 1 0 0,-5 3 276 0 0,-28 22 0 0 0,39-28-585 0 0,-9 7 87 0 0,1 0 0 0 0,0 1 0 0 0,1 1 1 0 0,0 0-1 0 0,-19 25 0 0 0,27-29-98 0 0,4-1-65 0 0,2-6-12 0 0,1-1 1 0 0,-1 0 0 0 0,0 0 0 0 0,1 0 0 0 0,-1 0 0 0 0,0 0-1 0 0,1 0 1 0 0,0-1 0 0 0,-1 1 0 0 0,1 0 0 0 0,-1-1-1 0 0,1 1 1 0 0,0-1 0 0 0,-1 0 0 0 0,1 1 0 0 0,0-1-1 0 0,-1 0 1 0 0,1 0 0 0 0,0 0 0 0 0,2-1 0 0 0,37-2-283 0 0,-27-1 214 0 0,0 0 0 0 0,0-1 0 0 0,0 0 1 0 0,22-13-1 0 0,19-6 77 0 0,-54 23 12 0 0,0 1-1 0 0,0-1 1 0 0,1 1-1 0 0,-1 0 1 0 0,0-1-1 0 0,0 1 1 0 0,1 0-1 0 0,-1 0 1 0 0,0 0-1 0 0,0 0 1 0 0,1 0 0 0 0,-1 0-1 0 0,0 0 1 0 0,1 0-1 0 0,-1 1 1 0 0,0-1-1 0 0,0 0 1 0 0,0 1-1 0 0,1-1 1 0 0,-1 1 0 0 0,0-1-1 0 0,0 1 1 0 0,0 0-1 0 0,2 1 1 0 0,-1-1 30 0 0,1 1 0 0 0,-1 0 1 0 0,0 0-1 0 0,0 0 1 0 0,0 1-1 0 0,0-1 1 0 0,-1 0-1 0 0,1 1 1 0 0,-1-1-1 0 0,1 1 1 0 0,1 4-1 0 0,1 2 44 0 0,62 129 174 0 0,-49-107-236 0 0,16 47-1 0 0,-27-64-15 0 0,-2 1-1 0 0,0-1 1 0 0,-1 1-1 0 0,-1 0 1 0 0,2 29-1 0 0,-4-40-2 0 0,0 0 1 0 0,0 1-1 0 0,-1-1 1 0 0,1 0-1 0 0,-1 1 0 0 0,0-1 1 0 0,0 0-1 0 0,-1 0 0 0 0,1 0 1 0 0,-1 0-1 0 0,0 0 1 0 0,0 0-1 0 0,0-1 0 0 0,-1 1 1 0 0,1-1-1 0 0,-1 1 0 0 0,0-1 1 0 0,0 0-1 0 0,0 0 1 0 0,0 0-1 0 0,0 0 0 0 0,-1-1 1 0 0,1 1-1 0 0,-1-1 0 0 0,0 0 1 0 0,0 0-1 0 0,0 0 1 0 0,0-1-1 0 0,0 1 0 0 0,0-1 1 0 0,-7 1-1 0 0,2 0-396 0 0,0-1 1 0 0,0 0-1 0 0,0 0 0 0 0,-1-1 1 0 0,1 0-1 0 0,0-1 0 0 0,0 0 1 0 0,0 0-1 0 0,-12-4 0 0 0,1-1-1694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31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16 19663 0 0,'-6'-1'582'0'0,"0"0"0"0"0,0 0 0 0 0,-9-3 0 0 0,-5-2 4530 0 0,22 7-4160 0 0,10 3-587 0 0,1 1 0 0 0,-1-2-1 0 0,1 0 1 0 0,0-1 0 0 0,0 0 0 0 0,15 0-1 0 0,3 1-98 0 0,76 2 251 0 0,-56-3-352 0 0,249-17 103 0 0,-186 6-221 0 0,29 4-830 0 0,-133 4 331 0 0,-8 0-100 0 0,0 1-814 0 0,0-1 120 0 0,2-2-453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32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23639 0 0,'0'0'5321'0'0,"2"1"-4698"0"0,15 8 54 0 0,-4-2-471 0 0,-1-1-1 0 0,-1 2 1 0 0,12 8 0 0 0,-3-1-53 0 0,36 20-1 0 0,-32-20-109 0 0,17 6-43 0 0,-32-17 0 0 0,1 1 0 0 0,-1 0 0 0 0,0 0 0 0 0,-1 1 0 0 0,1 0 0 0 0,13 13 0 0 0,-16-12 0 0 0,-5-6 0 0 0,-1 0 0 0 0,1-1 0 0 0,-1 1 0 0 0,1 0 0 0 0,-1 0 0 0 0,1 0 0 0 0,-1-1 0 0 0,1 1 0 0 0,-1 0 0 0 0,0 0 0 0 0,0 0 0 0 0,1 0 0 0 0,-1 0 0 0 0,0 0 0 0 0,0 0 0 0 0,0 0 0 0 0,0 0 0 0 0,0 0 0 0 0,0 0 0 0 0,0 0 0 0 0,0 0 0 0 0,0 0 0 0 0,-1-1 0 0 0,1 1 0 0 0,0 0 0 0 0,-1 0 0 0 0,0 2 0 0 0,0-1 0 0 0,-1 2-5 0 0,0 0 1 0 0,-1 0-1 0 0,1-1 0 0 0,-1 1 0 0 0,1 0 1 0 0,-1-1-1 0 0,0 0 0 0 0,-1 0 0 0 0,-5 5 1 0 0,-5 2-40 0 0,-19 10 0 0 0,3-2 3 0 0,-32 17-197 0 0,27-16-2585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32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453 71 20935 0 0,'0'0'960'0'0,"0"-2"-21"0"0,-3-7-878 0 0,3 5 69 0 0,-2-1 0 0 0,1 0-1 0 0,0 1 1 0 0,-1-1 0 0 0,-4-7-1 0 0,5 10 9 0 0,-1 0-1 0 0,1 1 0 0 0,-1-1 1 0 0,1 1-1 0 0,-1-1 0 0 0,0 1 1 0 0,1-1-1 0 0,-1 1 1 0 0,0 0-1 0 0,0 0 0 0 0,0 0 1 0 0,0 0-1 0 0,0 0 0 0 0,0 0 1 0 0,0 1-1 0 0,-4-2 0 0 0,0 1 248 0 0,-1 0 0 0 0,1 1 0 0 0,-1-1-1 0 0,0 1 1 0 0,1 0 0 0 0,-1 1 0 0 0,-8 1-1 0 0,-47 15 686 0 0,29-8-828 0 0,25-6-183 0 0,-89 26 604 0 0,87-25-566 0 0,-1 1-1 0 0,0 0 1 0 0,1 0 0 0 0,0 1 0 0 0,0 0 0 0 0,-13 12 0 0 0,13-8-8 0 0,1 4 36 0 0,9-9-112 0 0,1-3 4 0 0,-1 0-15 0 0,0 0-1 0 0,0 0 1 0 0,1 0 0 0 0,-1 0 0 0 0,0-1 0 0 0,1 1 0 0 0,0 0 0 0 0,-1 0 0 0 0,1 0 0 0 0,0-1-1 0 0,0 1 1 0 0,0 0 0 0 0,0-1 0 0 0,0 1 0 0 0,0-1 0 0 0,0 1 0 0 0,1-1 0 0 0,-1 1-1 0 0,1-1 1 0 0,-1 0 0 0 0,1 0 0 0 0,-1 0 0 0 0,4 2 0 0 0,5 2 8 0 0,0 0 1 0 0,0 0-1 0 0,12 2 1 0 0,-1 1-5 0 0,1 2-6 0 0,57 20 0 0 0,-55-23-1 0 0,-1 1-1 0 0,0 1 1 0 0,0 2 0 0 0,-1 0-1 0 0,-1 1 1 0 0,0 0 0 0 0,34 29-1 0 0,-50-37-4 0 0,-1 1-1 0 0,0-1 0 0 0,0 1 1 0 0,0 0-1 0 0,0 1 0 0 0,-1-1 1 0 0,0 1-1 0 0,0-1 0 0 0,0 1 1 0 0,2 8-1 0 0,-4-12 5 0 0,-1 1 0 0 0,1-1 1 0 0,0 0-1 0 0,-1 1 0 0 0,0-1 0 0 0,0 1 0 0 0,0 0 1 0 0,0-1-1 0 0,0 1 0 0 0,0-1 0 0 0,0 1 0 0 0,-1-1 1 0 0,0 0-1 0 0,1 1 0 0 0,-1-1 0 0 0,0 1 1 0 0,0-1-1 0 0,0 0 0 0 0,0 0 0 0 0,-1 1 0 0 0,1-1 1 0 0,-1 0-1 0 0,1 0 0 0 0,-1 0 0 0 0,0-1 0 0 0,1 1 1 0 0,-1 0-1 0 0,-4 2 0 0 0,-2 1 4 0 0,-1 0 1 0 0,0-1-1 0 0,-1 0 1 0 0,1 0-1 0 0,-1-1 0 0 0,1 0 1 0 0,-1 0-1 0 0,0-2 1 0 0,-13 2-1 0 0,-13 0 113 0 0,-45-4-1 0 0,60 1-52 0 0,13-1-77 0 0,-94-5-266 0 0,90 5 23 0 0,1-1 0 0 0,-1-1 1 0 0,1 0-1 0 0,0 0 0 0 0,0-1 0 0 0,-17-9 1 0 0,27 13 113 0 0,0-1 1 0 0,0 1-1 0 0,0-1 1 0 0,0 1 0 0 0,-1-1-1 0 0,1 0 1 0 0,0 0-1 0 0,1 0 1 0 0,-1 1-1 0 0,0-1 1 0 0,0 0 0 0 0,0 0-1 0 0,0 0 1 0 0,1 0-1 0 0,-1 0 1 0 0,0-1-1 0 0,1 1 1 0 0,-1 0-1 0 0,1 0 1 0 0,0 0 0 0 0,-1 0-1 0 0,1-1 1 0 0,0 1-1 0 0,0 0 1 0 0,-1 0-1 0 0,1-1 1 0 0,0 1 0 0 0,0 0-1 0 0,0 0 1 0 0,1-1-1 0 0,-1 1 1 0 0,0 0-1 0 0,0 0 1 0 0,1-1 0 0 0,0 0-1 0 0,2-4-907 0 0,0 1 0 0 0,0-1-1 0 0,1 1 1 0 0,-1 0 0 0 0,9-9 0 0 0,-8 10 433 0 0,14-17-2060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32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11975 0 0,'1'2'12511'0'0,"10"27"-10354"0"0,-2 0 0 0 0,7 35 0 0 0,3 12-1547 0 0,-9-43-498 0 0,3 11-408 0 0,2 0 0 0 0,30 63 0 0 0,-40-99 21 0 0,-3-4-170 0 0,0 0 0 0 0,0 0 1 0 0,0 0-1 0 0,0-1 1 0 0,1 1-1 0 0,0-1 1 0 0,4 6-1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33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22199 0 0,'0'0'5285'0'0,"2"1"-4546"0"0,18 4 75 0 0,-1-2 1 0 0,1 0-1 0 0,36 1 1 0 0,-18-2-553 0 0,30 3-843 0 0,99 21 1 0 0,-146-19-27 0 0,0 0-1083 0 0,-7-5-3143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33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38 5527 0 0,'0'0'423'0'0,"2"-2"-278"0"0,-1 2 191 0 0,25-24 13056 0 0,-26 23-13270 0 0,0 1 0 0 0,-1-1 0 0 0,1 1 0 0 0,0-1 1 0 0,0 1-1 0 0,-1-1 0 0 0,1 1 0 0 0,0-1 0 0 0,-1 1 0 0 0,1-1 0 0 0,-1 1 0 0 0,1 0 0 0 0,-1-1 0 0 0,1 1 0 0 0,0 0 0 0 0,-1-1 0 0 0,1 1 1 0 0,-1 0-1 0 0,0-1 0 0 0,1 1 0 0 0,-1 0 0 0 0,1 0 0 0 0,-1 0 0 0 0,1 0 0 0 0,-1 0 0 0 0,0-1 0 0 0,-16 0 1533 0 0,13 1-1346 0 0,0 1 1 0 0,0 0-1 0 0,1 0 1 0 0,-1 0-1 0 0,1 0 1 0 0,-1 1-1 0 0,1-1 1 0 0,-1 1-1 0 0,-5 4 1 0 0,-28 24 854 0 0,22-16-659 0 0,1-3-98 0 0,1 2 0 0 0,-22 26-1 0 0,29-32-295 0 0,2-1-1 0 0,-1 2 0 0 0,1-1 1 0 0,0 0-1 0 0,0 1 0 0 0,1 0 0 0 0,0 0 1 0 0,-2 11-1 0 0,5-16-46 0 0,1-1-63 0 0,-1 0-1 0 0,1 0 1 0 0,0 0 0 0 0,0 0-1 0 0,1 0 1 0 0,-1 0-1 0 0,0 0 1 0 0,1 0 0 0 0,-1-1-1 0 0,1 1 1 0 0,0 0 0 0 0,-1-1-1 0 0,1 0 1 0 0,0 1 0 0 0,0-1-1 0 0,0 0 1 0 0,0 0-1 0 0,0 0 1 0 0,0 0 0 0 0,0 0-1 0 0,0 0 1 0 0,3 0 0 0 0,1 1 0 0 0,-1 0-30 0 0,1 0-1 0 0,0-1 1 0 0,-1 0-1 0 0,1 0 1 0 0,0 0 0 0 0,0-1-1 0 0,0 0 1 0 0,-1 0 0 0 0,1 0-1 0 0,0-1 1 0 0,0 0-1 0 0,0 0 1 0 0,-1 0 0 0 0,1-1-1 0 0,0 0 1 0 0,-1 0 0 0 0,0 0-1 0 0,8-5 1 0 0,5-4-99 0 0,0-1 0 0 0,-1-1 1 0 0,26-26-1 0 0,-11 10 122 0 0,-21 21-36 0 0,-3 2 42 0 0,-6 5 526 0 0,-1 14-278 0 0,0 0-214 0 0,-1-7-99 0 0,1-1 0 0 0,0 1 0 0 0,0-1 1 0 0,0 1-1 0 0,0-1 0 0 0,1 0 1 0 0,0 0-1 0 0,0 0 0 0 0,0 0 0 0 0,6 8 1 0 0,-6-11-307 0 0,0 0 0 0 0,0 0 0 0 0,1 0 0 0 0,-1 0 0 0 0,1-1 0 0 0,-1 1 0 0 0,1-1 0 0 0,0 1 0 0 0,-1-1 0 0 0,1 0 0 0 0,0 0 0 0 0,0 0 0 0 0,0-1 0 0 0,0 1 0 0 0,0-1 0 0 0,3 1 0 0 0,7 0-1261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34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24303 0 0,'0'0'2203'0'0,"-7"6"1809"0"0,6-5-4003 0 0,1-1 0 0 0,0 0 1 0 0,0 0-1 0 0,0 0 1 0 0,0 1-1 0 0,0-1 0 0 0,0 0 1 0 0,0 0-1 0 0,0 0 0 0 0,0 1 1 0 0,0-1-1 0 0,0 0 0 0 0,0 0 1 0 0,0 1-1 0 0,0-1 1 0 0,0 0-1 0 0,0 0 0 0 0,0 0 1 0 0,0 1-1 0 0,0-1 0 0 0,0 0 1 0 0,0 0-1 0 0,0 0 1 0 0,0 1-1 0 0,0-1 0 0 0,0 0 1 0 0,0 0-1 0 0,0 0 0 0 0,1 1 1 0 0,-1-1-1 0 0,0 0 1 0 0,0 0-1 0 0,0 0 0 0 0,0 0 1 0 0,0 1-1 0 0,1-1 0 0 0,-1 0 1 0 0,0 0-1 0 0,0 0 0 0 0,0 0 1 0 0,1 0-1 0 0,-1 0 1 0 0,0 0-1 0 0,0 0 0 0 0,0 0 1 0 0,1 1-1 0 0,-1-1 0 0 0,0 0 1 0 0,14-1-3152 0 0,-7 0-3211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34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15199 0 0,'1'-6'13159'0'0,"3"8"-12913"0"0,-1 1 0 0 0,0-1 0 0 0,0 1 0 0 0,0 0 0 0 0,0 0 0 0 0,0 0 0 0 0,-1 1 1 0 0,1-1-1 0 0,-1 1 0 0 0,4 7 0 0 0,1 4 168 0 0,6 24 0 0 0,-1-5-143 0 0,42 85 67 0 0,-44-102-285 0 0,0 0 0 0 0,1-1 0 0 0,0 0 0 0 0,23 24 0 0 0,-31-37-53 0 0,1 1 0 0 0,0-1 0 0 0,1 0 0 0 0,-1 0 0 0 0,8 3 0 0 0,-12-5 0 0 0,1-1 0 0 0,-1 0 0 0 0,1 0 0 0 0,-1 0 0 0 0,1 0 0 0 0,-1 1 0 0 0,1-1 0 0 0,-1 0 0 0 0,1 0 0 0 0,-1 0 0 0 0,1 0 0 0 0,-1 0 0 0 0,1 0 0 0 0,-1 0 0 0 0,1 0 0 0 0,-1 0 0 0 0,1-1 0 0 0,-1 1 0 0 0,1 0 0 0 0,-1 0 0 0 0,1 0 0 0 0,-1 0 0 0 0,1-1 0 0 0,-1 1 0 0 0,0 0 0 0 0,1-1 0 0 0,-1 1 0 0 0,1 0 0 0 0,-1-1 0 0 0,0 1 0 0 0,1 0 0 0 0,-1-2 0 0 0,1 2 0 0 0,3-4 0 0 0,-1 1 0 0 0,1-1 0 0 0,-1 0 0 0 0,0 0 0 0 0,0 0 0 0 0,0 0 0 0 0,-1 0 0 0 0,1-1 0 0 0,-1 1 0 0 0,2-9 0 0 0,3-7 0 0 0,4-26 0 0 0,-6 22 0 0 0,6-24-214 0 0,-7 23-161 0 0,2 1 0 0 0,0 0-1 0 0,19-42 1 0 0,-25 65 201 0 0,1-1 0 0 0,-1 1 0 0 0,1 0 0 0 0,0 0 0 0 0,-1 0 0 0 0,1 0 0 0 0,0 0 0 0 0,0 0 0 0 0,-1 0 0 0 0,1 0 0 0 0,0 0 0 0 0,0 0-1 0 0,0 0 1 0 0,0 1 0 0 0,1-1 0 0 0,-1 0 0 0 0,0 1 0 0 0,0-1 0 0 0,0 1 0 0 0,0-1 0 0 0,1 1 0 0 0,-1-1 0 0 0,0 1 0 0 0,0 0 0 0 0,1 0 0 0 0,1 0-1 0 0,1 0-450 0 0,-1 1 0 0 0,1 0-1 0 0,0 0 1 0 0,0 0-1 0 0,-1 0 1 0 0,1 1-1 0 0,3 2 1 0 0,9 3-949 0 0,21 6-2536 0 0,-17-7 1764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35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22 14943 0 0,'8'-3'1358'0'0,"-1"0"-1118"0"0,7-7 5993 0 0,-16 11-4949 0 0,-4 0-786 0 0,0 1 1 0 0,0 0-1 0 0,0 0 1 0 0,1 0-1 0 0,-1 1 1 0 0,0 0-1 0 0,1 0 1 0 0,-9 7-1 0 0,-40 38 656 0 0,26-23-442 0 0,23-20-621 0 0,-17 13 283 0 0,1 1 0 0 0,1 1-1 0 0,0 0 1 0 0,-15 25 0 0 0,32-43-342 0 0,2-1-29 0 0,0-1 0 0 0,1 1 0 0 0,-1 0 0 0 0,0 0 0 0 0,1-1 0 0 0,-1 1 0 0 0,1 0 0 0 0,-1 0 0 0 0,1 0 0 0 0,-1-1 0 0 0,1 1 0 0 0,0 0 0 0 0,0 0 0 0 0,-1 0 0 0 0,1 0 0 0 0,0 0 1 0 0,0 0-1 0 0,0 0 0 0 0,0 0 0 0 0,0 1 0 0 0,0-2-3 0 0,-1 0-1 0 0,1 1 1 0 0,0-1 0 0 0,0 1 0 0 0,0-1 0 0 0,0 0 0 0 0,0 1 0 0 0,0-1 0 0 0,-1 1 0 0 0,1-1-1 0 0,0 1 1 0 0,0-1 0 0 0,0 0 0 0 0,1 1 0 0 0,-1-1 0 0 0,0 1 0 0 0,0-1 0 0 0,0 1-1 0 0,0-1 1 0 0,0 0 0 0 0,0 1 0 0 0,1-1 0 0 0,-1 0 0 0 0,0 1 0 0 0,0-1 0 0 0,0 1 0 0 0,1-1-1 0 0,-1 0 1 0 0,0 1 0 0 0,1-1 0 0 0,-1 0 0 0 0,0 0 0 0 0,1 1 0 0 0,-1-1 0 0 0,0 0-1 0 0,1 0 1 0 0,-1 0 0 0 0,0 1 0 0 0,1-1 0 0 0,0 0 0 0 0,-1 0-2 0 0,3 2-19 0 0,-1-1 0 0 0,1 0 0 0 0,-1 0 0 0 0,1 0 0 0 0,0 0 0 0 0,0-1 1 0 0,-1 1-1 0 0,1-1 0 0 0,0 1 0 0 0,0-1 0 0 0,-1 0 0 0 0,1 0 0 0 0,0 0 0 0 0,0-1 0 0 0,5 0 0 0 0,5-2-118 0 0,0-1 0 0 0,13-5 0 0 0,-17 5 44 0 0,12-4-188 0 0,-1-1 0 0 0,0 0 0 0 0,0-2 0 0 0,26-19 0 0 0,-33 21 134 0 0,-1-1 0 0 0,-1 0 1 0 0,0-1-1 0 0,0 0 0 0 0,-1-1 0 0 0,0 0 1 0 0,10-17-1 0 0,-18 25 138 0 0,0 1 20 0 0,0 0 0 0 0,0 0-1 0 0,-1 0 1 0 0,1 0 0 0 0,-1-1 0 0 0,0 1 0 0 0,0 0 0 0 0,0-1 0 0 0,-1 1-1 0 0,1-1 1 0 0,-1 1 0 0 0,1-8 0 0 0,-16 26 280 0 0,11-9-247 0 0,-1 0-1 0 0,2 0 1 0 0,-1 0-1 0 0,1 1 1 0 0,0-1-1 0 0,0 1 1 0 0,1 0-1 0 0,0 0 1 0 0,0 0-1 0 0,0 0 0 0 0,1 0 1 0 0,0 0-1 0 0,0 12 1 0 0,1-14-46 0 0,1-1 0 0 0,-1 1 0 0 0,1 0 0 0 0,0 0 1 0 0,1-1-1 0 0,-1 1 0 0 0,1-1 0 0 0,-1 1 0 0 0,1-1 0 0 0,1 0 1 0 0,-1 1-1 0 0,1-1 0 0 0,-1 0 0 0 0,1-1 0 0 0,0 1 0 0 0,1 0 1 0 0,-1-1-1 0 0,1 0 0 0 0,-1 0 0 0 0,1 0 0 0 0,5 3 0 0 0,0-1-98 0 0,0-1-1 0 0,0 0 0 0 0,0 0 0 0 0,0-1 0 0 0,1 0 1 0 0,0-1-1 0 0,-1 0 0 0 0,1 0 0 0 0,18 0 0 0 0,-11-2-197 0 0,1-1-1 0 0,0-1 1 0 0,-1 0-1 0 0,29-7 1 0 0,-34 5 119 0 0,-1 0-1 0 0,1 0 1 0 0,-1-1 0 0 0,0-1 0 0 0,-1 1-1 0 0,1-2 1 0 0,-1 0 0 0 0,16-14 0 0 0,-19 15 153 0 0,0-1 1 0 0,0-1 0 0 0,-1 1 0 0 0,0-1-1 0 0,0 0 1 0 0,-1 0 0 0 0,0-1-1 0 0,-1 0 1 0 0,0 0 0 0 0,0 0-1 0 0,3-12 1 0 0,-3 8 161 0 0,-2 7 200 0 0,-1 1 1 0 0,1-1 0 0 0,-1 0 0 0 0,0-10 0 0 0,-12 35 1329 0 0,7-7-1361 0 0,0 1 0 0 0,1 0 0 0 0,0 0-1 0 0,1 0 1 0 0,-1 21 0 0 0,4 68 336 0 0,5-44-498 0 0,2 0 0 0 0,28 95 0 0 0,-16-74-92 0 0,-12-41-62 0 0,-24-86-314 0 0,-11-187-320 0 0,21 163 274 0 0,5 59 301 0 0,-2-22-270 0 0,2-47 0 0 0,1 72 336 0 0,1 1-1 0 0,0-1 0 0 0,1 1 1 0 0,0-1-1 0 0,0 1 0 0 0,1 0 1 0 0,0 0-1 0 0,1 0 0 0 0,0 0 0 0 0,5-8 1 0 0,-6 14 19 0 0,-1-1 0 0 0,1 1 0 0 0,0 0 0 0 0,0 0 0 0 0,0 0 0 0 0,0 1 0 0 0,0-1 0 0 0,1 1 0 0 0,-1 0 0 0 0,1 0 0 0 0,5-3 0 0 0,-2 3 28 0 0,0-1 1 0 0,0 1-1 0 0,0 1 1 0 0,0 0-1 0 0,0 0 1 0 0,8 0-1 0 0,5 1 41 0 0,-1 1-1 0 0,0 1 0 0 0,0 0 1 0 0,19 6-1 0 0,-29-6-81 0 0,2 1 0 0 0,0-1 0 0 0,17 8 0 0 0,-25-9 0 0 0,-1 0 0 0 0,1 0 0 0 0,-1 1 0 0 0,0-1 0 0 0,0 1 0 0 0,1-1 0 0 0,-1 1 0 0 0,0 0 0 0 0,0 0 0 0 0,-1 0 0 0 0,1 0 0 0 0,0 0 0 0 0,-1 0 0 0 0,1 0 0 0 0,-1 1 0 0 0,2 3 0 0 0,-2-4-11 0 0,-1 0 1 0 0,0 0-1 0 0,0-1 1 0 0,0 1-1 0 0,0 0 1 0 0,0 0-1 0 0,0 0 1 0 0,0 0-1 0 0,-1 0 1 0 0,1 0-1 0 0,-1 0 1 0 0,0-1-1 0 0,1 1 0 0 0,-1 0 1 0 0,0 0-1 0 0,0-1 1 0 0,0 1-1 0 0,0 0 1 0 0,0-1-1 0 0,0 1 1 0 0,-2 1-1 0 0,-3 3-66 0 0,-1 1-1 0 0,-13 11 1 0 0,8-10 77 0 0,0-1 0 0 0,-1-1 0 0 0,0 0 0 0 0,0-1 0 0 0,-1 0 0 0 0,-25 5 0 0 0,-5-2-1391 0 0,26-7-7403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35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1 24591 0 0,'0'0'1196'0'0,"-4"0"75"0"0,-13 8-853 0 0,0 2 0 0 0,0-1 1 0 0,1 2-1 0 0,0 0 1 0 0,1 1-1 0 0,1 1 0 0 0,0 0 1 0 0,-24 30-1 0 0,36-40-369 0 0,0 1 1 0 0,0-1-1 0 0,0 1 1 0 0,0 0-1 0 0,0 0 1 0 0,1 0-1 0 0,0 0 1 0 0,0 0-1 0 0,0 0 1 0 0,-1 8-1 0 0,3 2 17 0 0,3-10-79 0 0,-2-3 11 0 0,0 2-28 0 0,1-1 1 0 0,0 1-1 0 0,0-1 0 0 0,0 1 1 0 0,0-1-1 0 0,1 0 1 0 0,-1-1-1 0 0,1 1 1 0 0,-1 0-1 0 0,1-1 0 0 0,-1 0 1 0 0,1 0-1 0 0,0 0 1 0 0,4 0-1 0 0,7 1-193 0 0,0 0 0 0 0,17-2 0 0 0,-27 0 165 0 0,5 0-130 0 0,0 0 1 0 0,0-1-1 0 0,0-1 0 0 0,14-3 0 0 0,-20 4 113 0 0,0 0-1 0 0,0-1 1 0 0,0 1-1 0 0,0-1 1 0 0,0 0-1 0 0,-1 0 1 0 0,1-1 0 0 0,-1 1-1 0 0,1-1 1 0 0,-1 1-1 0 0,0-1 1 0 0,5-6-1 0 0,-7 8 67 0 0,-1 0 1 0 0,1 0-1 0 0,-1 0 0 0 0,0 0 0 0 0,1 0 0 0 0,-1-1 1 0 0,0 1-1 0 0,0 0 0 0 0,1 0 0 0 0,-1 0 0 0 0,0 0 1 0 0,0-1-1 0 0,0 1 0 0 0,0 0 0 0 0,-1 0 1 0 0,1 0-1 0 0,-1-2 0 0 0,-7-20-137 0 0,7 20 74 0 0,-16-31-718 0 0,0 0-4692 0 0,12 23-2574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2:35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0 103 3679 0 0,'0'0'284'0'0,"1"2"460"0"0,3 34 12968 0 0,-1 2-7319 0 0,10 74-1737 0 0,-12-107-4543 0 0,0 0 0 0 0,1 0 0 0 0,-1 0 0 0 0,1 0-1 0 0,0 0 1 0 0,0 0 0 0 0,1 0 0 0 0,-1-1 0 0 0,1 1 0 0 0,0-1-1 0 0,0 0 1 0 0,7 7 0 0 0,-2-5-44 0 0,0-2 22 0 0,-7-3 153 0 0,9-5 132 0 0,-6 0-295 0 0,0-1 0 0 0,0 1-1 0 0,-1-1 1 0 0,1 0 0 0 0,-1 0 0 0 0,0 0-1 0 0,2-7 1 0 0,6-8 29 0 0,4-3-79 0 0,0 0 1 0 0,2 1-1 0 0,0 1 0 0 0,28-26 1 0 0,-10 15-39 0 0,67-46 1 0 0,-89 70-298 0 0,0 0 0 0 0,1 1-1 0 0,-1 1 1 0 0,1 0 0 0 0,1 1 0 0 0,23-6 0 0 0,-20 8-1103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5:43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1 105 24847 0 0,'0'-3'108'0'0,"1"0"0"0"0,-1 0 0 0 0,1 1-1 0 0,0-1 1 0 0,0 1 0 0 0,0-1 0 0 0,0 1 0 0 0,0-1 0 0 0,0 1 0 0 0,1-1-1 0 0,-1 1 1 0 0,1 0 0 0 0,0 0 0 0 0,0 0 0 0 0,0 0 0 0 0,0 0-1 0 0,0 0 1 0 0,0 0 0 0 0,0 1 0 0 0,0-1 0 0 0,1 1 0 0 0,-1 0-1 0 0,1-1 1 0 0,2 0 0 0 0,8-3-94 0 0,0 0 0 0 0,0 1-1 0 0,1 0 1 0 0,-1 1 0 0 0,18-2 0 0 0,71-1 149 0 0,-85 6-136 0 0,98-4 149 0 0,113-3-218 0 0,-91 4-1701 0 0,-45 2-1618 0 0,-39-2-5054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5:43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22 9215 0 0,'-3'-12'16412'0'0,"11"9"-16484"0"0,-8 2 391 0 0,6 0-308 0 0,-1 0 1 0 0,1-1-1 0 0,0 1 0 0 0,-1 1 1 0 0,1-1-1 0 0,8 2 1 0 0,36 3 12 0 0,-41-3 46 0 0,117 17 187 0 0,-101-13-323 0 0,-1 1 0 0 0,0 1 0 0 0,24 10-1 0 0,-46-16 49 0 0,1 0-1 0 0,-1 0 0 0 0,0 1 0 0 0,0-1 0 0 0,0 0 0 0 0,0 1 1 0 0,0-1-1 0 0,0 1 0 0 0,-1-1 0 0 0,1 1 0 0 0,0 0 1 0 0,-1 0-1 0 0,1 0 0 0 0,-1 0 0 0 0,0 0 0 0 0,1 0 0 0 0,-1 0 1 0 0,1 4-1 0 0,-2-4 7 0 0,0-1 0 0 0,1 1 0 0 0,-1 0 0 0 0,0 0 1 0 0,0 0-1 0 0,-1-1 0 0 0,1 1 0 0 0,0 0 0 0 0,0 0 0 0 0,-1 0 1 0 0,1-1-1 0 0,-1 1 0 0 0,0 0 0 0 0,0 0 0 0 0,1-1 0 0 0,-1 1 1 0 0,0-1-1 0 0,0 1 0 0 0,0-1 0 0 0,-1 1 0 0 0,1-1 0 0 0,0 0 1 0 0,-1 1-1 0 0,1-1 0 0 0,-2 1 0 0 0,-11 8 79 0 0,-1 0 0 0 0,0-1 0 0 0,-17 8 1 0 0,12-7 67 0 0,-21 15 0 0 0,35-22-146 0 0,1 1 0 0 0,0 1 0 0 0,0-1 0 0 0,0 1 0 0 0,1 0 0 0 0,-1 0 0 0 0,1 0 0 0 0,-4 8 0 0 0,7-11-1157 0 0,10 2-1726 0 0,-2 0 1338 0 0,14 1-5994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5:44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22 13359 0 0,'0'0'1027'0'0,"0"-2"-670"0"0,-1-5-5 0 0,0 5 1263 0 0,-11-2 3367 0 0,1 0-3500 0 0,2 3-1109 0 0,0 0 1 0 0,0 1-1 0 0,0 0 1 0 0,-1 0-1 0 0,1 1 0 0 0,0 1 1 0 0,0-1-1 0 0,0 1 1 0 0,-11 5-1 0 0,-2 1-119 0 0,1 1 0 0 0,-31 18 0 0 0,45-23-218 0 0,-1 1 0 0 0,1-1 0 0 0,1 2 0 0 0,-1-1 0 0 0,0 1 0 0 0,1 0 0 0 0,-7 10 0 0 0,11-15-32 0 0,1 1-1 0 0,0 0 1 0 0,-1 0-1 0 0,1 0 1 0 0,0 0-1 0 0,0 0 1 0 0,0 0-1 0 0,1 1 1 0 0,-1-1 0 0 0,0 0-1 0 0,1 0 1 0 0,-1 1-1 0 0,1-1 1 0 0,0 0-1 0 0,0 0 1 0 0,0 1-1 0 0,0-1 1 0 0,0 0-1 0 0,0 1 1 0 0,1-1-1 0 0,-1 0 1 0 0,1 0-1 0 0,0 1 1 0 0,0-1-1 0 0,-1 0 1 0 0,1 0-1 0 0,1 0 1 0 0,-1 0 0 0 0,0 0-1 0 0,0 0 1 0 0,4 3-1 0 0,2 2-14 0 0,0 1-1 0 0,1-2 1 0 0,0 1-1 0 0,1-1 1 0 0,-1 0-1 0 0,1-1 0 0 0,10 5 1 0 0,71 26-172 0 0,-26-12 79 0 0,-15 0-14 0 0,-45-21 89 0 0,0-1 0 0 0,1 1 0 0 0,-1 1-1 0 0,0-1 1 0 0,-1 1 0 0 0,1-1 0 0 0,-1 1-1 0 0,4 4 1 0 0,-7-7 23 0 0,1 0 0 0 0,-1 0 0 0 0,0 0 0 0 0,1 0 0 0 0,-1 0 0 0 0,0 0 0 0 0,0 0 0 0 0,1 0 0 0 0,-1 0 0 0 0,0 1 0 0 0,0-1 0 0 0,0 0 0 0 0,0 0 0 0 0,0 0 0 0 0,-1 0 0 0 0,1 0 0 0 0,0 0 0 0 0,0 0 0 0 0,-1 0 0 0 0,1 0 0 0 0,-1 0 0 0 0,1 0 0 0 0,-1 0 0 0 0,1 0 0 0 0,-1 0 0 0 0,0 0 0 0 0,-2 3-19 0 0,0-1 0 0 0,0 1-1 0 0,0-1 1 0 0,-5 4 0 0 0,-1 0 29 0 0,-1 0-1 0 0,0-1 1 0 0,0 0-1 0 0,-18 7 1 0 0,-47 14 30 0 0,71-25-33 0 0,-16 4-246 0 0,1 0 0 0 0,-1-1-1 0 0,0-1 1 0 0,-40 3 0 0 0,57-7-503 0 0,6-12-4027 0 0,4-2 2615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5:44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75 12895 0 0,'-2'2'8002'0'0,"-2"5"-7501"0"0,0 1 1 0 0,1-1 0 0 0,-1 1 0 0 0,2 0 0 0 0,-1 0 0 0 0,1 0 0 0 0,0 0-1 0 0,0 0 1 0 0,1 0 0 0 0,0 0 0 0 0,1 1 0 0 0,0-1 0 0 0,1 13 0 0 0,0-16-467 0 0,0 1 1 0 0,0-1 0 0 0,1 0 0 0 0,-1 0-1 0 0,1 0 1 0 0,0 0 0 0 0,0 0-1 0 0,1 0 1 0 0,0-1 0 0 0,-1 1 0 0 0,2-1-1 0 0,-1 1 1 0 0,0-1 0 0 0,1 0 0 0 0,0 0-1 0 0,0-1 1 0 0,0 1 0 0 0,0-1-1 0 0,0 0 1 0 0,1 0 0 0 0,0 0 0 0 0,7 2-1 0 0,-6-2-52 0 0,-1-2 0 0 0,1 1 0 0 0,0-1 0 0 0,0 1 0 0 0,0-2 0 0 0,0 1 0 0 0,0-1 0 0 0,0 0 0 0 0,0 0 0 0 0,0 0 0 0 0,0-1 0 0 0,6-1 0 0 0,-2-1-107 0 0,0 0-1 0 0,0 0 1 0 0,0-1 0 0 0,-1 0 0 0 0,0-1 0 0 0,12-7 0 0 0,-16 8 58 0 0,-1 0 1 0 0,1 0-1 0 0,-1 0 1 0 0,1-1-1 0 0,-1 0 1 0 0,0 0-1 0 0,-1 0 1 0 0,1 0-1 0 0,-1-1 1 0 0,0 1-1 0 0,3-11 1 0 0,0-1-27 0 0,0 0-1 0 0,5-33 1 0 0,-9 41 81 0 0,-1 4 2 0 0,0-1 0 0 0,-1 1 0 0 0,1 0 0 0 0,-1 0-1 0 0,0 0 1 0 0,0 0 0 0 0,-1-1 0 0 0,-1-8 0 0 0,1 13 105 0 0,1 0-85 0 0,0 1 1 0 0,0 0-1 0 0,0 0 1 0 0,0-1-1 0 0,0 1 1 0 0,0 0-1 0 0,0 0 1 0 0,0-1-1 0 0,0 1 1 0 0,-1 0-1 0 0,1 0 1 0 0,0 0-1 0 0,0-1 1 0 0,0 1-1 0 0,0 0 1 0 0,-1 0-1 0 0,1 0 1 0 0,0 0-1 0 0,0-1 1 0 0,-1 1-1 0 0,1 0 1 0 0,0 0-1 0 0,0 0 1 0 0,-1 0-1 0 0,1 0 1 0 0,0 0-1 0 0,0 0 1 0 0,-1 0-1 0 0,1 0 1 0 0,0 0-1 0 0,0-1 0 0 0,-1 1 1 0 0,1 0-1 0 0,0 1 1 0 0,0-1-1 0 0,-1 0 1 0 0,1 0-1 0 0,0 0 1 0 0,-1 0 5 0 0,0 0-1 0 0,1 0 1 0 0,-1 0 0 0 0,0 0-1 0 0,1 1 1 0 0,-1-1 0 0 0,1 0-1 0 0,-1 0 1 0 0,1 1 0 0 0,-1-1-1 0 0,1 0 1 0 0,-1 1-1 0 0,1-1 1 0 0,-1 0 0 0 0,1 1-1 0 0,-1-1 1 0 0,1 1 0 0 0,0-1-1 0 0,-1 2 1 0 0,-2 2-4 0 0,1 1 0 0 0,0 0 0 0 0,0-1-1 0 0,0 1 1 0 0,1 0 0 0 0,0 0 0 0 0,0 0 0 0 0,0 0-1 0 0,0 0 1 0 0,1 1 0 0 0,0-1 0 0 0,0 0 0 0 0,1 0 0 0 0,-1 0-1 0 0,1 0 1 0 0,0 0 0 0 0,0 0 0 0 0,1 0 0 0 0,-1 0-1 0 0,1 0 1 0 0,0-1 0 0 0,1 1 0 0 0,-1-1 0 0 0,1 1 0 0 0,3 4-1 0 0,0-2-37 0 0,0-1-1 0 0,1 0 0 0 0,0 0 0 0 0,0 0 0 0 0,0-1 1 0 0,1 1-1 0 0,-1-2 0 0 0,1 1 0 0 0,0-1 0 0 0,12 4 1 0 0,-7-4-146 0 0,0 0 0 0 0,0 0 0 0 0,0-1 1 0 0,1-1-1 0 0,-1 0 0 0 0,17 0 1 0 0,-22-3 79 0 0,-1 1 0 0 0,0-1 0 0 0,0-1 1 0 0,0 1-1 0 0,0-1 0 0 0,-1 0 0 0 0,1-1 0 0 0,0 0 1 0 0,-1 0-1 0 0,0 0 0 0 0,1-1 0 0 0,-1 0 0 0 0,-1 0 1 0 0,1 0-1 0 0,-1-1 0 0 0,9-9 0 0 0,1-2-68 0 0,-2-1-1 0 0,0-1 1 0 0,-1 0-1 0 0,12-24 0 0 0,-18 31 63 0 0,0-1 0 0 0,-1 1-1 0 0,-1-1 1 0 0,0 0 0 0 0,0 0-1 0 0,3-22 1 0 0,-7 32 918 0 0,0 16-491 0 0,6 126 1019 0 0,26 158-1 0 0,-7-97-1112 0 0,-23-189-176 0 0,-2-10 12 0 0,-12-25 67 0 0,6 3-126 0 0,0 1 1 0 0,1-1 0 0 0,-3-23-1 0 0,-2-63-321 0 0,7 68 167 0 0,-1-8-145 0 0,2 0-1 0 0,2 0 1 0 0,2 1 0 0 0,10-57-1 0 0,-11 93 249 0 0,2-1-1 0 0,-1 1 1 0 0,1-1-1 0 0,8-15 1 0 0,-10 22 52 0 0,1 0 0 0 0,0 0 0 0 0,0 0 0 0 0,0 0 0 0 0,0 1 0 0 0,0-1 0 0 0,1 1 0 0 0,-1-1 0 0 0,1 1 0 0 0,0 0 0 0 0,0 0 0 0 0,0 0 1 0 0,0 0-1 0 0,0 1 0 0 0,0-1 0 0 0,6-1 0 0 0,0 0 8 0 0,1 2 1 0 0,0-1-1 0 0,-1 1 1 0 0,1 0-1 0 0,0 1 0 0 0,-1 0 1 0 0,1 1-1 0 0,0 0 1 0 0,-1 0-1 0 0,18 6 1 0 0,-13-3-67 0 0,-2 0 0 0 0,1 2 0 0 0,0-1 0 0 0,-1 2 0 0 0,0 0 1 0 0,-1 0-1 0 0,13 11 0 0 0,-22-17-35 0 0,0 1 0 0 0,0 0 1 0 0,0-1-1 0 0,-1 1 0 0 0,1 0 0 0 0,0 0 1 0 0,-1 0-1 0 0,0 0 0 0 0,1 0 1 0 0,-1 0-1 0 0,0 1 0 0 0,0-1 0 0 0,0 0 1 0 0,-1 1-1 0 0,1-1 0 0 0,0 0 1 0 0,0 5-1 0 0,-2-3 16 0 0,1 0 0 0 0,0 0 0 0 0,-1 0 0 0 0,0 0 0 0 0,1 0-1 0 0,-2 0 1 0 0,1 0 0 0 0,0-1 0 0 0,-1 1 0 0 0,-2 4 0 0 0,-1 0 155 0 0,-1-1 0 0 0,1 0 0 0 0,-1 0 0 0 0,-1-1 0 0 0,1 1 0 0 0,-1-1 0 0 0,-8 5 0 0 0,8-6 213 0 0,6-3-78 0 0,1-2-214 0 0,-1 0 0 0 0,1 0 1 0 0,0 0-1 0 0,0 0 0 0 0,-1 0 0 0 0,1 0 0 0 0,0 0 0 0 0,0 0 0 0 0,0 0 0 0 0,-1 0 1 0 0,1 0-1 0 0,0 0 0 0 0,0 1 0 0 0,0-1 0 0 0,-1 0 0 0 0,1 0 0 0 0,0 0 0 0 0,0 0 1 0 0,0 0-1 0 0,0 1 0 0 0,0-1 0 0 0,-1 0 0 0 0,1 0 0 0 0,0 0 0 0 0,0 1 1 0 0,0-1-1 0 0,0 0 0 0 0,0 0 0 0 0,0 0 0 0 0,0 1 0 0 0,0-1 0 0 0,0 0 0 0 0,0 0 1 0 0,0 1-1 0 0,0-1 0 0 0,0 0 0 0 0,0 0 0 0 0,0 1 0 0 0,0-1 0 0 0,0 0 0 0 0,0 0 1 0 0,0 0-1 0 0,0 1 0 0 0,0-1 0 0 0,0 0 0 0 0,9 8 651 0 0,-6-7-641 0 0,1 0 0 0 0,-1 0 0 0 0,1 0 1 0 0,0-1-1 0 0,-1 0 0 0 0,1 0 0 0 0,0 0 0 0 0,-1 0 0 0 0,1 0 0 0 0,0-1 0 0 0,-1 1 1 0 0,1-1-1 0 0,4-2 0 0 0,8-2 76 0 0,24-12 0 0 0,-30 12-61 0 0,17-8 22 0 0,0-1 0 0 0,-1-2 0 0 0,0-1 0 0 0,-1-1 0 0 0,32-31 0 0 0,-47 40-60 0 0,-1 0 0 0 0,-1 0 0 0 0,0-1 0 0 0,13-20 0 0 0,-17 20-11 0 0,-4 9 13 0 0,0 1-1 0 0,-1 0 1 0 0,1-1-1 0 0,0 1 0 0 0,-1 0 1 0 0,1-1-1 0 0,-1 1 1 0 0,1 0-1 0 0,0 0 0 0 0,-1-1 1 0 0,1 1-1 0 0,-1 0 1 0 0,1 0-1 0 0,-1 0 0 0 0,1 0 1 0 0,-1 0-1 0 0,1-1 1 0 0,-1 1-1 0 0,1 0 0 0 0,-1 0 1 0 0,0 1-1 0 0,1-1 0 0 0,-3 0 22 0 0,1 0 0 0 0,-1 1-1 0 0,1-1 1 0 0,0 1 0 0 0,-1 0-1 0 0,1 0 1 0 0,0 0 0 0 0,-1 0-1 0 0,1 0 1 0 0,0 0 0 0 0,0 1-1 0 0,0-1 1 0 0,0 1 0 0 0,-2 2-1 0 0,-25 27 376 0 0,27-29-356 0 0,-3 5 62 0 0,0 0 0 0 0,1 0 0 0 0,0 0 0 0 0,0 0 0 0 0,0 1 0 0 0,1-1 0 0 0,0 1 0 0 0,0 0 0 0 0,1 0 0 0 0,0 0 0 0 0,-1 14 0 0 0,2-16-80 0 0,1 0 0 0 0,0 0 0 0 0,1-1 0 0 0,-1 1 0 0 0,1 0 0 0 0,0 0 0 0 0,1-1 0 0 0,-1 1 0 0 0,1-1 0 0 0,0 1 0 0 0,1-1-1 0 0,-1 0 1 0 0,1 0 0 0 0,0 0 0 0 0,0 0 0 0 0,1 0 0 0 0,5 6 0 0 0,-3-5-187 0 0,-1-1 0 0 0,1 0-1 0 0,0 0 1 0 0,0-1 0 0 0,0 0 0 0 0,1 0 0 0 0,-1 0 0 0 0,1-1-1 0 0,0 0 1 0 0,0 0 0 0 0,0 0 0 0 0,0-1 0 0 0,1 0-1 0 0,-1-1 1 0 0,1 0 0 0 0,-1 0 0 0 0,1 0 0 0 0,-1-1 0 0 0,1 0-1 0 0,-1-1 1 0 0,1 1 0 0 0,8-3 0 0 0,-11 1-541 0 0,1 1-1 0 0,-1-1 1 0 0,1 0 0 0 0,-1 0 0 0 0,8-5 0 0 0,5-6-7278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5:45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41 18287 0 0,'-2'-2'282'0'0,"-2"-1"-139"0"0,-11 2 1576 0 0,13 1-852 0 0,1 1-577 0 0,0 1 1 0 0,0-1-1 0 0,0 1 1 0 0,0-1 0 0 0,0 1-1 0 0,0 0 1 0 0,0 0-1 0 0,1-1 1 0 0,-1 1-1 0 0,0 0 1 0 0,1 2-1 0 0,-1 0-59 0 0,0 0 0 0 0,1 0 0 0 0,0 0 0 0 0,0 0 0 0 0,0 0-1 0 0,1 0 1 0 0,-1-1 0 0 0,1 1 0 0 0,0 0 0 0 0,0 0-1 0 0,3 6 1 0 0,2 4 380 0 0,14 23 0 0 0,-6-12-299 0 0,-7-13-216 0 0,1 1 0 0 0,0-1-1 0 0,1 0 1 0 0,0-1-1 0 0,1 0 1 0 0,20 18 0 0 0,-28-28-8 0 0,-1 0-64 0 0,-1 0 1 0 0,1-1 0 0 0,0 0 0 0 0,0 1-1 0 0,0-1 1 0 0,0 1 0 0 0,0-1-1 0 0,0 0 1 0 0,0 0 0 0 0,0 1 0 0 0,0-1-1 0 0,1 0 1 0 0,0-1-7 0 0,0 0-1 0 0,0 0 1 0 0,0 0-1 0 0,0 0 1 0 0,0-1-1 0 0,-1 1 1 0 0,1 0-1 0 0,0-1 1 0 0,-1 1-1 0 0,1-1 1 0 0,-1 0-1 0 0,1 1 1 0 0,-1-1-1 0 0,0 0 1 0 0,0 0-1 0 0,1-2 1 0 0,4-8 42 0 0,6-21 0 0 0,1 0-113 0 0,-8 23-102 0 0,1 1-1 0 0,1-1 0 0 0,0 2 0 0 0,0-1 0 0 0,0 1 0 0 0,1 0 0 0 0,1 0 0 0 0,17-12 1 0 0,-9 8-788 0 0,1 1 1 0 0,0 1 0 0 0,38-15-1 0 0,-29 16-558 0 0,1 1 0 0 0,0 2 0 0 0,0 0-1 0 0,0 2 1 0 0,56-2 0 0 0,-63 8 837 0 0,-16-2 4854 0 0,-6 3-2960 0 0,-1 2-672 0 0,0 1 0 0 0,-1-1 0 0 0,0 0 1 0 0,0 1-1 0 0,-1-1 0 0 0,1-1 0 0 0,-6 7 1 0 0,-35 31 1910 0 0,3-3-1026 0 0,35-32-1306 0 0,1 0 1 0 0,-1 0-1 0 0,1 1 0 0 0,0 0 0 0 0,1 0 1 0 0,0 0-1 0 0,0 0 0 0 0,-3 14 0 0 0,6-19-143 0 0,0-1 0 0 0,1 0 1 0 0,-1 0-1 0 0,1 1 0 0 0,0-1 0 0 0,0 1 0 0 0,0-1 0 0 0,0 0 0 0 0,0 1 0 0 0,0-1 0 0 0,1 0 0 0 0,-1 1 0 0 0,1-1 0 0 0,-1 0 0 0 0,1 0 0 0 0,0 0 0 0 0,0 1 0 0 0,0-1 0 0 0,0 0 0 0 0,1 0 0 0 0,-1 0 0 0 0,0 0 0 0 0,1-1 0 0 0,-1 1 0 0 0,1 0 0 0 0,0-1 0 0 0,0 1 0 0 0,-1-1 0 0 0,1 1 0 0 0,0-1 0 0 0,0 0 0 0 0,0 0 0 0 0,1 0 0 0 0,-1 0 0 0 0,0 0 0 0 0,0 0 0 0 0,4 0 0 0 0,1 1-71 0 0,0-1-1 0 0,0 0 1 0 0,1-1 0 0 0,-1 1 0 0 0,0-1-1 0 0,0-1 1 0 0,0 1 0 0 0,0-1-1 0 0,0-1 1 0 0,11-2 0 0 0,-5 0-20 0 0,-1-1 0 0 0,0 0 0 0 0,-1 0 0 0 0,1-1 0 0 0,11-8 0 0 0,-7 3-45 0 0,-1-1 0 0 0,0-1-1 0 0,0 0 1 0 0,-1-1 0 0 0,-1-1 0 0 0,0 0 0 0 0,-2-1-1 0 0,11-17 1 0 0,9-16-226 0 0,-31 47 1240 0 0,4 16-371 0 0,-1 3-168 0 0,1 21 0 0 0,2 7 4 0 0,-4-27-219 0 0,0-7-52 0 0,0 0-1 0 0,1 1 0 0 0,7 17 0 0 0,-9-28-61 0 0,6 15 261 0 0,-6-15-256 0 0,-1-1 0 0 0,1 1 0 0 0,-1-1 0 0 0,1 0 0 0 0,-1 1 0 0 0,1-1 0 0 0,0 0 0 0 0,-1 0 0 0 0,1 1 0 0 0,-1-1 0 0 0,1 0 0 0 0,0 0 0 0 0,-1 0 0 0 0,1 0 0 0 0,0 0-1 0 0,-1 0 1 0 0,1 0 0 0 0,0 0 0 0 0,-1 0 0 0 0,1 0 0 0 0,-1 0 0 0 0,1 0 0 0 0,0 0 0 0 0,0-1 0 0 0,3 0-9 0 0,0 0 0 0 0,-1-1 0 0 0,1 1 0 0 0,-1-1 0 0 0,1 0 0 0 0,-1 0 0 0 0,0 0 0 0 0,6-6 0 0 0,23-25 0 0 0,-20 20 0 0 0,84-85-115 0 0,-94 97 350 0 0,8 13 22 0 0,-5-4-166 0 0,0 0-1 0 0,-1 1 0 0 0,0 0 0 0 0,-1 0 1 0 0,0 0-1 0 0,0 0 0 0 0,2 18 0 0 0,-3-15-52 0 0,1 0-1 0 0,1 1 0 0 0,8 20 0 0 0,-6-22 11 0 0,0-1 0 0 0,11 15 0 0 0,-15-24 27 0 0,0 1-17 0 0,7 4-63 0 0,3-2-59 0 0,0-5 35 0 0,-8-1 18 0 0,0 0 1 0 0,-1 0-1 0 0,1-1 1 0 0,-1 1-1 0 0,0-1 1 0 0,1 0-1 0 0,-1 1 1 0 0,0-1-1 0 0,-1-1 0 0 0,4-3 1 0 0,23-39-131 0 0,-14 20 19 0 0,68-88-1167 0 0,-82 114 1159 0 0,4-8-144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5:46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17503 0 0,'0'0'1831'0'0,"2"-1"-1736"0"0,11-16 3414 0 0,-3 8 1317 0 0,-10 9-4861 0 0,1 0-1 0 0,0-1 0 0 0,0 1 1 0 0,0 0-1 0 0,0 0 0 0 0,0 0 0 0 0,0-1 1 0 0,0 1-1 0 0,0 0 0 0 0,0 0 1 0 0,0 0-1 0 0,0 1 0 0 0,0-1 0 0 0,0 0 1 0 0,0 0-1 0 0,0 0 0 0 0,0 1 1 0 0,-1-1-1 0 0,1 1 0 0 0,0-1 1 0 0,0 0-1 0 0,0 1 0 0 0,0-1 0 0 0,-1 1 1 0 0,2 1-1 0 0,1 0-331 0 0,-1 0 0 0 0,0 0 0 0 0,0 1 0 0 0,0-1 0 0 0,0 1 0 0 0,2 3 0 0 0,3 9-885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5:46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0 13823 0 0,'0'0'11601'0'0,"2"2"-10666"0"0,0 1-700 0 0,0 0-1 0 0,-1-1 1 0 0,1 1-1 0 0,-1 0 0 0 0,1 1 1 0 0,-1-1-1 0 0,0 0 1 0 0,0 0-1 0 0,1 5 1 0 0,2 34 1155 0 0,-2-19-993 0 0,0 135 134 0 0,-4-105-319 0 0,7 62 1 0 0,-2 0-374 0 0,-3-84 98 0 0,0-29-65 0 0,-1 2-169 0 0,1 1-254 0 0,-12 0-4517 0 0,-2-3 3496 0 0</inkml:trace>
  <inkml:trace contextRef="#ctx0" brushRef="#br0" timeOffset="1">1 325 20127 0 0,'0'0'1825'0'0,"1"-1"-1502"0"0,4-2-192 0 0,0 0 1 0 0,0 1-1 0 0,1 0 0 0 0,-1 0 0 0 0,0 1 0 0 0,1 0 0 0 0,-1 0 1 0 0,1 0-1 0 0,0 0 0 0 0,6 1 0 0 0,60 3 2269 0 0,-69-3-2390 0 0,29 4 155 0 0,-2 1-1 0 0,50 15 0 0 0,-21-1-8012 0 0,-34-10-230 0 0</inkml:trace>
  <inkml:trace contextRef="#ctx0" brushRef="#br0" timeOffset="2">630 558 12895 0 0,'-2'15'17856'0'0,"0"-2"-17296"0"0,1 1-200 0 0,-1-1-232 0 0,-1-1-8592 0 0,0 1-1720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5:56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26 14279 0 0,'-23'-26'11160'0'0,"22"29"-10731"0"0,-2 27 344 0 0,1 0 0 0 0,2 0-1 0 0,4 43 1 0 0,-1-16-406 0 0,5 51-23 0 0,43 213 1 0 0,-50-314-728 0 0,2 7 686 0 0,-2-4-5727 0 0,-11-17 2855 0 0,0-4 53 0 0,-1-3-4695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5:56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47 15663 0 0,'0'0'719'0'0,"-2"0"-20"0"0,-1 0-567 0 0,-18-5 8681 0 0,24 5-7805 0 0,203-12 1200 0 0,-141 6-1967 0 0,-7 1-250 0 0,216-13 322 0 0,-92 17-2986 0 0,-120 4-4012 0 0,0-1-2113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5:56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19807 0 0,'0'0'3141'0'0,"0"2"-2061"0"0,1 0-830 0 0,0 1-1 0 0,0 0 1 0 0,0 0-1 0 0,1-1 0 0 0,-1 1 1 0 0,1-1-1 0 0,-1 1 1 0 0,1-1-1 0 0,0 0 0 0 0,0 0 1 0 0,0 1-1 0 0,0-1 1 0 0,0-1-1 0 0,1 1 0 0 0,-1 0 1 0 0,0 0-1 0 0,4 1 1 0 0,9 5-152 0 0,27 11 1 0 0,-34-16 134 0 0,25 11-210 0 0,-13-8-22 0 0,-1 2-1 0 0,0 1 1 0 0,-1 0 0 0 0,0 2-1 0 0,22 15 1 0 0,-31-15 10 0 0,-7-9 7 0 0,-1 1 0 0 0,0-1 0 0 0,0 1 0 0 0,0-1-1 0 0,0 1 1 0 0,0 0 0 0 0,-1 0 0 0 0,1-1 0 0 0,-1 1 0 0 0,0 0 0 0 0,1 0 0 0 0,-1 0 0 0 0,-1-1 0 0 0,1 1 0 0 0,0 0 0 0 0,-1 0 0 0 0,1-1 0 0 0,-1 1 0 0 0,0 0 0 0 0,0-1 0 0 0,0 1 0 0 0,0 0 0 0 0,-1-1 0 0 0,1 1 0 0 0,0-1 0 0 0,-1 0-1 0 0,0 0 1 0 0,-3 4 0 0 0,-5 5 196 0 0,-1-1 0 0 0,0-1 0 0 0,0 0-1 0 0,-17 10 1 0 0,19-13-102 0 0,-4 3-140 0 0,0 0 1 0 0,1 0-1 0 0,0 2 0 0 0,-13 13 0 0 0,24-23-290 0 0,15 7-3674 0 0,10-2 1982 0 0,13-2-19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5:57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616 101 17047 0 0,'-1'-2'1311'0'0,"1"0"-1081"0"0,-10-9 5077 0 0,9 13-3670 0 0,-4 10-1199 0 0,1 0 0 0 0,1 0 0 0 0,0 0 0 0 0,1 1 0 0 0,0-1 0 0 0,0 1 0 0 0,2 15-1 0 0,7 93 216 0 0,-2-74-311 0 0,36 272 306 0 0,-34-271-755 0 0,-3-21-192 0 0,-4-24 13 0 0,0 4-228 0 0,-6-7-3898 0 0,4-1 4043 0 0,1 0 0 0 0,-1 0 0 0 0,0-1 0 0 0,1 1 0 0 0,-1 0 0 0 0,-2-3-1 0 0,-7-10-1979 0 0</inkml:trace>
  <inkml:trace contextRef="#ctx0" brushRef="#br0" timeOffset="1">39 92 11055 0 0,'-39'-26'14152'0'0,"48"26"-13003"0"0,0-1-1 0 0,17-3 1 0 0,5-2-502 0 0,310-21 1121 0 0,-103 9-1421 0 0,66 8-719 0 0,-256 11-1664 0 0,88 13 0 0 0,-113-9-805 0 0,-4 1-6042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5:58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53 6911 0 0,'-5'-6'-1192'0'0,"-6"-9"1645"0"0,-8-4 5694 0 0,18 18-5483 0 0,-1-1-1 0 0,0 1 1 0 0,1 0 0 0 0,-1 0-1 0 0,0 0 1 0 0,0 0 0 0 0,0 0-1 0 0,0 1 1 0 0,0-1 0 0 0,0 0-1 0 0,0 1 1 0 0,0-1 0 0 0,-1 1-1 0 0,1 0 1 0 0,0 0-1 0 0,0 0 1 0 0,0 0 0 0 0,-3 1-1 0 0,-3 0-430 0 0,0 1 0 0 0,0 0 0 0 0,1 1 0 0 0,-1 0 0 0 0,1 0 0 0 0,-1 1 0 0 0,1 0 0 0 0,0 0 0 0 0,0 0 0 0 0,1 1 0 0 0,-1 0 0 0 0,1 1 0 0 0,-7 7 0 0 0,4-2-79 0 0,1 0 1 0 0,0 0 0 0 0,0 1 0 0 0,1-1 0 0 0,1 2 0 0 0,0-1 0 0 0,-5 14-1 0 0,10-21-139 0 0,0 0 0 0 0,0 0 0 0 0,1 0 0 0 0,-1 0 0 0 0,1 0 0 0 0,0 1-1 0 0,0-1 1 0 0,1 0 0 0 0,0 0 0 0 0,0 0 0 0 0,0 0 0 0 0,0 0 0 0 0,1-1 0 0 0,0 1-1 0 0,0 0 1 0 0,0-1 0 0 0,0 1 0 0 0,1-1 0 0 0,0 0 0 0 0,0 1 0 0 0,0-1 0 0 0,0-1-1 0 0,1 1 1 0 0,-1 0 0 0 0,6 3 0 0 0,-2-2-87 0 0,-1 0 1 0 0,1 0-1 0 0,0-1 0 0 0,0 0 0 0 0,1-1 1 0 0,-1 1-1 0 0,1-1 0 0 0,0-1 0 0 0,10 3 1 0 0,-1-1-331 0 0,-8-2 84 0 0,1 0 0 0 0,0 0 0 0 0,0-1 0 0 0,1 0 0 0 0,-1-1 0 0 0,15-1 0 0 0,-2-2-425 0 0,60-12-2429 0 0,-77 13 2842 0 0,0 0-1 0 0,-1-1 1 0 0,1 1-1 0 0,-1-1 1 0 0,1-1-1 0 0,-1 1 1 0 0,0-1 0 0 0,0 0-1 0 0,-1 0 1 0 0,1 0-1 0 0,-1 0 1 0 0,0-1-1 0 0,5-7 1 0 0,0-1-124 0 0,-2 1 0 0 0,0-1 0 0 0,0-1 0 0 0,7-20 0 0 0,-9 20 506 0 0,0 0-1 0 0,0 0 0 0 0,-2 0 1 0 0,0-1-1 0 0,2-24 6741 0 0,-6 39-6597 0 0,0 1 0 0 0,1 0-1 0 0,-1 0 1 0 0,0 0-1 0 0,0 0 1 0 0,1 0-1 0 0,-1 0 1 0 0,1 0 0 0 0,-1 0-1 0 0,1 0 1 0 0,0 0-1 0 0,-1 1 1 0 0,1-1-1 0 0,0 0 1 0 0,0 0-1 0 0,-1 0 1 0 0,1 0 0 0 0,0 2-1 0 0,-2 23 831 0 0,3-16-871 0 0,0 1 0 0 0,0 0 1 0 0,1-1-1 0 0,0 1 1 0 0,1-1-1 0 0,1 0 0 0 0,-1 0 1 0 0,1 0-1 0 0,1 0 0 0 0,0-1 1 0 0,0 0-1 0 0,8 9 0 0 0,-10-15-100 0 0,5 5-30 0 0,3-2 18 0 0,2-5-31 0 0,-2-5-11 0 0,-8 2 2 0 0,0 0-1 0 0,-1-1 0 0 0,1 1 1 0 0,-1 0-1 0 0,0-1 1 0 0,0 0-1 0 0,0 1 1 0 0,0-1-1 0 0,0 0 1 0 0,0 0-1 0 0,-1 0 1 0 0,1 0-1 0 0,0-4 1 0 0,2-7 9 0 0,-1 1 0 0 0,3-15 1 0 0,0-6-3 0 0,-5 28-9 0 0,0 0 1 0 0,1 0-1 0 0,0 0 1 0 0,-1 0 0 0 0,2 0 0 0 0,-1 0-1 0 0,1 1 1 0 0,0-1 0 0 0,0 1 0 0 0,0-1-1 0 0,1 1 1 0 0,0 0 0 0 0,0 0 0 0 0,0 1 0 0 0,0-1-1 0 0,9-5 1 0 0,-12 8 58 0 0,1 5 6 0 0,5 6 27 0 0,0 1-1 0 0,-2 0 1 0 0,1 0 0 0 0,-1 1-1 0 0,-1 0 1 0 0,5 14 0 0 0,11 26 274 0 0,-17-43-341 0 0,1 0-1 0 0,0-1 1 0 0,0 0-1 0 0,1 0 1 0 0,-1 0-1 0 0,2 0 1 0 0,-1-1-1 0 0,1 1 1 0 0,8 6-1 0 0,1-3-11 0 0,-10-9-13 0 0,-1 0-2 0 0,15 3 2 0 0,-14-5 0 0 0,-1 0 0 0 0,15-3-12 0 0,-14 1-15 0 0,-2 0 6 0 0,8-5 0 0 0,0-1 1 0 0,-1 0-1 0 0,-1-1 1 0 0,1 0-1 0 0,-2 0 1 0 0,12-16-1 0 0,-10 11-51 0 0,2 1-1 0 0,20-21 1 0 0,-10 18-36 0 0,-21 16 30 0 0,2 2-2 0 0,7 6 63 0 0,-7-3 29 0 0,-1-1 0 0 0,1 1 0 0 0,0 0 1 0 0,-1 0-1 0 0,0 0 0 0 0,0 0 0 0 0,0 1 0 0 0,2 6 0 0 0,8 39 138 0 0,-10-36-137 0 0,-1-11-13 0 0,1 8-66 0 0,0-1 1 0 0,0 0-1 0 0,1 0 1 0 0,1 0-1 0 0,0 0 1 0 0,8 15-1 0 0,-10-23-645 0 0,-1 0-1 0 0,1-1 1 0 0,-1 0-1 0 0,1 1 1 0 0,-1-1 0 0 0,1 0-1 0 0,0 0 1 0 0,2 1-1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5:58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97 6911 0 0,'3'-16'672'0'0,"-1"0"-600"0"0,1 3-72 0 0,4 0 0 0 0,-1 2 6456 0 0,2 1 816 0 0,5 3-6872 0 0,0 4-656 0 0,3 3-5816 0 0,1 2-680 0 0</inkml:trace>
  <inkml:trace contextRef="#ctx0" brushRef="#br0" timeOffset="1">303 0 2759 0 0,'0'2'9186'0'0,"3"22"-2655"0"0,-2 26-1 0 0,-4 27-2609 0 0,1-38-3416 0 0,5 75 1 0 0,10 58-1337 0 0,-14-160-383 0 0,-10-10-5349 0 0,7-3 5894 0 0,0 0-1 0 0,0 0 0 0 0,0 0 0 0 0,0 0 1 0 0,0-1-1 0 0,0 0 0 0 0,1 0 0 0 0,-1 0 1 0 0,-5-4-1 0 0,-6-6-1591 0 0,-17-16 0 0 0,15 13 1527 0 0,7 6 291 0 0,1-1 1 0 0,0 1-1 0 0,1-2 0 0 0,0 1 1 0 0,-12-21-1 0 0,16 23 667 0 0,0 0-1 0 0,1-1 0 0 0,-5-14 1 0 0,7 18 485 0 0,0-1 1 0 0,0 1-1 0 0,0 0 0 0 0,1-1 1 0 0,0 1-1 0 0,1-11 1 0 0,-1 15-309 0 0,0 0 0 0 0,0 0 1 0 0,1 1-1 0 0,-1-1 0 0 0,0 0 1 0 0,1 0-1 0 0,-1 0 0 0 0,1 1 1 0 0,-1-1-1 0 0,1 0 0 0 0,-1 0 1 0 0,1 1-1 0 0,0-2 0 0 0,9-5 1553 0 0,-9 7-1929 0 0,4-3 573 0 0,1 0 0 0 0,0 0 1 0 0,1 1-1 0 0,-1 0 0 0 0,0 0 1 0 0,1 0-1 0 0,6 0 0 0 0,50-3 1196 0 0,-43 4-1414 0 0,124-4-1598 0 0,-113 5-367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5:59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23959 0 0,'0'0'2592'0'0,"11"6"-408"0"0,2-3-928 0 0,2 2-392 0 0,-1-6-440 0 0,1 2-888 0 0,-2-2-176 0 0,0-1-40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5:34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10 112 11055 0 0,'-4'-22'895'0'0,"-1"-35"0"0"0,5 41 4273 0 0,0-1 5209 0 0,14 508-6715 0 0,17-246-3515 0 0,-23-197-184 0 0,-8-46-146 0 0,2 6-97 0 0,-12-17-4771 0 0,-1-6 3194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5:34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10 113 7367 0 0,'0'-2'568'0'0,"-7"-14"256"0"0,6 15-200 0 0,1-1 1 0 0,0 1-1 0 0,-1 0 0 0 0,1 0 0 0 0,0-1 0 0 0,0 1 0 0 0,0 0 0 0 0,0 0 0 0 0,0-1 0 0 0,0 1 0 0 0,0 0 0 0 0,0 0 0 0 0,1-1 1 0 0,-1 1-1 0 0,0 0 0 0 0,1 0 0 0 0,-1 0 0 0 0,1-1 0 0 0,0 1 0 0 0,-1 0 0 0 0,1 0 0 0 0,1-2 0 0 0,0 1-134 0 0,0-1 0 0 0,0 1 0 0 0,0 0 1 0 0,0 0-1 0 0,1 0 0 0 0,-1 0 0 0 0,5-3 0 0 0,4 0-169 0 0,0 0 0 0 0,0 1 0 0 0,1 0 1 0 0,-1 1-1 0 0,20-2 0 0 0,62-3 906 0 0,-71 6-1075 0 0,241-6 600 0 0,-213 9-699 0 0,-1 3 0 0 0,0 2-1 0 0,64 16 1 0 0,-93-17-46 0 0,18 4-27 0 0,59 24 1 0 0,-87-29 16 0 0,1 1 0 0 0,-1 0 0 0 0,-1 1 0 0 0,1 0 0 0 0,-1 0 1 0 0,0 1-1 0 0,-1 0 0 0 0,1 1 0 0 0,-1 0 0 0 0,9 12 0 0 0,-13-15-1 0 0,-1 0 0 0 0,-1 0 0 0 0,1 0-1 0 0,0 1 1 0 0,-1-1 0 0 0,0 1 0 0 0,-1-1 0 0 0,1 1 0 0 0,-1 0-1 0 0,0 0 1 0 0,0-1 0 0 0,-1 1 0 0 0,0 0 0 0 0,0 0-1 0 0,0 0 1 0 0,-1 0 0 0 0,0-1 0 0 0,0 1 0 0 0,0 0 0 0 0,-1 0-1 0 0,-2 7 1 0 0,0-4 4 0 0,0-1-1 0 0,-1 0 1 0 0,0 1-1 0 0,0-1 1 0 0,0-1-1 0 0,-1 1 1 0 0,0-1-1 0 0,-1 0 0 0 0,0 0 1 0 0,0-1-1 0 0,0 0 1 0 0,-13 8-1 0 0,-11 4 20 0 0,-2-2 0 0 0,0 0-1 0 0,-61 18 1 0 0,73-28-417 0 0,0 0-1 0 0,0-2 1 0 0,-1 0-1 0 0,-25 1 1 0 0,45-5-957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5:35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9671 0 0,'0'0'748'0'0,"2"2"-492"0"0,4 5 2965 0 0,0 0 0 0 0,1-1 1 0 0,9 7-1 0 0,25 13 3424 0 0,51 14-4672 0 0,-64-29-2034 0 0,50 26-1 0 0,-18-4 9 0 0,-48-26 30 0 0,-6 0-36 0 0,-5-6 57 0 0,-1 0-1 0 0,0-1 0 0 0,0 1 0 0 0,1 0 0 0 0,-1-1 0 0 0,0 1 1 0 0,0 0-1 0 0,0-1 0 0 0,0 1 0 0 0,0 0 0 0 0,0-1 1 0 0,0 1-1 0 0,0 0 0 0 0,0-1 0 0 0,0 1 0 0 0,0 0 0 0 0,0-1 1 0 0,-1 1-1 0 0,1 0 0 0 0,0-1 0 0 0,0 1 0 0 0,-1 0 1 0 0,1-1-1 0 0,0 1 0 0 0,-1-1 0 0 0,1 1 0 0 0,-1 0 0 0 0,0 0 1 0 0,-13 12-46 0 0,-6-1 61 0 0,-1 0 1 0 0,0-1-1 0 0,-23 9 1 0 0,8-4 7 0 0,13-5-6 0 0,1 0 0 0 0,1 2 0 0 0,0 0 0 0 0,-25 22 1 0 0,46-35-516 0 0,-8 9 404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5:35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23 23119 0 0,'-2'-2'1060'0'0,"1"0"-688"0"0,-14-12 773 0 0,14 14-1025 0 0,0-1-1 0 0,1 1 1 0 0,-1-1-1 0 0,1 1 1 0 0,-1-1-1 0 0,0 1 0 0 0,1 0 1 0 0,-1-1-1 0 0,0 1 1 0 0,0 0-1 0 0,1 0 1 0 0,-1 0-1 0 0,0-1 0 0 0,1 1 1 0 0,-1 0-1 0 0,0 0 1 0 0,0 0-1 0 0,1 0 0 0 0,-1 0 1 0 0,0 0-1 0 0,0 0 1 0 0,1 1-1 0 0,-1-1 1 0 0,0 0-1 0 0,0 0 0 0 0,1 1 1 0 0,-2 0-1 0 0,0 0 12 0 0,1 0-1 0 0,-1 0 0 0 0,1 1 1 0 0,0-1-1 0 0,0 0 0 0 0,0 1 1 0 0,0 0-1 0 0,0-1 0 0 0,0 1 1 0 0,0-1-1 0 0,-1 3 0 0 0,-1 4 57 0 0,1 1 0 0 0,-1-1 0 0 0,1 0 0 0 0,0 10 0 0 0,-1 20-22 0 0,2 0 0 0 0,2-1-1 0 0,2 1 1 0 0,1-1 0 0 0,1 1 0 0 0,18 56-1 0 0,85 212-162 0 0,-103-294-9 0 0,-4-4-232 0 0,-5-8-535 0 0,-9-13 20 0 0,-3-12-1473 0 0,0-1-1 0 0,-22-53 1 0 0,28 57 797 0 0,-7-16-723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5:36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71 135 15199 0 0,'-16'-13'1420'0'0,"-19"-19"-446"0"0,16 8 8056 0 0,27 14-6553 0 0,-6 7-2288 0 0,1 1 0 0 0,-1 0 0 0 0,1 0 0 0 0,-1 0 0 0 0,1 0 0 0 0,0 1 0 0 0,0-1 0 0 0,0 1 0 0 0,0-1 0 0 0,6-1 0 0 0,35-6 213 0 0,-27 6-241 0 0,41-6-88 0 0,0 2 0 0 0,1 3 0 0 0,0 2 0 0 0,-1 3 1 0 0,1 3-1 0 0,0 2 0 0 0,69 17 0 0 0,-95-15-72 0 0,44 16-1 0 0,-66-20-2 0 0,0 1 1 0 0,0 0-1 0 0,0 1 1 0 0,-1 0-1 0 0,1 1 0 0 0,-2 0 1 0 0,13 11-1 0 0,-20-15-6 0 0,1 0 0 0 0,0 0 0 0 0,-1 0 0 0 0,0 0 0 0 0,1 0 0 0 0,-1 0 0 0 0,-1 1 0 0 0,1-1 0 0 0,0 1 1 0 0,-1-1-1 0 0,0 1 0 0 0,0 0 0 0 0,0 0 0 0 0,0-1 0 0 0,0 1 0 0 0,-1 0 0 0 0,0 0 0 0 0,0 4 0 0 0,0-3-2 0 0,-1 0 0 0 0,0 0-1 0 0,-1 0 1 0 0,1 0 0 0 0,-1 0 0 0 0,0 0-1 0 0,0 0 1 0 0,0 0 0 0 0,-1-1 0 0 0,0 0-1 0 0,0 1 1 0 0,-6 7 0 0 0,-4 1 12 0 0,-1 0-1 0 0,0 0 1 0 0,0-1 0 0 0,-1-1-1 0 0,-1 0 1 0 0,0-2 0 0 0,-26 13 0 0 0,-12 1-66 0 0,-62 17 0 0 0,-33 13-1947 0 0,146-52 1761 0 0,0 1 0 0 0,0-1 1 0 0,0 1-1 0 0,0-1 0 0 0,0 1 1 0 0,1 0-1 0 0,-1 0 0 0 0,0 0 1 0 0,1 1-1 0 0,0-1 0 0 0,-1 0 1 0 0,1 1-1 0 0,0 0 0 0 0,0 0 1 0 0,0-1-1 0 0,1 1 0 0 0,-1 0 1 0 0,1 0-1 0 0,-2 5 0 0 0,2 7-2279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5:36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229 296 17047 0 0,'0'0'1311'0'0,"-2"0"-846"0"0,-12 2 845 0 0,0 1-1 0 0,0 1 0 0 0,0 0 1 0 0,1 1-1 0 0,0 0 0 0 0,-25 15 1 0 0,26-13-967 0 0,1 0 1 0 0,0 1 0 0 0,1 0-1 0 0,-1 0 1 0 0,2 1-1 0 0,-1 1 1 0 0,-14 19 0 0 0,18-18-291 0 0,4 3 0 0 0,2-13-68 0 0,1 1-1 0 0,-1 0 1 0 0,1 0-1 0 0,0-1 0 0 0,-1 1 1 0 0,1 0-1 0 0,0-1 1 0 0,0 1-1 0 0,0-1 0 0 0,1 1 1 0 0,-1-1-1 0 0,0 0 1 0 0,0 1-1 0 0,1-1 0 0 0,-1 0 1 0 0,1 0-1 0 0,-1 0 1 0 0,1 0-1 0 0,-1 0 0 0 0,1 0 1 0 0,0-1-1 0 0,-1 1 1 0 0,1 0-1 0 0,0-1 0 0 0,0 1 1 0 0,-1-1-1 0 0,1 0 1 0 0,2 1-1 0 0,1-1-27 0 0,-1 1 0 0 0,1-1 0 0 0,-1 0 0 0 0,1 0 0 0 0,0 0 0 0 0,-1 0 0 0 0,1-1 0 0 0,-1 0 0 0 0,0 0 0 0 0,9-3 0 0 0,0-3-42 0 0,-1-1 0 0 0,-1 1 0 0 0,14-13 0 0 0,-12 10-141 0 0,20-13 0 0 0,-31 22 97 0 0,0 1-134 0 0,7 4 207 0 0,-6-2 69 0 0,0 0-1 0 0,-1 0 1 0 0,1 0 0 0 0,-1 1-1 0 0,0-1 1 0 0,0 1 0 0 0,0 0-1 0 0,0 0 1 0 0,0-1 0 0 0,2 6-1 0 0,14 39 402 0 0,-5-13-120 0 0,-8-23-224 0 0,1 0 0 0 0,0 0-1 0 0,0 0 1 0 0,1-1 0 0 0,0 0 0 0 0,1 0 0 0 0,0-1 0 0 0,15 13 0 0 0,-21-20 63 0 0,6-11-37 0 0,-7 6-73 0 0,0 1-1 0 0,0-1 0 0 0,0-1 0 0 0,0 1 1 0 0,-1 0-1 0 0,1 0 0 0 0,-1 0 1 0 0,0 0-1 0 0,0 0 0 0 0,0 0 0 0 0,0-1 1 0 0,-1-4-1 0 0,0-8 10 0 0,0 0-21 0 0,1 1 1 0 0,1-1-1 0 0,0 0 0 0 0,1 1 1 0 0,1-1-1 0 0,0 1 1 0 0,1 0-1 0 0,7-15 0 0 0,-6 19-80 0 0,3 3 1 0 0,4 3 15 0 0,2 2 42 0 0,-9 2 11 0 0,20 5 0 0 0,-20-2 0 0 0,0-1 0 0 0,0 1 0 0 0,10 4 0 0 0,-13-5 5 0 0,1 0 1 0 0,-1 1-1 0 0,1-1 1 0 0,-1 0-1 0 0,0 1 1 0 0,1-1-1 0 0,-1 1 0 0 0,0 0 1 0 0,0 0-1 0 0,0 0 1 0 0,0 0-1 0 0,3 4 0 0 0,0 1-3 0 0,9 10 37 0 0,-2 0 1 0 0,0 0-1 0 0,0 1 1 0 0,14 32-1 0 0,14 30 164 0 0,-38-76-139 0 0,4 3 0 0 0,-5-6 0 0 0,10-11 0 0 0,-3-1-125 0 0,-1 0-1 0 0,0 0 1 0 0,0-1 0 0 0,-1 0-1 0 0,-1 0 1 0 0,0-1 0 0 0,4-15-1 0 0,4-7-135 0 0,39-95-366 0 0,-51 128 1334 0 0,0 4-691 0 0,4 11 1 0 0,-1 1 1 0 0,0-1-1 0 0,-1 0 1 0 0,-1 1-1 0 0,2 24 0 0 0,1 1 104 0 0,-5-28-171 0 0,6 22 26 0 0,3-6-512 0 0,-8-25 192 0 0,0 0-1114 0 0,4 5 915 0 0</inkml:trace>
  <inkml:trace contextRef="#ctx0" brushRef="#br0" timeOffset="1">828 48 18431 0 0,'-2'-1'1415'0'0,"0"0"-1165"0"0,-9-12 1718 0 0,6 3 3499 0 0,5 10-5364 0 0,0-1 1 0 0,0 0-1 0 0,0 1 1 0 0,0-1-1 0 0,0 0 1 0 0,0 0-1 0 0,0 1 0 0 0,1-1 1 0 0,-1 0-1 0 0,0 1 1 0 0,0-1-1 0 0,1 1 1 0 0,-1-1-1 0 0,0 0 0 0 0,1 1 1 0 0,-1-1-1 0 0,0 1 1 0 0,1-1-1 0 0,-1 0 0 0 0,1 1 1 0 0,-1 0-1 0 0,1-1 1 0 0,-1 1-1 0 0,1-1 1 0 0,-1 1-1 0 0,1-1 0 0 0,0 1 1 0 0,-1 0-1 0 0,1-1 1 0 0,1 0-115 0 0,0 0 1 0 0,0 1 0 0 0,0-1-1 0 0,0 0 1 0 0,0 1 0 0 0,0-1-1 0 0,0 1 1 0 0,0 0 0 0 0,0 0-1 0 0,0-1 1 0 0,0 1 0 0 0,0 1-1 0 0,0-1 1 0 0,0 0 0 0 0,1 0-1 0 0,1 1 1 0 0,2 1-156 0 0,3 0-497 0 0,0 0 0 0 0,0 0 0 0 0,0 1 1 0 0,-1 1-1 0 0,12 5 0 0 0,-15-7 252 0 0,11 6-1198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5:37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11519 0 0,'0'0'16213'0'0,"0"2"-15214"0"0,8 74 37 0 0,4-1 0 0 0,23 80 0 0 0,-10-28-1036 0 0,-23-115 0 0 0,1 7-251 0 0,-1 1 0 0 0,-1-1-1 0 0,0 1 1 0 0,-4 27 0 0 0,0-38-522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5:37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24479 0 0,'0'0'2217'0'0,"2"-1"-1829"0"0,21-9 270 0 0,-1 1 0 0 0,2 1 0 0 0,-1 1 0 0 0,1 1 0 0 0,0 2 0 0 0,27-3 0 0 0,152 0 131 0 0,-184 7-781 0 0,15 0-67 0 0,0 3 0 0 0,45 8 0 0 0,-18 3-9293 0 0,-35-6-519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6:00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68 12439 0 0,'3'-4'171'0'0,"0"-1"0"0"0,1 1 0 0 0,-1 0 0 0 0,1-1 0 0 0,0 2 0 0 0,0-1 0 0 0,0 0 0 0 0,0 1 0 0 0,1 0 0 0 0,-1 0 0 0 0,1 0 0 0 0,0 1 0 0 0,0-1 0 0 0,0 1 1 0 0,0 0-1 0 0,0 1 0 0 0,7-2 0 0 0,8-1 962 0 0,0 2 1 0 0,1 0 0 0 0,23 0 0 0 0,-26 2-432 0 0,898 39 1190 0 0,-510 7-2066 0 0,269 23-373 0 0,-593-61-1600 0 0,-383-20-837 0 0,142 8 2127 0 0,-635-18-868 0 0,-1 32 2454 0 0,538 10-450 0 0,231-15-269 0 0,25-5-10 0 0,1 0 0 0 0,-1 0 0 0 0,1 0 0 0 0,-1 0 0 0 0,1 0 0 0 0,-1 0 0 0 0,1 1 0 0 0,-1-1 0 0 0,1 0 0 0 0,-1 0 0 0 0,1 0 0 0 0,-1 1 0 0 0,1-1 0 0 0,-1 0 0 0 0,1 1 0 0 0,-1-1 0 0 0,1 0 0 0 0,0 1 0 0 0,-1-1 0 0 0,1 0 0 0 0,-1 1 0 0 0,2 0-1 0 0,0 0-1 0 0,-1 0 0 0 0,1-1 0 0 0,0 1 1 0 0,0 0-1 0 0,-1-1 0 0 0,1 1 0 0 0,0 0 1 0 0,0-1-1 0 0,0 1 0 0 0,0-1 0 0 0,0 0 1 0 0,0 1-1 0 0,0-1 0 0 0,0 0 0 0 0,0 1 1 0 0,2-1-1 0 0,24 6-65 0 0,152 11-99 0 0,6-13 1 0 0,-138-4 154 0 0,681-1-1132 0 0,-242-1-1466 0 0,-304 2-2127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6:15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48 14079 0 0,'0'0'1276'0'0,"-1"-1"-1049"0"0,-7-1 2918 0 0,16-6-1790 0 0,-3 4-1135 0 0,1 1 1 0 0,-1 0-1 0 0,1 1 0 0 0,0-1 0 0 0,0 1 1 0 0,0 0-1 0 0,0 1 0 0 0,0-1 1 0 0,0 1-1 0 0,1 0 0 0 0,7 1 1 0 0,3-2 31 0 0,6 0 77 0 0,29 1 0 0 0,-2 1-122 0 0,25 0-73 0 0,11-1-72 0 0,467-6-134 0 0,-355 13-13 0 0,25 0-62 0 0,272 3-557 0 0,-279-5 143 0 0,-3-1-133 0 0,-173-3 535 0 0,429 13-1523 0 0,-344-6 1600 0 0,-25-3 84 0 0,3 2 42 0 0,43 4-400 0 0,-98 0-2428 0 0,-45-9 1328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9:47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0 10135 0 0,'0'0'10427'0'0,"-2"2"-9494"0"0,-2 4-611 0 0,0 0-1 0 0,0 0 0 0 0,1 0 0 0 0,0 0 1 0 0,0 0-1 0 0,0 1 0 0 0,1 0 1 0 0,0-1-1 0 0,0 1 0 0 0,1 0 1 0 0,0 0-1 0 0,-1 14 0 0 0,-7 61 786 0 0,-8 148 353 0 0,17-217-1444 0 0,0 7 14 0 0,1 1-1 0 0,3 25 0 0 0,-3-41-26 0 0,0 0 0 0 0,0 0-1 0 0,1 0 1 0 0,-1 0 0 0 0,1-1-1 0 0,0 1 1 0 0,0-1 0 0 0,0 1-1 0 0,1-1 1 0 0,0 0-1 0 0,0 0 1 0 0,0 0 0 0 0,0 0-1 0 0,7 6 1 0 0,-7-8-29 0 0,1 0-1 0 0,-1 0 1 0 0,0 0 0 0 0,0-1-1 0 0,1 0 1 0 0,-1 1-1 0 0,1-1 1 0 0,0 0 0 0 0,-1-1-1 0 0,1 1 1 0 0,-1-1-1 0 0,1 1 1 0 0,0-1 0 0 0,-1 0-1 0 0,1-1 1 0 0,0 1-1 0 0,-1-1 1 0 0,1 1 0 0 0,0-1-1 0 0,-1 0 1 0 0,1 0-1 0 0,3-2 1 0 0,8-4-529 0 0,0-1 0 0 0,0 0 0 0 0,21-15 0 0 0,-27 16 150 0 0,43-30-2656 0 0,-26 16 1354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9:47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 14279 0 0,'-2'1'397'0'0,"-20"10"738"0"0,7-4 4248 0 0,26 10-2009 0 0,-8-14-3180 0 0,0-1 0 0 0,0 1-1 0 0,1 0 1 0 0,0-1-1 0 0,-1 1 1 0 0,1-1-1 0 0,0 0 1 0 0,8 2-1 0 0,38 10 645 0 0,-21-7-572 0 0,5 2-53 0 0,38 3 0 0 0,-37-7-185 0 0,38 11-1 0 0,-68-14-32 0 0,-2-1 2 0 0,0-1 0 0 0,-1 1 0 0 0,1 0 0 0 0,-1 0 0 0 0,1 0 1 0 0,-1 0-1 0 0,0 0 0 0 0,1 1 0 0 0,-1-1 0 0 0,0 1 0 0 0,0 0 0 0 0,0 0 0 0 0,0-1 0 0 0,0 1 1 0 0,0 0-1 0 0,-1 1 0 0 0,1-1 0 0 0,1 3 0 0 0,0-2-10 0 0,-2-2 10 0 0,-1 0 1 0 0,1 0-1 0 0,0 0 0 0 0,0 1 0 0 0,-1-1 1 0 0,1 0-1 0 0,-1 0 0 0 0,1 1 0 0 0,-1-1 1 0 0,0 0-1 0 0,1 1 0 0 0,-1-1 0 0 0,0 0 1 0 0,0 1-1 0 0,0-1 0 0 0,0 1 0 0 0,0-1 1 0 0,0 2-1 0 0,-1 4 15 0 0,0-1 0 0 0,0 1 0 0 0,0-1 1 0 0,-1 1-1 0 0,0-1 0 0 0,0 1 0 0 0,-1-1 0 0 0,0 0 1 0 0,0 0-1 0 0,0 0 0 0 0,0-1 0 0 0,-1 1 0 0 0,0-1 1 0 0,-1 0-1 0 0,1 0 0 0 0,-9 8 0 0 0,-4 1 15 0 0,0-1 0 0 0,-1 0 0 0 0,-35 19-1 0 0,-16 13-3255 0 0,49-33 1565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9:50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18399 0 0,'0'0'4857'0'0,"0"3"-4121"0"0,-7 155 2372 0 0,0 9-2270 0 0,19 102-904 0 0,-11-250-263 0 0,-1-17 145 0 0,-13-11-6669 0 0,6 1 5105 0 0,1-4-163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9:50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39 118 9671 0 0,'-1'0'748'0'0,"-36"-10"11496"0"0,39 9-11576 0 0,5-3-344 0 0,0 0 0 0 0,0 1-1 0 0,0 0 1 0 0,0 1 0 0 0,10-3-1 0 0,45-8 1327 0 0,-31 7-1247 0 0,66-8 488 0 0,-19 5-414 0 0,225-20 325 0 0,-274 27-787 0 0,43-4-221 0 0,-38 2-248 0 0,-1 2 1 0 0,58 3-1 0 0,-52 7-3582 0 0,-24-4-4761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9:50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 17503 0 0,'0'0'1352'0'0,"-2"1"-873"0"0,-6 6 3325 0 0,3 5 1009 0 0,2-2-4449 0 0,3-8-208 0 0,-1 14-1112 0 0,4-8-400 0 0,-2-6-68 0 0</inkml:trace>
  <inkml:trace contextRef="#ctx0" brushRef="#br0" timeOffset="1">18 277 14279 0 0,'-1'3'407'0'0,"-1"1"-78"0"0,-11 8 5125 0 0,12-1 3289 0 0,9-8-9265 0 0,19 2-2330 0 0,-12-4-6491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9:51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0 5983 0 0,'0'0'274'0'0,"-16"2"13246"0"0,14-1-12741 0 0,1 0-410 0 0,0 0-1 0 0,0 0 1 0 0,0 0-1 0 0,1 0 1 0 0,-1 0-1 0 0,0 0 1 0 0,1 0-1 0 0,-1 0 0 0 0,1 0 1 0 0,-1 0-1 0 0,1 0 1 0 0,-1 1-1 0 0,0 3-153 0 0,1 0 0 0 0,-1 0-1 0 0,1 0 1 0 0,0 9 0 0 0,0-12 259 0 0,4 41 1076 0 0,15 69 0 0 0,-9-65-1173 0 0,0 18-96 0 0,10 47-161 0 0,-20-109-180 0 0,1-1-149 0 0,0 4-4625 0 0,-6-15-2793 0 0,3 6 7491 0 0,-7-16-7595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9:51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59 12439 0 0,'-10'-3'9849'0'0,"27"0"-9105"0"0,-1 0 0 0 0,1 2 0 0 0,32 0 0 0 0,-30 1-380 0 0,-1-1 0 0 0,23-3 0 0 0,-14 1 33 0 0,53 0 0 0 0,-17 1-108 0 0,101-1 203 0 0,-110 0-482 0 0,52-2 56 0 0,70-13-2142 0 0,-139 13 952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9:52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316 128 15895 0 0,'2'-1'728'0'0,"1"-1"-631"0"0,0 0 0 0 0,1 0 0 0 0,-1 0 1 0 0,0 0-1 0 0,0-1 0 0 0,0 1 0 0 0,0-1 0 0 0,-1 0 0 0 0,1 0 0 0 0,-1 0 0 0 0,1 0 0 0 0,1-5 0 0 0,-2 5 201 0 0,-1 1 0 0 0,1-1 0 0 0,-1 0 0 0 0,0 0 0 0 0,0 0 0 0 0,0 0 0 0 0,0 0 0 0 0,-1 0 0 0 0,1 0 0 0 0,-1 0 0 0 0,0-1 0 0 0,0 1 0 0 0,0 0 0 0 0,0 0 0 0 0,-1-5-1 0 0,0 6-116 0 0,1 0-1 0 0,-1 0 1 0 0,0 0-1 0 0,0 1 0 0 0,1-1 1 0 0,-1 0-1 0 0,0 0 1 0 0,0 1-1 0 0,-1-1 0 0 0,1 1 1 0 0,0-1-1 0 0,0 1 0 0 0,-1 0 1 0 0,1-1-1 0 0,-1 1 1 0 0,1 0-1 0 0,-1 0 0 0 0,-2-1 1 0 0,2 1-32 0 0,-1 0 1 0 0,0 0-1 0 0,1 0 1 0 0,-1 1 0 0 0,0-1-1 0 0,0 1 1 0 0,1 0-1 0 0,-1 0 1 0 0,0 0 0 0 0,0 0-1 0 0,-3 1 1 0 0,-5 1 141 0 0,0 1-1 0 0,1 0 1 0 0,-1 1 0 0 0,-17 8-1 0 0,10-2-97 0 0,-1 0 0 0 0,2 1 0 0 0,0 1 0 0 0,0 1 0 0 0,1 0-1 0 0,0 1 1 0 0,-24 29 0 0 0,25-27-60 0 0,5-6-38 0 0,1 1-1 0 0,0 0 0 0 0,-14 22 0 0 0,22-31-88 0 0,0 0 0 0 0,0 0 0 0 0,-1 0-1 0 0,1 1 1 0 0,1-1 0 0 0,-1 0-1 0 0,0 1 1 0 0,1-1 0 0 0,-1 1-1 0 0,1-1 1 0 0,-1 1 0 0 0,1-1-1 0 0,0 1 1 0 0,0-1 0 0 0,1 1-1 0 0,-1-1 1 0 0,0 1 0 0 0,1-1-1 0 0,-1 1 1 0 0,1-1 0 0 0,0 1-1 0 0,0-1 1 0 0,0 0 0 0 0,0 1-1 0 0,0-1 1 0 0,1 0 0 0 0,1 2-1 0 0,-3-3-12 0 0,1 0-1 0 0,0-1 1 0 0,0 1-1 0 0,-1-1 0 0 0,1 1 1 0 0,0-1-1 0 0,0 1 1 0 0,0-1-1 0 0,-1 1 0 0 0,1-1 1 0 0,0 0-1 0 0,0 1 1 0 0,0-1-1 0 0,0 0 0 0 0,0 0 1 0 0,1 0-1 0 0,2 1-21 0 0,6 1-57 0 0,-1 0 1 0 0,1-1 0 0 0,-1 0 0 0 0,1 0-1 0 0,-1-1 1 0 0,1 0 0 0 0,0-1 0 0 0,-1 0-1 0 0,1-1 1 0 0,-1 0 0 0 0,18-6 0 0 0,-13 3-67 0 0,-1-1 0 0 0,-1-1 0 0 0,1 0 1 0 0,-1 0-1 0 0,-1-1 0 0 0,1-1 0 0 0,14-14 0 0 0,-23 20 129 0 0,2-1-16 0 0,-1 0 0 0 0,1 0 0 0 0,-1-1 0 0 0,0 0 0 0 0,0 0 0 0 0,0 0 0 0 0,-1 0 0 0 0,0 0 0 0 0,0-1 0 0 0,3-8 0 0 0,0-4 172 0 0,-1 0 0 0 0,-2 0 0 0 0,0 0 0 0 0,1-22-1 0 0,-4 45-126 0 0,1-1-1 0 0,-1 1 0 0 0,1 0 0 0 0,-1 0 1 0 0,2 0-1 0 0,-1-1 0 0 0,0 1 1 0 0,1-1-1 0 0,0 1 0 0 0,0-1 0 0 0,0 1 1 0 0,1-1-1 0 0,-1 0 0 0 0,1 0 0 0 0,6 7 1 0 0,-2-3-92 0 0,0-1 1 0 0,0 0 0 0 0,1 0-1 0 0,0-1 1 0 0,0 0-1 0 0,19 10 1 0 0,-21-14-545 0 0,0 0 0 0 0,1 0-1 0 0,-1 0 1 0 0,1-1 0 0 0,0 1 0 0 0,0-2-1 0 0,-1 1 1 0 0,1-1 0 0 0,8 0-1 0 0,-2-2-1478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9:52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 6447 0 0,'0'0'499'0'0,"-1"2"-328"0"0,-2 1 1374 0 0,1 1-1 0 0,-1 0 1 0 0,1 0 0 0 0,-1 0 0 0 0,1 0 0 0 0,1 1 0 0 0,-1-1 0 0 0,-1 6 0 0 0,1-1-126 0 0,1-1 1 0 0,0 1 0 0 0,0 16 0 0 0,2 1-269 0 0,11 50 1 0 0,-12-74-1093 0 0,11 51 323 0 0,1 1 1 0 0,4-2 0 0 0,1 0-1 0 0,31 63 1 0 0,-44-108-372 0 0,3-24 42 0 0,14-94-64 0 0,-19 102-3 0 0,0 1-1 0 0,1 0 1 0 0,1 0-1 0 0,-1 0 1 0 0,1 0-1 0 0,0 1 1 0 0,1 0-1 0 0,0-1 1 0 0,0 1-1 0 0,7-6 1 0 0,-9 10 5 0 0,0 0 0 0 0,0 0 0 0 0,0 1-1 0 0,0-1 1 0 0,1 1 0 0 0,-1 0 0 0 0,1 0 0 0 0,-1 0 0 0 0,1 1 0 0 0,0-1-1 0 0,0 1 1 0 0,-1 0 0 0 0,1 0 0 0 0,0 0 0 0 0,0 1 0 0 0,0-1 0 0 0,0 1 0 0 0,0 0-1 0 0,0 0 1 0 0,0 0 0 0 0,0 1 0 0 0,0 0 0 0 0,7 1 0 0 0,-6 0 3 0 0,-1 0 0 0 0,0 0 1 0 0,1 0-1 0 0,-1 1 0 0 0,0-1 1 0 0,0 1-1 0 0,0 0 1 0 0,-1 0-1 0 0,1 1 0 0 0,-1-1 1 0 0,0 1-1 0 0,1-1 0 0 0,-2 1 1 0 0,1 0-1 0 0,0 0 0 0 0,-1 1 1 0 0,0-1-1 0 0,0 0 0 0 0,0 1 1 0 0,0-1-1 0 0,-1 1 1 0 0,2 8-1 0 0,-1-3-9 0 0,0 0 0 0 0,-1 1 0 0 0,0-1 0 0 0,-1 1 0 0 0,0-1 1 0 0,-1 1-1 0 0,0-1 0 0 0,0 0 0 0 0,-5 16 0 0 0,3-17-19 0 0,0-1 0 0 0,-1 0-1 0 0,1 0 1 0 0,-2 0 0 0 0,1 0 0 0 0,-1-1 0 0 0,0 0-1 0 0,-1 0 1 0 0,-8 9 0 0 0,11-13-222 0 0,-1 1 1 0 0,0-1-1 0 0,1 0 1 0 0,-1-1-1 0 0,-1 1 0 0 0,1 0 1 0 0,0-1-1 0 0,-1 0 0 0 0,1 0 1 0 0,-1-1-1 0 0,1 1 1 0 0,-1-1-1 0 0,0 0 0 0 0,1 0 1 0 0,-1 0-1 0 0,0-1 1 0 0,0 0-1 0 0,-8 0 0 0 0,0-3-1714 0 0,1-4-4009 0 0,3-2-1461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9:52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16327 0 0,'0'0'1476'0'0,"1"1"-1213"0"0,3 34 2941 0 0,-1 56 1 0 0,-3-52-1330 0 0,6 42 1 0 0,-4-62-1672 0 0,2 0 0 0 0,0 0 0 0 0,1 0 0 0 0,12 26 0 0 0,-15-39-163 0 0,1-1-1 0 0,-1 0 1 0 0,1 0-1 0 0,0 0 1 0 0,0 0-1 0 0,1 0 0 0 0,0-1 1 0 0,-1 1-1 0 0,2-1 1 0 0,-1 0-1 0 0,0 0 1 0 0,1-1-1 0 0,0 1 0 0 0,-1-1 1 0 0,1 0-1 0 0,1 0 1 0 0,-1-1-1 0 0,0 0 1 0 0,8 3-1 0 0,-9-4-49 0 0,0 0 0 0 0,0-1 0 0 0,0 1 0 0 0,0-1 1 0 0,0 0-1 0 0,0 0 0 0 0,1 0 0 0 0,-1-1 0 0 0,0 1 0 0 0,0-1 0 0 0,0 0 0 0 0,0 0 0 0 0,0 0 0 0 0,0-1 1 0 0,0 1-1 0 0,5-4 0 0 0,-4 1-25 0 0,0 0 0 0 0,0 0 0 0 0,-1 0 0 0 0,1 0 0 0 0,-1-1 0 0 0,0 0-1 0 0,0 0 1 0 0,-1 0 0 0 0,7-10 0 0 0,-1-6-79 0 0,0-1 0 0 0,-1 0 0 0 0,-1-1 0 0 0,7-36 0 0 0,-12 47 21 0 0,6-29-225 0 0,-8 39 294 0 0,0 0-1 0 0,1 0 0 0 0,-1 0 0 0 0,0 0 0 0 0,-1 0 0 0 0,1 0 0 0 0,0 0 0 0 0,-1 0 0 0 0,1 0 0 0 0,-1 0 0 0 0,1 1 1 0 0,-1-1-1 0 0,0 0 0 0 0,0 0 0 0 0,0 1 0 0 0,0-1 0 0 0,-1-1 0 0 0,1 2 20 0 0,1 1 0 0 0,-1-1 0 0 0,0 1 0 0 0,0 0 0 0 0,1-1 0 0 0,-1 1 0 0 0,0 0 0 0 0,0 0 0 0 0,0-1 0 0 0,0 1 0 0 0,1 0 0 0 0,-1 0 0 0 0,0 0 0 0 0,0 0 0 0 0,0 0 0 0 0,0 0 0 0 0,1 0 0 0 0,-1 1 0 0 0,0-1-1 0 0,0 0 1 0 0,0 0 0 0 0,1 1 0 0 0,-1-1 0 0 0,0 0 0 0 0,0 1 0 0 0,1-1 0 0 0,-1 1 0 0 0,0-1 0 0 0,0 2 0 0 0,-20 16 89 0 0,11-6 44 0 0,0 1-1 0 0,1 0 1 0 0,0 0 0 0 0,1 0-1 0 0,-9 23 1 0 0,13-27-87 0 0,1 0-1 0 0,0 0 0 0 0,1 0 1 0 0,0 0-1 0 0,0 1 1 0 0,1-1-1 0 0,0 1 1 0 0,1-1-1 0 0,0 1 1 0 0,2 14-1 0 0,-1-18-54 0 0,1 1-1 0 0,0-1 1 0 0,0 0-1 0 0,1 0 1 0 0,-1 0-1 0 0,1 0 1 0 0,1 0 0 0 0,-1 0-1 0 0,1-1 1 0 0,0 0-1 0 0,0 1 1 0 0,1-1-1 0 0,-1-1 1 0 0,1 1 0 0 0,0-1-1 0 0,0 0 1 0 0,1 0-1 0 0,-1 0 1 0 0,1-1-1 0 0,0 0 1 0 0,0 0 0 0 0,0 0-1 0 0,0-1 1 0 0,0 0-1 0 0,1 0 1 0 0,-1-1-1 0 0,12 2 1 0 0,-1-2-555 0 0,0 0 0 0 0,0-1 0 0 0,29-3 0 0 0,17-9-7582 0 0,-26 3 140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9:53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3 5063 0 0,'-16'-3'14150'0'0,"15"4"-13579"0"0,-6 16 4252 0 0,5-7-4268 0 0,0 0 0 0 0,1 0 0 0 0,1 0 0 0 0,0 1 0 0 0,0-1 0 0 0,2 11 0 0 0,14 63 468 0 0,-15-76-900 0 0,19 80 165 0 0,36 97 1 0 0,-54-180-773 0 0,4 14 1073 0 0,-4-6-6089 0 0,-20-26 1005 0 0,9 2 2161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9:53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11 2303 0 0,'-7'-3'23732'0'0,"9"3"-23629"0"0,-1 1 0 0 0,1-1 1 0 0,-1 0-1 0 0,1 0 0 0 0,-1 0 0 0 0,1 0 0 0 0,-1 0 1 0 0,1 0-1 0 0,-1-1 0 0 0,1 1 0 0 0,1-1 0 0 0,5-1 191 0 0,62-2 329 0 0,-1 3 1 0 0,1 4-1 0 0,72 10 0 0 0,-111-9-597 0 0,53 14 0 0 0,-74-15-24 0 0,-1 0 0 0 0,1 1 1 0 0,0 0-1 0 0,-1 1 0 0 0,0-1 1 0 0,0 2-1 0 0,0-1 0 0 0,-1 1 1 0 0,9 9-1 0 0,-13-12-2 0 0,-1 0 0 0 0,0 0 0 0 0,-1 1 0 0 0,1-1 0 0 0,0 1 0 0 0,-1 0 0 0 0,0 0 0 0 0,0 0 0 0 0,0 0 0 0 0,0 0 0 0 0,-1 1 0 0 0,0-1 0 0 0,0 0 0 0 0,0 1 0 0 0,0-1 0 0 0,0 1 0 0 0,-1-1 0 0 0,0 1 0 0 0,0-1 0 0 0,0 1 0 0 0,-1-1 0 0 0,0 1 0 0 0,1-1 0 0 0,-1 0 0 0 0,-1 1 0 0 0,1-1 0 0 0,-3 6 0 0 0,0-2 6 0 0,0-1 1 0 0,0 0-1 0 0,-1 0 1 0 0,0 0-1 0 0,0 0 1 0 0,0-1-1 0 0,-1 0 1 0 0,0 0-1 0 0,0 0 1 0 0,-1-1-1 0 0,-12 8 0 0 0,-8 4 81 0 0,-51 22 0 0 0,58-29-69 0 0,-23 10-92 0 0,-167 76-2278 0 0,205-93-1891 0 0,14-4 1495 0 0,6-4 776 0 0</inkml:trace>
  <inkml:trace contextRef="#ctx0" brushRef="#br0" timeOffset="1">767 344 13823 0 0,'0'0'1062'0'0,"1"1"-693"0"0,3 7 830 0 0,0 1 0 0 0,0-1 1 0 0,-1 1-1 0 0,3 11 0 0 0,10 28 5882 0 0,5-12-5101 0 0,-7-22-4182 0 0,-12-12 1263 0 0,1-1 0 0 0,-1 1 0 0 0,0-1 1 0 0,1 0-1 0 0,-1 0 0 0 0,1 0 0 0 0,0 0 0 0 0,3 1 0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9:54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9 23183 0 0,'-13'-8'4107'0'0,"10"16"-2418"0"0,1 1-1277 0 0,-1 0-1 0 0,1 0 1 0 0,1 0 0 0 0,0 0-1 0 0,0 11 1 0 0,3 47 308 0 0,-1-61-653 0 0,4 70 110 0 0,4-1 0 0 0,31 128 0 0 0,-32-177-286 0 0,26 84-1451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9:54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12439 0 0,'0'2'6039'0'0,"-2"3"-4977"0"0,1 1 0 0 0,0-1 0 0 0,1 1 1 0 0,-1 0-1 0 0,1-1 0 0 0,0 1 0 0 0,1 9 0 0 0,10 45 562 0 0,-2-20-705 0 0,33 141 570 0 0,-12-63-1105 0 0,13 23-288 0 0,-25-82-127 0 0,-17-57-123 0 0,0 2 112 0 0,-24-95-10007 0 0,15 64 7805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9:54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45 8751 0 0,'-8'3'17035'0'0,"96"-20"-14030"0"0,-44 9-2489 0 0,56-3-1 0 0,-64 7-389 0 0,108-3 24 0 0,-116 7-147 0 0,1 2 0 0 0,-1 1 1 0 0,30 7-1 0 0,-52-8-25 0 0,1-1 0 0 0,-1 1 0 0 0,0 1 0 0 0,-1-1 0 0 0,1 1 0 0 0,0 0-1 0 0,-1 0 1 0 0,1 1 0 0 0,-1-1 0 0 0,0 1 0 0 0,8 8 0 0 0,-12-10 13 0 0,1 1-1 0 0,0-1 1 0 0,0 0 0 0 0,-1 1 0 0 0,1-1-1 0 0,-1 1 1 0 0,0 0 0 0 0,0-1-1 0 0,0 1 1 0 0,0 0 0 0 0,0 0-1 0 0,0 0 1 0 0,-1 0 0 0 0,0-1 0 0 0,1 1-1 0 0,-1 0 1 0 0,0 0 0 0 0,0 0-1 0 0,-1 0 1 0 0,1 0 0 0 0,-1 0-1 0 0,1 0 1 0 0,-1-1 0 0 0,0 1 0 0 0,0 0-1 0 0,0 0 1 0 0,-2 2 0 0 0,-3 7 7 0 0,-1-1-1 0 0,-1 0 1 0 0,0 0 0 0 0,-18 19 0 0 0,-44 34 7 0 0,41-40-341 0 0,21-17-429 0 0,0-1 0 0 0,0 0 0 0 0,-17 8 0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9:55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0 18887 0 0,'0'0'1680'0'0,"-4"13"-1280"0"0,-1 0 1856 0 0,1 0 280 0 0,2 2-1960 0 0,2-2 288 0 0,3 0-456 0 0,4 0-1520 0 0,1-4 672 0 0,2 0-1552 0 0,-2-3-312 0 0</inkml:trace>
  <inkml:trace contextRef="#ctx0" brushRef="#br0" timeOffset="1">152 242 22319 0 0,'-3'8'2019'0'0,"2"10"-1622"0"0,-1-4 485 0 0,2-10-354 0 0,-1 1 0 0 0,1-1 1 0 0,-1 0-1 0 0,1 0 1 0 0,1 6-1 0 0,-1-8-1659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9:55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7367 0 0,'0'0'15347'0'0,"1"3"-14283"0"0,4 22 231 0 0,-2 0 1 0 0,0 0 0 0 0,-2 47-1 0 0,2 16-337 0 0,2-31-638 0 0,3 0 0 0 0,1-1 1 0 0,29 87-1 0 0,-37-138-465 0 0,1-2-77 0 0,-1 0 1 0 0,0 0-1 0 0,0 0 1 0 0,0 0-1 0 0,-1 0 1 0 0,1 1-1 0 0,-1 3 1 0 0,-10-9-1167 0 0,6 0 886 0 0,-1 0 1 0 0,1-1 0 0 0,0 1-1 0 0,-1-1 1 0 0,1 0 0 0 0,1 0-1 0 0,-1-1 1 0 0,-4-4-1 0 0,1 1-1350 0 0,-8-7-6134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9:56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1 114 12439 0 0,'0'0'13657'0'0,"2"0"-12438"0"0,139-14 2006 0 0,-119 11-3046 0 0,29-5 187 0 0,31-3 25 0 0,-15 3-240 0 0,95-23 0 0 0,-1-1-362 0 0,-140 29-664 0 0,28 0 0 0 0,-42 3 307 0 0,1 0 0 0 0,-1 1 0 0 0,0 0 0 0 0,1 0 0 0 0,-1 1 0 0 0,0 0 1 0 0,9 3-1 0 0,0 3-1275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9:56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12 7831 0 0,'0'0'706'0'0,"-1"-2"-578"0"0,1 2-78 0 0,0-1 1 0 0,0 1 0 0 0,0-1 0 0 0,0 1-1 0 0,0 0 1 0 0,0-1 0 0 0,0 1-1 0 0,0-1 1 0 0,-1 1 0 0 0,1 0 0 0 0,0-1-1 0 0,0 1 1 0 0,0 0 0 0 0,-1-1-1 0 0,1 1 1 0 0,0 0 0 0 0,-1-1 0 0 0,1 1-1 0 0,0 0 1 0 0,0-1 0 0 0,-1 1-1 0 0,1 0 1 0 0,-1 0 0 0 0,1-1 0 0 0,0 1-1 0 0,-1 0 1 0 0,1 0 0 0 0,0 0-1 0 0,-1 0 1 0 0,1 0 0 0 0,-1 0 0 0 0,1-1-1 0 0,-1 1 1 0 0,1 0 0 0 0,0 0-1 0 0,-1 0 1 0 0,1 0 0 0 0,-1 0 0 0 0,1 1-1 0 0,-1-1 1 0 0,1 0 0 0 0,0 0-1 0 0,-1 0 1 0 0,0 0 334 0 0,-5 2 614 0 0,1 1 0 0 0,-1-1 0 0 0,1 1 1 0 0,0-1-1 0 0,0 1 0 0 0,0 1 0 0 0,1-1 0 0 0,-1 1 1 0 0,-6 6-1 0 0,0 0-136 0 0,-12 11 201 0 0,0 2 0 0 0,1 1-1 0 0,2 1 1 0 0,0 1 0 0 0,2 0-1 0 0,-19 37 1 0 0,33-56-910 0 0,1 0 1 0 0,0 1 0 0 0,0 0-1 0 0,-4 15 1 0 0,6-19-132 0 0,1 0 1 0 0,-1 0-1 0 0,1 0 0 0 0,0 0 1 0 0,0 0-1 0 0,0 1 0 0 0,0-1 1 0 0,1 0-1 0 0,0 0 0 0 0,0 0 1 0 0,2 6-1 0 0,-2-8-26 0 0,0-1-1 0 0,0 1 1 0 0,0-1 0 0 0,0 1-1 0 0,0-1 1 0 0,1 0 0 0 0,-1 0-1 0 0,0 1 1 0 0,1-1 0 0 0,-1 0-1 0 0,1 0 1 0 0,0 0 0 0 0,-1 0 0 0 0,1-1-1 0 0,0 1 1 0 0,-1 0 0 0 0,1-1-1 0 0,0 1 1 0 0,0-1 0 0 0,0 0-1 0 0,-1 1 1 0 0,1-1 0 0 0,0 0-1 0 0,0 0 1 0 0,0 0 0 0 0,0 0-1 0 0,2-1 1 0 0,7 0-114 0 0,0-1-1 0 0,-1 0 1 0 0,14-5-1 0 0,-21 6 77 0 0,14-5-163 0 0,-1 0-1 0 0,0-1 1 0 0,0-1-1 0 0,0 0 1 0 0,-1-1-1 0 0,-1-1 1 0 0,1 0-1 0 0,-2-1 1 0 0,1-1-1 0 0,-2 0 1 0 0,1-1-1 0 0,-2 0 1 0 0,21-30-1 0 0,-28 35 194 0 0,1-1 0 0 0,-1 1-1 0 0,-1-1 1 0 0,1 0 0 0 0,-1 0-1 0 0,-1-1 1 0 0,0 1 0 0 0,0-1-1 0 0,0-16 1 0 0,-3 21 771 0 0,-1 15-636 0 0,1 21-192 0 0,3-17 8 0 0,1 0-1 0 0,0 0 1 0 0,1 0-1 0 0,1-1 1 0 0,0 0-1 0 0,1 0 1 0 0,0 0 0 0 0,16 23-1 0 0,-18-32-202 0 0,-1 0 1 0 0,1 0-1 0 0,0 0 0 0 0,0-1 0 0 0,1 1 1 0 0,-1-1-1 0 0,9 4 0 0 0,19 8-8312 0 0,-19-9 1380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9:57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 17503 0 0,'0'0'803'0'0,"-1"0"-18"0"0,0 1-734 0 0,1-1-1 0 0,-1 0 1 0 0,0 0 0 0 0,1 0-1 0 0,-1 0 1 0 0,1 0-1 0 0,-1 1 1 0 0,0-1 0 0 0,1 0-1 0 0,-1 0 1 0 0,1 1-1 0 0,-1-1 1 0 0,1 0 0 0 0,-1 1-1 0 0,1-1 1 0 0,-1 1-1 0 0,1-1 1 0 0,-1 1 0 0 0,1-1-1 0 0,0 1 1 0 0,-1-1-1 0 0,1 1 1 0 0,0-1 0 0 0,-1 1-1 0 0,1-1 1 0 0,0 1-1 0 0,0-1 1 0 0,0 1-1 0 0,-1 1 1 0 0,1 0 294 0 0,-3 5 457 0 0,1 1 0 0 0,0 0 0 0 0,1 0 0 0 0,0 0 0 0 0,0-1 0 0 0,1 1 0 0 0,0 8 0 0 0,1 3-139 0 0,0-1 0 0 0,5 18 0 0 0,19 65 186 0 0,38 103 1 0 0,-46-152-772 0 0,-3 1 0 0 0,9 58 0 0 0,-13-155-182 0 0,-4 15 30 0 0,1 0 0 0 0,1 1 0 0 0,19-42 0 0 0,-21 57 47 0 0,0 0 0 0 0,1 1 0 0 0,1-1 0 0 0,0 2 0 0 0,1-1 1 0 0,0 1-1 0 0,0 0 0 0 0,1 1 0 0 0,16-12 0 0 0,-23 19 21 0 0,1 1 0 0 0,-1 0 0 0 0,1 0 0 0 0,0 0 0 0 0,0 0 0 0 0,0 1 1 0 0,0 0-1 0 0,0-1 0 0 0,0 2 0 0 0,0-1 0 0 0,0 0 0 0 0,0 1 0 0 0,0 0 0 0 0,1-1 0 0 0,-1 2 0 0 0,0-1 0 0 0,0 0 0 0 0,0 1 0 0 0,0 0 0 0 0,0 0 0 0 0,0 0 1 0 0,0 1-1 0 0,0-1 0 0 0,0 1 0 0 0,0 0 0 0 0,-1 0 0 0 0,1 0 0 0 0,-1 0 0 0 0,1 1 0 0 0,-1 0 0 0 0,0-1 0 0 0,0 1 0 0 0,0 0 0 0 0,0 1 0 0 0,-1-1 0 0 0,1 0 1 0 0,-1 1-1 0 0,0-1 0 0 0,3 6 0 0 0,-2 1-34 0 0,0-1 0 0 0,0 1 0 0 0,-1 0 0 0 0,0 0 0 0 0,-1 0 0 0 0,0 0 0 0 0,0 0 0 0 0,-1 1 0 0 0,-1-1 0 0 0,-1 14 0 0 0,-2-6-103 0 0,0 0 0 0 0,0 0-1 0 0,-2-1 1 0 0,-14 32 0 0 0,16-41-108 0 0,0 0-1 0 0,-1-1 1 0 0,-9 13 0 0 0,12-18-50 0 0,0 1-1 0 0,0-1 1 0 0,-1 0-1 0 0,1 1 1 0 0,-1-1 0 0 0,1 0-1 0 0,-1 0 1 0 0,0-1 0 0 0,0 1-1 0 0,0-1 1 0 0,0 1 0 0 0,0-1-1 0 0,-3 1 1 0 0,-2-2-1230 0 0,1-3-33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9:57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19 144 13359 0 0,'-4'8'1210'0'0,"2"-2"-1127"0"0,0 0 1 0 0,0 0-1 0 0,0 1 1 0 0,1-1 0 0 0,-1 8-1 0 0,0 35 4139 0 0,1-29-1007 0 0,1 4-514 0 0,5 47 0 0 0,-2-50-2042 0 0,1-1-1 0 0,13 39 1 0 0,-12-47-616 0 0,0 0 0 0 0,0 0 0 0 0,2-1-1 0 0,-1 0 1 0 0,14 17 0 0 0,-14-21-19 0 0,-1-1 1 0 0,1 0-1 0 0,0 0 1 0 0,1-1-1 0 0,0 1 0 0 0,0-2 1 0 0,0 1-1 0 0,0-1 0 0 0,12 5 1 0 0,-13-6-30 0 0,0-1 1 0 0,0 0 0 0 0,0-1 0 0 0,0 0-1 0 0,0 1 1 0 0,0-2 0 0 0,1 1 0 0 0,-1-1-1 0 0,0 0 1 0 0,0 0 0 0 0,1-1-1 0 0,-1 0 1 0 0,0 0 0 0 0,0 0 0 0 0,0-1-1 0 0,0 0 1 0 0,0 0 0 0 0,0-1-1 0 0,-1 1 1 0 0,1-1 0 0 0,10-8 0 0 0,-7 4-23 0 0,0-1 0 0 0,0 0 1 0 0,-1 0-1 0 0,0-1 1 0 0,0-1-1 0 0,-1 1 0 0 0,0-1 1 0 0,-1 0-1 0 0,0-1 1 0 0,7-18-1 0 0,-4 10-78 0 0,-1-1-1 0 0,-1 0 1 0 0,-1 0 0 0 0,-1-1-1 0 0,4-30 1 0 0,-9 49 87 0 0,0 1 0 0 0,0-1 0 0 0,0 1 1 0 0,0-1-1 0 0,0 1 0 0 0,0-1 0 0 0,0 1 0 0 0,-1-1 0 0 0,1 1 0 0 0,0-1 0 0 0,-1 1 1 0 0,1 0-1 0 0,-1-1 0 0 0,0 1 0 0 0,1 0 0 0 0,-2-2 0 0 0,1 2 11 0 0,0 0-1 0 0,1 1 1 0 0,-1-1-1 0 0,0 1 1 0 0,0-1 0 0 0,1 1-1 0 0,-1 0 1 0 0,0-1-1 0 0,0 1 1 0 0,0 0-1 0 0,1 0 1 0 0,-1-1-1 0 0,0 1 1 0 0,0 0 0 0 0,0 0-1 0 0,0 0 1 0 0,0 0-1 0 0,0 0 1 0 0,1 0-1 0 0,-3 0 1 0 0,0 1 18 0 0,0 0-1 0 0,0 0 1 0 0,0 0 0 0 0,0 0-1 0 0,0 1 1 0 0,0-1 0 0 0,1 1-1 0 0,-1-1 1 0 0,0 1 0 0 0,1 0-1 0 0,-1 0 1 0 0,1 1 0 0 0,-3 2-1 0 0,-2 5 21 0 0,0 1 0 0 0,1 0 0 0 0,0 0 0 0 0,1 0 0 0 0,0 0 0 0 0,1 1-1 0 0,0 0 1 0 0,1 0 0 0 0,0 0 0 0 0,1 0 0 0 0,1 1 0 0 0,-1 16 0 0 0,2-23-71 0 0,0 1 0 0 0,1-1 0 0 0,-1 0-1 0 0,1 1 1 0 0,1-1 0 0 0,-1 1 0 0 0,1-1 0 0 0,0 0 0 0 0,1 0 0 0 0,-1 0 0 0 0,1 0 0 0 0,0-1 0 0 0,1 1 0 0 0,0-1 0 0 0,-1 0 0 0 0,2 0 0 0 0,-1 0-1 0 0,0 0 1 0 0,1-1 0 0 0,0 1 0 0 0,0-1 0 0 0,0 0 0 0 0,1-1 0 0 0,-1 0 0 0 0,1 0 0 0 0,0 0 0 0 0,0 0 0 0 0,0-1 0 0 0,0 0 0 0 0,0 0 0 0 0,1 0-1 0 0,-1-1 1 0 0,1 0 0 0 0,-1-1 0 0 0,0 1 0 0 0,13-2 0 0 0,2 0-1212 0 0,1-1-1 0 0,0-2 1 0 0,-1 0 0 0 0,0-1 0 0 0,0-1-1 0 0,0-1 1 0 0,23-11 0 0 0,-22 7-5466 0 0</inkml:trace>
  <inkml:trace contextRef="#ctx0" brushRef="#br0" timeOffset="1">1011 1 21623 0 0,'0'0'1959'0'0,"-1"0"-1772"0"0,0 0 0 0 0,0 1 0 0 0,-1-1 1 0 0,1 0-1 0 0,0 1 0 0 0,0-1 0 0 0,0 1 1 0 0,0 0-1 0 0,0-1 0 0 0,0 1 0 0 0,-1 1 0 0 0,0 9 408 0 0,0 1 0 0 0,0-1 0 0 0,1 1 0 0 0,0 0 0 0 0,1-1 0 0 0,1 1 0 0 0,2 14 0 0 0,20 87 2 0 0,-8-50-362 0 0,-10-35-363 0 0,6 23-586 0 0,-2 1 0 0 0,3 72 0 0 0,-12-123-262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9:58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23695 0 0,'0'0'3521'0'0,"2"0"-3018"0"0,33 8 472 0 0,1-1-1 0 0,38 1 1 0 0,19 3-582 0 0,-86-10-388 0 0,167 34 281 0 0,-150-28-248 0 0,0 1-1 0 0,0 1 0 0 0,-1 1 0 0 0,0 1 1 0 0,21 13-1 0 0,-38-19-22 0 0,1-1 0 0 0,-1 1 0 0 0,0 0 0 0 0,0 1 1 0 0,-1-1-1 0 0,1 1 0 0 0,-1 1 0 0 0,6 9 0 0 0,-9-12-6 0 0,0-1 1 0 0,0 1-1 0 0,0 0 0 0 0,-1-1 0 0 0,1 1 1 0 0,-1 0-1 0 0,0 0 0 0 0,-1 0 0 0 0,1 0 1 0 0,0 0-1 0 0,-1 0 0 0 0,0 0 0 0 0,0 0 1 0 0,0 0-1 0 0,-1 0 0 0 0,1 0 0 0 0,-1 0 1 0 0,-2 5-1 0 0,-1 0 8 0 0,0 0 1 0 0,0-1-1 0 0,-1 0 0 0 0,0 0 0 0 0,-1 0 1 0 0,0 0-1 0 0,0-1 0 0 0,-1 0 1 0 0,1-1-1 0 0,-2 1 0 0 0,1-1 1 0 0,-1 0-1 0 0,1-1 0 0 0,-2 0 0 0 0,-8 4 1 0 0,-17 7 77 0 0,0-1-1 0 0,-54 15 1 0 0,67-24-88 0 0,7-2-37 0 0,-110 39-1459 0 0,114-40 1986 0 0,3-1-3414 0 0,32-13-12608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9:58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18887 0 0,'0'0'1456'0'0,"1"1"-941"0"0,11 14 1903 0 0,-2-1 0 0 0,0 2 0 0 0,9 18 0 0 0,-1 4-1470 0 0,-18-34-880 0 0,12 17 140 0 0,-11-20-734 0 0,18 3-4002 0 0,-9-5 1979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29:58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47 17503 0 0,'-7'-3'11784'0'0,"17"-10"-9935"0"0,-6 11-1721 0 0,0 0 0 0 0,0-1 0 0 0,0 2-1 0 0,1-1 1 0 0,-1 0 0 0 0,0 1-1 0 0,1 0 1 0 0,-1 0 0 0 0,1 0 0 0 0,7 0-1 0 0,3-1-54 0 0,5-2-51 0 0,-1 0-1 0 0,1 2 1 0 0,0 1 0 0 0,0 0 0 0 0,0 1 0 0 0,34 6 0 0 0,-48-5-22 0 0,-1 1 0 0 0,1 0 0 0 0,-1 0 0 0 0,0 1 0 0 0,0 0 0 0 0,0 0 0 0 0,7 4 0 0 0,-11-6 0 0 0,0-1 0 0 0,0 1 0 0 0,0 0 0 0 0,0-1 0 0 0,0 1 0 0 0,0 0 0 0 0,-1 0 0 0 0,1-1 0 0 0,0 1 0 0 0,0 0 0 0 0,0 0 0 0 0,-1 0 0 0 0,1 0 0 0 0,-1 0 0 0 0,1 0 0 0 0,-1 0 0 0 0,1 0 0 0 0,-1 0 0 0 0,1 1 0 0 0,-1-1 0 0 0,0 0 0 0 0,0 0 0 0 0,1 2 0 0 0,-1 1 0 0 0,1 0 0 0 0,-1 1 0 0 0,0-1 0 0 0,0 1 0 0 0,0-1 0 0 0,0 1 0 0 0,-1-1 0 0 0,1 1 0 0 0,-1-1 0 0 0,0 0 0 0 0,-1 1 0 0 0,1-1 0 0 0,-3 5 0 0 0,-4 7 0 0 0,-17 27 0 0 0,3-7 0 0 0,-31 48 0 0 0,38-63 0 0 0,0 1 0 0 0,-19 42 0 0 0,28-51 0 0 0,4-9 0 0 0,0-1 0 0 0,1 1 0 0 0,-1-1 0 0 0,1 1 0 0 0,0-1 0 0 0,0 1 0 0 0,0 0 0 0 0,1-1 0 0 0,-1 1 0 0 0,1 0 0 0 0,0 5 0 0 0,4 5 0 0 0,1-11 0 0 0,-4-3 0 0 0,3 3 0 0 0,1-1 0 0 0,-1 0 0 0 0,1 0 0 0 0,0 0 0 0 0,-1-1 0 0 0,1 0 0 0 0,0 0 0 0 0,0 0 0 0 0,7 0 0 0 0,48-1 0 0 0,-41-1 0 0 0,103-11 0 0 0,-45 3 0 0 0,-42 6 0 0 0,0-1 0 0 0,0 2 0 0 0,66 4 0 0 0,-97-2-2455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0:36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15 5527 0 0,'-38'1'-356'0'0,"-20"-9"5894"0"0,39 5-546 0 0,-31-1 0 0 0,37 8 2518 0 0,14-3-7389 0 0,0-1 0 0 0,-1 1 0 0 0,1 0 0 0 0,0 0-1 0 0,-1-1 1 0 0,1 1 0 0 0,0 0 0 0 0,0-1 0 0 0,0 1-1 0 0,0-1 1 0 0,1 2 0 0 0,36 14-240 0 0,-18-10 344 0 0,0-1 1 0 0,0-1 0 0 0,37 4-1 0 0,65-5 95 0 0,-51-1-205 0 0,312-5 370 0 0,-258-2-461 0 0,239 4-349 0 0,-229 5-3349 0 0,-132-4 3435 0 0,-1 0-729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0:36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23327 0 0,'0'0'2855'0'0,"2"12"-1181"0"0,1-5-1447 0 0,0-1-1 0 0,1 1 1 0 0,-1-1-1 0 0,2 1 0 0 0,-1-1 1 0 0,1 0-1 0 0,0 0 1 0 0,0-1-1 0 0,0 0 1 0 0,11 9-1 0 0,3-1-102 0 0,0 0 0 0 0,27 14 0 0 0,14-1-124 0 0,-47-22 0 0 0,0 1 0 0 0,0 1 0 0 0,-1 0 0 0 0,0 1 0 0 0,0 0 0 0 0,-1 1 0 0 0,14 11 0 0 0,-23-18 3 0 0,-1 1-1 0 0,1-1 1 0 0,-1 1-1 0 0,1-1 1 0 0,-1 1 0 0 0,0 0-1 0 0,1 0 1 0 0,-1-1-1 0 0,0 1 1 0 0,0 0 0 0 0,0 0-1 0 0,-1 0 1 0 0,1 0-1 0 0,0 0 1 0 0,-1 0 0 0 0,1 0-1 0 0,-1 1 1 0 0,0-1-1 0 0,0 0 1 0 0,0 0 0 0 0,0 0-1 0 0,0 0 1 0 0,-1 5-1 0 0,1-6 9 0 0,-1 3 6 0 0,0 1-1 0 0,-1-1 1 0 0,0 0-1 0 0,0 0 1 0 0,0 0 0 0 0,0 0-1 0 0,0 0 1 0 0,-1 0-1 0 0,0 0 1 0 0,-5 5-1 0 0,-2 2 113 0 0,-23 17-1 0 0,0-6 81 0 0,-2 2-1242 0 0,16-6-7808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0:40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 19895 0 0,'0'0'4040'0'0,"0"2"-3365"0"0,2 44 984 0 0,1-1 0 0 0,13 58 0 0 0,30 90-743 0 0,-33-152-684 0 0,24 53 1 0 0,-17-48-143 0 0,-15-33-30 0 0,1-1 1 0 0,10 14-1 0 0,-15-24 4 0 0,-1-2-56 0 0,1 0 0 0 0,-1 1 0 0 0,0-1 0 0 0,0 1-1 0 0,0-1 1 0 0,0 1 0 0 0,0-1 0 0 0,0 0 0 0 0,1 1 0 0 0,-1-1 0 0 0,0 1-1 0 0,0-1 1 0 0,1 0 0 0 0,-1 1 0 0 0,0-1 0 0 0,0 0 0 0 0,1 1 0 0 0,-1-1 0 0 0,0 0-1 0 0,1 0 1 0 0,-1 1 0 0 0,1-1 0 0 0,-1 0 0 0 0,0 0 0 0 0,1 1 0 0 0,-1-1 0 0 0,1 0-1 0 0,-1 0 1 0 0,0 0 0 0 0,1 0 0 0 0,-1 0 0 0 0,1 0 0 0 0,-1 0 0 0 0,1 0 0 0 0,-1 0-1 0 0,0 0 1 0 0,1 0 0 0 0,-1 0 0 0 0,1 0 0 0 0,-1 0 0 0 0,1 0 0 0 0,-1 0 0 0 0,1 0-1 0 0,-1-1 1 0 0,1 1 0 0 0,0-1 14 0 0,1 1 0 0 0,0-1 0 0 0,-1 1 0 0 0,1-1 0 0 0,-1 0 0 0 0,1 1 0 0 0,-1-1 0 0 0,0 0 0 0 0,1 0 0 0 0,-1 0 0 0 0,0 0 0 0 0,2-2 0 0 0,4-9 65 0 0,-1 0 1 0 0,0-1-1 0 0,-1 1 1 0 0,6-25-1 0 0,1-2-52 0 0,120-354 29 0 0,-100 312-57 0 0,-1 3-95 0 0,-30 76 1 0 0,1-7-402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0:42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 7367 0 0,'-21'-1'19387'0'0,"44"4"-18955"0"0,0-1 1 0 0,0-1-1 0 0,26-3 1 0 0,36 2-169 0 0,40 4-589 0 0,-72-4-2267 0 0,-5 0-3192 0 0,-38 0-1688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0:43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19895 0 0,'0'0'2376'0'0,"3"0"-2160"0"0,88 5 1256 0 0,-57-6-1139 0 0,4 0-347 0 0,61-9-1 0 0,19-14-3321 0 0,-86 16 1640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0:43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18511 0 0,'-6'3'5528'0'0,"8"0"-5386"0"0,1 0 1 0 0,-1 0-1 0 0,1 0 0 0 0,0 0 1 0 0,0-1-1 0 0,0 1 0 0 0,0-1 1 0 0,0 0-1 0 0,0 0 0 0 0,0 0 1 0 0,1 0-1 0 0,5 2 0 0 0,48 16 108 0 0,-53-19-238 0 0,167 44 41 0 0,-166-44-40 0 0,0 0-3 0 0,-1 0 0 0 0,1 0 1 0 0,-1 1-1 0 0,1 0 0 0 0,-1 0 1 0 0,0 0-1 0 0,6 4 0 0 0,-8-5 223 0 0,-3 0-200 0 0,1 1-1 0 0,0-1 0 0 0,-1 0 0 0 0,1 1 1 0 0,-1-1-1 0 0,0 1 0 0 0,1-1 1 0 0,-1 0-1 0 0,0 0 0 0 0,0 1 0 0 0,0-1 1 0 0,0 0-1 0 0,0 0 0 0 0,0 0 0 0 0,0 0 1 0 0,0 0-1 0 0,0 0 0 0 0,-2 1 0 0 0,-28 16 231 0 0,25-15-193 0 0,-13 6 11 0 0,-26 8 0 0 0,-7 4-195 0 0,45-19-94 0 0,-4 2-243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0:43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 19607 0 0,'0'0'4601'0'0,"1"2"-3758"0"0,86 252 4097 0 0,-64-178-4574 0 0,3 9 34 0 0,-21-71-307 0 0,1-1 0 0 0,0 1 1 0 0,15 23-1 0 0,-16-29-72 0 0,-4-5-4 0 0,1-1 0 0 0,-1 0-1 0 0,1 0 1 0 0,-1 0-1 0 0,1 0 1 0 0,0 0-1 0 0,0 0 1 0 0,0-1 0 0 0,0 1-1 0 0,0 0 1 0 0,0-1-1 0 0,3 2 1 0 0,-4-2-8 0 0,0-1 0 0 0,-1 0-1 0 0,1 1 1 0 0,0-1 0 0 0,0 0 0 0 0,0 0-1 0 0,-1 0 1 0 0,1 1 0 0 0,0-1 0 0 0,0 0 0 0 0,0 0-1 0 0,-1 0 1 0 0,1 0 0 0 0,0 0 0 0 0,0 0-1 0 0,0 0 1 0 0,-1-1 0 0 0,1 1 0 0 0,0 0-1 0 0,0 0 1 0 0,0-1 0 0 0,-1 1 0 0 0,1 0 0 0 0,0-1-1 0 0,-1 1 1 0 0,1-1 0 0 0,0 1 0 0 0,-1-1-1 0 0,2 0 1 0 0,15-19 170 0 0,-16 18-132 0 0,3-3 10 0 0,-1-1-1 0 0,0 0 1 0 0,0 1-1 0 0,-1-1 0 0 0,1 0 1 0 0,1-10-1 0 0,6-40 83 0 0,-6 32-85 0 0,67-319-419 0 0,-70 340 355 0 0,4-16-179 0 0,1 0 1 0 0,11-23-1 0 0,-16 41-35 0 0,2 7-2620 0 0,0 0 2002 0 0,-1 0-1 0 0,0-1 1 0 0,0 1-1 0 0,-1 0 1 0 0,2 10-1 0 0,0 5-7762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0:44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98 20215 0 0,'0'0'1832'0'0,"2"-8"-1472"0"0,-1 4-117 0 0,-1-1-1 0 0,0 1 1 0 0,0 0-1 0 0,0-1 1 0 0,0 1-1 0 0,-1 0 1 0 0,1-1-1 0 0,-1 1 1 0 0,0 0-1 0 0,-1 0 1 0 0,1-1-1 0 0,-1 1 1 0 0,0 0-1 0 0,0 1 1 0 0,-4-8-1 0 0,4 10-154 0 0,0-1 0 0 0,0 1-1 0 0,0-1 1 0 0,0 1 0 0 0,-1 0 0 0 0,1 0 0 0 0,0 0-1 0 0,-1 0 1 0 0,1 0 0 0 0,-1 1 0 0 0,-4-2-1 0 0,-1 1-11 0 0,8 1-73 0 0,-1 0 0 0 0,0 0 0 0 0,1 0 0 0 0,-1 0 0 0 0,0 0-1 0 0,1 0 1 0 0,-1 0 0 0 0,0 0 0 0 0,0 0 0 0 0,1 0 0 0 0,-1 0 0 0 0,0 0-1 0 0,1 0 1 0 0,-1 1 0 0 0,0-1 0 0 0,1 0 0 0 0,-1 1 0 0 0,1-1-1 0 0,-1 0 1 0 0,0 1 0 0 0,1-1 0 0 0,-1 1 0 0 0,-1 1 2 0 0,-13 6-5 0 0,12-6 0 0 0,3-1 0 0 0,-1-1 0 0 0,1 0 0 0 0,-1 0 0 0 0,1 0 0 0 0,-1 1 0 0 0,1-1 0 0 0,0 0 0 0 0,-1 1 0 0 0,1-1 0 0 0,-1 0 0 0 0,1 1 0 0 0,0-1 0 0 0,-1 1 0 0 0,1-1 0 0 0,0 0 0 0 0,0 1 0 0 0,-1-1 0 0 0,1 1 0 0 0,0-1 0 0 0,0 1 0 0 0,0-1 0 0 0,0 1 0 0 0,-1-1 0 0 0,1 1 0 0 0,0-1 0 0 0,0 1 0 0 0,0-1 0 0 0,0 1 0 0 0,0 0 0 0 0,0 7 0 0 0,-1-2 37 0 0,1 0-1 0 0,0 0 1 0 0,0-1-1 0 0,1 1 1 0 0,0 0-1 0 0,0 0 1 0 0,0-1 0 0 0,3 8-1 0 0,1 7 94 0 0,-2-8-11 0 0,19 134 559 0 0,-14-23-1386 0 0,-8-123 570 0 0,1 1-210 0 0,-1 0 0 0 0,0 0 0 0 0,0 0 0 0 0,0 0-1 0 0,0-1 1 0 0,0 1 0 0 0,0 0 0 0 0,0 0 0 0 0,0 0 0 0 0,0 0 0 0 0,0 0 0 0 0,-1 0 0 0 0,1-1-1 0 0,0 1 1 0 0,-1 0 0 0 0,0 1 0 0 0</inkml:trace>
  <inkml:trace contextRef="#ctx0" brushRef="#br0" timeOffset="1">1 242 22951 0 0,'0'0'3059'0'0,"1"1"-2443"0"0,25 4 994 0 0,-16-3-1340 0 0,0 0 1 0 0,0 0 0 0 0,1-1 0 0 0,-1-1 0 0 0,13 0-1 0 0,57 0-210 0 0,-54 0-1320 0 0,33-2 0 0 0,-36 0-1166 0 0,0-2-3737 0 0,0-2-1961 0 0</inkml:trace>
  <inkml:trace contextRef="#ctx0" brushRef="#br0" timeOffset="2">578 195 7831 0 0,'0'0'603'0'0,"0"2"-396"0"0,2 8 3712 0 0,6 37 6732 0 0,-4-34-8758 0 0,7 22 1 0 0,-10-30-1946 0 0,1 0 1 0 0,0 0 0 0 0,1-1 0 0 0,-1 1-1 0 0,1-1 1 0 0,0 0 0 0 0,0 0-1 0 0,0 0 1 0 0,1 0 0 0 0,-1 0 0 0 0,1-1-1 0 0,0 1 1 0 0,0-1 0 0 0,0 0-1 0 0,0 0 1 0 0,10 4 0 0 0,-1-3-1615 0 0,1-3-459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0:44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7 101 15663 0 0,'-7'-7'11863'0'0,"9"11"-11661"0"0,0-1 1 0 0,-1 0-1 0 0,1 0 1 0 0,-1 1 0 0 0,0-1-1 0 0,0 1 1 0 0,0-1-1 0 0,0 1 1 0 0,0 7-1 0 0,1-2 89 0 0,8 49 375 0 0,20 87 451 0 0,-25-130-1108 0 0,0-1 0 0 0,0 0 0 0 0,2 0 0 0 0,-1 0 0 0 0,2-1 1 0 0,0 0-1 0 0,15 19 0 0 0,-20-28 2 0 0,-2-3-7 0 0,0 1 0 0 0,0-1 0 0 0,0 0 0 0 0,0 0 0 0 0,0 0 1 0 0,0 0-1 0 0,0 0 0 0 0,1 0 0 0 0,-1 0 0 0 0,0 0 0 0 0,1 0 0 0 0,-1 0 0 0 0,1-1 0 0 0,-1 1 1 0 0,1-1-1 0 0,-1 1 0 0 0,1-1 0 0 0,1 1 0 0 0,-1-1 6 0 0,1 1 1 0 0,-1 0-1 0 0,0-1 0 0 0,1 0 1 0 0,-1 1-1 0 0,0-1 0 0 0,1 0 1 0 0,-1 0-1 0 0,1 0 1 0 0,-1-1-1 0 0,0 1 0 0 0,1-1 1 0 0,-1 1-1 0 0,0-1 0 0 0,0 0 1 0 0,4-1-1 0 0,-3 0 7 0 0,-1 1 0 0 0,1-1 0 0 0,0-1-1 0 0,-1 1 1 0 0,1 0 0 0 0,-1-1 0 0 0,0 1 0 0 0,1-1 0 0 0,-1 0 0 0 0,2-3 0 0 0,2-7 28 0 0,0 0 0 0 0,-1 0 1 0 0,0 0-1 0 0,4-20 1 0 0,-7 25-44 0 0,112-331-493 0 0,-100 307-621 0 0,-14 30 660 0 0,0 13-3833 0 0,1 2 2714 0 0,0 2-41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0:45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3 6911 0 0,'-1'0'17950'0'0,"-7"-1"-16827"0"0,4 0-778 0 0,-1 1 0 0 0,1 0 0 0 0,-1 0-1 0 0,0 0 1 0 0,1 1 0 0 0,-1 0 0 0 0,1-1 0 0 0,-1 2-1 0 0,1-1 1 0 0,0 0 0 0 0,-1 1 0 0 0,-6 4-1 0 0,-5 3 82 0 0,-28 21 0 0 0,30-20-209 0 0,7-6-197 0 0,0 1 0 0 0,0 1 0 0 0,0-1 0 0 0,1 1 0 0 0,0 0 0 0 0,0 1 0 0 0,0 0 0 0 0,1 0 0 0 0,-7 12 0 0 0,11-18-28 0 0,0 0 0 0 0,1 0-1 0 0,-1 0 1 0 0,1 0 0 0 0,0 0 0 0 0,-1 0-1 0 0,1 0 1 0 0,0 1 0 0 0,-1-1 0 0 0,1 0-1 0 0,0 0 1 0 0,0 0 0 0 0,0 0 0 0 0,0 0-1 0 0,0 1 1 0 0,0-1 0 0 0,1 0 0 0 0,-1 0-1 0 0,0 0 1 0 0,0 0 0 0 0,1 0 0 0 0,-1 0-1 0 0,1 0 1 0 0,0 2 0 0 0,0-1-42 0 0,0-1 31 0 0,-1 0 0 0 0,1 0 0 0 0,0-1 0 0 0,-1 1 0 0 0,1 0 0 0 0,0-1 0 0 0,-1 1 0 0 0,1-1 0 0 0,0 1 0 0 0,0-1 0 0 0,-1 1 1 0 0,1-1-1 0 0,0 1 0 0 0,0-1 0 0 0,0 0 0 0 0,0 1 0 0 0,0-1 0 0 0,1 0 0 0 0,17 3-199 0 0,-18-3 188 0 0,8 0-61 0 0,-1 0 0 0 0,1-1 1 0 0,-1 0-1 0 0,0-1 0 0 0,0 1 0 0 0,1-2 0 0 0,-1 1 0 0 0,0-1 1 0 0,-1 0-1 0 0,1 0 0 0 0,12-9 0 0 0,-6 3-109 0 0,0-1 1 0 0,0-1-1 0 0,-1 0 1 0 0,20-22-1 0 0,-17 12 144 0 0,-15 21 216 0 0,-3-1-79 0 0,1 1-1 0 0,0 0 0 0 0,-1 0 1 0 0,1 0-1 0 0,-1 0 1 0 0,1 0-1 0 0,0 1 1 0 0,-1-1-1 0 0,1 0 0 0 0,0 0 1 0 0,-1 1-1 0 0,1-1 1 0 0,0 1-1 0 0,0 0 1 0 0,-1-1-1 0 0,1 1 1 0 0,-1 1-1 0 0,-7 10 266 0 0,8-10-329 0 0,-1 0 0 0 0,1-1-1 0 0,0 1 1 0 0,0 0-1 0 0,-1 0 1 0 0,1-1-1 0 0,1 1 1 0 0,-1 0 0 0 0,0 0-1 0 0,0 0 1 0 0,1 0-1 0 0,-1 0 1 0 0,1 1-1 0 0,0-1 1 0 0,-1 0-1 0 0,1 0 1 0 0,0 0 0 0 0,0 0-1 0 0,0 0 1 0 0,1 0-1 0 0,-1 1 1 0 0,0-1-1 0 0,2 2 1 0 0,2 7-35 0 0,0-1 0 0 0,1 1 0 0 0,1-1 0 0 0,7 11 0 0 0,8 15 20 0 0,3 6-1 0 0,-10-20-2 0 0,11 29 0 0 0,-22-45 2 0 0,0 2 1 0 0,-1-1-1 0 0,0 0 0 0 0,0 0 1 0 0,0 1-1 0 0,-1-1 0 0 0,-1 1 0 0 0,1 12 1 0 0,-2-16 31 0 0,1 0-1 0 0,-1 0 1 0 0,0 0 0 0 0,-1 0 0 0 0,1 0 0 0 0,-1 0 0 0 0,0 0-1 0 0,0 0 1 0 0,0 0 0 0 0,0-1 0 0 0,-1 1 0 0 0,1-1 0 0 0,-1 0 0 0 0,0 1-1 0 0,0-1 1 0 0,0-1 0 0 0,-1 1 0 0 0,1 0 0 0 0,-4 2 0 0 0,1-2 24 0 0,0 1 1 0 0,-1-1 0 0 0,1 0-1 0 0,0 0 1 0 0,-1-1 0 0 0,1 0 0 0 0,-1 0-1 0 0,0 0 1 0 0,0-1 0 0 0,0 0-1 0 0,-7 0 1 0 0,-6-1 44 0 0,8 1-120 0 0,-1-1 1 0 0,0-1-1 0 0,-13-2 1 0 0,-21-2-3846 0 0,31 3-6474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0:45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66 16095 0 0,'-2'-9'1460'0'0,"2"3"-1714"0"0,-3-28 2902 0 0,2 27 714 0 0,0 18 1506 0 0,1 7-4564 0 0,3 148 1362 0 0,0-125-1309 0 0,16 81-1 0 0,-17-110-334 0 0,1-1 0 0 0,0-1-1 0 0,1 1 1 0 0,0 0 0 0 0,8 12 0 0 0,-11-20-21 0 0,1-1 0 0 0,-1 0 0 0 0,1 1-1 0 0,0-1 1 0 0,0 0 0 0 0,0 0 0 0 0,0 0-1 0 0,0 0 1 0 0,0 0 0 0 0,0-1 0 0 0,1 1 0 0 0,-1-1-1 0 0,0 1 1 0 0,1-1 0 0 0,-1 0 0 0 0,1 0-1 0 0,0 0 1 0 0,-1 0 0 0 0,1 0 0 0 0,0-1 0 0 0,0 1-1 0 0,0-1 1 0 0,-1 0 0 0 0,1 0 0 0 0,0 0-1 0 0,0 0 1 0 0,3-1 0 0 0,-3 0-6 0 0,0 0 1 0 0,0 0-1 0 0,0 0 0 0 0,0 0 0 0 0,0-1 1 0 0,-1 1-1 0 0,1-1 0 0 0,0 0 0 0 0,-1 0 1 0 0,1 0-1 0 0,-1 0 0 0 0,0-1 0 0 0,0 1 1 0 0,0 0-1 0 0,3-5 0 0 0,1-2-14 0 0,0-1 0 0 0,-1 0 0 0 0,5-11 0 0 0,7-23-38 0 0,17-74 1 0 0,1-7-36 0 0,-2 17 14 0 0,-32 106 48 0 0,-1 16 125 0 0,4 142 723 0 0,-1-131-734 0 0,0 0-1 0 0,1 0 0 0 0,2 0 1 0 0,10 27-1 0 0,-12-40-54 0 0,1-1 0 0 0,1 0-1 0 0,0-1 1 0 0,0 1-1 0 0,1-1 1 0 0,0 0 0 0 0,17 17-1 0 0,-18-21-481 0 0,1-1 0 0 0,0 1 1 0 0,0-1-1 0 0,0-1 0 0 0,8 5 0 0 0,-9-6-818 0 0,0-1 1 0 0,0 1-1 0 0,0-1 0 0 0,0-1 0 0 0,0 1 0 0 0,0-1 1 0 0,10 1-1 0 0,0-2-7028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0:46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0 11055 0 0,'2'1'4327'0'0,"5"3"-2107"0"0,0-1 0 0 0,0 0 0 0 0,0 0 0 0 0,10 2 0 0 0,-5-3 145 0 0,25 3 0 0 0,68-6-2295 0 0,-43-1 591 0 0,-41 2-721 0 0,-1-1-603 0 0,36 5-1 0 0,-54-4 58 0 0</inkml:trace>
  <inkml:trace contextRef="#ctx0" brushRef="#br0" timeOffset="1">0 170 11055 0 0,'2'2'3983'0'0,"0"-1"-2926"0"0,1 1 0 0 0,-1 0 0 0 0,1-1 1 0 0,-1 1-1 0 0,1-1 0 0 0,0 0 0 0 0,4 2 0 0 0,24 1 2642 0 0,-12-4-3439 0 0,29-5-1 0 0,-14 1 474 0 0,125-17-2321 0 0,-150 19 1044 0 0,14-3-731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0:46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23639 0 0,'0'0'2575'0'0,"1"1"-2283"0"0,7 6-130 0 0,0 0-1 0 0,0 0 1 0 0,1-1 0 0 0,-1-1 0 0 0,13 7 0 0 0,50 18 1327 0 0,-13-6-920 0 0,13 14-569 0 0,-51-26 0 0 0,-11-6 2 0 0,-1 0 0 0 0,-1 0 0 0 0,1 1 1 0 0,12 13-1 0 0,-15-11 40 0 0,-4-7-31 0 0,-1 0 0 0 0,1 0-1 0 0,-1 0 1 0 0,0 0 0 0 0,0 0-1 0 0,0 0 1 0 0,0 0-1 0 0,-1 0 1 0 0,1 0 0 0 0,0 0-1 0 0,-1 0 1 0 0,1 0 0 0 0,-1 0-1 0 0,0 0 1 0 0,-1 3 0 0 0,-1-1 15 0 0,1-1 0 0 0,0 0 0 0 0,-1 0-1 0 0,0 0 1 0 0,0 0 0 0 0,0 0 0 0 0,-5 3 0 0 0,-2 1 31 0 0,-1 0-1 0 0,0-1 0 0 0,-1-1 0 0 0,-12 5 0 0 0,-79 24-280 0 0,88-33-1208 0 0,18-8-3987 0 0,9 0 2798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0:47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65 10135 0 0,'-9'-13'12755'0'0,"7"12"-12066"0"0,2 1-532 0 0,0 0 1 0 0,-1 0-1 0 0,1 0 1 0 0,-1 0-1 0 0,1 0 1 0 0,0 0-1 0 0,-1 0 1 0 0,1 0 0 0 0,0 0-1 0 0,-1 0 1 0 0,1 1-1 0 0,0-1 1 0 0,-1 0-1 0 0,1 0 1 0 0,0 0 0 0 0,-1 1-1 0 0,1-1 1 0 0,0 0-1 0 0,-1 0 1 0 0,1 1-1 0 0,0-1 1 0 0,0 0 0 0 0,-1 1-1 0 0,1-1 1 0 0,0 1-1 0 0,-10 21 924 0 0,4-1-743 0 0,2 0-1 0 0,0 0 0 0 0,2 0 1 0 0,0 1-1 0 0,1-1 0 0 0,1 0 1 0 0,2 1-1 0 0,0-1 0 0 0,5 23 1 0 0,-5-33-306 0 0,2 0 0 0 0,-1-1 0 0 0,2 1 0 0 0,-1-1 0 0 0,1 0 0 0 0,1 0 0 0 0,0 0 0 0 0,8 10 0 0 0,-10-15-32 0 0,-1-1 0 0 0,2 0 0 0 0,-1 1-1 0 0,0-1 1 0 0,1-1 0 0 0,0 1 0 0 0,0-1 0 0 0,0 1 0 0 0,0-1-1 0 0,0-1 1 0 0,1 1 0 0 0,-1-1 0 0 0,1 0 0 0 0,0 0 0 0 0,0-1-1 0 0,-1 0 1 0 0,7 1 0 0 0,-8-2-12 0 0,-1 0-1 0 0,0 0 1 0 0,1 0-1 0 0,-1-1 1 0 0,0 1-1 0 0,1-1 1 0 0,-1 0-1 0 0,0 0 1 0 0,0 0-1 0 0,0-1 1 0 0,0 1-1 0 0,0-1 1 0 0,0 0-1 0 0,0 1 1 0 0,-1-1-1 0 0,1-1 1 0 0,0 1-1 0 0,-1 0 1 0 0,0 0-1 0 0,1-1 1 0 0,-1 0-1 0 0,0 1 1 0 0,0-1-1 0 0,1-4 1 0 0,5-7-27 0 0,-1 0-1 0 0,-1 0 1 0 0,8-30 0 0 0,-10 32 32 0 0,64-275-482 0 0,-59 245 542 0 0,-9 41 75 0 0,13 230 520 0 0,-9-199-617 0 0,0 0 1 0 0,17 56-1 0 0,-17-76-445 0 0,0 1-1 0 0,0-1 0 0 0,1 0 0 0 0,1 0 1 0 0,-1 0-1 0 0,2-1 0 0 0,-1 0 0 0 0,1 0 1 0 0,1-1-1 0 0,0 1 0 0 0,10 7 0 0 0,-5-6-1558 0 0,0-2-355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0:47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150 136 19783 0 0,'0'-2'903'0'0,"-1"-5"-465"0"0,0-1 0 0 0,0 1-1 0 0,-1 0 1 0 0,0-1 0 0 0,-1 1 0 0 0,0 0 0 0 0,0 0 0 0 0,0 0 0 0 0,-5-7-1 0 0,2 7 390 0 0,-1-1 72 0 0,0-1 0 0 0,-10-7 0 0 0,16 14-839 0 0,-1 1 1 0 0,1 0-1 0 0,0-1 1 0 0,-1 1-1 0 0,0 0 1 0 0,1 0 0 0 0,-1 0-1 0 0,0 1 1 0 0,1-1-1 0 0,-1 0 1 0 0,0 1-1 0 0,0-1 1 0 0,0 1 0 0 0,1-1-1 0 0,-1 1 1 0 0,0 0-1 0 0,0 0 1 0 0,0 0-1 0 0,-3 0 1 0 0,3 1-56 0 0,0 0-1 0 0,0-1 1 0 0,1 1-1 0 0,-1 0 1 0 0,0 0 0 0 0,0 0-1 0 0,1 0 1 0 0,-1 1-1 0 0,1-1 1 0 0,-1 0-1 0 0,1 1 1 0 0,-1-1 0 0 0,1 1-1 0 0,0 0 1 0 0,0-1-1 0 0,0 1 1 0 0,0 0-1 0 0,-2 3 1 0 0,0 2-7 0 0,1 0 1 0 0,0 1-1 0 0,-2 9 0 0 0,1 1 79 0 0,1 0 0 0 0,0 0-1 0 0,2 0 1 0 0,0 0 0 0 0,5 32 0 0 0,3-5 132 0 0,14 47 1 0 0,-12-58-202 0 0,16 68-723 0 0,-26-101 409 0 0,0 1 0 0 0,0-1 0 0 0,0 0 0 0 0,0 0 0 0 0,0 0 0 0 0,0 0 0 0 0,0 0 0 0 0,0 1 0 0 0,0-1 0 0 0,-1 0 0 0 0,0 1 0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0:48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7831 0 0,'0'0'16811'0'0,"10"5"-13537"0"0,4-2-2827 0 0,-1-1-1 0 0,27 1 1 0 0,0-1-16 0 0,-22 0-555 0 0,1-2 0 0 0,0 0 0 0 0,19-4 0 0 0,26 0-652 0 0,-16 2-3235 0 0,-25-1-4954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0:48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0 11519 0 0,'0'2'3566'0'0,"-3"5"-1398"0"0,0 0 1 0 0,0 0-1 0 0,-7 9 1 0 0,-8 17 692 0 0,-4 26-1471 0 0,20-51-1240 0 0,0 0 0 0 0,0 0 0 0 0,1-1 1 0 0,0 2-1 0 0,0 13 0 0 0,1-20-357 0 0,0-1-1 0 0,0 0 1 0 0,1 1 0 0 0,-1-1-1 0 0,0 0 1 0 0,0 1 0 0 0,1-1-1 0 0,-1 0 1 0 0,1 1 0 0 0,-1-1-1 0 0,1 0 1 0 0,0 0 0 0 0,-1 1-1 0 0,1-1 1 0 0,0 0 0 0 0,0 0-1 0 0,0 0 1 0 0,0 0 0 0 0,0 0-1 0 0,0 0 1 0 0,0 0 0 0 0,0-1-1 0 0,0 1 1 0 0,0 0 0 0 0,3 0-1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0:48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1 114 11055 0 0,'0'0'11117'0'0,"0"2"-9875"0"0,5 43 1789 0 0,0 57 0 0 0,-5-69-2740 0 0,2 1 1 0 0,1-1 0 0 0,1 0-1 0 0,11 40 1 0 0,-12-64-232 0 0,0 0 0 0 0,1-1 1 0 0,6 12-1 0 0,-7-16-55 0 0,-1 0 0 0 0,1-1-1 0 0,-1 1 1 0 0,1-1 0 0 0,0 1 0 0 0,1-1-1 0 0,-1 0 1 0 0,7 5 0 0 0,-5-6 13 0 0,-1-1 0 0 0,0 0 1 0 0,1 0-1 0 0,-1 0 1 0 0,1 0-1 0 0,-1-1 0 0 0,1 0 1 0 0,0 0-1 0 0,-1 0 0 0 0,1 0 1 0 0,-1-1-1 0 0,1 0 1 0 0,8-2-1 0 0,-8 0 7 0 0,0-1 0 0 0,0 0 0 0 0,0 0 0 0 0,-1 0 0 0 0,1 0 0 0 0,-1 0 0 0 0,0-1 0 0 0,0 0 0 0 0,-1 0 0 0 0,1 0-1 0 0,5-11 1 0 0,1-6 20 0 0,12-37-1 0 0,56-197-463 0 0,-74 241-77 0 0,1-1 0 0 0,1 1 0 0 0,1 0-1 0 0,0 0 1 0 0,14-20 0 0 0,-14 24-2815 0 0,1 2 0 0 0,11-12 0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0:49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213 106 18687 0 0,'0'0'1692'0'0,"-1"-2"-1393"0"0,0-4-446 0 0,0-4 1041 0 0,-2 0 1 0 0,1 1 0 0 0,-1-1-1 0 0,0 1 1 0 0,-6-12-1 0 0,8 19-738 0 0,0 0 0 0 0,0 0 0 0 0,-1 1 0 0 0,1-1 0 0 0,0 0 0 0 0,-1 0 0 0 0,0 1 0 0 0,1-1-1 0 0,-1 1 1 0 0,0-1 0 0 0,1 1 0 0 0,-1 0 0 0 0,0 0 0 0 0,0 0 0 0 0,0 0 0 0 0,0 0-1 0 0,0 0 1 0 0,0 0 0 0 0,-1 1 0 0 0,1-1 0 0 0,0 1 0 0 0,0 0 0 0 0,0-1 0 0 0,-1 1 0 0 0,1 0-1 0 0,0 0 1 0 0,0 0 0 0 0,-1 1 0 0 0,-3 0 0 0 0,-2 1-76 0 0,-1 1-1 0 0,1 0 1 0 0,0 0-1 0 0,0 0 1 0 0,1 1-1 0 0,-1 0 1 0 0,1 1-1 0 0,0 0 1 0 0,0 0-1 0 0,0 1 1 0 0,1-1-1 0 0,0 1 1 0 0,0 1-1 0 0,0-1 1 0 0,1 1-1 0 0,-6 9 1 0 0,10-15-80 0 0,0 0 0 0 0,1 0 0 0 0,-1 0 0 0 0,1 0 0 0 0,-1-1 0 0 0,1 1 0 0 0,0 0 0 0 0,-1 0 0 0 0,1 0 0 0 0,0 0 0 0 0,0 0 0 0 0,0 0 0 0 0,-1 0 0 0 0,1 0 0 0 0,0 0 0 0 0,0 0 0 0 0,0 0 0 0 0,1 0 0 0 0,-1 0 0 0 0,0 0 0 0 0,0 0 0 0 0,1 0 0 0 0,-1 0 0 0 0,1 2 0 0 0,0-1 0 0 0,0 0-5 0 0,-1-1 1 0 0,1 1-1 0 0,0-1 0 0 0,0 1 1 0 0,-1-1-1 0 0,1 1 1 0 0,0-1-1 0 0,0 0 0 0 0,1 0 1 0 0,-1 1-1 0 0,0-1 0 0 0,0 0 1 0 0,1 0-1 0 0,-1 0 1 0 0,3 1-1 0 0,0 0-19 0 0,-1-1 0 0 0,0 1 1 0 0,1-1-1 0 0,-1 0 0 0 0,1-1 0 0 0,-1 1 1 0 0,5 0-1 0 0,7-1-227 0 0,-1 0-1 0 0,28-5 1 0 0,-30 3 13 0 0,-7 2 169 0 0,-1-1-1 0 0,0 0 1 0 0,1 0 0 0 0,-1 0 0 0 0,0-1-1 0 0,1 0 1 0 0,-1 0 0 0 0,0 0-1 0 0,4-3 1 0 0,-1 0 7 0 0,-1 0 0 0 0,0 0 1 0 0,-1-1-1 0 0,1 1 0 0 0,6-12 0 0 0,-8 12 61 0 0,-3 4 810 0 0,-2 4-779 0 0,0-1 0 0 0,0 1 0 0 0,0 0 0 0 0,0 0 0 0 0,0 0 0 0 0,1-1 0 0 0,0 1 0 0 0,-1 0 0 0 0,1 0 0 0 0,0 0 1 0 0,0 0-1 0 0,1 0 0 0 0,-1 0 0 0 0,1 4 0 0 0,5 13 0 0 0,1 0 0 0 0,1-1-1 0 0,13 25 1 0 0,-10-22 1 0 0,14 41 0 0 0,-21-52-33 0 0,-1 0 0 0 0,-1 1 1 0 0,0 0-1 0 0,0-1 0 0 0,-1 1 0 0 0,-1 17 1 0 0,0-25 6 0 0,0-1 1 0 0,0 0-1 0 0,-1 0 1 0 0,0 1-1 0 0,1-1 1 0 0,-1 0 0 0 0,0 0-1 0 0,-1 0 1 0 0,1 0-1 0 0,0 0 1 0 0,-1 0 0 0 0,0-1-1 0 0,0 1 1 0 0,1 0-1 0 0,-2-1 1 0 0,1 1-1 0 0,0-1 1 0 0,0 0 0 0 0,-1 0-1 0 0,1 0 1 0 0,-1 0-1 0 0,0 0 1 0 0,1 0-1 0 0,-1-1 1 0 0,0 1 0 0 0,0-1-1 0 0,0 0 1 0 0,-4 1-1 0 0,1 0 4 0 0,0-1 0 0 0,0 0 0 0 0,1-1 0 0 0,-1 1-1 0 0,0-1 1 0 0,0 0 0 0 0,0-1 0 0 0,0 0 0 0 0,1 1 0 0 0,-9-4-1 0 0,1 0-1158 0 0,1-1-1 0 0,0 0 1 0 0,-19-11-1 0 0,14 5-8573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0:49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5 11975 0 0,'0'0'1083'0'0,"-1"-1"-891"0"0,-5-3 2347 0 0,0 6 2468 0 0,-4 5-2753 0 0,3-3-956 0 0,6-3-1110 0 0,-1 0 0 0 0,0 0 0 0 0,1-1 0 0 0,-1 2 0 0 0,0-1 0 0 0,1 0 0 0 0,-1 0 0 0 0,1 0 0 0 0,0 1 0 0 0,-1-1 0 0 0,1 1 0 0 0,0-1 0 0 0,0 1 0 0 0,0-1 0 0 0,0 1 0 0 0,0 0-1 0 0,0-1 1 0 0,0 1 0 0 0,1 0 0 0 0,-1 0 0 0 0,1 0 0 0 0,-1 0 0 0 0,1-1 0 0 0,-1 5 0 0 0,-7 36 773 0 0,2 0 1 0 0,-2 84-1 0 0,9-87-802 0 0,5 101 166 0 0,-6-139-325 0 0,1 26-8 0 0,2 1 1 0 0,9 36-1 0 0,-9-56-165 0 0,0 0 0 0 0,0 0 0 0 0,5 8 0 0 0,6 8-3251 0 0,-12-20 2308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0:50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20 17735 0 0,'0'-2'812'0'0,"-1"0"-232"0"0,1 2-919 0 0,-2-4 1012 0 0,-4-8 4226 0 0,5 15-3809 0 0,-2 6-550 0 0,0 0 1 0 0,1 0-1 0 0,0 0 0 0 0,1 1 1 0 0,0 14-1 0 0,2 53 459 0 0,0-57-755 0 0,18 194 1384 0 0,-14-186-1443 0 0,9 27 0 0 0,-4-21-82 0 0,-10-32 35 0 0,1-3-129 0 0,0 1-1 0 0,0-1 1 0 0,0 0 0 0 0,-1 1 0 0 0,1-1 0 0 0,0 0 0 0 0,0 0 0 0 0,-1 0-1 0 0,1 1 1 0 0,0-1 0 0 0,0-2 0 0 0,0 2 3 0 0,9-15-9 0 0,0 0 1 0 0,-2 0-1 0 0,10-24 0 0 0,1-1-5 0 0,-7 17-4 0 0,26-48-62 0 0,-32 62 57 0 0,0 1-1 0 0,0 0 1 0 0,1 0 0 0 0,1 1 0 0 0,8-8 0 0 0,-16 15 8 0 0,1 1 0 0 0,-1 0 0 0 0,1-1 0 0 0,-1 1 0 0 0,1 0 0 0 0,0-1 0 0 0,-1 1 0 0 0,1 0 0 0 0,0 0-1 0 0,-1 0 1 0 0,1 0 0 0 0,0 0 0 0 0,-1-1 0 0 0,1 1 0 0 0,0 0 0 0 0,-1 1 0 0 0,1-1 0 0 0,-1 0 0 0 0,1 0 0 0 0,0 0 0 0 0,-1 0 0 0 0,2 1 0 0 0,-2-1-5 0 0,1 0 6 0 0,0 0 0 0 0,0 0 0 0 0,-1 0-1 0 0,1 1 1 0 0,0-1 0 0 0,-1 0 0 0 0,1 1-1 0 0,0-1 1 0 0,-1 0 0 0 0,1 1 0 0 0,0-1-1 0 0,-1 1 1 0 0,1-1 0 0 0,-1 1 0 0 0,1-1-1 0 0,-1 1 1 0 0,1-1 0 0 0,-1 1 0 0 0,1 0-1 0 0,-1-1 1 0 0,1 2 0 0 0,0 0-2 0 0,2 3 4 0 0,0 0-1 0 0,0 0 1 0 0,0 0 0 0 0,-1 0-1 0 0,0 1 1 0 0,3 10 0 0 0,5 37 32 0 0,-8-36 15 0 0,39 151 172 0 0,-39-163-233 0 0,-1-1 0 0 0,1 1-1 0 0,0-1 1 0 0,0 0 0 0 0,0 0 0 0 0,1 1 0 0 0,-1-1-1 0 0,1-1 1 0 0,0 1 0 0 0,0 0 0 0 0,1-1 0 0 0,-1 1-1 0 0,1-1 1 0 0,5 4 0 0 0,-6-5-120 0 0,0-1 0 0 0,1 1 0 0 0,-1-1 0 0 0,0 1 0 0 0,1-1 0 0 0,-1 0 0 0 0,1 0 0 0 0,-1-1 0 0 0,1 1 1 0 0,0-1-1 0 0,-1 1 0 0 0,1-1 0 0 0,0 0 0 0 0,-1-1 0 0 0,1 1 0 0 0,-1-1 0 0 0,1 1 0 0 0,0-1 0 0 0,4-2 0 0 0,52-24-5697 0 0,-39 16-2910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0:51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23695 0 0,'0'0'2152'0'0,"2"1"-1771"0"0,12 4 133 0 0,-1-1 0 0 0,1-1 0 0 0,0-1 0 0 0,15 2 0 0 0,61-1 2614 0 0,-8 0-3015 0 0,-56-2-124 0 0,40-4 0 0 0,14 0-927 0 0,-66 3 194 0 0,23-4 0 0 0,-25 3-545 0 0,1 0-1 0 0,14 0 1 0 0,-15 1-760 0 0,-2-1-58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0:51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1 292 14743 0 0,'0'0'5924'0'0,"6"7"13"0"0,8-3-5268 0 0,-1-1-1 0 0,1 0 1 0 0,0-1-1 0 0,1-1 1 0 0,24 0-1 0 0,74-11-1017 0 0,-88 7 225 0 0,85-14-2414 0 0,-64 5-5920 0 0,-23 4 199 0 0</inkml:trace>
  <inkml:trace contextRef="#ctx0" brushRef="#br0" timeOffset="1">720 0 9671 0 0,'1'2'15105'0'0,"3"6"-14480"0"0,1-1 0 0 0,0 0-1 0 0,0 1 1 0 0,0-2-1 0 0,1 1 1 0 0,0 0 0 0 0,10 8-1 0 0,-4-6-409 0 0,0 0-1 0 0,1-1 1 0 0,24 11-1 0 0,77 44-134 0 0,-112-62-65 0 0,0 0 0 0 0,0 0 0 0 0,0 1 0 0 0,0-1 0 0 0,-1 0 1 0 0,1 1-1 0 0,-1 0 0 0 0,1-1 0 0 0,-1 1 0 0 0,1 0 0 0 0,-1-1 0 0 0,0 1 0 0 0,0 0 0 0 0,0 0 0 0 0,0 0 0 0 0,0 0 1 0 0,0 0-1 0 0,-1 1 0 0 0,1-1 0 0 0,-1 0 0 0 0,1 0 0 0 0,-1 0 0 0 0,0 0 0 0 0,0 1 0 0 0,0-1 0 0 0,0 0 0 0 0,0 0 0 0 0,0 0 1 0 0,-2 5-1 0 0,0-2 28 0 0,0 1 0 0 0,-1-1 0 0 0,0 1 0 0 0,0-1 0 0 0,0 0 0 0 0,0 0-1 0 0,-1-1 1 0 0,0 1 0 0 0,0-1 0 0 0,-5 5 0 0 0,-3 0 182 0 0,0 1-1 0 0,-1-2 0 0 0,-17 10 1 0 0,-14 9-2732 0 0,19-6-5763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0:52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14279 0 0,'0'0'9800'0'0,"-1"2"-8559"0"0,-2 3-809 0 0,1 1 0 0 0,0 0 0 0 0,1 0 0 0 0,-1 0 0 0 0,1 0 0 0 0,-1 10 0 0 0,2 43 638 0 0,1-32-569 0 0,2 84 597 0 0,29 180 0 0 0,-30-282-1068 0 0,0 1 0 0 0,0-1 0 0 0,1 0 1 0 0,6 15-1 0 0,-9-23 10 0 0,1-2-88 0 0,5-9 36 0 0,0 0 0 0 0,-1-1 0 0 0,0 1 0 0 0,0-1 0 0 0,-2 0 0 0 0,1-1 1 0 0,2-16-1 0 0,10-28-55 0 0,-11 42 47 0 0,2-6-32 0 0,0 0 0 0 0,1 0 0 0 0,2 1 0 0 0,21-35 0 0 0,-29 53-1 0 0,9 16 1 0 0,-3 5 114 0 0,-1 1 1 0 0,8 35-1 0 0,4 16 143 0 0,-16-63-189 0 0,1 0 1 0 0,1 1 0 0 0,-1-1 0 0 0,1-1-1 0 0,9 13 1 0 0,-7-12-339 0 0,1 0 1 0 0,0 0-1 0 0,11 8 1 0 0,-16-14 171 0 0,0-1 1 0 0,1 1-1 0 0,-1-1 0 0 0,1 0 1 0 0,-1 0-1 0 0,1 0 1 0 0,0-1-1 0 0,0 1 1 0 0,0-1-1 0 0,0 0 1 0 0,0 0-1 0 0,6 1 0 0 0,28-2-4162 0 0,-18-2-4777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0:52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6 22463 0 0,'-4'-2'147'0'0,"2"1"17"0"0,1 1-1 0 0,-1-1 0 0 0,0 1 0 0 0,0-1 0 0 0,1 1 1 0 0,-1 0-1 0 0,0 0 0 0 0,1-1 0 0 0,-1 1 0 0 0,0 0 1 0 0,0 1-1 0 0,1-1 0 0 0,-3 1 0 0 0,-12 0 303 0 0,9-1 171 0 0,0 1 0 0 0,-1 0 0 0 0,1 0 0 0 0,0 1 0 0 0,-9 3 0 0 0,5-2-147 0 0,9-3-468 0 0,0 0 0 0 0,0 1-1 0 0,0-1 1 0 0,0 1 0 0 0,0 0 0 0 0,0 0 0 0 0,0-1-1 0 0,0 1 1 0 0,0 1 0 0 0,1-1 0 0 0,-1 0 0 0 0,0 0-1 0 0,1 1 1 0 0,-1-1 0 0 0,1 1 0 0 0,-1-1-1 0 0,1 1 1 0 0,-2 3 0 0 0,-8 11-22 0 0,9-11-3 0 0,-1-1-1 0 0,2 1 1 0 0,-1 0-1 0 0,1 0 1 0 0,-1 0 0 0 0,1 0-1 0 0,1 0 1 0 0,-1 1 0 0 0,1-1-1 0 0,0 0 1 0 0,0 0-1 0 0,0 0 1 0 0,2 8 0 0 0,2 5-27 0 0,1 0 0 0 0,10 25 1 0 0,1 6-24 0 0,-8-21-557 0 0,-1 0 1 0 0,-2 0 0 0 0,-1 1-1 0 0,1 37 1 0 0,-4-56-528 0 0,-1 6-205 0 0,-3-4-6484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0:53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0 182 17591 0 0,'0'0'804'0'0,"0"-1"-13"0"0,1-2-395 0 0,-1 1 0 0 0,1-1 0 0 0,0 1 0 0 0,0-1 0 0 0,0 1-1 0 0,0 0 1 0 0,0-1 0 0 0,1 1 0 0 0,-1 0 0 0 0,1 0 0 0 0,-1 0 0 0 0,1 0 0 0 0,0 0 0 0 0,-1 0 0 0 0,5-2 0 0 0,-2 2 35 0 0,0 0-1 0 0,0 0 1 0 0,0 1 0 0 0,0-1 0 0 0,0 1-1 0 0,8-1 1 0 0,8-3-371 0 0,8-1-57 0 0,0 1 1 0 0,1 1-1 0 0,33 1 0 0 0,-20 0-758 0 0,34 2-2707 0 0,-51 1 1813 0 0</inkml:trace>
  <inkml:trace contextRef="#ctx0" brushRef="#br0" timeOffset="0.09">772 0 14279 0 0,'1'2'3570'0'0,"9"30"3908"0"0,-4 4-4267 0 0,-4-20-2802 0 0,1-1 1 0 0,6 19 0 0 0,-7-27-1217 0 0,6 11 2063 0 0,-4-13-4267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0:53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8 20527 0 0,'0'0'1863'0'0,"0"-1"-1531"0"0,-3-6 4358 0 0,3 9-3824 0 0,6 247 2615 0 0,-1-164-3262 0 0,21 119-1 0 0,-24-195-208 0 0,-1-3-8 0 0,0 0 1 0 0,1 0-1 0 0,0-1 0 0 0,3 7 1 0 0,-5-12-2 0 0,0 0 0 0 0,1 0 1 0 0,-1 0-1 0 0,0 0 0 0 0,1 1 0 0 0,-1-1 1 0 0,0 0-1 0 0,1 0 0 0 0,-1-1 1 0 0,0 1-1 0 0,1 0 0 0 0,-1 0 0 0 0,0 0 1 0 0,1 0-1 0 0,-1 0 0 0 0,0 0 1 0 0,1 0-1 0 0,-1 0 0 0 0,0-1 0 0 0,0 1 1 0 0,1 0-1 0 0,-1 0 0 0 0,0 0 1 0 0,0-1-1 0 0,1 1 0 0 0,-1 0 0 0 0,8-7 18 0 0,2-3-29 0 0,-2 0 0 0 0,0-1 0 0 0,0 0 0 0 0,-1-1-1 0 0,0 0 1 0 0,10-24 0 0 0,3-6-22 0 0,-7 18-31 0 0,0-1 0 0 0,2 2-1 0 0,30-37 1 0 0,-36 52 15 0 0,1 5 36 0 0,-9 3 18 0 0,1 1 0 0 0,-1-1 0 0 0,1 1 1 0 0,-1 0-1 0 0,0 0 0 0 0,0-1 0 0 0,1 1 0 0 0,-1 0 0 0 0,0 0 1 0 0,0 0-1 0 0,0 0 0 0 0,0 1 0 0 0,0-1 0 0 0,0 0 0 0 0,-1 0 0 0 0,2 3 1 0 0,12 25 97 0 0,-11-22-80 0 0,7 15-26 0 0,1-1 0 0 0,16 25-1 0 0,-20-36-588 0 0,1 0 0 0 0,0-1 0 0 0,0 0 0 0 0,1 0 0 0 0,0-1 0 0 0,13 9 0 0 0,-6-6-914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0:54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8 6911 0 0,'0'0'623'0'0,"-2"-1"-514"0"0,-25-5-245 0 0,21 5 1869 0 0,-1 1-1 0 0,1 0 1 0 0,0 0 0 0 0,-1 1-1 0 0,1 0 1 0 0,0 0-1 0 0,-1 0 1 0 0,1 1-1 0 0,0-1 1 0 0,-7 5-1 0 0,-17 11-69 0 0,1 2-338 0 0,24-17-1269 0 0,0 1 1 0 0,0 0-1 0 0,0 0 0 0 0,1 0 1 0 0,0 1-1 0 0,-1 0 0 0 0,1-1 1 0 0,1 1-1 0 0,-7 8 0 0 0,-1 8-56 0 0,11-19-14 0 0,-1-1 0 0 0,1 1 0 0 0,-1 0-1 0 0,1 0 1 0 0,0 0 0 0 0,0 0 0 0 0,-1 0 0 0 0,1 0-1 0 0,0 0 1 0 0,0 0 0 0 0,0 0 0 0 0,0 0-1 0 0,0 0 1 0 0,0 0 0 0 0,0 0 0 0 0,0 0-1 0 0,1-1 1 0 0,-1 1 0 0 0,0 0 0 0 0,1 0-1 0 0,-1 0 1 0 0,0 0 0 0 0,1 0 0 0 0,-1 0 0 0 0,1-1-1 0 0,-1 1 1 0 0,1 0 0 0 0,0 0 0 0 0,-1-1-1 0 0,1 1 1 0 0,1 1 0 0 0,-1-1-29 0 0,1 0-1 0 0,0 0 1 0 0,-1 0 0 0 0,1 0-1 0 0,0 0 1 0 0,0 0 0 0 0,0-1 0 0 0,-1 1-1 0 0,1-1 1 0 0,0 1 0 0 0,0-1 0 0 0,0 0-1 0 0,2 1 1 0 0,7-1-98 0 0,0 0 0 0 0,0-1 0 0 0,0 0 0 0 0,-1-1 0 0 0,1 0 0 0 0,0-1 0 0 0,16-6 0 0 0,6-1-18 0 0,8-1-21 0 0,-39 11 260 0 0,9 11 447 0 0,-8-3-309 0 0,0 0 0 0 0,0 0-1 0 0,-1 0 1 0 0,0 0 0 0 0,0 0 0 0 0,-1 0 0 0 0,0 10-1 0 0,6 26 184 0 0,34 82-87 0 0,-39-120-310 0 0,1 0 0 0 0,-2 1 0 0 0,1 0 1 0 0,-1-1-1 0 0,0 1 0 0 0,0 0 0 0 0,0 0 0 0 0,-1-1 0 0 0,0 1 0 0 0,-1 0 0 0 0,-1 8 0 0 0,1-10 12 0 0,0-1 0 0 0,-1 1 0 0 0,0 0-1 0 0,0-1 1 0 0,0 1 0 0 0,0-1 0 0 0,-1 0 0 0 0,0 0 0 0 0,1 0 0 0 0,-2 0 0 0 0,1 0 0 0 0,0-1-1 0 0,-1 1 1 0 0,1-1 0 0 0,-1 0 0 0 0,-5 3 0 0 0,3-2-6 0 0,0-1 0 0 0,-1 0 0 0 0,1 0 0 0 0,-1 0 0 0 0,0-1 0 0 0,0 0 0 0 0,0 0 0 0 0,0-1-1 0 0,0 0 1 0 0,0 0 0 0 0,-12-1 0 0 0,11 0-2227 0 0,0-1-1 0 0,0 0 1 0 0,-9-2-1 0 0,-3-3-7339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0:54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433 39 12439 0 0,'0'0'566'0'0,"-1"-2"-6"0"0,-10-14 65 0 0,-7-2 10028 0 0,16 18-9122 0 0,-5-1-1224 0 0,0 0-1 0 0,0 0 1 0 0,0 1 0 0 0,0 0 0 0 0,-1 1 0 0 0,1-1 0 0 0,0 2-1 0 0,0-1 1 0 0,0 1 0 0 0,1-1 0 0 0,-1 2 0 0 0,-11 4 0 0 0,2 2-124 0 0,0 0 0 0 0,0 0 0 0 0,-26 23 0 0 0,-5 2 11 0 0,-18 18 44 0 0,56-45-226 0 0,7-6-8 0 0,0 0 0 0 0,0 0 0 0 0,0 0 0 0 0,1 1 0 0 0,-1-1 0 0 0,0 1 0 0 0,1 0 0 0 0,-1-1 0 0 0,1 1 0 0 0,0 0 0 0 0,0 0 0 0 0,0 0 0 0 0,0 0 0 0 0,0 0 0 0 0,-1 3 0 0 0,1-1 44 0 0,1-3-48 0 0,0 1 0 0 0,0-1 1 0 0,0 1-1 0 0,0-1 0 0 0,0 1 0 0 0,0-1 1 0 0,0 1-1 0 0,1 0 0 0 0,-1-1 0 0 0,0 0 0 0 0,1 1 1 0 0,0-1-1 0 0,-1 1 0 0 0,1-1 0 0 0,0 0 1 0 0,0 1-1 0 0,0-1 0 0 0,-1 0 0 0 0,2 0 0 0 0,-1 1 1 0 0,0-1-1 0 0,1 1 0 0 0,2 1-9 0 0,1 1 4 0 0,0 0 0 0 0,0 0-1 0 0,1 0 1 0 0,-1-1 0 0 0,1 0-1 0 0,0 0 1 0 0,0 0 0 0 0,12 3 0 0 0,54 10-27 0 0,-58-13 31 0 0,8 1 6 0 0,0 1-1 0 0,0 1 1 0 0,33 14 0 0 0,-46-16-2 0 0,-1 1 0 0 0,1-1 0 0 0,-1 1 0 0 0,0 1 0 0 0,-1-1 1 0 0,1 1-1 0 0,-1 1 0 0 0,0 0 0 0 0,0 0 0 0 0,11 15 0 0 0,-16-18 0 0 0,1 1-1 0 0,-1-1 0 0 0,0 1 0 0 0,0 0 1 0 0,-1 0-1 0 0,1 0 0 0 0,-1 0 0 0 0,0 0 1 0 0,0 0-1 0 0,-1 0 0 0 0,0 0 0 0 0,1 0 1 0 0,-2 0-1 0 0,1 0 0 0 0,-1 0 0 0 0,1 0 0 0 0,-1 0 1 0 0,-1 0-1 0 0,1 0 0 0 0,-1 0 0 0 0,0-1 1 0 0,0 1-1 0 0,0-1 0 0 0,-6 9 0 0 0,3-5 20 0 0,0-1 1 0 0,-1 1-1 0 0,0-1 0 0 0,-1 0 0 0 0,0-1 0 0 0,0 1 0 0 0,0-1 0 0 0,-1-1 0 0 0,0 1 0 0 0,0-1 0 0 0,0-1 0 0 0,-14 6 0 0 0,2-3 12 0 0,0 0-1 0 0,-1-2 1 0 0,0-1-1 0 0,1 0 1 0 0,-1-1-1 0 0,0-2 1 0 0,-39-1-1 0 0,43-1-342 0 0,-30-5 0 0 0,41 4 231 0 0,1 1 1 0 0,0 0-1 0 0,0-1 0 0 0,0 0 1 0 0,0-1-1 0 0,1 1 1 0 0,-1-1-1 0 0,1 0 0 0 0,-1 0 1 0 0,-3-3-1 0 0,7 4-49 0 0,-1 1 0 0 0,1-1 0 0 0,0 1 0 0 0,0-1 0 0 0,1 1 0 0 0,-1-1 0 0 0,0 1 0 0 0,0-1 0 0 0,1 0-1 0 0,-1 1 1 0 0,1-1 0 0 0,-1 0 0 0 0,1 1 0 0 0,0-1 0 0 0,0 0 0 0 0,0 0 0 0 0,0 0 0 0 0,0 1 0 0 0,0-1 0 0 0,0 0 0 0 0,0 0 0 0 0,1 1 0 0 0,-1-1 0 0 0,1 0 0 0 0,-1 1 0 0 0,1-1-1 0 0,0 0 1 0 0,0 1 0 0 0,0-1 0 0 0,1-2 0 0 0,3-3-565 0 0,-1 1-1 0 0,1-1 0 0 0,1 1 1 0 0,-1-1-1 0 0,8-5 0 0 0,13-9-2020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0:55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19951 0 0,'43'2'2253'0'0,"-33"-2"-1457"0"0,1 0 0 0 0,-1 1 0 0 0,0 0-1 0 0,0 1 1 0 0,11 2 0 0 0,45 11 3677 0 0,-55-12-4322 0 0,1-1 0 0 0,-1 0 0 0 0,18 1 0 0 0,0-1-16 0 0,74 6-3467 0 0</inkml:trace>
  <inkml:trace contextRef="#ctx0" brushRef="#br0" timeOffset="1">126 169 20735 0 0,'0'0'951'0'0,"-2"2"-25"0"0,-8 4 2294 0 0,12-4-2245 0 0,0 0-773 0 0,1 0-1 0 0,-1 0 1 0 0,1 0-1 0 0,0 0 0 0 0,-1-1 1 0 0,1 1-1 0 0,0-1 1 0 0,0 0-1 0 0,0 0 1 0 0,0 0-1 0 0,1 0 1 0 0,-1 0-1 0 0,0-1 1 0 0,0 1-1 0 0,0-1 1 0 0,5 0-1 0 0,10 0 89 0 0,31-4-1 0 0,-38 3-122 0 0,196-14-3019 0 0,-176 13 1029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0:55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0 13359 0 0,'0'0'1027'0'0,"-14"5"9503"0"0,13-4-10468 0 0,0 0-1 0 0,-1 1 0 0 0,1-1 1 0 0,0 0-1 0 0,0 1 0 0 0,0 0 1 0 0,0-1-1 0 0,0 1 0 0 0,0-1 1 0 0,1 1-1 0 0,-1 0 0 0 0,1 0 1 0 0,-1-1-1 0 0,1 1 0 0 0,-1 0 1 0 0,1 0-1 0 0,0 0 0 0 0,0 0 1 0 0,0 0-1 0 0,0 3 0 0 0,1-2 140 0 0,0 0 0 0 0,0 0 0 0 0,0 1 0 0 0,1-1 0 0 0,-1 0-1 0 0,1 0 1 0 0,0 0 0 0 0,0-1 0 0 0,0 1 0 0 0,4 4 0 0 0,2 2 302 0 0,1-1-1 0 0,0-1 1 0 0,0 1 0 0 0,1-1 0 0 0,17 9 0 0 0,34 11-503 0 0,-45-21 0 0 0,0 0 0 0 0,-1 1 0 0 0,0 1 0 0 0,0 1 0 0 0,14 11 0 0 0,-28-19 0 0 0,1 0 0 0 0,-1 0 0 0 0,1 1 0 0 0,-1-1 0 0 0,1 1 0 0 0,-1-1 0 0 0,0 1 0 0 0,0 0 0 0 0,0 0 0 0 0,0-1 0 0 0,0 1 0 0 0,0 0 0 0 0,0 3 0 0 0,0-4 0 0 0,-1-1 0 0 0,0 1 0 0 0,0-1 0 0 0,1 1 0 0 0,-1 0 0 0 0,0-1 0 0 0,0 1 0 0 0,0 0 0 0 0,0-1 0 0 0,0 1 0 0 0,0-1 0 0 0,0 1 0 0 0,0 0 0 0 0,0-1 0 0 0,0 1 0 0 0,-1-1 0 0 0,1 1 0 0 0,0 0 0 0 0,0-1 0 0 0,0 1 0 0 0,-1-1 0 0 0,1 1 0 0 0,0-1 0 0 0,-1 1 0 0 0,1-1 0 0 0,0 1 0 0 0,-2 0 0 0 0,1 0 0 0 0,-2 4 5 0 0,0 0 1 0 0,0-1-1 0 0,-1 1 1 0 0,1-1-1 0 0,-1 0 0 0 0,0 0 1 0 0,0 0-1 0 0,-1-1 1 0 0,1 0-1 0 0,-1 1 1 0 0,1-1-1 0 0,-11 4 0 0 0,-4 1-2 0 0,0-1 0 0 0,-23 6 0 0 0,4-4-742 0 0,13-5-3521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0:56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342 46 17215 0 0,'0'0'1566'0'0,"2"-1"-1290"0"0,11-17 2097 0 0,-13 17-2165 0 0,0-1 0 0 0,-1 1 0 0 0,1 0 0 0 0,0 0 0 0 0,-1 0 0 0 0,1 0 0 0 0,0 0 0 0 0,-1-1 1 0 0,0 1-1 0 0,1 0 0 0 0,-1 0 0 0 0,0 0 0 0 0,1 0 0 0 0,-1 1 0 0 0,0-1 0 0 0,0 0 0 0 0,0 0 0 0 0,0 0 0 0 0,0 1 0 0 0,0-1 1 0 0,0 0-1 0 0,0 1 0 0 0,0-1 0 0 0,0 1 0 0 0,0-1 0 0 0,0 1 0 0 0,0-1 0 0 0,0 1 0 0 0,-1 0 0 0 0,1 0 0 0 0,0 0 0 0 0,-2 0 0 0 0,-2-1 6 0 0,1 1 0 0 0,0-1 0 0 0,-1 2 0 0 0,1-1 0 0 0,-1 0-1 0 0,1 1 1 0 0,-8 2 0 0 0,-6 4 39 0 0,1 1 0 0 0,0 1 1 0 0,0 1-1 0 0,-26 21 0 0 0,23-17-159 0 0,10-7-67 0 0,-61 46 219 0 0,61-45-208 0 0,1 1 0 0 0,0 0 0 0 0,1 0 0 0 0,0 0 0 0 0,-7 13 0 0 0,12-19-30 0 0,-6 16 6 0 0,7-7 28 0 0,2-10-37 0 0,1 0-1 0 0,0 0 1 0 0,-1 0-1 0 0,1 0 1 0 0,0-1-1 0 0,0 1 1 0 0,0 0-1 0 0,0 0 1 0 0,0-1-1 0 0,1 1 1 0 0,-1-1-1 0 0,0 1 1 0 0,1-1-1 0 0,-1 0 1 0 0,1 0-1 0 0,-1 1 1 0 0,3 0-1 0 0,32 19 69 0 0,-33-20-72 0 0,16 8 6 0 0,0-2 0 0 0,1 0 0 0 0,-1-1 1 0 0,32 6-1 0 0,83 4 57 0 0,-18-3-36 0 0,-102-11-28 0 0,-1 1 0 0 0,23 8 0 0 0,-31-9 0 0 0,0 0 0 0 0,0 1 0 0 0,0-1 0 0 0,-1 1 0 0 0,1 0 0 0 0,-1 0 0 0 0,1 1 0 0 0,-1-1 0 0 0,6 8 0 0 0,-5-2 0 0 0,-4-6 3 0 0,-1 0 0 0 0,1 0 0 0 0,-1 1 0 0 0,0-1 0 0 0,0 0 0 0 0,0 1 0 0 0,0-1 0 0 0,-1 0 0 0 0,1 1 0 0 0,-1-1-1 0 0,0 0 1 0 0,0 0 0 0 0,0 0 0 0 0,0 0 0 0 0,-3 5 0 0 0,1-4 8 0 0,1 0-1 0 0,-1-1 1 0 0,-1 1 0 0 0,1 0-1 0 0,0-1 1 0 0,-1 0-1 0 0,0 0 1 0 0,0 0-1 0 0,-6 4 1 0 0,-5 0 18 0 0,1 0-1 0 0,-1-1 1 0 0,-1-1-1 0 0,1 0 0 0 0,-21 3 1 0 0,1-2 33 0 0,-57 5-1 0 0,75-10-262 0 0,1-1 0 0 0,-1-1 0 0 0,0 0-1 0 0,0-2 1 0 0,-25-5 0 0 0,40 7 23 0 0,0 1 0 0 0,0-1 0 0 0,0 0-1 0 0,0 0 1 0 0,1 0 0 0 0,-1 0 0 0 0,0 0 0 0 0,0 0 0 0 0,1 0-1 0 0,-1 0 1 0 0,1-1 0 0 0,-1 1 0 0 0,-1-3 0 0 0,2 2 0 0 0,0 1 0 0 0,1 0 0 0 0,-1 0 0 0 0,1 0 0 0 0,-1-1 0 0 0,1 1 0 0 0,0 0 0 0 0,-1 0 0 0 0,1-1 0 0 0,0 1 1 0 0,0 0-1 0 0,0-1 0 0 0,0 1 0 0 0,0 0 0 0 0,0 0 0 0 0,0-1 0 0 0,1 1 0 0 0,-1 0 0 0 0,0-1 0 0 0,1 1 0 0 0,-1 0 0 0 0,1-2 0 0 0,7-10-2324 0 0,1 0-81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0:57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39 18599 0 0,'0'0'1684'0'0,"1"-1"-1385"0"0,3-1 50 0 0,6-3-199 0 0,-6-2 4999 0 0,-4 6-4292 0 0,-4-5 436 0 0,3 5-1253 0 0,1 0 1 0 0,0 0 0 0 0,-1 0-1 0 0,1 1 1 0 0,0-1 0 0 0,-1 0 0 0 0,1 1-1 0 0,-1-1 1 0 0,0 0 0 0 0,1 1-1 0 0,-1-1 1 0 0,1 0 0 0 0,-1 1 0 0 0,0-1-1 0 0,0 0 1 0 0,-2 0 17 0 0,0 0 0 0 0,0 1-1 0 0,0-1 1 0 0,0 0 0 0 0,1 1 0 0 0,-1-1 0 0 0,-5 1-1 0 0,-1 1-14 0 0,1 0-1 0 0,0 1 1 0 0,-12 3-1 0 0,10 1 34 0 0,2 0 16 0 0,7-5-72 0 0,0 1-1 0 0,0-1 1 0 0,0 1 0 0 0,0-1-1 0 0,1 1 1 0 0,-1-1 0 0 0,0 1-1 0 0,1 0 1 0 0,-1-1 0 0 0,1 1-1 0 0,0 0 1 0 0,-1-1 0 0 0,1 1-1 0 0,0 0 1 0 0,0 2 0 0 0,3 27 153 0 0,0-21-107 0 0,1 1 0 0 0,0-1 1 0 0,0 0-1 0 0,1 0 0 0 0,0 0 0 0 0,1 0 0 0 0,9 12 1 0 0,-5-9 38 0 0,-1 2 0 0 0,9 19 0 0 0,11 43 68 0 0,-26-65-196 0 0,0 0 1 0 0,0 0-1 0 0,-2 0 1 0 0,2 20-1 0 0,-4-21-469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0:57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21311 0 0,'0'0'4169'0'0,"3"0"-3533"0"0,75-3 1700 0 0,-38 1-2540 0 0,51-3-383 0 0,-30-1-8445 0 0,-36 3 994 0 0</inkml:trace>
  <inkml:trace contextRef="#ctx0" brushRef="#br0" timeOffset="0.38">541 1 2303 0 0,'-1'1'16167'0'0,"-1"6"-13163"0"0,-1 5-1094 0 0,0 1 0 0 0,2-1 1 0 0,-2 21-1 0 0,3-19-1683 0 0,1 0 1 0 0,0 0-1 0 0,1 0 0 0 0,1-1 1 0 0,6 23-1 0 0,-2-20-1303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0:58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56 1839 0 0,'21'-19'14623'0'0,"-13"4"-8335"0"0,-16 2-3144 0 0,4 11-2975 0 0,1 1 1 0 0,-1-1 0 0 0,0 1-1 0 0,1 0 1 0 0,-1 1-1 0 0,0-1 1 0 0,0 1-1 0 0,0 0 1 0 0,0 0 0 0 0,0 0-1 0 0,1 0 1 0 0,-1 0-1 0 0,-8 3 1 0 0,-5 1 179 0 0,-28 11 1 0 0,15-4-23 0 0,-31 16-1 0 0,57-24-302 0 0,0 0 0 0 0,0-1-1 0 0,0 1 1 0 0,1 1 0 0 0,-1-1-1 0 0,1 0 1 0 0,-4 6 0 0 0,6-6 34 0 0,1 5 33 0 0,0-7-85 0 0,0 0 1 0 0,0-1-1 0 0,0 1 1 0 0,0 0-1 0 0,0 0 0 0 0,0 0 1 0 0,0 0-1 0 0,0 0 1 0 0,0 0-1 0 0,0-1 0 0 0,1 1 1 0 0,-1 0-1 0 0,0 0 0 0 0,1 0 1 0 0,-1 0-1 0 0,0-1 1 0 0,1 1-1 0 0,-1 0 0 0 0,1 0 1 0 0,1 0-1 0 0,0 2 9 0 0,0 0 0 0 0,1 1 0 0 0,0-1 0 0 0,0 0 0 0 0,0 0 0 0 0,0 0 0 0 0,0 0 0 0 0,1 0 0 0 0,-1-1 0 0 0,1 1 0 0 0,4 1 0 0 0,7 3 94 0 0,22 7 0 0 0,-15-6-1 0 0,-18-6-91 0 0,19 6 74 0 0,-1 1 1 0 0,0 1 0 0 0,0 1 0 0 0,31 22 0 0 0,-43-25-70 0 0,-1 1-1 0 0,12 14 1 0 0,-17-19-6 0 0,0 1 0 0 0,-1-1 0 0 0,0 1 0 0 0,0 0 0 0 0,0 0 0 0 0,0 0 0 0 0,2 9 0 0 0,-5-12-1 0 0,1-1 0 0 0,-1 1 1 0 0,0-1-1 0 0,0 1 0 0 0,0-1 0 0 0,0 1 0 0 0,0 0 0 0 0,0-1 0 0 0,0 1 0 0 0,0-1 0 0 0,-1 1 0 0 0,1-1 0 0 0,-1 1 0 0 0,1-1 0 0 0,-1 1 0 0 0,1-1 0 0 0,-1 0 0 0 0,0 1 0 0 0,-1 1 0 0 0,0-1 5 0 0,0 0 0 0 0,0 0 0 0 0,0 0 0 0 0,-1 0 0 0 0,1 0 0 0 0,-1 0 0 0 0,1 0 0 0 0,-1-1-1 0 0,-3 2 1 0 0,-3 1 9 0 0,1-1 1 0 0,-1-1-1 0 0,1 0 0 0 0,-1 0 0 0 0,-17 1 0 0 0,5-2-138 0 0,0-1 0 0 0,-24-4 0 0 0,1-5-1710 0 0,36 7 433 0 0,1-1 0 0 0,-1 0 0 0 0,-7-4-1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0:59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3 16471 0 0,'0'0'754'0'0,"2"0"-17"0"0,25-3-282 0 0,-50 13 9629 0 0,8-3-9890 0 0,1 1 0 0 0,0 1 0 0 0,0 0 0 0 0,-16 14 0 0 0,22-15-148 0 0,6-6-40 0 0,-1 0 0 0 0,1 0 1 0 0,0 0-1 0 0,0 0 0 0 0,0 1 0 0 0,0-1 1 0 0,-2 5-1 0 0,4-6-7 0 0,-1-1-1 0 0,1 1 0 0 0,0-1 1 0 0,0 1-1 0 0,-1 0 1 0 0,1-1-1 0 0,0 1 1 0 0,0 0-1 0 0,0-1 0 0 0,0 1 1 0 0,0 0-1 0 0,0-1 1 0 0,0 1-1 0 0,0 0 1 0 0,0-1-1 0 0,0 1 1 0 0,0 0-1 0 0,1-1 0 0 0,-1 1 1 0 0,0 0-1 0 0,0-1 1 0 0,1 1-1 0 0,-1-1 1 0 0,0 1-1 0 0,1 0 1 0 0,-1-1-1 0 0,0 1 0 0 0,1-1 1 0 0,-1 1-1 0 0,1-1 1 0 0,-1 1-1 0 0,1-1 1 0 0,-1 0-1 0 0,1 1 1 0 0,0-1-1 0 0,-1 0 0 0 0,1 1 1 0 0,-1-1-1 0 0,1 0 1 0 0,0 0-1 0 0,-1 1 1 0 0,1-1-1 0 0,0 0 1 0 0,-1 0-1 0 0,2 0 0 0 0,-1 1-6 0 0,4 0-23 0 0,1-1 0 0 0,-1 1 0 0 0,0-1 0 0 0,0 1 0 0 0,0-1 0 0 0,1-1 0 0 0,-1 1 0 0 0,0-1-1 0 0,5-1 1 0 0,46-15-282 0 0,-41 12 278 0 0,24-14 1 0 0,-13 6 1532 0 0,-25 14-1449 0 0,0 0-1 0 0,0 0 0 0 0,0 0 0 0 0,0 0 1 0 0,0 0-1 0 0,-1 0 0 0 0,1 1 0 0 0,0-1 1 0 0,-1 0-1 0 0,2 3 0 0 0,8 22 183 0 0,1 0 0 0 0,28 43 0 0 0,37 62-220 0 0,-67-117-11 0 0,-1 1 0 0 0,-1-1 0 0 0,0 1 0 0 0,6 16 0 0 0,-9-12 0 0 0,-7-11 0 0 0,1-6 0 0 0,2-1 2 0 0,0 0-1 0 0,0-1 1 0 0,0 1-1 0 0,-1 0 1 0 0,1-1-1 0 0,0 1 1 0 0,-1-1-1 0 0,1 1 1 0 0,0 0-1 0 0,-1-1 1 0 0,1 1-1 0 0,-1-1 1 0 0,1 1-1 0 0,-1-1 1 0 0,1 1-1 0 0,-1-1 1 0 0,1 1-1 0 0,-1-1 1 0 0,0 0-1 0 0,1 1 1 0 0,-1-1-1 0 0,1 0 1 0 0,-1 0-1 0 0,-1 1 1 0 0,0 0 13 0 0,-2 0-8 0 0,0 0-1 0 0,0 0 1 0 0,0 0-1 0 0,0 0 0 0 0,0 0 1 0 0,0-1-1 0 0,0 0 1 0 0,0 1-1 0 0,-7-2 0 0 0,-7 1 5 0 0,-5 0-643 0 0,1-1 0 0 0,-40-8 0 0 0,7 1-549 0 0,39 7-55 0 0,0-2-11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1:16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1264 10135 0 0,'0'0'778'0'0,"-2"-1"-128"0"0,-2-2 246 0 0,1 1 1 0 0,-1-1-1 0 0,1 0 0 0 0,-1 0 0 0 0,1 0 0 0 0,0 0 0 0 0,0-1 1 0 0,0 1-1 0 0,1-1 0 0 0,-1 0 0 0 0,-2-4 0 0 0,-2-6 818 0 0,-11-30 1 0 0,13 27-1170 0 0,0-1 0 0 0,1 1 1 0 0,1 0-1 0 0,1-1 0 0 0,0-22 1 0 0,8-90 120 0 0,-1 54-376 0 0,1-43-178 0 0,5 0 1 0 0,30-130-1 0 0,-36 229-101 0 0,0 0-1 0 0,1 0 1 0 0,1 1 0 0 0,1 0-1 0 0,1 0 1 0 0,1 1 0 0 0,0 0-1 0 0,1 0 1 0 0,1 2 0 0 0,1-1-1 0 0,16-16 1 0 0,-10 15-11 0 0,27-21 0 0 0,-37 32 0 0 0,1 1 0 0 0,0 0 0 0 0,0 0 0 0 0,0 1 0 0 0,17-6 0 0 0,2 4-18 0 0,-16 8-19 0 0,-3 1 17 0 0,20 2-92 0 0,-20 1 92 0 0,-6-1 3 0 0,-2-2 5 0 0,0-1 0 0 0,0 1-1 0 0,0 0 1 0 0,0 0 0 0 0,-1 1 0 0 0,1-1 0 0 0,-1 0-1 0 0,1 0 1 0 0,-1 1 0 0 0,0-1 0 0 0,0 1-1 0 0,0-1 1 0 0,0 1 0 0 0,0-1 0 0 0,-1 1 0 0 0,1 0-1 0 0,-1 3 1 0 0,1-3-5 0 0,0 4 5 0 0,-1-1 0 0 0,0 1 1 0 0,0 0-1 0 0,0-1 1 0 0,-1 1-1 0 0,0-1 0 0 0,0 1 1 0 0,0-1-1 0 0,-1 1 0 0 0,-5 10 1 0 0,0 0 11 0 0,-1 0 0 0 0,-17 25 0 0 0,8-20 46 0 0,0-2 1 0 0,-1 0-1 0 0,-1-1 1 0 0,-31 24-1 0 0,21-18 23 0 0,-4 1 126 0 0,-58 37-1 0 0,67-52 40 0 0,22-10 135 0 0,5 0-316 0 0,6 2-50 0 0,0 1-1 0 0,1-2 0 0 0,-1 1 0 0 0,20 1 0 0 0,45 0 1 0 0,-9-1 74 0 0,-41 0-62 0 0,0 0 0 0 0,0 2 0 0 0,0 0 0 0 0,34 14 0 0 0,-49-16-21 0 0,0 1 0 0 0,0 0 0 0 0,-1 1 0 0 0,1 0 0 0 0,-1 0 0 0 0,-1 1 0 0 0,1 0 0 0 0,-1 1 0 0 0,0-1-1 0 0,0 1 1 0 0,-1 0 0 0 0,0 1 0 0 0,0 0 0 0 0,6 11 0 0 0,-10-16 6 0 0,0 1 0 0 0,-1 0 0 0 0,1-1-1 0 0,-1 1 1 0 0,0 0 0 0 0,0 0 0 0 0,0 0 0 0 0,0 0 0 0 0,-1 0-1 0 0,0 0 1 0 0,0 0 0 0 0,0 0 0 0 0,0 0 0 0 0,-1 0 0 0 0,-1 7-1 0 0,1-6 15 0 0,-1 0 0 0 0,-1 0 0 0 0,1 0-1 0 0,0 0 1 0 0,-1-1 0 0 0,0 1 0 0 0,0-1-1 0 0,-1 0 1 0 0,1 0 0 0 0,-8 6 0 0 0,1-1 32 0 0,-1-1 0 0 0,0 0 1 0 0,-1-1-1 0 0,0 0 0 0 0,0-1 0 0 0,0-1 1 0 0,-1 0-1 0 0,-20 6 0 0 0,9-6-73 0 0,0 0-1 0 0,0-1 0 0 0,0-2 1 0 0,-1 0-1 0 0,1-1 0 0 0,-1-2 0 0 0,1-1 1 0 0,-27-5-1 0 0,47 7-158 0 0,0-1 1 0 0,0-1-1 0 0,0 1 0 0 0,1-1 0 0 0,-1 1 1 0 0,-4-3-1 0 0,7 3-406 0 0,-3-6-1748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1:18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643 35 3223 0 0,'0'0'143'0'0,"-8"-3"26"0"0,-9-5 9525 0 0,4-1-5367 0 0,11 7-4269 0 0,0 1-1 0 0,-1-1 1 0 0,1 1-1 0 0,0 0 1 0 0,-1-1-1 0 0,1 1 0 0 0,-1 0 1 0 0,1 0-1 0 0,-1 1 1 0 0,1-1-1 0 0,-1 0 1 0 0,-5 1-1 0 0,-1-1-2 0 0,-1 2 0 0 0,0-1 1 0 0,0 2-1 0 0,0-1 0 0 0,0 1 0 0 0,1 1 0 0 0,-1-1 0 0 0,-9 5 0 0 0,-11 7 12 0 0,1 1-1 0 0,0 2 0 0 0,1 0 1 0 0,-36 30-1 0 0,27-16-64 0 0,2 2-1 0 0,-44 52 0 0 0,65-69 51 0 0,1 2 0 0 0,1-1 0 0 0,0 2 1 0 0,2 0-1 0 0,0 0 0 0 0,1 1 0 0 0,1 0 0 0 0,0 0 0 0 0,2 1 0 0 0,1 0 0 0 0,0 0 0 0 0,1 0 0 0 0,2 1 0 0 0,-1 39 1 0 0,5-26 19 0 0,2 0 0 0 0,15 66 0 0 0,30 65 125 0 0,-8-28-157 0 0,25 158 13 0 0,-52-206 5 0 0,3 98 0 0 0,-12-122-46 0 0,-5-50 103 0 0,0 0 1 0 0,0 0-1 0 0,-2-1 0 0 0,0 1 0 0 0,0 0 1 0 0,-2-1-1 0 0,0 1 0 0 0,-7 16 0 0 0,2-11 80 0 0,-1 0-1 0 0,0-1 1 0 0,-2 0-1 0 0,0-1 1 0 0,-16 18-1 0 0,27-36 38 0 0,-1 4-17 0 0,-1 3 644 0 0,13-3-489 0 0,9 1-239 0 0,-12-4-63 0 0,1 1-1 0 0,0-1 0 0 0,12 1 0 0 0,-12-1-57 0 0,1 0-1 0 0,-1 0 1 0 0,0 1 0 0 0,0 0-1 0 0,0 0 1 0 0,0 1-1 0 0,0 0 1 0 0,-1 1 0 0 0,9 6-1 0 0,-13-9 9 0 0,-1 1 0 0 0,1 0 0 0 0,-1-1 0 0 0,0 1 0 0 0,0 0-1 0 0,-1 0 1 0 0,1 0 0 0 0,0 1 0 0 0,-1-1 0 0 0,0 0 0 0 0,0 1 0 0 0,0-1 0 0 0,0 0 0 0 0,0 1-1 0 0,-1-1 1 0 0,0 1 0 0 0,1-1 0 0 0,-1 1 0 0 0,-1-1 0 0 0,1 1 0 0 0,0-1 0 0 0,-2 5-1 0 0,0 5 83 0 0,-2 0-1 0 0,1-1 0 0 0,-2 1 0 0 0,-9 19 0 0 0,2-10 109 0 0,-2 1 1 0 0,-25 31-1 0 0,-5 7 140 0 0,9-9-108 0 0,-35 61 148 0 0,61-96-371 0 0,1 0 0 0 0,1 1 0 0 0,0 0 1 0 0,2 0-1 0 0,-5 21 0 0 0,2 20-2 0 0,-2 78 1 0 0,10 62 5 0 0,1-146-20 0 0,2 66-38 0 0,30 184 1 0 0,-17-216 6 0 0,4-1 0 0 0,57 150 0 0 0,-38-134 2 0 0,39 91-68 0 0,-53-136 67 0 0,45 70 1 0 0,-65-120 20 0 0,0 0 0 0 0,0 0 0 0 0,1 0 0 0 0,0-1 0 0 0,0 0 0 0 0,1 0 0 0 0,11 8 0 0 0,-12-11 0 0 0,-1 1 0 0 0,1-1 0 0 0,-1-1 0 0 0,1 1 0 0 0,0-1 0 0 0,0 0 0 0 0,0 0 0 0 0,1-1 0 0 0,-1 1 0 0 0,0-1 0 0 0,8 0 0 0 0,-10-2-286 0 0,1 0 1 0 0,-1 0-1 0 0,0 0 0 0 0,0 0 1 0 0,0-1-1 0 0,0 0 0 0 0,0 1 0 0 0,0-1 1 0 0,0-1-1 0 0,-1 1 0 0 0,1-1 1 0 0,-1 1-1 0 0,4-5 0 0 0,2-2-8098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1:19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392 1 15551 0 0,'0'0'1710'0'0,"0"2"-1398"0"0,1 4-86 0 0,0 0 1 0 0,-1 0 0 0 0,0 1 0 0 0,0-1-1 0 0,-1 0 1 0 0,0 0 0 0 0,-3 11-1 0 0,-17 47 2009 0 0,8-29-1490 0 0,-110 362 1997 0 0,55-131-2217 0 0,12 4 0 0 0,11 1-1 0 0,-15 455 1 0 0,58-302 14 0 0,8-294-353 0 0,28 155 1 0 0,-25-238-157 0 0,2-1 1 0 0,2 0-1 0 0,27 65 0 0 0,-26-81-44 0 0,1 0 1 0 0,1-1-1 0 0,2-1 0 0 0,0 0 0 0 0,42 45 1 0 0,-36-49-8 0 0,1-1 0 0 0,1 0 1 0 0,1-2-1 0 0,1-2 0 0 0,55 31 1 0 0,-44-32-6 0 0,0-1 1 0 0,1-2 0 0 0,0-1-1 0 0,54 10 1 0 0,89 5-201 0 0,-160-27 45 0 0,-1-2-1 0 0,1 0 0 0 0,-1-1 1 0 0,1-2-1 0 0,-1 0 0 0 0,27-8 1 0 0,-24 4-1992 0 0,39-17 0 0 0,-53 19 492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1:19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22863 0 0,'-2'0'1049'0'0,"-17"6"402"0"0,17-6-311 0 0,-2 16 307 0 0,4-15-1333 0 0,-1 0-1 0 0,0 1 0 0 0,1-1 0 0 0,0 1 0 0 0,-1-1 0 0 0,1 1 0 0 0,0 0 0 0 0,0-1 0 0 0,0 1 0 0 0,0-1 0 0 0,0 1 1 0 0,0-1-1 0 0,1 3 0 0 0,1 3 12 0 0,2-1 0 0 0,-1 0 0 0 0,1 1 0 0 0,0-1 1 0 0,0 0-1 0 0,0-1 0 0 0,1 1 0 0 0,6 5 0 0 0,-5-5-122 0 0,-5-4 3 0 0,0 0-1 0 0,1 0 1 0 0,0 0 0 0 0,-1-1 0 0 0,1 1-1 0 0,0 0 1 0 0,0-1 0 0 0,0 1-1 0 0,0-1 1 0 0,3 2 0 0 0,2 0-5 0 0,7 7-1 0 0,0 0 0 0 0,1-2 0 0 0,0 1 0 0 0,1-2 0 0 0,21 8 0 0 0,-19-10-35 0 0,0 2 1 0 0,28 14-1 0 0,-43-19 30 0 0,1 0-1 0 0,0 0 1 0 0,-1 1-1 0 0,0-1 1 0 0,1 1-1 0 0,-1 0 1 0 0,0 0-1 0 0,0 0 1 0 0,0 0-1 0 0,-1 0 1 0 0,1 0-1 0 0,-1 1 1 0 0,0-1-1 0 0,0 1 1 0 0,0 0-1 0 0,0 0 1 0 0,-1 0-1 0 0,2 6 1 0 0,-2-6 9 0 0,-1 0 0 0 0,-1-1 0 0 0,1 1 0 0 0,0 0 1 0 0,-1-1-1 0 0,0 1 0 0 0,0-1 0 0 0,0 1 0 0 0,0-1 0 0 0,0 0 0 0 0,-4 6 0 0 0,-23 34 91 0 0,27-41-91 0 0,-7 9 86 0 0,-1-1-1 0 0,-1 0 1 0 0,0 0-1 0 0,0-1 1 0 0,-1 0-1 0 0,-11 7 1 0 0,-75 40-26 0 0,32-20-2198 0 0,59-32 766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1:26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9671 0 0,'0'0'14940'0'0,"1"0"-14273"0"0,16-1 604 0 0,30-6 0 0 0,1 0-869 0 0,62 1-635 0 0,-37 6-6390 0 0,-61 0-1304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1:26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5983 0 0,'1'2'11964'0'0,"3"0"-11440"0"0,0 1 0 0 0,-1-1 0 0 0,1 0 0 0 0,0 0 0 0 0,1 0 0 0 0,-1-1 0 0 0,0 0 0 0 0,0 1 0 0 0,9 0 0 0 0,47 3-868 0 0,-20-3 692 0 0,-13 0-1042 0 0,47-1-1 0 0,-7-8-6993 0 0,-40 3 1589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1:27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0 9671 0 0,'0'0'748'0'0,"-22"10"15321"0"0,23-8-15526 0 0,2 3-432 0 0,0 0 1 0 0,1-1-1 0 0,-1 1 0 0 0,1-1 1 0 0,1 1-1 0 0,-1-1 0 0 0,0-1 1 0 0,1 1-1 0 0,0 0 0 0 0,8 3 1 0 0,3 2-114 0 0,37 12 1 0 0,-36-16-5 0 0,0 2 0 0 0,23 12 0 0 0,-39-18-8 0 0,0 0-1 0 0,0-1 0 0 0,1 1 1 0 0,-1 0-1 0 0,0 0 1 0 0,0 0-1 0 0,0-1 0 0 0,0 1 1 0 0,-1 0-1 0 0,1 0 1 0 0,0 0-1 0 0,0 1 1 0 0,-1-1-1 0 0,1 0 0 0 0,0 0 1 0 0,-1 0-1 0 0,1 1 1 0 0,-1-1-1 0 0,0 0 0 0 0,1 0 1 0 0,-1 1-1 0 0,0-1 1 0 0,0 0-1 0 0,0 1 1 0 0,1-1-1 0 0,-2 0 0 0 0,1 1 1 0 0,0-1-1 0 0,0 0 1 0 0,0 1-1 0 0,-1-1 0 0 0,1 0 1 0 0,0 0-1 0 0,-1 1 1 0 0,1-1-1 0 0,-1 0 1 0 0,0 0-1 0 0,1 0 0 0 0,-1 0 1 0 0,0 1-1 0 0,-1 0 1 0 0,-2 3-17 0 0,0-1 0 0 0,0 1-1 0 0,0-1 1 0 0,0 0 0 0 0,-1-1 0 0 0,1 1 0 0 0,-1-1 0 0 0,-7 4 0 0 0,-2 0-356 0 0,0-1 1 0 0,-1 0-1 0 0,-20 4 0 0 0,23-7-1105 0 0,0 1-413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1:29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1285 10591 0 0,'0'0'819'0'0,"-2"0"-534"0"0,-1 0 279 0 0,0 0-1 0 0,-1-1 1 0 0,1 0 0 0 0,-1 0-1 0 0,1 0 1 0 0,0 0-1 0 0,0 0 1 0 0,0 0-1 0 0,0-1 1 0 0,0 0-1 0 0,0 0 1 0 0,0 0-1 0 0,0 0 1 0 0,0 0 0 0 0,1 0-1 0 0,-1-1 1 0 0,1 1-1 0 0,0-1 1 0 0,-4-5-1 0 0,-3-5 631 0 0,1-2-1 0 0,-14-29 1 0 0,13 25-614 0 0,0-5-265 0 0,1 1 1 0 0,1-1-1 0 0,1-1 1 0 0,1 0-1 0 0,1 1 1 0 0,0-34-1 0 0,9-334 173 0 0,-1 337-473 0 0,2-1 0 0 0,3 2 1 0 0,3-1-1 0 0,20-60 0 0 0,-26 99 2 0 0,1 0 0 0 0,0 0 0 0 0,2 0 0 0 0,-1 1 0 0 0,2 1-1 0 0,19-24 1 0 0,-20 28-15 0 0,1 0-1 0 0,0 0 0 0 0,1 1 1 0 0,0 1-1 0 0,0 0 1 0 0,0 0-1 0 0,1 1 0 0 0,1 0 1 0 0,12-4-1 0 0,-21 9-10 0 0,1 1 0 0 0,0-1 0 0 0,-1 1 0 0 0,1 1 0 0 0,0-1 0 0 0,0 0 0 0 0,0 1 0 0 0,-1 0 0 0 0,1 0 0 0 0,0 1 0 0 0,0-1 0 0 0,0 1 0 0 0,-1 0 0 0 0,1 0 0 0 0,5 2 0 0 0,-7-1-13 0 0,0-1 0 0 0,1 1 0 0 0,-1 0 0 0 0,0 0 1 0 0,0 0-1 0 0,-1 0 0 0 0,1 0 0 0 0,0 1 0 0 0,-1-1 1 0 0,1 1-1 0 0,-1 0 0 0 0,0-1 0 0 0,0 1 0 0 0,0 0 1 0 0,0 0-1 0 0,-1 1 0 0 0,1-1 0 0 0,-1 0 0 0 0,0 0 1 0 0,1 1-1 0 0,-1 3 0 0 0,0 1-4 0 0,0 0 0 0 0,0 0 1 0 0,-1 0-1 0 0,-1 0 0 0 0,1 0 0 0 0,-1 0 0 0 0,0 0 1 0 0,-1 0-1 0 0,-3 9 0 0 0,-1 3-7 0 0,-2-1 1 0 0,-13 26-1 0 0,10-26 46 0 0,-1-1-1 0 0,0 0 1 0 0,-2 0 0 0 0,0-1-1 0 0,0-1 1 0 0,-2-1 0 0 0,0 0-1 0 0,-1-1 1 0 0,-24 16 0 0 0,38-28 0 0 0,-9 8 39 0 0,11-9 80 0 0,1 0-127 0 0,1-1-1 0 0,-1 1 1 0 0,1 0-1 0 0,-1-1 1 0 0,1 1-1 0 0,-1-1 1 0 0,1 1-1 0 0,-1-1 1 0 0,1 0 0 0 0,-1 1-1 0 0,1-1 1 0 0,0 1-1 0 0,-1-1 1 0 0,1 0-1 0 0,0 0 1 0 0,-1 1-1 0 0,2-1 1 0 0,13 5 38 0 0,84 8 43 0 0,-76-8-74 0 0,-8-2 2 0 0,21 6 0 0 0,-31-7-13 0 0,-1 0 1 0 0,1 0-1 0 0,-1 0 1 0 0,1 0-1 0 0,-1 1 1 0 0,0 0-1 0 0,0 0 1 0 0,5 5-1 0 0,-2-2-1 0 0,0 1 0 0 0,-1 0 0 0 0,0 1 0 0 0,-1-1 0 0 0,1 1 0 0 0,7 15 0 0 0,-12-20 0 0 0,0 0 0 0 0,0 0 0 0 0,0 0 0 0 0,0 1 0 0 0,-1-1 0 0 0,1 0 0 0 0,-1 1 0 0 0,0-1 0 0 0,0 0 0 0 0,0 0 0 0 0,0 1 0 0 0,-1-1 0 0 0,0 0 0 0 0,1 1 0 0 0,-1-1 0 0 0,0 0 0 0 0,0 0 0 0 0,-1 0 0 0 0,1 0 0 0 0,-1 0 0 0 0,1 0 0 0 0,-1 0 0 0 0,-2 2 0 0 0,-3 4 28 0 0,-1-1 0 0 0,1 0 0 0 0,-1 0 0 0 0,-1-1 0 0 0,0 0 0 0 0,0 0 0 0 0,0-1 0 0 0,0 0-1 0 0,-1-1 1 0 0,0 0 0 0 0,0 0 0 0 0,-1-1 0 0 0,1-1 0 0 0,-1 0 0 0 0,0 0 0 0 0,0-1 0 0 0,0 0 0 0 0,0-1 0 0 0,0-1 0 0 0,-18 0 0 0 0,10-1-167 0 0,-31-4-412 0 0,46 4 142 0 0,-1 0 0 0 0,1 0 0 0 0,0 0 0 0 0,-1-1 0 0 0,1 1 0 0 0,0-1 0 0 0,0 0 0 0 0,-5-4 0 0 0,3 1-1351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1:30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67 9671 0 0,'0'0'5027'0'0,"-2"-7"204"0"0,-3-9-3017 0 0,3 13-2095 0 0,0 0 1 0 0,0 0-1 0 0,-1 0 0 0 0,1 0 1 0 0,-1 0-1 0 0,0 0 0 0 0,1 1 1 0 0,-1 0-1 0 0,0-1 0 0 0,-1 1 1 0 0,1 0-1 0 0,0 0 0 0 0,-1 1 1 0 0,1-1-1 0 0,-1 1 0 0 0,1 0 0 0 0,-1 0 1 0 0,0 0-1 0 0,1 0 0 0 0,-1 0 1 0 0,0 1-1 0 0,0 0 0 0 0,0 0 1 0 0,1 0-1 0 0,-1 0 0 0 0,0 0 1 0 0,0 1-1 0 0,1 0 0 0 0,-1 0 1 0 0,0 0-1 0 0,1 0 0 0 0,-1 0 0 0 0,1 1 1 0 0,-7 3-1 0 0,7-3-65 0 0,1 1-1 0 0,0-1 1 0 0,-1 0-1 0 0,1 1 1 0 0,0 0 0 0 0,0-1-1 0 0,1 1 1 0 0,-1 0-1 0 0,0 0 1 0 0,1 0-1 0 0,0 0 1 0 0,0 0 0 0 0,0 0-1 0 0,0 0 1 0 0,0 1-1 0 0,0-1 1 0 0,1 0-1 0 0,0 1 1 0 0,0-1 0 0 0,0 5-1 0 0,1 6 24 0 0,1-1 1 0 0,0 1-1 0 0,6 20 0 0 0,-4-20-67 0 0,15 47-47 0 0,-11-38 163 0 0,10 47 0 0 0,-17-63-370 0 0,0 1 0 0 0,-1-1-1 0 0,0 0 1 0 0,0 1 0 0 0,0-1 0 0 0,-1 1-1 0 0,0-1 1 0 0,0 0 0 0 0,-1 1-1 0 0,-4 11 1 0 0,0-9-1967 0 0,0-3-3431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1:30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0 165 20183 0 0,'0'0'1832'0'0,"3"1"-1508"0"0,20-1 320 0 0,-1 0 1 0 0,1-1-1 0 0,0-2 0 0 0,25-5 0 0 0,-18 3-608 0 0,39-4-15 0 0,-38 5-1984 0 0,-1-1-4366 0 0,-7 2-1133 0 0</inkml:trace>
  <inkml:trace contextRef="#ctx0" brushRef="#br0" timeOffset="1">527 0 18287 0 0,'0'0'1654'0'0,"0"2"-1364"0"0,0 32 129 0 0,-1-6 609 0 0,2 1 1 0 0,6 48-1 0 0,0-56-2675 0 0,-3-13-186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1:31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1345 18167 0 0,'0'0'1646'0'0,"-5"7"3452"0"0,5-7-5012 0 0,-1 0 0 0 0,1-1 0 0 0,0 1 0 0 0,-1 0-1 0 0,1 0 1 0 0,-1 0 0 0 0,1 0 0 0 0,0 0 0 0 0,-1 0 0 0 0,1-1 0 0 0,-1 1-1 0 0,1 0 1 0 0,0 0 0 0 0,-1-1 0 0 0,1 1 0 0 0,0 0 0 0 0,0 0 0 0 0,-1-1-1 0 0,1 1 1 0 0,0 0 0 0 0,-1-1 0 0 0,1 1 0 0 0,0-1 0 0 0,-8-9 673 0 0,8 9-668 0 0,-5-7 197 0 0,0-1 0 0 0,0 0 1 0 0,1 0-1 0 0,0-1 0 0 0,1 1 0 0 0,0-1 1 0 0,1 1-1 0 0,-3-21 0 0 0,2-6 46 0 0,1-41 0 0 0,3 58-179 0 0,4-152 69 0 0,34-197 0 0 0,-27 286-262 0 0,5 0 0 0 0,2 1 0 0 0,36-90 0 0 0,-50 159 27 0 0,0 0 1 0 0,0 0-1 0 0,1 1 0 0 0,1 0 1 0 0,10-13-1 0 0,-13 19 6 0 0,1 0-1 0 0,-1 0 1 0 0,1 1 0 0 0,0 0-1 0 0,1 0 1 0 0,-1 0 0 0 0,1 0-1 0 0,-1 1 1 0 0,1 0 0 0 0,0 0-1 0 0,12-4 1 0 0,-6 4 1 0 0,-1 0-1 0 0,1 1 1 0 0,0 0 0 0 0,0 1 0 0 0,0 0-1 0 0,23 2 1 0 0,-28 0-8 0 0,0 0 1 0 0,0 0-1 0 0,0 1 0 0 0,0-1 0 0 0,-1 2 0 0 0,1-1 1 0 0,-1 1-1 0 0,1 0 0 0 0,-1 0 0 0 0,0 1 1 0 0,0 0-1 0 0,0 0 0 0 0,5 5 0 0 0,-8-7 8 0 0,0 1 0 0 0,-1 0-1 0 0,1 0 1 0 0,-1 0 0 0 0,0 0-1 0 0,0 0 1 0 0,0 0 0 0 0,0 1-1 0 0,-1-1 1 0 0,1 0 0 0 0,-1 1-1 0 0,0 0 1 0 0,0-1 0 0 0,0 1-1 0 0,0 0 1 0 0,-1-1 0 0 0,1 1-1 0 0,-1 0 1 0 0,0 0 0 0 0,0-1-1 0 0,-1 1 1 0 0,1 0 0 0 0,-1-1-1 0 0,0 1 1 0 0,0 0 0 0 0,0-1-1 0 0,-3 7 1 0 0,-3 5-22 0 0,-1 0 1 0 0,-1 0-1 0 0,0-1 1 0 0,-20 24 0 0 0,17-23 20 0 0,-5 4 48 0 0,0-1-1 0 0,-2 0 1 0 0,0-1-1 0 0,-34 22 1 0 0,42-31-40 0 0,2-1-2 0 0,-7 4-3 0 0,-22-1 14 0 0,36-10 42 0 0,3 2-46 0 0,1-1-1 0 0,-1 0 0 0 0,0 1 0 0 0,1-1 0 0 0,-1 0 1 0 0,1 0-1 0 0,-1 0 0 0 0,3 1 0 0 0,-3-1-1 0 0,11 6-7 0 0,0-1 1 0 0,23 9-1 0 0,-27-12 7 0 0,1 0 0 0 0,-1 0 0 0 0,0 1 1 0 0,0 0-1 0 0,-1 1 0 0 0,1 0 0 0 0,-1 0 0 0 0,11 10 0 0 0,-15-12 2 0 0,-1 0-1 0 0,1 0 0 0 0,0 0 0 0 0,-1 1 0 0 0,1-1 0 0 0,-1 1 0 0 0,0 0 1 0 0,0 0-1 0 0,-1 0 0 0 0,1 0 0 0 0,-1 0 0 0 0,0 0 0 0 0,0 0 0 0 0,0 0 1 0 0,0 0-1 0 0,-1 1 0 0 0,0-1 0 0 0,0 0 0 0 0,0 0 0 0 0,0 1 0 0 0,-1-1 1 0 0,1 0-1 0 0,-1 0 0 0 0,-2 5 0 0 0,2-2-16 0 0,-2 0 0 0 0,1 0 1 0 0,-1 0-1 0 0,0 0 0 0 0,-1 0 0 0 0,0-1 1 0 0,0 0-1 0 0,0 0 0 0 0,-1 0 0 0 0,-8 9 1 0 0,5-8 42 0 0,0 0 0 0 0,0-1 0 0 0,-1 0 1 0 0,0 0-1 0 0,0-1 0 0 0,-19 9 1 0 0,11-8-244 0 0,-1 0 1 0 0,0-1 0 0 0,-1-1 0 0 0,1-1 0 0 0,-1 0 0 0 0,0-2 0 0 0,0 0 0 0 0,-21-2 0 0 0,28-1-377 0 0,-2-1-3122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1:31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1 9671 0 0,'-1'0'7270'0'0,"-7"0"-5249"0"0,-2 0-807 0 0,0 1 1 0 0,0 0-1 0 0,1 1 1 0 0,-1 0-1 0 0,0 1 0 0 0,-13 5 1 0 0,14-5-994 0 0,0 1 0 0 0,0 1 0 0 0,1 0-1 0 0,-1 0 1 0 0,1 0 0 0 0,0 1 0 0 0,0 0 0 0 0,1 1 0 0 0,0 0 0 0 0,-13 15-1 0 0,19-20-211 0 0,0 0-1 0 0,-1 0 0 0 0,1 0 0 0 0,0 0 1 0 0,0 1-1 0 0,0-1 0 0 0,0 0 0 0 0,1 1 1 0 0,-1-1-1 0 0,0 4 0 0 0,1-6-8 0 0,0 1 0 0 0,-1-1 0 0 0,1 1 0 0 0,0 0 0 0 0,0-1 0 0 0,0 1 0 0 0,0-1 0 0 0,0 1 0 0 0,0 0 0 0 0,0-1 0 0 0,0 1 0 0 0,0-1 0 0 0,0 1 0 0 0,0-1 0 0 0,1 1 0 0 0,-1 0 0 0 0,0-1 0 0 0,0 1 0 0 0,1-1 0 0 0,-1 1 0 0 0,0-1 0 0 0,0 1 0 0 0,1-1 0 0 0,-1 1 0 0 0,1-1 0 0 0,-1 1 0 0 0,0-1 0 0 0,1 0 0 0 0,0 1 0 0 0,0 0 0 0 0,1 1-28 0 0,0 0 0 0 0,1 0 0 0 0,-1-1 0 0 0,0 1 0 0 0,1-1 0 0 0,-1 1 0 0 0,1-1 0 0 0,-1 0 0 0 0,1 0 0 0 0,0 0 0 0 0,-1 0 0 0 0,1-1 0 0 0,0 1 0 0 0,0-1 0 0 0,-1 1 0 0 0,1-1 0 0 0,0 0 0 0 0,0 0 0 0 0,0-1 0 0 0,0 1 0 0 0,-1 0 0 0 0,4-2 0 0 0,9-1-208 0 0,-1 0 1 0 0,25-10-1 0 0,-37 12 211 0 0,6-3-28 0 0,-1 1-1 0 0,0-1 1 0 0,0 0 0 0 0,0-1-1 0 0,7-6 1 0 0,-6 4 53 0 0,0-2 1281 0 0,-10 17-514 0 0,2 0-765 0 0,1 1 0 0 0,0-1 1 0 0,0 1-1 0 0,1-1 0 0 0,0 1 0 0 0,7 14 0 0 0,25 45 26 0 0,-24-51-25 0 0,-1-1-1 0 0,-1 1 1 0 0,8 28-1 0 0,-14-40-4 0 0,0 1-1 0 0,0 1 1 0 0,-1-1-1 0 0,0 0 1 0 0,-1 0-1 0 0,1 0 1 0 0,-1 0-1 0 0,0 1 1 0 0,-1-1-1 0 0,1 0 0 0 0,-1 0 1 0 0,0 0-1 0 0,-1 0 1 0 0,0 0-1 0 0,0 0 1 0 0,0 0-1 0 0,-1 0 1 0 0,1-1-1 0 0,-1 1 1 0 0,-6 8-1 0 0,4-8-14 0 0,-1 0 1 0 0,1 0-1 0 0,-1 0 0 0 0,0-1 1 0 0,-1 0-1 0 0,1 0 0 0 0,-1 0 0 0 0,0-1 1 0 0,0 0-1 0 0,0 0 0 0 0,-1-1 1 0 0,1 0-1 0 0,-1 0 0 0 0,0-1 0 0 0,0 0 1 0 0,-10 1-1 0 0,8-1-23 0 0,0-2 1 0 0,-1 1-1 0 0,1-1 0 0 0,0 0 1 0 0,0-1-1 0 0,-1-1 0 0 0,1 1 1 0 0,0-2-1 0 0,0 1 0 0 0,0-1 0 0 0,1-1 1 0 0,-15-6-1 0 0,21 8-332 0 0,0 0-1 0 0,0 0 1 0 0,0 0-1 0 0,0 0 1 0 0,-3-3-1 0 0,-4-6-1568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4:00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412 58 8287 0 0,'0'0'382'0'0,"-3"0"-8"0"0,-46-11-110 0 0,26 3 9868 0 0,12 13-7509 0 0,6-3-2248 0 0,1 1-1 0 0,-1 0 1 0 0,1 0 0 0 0,-1 0 0 0 0,1 0 0 0 0,0 1 0 0 0,0 0-1 0 0,-6 8 1 0 0,0 1 89 0 0,-12 23-1 0 0,7-10-186 0 0,-113 191 1440 0 0,101-173-1376 0 0,17-25-227 0 0,0-1 0 0 0,-2-1 1 0 0,0 0-1 0 0,-15 16 0 0 0,27-33-111 0 0,0 0-1 0 0,0 0 0 0 0,0 0 1 0 0,0 0-1 0 0,0 1 0 0 0,-1-1 1 0 0,1 0-1 0 0,0 0 0 0 0,0 0 0 0 0,0 0 1 0 0,0 1-1 0 0,0-1 0 0 0,0 0 1 0 0,0 0-1 0 0,0 0 0 0 0,-1 0 1 0 0,1 0-1 0 0,0 0 0 0 0,0 0 1 0 0,0 1-1 0 0,0-1 0 0 0,0 0 1 0 0,-1 0-1 0 0,1 0 0 0 0,0 0 0 0 0,0 0 1 0 0,0 0-1 0 0,0 0 0 0 0,-1 0 1 0 0,1 0-1 0 0,0 0 0 0 0,0 0 1 0 0,0 0-1 0 0,0 0 0 0 0,-1 0 1 0 0,1 0-1 0 0,0 0 0 0 0,0 0 0 0 0,0 0 1 0 0,0 0-1 0 0,-1 0 0 0 0,1 0 1 0 0,0 0-1 0 0,0 0 0 0 0,0 0 1 0 0,0-1-1 0 0,-1 1 0 0 0,1 0 1 0 0,0 0-1 0 0,0 0 0 0 0,0 0 1 0 0,0 0-1 0 0,0 0 0 0 0,0-1 0 0 0,0 1 1 0 0,-1 0-1 0 0,1 0 0 0 0,0 0 1 0 0,1-16-23 0 0,8-20-102 0 0,17-31-217 0 0,3 1 0 0 0,3 2-1 0 0,3 1 1 0 0,47-65 0 0 0,-76 119 276 0 0,1 1 0 0 0,0-1 1 0 0,0 1-1 0 0,1 1 0 0 0,0-1 0 0 0,15-9 0 0 0,-20 14 53 0 0,0 1 0 0 0,1 1 0 0 0,0-1 0 0 0,-1 0 0 0 0,1 1 0 0 0,0 0-1 0 0,-1 0 1 0 0,1 0 0 0 0,6-1 0 0 0,-7 2 14 0 0,-1 0 0 0 0,1 1-1 0 0,-1-1 1 0 0,1 0 0 0 0,-1 1 0 0 0,1-1 0 0 0,-1 1 0 0 0,1 0-1 0 0,-1 0 1 0 0,1 0 0 0 0,-1 0 0 0 0,0 0 0 0 0,0 0-1 0 0,0 1 1 0 0,4 2 0 0 0,1 3 49 0 0,-1 0 1 0 0,0 1-1 0 0,0-1 0 0 0,-1 1 1 0 0,8 14-1 0 0,6 11 203 0 0,-4-13-70 0 0,27 32-1 0 0,-35-45-187 0 0,1 0-1 0 0,0 0 1 0 0,-1-1-1 0 0,2 0 0 0 0,-1-1 1 0 0,1 0-1 0 0,10 5 1 0 0,-11-7-242 0 0,1 0 1 0 0,-1 0 0 0 0,13 2-1 0 0,12-1-7390 0 0,-10-3-717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4:01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0 1839 0 0,'0'0'83'0'0,"-9"8"7689"0"0,6-4-5948 0 0,1-1 0 0 0,0 0 0 0 0,0 1 0 0 0,0 0 0 0 0,-3 7 0 0 0,-4 26 1744 0 0,7-20-3009 0 0,0 1-1 0 0,2 21 1 0 0,1 23 190 0 0,2 54 178 0 0,3 62-129 0 0,-1-22-299 0 0,0-78-273 0 0,28 376 168 0 0,-17-305-372 0 0,24 291 32 0 0,3 963 410 0 0,-42-792-464 0 0,1-102 0 0 0,-6 201 0 0 0,3-645-2 0 0,9 519 161 0 0,30-263 247 0 0,-21-188-288 0 0,1 6-36 0 0,-13-101-32 0 0,-4-28-81 0 0,0 0 1 0 0,0 0 0 0 0,1 0-1 0 0,0 0 1 0 0,1-1-1 0 0,4 12 1 0 0,-6-20-66 0 0,8-8-5912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4:02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50 6911 0 0,'0'0'315'0'0,"-1"-1"-7"0"0,-31-16 10803 0 0,33 16-10952 0 0,12-7 2047 0 0,21-4-1577 0 0,-16 8-112 0 0,-1 1 0 0 0,1 1 0 0 0,0 1 0 0 0,21 1 1 0 0,73 9 165 0 0,-40-2-416 0 0,30 1 53 0 0,461 22 840 0 0,-124-25-921 0 0,127 9 59 0 0,-289-4-187 0 0,23 0 54 0 0,306 5 342 0 0,461-26 653 0 0,-489 2-747 0 0,313 45 470 0 0,-739-22-698 0 0,221 22 274 0 0,-10-8-153 0 0,-167-16-179 0 0,-67-1-27 0 0,173 7 128 0 0,21-10-89 0 0,-311-6-139 0 0,-6-1-3 0 0,1 0 0 0 0,-1 0 0 0 0,1 0 0 0 0,-1-1-1 0 0,8-1 1 0 0,-12 1-93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4:03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0 16583 0 0,'0'0'3683'0'0,"1"2"-1586"0"0,9 27 1558 0 0,-5-18-3497 0 0,1 0-1 0 0,8 10 0 0 0,2 1-146 0 0,22 21 0 0 0,-27-31 147 0 0,1-2-1 0 0,0 1 0 0 0,1-2 0 0 0,0 0 1 0 0,0 0-1 0 0,1-1 0 0 0,0-1 0 0 0,0 0 1 0 0,18 5-1 0 0,15 2-156 0 0,77 14-1 0 0,-118-27-3 0 0,3 0-33 0 0,-4 0 13 0 0,-1 0 0 0 0,0 0 0 0 0,0 0 1 0 0,0 0-1 0 0,1 1 0 0 0,4 2 0 0 0,-9-4 22 0 0,0 0-1 0 0,1 0 1 0 0,-1 1-1 0 0,0-1 1 0 0,1 0-1 0 0,-1 1 0 0 0,0-1 1 0 0,0 0-1 0 0,1 0 1 0 0,-1 1-1 0 0,0-1 1 0 0,0 0-1 0 0,0 1 1 0 0,1-1-1 0 0,-1 1 1 0 0,0-1-1 0 0,0 0 1 0 0,0 1-1 0 0,0-1 1 0 0,0 1-1 0 0,0-1 1 0 0,0 0-1 0 0,0 1 1 0 0,0-1-1 0 0,0 1 1 0 0,0-1-1 0 0,0 0 1 0 0,0 1-1 0 0,0-1 1 0 0,0 0-1 0 0,0 1 1 0 0,0-1-1 0 0,-1 1 1 0 0,1-1-1 0 0,0 0 1 0 0,0 1-1 0 0,0-1 0 0 0,-1 0 1 0 0,1 1-1 0 0,0-1 1 0 0,0 0-1 0 0,-1 1 1 0 0,-9 11 91 0 0,-7 0 85 0 0,0 0-1 0 0,-1 0 1 0 0,0-2-1 0 0,0 0 1 0 0,-27 9-1 0 0,-42 13 416 0 0,10-5-164 0 0,-7 6-110 0 0,24-10-679 0 0,-99 52 1 0 0,149-68-802 0 0,8-5-47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4:03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7367 0 0,'0'0'1803'0'0,"2"1"-671"0"0,5 2 413 0 0,1-1 0 0 0,0 0 1 0 0,10 1-1 0 0,-10-1 245 0 0,0-1 0 0 0,0 1 0 0 0,13 5 0 0 0,-18-6-1519 0 0,-1 1 1 0 0,1-1 0 0 0,0 1-1 0 0,-1 0 1 0 0,1-1-1 0 0,-1 1 1 0 0,0 0-1 0 0,1 1 1 0 0,-1-1-1 0 0,0 0 1 0 0,0 1-1 0 0,-1-1 1 0 0,4 6-1 0 0,0 3 183 0 0,0 1 0 0 0,0 0-1 0 0,-1 0 1 0 0,-1 1 0 0 0,0-1 0 0 0,2 21-1 0 0,0 79 305 0 0,-5-69-489 0 0,1 57 60 0 0,3 80-159 0 0,-2-134-125 0 0,-2-31-125 0 0,1 0 0 0 0,0 0 0 0 0,1 1 0 0 0,6 22 0 0 0,-7-36-136 0 0,5-1-2299 0 0,-3-1 470 0 0,-1-7 1304 0 0,2-6-2159 0 0,0-2-5739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4:04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20 301 6447 0 0,'-19'0'17423'0'0,"21"-9"-14169"0"0,-1 7-3088 0 0,0 1 0 0 0,0-1-1 0 0,0 0 1 0 0,0 0 0 0 0,0 1 0 0 0,1-1-1 0 0,-1 1 1 0 0,1-1 0 0 0,-1 1-1 0 0,1 0 1 0 0,-1 0 0 0 0,1-1-1 0 0,3 0 1 0 0,28-13 549 0 0,-20 10-459 0 0,551-185 1400 0 0,-339 136-4067 0 0,-194 51-4849 0 0,-2 1-2373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4:04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56 25343 0 0,'0'0'2292'0'0,"0"3"-1885"0"0,-2 10-181 0 0,0 1 0 0 0,1-1 1 0 0,1 0-1 0 0,0 1 0 0 0,1-1 0 0 0,0 1 1 0 0,4 16-1 0 0,30 96 1526 0 0,-29-108-1742 0 0,0 1 85 0 0,1 0-1 0 0,0-1 1 0 0,2 1 0 0 0,0-2 0 0 0,21 30 0 0 0,-24-40-20 0 0,-4-6-67 0 0,-1 0 0 0 0,0-1 1 0 0,0 1-1 0 0,0-1 1 0 0,0 1-1 0 0,1-1 0 0 0,-1 1 1 0 0,0-1-1 0 0,0 0 1 0 0,1 0-1 0 0,-1 0 0 0 0,0 1 1 0 0,1-1-1 0 0,-1-1 0 0 0,0 1 1 0 0,3 0-1 0 0,-2 0-6 0 0,8-3 51 0 0,-5-1-39 0 0,-1 1 0 0 0,0 0 0 0 0,0-1 0 0 0,0 0 0 0 0,0 0 0 0 0,0 0-1 0 0,-1-1 1 0 0,0 1 0 0 0,4-7 0 0 0,1-5 19 0 0,11-27-1 0 0,12-46 19 0 0,13-32 6 0 0,-32 95-58 0 0,-3 5-45 0 0,1 0 1 0 0,0 1 0 0 0,2 0-1 0 0,18-24 1 0 0,-29 43-102 0 0,0 0 0 0 0,0 1 1 0 0,0-1-1 0 0,0 0 0 0 0,1 1 0 0 0,-1-1 0 0 0,0 1 0 0 0,1-1 1 0 0,-1 1-1 0 0,0-1 0 0 0,1 1 0 0 0,-1 0 0 0 0,0 0 1 0 0,1 0-1 0 0,-1 0 0 0 0,0 0 0 0 0,3 0 0 0 0,-2 0-1041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4:06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5545 9215 0 0,'0'0'707'0'0,"-3"-8"1209"0"0,1 2-958 0 0,0 0 0 0 0,0-1 0 0 0,1 1 1 0 0,0-1-1 0 0,0 1 0 0 0,1-1 0 0 0,0-10 0 0 0,8-47 1129 0 0,-5 46-719 0 0,1-3-421 0 0,10-31 0 0 0,-7 31-447 0 0,4-26 0 0 0,3-27 308 0 0,5-40 147 0 0,6-28-95 0 0,-2 12-328 0 0,-10 39-310 0 0,38-271 572 0 0,-39 247-541 0 0,3-29 22 0 0,9-34 8 0 0,24-147 47 0 0,-8 86-200 0 0,4-23 20 0 0,89-349 229 0 0,-51 285-309 0 0,-13 54-1 0 0,13-42 94 0 0,-12 47-92 0 0,-10 43-57 0 0,-37 152-16 0 0,34-73 1 0 0,-23 67 1 0 0,-10 21 0 0 0,3 0 0 0 0,45-70 0 0 0,-43 82 0 0 0,-5 7 0 0 0,2 2 0 0 0,1 1 0 0 0,34-35 0 0 0,-30 39 0 0 0,-7 7 0 0 0,1 1 0 0 0,38-27 0 0 0,-42 35 0 0 0,13-8 0 0 0,1 1 0 0 0,42-20 0 0 0,-44 26 0 0 0,-13 7 0 0 0,-1 0 0 0 0,2 1 0 0 0,33-9 0 0 0,-27 12-11 0 0,-1 2 1 0 0,1 0-1 0 0,-1 1 0 0 0,1 2 1 0 0,49 6-1 0 0,-7 3 11 0 0,-1 3 0 0 0,-1 2 0 0 0,121 45 0 0 0,-135-38 0 0 0,-2 2 0 0 0,66 40 0 0 0,-117-63 0 0 0,46 29 0 0 0,-2 1 0 0 0,41 38 0 0 0,172 180 0 0 0,-87-82 0 0 0,-116-111 26 0 0,68 90-1 0 0,35 72 74 0 0,25 34-33 0 0,-108-157-66 0 0,-5 4 0 0 0,64 120 0 0 0,24 67 11 0 0,-24-3 38 0 0,-101-207-45 0 0,-24-58-3 0 0,100 206 62 0 0,75 120 1 0 0,-99-168-28 0 0,-4-7 45 0 0,64 137-17 0 0,-88-181-53 0 0,183 330 13 0 0,-119-234-24 0 0,-33-56 0 0 0,10-10 0 0 0,-28-49 0 0 0,-57-86 0 0 0,0 0 0 0 0,2-2 0 0 0,21 23 0 0 0,-27-32 0 0 0,0 0 0 0 0,-1 1-13 0 0,-6 1-163 0 0,-8 5-741 0 0,1-9-2377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4:34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63 9615 0 0,'0'0'439'0'0,"-2"0"-10"0"0,-14-4 1331 0 0,16 3-1677 0 0,0 1-1 0 0,0 0 0 0 0,0 0 1 0 0,0 0-1 0 0,0 0 0 0 0,0 0 1 0 0,0-1-1 0 0,0 1 0 0 0,0 0 1 0 0,0 0-1 0 0,0 0 0 0 0,0 0 1 0 0,0 0-1 0 0,0-1 0 0 0,0 1 1 0 0,0 0-1 0 0,0 0 0 0 0,0 0 1 0 0,0 0-1 0 0,0 0 0 0 0,0 0 1 0 0,0-1-1 0 0,0 1 0 0 0,0 0 1 0 0,1 0-1 0 0,-1 0 0 0 0,0 0 1 0 0,0 0-1 0 0,0 0 1 0 0,0 0-1 0 0,0 0 0 0 0,0 0 1 0 0,0-1-1 0 0,1 1 0 0 0,-1 0 1 0 0,0 0-1 0 0,0 0 0 0 0,0 0 1 0 0,0 0-1 0 0,0 0 0 0 0,0 0 1 0 0,1 0-1 0 0,-1 0 0 0 0,0 0 1 0 0,0 0-1 0 0,14-4 3021 0 0,-8 3-4247 0 0,164-9 1728 0 0,-160 10-572 0 0,479-8 161 0 0,-219 8-173 0 0,-84 1 0 0 0,392-6-130 0 0,-299 0-93 0 0,-30-1 50 0 0,78 1-31 0 0,208 1-210 0 0,-321 3 293 0 0,-14-1 42 0 0,318 3-33 0 0,44 3 112 0 0,-156 4 116 0 0,-275-4-68 0 0,-7-3 68 0 0,37 2-14 0 0,-39-2-4 0 0,11 2 62 0 0,-119-3 522 0 0,0 0 0 0 0,20-4-1 0 0,-31 4 64 0 0,-1 0 569 0 0,0-1-1245 0 0,9-2 6 0 0,2 0-59 0 0,1 1-16 0 0,-2 1 11 0 0,-8 1 31 0 0,7-1-31 0 0,16-5 87 0 0,-6 5 233 0 0,-19 1-88 0 0,19 3 349 0 0,-12 0-484 0 0,-1-1-74 0 0,-4-1-15 0 0,0 0 0 0 0,-1 0 0 0 0,1-1-1 0 0,0 1 1 0 0,-1-1 0 0 0,5 0 0 0 0,7 0-13 0 0,15 0-6 0 0,-1-1 0 0 0,34-7 0 0 0,-29 3 0 0 0,38 0 0 0 0,143 18 245 0 0,-185-10-234 0 0,223 9-210 0 0,-224-14-881 0 0,-18 2-41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4:35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9215 0 0,'0'0'8108'0'0,"-1"2"-7710"0"0,-2 11 88 0 0,3-11-487 0 0,0 0 0 0 0,-1 0-1 0 0,1 0 1 0 0,0 0 0 0 0,0-1-1 0 0,0 1 1 0 0,0 0 0 0 0,0 0-1 0 0,0 0 1 0 0,1 0 0 0 0,-1 0 0 0 0,0 0-1 0 0,1-1 1 0 0,1 5 0 0 0,1 1-926 0 0,1 2-84 0 0,-4-7-48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4:35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1 11519 0 0,'0'0'512'0'0,"-12"11"96"0"0,3-3-480 0 0,2 2-128 0 0,6 3 544 0 0,-1 0 96 0 0,-3-2 664 0 0,2 2-1688 0 0,0 2-856 0 0</inkml:trace>
  <inkml:trace contextRef="#ctx0" brushRef="#br0" timeOffset="1">82 344 4607 0 0,'-15'10'200'0'0,"6"-4"48"0"0,-4 3-248 0 0,1 0 0 0 0,3 1 0 0 0,0 0 0 0 0,3-2 1384 0 0,-2 2 232 0 0</inkml:trace>
  <inkml:trace contextRef="#ctx0" brushRef="#br0" timeOffset="2">142 737 9671 0 0,'-11'14'864'0'0,"4"-4"-696"0"0,-3-2-168 0 0,2 5 0 0 0,2 2 736 0 0,-2-1 120 0 0,0-2 16 0 0,-1 0-4264 0 0,3 3-864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4:36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0 6911 0 0,'-17'20'608'0'0,"6"-6"-480"0"0,-2 3-128 0 0,2 1 0 0 0,1-1 1152 0 0,0 3 200 0 0,-1-1 48 0 0</inkml:trace>
  <inkml:trace contextRef="#ctx0" brushRef="#br0" timeOffset="1">137 516 12895 0 0,'-24'8'1152'0'0,"11"0"-928"0"0,0 4-224 0 0,1 1 0 0 0,1-1 360 0 0,3 1 24 0 0,-2 2 8 0 0,2 0 0 0 0,-3-2-1088 0 0,3 3-216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4:36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11 6911 0 0,'-2'-11'16477'0'0,"2"14"-15747"0"0,1 28-35 0 0,2 0 0 0 0,1-1 0 0 0,10 42 0 0 0,37 90 373 0 0,-44-145-1023 0 0,-3-6 2 0 0,0 1-1 0 0,0-1 1 0 0,3 22 0 0 0,-5-22 18 0 0,-2-6-1 0 0,1 3-59 0 0,-1-6-234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4:37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0 279 14047 0 0,'0'0'646'0'0,"1"-2"-16"0"0,3-20 8055 0 0,8 22-7601 0 0,-8 1-966 0 0,-1 0-1 0 0,0 0 0 0 0,0 0 1 0 0,0 1-1 0 0,0-1 0 0 0,0 1 1 0 0,0-1-1 0 0,-1 1 0 0 0,1 0 1 0 0,-1 0-1 0 0,1 0 0 0 0,-1 1 1 0 0,4 4-1 0 0,10 12 214 0 0,-2 1 1 0 0,0 0-1 0 0,18 36 1 0 0,-10-17-85 0 0,-5-8-110 0 0,-9-16-105 0 0,0 0 0 0 0,1-1-1 0 0,0 0 1 0 0,1-1-1 0 0,16 17 1 0 0,-23-27-18 0 0,12 7 48 0 0,-4-8 61 0 0,-8-2-102 0 0,8-1 59 0 0,-9-1-57 0 0,0 1 1 0 0,-1 0-1 0 0,1-1 0 0 0,-1 1 1 0 0,0 0-1 0 0,0-1 0 0 0,1 0 1 0 0,-1 1-1 0 0,0-1 0 0 0,0 0 1 0 0,0 1-1 0 0,-1-1 0 0 0,2-4 1 0 0,7-25 209 0 0,-6 5-19 0 0,0 0 0 0 0,-3-49 0 0 0,0 14-96 0 0,9-128-38 0 0,-8 171-1284 0 0,1 1 0 0 0,6-29-1 0 0,-7 42 786 0 0,0 0 0 0 0,0 1 0 0 0,1-1 0 0 0,-1 0 0 0 0,1 0 0 0 0,0 1-1 0 0,0-1 1 0 0,0 1 0 0 0,0-1 0 0 0,1 1 0 0 0,-1 0 0 0 0,1 0 0 0 0,0 0-1 0 0,0 0 1 0 0,0 0 0 0 0,0 1 0 0 0,5-3 0 0 0,3 0-7856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4:37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120 117 4607 0 0,'3'-2'354'0'0,"19"-10"-375"0"0,-17 8 1165 0 0,0 0 0 0 0,0 0 1 0 0,0 0-1 0 0,5-7 0 0 0,-7 7-300 0 0,0 1 0 0 0,-1-1 0 0 0,0 0 1 0 0,1 0-1 0 0,-1 0 0 0 0,0 0 0 0 0,-1 0 0 0 0,1 0 0 0 0,-1 0 1 0 0,0-1-1 0 0,0 1 0 0 0,0 0 0 0 0,0-9 0 0 0,-1 13-779 0 0,0-1 0 0 0,0 1 0 0 0,-1-1 0 0 0,1 1 1 0 0,0-1-1 0 0,0 1 0 0 0,0-1 0 0 0,0 1 0 0 0,-1-1 0 0 0,1 1 0 0 0,0 0 0 0 0,-1-1 0 0 0,1 1 0 0 0,0-1 0 0 0,-1 1 0 0 0,1 0 1 0 0,0-1-1 0 0,-1 1 0 0 0,1 0 0 0 0,-1-1 0 0 0,1 1 0 0 0,0 0 0 0 0,-1 0 0 0 0,1-1 0 0 0,-1 1 0 0 0,1 0 0 0 0,-1 0 0 0 0,1 0 1 0 0,-1 0-1 0 0,1 0 0 0 0,-1 0 0 0 0,1 0 0 0 0,-2 0 0 0 0,-16 0 703 0 0,6 4-642 0 0,0 0-1 0 0,1 0 0 0 0,-1 1 1 0 0,1 0-1 0 0,0 1 0 0 0,0 0 1 0 0,1 1-1 0 0,0 0 0 0 0,0 1 1 0 0,-11 11-1 0 0,18-17-102 0 0,0 1 0 0 0,0-1 1 0 0,0 1-1 0 0,1 0 0 0 0,-1 0 0 0 0,1 0 0 0 0,0 0 1 0 0,-1 0-1 0 0,1 1 0 0 0,-2 4 0 0 0,2-1-6 0 0,-3 4-17 0 0,5 2 0 0 0,2 0 0 0 0,-2-10-3 0 0,0-1 0 0 0,1 1 0 0 0,-1-1 0 0 0,1 1 0 0 0,0-1 0 0 0,0 0 0 0 0,0 1-1 0 0,0-1 1 0 0,0 0 0 0 0,1 0 0 0 0,1 3 0 0 0,2 1-20 0 0,11 25 19 0 0,2-2 0 0 0,41 52 0 0 0,-25-47-1213 0 0,-25-26-289 0 0,0 1 0 0 0,13 16 1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4:38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24 148 11055 0 0,'-4'0'176'0'0,"2"0"-96"0"0,1 0 1 0 0,0 0 0 0 0,0 0 0 0 0,0 0 0 0 0,0-1-1 0 0,0 1 1 0 0,0 0 0 0 0,0-1 0 0 0,-1 1 0 0 0,1-1-1 0 0,0 1 1 0 0,0-1 0 0 0,1 1 0 0 0,-1-1 0 0 0,-3-2 1513 0 0,9-10 4424 0 0,1 7-5657 0 0,0 1-1 0 0,0 0 1 0 0,1 0 0 0 0,-1 0-1 0 0,1 0 1 0 0,0 1 0 0 0,9-3-1 0 0,57-22-9 0 0,13 6-290 0 0,2-1-2922 0 0,-62 16-4559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4:38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0 13359 0 0,'-44'4'1424'0'0,"28"-2"-1038"0"0,13 0-120 0 0,1-1-4 0 0,1 0 732 0 0,1 0-921 0 0,0-1 0 0 0,0 0 0 0 0,0 1-1 0 0,0-1 1 0 0,-1 0 0 0 0,1 1 0 0 0,0-1 0 0 0,0 0-1 0 0,0 1 1 0 0,0-1 0 0 0,0 0 0 0 0,0 1 0 0 0,0-1-1 0 0,-1 0 1 0 0,1 1 0 0 0,0-1 0 0 0,0 0 0 0 0,0 0-1 0 0,-1 1 1 0 0,1-1 0 0 0,0 0 0 0 0,0 0 0 0 0,-1 1-1 0 0,1-1 1 0 0,-1 0 0 0 0,-5 7 168 0 0,6-5-209 0 0,-1 1 0 0 0,1-1-1 0 0,-1 0 1 0 0,1 1-1 0 0,0-1 1 0 0,0 0-1 0 0,0 4 1 0 0,1 1-178 0 0,0-1 1 0 0,0 1 0 0 0,1-1-1 0 0,0 1 1 0 0,4 9-1 0 0,8 16-5059 0 0,-13-30 4358 0 0,6 14-4403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4:38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1 9215 0 0,'-7'9'816'0'0,"1"1"-656"0"0,1 5-2856 0 0,3 1-576 0 0</inkml:trace>
  <inkml:trace contextRef="#ctx0" brushRef="#br0" timeOffset="1">200 379 12439 0 0,'-13'9'1104'0'0,"-2"3"-880"0"0,3-1-224 0 0,-1 2 0 0 0,1 0 320 0 0,1 0 16 0 0,0 0 8 0 0,-1 1-4240 0 0,1 1-840 0 0</inkml:trace>
  <inkml:trace contextRef="#ctx0" brushRef="#br0" timeOffset="2">155 794 11519 0 0,'-15'13'1024'0'0,"-3"-1"-824"0"0,0 3-200 0 0,-1 0 0 0 0,1 1 896 0 0,2 0 144 0 0,0 0 24 0 0,1 1-5120 0 0,-4-1-1024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4:39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1 14367 0 0,'-20'19'640'0'0,"7"-4"128"0"0,-1 1-616 0 0,-1 2-152 0 0,0 1 0 0 0,2 4 0 0 0,2-2 0 0 0,0 3 80 0 0,-1 2-80 0 0</inkml:trace>
  <inkml:trace contextRef="#ctx0" brushRef="#br0" timeOffset="1">80 756 6911 0 0,'-4'13'691'0'0,"2"0"-1"0"0,-1 0 0 0 0,2 0 0 0 0,0 0 0 0 0,0 25 0 0 0,2-28 777 0 0,-1-1-776 0 0,1 0 0 0 0,0-1 0 0 0,1 1 1 0 0,3 11-1 0 0,0-2-165 0 0,-1-2-750 0 0,-1-5 42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4:39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13879 0 0,'0'0'6631'0'0,"1"2"-5479"0"0,2 5-469 0 0,0 0 0 0 0,0 1 0 0 0,0 0 0 0 0,-1 0 0 0 0,2 11 0 0 0,4 46 839 0 0,-5-40-1254 0 0,-1-11-219 0 0,0 1 1 0 0,1 0-1 0 0,1-1 1 0 0,0 0 0 0 0,10 21-1 0 0,-13-33-129 0 0,3 5 241 0 0,-2-3-2858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4:40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4 245 2759 0 0,'-1'-3'207'0'0,"-1"-13"-192"0"0,2-27 21768 0 0,10 81-20586 0 0,21 69 441 0 0,-23-86-1504 0 0,0-1-1 0 0,1 0 1 0 0,14 22 0 0 0,-14-27-83 0 0,-4-6-39 0 0,0 0 1 0 0,1 0 0 0 0,0 0-1 0 0,1-1 1 0 0,0 0 0 0 0,10 9 0 0 0,-15-15 43 0 0,1-1 8 0 0,-1 0-47 0 0,8 3 156 0 0,-8-5-146 0 0,0 0-1 0 0,0 0 0 0 0,0 0 0 0 0,0-1 1 0 0,0 1-1 0 0,0-1 0 0 0,0 1 0 0 0,0-1 0 0 0,-1 0 1 0 0,1 1-1 0 0,2-5 0 0 0,1-1 9 0 0,-1-1-1 0 0,0 1 1 0 0,0-1 0 0 0,-1 1-1 0 0,0-1 1 0 0,0 0-1 0 0,2-14 1 0 0,5-62 345 0 0,-5 31-273 0 0,4-15-178 0 0,19-113-394 0 0,-23 140-3924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4:40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372 104 7367 0 0,'0'-2'568'0'0,"1"-25"-702"0"0,-1 22 791 0 0,0 0 0 0 0,-1 0 1 0 0,1 1-1 0 0,-1-1 0 0 0,0 0 1 0 0,-2-5-1 0 0,2 8-394 0 0,0 0 1 0 0,0 0 0 0 0,0 0-1 0 0,0 0 1 0 0,-1 0-1 0 0,1 0 1 0 0,0 0-1 0 0,-1 0 1 0 0,0 1 0 0 0,1-1-1 0 0,-1 0 1 0 0,0 1-1 0 0,0 0 1 0 0,1-1-1 0 0,-1 1 1 0 0,0 0 0 0 0,0 0-1 0 0,-1 0 1 0 0,1 0-1 0 0,0 0 1 0 0,0 1-1 0 0,0-1 1 0 0,0 1 0 0 0,-1-1-1 0 0,1 1 1 0 0,0 0-1 0 0,-5 0 1 0 0,-4 1 136 0 0,0 0 1 0 0,0 0-1 0 0,1 1 1 0 0,-1 1-1 0 0,1 0 1 0 0,-1 0-1 0 0,-9 6 1 0 0,-70 37 1175 0 0,81-41-1411 0 0,-7 4 155 0 0,0 1 0 0 0,-14 12 0 0 0,23-17-207 0 0,1 1 0 0 0,0 0 0 0 0,0 1 1 0 0,0-1-1 0 0,1 1 0 0 0,-6 10 0 0 0,10-12-20 0 0,1-3-92 0 0,0 0 0 0 0,1 0-1 0 0,-1-1 1 0 0,1 1 0 0 0,-1 0-1 0 0,1 0 1 0 0,-1 0 0 0 0,1 0 0 0 0,0-1-1 0 0,0 1 1 0 0,0 0 0 0 0,0 0-1 0 0,0-1 1 0 0,0 1 0 0 0,1-1-1 0 0,-1 1 1 0 0,3 1 0 0 0,-1 0-14 0 0,0-1-4 0 0,-1-1-1 0 0,1 1 0 0 0,-1-1 1 0 0,1 1-1 0 0,0-1 0 0 0,-1 0 1 0 0,1 0-1 0 0,0 0 0 0 0,0 0 1 0 0,0-1-1 0 0,3 1 0 0 0,1 1-15 0 0,-1-1-4 0 0,0 0-1 0 0,0-1 0 0 0,0 1 1 0 0,0-1-1 0 0,1 0 1 0 0,-1-1-1 0 0,0 1 1 0 0,0-1-1 0 0,0-1 1 0 0,0 1-1 0 0,0-1 0 0 0,0 0 1 0 0,6-3-1 0 0,0-1-9 0 0,-1 0 0 0 0,0-1 0 0 0,0 0 0 0 0,0-1 0 0 0,10-10 0 0 0,-14 11 58 0 0,-5 4 114 0 0,2-1-188 0 0,-3 4 117 0 0,-1 1 0 0 0,1-1 0 0 0,0 1 0 0 0,-1-1 0 0 0,1 1 0 0 0,0 0 0 0 0,-1-1 0 0 0,1 1 0 0 0,-1 0 0 0 0,1 0 0 0 0,-1-1 0 0 0,0 1 0 0 0,1 0 0 0 0,0 1 0 0 0,18 37 113 0 0,-10-19-103 0 0,1-1-1 0 0,1-1 1 0 0,16 22-1 0 0,73 103-63 0 0,-95-135 0 0 0,-3-4 4 0 0,1-1 0 0 0,-1 1 0 0 0,0 0 0 0 0,-1 0 0 0 0,1 0 0 0 0,-1 1 0 0 0,1-1 0 0 0,-1 0 0 0 0,0 1 0 0 0,-1-1 0 0 0,1 0 0 0 0,-1 1 0 0 0,0-1 0 0 0,0 1 0 0 0,-1 8 0 0 0,0-10 20 0 0,0 1 1 0 0,-1 0-1 0 0,1-1 0 0 0,0 1 0 0 0,-1-1 0 0 0,0 1 0 0 0,0-1 0 0 0,0 0 0 0 0,0 0 1 0 0,-1 0-1 0 0,1 0 0 0 0,-1 0 0 0 0,0-1 0 0 0,0 1 0 0 0,0-1 0 0 0,0 1 1 0 0,0-1-1 0 0,-6 3 0 0 0,-1-1 80 0 0,0 0-1 0 0,0 0 1 0 0,-1-1 0 0 0,1 0 0 0 0,-1-1 0 0 0,-17 2 0 0 0,-66 0 241 0 0,90-4-333 0 0,-39-1-110 0 0,0 0 1 0 0,-77-15 0 0 0,108 12-1169 0 0,6-2-415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4:59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355 78 6911 0 0,'0'0'623'0'0,"1"-1"-514"0"0,8-15 2298 0 0,-8 15-1668 0 0,-1-1-1 0 0,1 0 1 0 0,-1 0 0 0 0,0 0 0 0 0,1 0 0 0 0,-1 1 0 0 0,0-1 0 0 0,0 0 0 0 0,-1 0 0 0 0,1 0 0 0 0,0 0 0 0 0,-1 0 0 0 0,1 0 0 0 0,-1-1 0 0 0,-3-6-2 0 0,4 9-763 0 0,-1-2 227 0 0,0 1 1 0 0,0-1-1 0 0,0 1 1 0 0,0 0-1 0 0,-1-1 1 0 0,1 1-1 0 0,0 0 1 0 0,-1 0-1 0 0,1 0 1 0 0,-1 0-1 0 0,1 0 1 0 0,-1 0-1 0 0,0 0 1 0 0,0 0-1 0 0,1 0 1 0 0,-1 1-1 0 0,0-1 1 0 0,0 1 0 0 0,1 0-1 0 0,-1-1 1 0 0,-2 1-1 0 0,-2-1-13 0 0,0 1 1 0 0,1 0-1 0 0,-1 0 0 0 0,0 0 1 0 0,1 1-1 0 0,-7 1 0 0 0,-15 7 27 0 0,0 1 0 0 0,1 1-1 0 0,0 1 1 0 0,-34 22-1 0 0,15-9-180 0 0,33-19-23 0 0,7-3-2 0 0,1-1-1 0 0,-1 1 1 0 0,0-1-1 0 0,1 2 1 0 0,0-1-1 0 0,-1 0 1 0 0,1 1-1 0 0,0 0 1 0 0,1 0-1 0 0,-1 0 1 0 0,-5 8-1 0 0,9-11-12 0 0,0-1 0 0 0,0 1 0 0 0,0-1 0 0 0,0 1-1 0 0,0-1 1 0 0,0 1 0 0 0,0-1 0 0 0,0 1 0 0 0,0-1-1 0 0,0 1 1 0 0,0-1 0 0 0,1 1 0 0 0,-1-1 0 0 0,0 1-1 0 0,0-1 1 0 0,0 1 0 0 0,1-1 0 0 0,-1 1 0 0 0,0-1-1 0 0,1 1 1 0 0,-1-1 0 0 0,0 0 0 0 0,1 1 0 0 0,-1-1-1 0 0,0 0 1 0 0,1 1 0 0 0,-1-1 0 0 0,1 0 0 0 0,0 1-1 0 0,12 8-16 0 0,-13-9 23 0 0,6 3-5 0 0,0-1 0 0 0,0 1 0 0 0,0-1 0 0 0,1 0 0 0 0,-1 0 0 0 0,11 1 0 0 0,43 1-45 0 0,-20-2 53 0 0,71 14-99 0 0,-94-12 36 0 0,-1 1 0 0 0,1 0 0 0 0,-1 1 0 0 0,22 11 0 0 0,-32-13 10 0 0,0 0 0 0 0,0 0 0 0 0,-1 0 0 0 0,7 6 0 0 0,-11-9 37 0 0,0 0 0 0 0,0 1 0 0 0,0-1 0 0 0,-1 0 0 0 0,1 0 0 0 0,0 0-1 0 0,-1 1 1 0 0,1-1 0 0 0,-1 0 0 0 0,1 0 0 0 0,-1 1 0 0 0,0-1 0 0 0,1 0 0 0 0,-1 1 0 0 0,0-1 0 0 0,0 1-1 0 0,0-1 1 0 0,0 0 0 0 0,0 1 0 0 0,0-1 0 0 0,-1 1 0 0 0,1-1 0 0 0,0 0 0 0 0,-1 1 0 0 0,0 1 0 0 0,0 0 9 0 0,-1 0 1 0 0,1 0 0 0 0,-1 0 0 0 0,0 0 0 0 0,0 0 0 0 0,0 0 0 0 0,0 0 0 0 0,-3 2-1 0 0,-6 4 15 0 0,0 0 0 0 0,0-1 1 0 0,-1 0-1 0 0,0-1 0 0 0,-1 0 0 0 0,1-1 0 0 0,-18 6 0 0 0,2-3-169 0 0,-1-1 0 0 0,-40 6-1 0 0,60-13-269 0 0,1 1 0 0 0,-1-2 0 0 0,1 1 0 0 0,-1-1 0 0 0,1-1 0 0 0,-1 1 0 0 0,1-2-1 0 0,-1 1 1 0 0,-14-5 0 0 0,13 0-2230 0 0,4-3-4916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5:00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0 11519 0 0,'-1'2'887'0'0,"-14"45"628"0"0,12-37 153 0 0,1 0 0 0 0,0 1 0 0 0,1 10 0 0 0,-1 8 759 0 0,0-15-1769 0 0,1-1-1 0 0,1 1 1 0 0,0-1-1 0 0,1 1 1 0 0,3 15-1 0 0,-3-26-612 0 0,0 0 0 0 0,0 1-1 0 0,0-1 1 0 0,0 0 0 0 0,1 0-1 0 0,-1 0 1 0 0,1 0 0 0 0,0 0-1 0 0,0-1 1 0 0,0 1 0 0 0,0 0-1 0 0,1-1 1 0 0,-1 1 0 0 0,0-1 0 0 0,1 0-1 0 0,0 0 1 0 0,0 0 0 0 0,-1 0-1 0 0,1-1 1 0 0,0 1 0 0 0,0-1-1 0 0,1 1 1 0 0,-1-1 0 0 0,0 0-1 0 0,6 1 1 0 0,-5-2-105 0 0,0 1 0 0 0,0-1 0 0 0,0 0 0 0 0,0 0 0 0 0,0-1 0 0 0,0 1 0 0 0,-1-1 1 0 0,1 0-1 0 0,0 0 0 0 0,0 0 0 0 0,-1 0 0 0 0,1-1 0 0 0,0 1 0 0 0,3-4 0 0 0,7-3-316 0 0,-1-1 1 0 0,14-12-1 0 0,-10 8-11 0 0,1-2-252 0 0,-2-1-1 0 0,0 0 1 0 0,0-1 0 0 0,21-33 0 0 0,-2-9-1349 0 0,-34 57 1649 0 0,-1 7 572 0 0,-1-1 84 0 0,0 1 0 0 0,0 0 0 0 0,-4 8 0 0 0,0 3 258 0 0,4-10-465 0 0,-1-1 0 0 0,1 1 0 0 0,1 0 0 0 0,-1-1 0 0 0,1 1-1 0 0,0 0 1 0 0,0 0 0 0 0,0-1 0 0 0,1 1 0 0 0,0 0 0 0 0,0-1 0 0 0,1 1 0 0 0,-1-1 0 0 0,1 1-1 0 0,0-1 1 0 0,1 0 0 0 0,-1 0 0 0 0,1 0 0 0 0,0 0 0 0 0,1 0 0 0 0,-1-1 0 0 0,1 1 0 0 0,5 4-1 0 0,-5-6-271 0 0,-1-1 1 0 0,1 0-1 0 0,1 0 0 0 0,-1 0 0 0 0,0-1 0 0 0,0 0 0 0 0,0 1 0 0 0,1-1 0 0 0,-1-1 0 0 0,9 1 0 0 0,-9 0-158 0 0,10-1-525 0 0,0 0 1 0 0,0-1-1 0 0,0 0 0 0 0,-1-1 0 0 0,1-1 0 0 0,15-5 1 0 0,-16 5 189 0 0,-8 1 415 0 0,1 1-1 0 0,0-1 0 0 0,-1-1 1 0 0,0 1-1 0 0,1-1 0 0 0,-1 0 1 0 0,0 0-1 0 0,0 0 1 0 0,-1-1-1 0 0,1 0 0 0 0,-1 0 1 0 0,0 0-1 0 0,7-8 0 0 0,-6 5 154 0 0,0-1-1 0 0,-1 0 1 0 0,0 0 0 0 0,0 0-1 0 0,0 0 1 0 0,-1-1-1 0 0,0 1 1 0 0,1-12-1 0 0,1 1 1548 0 0,-4 15 1404 0 0,-2 13-1229 0 0,-1 8-586 0 0,0 0 1 0 0,2-1-1 0 0,0 1 1 0 0,1 0-1 0 0,5 32 1 0 0,1-16-230 0 0,22 63 0 0 0,-16-64-727 0 0,18 35 0 0 0,4-5-2775 0 0,-24-46 1035 0 0,-5-10-1423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5:00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13359 0 0,'3'1'10452'0'0,"11"4"-10240"0"0,0-1 0 0 0,1 0 0 0 0,0-1 0 0 0,0-1 0 0 0,22 1 0 0 0,-12 0-167 0 0,28 5 0 0 0,-45-7-108 0 0,-1 1 0 0 0,0 1 1 0 0,1-1-1 0 0,-1 1 0 0 0,0 1 1 0 0,0-1-1 0 0,12 10 0 0 0,-16-11 23 0 0,0 0 0 0 0,0 1 0 0 0,0 0 0 0 0,0 0 0 0 0,0 0 0 0 0,-1 0 0 0 0,0 0 0 0 0,1 0 0 0 0,-1 0 0 0 0,0 1 0 0 0,-1-1 0 0 0,1 1 0 0 0,0 0 0 0 0,-1-1 0 0 0,1 7 0 0 0,-1-5 25 0 0,-1 0-1 0 0,0-1 1 0 0,0 1 0 0 0,0 0 0 0 0,0-1-1 0 0,-1 1 1 0 0,0 0 0 0 0,0-1 0 0 0,0 1-1 0 0,-1-1 1 0 0,-3 7 0 0 0,-1 1 28 0 0,-1 0 0 0 0,0-1 0 0 0,-1 1 0 0 0,-1-2 0 0 0,0 1 0 0 0,0-1 0 0 0,-21 17 0 0 0,0-5-372 0 0,13-11-3280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5:00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5063 0 0,'-5'25'22008'0'0,"5"-13"-21504"0"0,13-5-7856 0 0,2-5-1480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5:01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13359 0 0,'0'0'11956'0'0,"1"3"-10493"0"0,2 16-696 0 0,2 1 0 0 0,0-1 0 0 0,1 0 1 0 0,10 23-1 0 0,3 0-523 0 0,-9-20-81 0 0,0 0 1 0 0,1-1-1 0 0,1 0 1 0 0,1-1-1 0 0,16 19 1 0 0,-21-31-164 0 0,0-3-12 0 0,-7-5 7 0 0,0 0 0 0 0,0 1 0 0 0,0-1 0 0 0,0 0-1 0 0,0 0 1 0 0,0 1 0 0 0,0-1 0 0 0,0 0 0 0 0,0 0 0 0 0,0 0 0 0 0,0 0 0 0 0,0-1 0 0 0,0 1-1 0 0,0 0 1 0 0,0 0 0 0 0,0 0 0 0 0,0-1 0 0 0,0 1 0 0 0,0-1 0 0 0,0 1 0 0 0,0-1 0 0 0,0 1-1 0 0,-1-1 1 0 0,1 1 0 0 0,0-1 0 0 0,0 0 0 0 0,0 1 0 0 0,-1-1 0 0 0,1 0 0 0 0,0 0 0 0 0,-1 1-1 0 0,1-1 1 0 0,-1 0 0 0 0,1 0 0 0 0,-1 0 0 0 0,1 0 0 0 0,-1-1 0 0 0,3-4 7 0 0,0 0-1 0 0,-1-1 1 0 0,0 1 0 0 0,1-7 0 0 0,1-8-40 0 0,0-21 1 0 0,1-4-246 0 0,0 11 14 0 0,3-24-1072 0 0,-6 53 791 0 0,-1-1 0 0 0,1 1 0 0 0,0 0 0 0 0,1 0-1 0 0,-1 0 1 0 0,6-9 0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5:01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297 126 15519 0 0,'0'0'712'0'0,"-2"0"-16"0"0,-3-2-521 0 0,0 1-1 0 0,0 0 1 0 0,0 0-1 0 0,0 0 1 0 0,0 0-1 0 0,1 1 1 0 0,-1 0 0 0 0,0 0-1 0 0,0 0 1 0 0,0 1-1 0 0,0 0 1 0 0,0 0-1 0 0,0 0 1 0 0,0 0-1 0 0,1 1 1 0 0,-1 0-1 0 0,0 0 1 0 0,1 0-1 0 0,0 1 1 0 0,-7 4 0 0 0,-6 4 1386 0 0,-26 26 1 0 0,4-5 417 0 0,30-25-1520 0 0,0 1 0 0 0,0 0 1 0 0,1 0-1 0 0,0 1 0 0 0,0 0 0 0 0,1 0 0 0 0,0 0 1 0 0,0 1-1 0 0,-9 21 0 0 0,16-30-459 0 0,0-1 0 0 0,0 1 1 0 0,0-1-1 0 0,0 1 0 0 0,0-1 0 0 0,0 1 0 0 0,1-1 1 0 0,-1 1-1 0 0,0-1 0 0 0,0 0 0 0 0,1 1 0 0 0,-1-1 1 0 0,0 1-1 0 0,0-1 0 0 0,1 1 0 0 0,-1-1 0 0 0,0 0 1 0 0,1 1-1 0 0,-1-1 0 0 0,1 0 0 0 0,-1 0 0 0 0,1 1 1 0 0,9 6-141 0 0,-7-6 65 0 0,1 1-1 0 0,-1-1 0 0 0,1 0 0 0 0,-1 0 0 0 0,1-1 1 0 0,0 1-1 0 0,-1-1 0 0 0,1 1 0 0 0,0-1 0 0 0,0 0 1 0 0,-1-1-1 0 0,1 1 0 0 0,0-1 0 0 0,-1 1 1 0 0,7-3-1 0 0,7-2-439 0 0,-1-1 1 0 0,16-9-1 0 0,-29 14 454 0 0,13-6-399 0 0,0-1-1 0 0,-1-1 1 0 0,18-13 0 0 0,-27 18 240 0 0,-1-1 1 0 0,1-1 0 0 0,-1 1 0 0 0,0-1-1 0 0,0 1 1 0 0,0-1 0 0 0,-1-1 0 0 0,0 1-1 0 0,0-1 1 0 0,3-8 0 0 0,-7 20 352 0 0,-3 48 328 0 0,3-48-430 0 0,0 1 0 0 0,0-1-1 0 0,1 0 1 0 0,-1 0 0 0 0,1 0-1 0 0,0 0 1 0 0,1 0 0 0 0,-1 0-1 0 0,5 9 1 0 0,-5-12-31 0 0,1 1 0 0 0,-1-1-1 0 0,1 0 1 0 0,0 0 0 0 0,0 1 0 0 0,0-1-1 0 0,0 0 1 0 0,0 0 0 0 0,0-1 0 0 0,0 1-1 0 0,1 0 1 0 0,-1-1 0 0 0,5 3 0 0 0,-1-1-38 0 0,-4-2-25 0 0,0-1-1 0 0,0 1 1 0 0,1 0 0 0 0,-1-1 0 0 0,0 1 0 0 0,0-1 0 0 0,1 0 0 0 0,-1 1-1 0 0,0-1 1 0 0,0 0 0 0 0,1-1 0 0 0,-1 1 0 0 0,3-1 0 0 0,26-8-611 0 0,-30 9 638 0 0,14-6-434 0 0,-1-1-1 0 0,0-1 0 0 0,0 0 0 0 0,0-1 0 0 0,-1 0 1 0 0,-1-1-1 0 0,1-1 0 0 0,18-21 0 0 0,-19 18 167 0 0,-1 0 1 0 0,0-1-1 0 0,-2 0 0 0 0,14-27 1 0 0,-22 41 916 0 0,-3 13 1190 0 0,-2 21-6 0 0,1-1 1 0 0,1 1-1 0 0,3 36 1 0 0,3-39-1543 0 0,1 1 0 0 0,2-1 0 0 0,10 32 1 0 0,38 84 779 0 0,-40-109-971 0 0,-10-21-169 0 0,0-1 1 0 0,3 25-1 0 0,-4-22 44 0 0,-4-18 55 0 0,0 1-1 0 0,0-1 0 0 0,0 1 0 0 0,0-1 0 0 0,0 1 0 0 0,0-1 0 0 0,-1 1 0 0 0,1-1 0 0 0,0 1 1 0 0,0-1-1 0 0,0 1 0 0 0,0-1 0 0 0,-1 0 0 0 0,1 1 0 0 0,0-1 0 0 0,0 1 0 0 0,-1-1 0 0 0,1 1 1 0 0,0-1-1 0 0,-1 0 0 0 0,1 1 0 0 0,0-1 0 0 0,-1 0 0 0 0,1 1 0 0 0,-1-1 0 0 0,1 0 1 0 0,-1 0-1 0 0,1 1 0 0 0,0-1 0 0 0,-1 0 0 0 0,1 0 0 0 0,-1 0 0 0 0,0 1 0 0 0,0-1 0 0 0,0 0 0 0 0,-1 1-1 0 0,1-1 1 0 0,0 0 0 0 0,0 0-1 0 0,-1 0 1 0 0,1 0 0 0 0,0 0-1 0 0,0 0 1 0 0,-1 0 0 0 0,1 0-1 0 0,-2-1 1 0 0,0 0-25 0 0,-1-1 0 0 0,1 0-1 0 0,0 0 1 0 0,0-1 0 0 0,0 1-1 0 0,0-1 1 0 0,0 1 0 0 0,0-1 0 0 0,1 0-1 0 0,-1 0 1 0 0,1 0 0 0 0,-2-4-1 0 0,-4-7-141 0 0,-10-24 0 0 0,14 27 86 0 0,-17-38-1230 0 0,2-1 0 0 0,-18-83 0 0 0,30 98 805 0 0,1 1 0 0 0,2-1 0 0 0,2 0 0 0 0,1 0 0 0 0,4-36 0 0 0,-2 57 518 0 0,1 0 0 0 0,0 1 0 0 0,1-1-1 0 0,0 1 1 0 0,1-1 0 0 0,1 1 0 0 0,0 0 0 0 0,0 0-1 0 0,12-16 1 0 0,-15 25 143 0 0,1 1 1 0 0,0 0-1 0 0,1 0 0 0 0,-1 0 0 0 0,1 0 0 0 0,-1 1 0 0 0,1-1 0 0 0,0 1 1 0 0,0 0-1 0 0,0 0 0 0 0,0 0 0 0 0,0 1 0 0 0,0-1 0 0 0,0 1 1 0 0,1 0-1 0 0,-1 0 0 0 0,1 1 0 0 0,4-1 0 0 0,4 0 129 0 0,0 1-1 0 0,0 1 1 0 0,1 0-1 0 0,22 5 0 0 0,-29-4-327 0 0,0 0-1 0 0,0 0 0 0 0,0 0 1 0 0,-1 1-1 0 0,1 0 0 0 0,-1 0 0 0 0,1 1 1 0 0,-1 0-1 0 0,0 0 0 0 0,5 5 0 0 0,-8-6-25 0 0,0 0 0 0 0,-1-1 0 0 0,1 1 0 0 0,-1 0 0 0 0,0 0 0 0 0,0 1-1 0 0,0-1 1 0 0,0 0 0 0 0,-1 1 0 0 0,1-1 0 0 0,-1 1 0 0 0,0-1-1 0 0,0 1 1 0 0,0 0 0 0 0,0 0 0 0 0,-1-1 0 0 0,0 1 0 0 0,1 0-1 0 0,-2 0 1 0 0,1 5 0 0 0,-2 0-68 0 0,0 0 1 0 0,-1 0-1 0 0,1 0 0 0 0,-2-1 0 0 0,1 1 1 0 0,-1-1-1 0 0,0 0 0 0 0,-6 8 0 0 0,-13 16-5574 0 0,9-14-635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5:02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0 19351 0 0,'0'0'1888'0'0,"-7"7"144"0"0,2 1 2336 0 0,-1-1-2136 0 0,-1-1-1712 0 0,1-1-520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5:02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352 22 13823 0 0,'0'0'630'0'0,"-2"-1"-13"0"0,-3-2-409 0 0,-2 0-146 0 0,0-1-1 0 0,0 2 1 0 0,-10-4-1 0 0,14 5 458 0 0,-1 0-1 0 0,0 1 1 0 0,1 0-1 0 0,-1-1 1 0 0,0 1-1 0 0,-4 1 1 0 0,-6 1 826 0 0,-1 1 1 0 0,0 0-1 0 0,1 1 1 0 0,-20 8-1 0 0,18-5-1115 0 0,1 1-1 0 0,0 0 1 0 0,0 2-1 0 0,1-1 0 0 0,0 2 1 0 0,-15 14-1 0 0,-18 17-40 0 0,40-35-178 0 0,7-6-11 0 0,0-1 0 0 0,0 0 0 0 0,0 1 0 0 0,0-1 0 0 0,0 1 0 0 0,0-1 0 0 0,-1 0 0 0 0,1 1 0 0 0,0-1 0 0 0,0 1 0 0 0,0-1 0 0 0,0 0 0 0 0,0 1 0 0 0,0-1 0 0 0,1 1 0 0 0,-1-1 0 0 0,0 0 0 0 0,0 1 0 0 0,0-1 0 0 0,0 1 0 0 0,0-1 0 0 0,1 0 0 0 0,-1 1 0 0 0,0-1 0 0 0,2 3 0 0 0,1 1 0 0 0,16 3 0 0 0,-6-4 0 0 0,0 0 0 0 0,19 2 0 0 0,10 2 0 0 0,-29-3 0 0 0,0 2 0 0 0,-2 1 0 0 0,-10-5 6 0 0,0 0 0 0 0,0 0 0 0 0,0 0 0 0 0,0 0 0 0 0,0 0 0 0 0,0 0 0 0 0,0 0 0 0 0,-1 0 0 0 0,1 0 0 0 0,-1 1 0 0 0,0-1 0 0 0,0 0 0 0 0,1 0 0 0 0,-1 0 0 0 0,-1 0 0 0 0,1 1 0 0 0,0-1 0 0 0,0 0 0 0 0,-1 0 0 0 0,1 0 0 0 0,-1 0 0 0 0,0 0 0 0 0,0 0 0 0 0,0 0 0 0 0,0 0 0 0 0,0 0 0 0 0,-1 2 0 0 0,-3 4 39 0 0,-1 0 0 0 0,0 0-1 0 0,0 0 1 0 0,-13 11 0 0 0,-3 1-192 0 0,-1-1 0 0 0,-1 0 0 0 0,-38 21 0 0 0,61-39-948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5:03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11055 0 0,'0'0'852'0'0,"0"3"-202"0"0,4 27 4489 0 0,4 44 1189 0 0,-4-47-5153 0 0,1-1 0 0 0,10 31 1 0 0,-13-51-1076 0 0,0-1 0 0 0,1 0 0 0 0,-1 0 0 0 0,1 0 0 0 0,0 0 0 0 0,0 0 0 0 0,1-1 0 0 0,0 1 0 0 0,6 5 0 0 0,5 3 23 0 0,-11-12-125 0 0,-1-1 13 0 0,-2 1-12 0 0,1 0 0 0 0,0-1 1 0 0,0 1-1 0 0,0-1 0 0 0,0 0 1 0 0,0 1-1 0 0,0-1 0 0 0,0 0 1 0 0,0 0-1 0 0,1 0 0 0 0,-1 0 1 0 0,0-1-1 0 0,0 1 0 0 0,0-1 1 0 0,0 1-1 0 0,0-1 0 0 0,3-1 0 0 0,-2 1-30 0 0,1-1-1 0 0,-1 0 1 0 0,1 0-1 0 0,-1-1 0 0 0,0 1 1 0 0,1 0-1 0 0,3-5 0 0 0,1-4-123 0 0,0-1 0 0 0,-1 0 0 0 0,0 0 0 0 0,-1-1 0 0 0,0 0-1 0 0,-1 0 1 0 0,6-21 0 0 0,-5 10-282 0 0,-2-1 0 0 0,0 0 0 0 0,0-35 0 0 0,1 1-2084 0 0,-6 66 2569 0 0,1 0 0 0 0,0 0 1 0 0,1 0-1 0 0,0 0 0 0 0,0 0 1 0 0,0 0-1 0 0,1 0 0 0 0,4 12 1 0 0,-4-14-54 0 0,1 0 0 0 0,-1 0 1 0 0,1 0-1 0 0,0 0 0 0 0,0 0 0 0 0,0 0 1 0 0,1-1-1 0 0,0 0 0 0 0,0 0 1 0 0,0 0-1 0 0,8 7 0 0 0,-8-8-293 0 0,0 0-1 0 0,1-1 1 0 0,-1 1-1 0 0,0-1 0 0 0,1 0 1 0 0,-1 0-1 0 0,1 0 0 0 0,0 0 1 0 0,0-1-1 0 0,0 0 0 0 0,-1 0 1 0 0,1 0-1 0 0,7-1 0 0 0,0-1-1741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5:03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11975 0 0,'0'0'547'0'0,"-1"2"-11"0"0,-1 9-151 0 0,1 0 1 0 0,0 0-1 0 0,0 21 1 0 0,3-19 1417 0 0,-1 0 0 0 0,1 0 0 0 0,5 15 1 0 0,-1-8-1354 0 0,1-1 0 0 0,0-1 0 0 0,2 1 0 0 0,0-1 0 0 0,1-1 0 0 0,0 0 0 0 0,2 0 0 0 0,17 19 0 0 0,7 13-402 0 0,-35-47-125 0 0,-1-4-129 0 0,-1-1 165 0 0,1 1-1 0 0,-1-1 1 0 0,0 1-1 0 0,0 0 1 0 0,-2-4-1 0 0,-1-5-50 0 0,1 2-2 0 0,1 4 66 0 0,0 0-1 0 0,1 1 1 0 0,-1-1 0 0 0,1 0-1 0 0,0-1 1 0 0,1 1 0 0 0,-1 0-1 0 0,1 0 1 0 0,0 0-1 0 0,0 0 1 0 0,0 0 0 0 0,1-1-1 0 0,0 1 1 0 0,0 0-1 0 0,0 0 1 0 0,1 0 0 0 0,0 0-1 0 0,2-5 1 0 0,-2 7-68 0 0,6-3 36 0 0,5 0 49 0 0,-8 5 26 0 0,0 0 0 0 0,0 0-1 0 0,0 1 1 0 0,0 0 0 0 0,0 0 0 0 0,0 0 0 0 0,0 1-1 0 0,0-1 1 0 0,0 1 0 0 0,10 3 0 0 0,-3 1 29 0 0,0-1 1 0 0,-1 2 0 0 0,14 7-1 0 0,-12-4-33 0 0,7 6-11 0 0,-17-11 0 0 0,14 15 8 0 0,-14-9 42 0 0,-2-6-7 0 0,-1-1-19 0 0,0-1 0 0 0,1 0 0 0 0,-1 1-1 0 0,0-1 1 0 0,-1 1 0 0 0,1-1 0 0 0,0 1-1 0 0,-1-1 1 0 0,1 0 0 0 0,-1 1 0 0 0,0-1 0 0 0,-2 5-1 0 0,1-3 36 0 0,0 0 0 0 0,-1 1 0 0 0,1-1-1 0 0,-7 7 1 0 0,-2 1 74 0 0,0-1 0 0 0,-1 0 0 0 0,0-1 0 0 0,-27 18 0 0 0,31-24-1292 0 0,-1 0-1 0 0,1 0 1 0 0,-13 4 0 0 0,8-4-6773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5:04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0 18431 0 0,'0'0'816'0'0,"-10"0"168"0"0,2 0 5232 0 0,26 3-17368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5:04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4607 0 0,'0'3'11364'0'0,"-1"15"-9129"0"0,0 0 0 0 0,2 0-1 0 0,3 21 1 0 0,-1-18-1543 0 0,1 0 1 0 0,1 0-1 0 0,0-1 1 0 0,17 38-1 0 0,-19-54-633 0 0,-1 1-1 0 0,1 0 1 0 0,0-1-1 0 0,0 1 0 0 0,1-1 1 0 0,-1 0-1 0 0,1 0 1 0 0,0 0-1 0 0,0-1 1 0 0,0 1-1 0 0,0-1 0 0 0,1 0 1 0 0,-1 0-1 0 0,1-1 1 0 0,9 5-1 0 0,-12-7-85 0 0,0 0 0 0 0,0 0 0 0 0,0 0 1 0 0,0 0-1 0 0,0 0 0 0 0,0-1 0 0 0,0 1 0 0 0,0-1 0 0 0,0 1 0 0 0,0-1 1 0 0,0 0-1 0 0,0 0 0 0 0,0 0 0 0 0,-1 0 0 0 0,1 0 0 0 0,0 0 0 0 0,-1 0 1 0 0,1-1-1 0 0,-1 1 0 0 0,3-3 0 0 0,0-1-38 0 0,0 0-1 0 0,0 0 1 0 0,-1 0-1 0 0,0 0 1 0 0,0 0 0 0 0,-1-1-1 0 0,1 1 1 0 0,-1-1-1 0 0,2-8 1 0 0,9-57-633 0 0,-10 55 523 0 0,1-29-259 0 0,-3 28 214 0 0,6-27 0 0 0,-6 42 322 0 0,0 4 154 0 0,7 17 303 0 0,7 22 1 0 0,-8-20-173 0 0,13 25 1 0 0,-17-39-426 0 0,0-1 1 0 0,1 0 0 0 0,0 0-1 0 0,0-1 1 0 0,1 1 0 0 0,-1-1-1 0 0,1 0 1 0 0,8 6 0 0 0,-10-8-300 0 0,-2-2 99 0 0,1 0 1 0 0,-1 0-1 0 0,0 1 0 0 0,1-1 1 0 0,-1-1-1 0 0,1 1 0 0 0,0 0 1 0 0,-1 0-1 0 0,1 0 0 0 0,-1-1 0 0 0,1 1 1 0 0,3 0-1 0 0,7-1-1754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5:05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13359 0 0,'0'0'1424'0'0,"-11"2"5360"0"0,14 12-7192 0 0,7 1-1464 0 0,1-4 840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5:05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0 11519 0 0,'-2'1'887'0'0,"-7"2"-110"0"0,0 1-1 0 0,-1 0 1 0 0,1 1 0 0 0,1 0-1 0 0,-1 0 1 0 0,1 1 0 0 0,0 0-1 0 0,-13 13 1 0 0,0 2 1557 0 0,-31 43-1 0 0,41-46-1734 0 0,9-14-530 0 0,2 5-68 0 0,11-1-43 0 0,2-2 31 0 0,8 5 283 0 0,0 0 1 0 0,20 14-1 0 0,-35-20-82 0 0,0 1 0 0 0,0-1 0 0 0,-1 1 0 0 0,0 1-1 0 0,0-1 1 0 0,0 0 0 0 0,7 14 0 0 0,14 32 432 0 0,32 89-1 0 0,-18-41-1016 0 0,-40-98-365 0 0</inkml:trace>
  <inkml:trace contextRef="#ctx0" brushRef="#br0" timeOffset="1">7 479 13359 0 0,'0'0'1027'0'0,"2"-1"-344"0"0,-2 1-573 0 0,49-25 8064 0 0,1 0-4718 0 0,104-46-3550 0 0,-107 46-2250 0 0,-6-3-4046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5:05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0 27271 0 0,'-2'2'1249'0'0,"-28"7"1265"0"0,28-8-1006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4:11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95 104 19663 0 0,'0'0'6029'0'0,"3"-10"-3505"0"0,-2 10-2467 0 0,0-1-1 0 0,-1 0 0 0 0,1 0 1 0 0,0 0-1 0 0,0 1 0 0 0,0-1 1 0 0,0 1-1 0 0,0-1 0 0 0,0 1 1 0 0,0-1-1 0 0,0 1 0 0 0,0-1 1 0 0,0 1-1 0 0,0 0 0 0 0,0 0 1 0 0,1-1-1 0 0,-1 1 0 0 0,0 0 1 0 0,0 0-1 0 0,0 0 0 0 0,0 0 1 0 0,0 0-1 0 0,2 1 0 0 0,-1-1-9 0 0,0 1-1 0 0,-1 0 0 0 0,1 0 0 0 0,0 0 1 0 0,0 0-1 0 0,0 0 0 0 0,-1 1 0 0 0,1-1 1 0 0,0 0-1 0 0,-1 1 0 0 0,3 2 0 0 0,0 1 29 0 0,-1 0-1 0 0,1 1 0 0 0,-1-1 1 0 0,0 0-1 0 0,-1 1 0 0 0,1 0 0 0 0,3 11 1 0 0,-6-13-44 0 0,1-1 1 0 0,-1 1-1 0 0,0 0 1 0 0,0 0 0 0 0,0-1-1 0 0,0 1 1 0 0,-1 0 0 0 0,0-1-1 0 0,1 1 1 0 0,-1 0-1 0 0,0-1 1 0 0,-1 1 0 0 0,1-1-1 0 0,-1 0 1 0 0,1 1-1 0 0,-1-1 1 0 0,0 0 0 0 0,0 0-1 0 0,-1 0 1 0 0,1 0-1 0 0,-1 0 1 0 0,1-1 0 0 0,-1 1-1 0 0,0-1 1 0 0,0 0-1 0 0,0 0 1 0 0,0 0 0 0 0,-5 3-1 0 0,4-3-17 0 0,1-1 0 0 0,-1 1 0 0 0,1-1 0 0 0,-1 1 1 0 0,0-1-1 0 0,0 0 0 0 0,1-1 0 0 0,-1 1 0 0 0,0-1 0 0 0,0 0 0 0 0,0 1 0 0 0,0-2 0 0 0,0 1 0 0 0,0 0 0 0 0,1-1 0 0 0,-1 0 0 0 0,0 0 1 0 0,0 0-1 0 0,1 0 0 0 0,-1 0 0 0 0,0-1 0 0 0,1 0 0 0 0,0 0 0 0 0,-1 0 0 0 0,1 0 0 0 0,0 0 0 0 0,-4-4 0 0 0,5 3-13 0 0,-1 0 0 0 0,1-1-1 0 0,0 1 1 0 0,0 0-1 0 0,1-1 1 0 0,-1 0 0 0 0,1 1-1 0 0,0-1 1 0 0,0 0-1 0 0,0 1 1 0 0,0-1 0 0 0,0 0-1 0 0,1 0 1 0 0,0 0 0 0 0,0 0-1 0 0,0 0 1 0 0,0 0-1 0 0,2-5 1 0 0,-1 1-1 0 0,0 0 0 0 0,1 0 0 0 0,0 0-1 0 0,1 1 1 0 0,0-1 0 0 0,0 1 0 0 0,8-15 0 0 0,-5 15 0 0 0,0 0-1 0 0,0 0 1 0 0,0 1 0 0 0,0 0-1 0 0,1 0 1 0 0,0 0-1 0 0,1 1 1 0 0,-1 0 0 0 0,1 1-1 0 0,0-1 1 0 0,0 1 0 0 0,15-4-1 0 0,-18 6 2 0 0,0 1 0 0 0,1-1 0 0 0,-1 1-1 0 0,0 1 1 0 0,1-1 0 0 0,-1 1 0 0 0,1 0 0 0 0,-1 0-1 0 0,10 2 1 0 0,-11-1 3 0 0,0 0-1 0 0,0 1 0 0 0,0-1 1 0 0,-1 1-1 0 0,1 0 0 0 0,-1-1 1 0 0,1 2-1 0 0,-1-1 0 0 0,0 0 1 0 0,0 1-1 0 0,0-1 0 0 0,0 1 1 0 0,0 0-1 0 0,3 5 0 0 0,-3-4 6 0 0,-1-1 0 0 0,1 1 0 0 0,-1 0 0 0 0,0 0 0 0 0,0 1 0 0 0,-1-1-1 0 0,0 0 1 0 0,1 1 0 0 0,-1-1 0 0 0,0 0 0 0 0,-1 1 0 0 0,1-1 0 0 0,-1 1-1 0 0,0 0 1 0 0,0-1 0 0 0,-1 1 0 0 0,1-1 0 0 0,-1 1 0 0 0,0-1 0 0 0,0 0 0 0 0,-1 1-1 0 0,1-1 1 0 0,-3 5 0 0 0,1-3 4 0 0,0 0 1 0 0,0-1-1 0 0,-1 1 1 0 0,0-1-1 0 0,0 0 0 0 0,0 0 1 0 0,0 0-1 0 0,-1-1 0 0 0,0 1 1 0 0,0-1-1 0 0,0 0 1 0 0,0-1-1 0 0,-1 1 0 0 0,0-1 1 0 0,-9 4-1 0 0,9-5-3 0 0,-1 0 0 0 0,1 0 0 0 0,-1-1 1 0 0,0 1-1 0 0,1-1 0 0 0,-1-1 0 0 0,0 0 0 0 0,0 0 0 0 0,0 0 0 0 0,0 0 0 0 0,-6-3 1 0 0,10 3-13 0 0,0-1 1 0 0,0 0-1 0 0,0 0 1 0 0,1 0 0 0 0,-1 0-1 0 0,0 0 1 0 0,1-1 0 0 0,-1 1-1 0 0,1-1 1 0 0,-1 0-1 0 0,1 0 1 0 0,0 0 0 0 0,0 0-1 0 0,0 0 1 0 0,0 0-1 0 0,0 0 1 0 0,0-1 0 0 0,1 1-1 0 0,-1-1 1 0 0,1 1-1 0 0,-1-1 1 0 0,1 0 0 0 0,0 0-1 0 0,0 1 1 0 0,0-1-1 0 0,1 0 1 0 0,-1-4 0 0 0,0 1-2 0 0,1 0 0 0 0,0 0-1 0 0,0 0 1 0 0,1 0 0 0 0,0-1 0 0 0,0 1 0 0 0,1 1 0 0 0,-1-1 0 0 0,1 0 0 0 0,0 0 0 0 0,1 1 0 0 0,-1-1 0 0 0,1 1-1 0 0,0 0 1 0 0,1-1 0 0 0,-1 2 0 0 0,1-1 0 0 0,7-7 0 0 0,-5 6 2 0 0,0 0 0 0 0,1 1-1 0 0,-1-1 1 0 0,1 1 0 0 0,0 0 0 0 0,1 1-1 0 0,-1 0 1 0 0,1 0 0 0 0,0 1 0 0 0,0 0-1 0 0,0 0 1 0 0,14-3 0 0 0,-19 6 1 0 0,0 0 0 0 0,0-1 1 0 0,0 1-1 0 0,0 0 0 0 0,0 1 0 0 0,0-1 1 0 0,0 0-1 0 0,0 1 0 0 0,0 0 0 0 0,-1 0 0 0 0,1 0 1 0 0,0 0-1 0 0,0 0 0 0 0,-1 0 0 0 0,1 1 1 0 0,2 1-1 0 0,-1 0-1 0 0,-1 0 0 0 0,1 0 0 0 0,-1 0 0 0 0,0 0 0 0 0,0 1 0 0 0,-1 0 0 0 0,1-1 0 0 0,-1 1 0 0 0,4 8 0 0 0,-3-6 6 0 0,0 1 0 0 0,-1 0 0 0 0,0 0 0 0 0,-1-1 0 0 0,1 1 0 0 0,-1 0 0 0 0,0 1 0 0 0,-1-1 0 0 0,0 0 0 0 0,0 0 0 0 0,-1 0 0 0 0,1 0 0 0 0,-4 10 0 0 0,3-13-1 0 0,-1 0-1 0 0,0 0 1 0 0,0 0 0 0 0,-1 0-1 0 0,1 0 1 0 0,-1-1 0 0 0,0 1-1 0 0,0-1 1 0 0,0 1 0 0 0,0-1-1 0 0,-1 0 1 0 0,1-1 0 0 0,-1 1-1 0 0,0 0 1 0 0,0-1 0 0 0,0 0-1 0 0,0 0 1 0 0,0 0 0 0 0,0 0-1 0 0,0-1 1 0 0,-1 0 0 0 0,1 0-1 0 0,-7 1 1 0 0,3-1 2 0 0,1 0 1 0 0,-1 0-1 0 0,0-1 0 0 0,1 0 0 0 0,-1 0 1 0 0,0-1-1 0 0,1 0 0 0 0,-1-1 1 0 0,1 1-1 0 0,0-1 0 0 0,-1-1 0 0 0,1 1 1 0 0,-10-6-1 0 0,14 6-10 0 0,0 0 1 0 0,0 0-1 0 0,0-1 0 0 0,1 1 1 0 0,-1-1-1 0 0,1 0 0 0 0,-1 1 0 0 0,1-1 1 0 0,0 0-1 0 0,0-1 0 0 0,0 1 1 0 0,0 0-1 0 0,1 0 0 0 0,-1-1 1 0 0,1 1-1 0 0,0-1 0 0 0,0 1 1 0 0,0-1-1 0 0,1 0 0 0 0,-1 1 0 0 0,1-1 1 0 0,0 0-1 0 0,0 1 0 0 0,0-1 1 0 0,1-5-1 0 0,0 4-1 0 0,-1 1 1 0 0,1-1-1 0 0,1 1 1 0 0,-1 0-1 0 0,0-1 1 0 0,1 1-1 0 0,0 0 0 0 0,0 0 1 0 0,1 0-1 0 0,-1 0 1 0 0,1 1-1 0 0,-1-1 1 0 0,1 1-1 0 0,0-1 0 0 0,1 1 1 0 0,-1 0-1 0 0,0 0 1 0 0,1 0-1 0 0,0 1 1 0 0,6-4-1 0 0,-4 2 5 0 0,1 1 0 0 0,0 0 0 0 0,-1 0 0 0 0,1 1 0 0 0,0 0 0 0 0,1 0 0 0 0,-1 1 0 0 0,0 0 0 0 0,0 0 0 0 0,11 0 0 0 0,-17 1 0 0 0,0 0 0 0 0,1 0 0 0 0,-1 0 0 0 0,0 0 0 0 0,0 0 0 0 0,0 0 0 0 0,0 0 0 0 0,0 1 0 0 0,1-1 0 0 0,-1 0 0 0 0,0 1 0 0 0,0-1 0 0 0,0 1 0 0 0,0-1 0 0 0,0 1 0 0 0,0 0 0 0 0,0-1 0 0 0,0 1 0 0 0,0 0 0 0 0,0 1 0 0 0,2 1 0 0 0,-1-2 0 0 0,-1 0 0 0 0,0 0 0 0 0,1 1 0 0 0,-1-1 0 0 0,0 1 0 0 0,0-1 0 0 0,0 1 0 0 0,0-1 0 0 0,0 1 0 0 0,0 0 0 0 0,0-1 0 0 0,-1 1 0 0 0,1 0 0 0 0,-1 0 0 0 0,1 0 0 0 0,-1-1 0 0 0,1 1 0 0 0,-1 0 0 0 0,0 0 0 0 0,0 0 0 0 0,0 0 0 0 0,-1 2 0 0 0,1 1 0 0 0,0 0 9 0 0,-1 1 0 0 0,0-1 0 0 0,0 1 0 0 0,0-1-1 0 0,-1 0 1 0 0,1 0 0 0 0,-2 0 0 0 0,1 0 0 0 0,0 0 0 0 0,-1 0 0 0 0,0 0-1 0 0,0-1 1 0 0,0 1 0 0 0,-1-1 0 0 0,1 0 0 0 0,-1 0 0 0 0,-8 6 0 0 0,7-5-91 0 0,-1-1 0 0 0,0 0 1 0 0,0 0-1 0 0,0-1 0 0 0,0 0 1 0 0,0 0-1 0 0,-1 0 0 0 0,0-1 0 0 0,1 0 1 0 0,-1 0-1 0 0,0 0 0 0 0,0-1 1 0 0,-11 1-1 0 0,17-2-69 0 0,1 0 1 0 0,-1 0-1 0 0,0-1 0 0 0,0 1 1 0 0,0 0-1 0 0,0 0 0 0 0,0 0 1 0 0,0-1-1 0 0,0 1 0 0 0,1 0 1 0 0,-1-1-1 0 0,0 1 0 0 0,0-1 1 0 0,0 1-1 0 0,1-1 0 0 0,-1 1 1 0 0,0-1-1 0 0,1 1 0 0 0,-1-1 1 0 0,0 0-1 0 0,0-1 0 0 0,-4-12-7518 0 0,4 0-1227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4:11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22 17735 0 0,'0'0'2094'0'0,"-13"-8"3079"0"0,11 7-4893 0 0,-1-1-1 0 0,1 0 1 0 0,-1 1 0 0 0,0 0 0 0 0,0-1-1 0 0,0 1 1 0 0,0 0 0 0 0,0 1 0 0 0,0-1-1 0 0,0 0 1 0 0,0 1 0 0 0,0 0 0 0 0,0 0-1 0 0,0 0 1 0 0,0 0 0 0 0,0 0 0 0 0,0 0-1 0 0,0 1 1 0 0,0 0 0 0 0,-4 1 0 0 0,3-1-246 0 0,0 1 0 0 0,0-1 0 0 0,0 1 1 0 0,0 1-1 0 0,0-1 0 0 0,1 0 0 0 0,-1 1 1 0 0,1 0-1 0 0,0 0 0 0 0,-1 0 1 0 0,1 0-1 0 0,1 0 0 0 0,-5 7 0 0 0,-9 15 126 0 0,3 0-1 0 0,-18 42 0 0 0,25-52-140 0 0,2 0 0 0 0,-1 0 0 0 0,2 1 0 0 0,0-1 0 0 0,1 1 0 0 0,-1 20 0 0 0,3-31-27 0 0,0 0-1 0 0,0 0 1 0 0,1 0-1 0 0,0 0 1 0 0,-1 0-1 0 0,2 0 1 0 0,-1 0-1 0 0,1-1 1 0 0,-1 1-1 0 0,1 0 1 0 0,1-1 0 0 0,-1 1-1 0 0,1-1 1 0 0,-1 0-1 0 0,1 0 1 0 0,0 0-1 0 0,1 0 1 0 0,-1 0-1 0 0,1-1 1 0 0,-1 1-1 0 0,1-1 1 0 0,0 0-1 0 0,1 0 1 0 0,-1-1 0 0 0,0 1-1 0 0,1-1 1 0 0,-1 0-1 0 0,1 0 1 0 0,0 0-1 0 0,0-1 1 0 0,-1 0-1 0 0,1 0 1 0 0,0 0-1 0 0,7 0 1 0 0,0-1-327 0 0,1 0 1 0 0,-1-1-1 0 0,0-1 1 0 0,0 1-1 0 0,0-2 1 0 0,0 0-1 0 0,0-1 1 0 0,0 0-1 0 0,-1 0 0 0 0,21-12 1 0 0,-21 9-516 0 0,0 0 0 0 0,-1-1 0 0 0,1 0 0 0 0,-2 0 1 0 0,1-1-1 0 0,8-11 0 0 0,-1 1-1033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4:12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16559 0 0,'0'0'1980'0'0,"-5"8"2235"0"0,5-3-3466 0 0,-1 0 0 0 0,1 0 0 0 0,0 1 1 0 0,0-1-1 0 0,2 8 0 0 0,1 1 388 0 0,10 29-1 0 0,3 9-395 0 0,6 74-433 0 0,-21-124-405 0 0,-5-24-8588 0 0,1 8 5899 0 0,0-1-4338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4:12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35 136 8287 0 0,'-10'-13'890'0'0,"4"6"-2642"0"0,-2-4 4505 0 0,-1-6 7589 0 0,8 16-9677 0 0,1 0 0 0 0,0 0 0 0 0,0 0 0 0 0,0 0-1 0 0,-1 0 1 0 0,1-1 0 0 0,0 1 0 0 0,0 0 0 0 0,1 0-1 0 0,-1 0 1 0 0,0 0 0 0 0,0 0 0 0 0,1-2 0 0 0,7-9 249 0 0,-3 7-774 0 0,0 1 0 0 0,0 1 0 0 0,1-1 0 0 0,-1 1-1 0 0,1 0 1 0 0,-1 0 0 0 0,1 1 0 0 0,0-1 0 0 0,8-1 0 0 0,10-2 5 0 0,25-2 0 0 0,-36 6-73 0 0,7-2-70 0 0,0 2 1 0 0,0 0-1 0 0,0 2 0 0 0,0 0 0 0 0,0 1 1 0 0,23 4-1 0 0,-32-2-2 0 0,-9-2 0 0 0,0 0 0 0 0,0 0 0 0 0,-1 0 0 0 0,1 0 0 0 0,0 1 0 0 0,0-1 0 0 0,-1 0 0 0 0,1 1 0 0 0,-1-1 0 0 0,3 3 0 0 0,0 9 0 0 0,-3-8 0 0 0,-1-1 3 0 0,0 0-1 0 0,0 1 1 0 0,0-1-1 0 0,0 0 1 0 0,0 0-1 0 0,-1 0 1 0 0,0 1 0 0 0,0-1-1 0 0,0 0 1 0 0,0 0-1 0 0,-1 0 1 0 0,1 0-1 0 0,-1-1 1 0 0,0 1 0 0 0,-1 0-1 0 0,-3 4 1 0 0,-5 7 8 0 0,-1-1 1 0 0,-18 18-1 0 0,26-28-14 0 0,-64 57 56 0 0,46-46-52 0 0,-13 8-18 0 0,34-22-63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5:07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1471 2759 0 0,'2'1'207'0'0,"3"0"826"0"0,1 0-1 0 0,0 0 1 0 0,0-1-1 0 0,-1 0 1 0 0,1 0-1 0 0,8-1 1 0 0,39-7 3455 0 0,-18 2-4499 0 0,52-6 1206 0 0,128-35 0 0 0,-149 28-1015 0 0,129-41-91 0 0,-89 23-204 0 0,163-64-457 0 0,-216 76 427 0 0,190-91-152 0 0,-7-16 201 0 0,272-230-1651 0 0,-434 301 1252 0 0,-3-2 1 0 0,-3-4-1 0 0,69-87 0 0 0,-49 42 2118 0 0,-85 108-1515 0 0,0-1 0 0 0,0 0 0 0 0,0 1 0 0 0,-1-1 0 0 0,0 0 0 0 0,0 0 0 0 0,0-1 0 0 0,0 1 0 0 0,-1 0 0 0 0,0-1 0 0 0,0 1 0 0 0,0-1 0 0 0,-1 1 0 0 0,0 0 0 0 0,-1-9 0 0 0,1 13-631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5:08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2217 0 6623 0 0,'-2'0'299'0'0,"-32"0"-92"0"0,-36 5-1 0 0,8 3-93 0 0,-340 39 2366 0 0,121-19-1801 0 0,-57-1-668 0 0,-9 9-123 0 0,103-8-665 0 0,-134 23-2788 0 0,319-39 1223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5:10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14 13359 0 0,'0'0'1614'0'0,"-8"-8"2815"0"0,6 7-4180 0 0,-1 0-1 0 0,1 0 1 0 0,-1 1 0 0 0,1-1 0 0 0,-1 0 0 0 0,0 1 0 0 0,1 0-1 0 0,-1-1 1 0 0,0 1 0 0 0,1 0 0 0 0,-1 0 0 0 0,0 1-1 0 0,0-1 1 0 0,1 1 0 0 0,-1-1 0 0 0,1 1 0 0 0,-1 0-1 0 0,1 0 1 0 0,-1 0 0 0 0,1 0 0 0 0,-1 0 0 0 0,1 0-1 0 0,-4 4 1 0 0,-5 3-5 0 0,1 1-1 0 0,1 0 0 0 0,-16 19 1 0 0,2-3 132 0 0,18-20-290 0 0,-1 2-1 0 0,1-1 1 0 0,0 1-1 0 0,0-1 1 0 0,0 1 0 0 0,1 1-1 0 0,0-1 1 0 0,1 0-1 0 0,-5 16 1 0 0,6-12-74 0 0,4 4-12 0 0,4-1 0 0 0,3-1 0 0 0,1-2 11 0 0,2-5 42 0 0,-4-3 107 0 0,1 0 0 0 0,13 2 0 0 0,-19-4-160 0 0,-1-1 64 0 0,0 1-11 0 0,15 0-13 0 0,-11 0-12 0 0,20 5-21 0 0,-21-5-7 0 0,14 6 0 0 0,-3 1 0 0 0,22 10 0 0 0,-34-17 0 0 0,-3-1 0 0 0,1 1 0 0 0,-1 0 0 0 0,1-1 0 0 0,-1 1 0 0 0,0 0 0 0 0,1-1 0 0 0,-1 1 0 0 0,0 0 0 0 0,0 0 0 0 0,1 0 0 0 0,-1 0 0 0 0,1 2 0 0 0,1-1 0 0 0,-2-2 0 0 0,0 1 0 0 0,0 0 0 0 0,0 0 0 0 0,0-1 0 0 0,0 1 0 0 0,0 0 0 0 0,0 0 0 0 0,-1 0 0 0 0,1 0 0 0 0,0 0 0 0 0,-1 0 0 0 0,1 0 0 0 0,-1 0 0 0 0,1 0 0 0 0,0 2 0 0 0,3 8 0 0 0,-4-8 10 0 0,0 0-1 0 0,0-1 1 0 0,0 1 0 0 0,0 0-1 0 0,-1 0 1 0 0,0 0-1 0 0,1-1 1 0 0,-1 1 0 0 0,0 0-1 0 0,0 0 1 0 0,-1-1 0 0 0,1 1-1 0 0,0-1 1 0 0,-1 1-1 0 0,-3 3 1 0 0,-1 2 38 0 0,0-1-1 0 0,-1 1 1 0 0,-9 7-1 0 0,-3-1-20 0 0,0-1 0 0 0,-1 0 1 0 0,0-2-1 0 0,-35 15 0 0 0,37-19-675 0 0,0 0-1 0 0,-1-2 1 0 0,0 0-1 0 0,0 0 1 0 0,-30 1-1 0 0,32-6-5582 0 0,3-3-1823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5:10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2 17047 0 0,'0'0'1311'0'0,"-2"0"-846"0"0,0 1-361 0 0,1-1 1 0 0,0 1-1 0 0,-1 0 0 0 0,1-1 0 0 0,-1 1 0 0 0,1 0 0 0 0,0 0 1 0 0,0-1-1 0 0,-1 1 0 0 0,1 0 0 0 0,0 0 0 0 0,0 0 0 0 0,0 1 1 0 0,0-1-1 0 0,0 0 0 0 0,0 0 0 0 0,0 3 0 0 0,-3 1 621 0 0,1 0-313 0 0,0-1-1 0 0,0 1 1 0 0,1 0 0 0 0,-1 0-1 0 0,1 0 1 0 0,0 0-1 0 0,0 1 1 0 0,1-1 0 0 0,0 0-1 0 0,-1 10 1 0 0,0 7 440 0 0,1 29 1 0 0,1-38-382 0 0,-1-7-369 0 0,1 0 0 0 0,0 0-1 0 0,1 0 1 0 0,0 0 0 0 0,0 0-1 0 0,0 0 1 0 0,1 0 0 0 0,-1 0 0 0 0,1 0-1 0 0,1-1 1 0 0,-1 1 0 0 0,1-1 0 0 0,0 1-1 0 0,0-1 1 0 0,1 0 0 0 0,-1 0 0 0 0,1 0-1 0 0,0-1 1 0 0,6 5 0 0 0,-7-7-94 0 0,1 0 0 0 0,-1-1 1 0 0,1 1-1 0 0,0-1 1 0 0,-1 0-1 0 0,1 0 0 0 0,0 0 1 0 0,0-1-1 0 0,0 1 1 0 0,0-1-1 0 0,0 0 0 0 0,0 0 1 0 0,5-1-1 0 0,10-1-6 0 0,-14-1-3 0 0,-2 0-12 0 0,5-2-38 0 0,0 0 0 0 0,-1-1 0 0 0,0 0 0 0 0,0 0 0 0 0,0 0 0 0 0,-1-1 0 0 0,0 0 0 0 0,0 0 0 0 0,-1-1 0 0 0,1 0 0 0 0,-2 0 1 0 0,1 0-1 0 0,-1 0 0 0 0,4-14 0 0 0,-1 1-39 0 0,-1-1 1 0 0,-1 1-1 0 0,0-1 1 0 0,2-43-1 0 0,-7 40-17 0 0,0 23 102 0 0,0 17 82 0 0,0-7-66 0 0,1 0-1 0 0,0 0 0 0 0,1 0 0 0 0,-1 0 0 0 0,1 0 0 0 0,1 0 0 0 0,0-1 0 0 0,0 1 0 0 0,0-1 1 0 0,8 11-1 0 0,-9-14-5 0 0,2 0-1 0 0,-1 0 1 0 0,0 0 0 0 0,1-1 0 0 0,0 1 0 0 0,0-1-1 0 0,0 0 1 0 0,0 0 0 0 0,0-1 0 0 0,0 1 0 0 0,1-1-1 0 0,-1 0 1 0 0,1 0 0 0 0,0-1 0 0 0,-1 1 0 0 0,1-1-1 0 0,0 0 1 0 0,7 1 0 0 0,1-2-350 0 0,0 0-1 0 0,-1 0 0 0 0,1-1 1 0 0,0-1-1 0 0,21-5 1 0 0,-31 6 62 0 0,-1 0 0 0 0,0 0 0 0 0,0 0 0 0 0,0 0 0 0 0,0-1 0 0 0,0 1 0 0 0,0-1 0 0 0,0 0 0 0 0,0 1 0 0 0,-1-1 0 0 0,1 0 0 0 0,0 0 0 0 0,1-3 0 0 0,-1 1-19 0 0,4-4-1331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5:11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20591 0 0,'0'0'2241'0'0,"0"2"-1969"0"0,8 29 808 0 0,2 0 0 0 0,18 40 0 0 0,34 58 382 0 0,-53-113-1375 0 0,-3-2-35 0 0,1-2 0 0 0,1 1 0 0 0,0-1 0 0 0,0 0 0 0 0,18 18-1 0 0,-18-22-55 0 0,-7-7-98 0 0,-5-13-4526 0 0,3 9 4248 0 0,-5-13-1321 0 0,-1-1-241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5:11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1 274 21887 0 0,'0'0'2567'0'0,"2"1"-2486"0"0,46 7 606 0 0,-27-5-294 0 0,41 11 0 0 0,-39-7-377 0 0,26 10-17 0 0,-31-8-35 0 0,-16-7 9 0 0,0 1-3 0 0,-1-2 11 0 0,0 0-1 0 0,0 0 1 0 0,1 1 0 0 0,-1-1 0 0 0,0 0-1 0 0,0 1 1 0 0,0-1 0 0 0,-1 1 0 0 0,1 0 0 0 0,0-1-1 0 0,0 1 1 0 0,-1 0 0 0 0,1-1 0 0 0,-1 1 0 0 0,0 0-1 0 0,1 0 1 0 0,-1-1 0 0 0,0 1 0 0 0,0 0-1 0 0,0 0 1 0 0,0-1 0 0 0,0 1 0 0 0,-1 0 0 0 0,1 0-1 0 0,-1-1 1 0 0,0 4 0 0 0,-1 1-35 0 0,-1 1 1 0 0,0-1-1 0 0,0 0 1 0 0,-9 12-1 0 0,2-1-25 0 0,6-10 89 0 0,0-1 0 0 0,0 1 0 0 0,-1-1 0 0 0,0 0 0 0 0,-7 6 0 0 0,11-10 96 0 0,3-3-636 0 0,0 0 443 0 0,0-1 1 0 0,0 1 0 0 0,-1 0-1 0 0,1-1 1 0 0,0 1 0 0 0,1-3 0 0 0,2 0-58 0 0,15-14 333 0 0,0 0-1 0 0,-1-2 0 0 0,-1 0 1 0 0,-1-1-1 0 0,-1-1 0 0 0,-1-1 1 0 0,23-44-1 0 0,-24 38-17 0 0,16-30 94 0 0,-24 48-254 0 0,-2 2 42 0 0,-4 7 40 0 0,-2 3-40 0 0,1 0 0 0 0,-1 1 0 0 0,0-1 0 0 0,1 0 0 0 0,-1 1 0 0 0,1-1 0 0 0,-1 1 0 0 0,1 0 0 0 0,0-1 0 0 0,-1 1 0 0 0,0 3 0 0 0,0-2 18 0 0,-8 13 156 0 0,0 1-1 0 0,1 0 1 0 0,1 1 0 0 0,1 0-1 0 0,0 0 1 0 0,2 0 0 0 0,0 1-1 0 0,-5 36 1 0 0,10-51-199 0 0,0 1 0 0 0,0-1 0 0 0,0 0 0 0 0,0 1-1 0 0,1-1 1 0 0,-1 0 0 0 0,1 1 0 0 0,0-1 0 0 0,1 0 0 0 0,-1 0 0 0 0,1 0 0 0 0,-1 0 0 0 0,1 0-1 0 0,1 0 1 0 0,2 4 0 0 0,-3-6-43 0 0,0 0 0 0 0,0 1-1 0 0,1-1 1 0 0,-1 0 0 0 0,1 0 0 0 0,0 0-1 0 0,0 0 1 0 0,-1-1 0 0 0,1 1-1 0 0,0-1 1 0 0,0 0 0 0 0,1 0 0 0 0,-1 0-1 0 0,0 0 1 0 0,0 0 0 0 0,0-1-1 0 0,1 1 1 0 0,-1-1 0 0 0,0 0 0 0 0,5 0-1 0 0,-1-1-253 0 0,-1 0 0 0 0,1 0-1 0 0,0 0 1 0 0,-1-1 0 0 0,0 0-1 0 0,1 0 1 0 0,-1-1 0 0 0,0 0-1 0 0,0 0 1 0 0,0 0-1 0 0,0-1 1 0 0,8-6 0 0 0,-3 0-775 0 0,1-1-1 0 0,-2-1 1 0 0,1 1 0 0 0,10-18 0 0 0,-7 10-1263 0 0</inkml:trace>
  <inkml:trace contextRef="#ctx0" brushRef="#br0" timeOffset="1">566 149 5983 0 0,'0'2'11307'0'0,"-2"1"-10754"0"0,1 0 1 0 0,0 1-1 0 0,1-1 1 0 0,-1 0-1 0 0,0 0 1 0 0,1 1-1 0 0,0-1 1 0 0,0 0-1 0 0,0 1 1 0 0,0-1-1 0 0,1 5 1 0 0,1-2-55 0 0,-1 0 0 0 0,1 0 0 0 0,0 0 1 0 0,1 0-1 0 0,4 9 0 0 0,0-4-170 0 0,0-1 0 0 0,1 0 0 0 0,0 0 0 0 0,0-1 0 0 0,17 15-1 0 0,-20-21-236 0 0,0 1 0 0 0,0-1 0 0 0,1 0 0 0 0,0 0-1 0 0,-1-1 1 0 0,8 3 0 0 0,-11-5 100 0 0,-1 0-112 0 0,-1 0-71 0 0,1 0-1 0 0,-1 0 0 0 0,1 0 1 0 0,-1 0-1 0 0,1 0 0 0 0,-1 0 1 0 0,0 0-1 0 0,1 0 0 0 0,-1 0 0 0 0,1 0 1 0 0,-1 0-1 0 0,0-1 0 0 0,1 1 1 0 0,-1 0-1 0 0,1 0 0 0 0,-1 0 1 0 0,0-1-1 0 0,1 1 0 0 0,-1 0 1 0 0,0 0-1 0 0,1-1 0 0 0,-1 1 1 0 0,1-1-1 0 0,1-8 40 0 0,-1-1 0 0 0,0 1 0 0 0,0-1 0 0 0,0 1 0 0 0,-2-1 0 0 0,1 1 0 0 0,-1-1 0 0 0,-4-16 0 0 0,3 12-65 0 0,0 0-1 0 0,1 0 0 0 0,1-23 0 0 0,1 23-153 0 0,1 0 0 0 0,4-17-1 0 0,-4 25-126 0 0,0 1-1 0 0,0-1 1 0 0,1 0-1 0 0,0 1 0 0 0,0-1 1 0 0,0 1-1 0 0,7-8 1 0 0,-7 8-304 0 0,1 1 0 0 0,-1 1 0 0 0,1-1 0 0 0,0 0 1 0 0,0 1-1 0 0,0 0 0 0 0,9-5 0 0 0,0 1-1562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5:12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121 155 11055 0 0,'-2'1'4939'0'0,"-28"34"861"0"0,21-25-5131 0 0,2 1 0 0 0,0 1 0 0 0,-8 15 0 0 0,5-5-162 0 0,3-9-53 0 0,0 1 0 0 0,-6 23 0 0 0,10-26-233 0 0,0-1-44 0 0,1 0 0 0 0,0-1-1 0 0,0 1 1 0 0,0 15 0 0 0,2-23-173 0 0,0 1 1 0 0,1 0 0 0 0,-1-1-1 0 0,0 1 1 0 0,1-1 0 0 0,0 1 0 0 0,-1 0-1 0 0,1-1 1 0 0,0 1 0 0 0,1-1-1 0 0,-1 0 1 0 0,0 1 0 0 0,1-1-1 0 0,-1 0 1 0 0,1 0 0 0 0,0 0 0 0 0,-1 0-1 0 0,1 0 1 0 0,0 0 0 0 0,0 0-1 0 0,3 1 1 0 0,-2-2-65 0 0,-1 0-1 0 0,1 0 1 0 0,0 0-1 0 0,-1 0 1 0 0,1-1 0 0 0,-1 1-1 0 0,1-1 1 0 0,0 0-1 0 0,0 0 1 0 0,-1 0 0 0 0,1 0-1 0 0,0-1 1 0 0,-1 1-1 0 0,1 0 1 0 0,-1-1-1 0 0,1 0 1 0 0,2-1 0 0 0,4-1-226 0 0,0 0 1 0 0,-1-1 0 0 0,15-8 0 0 0,-13 4-60 0 0,-1 1-1 0 0,1-1 1 0 0,-2-1 0 0 0,1 0-1 0 0,-1 0 1 0 0,0-1 0 0 0,-1 1-1 0 0,0-2 1 0 0,-1 1 0 0 0,0-1 0 0 0,-1 0-1 0 0,0 0 1 0 0,-1-1 0 0 0,6-20-1 0 0,-6 13-581 0 0,-1-1-1 0 0,-1 0 0 0 0,-1-29 5070 0 0,0 51-3301 0 0,15 40 1590 0 0,-10-23-1612 0 0,2 0 0 0 0,11 21-1 0 0,-16-35-709 0 0,-1 0 0 0 0,2 0-1 0 0,-1-1 1 0 0,0 0 0 0 0,1 1-1 0 0,0-1 1 0 0,0-1 0 0 0,0 1-1 0 0,0 0 1 0 0,1-1 0 0 0,-1 0-1 0 0,11 5 1 0 0,-8-5-40 0 0,-5-2 17 0 0,-1-1-82 0 0,-1 0 0 0 0,0 0 1 0 0,1 0-1 0 0,-1 1 0 0 0,0-1 0 0 0,1 0 1 0 0,-1 0-1 0 0,0 0 0 0 0,1 0 0 0 0,-1 0 1 0 0,1 0-1 0 0,-1 0 0 0 0,0 0 1 0 0,1 0-1 0 0,-1 0 0 0 0,0 0 0 0 0,1-1 1 0 0,-1 1-1 0 0,0 0 0 0 0,1 0 0 0 0,-1 0 1 0 0,0 0-1 0 0,1 0 0 0 0,-1-1 1 0 0,0 1-1 0 0,1 0 0 0 0,-1 0 0 0 0,0-1 1 0 0,0 1-1 0 0,1 0 0 0 0,-1 0 0 0 0,0-1 1 0 0,1 1-1 0 0,7-10 62 0 0,-8 10-67 0 0,3-5 3 0 0,0 1-1 0 0,1-1 0 0 0,-2 0 0 0 0,1 0 0 0 0,-1 0 1 0 0,1 0-1 0 0,-1 0 0 0 0,-1 0 0 0 0,3-11 0 0 0,0 0-2 0 0,30-83-137 0 0,-25 77 111 0 0,-7 18-27 0 0,5-4 30 0 0,3 2-8 0 0,-9 6 47 0 0,1 0-1 0 0,0 0 0 0 0,-1 0 1 0 0,1 0-1 0 0,0 0 1 0 0,-1 0-1 0 0,1 0 0 0 0,-1 0 1 0 0,1 1-1 0 0,0-1 0 0 0,-1 1 1 0 0,1-1-1 0 0,-1 1 0 0 0,1 0 1 0 0,-1 0-1 0 0,1-1 1 0 0,-1 1-1 0 0,0 0 0 0 0,1 0 1 0 0,-1 0-1 0 0,0 0 0 0 0,0 1 1 0 0,0-1-1 0 0,0 0 0 0 0,2 2 1 0 0,1 3 69 0 0,0 0 0 0 0,0 1 1 0 0,0 0-1 0 0,3 8 0 0 0,-4-8-53 0 0,0 0 0 0 0,0-1 0 0 0,1 1 0 0 0,-1-1 1 0 0,1 1-1 0 0,1-1 0 0 0,-1 0 0 0 0,1 0 0 0 0,0-1 0 0 0,1 0 0 0 0,10 9 0 0 0,-2-5 3 0 0,-10-7-19 0 0,13 1 22 0 0,-13-2 5 0 0,4-2-44 0 0,-7 0-4 0 0,1 0 0 0 0,-1 0 1 0 0,0 0-1 0 0,0 0 1 0 0,0 0-1 0 0,0 0 0 0 0,0 0 1 0 0,-1-1-1 0 0,1 1 0 0 0,0 0 1 0 0,-1-1-1 0 0,1 1 0 0 0,0 0 1 0 0,0-4-1 0 0,5-25-107 0 0,-4 19-67 0 0,6-38-217 0 0,-3 22-113 0 0,9-37 0 0 0,-10 47 329 0 0,-3 13 168 0 0,0 0 0 0 0,0 0 0 0 0,0 0 0 0 0,0 0 0 0 0,1 0 1 0 0,0 0-1 0 0,0 0 0 0 0,0 1 0 0 0,0-1 0 0 0,3-3 0 0 0,-4 5 95 0 0,2-2 7 0 0,-3 4-60 0 0,0-1 1 0 0,0 1 0 0 0,0 0 0 0 0,1 0 0 0 0,-1-1 0 0 0,0 1 0 0 0,0 0 0 0 0,0 0 0 0 0,0-1 0 0 0,0 1 0 0 0,1 0 0 0 0,-1 0 0 0 0,0-1 0 0 0,0 1 0 0 0,0 0-1 0 0,0 0 1 0 0,1 0 0 0 0,-1-1 0 0 0,0 1 0 0 0,0 0 0 0 0,1 0 0 0 0,-1 0 0 0 0,0 0 0 0 0,0 0 0 0 0,1-1 0 0 0,-1 1 0 0 0,0 0 0 0 0,1 0 0 0 0,-1 0 0 0 0,0 0-1 0 0,1 0 1 0 0,2 3 17 0 0,0-1-1 0 0,0 1 0 0 0,0 0 0 0 0,0 0 0 0 0,-1 0 1 0 0,1 0-1 0 0,-1 1 0 0 0,0-1 0 0 0,3 6 0 0 0,14 39 253 0 0,-8-20-154 0 0,1-2 23 0 0,22 32 1 0 0,-22-37-221 0 0,-11-20-39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5:12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 22431 0 0,'0'0'4923'0'0,"3"1"-5345"0"0,58 0-5264 0 0,-50-1-2161 0 0</inkml:trace>
  <inkml:trace contextRef="#ctx0" brushRef="#br0" timeOffset="1">248 0 5063 0 0,'1'2'4190'0'0,"17"25"7640"0"0,-5 5-6561 0 0,8 37-4385 0 0,-9-25 630 0 0,79 211-1101 0 0,-74-217-3146 0 0,-16-36 1663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5:13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1 121 20471 0 0,'0'0'1855'0'0,"8"-3"-715"0"0,9-2 396 0 0,0 1-1 0 0,31-4 1 0 0,0 0-438 0 0,24-8-1343 0 0,124-44 1 0 0,-156 44-551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6:19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1 195 6447 0 0,'2'-39'1069'0'0,"8"-19"8151"0"0,-3 17-3482 0 0,-4 14-4954 0 0,-1-3 5981 0 0,-2 33-6416 0 0,-11 177 613 0 0,9-125-876 0 0,0 25-58 0 0,4 0-1 0 0,16 102 1 0 0,-4-120-895 0 0,-14-60 406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6:19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6 22255 0 0,'0'0'2019'0'0,"-1"-1"-1662"0"0,-4-3 2439 0 0,6 22-1932 0 0,1 0 0 0 0,1 0 0 0 0,4 18 0 0 0,2 6-444 0 0,-2-4-195 0 0,6 40 65 0 0,42 137 0 0 0,-55-211-278 0 0,0-2-12 0 0,1-1 0 0 0,-1 0 0 0 0,0 0 0 0 0,0 0 0 0 0,1 0 0 0 0,-1 0 0 0 0,0 0 0 0 0,1 0-1 0 0,-1 0 1 0 0,1 0 0 0 0,-1 0 0 0 0,1 0 0 0 0,0-1 0 0 0,-1 1 0 0 0,1 0 0 0 0,0 0 0 0 0,1 1 0 0 0,6 3 0 0 0,-6-5 0 0 0,-1 0 0 0 0,0 0 0 0 0,1 0 0 0 0,-1-1 0 0 0,1 1 0 0 0,-1 0 0 0 0,1-1 0 0 0,-1 0 0 0 0,0 1 0 0 0,1-1 0 0 0,-1 1 0 0 0,0-1 0 0 0,0 0 0 0 0,1 0 0 0 0,-1 0 0 0 0,0 0 0 0 0,0 0 0 0 0,0 0 0 0 0,1-2 0 0 0,18-24 0 0 0,-2-11-169 0 0,-2 0 1 0 0,22-80-1 0 0,-26 76-93 0 0,2 0 1 0 0,29-60-1 0 0,-23 71-4539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6:21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 7367 0 0,'0'0'667'0'0,"-1"2"-547"0"0,-8 51 2397 0 0,-2 57-1 0 0,7-65-2026 0 0,-33 567 3464 0 0,21-122-2025 0 0,6-157-1122 0 0,-2 453 207 0 0,11-744-1012 0 0,25 1530 414 0 0,-22-1486-414 0 0,17 537 71 0 0,-4-159 34 0 0,-16-162-34 0 0,0-275-72 0 0,-4 75 94 0 0,-1 25 55 0 0,4-78-71 0 0,-3-1-1 0 0,-14 65 0 0 0,1-49 359 0 0,17-61-698 0 0,0 0-1 0 0,1 0 0 0 0,-1 0 0 0 0,0 1 0 0 0,1-1 0 0 0,0 6 0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6:22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209 116 4607 0 0,'0'0'354'0'0,"-2"-1"-233"0"0,-20-25 17730 0 0,25 33-15618 0 0,5 11-1872 0 0,-1 0 1 0 0,6 23 0 0 0,-12-40-335 0 0,0 4 25 0 0,0 1 1 0 0,0-1-1 0 0,-1 0 0 0 0,1 0 1 0 0,-1 0-1 0 0,0 0 1 0 0,0 1-1 0 0,-1-1 0 0 0,1 0 1 0 0,-1 0-1 0 0,-1 0 1 0 0,-2 10-1 0 0,1-12-11 0 0,1 1 0 0 0,-1 0 0 0 0,0-1 0 0 0,0 0-1 0 0,0 0 1 0 0,0 0 0 0 0,-1 0 0 0 0,1 0 0 0 0,-1-1 0 0 0,-6 4 0 0 0,5-2 37 0 0,1-3-32 0 0,1 1 0 0 0,-1-1-1 0 0,0 0 1 0 0,1 0 0 0 0,-1 0 0 0 0,0 0-1 0 0,-6-1 1 0 0,3 1 12 0 0,5-1-38 0 0,0 1 0 0 0,0-1 0 0 0,1 0 0 0 0,-1 0 1 0 0,0 0-1 0 0,0 0 0 0 0,0-1 0 0 0,0 1 0 0 0,0 0 0 0 0,0-1 0 0 0,0 0 0 0 0,0 1 0 0 0,0-1 0 0 0,0 0 0 0 0,1 0 1 0 0,-1 0-1 0 0,0 0 0 0 0,1 0 0 0 0,-1 0 0 0 0,1-1 0 0 0,-1 1 0 0 0,1 0 0 0 0,-1-1 0 0 0,1 1 0 0 0,0-1 0 0 0,0 0 0 0 0,0 1 1 0 0,0-1-1 0 0,0 0 0 0 0,0 0 0 0 0,0 1 0 0 0,0-1 0 0 0,1 0 0 0 0,-1-4 0 0 0,-1-1-11 0 0,1-1 0 0 0,0 1 0 0 0,1-1 0 0 0,0 1 0 0 0,0-1 0 0 0,0 1 0 0 0,1-1 0 0 0,2-8 0 0 0,0 5-26 0 0,0-1-1 0 0,0 0 1 0 0,1 1-1 0 0,1 0 1 0 0,0 0-1 0 0,8-14 1 0 0,-10 20 12 0 0,1 1 0 0 0,-1-1 0 0 0,1 1 0 0 0,0 0 0 0 0,0 0 1 0 0,0 0-1 0 0,1 1 0 0 0,-1-1 0 0 0,1 1 0 0 0,0 0 0 0 0,0 0 1 0 0,0 1-1 0 0,0-1 0 0 0,0 1 0 0 0,9-2 0 0 0,-1 2 5 0 0,1 5 0 0 0,-11-2 24 0 0,-1 0 1 0 0,0 0-1 0 0,1 1 0 0 0,-1-1 1 0 0,0 1-1 0 0,0 0 0 0 0,0 0 0 0 0,0-1 1 0 0,0 1-1 0 0,0 1 0 0 0,-1-1 1 0 0,1 0-1 0 0,0 0 0 0 0,1 4 1 0 0,-1-2 27 0 0,-1 1 0 0 0,1-1 0 0 0,-1 1 0 0 0,0-1 0 0 0,0 1 0 0 0,0-1 0 0 0,0 10 0 0 0,-2-3 21 0 0,1 0 0 0 0,-2 0 0 0 0,1 0 1 0 0,-1 0-1 0 0,-1 0 0 0 0,-5 14 0 0 0,7-22-55 0 0,-1 1-1 0 0,1-1 1 0 0,-1 0-1 0 0,0 0 1 0 0,1 0-1 0 0,-2 0 1 0 0,1 0-1 0 0,0 0 0 0 0,0 0 1 0 0,-1-1-1 0 0,0 1 1 0 0,1-1-1 0 0,-1 1 1 0 0,0-1-1 0 0,0 0 1 0 0,0 0-1 0 0,-1-1 1 0 0,1 1-1 0 0,0-1 0 0 0,-1 1 1 0 0,-2 0-1 0 0,-3 0 15 0 0,1 0-1 0 0,-1 0 0 0 0,0-1 1 0 0,1 0-1 0 0,-1 0 0 0 0,-16-2 0 0 0,19 0-7 0 0,-1 0-1 0 0,1 0 0 0 0,0-1 0 0 0,0 0 1 0 0,0 0-1 0 0,0-1 0 0 0,1 0 0 0 0,-1 0 1 0 0,1 0-1 0 0,-7-5 0 0 0,8 6-4 0 0,3 2-15 0 0,0-1 0 0 0,0 1-1 0 0,0-1 1 0 0,-1 0 0 0 0,1 0 0 0 0,0 1 0 0 0,0-1 0 0 0,1 0-1 0 0,-1 0 1 0 0,0 0 0 0 0,0 0 0 0 0,0 0 0 0 0,1 0-1 0 0,-1 0 1 0 0,0-2 0 0 0,-1 1-2 0 0,0-1 0 0 0,1 1 0 0 0,0-1 0 0 0,0 1 0 0 0,0-1 0 0 0,0 0 0 0 0,0 1 0 0 0,0-1 0 0 0,0 0 1 0 0,1 0-1 0 0,0 0 0 0 0,-1 1 0 0 0,1-1 0 0 0,0 0 0 0 0,1 0 0 0 0,-1 0 0 0 0,0 0 0 0 0,1 1 0 0 0,-1-1 0 0 0,1 0 0 0 0,0 0 0 0 0,0 1 0 0 0,2-4 0 0 0,0-1-20 0 0,0 1 0 0 0,1 0 0 0 0,0 1 1 0 0,0-1-1 0 0,0 1 0 0 0,1-1 0 0 0,-1 1 0 0 0,10-7 0 0 0,-8 8 15 0 0,0 0 0 0 0,0 0-1 0 0,0 1 1 0 0,1 0 0 0 0,-1 0 0 0 0,1 1 0 0 0,0 0-1 0 0,0 0 1 0 0,8-1 0 0 0,-5 1-2 0 0,1 1-1 0 0,0 0 1 0 0,0 1 0 0 0,-1 0-1 0 0,16 2 1 0 0,-1 3 5 0 0,-19-2 0 0 0,-2 1 0 0 0,2-1 0 0 0,-1 1 0 0 0,0-1 0 0 0,0 1 0 0 0,0 1 0 0 0,0-1 0 0 0,5 8 0 0 0,-1 2 0 0 0,-7-9 20 0 0,0 1 0 0 0,0 1 0 0 0,0-1 0 0 0,-1 0 0 0 0,1 0 0 0 0,-2 1 1 0 0,1-1-1 0 0,-1 0 0 0 0,0 1 0 0 0,0-1 0 0 0,0 1 0 0 0,-1-1 0 0 0,0 0 0 0 0,0 1 0 0 0,-1-1 0 0 0,-2 6 0 0 0,2-7-2 0 0,0 0 0 0 0,0 0 0 0 0,-1 0 0 0 0,0 0 0 0 0,0-1 0 0 0,0 1-1 0 0,0-1 1 0 0,0 0 0 0 0,-1 0 0 0 0,0 0 0 0 0,0-1 0 0 0,0 1 0 0 0,0-1-1 0 0,-1 0 1 0 0,1 0 0 0 0,-1 0 0 0 0,0-1 0 0 0,0 0 0 0 0,-8 3 0 0 0,3-2 1 0 0,0 0 1 0 0,-1-1 0 0 0,1-1 0 0 0,-21 1-1 0 0,26-2-12 0 0,0 0-1 0 0,0-1 0 0 0,0 0 1 0 0,0 0-1 0 0,0 0 1 0 0,0 0-1 0 0,0-1 0 0 0,0 0 1 0 0,1 0-1 0 0,-1 0 0 0 0,1-1 1 0 0,-7-4-1 0 0,9 5-10 0 0,-1-1 0 0 0,0 1 0 0 0,1-1 0 0 0,-1 0 0 0 0,1 0 0 0 0,0-1 0 0 0,0 1 0 0 0,0 0 0 0 0,1-1 1 0 0,-1 1-1 0 0,1-1 0 0 0,-1 1 0 0 0,0-8 0 0 0,1 5-6 0 0,0-1 1 0 0,0 1-1 0 0,0-1 1 0 0,1 1 0 0 0,0-1-1 0 0,1 0 1 0 0,1-7-1 0 0,0 4-3 0 0,0 1 0 0 0,1 0 0 0 0,0 0 0 0 0,1 0 0 0 0,0 0 0 0 0,0 0 0 0 0,1 1 0 0 0,0-1 0 0 0,1 1 0 0 0,0 1 0 0 0,12-13 0 0 0,-15 16 7 0 0,2 0 0 0 0,-1 1 0 0 0,0 0 0 0 0,1 0 0 0 0,-1 0 0 0 0,1 0 0 0 0,0 1 0 0 0,0-1 0 0 0,0 1 0 0 0,0 1 0 0 0,1-1 0 0 0,-1 1 0 0 0,0 0 1 0 0,1 0-1 0 0,-1 0 0 0 0,1 1 0 0 0,-1 0 0 0 0,1 0 0 0 0,-1 0 0 0 0,0 1 0 0 0,1-1 0 0 0,6 3 0 0 0,0 0 6 0 0,1 1 0 0 0,22 10 0 0 0,-14-2-2 0 0,-17-8 3 0 0,0 1 12 0 0,0 0 3 0 0,1 0-1 0 0,-1 0 1 0 0,0 1-1 0 0,-1-1 1 0 0,1 1-1 0 0,-1 0 1 0 0,-1 0-1 0 0,1 0 1 0 0,-1 1-1 0 0,0-1 1 0 0,0 0 0 0 0,0 1-1 0 0,-1-1 1 0 0,0 1-1 0 0,-1 0 1 0 0,0-1-1 0 0,1 1 1 0 0,-2 0-1 0 0,1-1 1 0 0,-1 1-1 0 0,0 0 1 0 0,-1-1 0 0 0,1 1-1 0 0,-1-1 1 0 0,-1 0-1 0 0,1 0 1 0 0,-1 0-1 0 0,0 0 1 0 0,0 0-1 0 0,-1 0 1 0 0,0-1-1 0 0,0 0 1 0 0,0 1-1 0 0,-8 5 1 0 0,6-6 0 0 0,0 0-1 0 0,0 0 1 0 0,-1-1-1 0 0,1 0 1 0 0,-1-1-1 0 0,0 1 1 0 0,0-1-1 0 0,-1-1 1 0 0,1 1-1 0 0,0-1 1 0 0,-1-1-1 0 0,-9 2 1 0 0,11-3-9 0 0,0 0 0 0 0,0 0 0 0 0,-1 0 0 0 0,1-1 0 0 0,0 1 0 0 0,0-2 1 0 0,0 1-1 0 0,0-1 0 0 0,0 0 0 0 0,0 0 0 0 0,0 0 0 0 0,0-1 1 0 0,1 0-1 0 0,-1 0 0 0 0,-7-7 0 0 0,10 7-7 0 0,0 0 0 0 0,0 0 0 0 0,0-1 0 0 0,1 0 1 0 0,-1 1-1 0 0,1-1 0 0 0,0 0 0 0 0,0 0 0 0 0,0 0 0 0 0,1 0 0 0 0,0-1 0 0 0,-1 1 0 0 0,1 0 0 0 0,1-1 1 0 0,-1 1-1 0 0,1-1 0 0 0,0 1 0 0 0,0-5 0 0 0,0-6-18 0 0,1 0 1 0 0,1-1 0 0 0,0 2-1 0 0,5-17 1 0 0,-5 22 9 0 0,1 1 0 0 0,0-1 0 0 0,0 1 0 0 0,1 0 0 0 0,0 0 0 0 0,0 0 0 0 0,1 0 0 0 0,0 1 0 0 0,9-10 0 0 0,-10 12 4 0 0,1 1-1 0 0,1-1 1 0 0,-1 1-1 0 0,1 0 1 0 0,0 0-1 0 0,0 0 0 0 0,0 1 1 0 0,0 0-1 0 0,0 0 1 0 0,1 1-1 0 0,-1-1 1 0 0,12-1-1 0 0,-9 2 5 0 0,1 0 0 0 0,-1 1 0 0 0,1 1 0 0 0,0-1 0 0 0,-1 1 0 0 0,19 3 0 0 0,-24-2 0 0 0,-1 0 0 0 0,1 0 0 0 0,0 0 0 0 0,0 0 0 0 0,0 1 0 0 0,-1 0 0 0 0,1 0 0 0 0,-1 0 0 0 0,1 0 0 0 0,-1 0 0 0 0,0 1 0 0 0,0 0 0 0 0,0-1 0 0 0,0 1 0 0 0,0 0 0 0 0,-1 1 0 0 0,1-1 0 0 0,3 6 0 0 0,-3-3 13 0 0,-1 0 0 0 0,1 0-1 0 0,-1 0 1 0 0,0 0 0 0 0,-1 0 0 0 0,0 0 0 0 0,0 1 0 0 0,0-1-1 0 0,0 0 1 0 0,-1 1 0 0 0,0-1 0 0 0,-1 0 0 0 0,1 1 0 0 0,-1-1-1 0 0,-1 0 1 0 0,1 1 0 0 0,-1-1 0 0 0,0 0 0 0 0,0 0 0 0 0,-6 10-1 0 0,4-8 6 0 0,-1-1 0 0 0,1 0 0 0 0,-1 0 0 0 0,0-1 0 0 0,-1 1-1 0 0,0-1 1 0 0,0 0 0 0 0,0-1 0 0 0,0 0 0 0 0,-1 0 0 0 0,0 0-1 0 0,0-1 1 0 0,0 0 0 0 0,-1 0 0 0 0,-13 5 0 0 0,16-8-13 0 0,1 0 1 0 0,-1 0-1 0 0,0 0 1 0 0,1-1-1 0 0,-1 1 1 0 0,0-1-1 0 0,0 0 0 0 0,0 0 1 0 0,1-1-1 0 0,-1 0 1 0 0,0 0-1 0 0,1 0 1 0 0,-1 0-1 0 0,1 0 1 0 0,-1-1-1 0 0,1 0 1 0 0,-1 0-1 0 0,1 0 1 0 0,0-1-1 0 0,0 0 1 0 0,0 1-1 0 0,-7-8 1 0 0,8 7-16 0 0,-1-1 1 0 0,1 0 0 0 0,0 0-1 0 0,-1-1 1 0 0,2 1 0 0 0,-1-1-1 0 0,1 0 1 0 0,-1 1 0 0 0,1-1 0 0 0,0 0-1 0 0,1 0 1 0 0,-1 0 0 0 0,1-1-1 0 0,0 1 1 0 0,1 0 0 0 0,-1 0 0 0 0,1-1-1 0 0,0 1 1 0 0,0 0 0 0 0,2-8-1 0 0,-1 7-9 0 0,0 1-1 0 0,1-1 0 0 0,0 1 0 0 0,0-1 0 0 0,0 1 1 0 0,1 0-1 0 0,0 0 0 0 0,0 0 0 0 0,0 0 1 0 0,0 0-1 0 0,1 0 0 0 0,0 1 0 0 0,0 0 0 0 0,5-5 1 0 0,-1 3-401 0 0,0 1 0 0 0,0-1 0 0 0,1 1 1 0 0,0 1-1 0 0,-1-1 0 0 0,2 2 0 0 0,14-6 1 0 0,-3 4-1236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6:28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1 3223 0 0,'0'0'3335'0'0,"-1"2"-1667"0"0,-6 19 1173 0 0,-8 38 0 0 0,-3 67-352 0 0,8-48-1404 0 0,-13 230 260 0 0,19-213-1063 0 0,-1 783 1270 0 0,51 1-1251 0 0,-29-588-328 0 0,-15-256 27 0 0,26 501 0 0 0,-17 0 0 0 0,-26 113 440 0 0,12-537-368 0 0,-17 188 61 0 0,4-76 108 0 0,7-107-136 0 0,-1 69-16 0 0,8-158-18 0 0,0-1 0 0 0,-2 1 0 0 0,-11 37 0 0 0,15-63 122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6:30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184 189 9215 0 0,'0'0'11152'0'0,"1"2"-10482"0"0,27 47 2071 0 0,-28-48-2515 0 0,5 9 362 0 0,-5-9-558 0 0,1 0 0 0 0,0 0-1 0 0,-1 0 1 0 0,1 0 0 0 0,-1 0 0 0 0,0 0-1 0 0,1 0 1 0 0,-1 0 0 0 0,0 0-1 0 0,1 0 1 0 0,-1 0 0 0 0,0 1 0 0 0,0-1-1 0 0,0 0 1 0 0,0 0 0 0 0,0 0-1 0 0,0 2 1 0 0,-1-1 25 0 0,-1 1 0 0 0,1-1 0 0 0,-1 0 0 0 0,1 0 0 0 0,-1 0 0 0 0,1 0 0 0 0,-1-1 0 0 0,0 1 0 0 0,0 0 0 0 0,0-1 0 0 0,0 1 0 0 0,0-1 0 0 0,0 0 0 0 0,0 1 0 0 0,-1-1 0 0 0,1 0 0 0 0,0 0 0 0 0,-1-1 0 0 0,1 1 0 0 0,-1 0 0 0 0,1-1 0 0 0,-1 0 0 0 0,1 1 0 0 0,-1-1 0 0 0,1 0 0 0 0,-4-1 0 0 0,3 2-24 0 0,1-1 1 0 0,-1 0-1 0 0,0-1 0 0 0,0 1 0 0 0,1 0 0 0 0,-1-1 0 0 0,0 0 0 0 0,1 0 1 0 0,-1 0-1 0 0,1 0 0 0 0,-1 0 0 0 0,1 0 0 0 0,-1 0 0 0 0,1-1 1 0 0,0 1-1 0 0,0-1 0 0 0,-1 0 0 0 0,1 0 0 0 0,0 0 0 0 0,1 0 0 0 0,-1 0 1 0 0,0 0-1 0 0,0 0 0 0 0,-2-5 0 0 0,3 2-37 0 0,0-1 1 0 0,0 1-1 0 0,0-1 1 0 0,0 1-1 0 0,1-1 0 0 0,0 0 1 0 0,0 1-1 0 0,0-1 1 0 0,1 0-1 0 0,0 1 0 0 0,0-1 1 0 0,1 1-1 0 0,-1-1 1 0 0,3-4-1 0 0,1-3-11 0 0,1 1 0 0 0,0 0 1 0 0,0 1-1 0 0,15-21 0 0 0,-12 22-6 0 0,-1 0 1 0 0,18-16-1 0 0,-21 23 16 0 0,0-1-1 0 0,-1 0 0 0 0,1 1 1 0 0,0 0-1 0 0,1 0 1 0 0,-1 0-1 0 0,0 1 1 0 0,9-3-1 0 0,-12 4 10 0 0,-1 1 0 0 0,1-1 0 0 0,0 1 0 0 0,-1 0 0 0 0,1-1 0 0 0,0 1 0 0 0,-1 0 0 0 0,1 0 0 0 0,0 0 0 0 0,0 0 0 0 0,-1 1 0 0 0,1-1 0 0 0,0 0 0 0 0,0 1 0 0 0,-1-1 0 0 0,1 1 0 0 0,-1 0 0 0 0,1-1 0 0 0,0 1 0 0 0,-1 0 0 0 0,1 0 0 0 0,-1 0 0 0 0,0 0 0 0 0,1 0 0 0 0,0 2 0 0 0,2 0 17 0 0,-2-1-11 0 0,-1 0 1 0 0,1 0 0 0 0,-1 0 0 0 0,0 0-1 0 0,0 0 1 0 0,0 0 0 0 0,0 1 0 0 0,0-1-1 0 0,0 0 1 0 0,-1 1 0 0 0,1-1 0 0 0,-1 0-1 0 0,0 1 1 0 0,1 2 0 0 0,-1 1-3 0 0,1 1 33 0 0,0 0-1 0 0,0-1 1 0 0,-1 1 0 0 0,-1 0-1 0 0,1 0 1 0 0,-1-1-1 0 0,0 1 1 0 0,0 0 0 0 0,-1-1-1 0 0,0 1 1 0 0,0-1 0 0 0,-1 1-1 0 0,0-1 1 0 0,0 0 0 0 0,0 0-1 0 0,-1 0 1 0 0,1-1-1 0 0,-1 1 1 0 0,-1-1 0 0 0,1 0-1 0 0,-1 0 1 0 0,0-1 0 0 0,0 1-1 0 0,0-1 1 0 0,-1 0-1 0 0,0 0 1 0 0,0-1 0 0 0,0 1-1 0 0,0-2 1 0 0,0 1 0 0 0,0 0-1 0 0,-1-1 1 0 0,1-1-1 0 0,-10 3 1 0 0,8-3 14 0 0,1-1 0 0 0,0 0-1 0 0,-1 0 1 0 0,1 0 0 0 0,-1-1-1 0 0,1 0 1 0 0,0-1 0 0 0,0 1 0 0 0,-11-5-1 0 0,15 5-47 0 0,1 0-1 0 0,-1-1 0 0 0,1 1 0 0 0,-1-1 0 0 0,1 1 0 0 0,-1-1 1 0 0,1 0-1 0 0,0 0 0 0 0,0 0 0 0 0,0 0 0 0 0,0 0 0 0 0,0 0 1 0 0,0-1-1 0 0,0 1 0 0 0,1-1 0 0 0,0 1 0 0 0,-1-1 1 0 0,1 0-1 0 0,0 1 0 0 0,0-1 0 0 0,0 0 0 0 0,0 0 0 0 0,1 0 1 0 0,-1 1-1 0 0,1-1 0 0 0,0-5 0 0 0,0-1-18 0 0,1 1 1 0 0,0-1-1 0 0,0 1 1 0 0,0-1-1 0 0,2 1 0 0 0,-1-1 1 0 0,1 1-1 0 0,0 0 1 0 0,0 0-1 0 0,1 0 0 0 0,0 0 1 0 0,1 1-1 0 0,0 0 1 0 0,9-11-1 0 0,-10 13 3 0 0,1 0 1 0 0,0 0-1 0 0,1 1 0 0 0,-1-1 0 0 0,1 1 1 0 0,0 1-1 0 0,0-1 0 0 0,0 1 0 0 0,0 0 1 0 0,1 0-1 0 0,-1 1 0 0 0,1 0 1 0 0,-1 0-1 0 0,1 1 0 0 0,0 0 0 0 0,0 0 1 0 0,0 0-1 0 0,13 1 0 0 0,-16 0 19 0 0,0 1-1 0 0,0-1 0 0 0,-1 1 1 0 0,1 0-1 0 0,0 0 1 0 0,-1 0-1 0 0,1 0 1 0 0,0 0-1 0 0,-1 1 1 0 0,1 0-1 0 0,-1 0 1 0 0,0 0-1 0 0,0 0 1 0 0,0 0-1 0 0,0 1 0 0 0,0-1 1 0 0,0 1-1 0 0,-1 0 1 0 0,1 0-1 0 0,-1 0 1 0 0,0 0-1 0 0,3 5 1 0 0,-2-3 5 0 0,-1 1 1 0 0,0-1 0 0 0,0 1 0 0 0,-1 0-1 0 0,1 0 1 0 0,-1-1 0 0 0,-1 1-1 0 0,1 0 1 0 0,-1 0 0 0 0,0 0 0 0 0,0 0-1 0 0,-1 0 1 0 0,1 0 0 0 0,-3 5-1 0 0,2-5 12 0 0,0-1-1 0 0,-1 1 1 0 0,0-1-1 0 0,0 0 0 0 0,0 1 1 0 0,-1-1-1 0 0,0 0 0 0 0,0 0 1 0 0,0-1-1 0 0,0 1 1 0 0,-1-1-1 0 0,0 1 0 0 0,0-1 1 0 0,0-1-1 0 0,0 1 1 0 0,-1 0-1 0 0,0-1 0 0 0,1 0 1 0 0,-1 0-1 0 0,0 0 0 0 0,0-1 1 0 0,-1 0-1 0 0,1 1 1 0 0,0-2-1 0 0,-1 1 0 0 0,0-1 1 0 0,1 0-1 0 0,-1 0 1 0 0,1 0-1 0 0,-8-1 0 0 0,3 0 1 0 0,-1-1-1 0 0,0 0 0 0 0,1-1 0 0 0,0 0 0 0 0,-1 0 0 0 0,1-1 1 0 0,0-1-1 0 0,0 1 0 0 0,0-2 0 0 0,1 1 0 0 0,0-1 1 0 0,-1-1-1 0 0,2 0 0 0 0,-15-12 0 0 0,21 16-29 0 0,0 0 0 0 0,0 0 0 0 0,0 0 0 0 0,0 0 0 0 0,1-1-1 0 0,-1 1 1 0 0,1 0 0 0 0,-1-1 0 0 0,1 0 0 0 0,0 1 0 0 0,0-1 0 0 0,0 0 0 0 0,0-5 0 0 0,0 3-11 0 0,1-1 1 0 0,0 0 0 0 0,0 0 0 0 0,0 1 0 0 0,3-10-1 0 0,-3 12 6 0 0,1 1 0 0 0,0 0 0 0 0,0 0 0 0 0,0 0 0 0 0,0 0-1 0 0,0 0 1 0 0,1 0 0 0 0,-1 0 0 0 0,0 0 0 0 0,1 1-1 0 0,0-1 1 0 0,-1 0 0 0 0,1 1 0 0 0,0-1 0 0 0,0 1 0 0 0,2-2-1 0 0,34-16-82 0 0,-35 18 90 0 0,4-2-3 0 0,0 1 0 0 0,0 0-1 0 0,0 0 1 0 0,0 1 0 0 0,1 0 0 0 0,-1 0-1 0 0,0 1 1 0 0,1 0 0 0 0,-1 0 0 0 0,0 1-1 0 0,1 0 1 0 0,-1 0 0 0 0,0 1 0 0 0,0-1-1 0 0,8 4 1 0 0,-8-2 0 0 0,-1-1 0 0 0,0 1 0 0 0,0 0 1 0 0,0 1-1 0 0,0-1 0 0 0,-1 1 0 0 0,1 0 0 0 0,-1 1 0 0 0,0-1 0 0 0,0 1 0 0 0,0 0 0 0 0,-1 0 1 0 0,0 1-1 0 0,0-1 0 0 0,0 1 0 0 0,4 8 0 0 0,-7-10 26 0 0,0 0-1 0 0,0-1 1 0 0,0 1 0 0 0,0 0-1 0 0,-1 0 1 0 0,1 0-1 0 0,-1-1 1 0 0,0 1 0 0 0,0 0-1 0 0,0 0 1 0 0,-1 0-1 0 0,0 0 1 0 0,1-1 0 0 0,-1 1-1 0 0,-1 0 1 0 0,1-1 0 0 0,0 1-1 0 0,-1-1 1 0 0,0 1-1 0 0,0-1 1 0 0,-2 4 0 0 0,0-2 23 0 0,0 1 0 0 0,0-1 0 0 0,-1 0 0 0 0,0 0 0 0 0,0 0 0 0 0,0-1 0 0 0,-1 0 0 0 0,1 0 0 0 0,-1 0 0 0 0,-11 5 0 0 0,10-7-22 0 0,1 0-1 0 0,-1 0 1 0 0,1 0-1 0 0,-1-1 1 0 0,0 0-1 0 0,0-1 1 0 0,1 0-1 0 0,-10 0 1 0 0,3-1 14 0 0,1-1 1 0 0,0 0-1 0 0,-20-6 1 0 0,28 7-151 0 0,0-1-1 0 0,0 1 1 0 0,0-1 0 0 0,0-1-1 0 0,0 1 1 0 0,1 0-1 0 0,-1-1 1 0 0,1 0 0 0 0,-1 1-1 0 0,1-1 1 0 0,0-1-1 0 0,0 1 1 0 0,0 0 0 0 0,1-1-1 0 0,-1 0 1 0 0,1 1 0 0 0,0-1-1 0 0,0 0 1 0 0,0 0-1 0 0,0 0 1 0 0,1 0 0 0 0,0-1-1 0 0,0 1 1 0 0,0 0 0 0 0,0 0-1 0 0,1-1 1 0 0,-1-7-1 0 0,4-12-1709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6:30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80 17215 0 0,'0'0'1948'0'0,"2"0"-1369"0"0,3 2-167 0 0,1-1-1 0 0,-1 1 1 0 0,0 0-1 0 0,0 1 1 0 0,0-1 0 0 0,0 1-1 0 0,0 0 1 0 0,-1 0 0 0 0,1 1-1 0 0,-1-1 1 0 0,0 1 0 0 0,0 0-1 0 0,0 0 1 0 0,0 0 0 0 0,3 6-1 0 0,7 10 466 0 0,-1 1 0 0 0,12 26 0 0 0,-19-36-736 0 0,52 124 1129 0 0,-21-45-689 0 0,-12-48-497 0 0,-24-40-25 0 0,0-2-5 0 0,0 0-52 0 0,0 0 0 0 0,0 0 0 0 0,0 0 0 0 0,0 1 0 0 0,0-1 0 0 0,0-1 0 0 0,0 1 0 0 0,0 0 0 0 0,0 0 0 0 0,0 0 0 0 0,0 0 0 0 0,0-1 0 0 0,0 1 0 0 0,0-1 0 0 0,0 1 0 0 0,0 0 0 0 0,0-1 0 0 0,0 0 0 0 0,0 1 0 0 0,0-1 0 0 0,-1 1 0 0 0,1-1 0 0 0,0 0 1 0 0,-1 0-1 0 0,2 0 0 0 0,-1-1 9 0 0,6-7-8 0 0,-1 1-1 0 0,0-2 0 0 0,0 1 0 0 0,-1-1 0 0 0,7-17 0 0 0,-7 15 7 0 0,54-157 70 0 0,-47 126-69 0 0,2 0-1 0 0,2 1 1 0 0,26-50-1 0 0,-40 89-10 0 0,8-9-38 0 0,-9 11-169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6:33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 3679 0 0,'0'0'7260'0'0,"-2"2"-6404"0"0,-1 4-549 0 0,-1 0 1 0 0,1 0-1 0 0,0 0 0 0 0,1 0 0 0 0,0 1 0 0 0,0-1 0 0 0,0 1 0 0 0,-1 12 1 0 0,-2 59 637 0 0,5-64-741 0 0,4 214 1729 0 0,-1-127-1048 0 0,35 908 2941 0 0,-9-297-3324 0 0,-23-163-342 0 0,-16 0-4 0 0,8-463-152 0 0,-1 35 10 0 0,-2 131 48 0 0,10-97-2 0 0,-5-147-71 0 0,-2 5 531 0 0,1-8-2727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6:34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12175 0 0,'0'0'3338'0'0,"-1"2"-2606"0"0,-1 23 995 0 0,0 0 0 0 0,4 37 0 0 0,-1-12-721 0 0,-7 129 782 0 0,1 0-1285 0 0,6-160-191 0 0,-1-7-1667 0 0,0-4-2827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6:35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59 5063 0 0,'-1'0'4605'0'0,"-1"7"-2199"0"0,0-3-1031 0 0,0 0 0 0 0,1 1 0 0 0,0-1 0 0 0,0 1 0 0 0,-1 4 0 0 0,2 25 2457 0 0,3-12-2932 0 0,7 25 0 0 0,-5-24 58 0 0,5 12-501 0 0,2 0 1 0 0,1-1-1 0 0,2 0 1 0 0,20 33 0 0 0,-13-23-205 0 0,-17-32-174 0 0,-4-9-38 0 0,0-1 0 0 0,0 1 0 0 0,1-1 0 0 0,-1 1 0 0 0,1-1 1 0 0,-1 0-1 0 0,4 4 0 0 0,-4-5 28 0 0,8-6 38 0 0,-5 2-98 0 0,0 1 0 0 0,-1-1 1 0 0,0 0-1 0 0,1 0 0 0 0,-1 0 0 0 0,0-1 0 0 0,-1 1 1 0 0,1-1-1 0 0,-1 0 0 0 0,1 1 0 0 0,1-6 0 0 0,3-7 15 0 0,8-26 0 0 0,-6 15 22 0 0,38-119 12 0 0,-21 61-55 0 0,-15 48-161 0 0,-4 12-1400 0 0,15-36 0 0 0,-10 41-1704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6:37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6 5527 0 0,'-1'2'6186'0'0,"-10"32"715"0"0,2 66 60 0 0,8-96-6874 0 0,0 0-1 0 0,0 0 0 0 0,-1 0 1 0 0,0 0-1 0 0,0 0 0 0 0,0 0 1 0 0,0-1-1 0 0,-1 1 1 0 0,1-1-1 0 0,-1 1 0 0 0,0-1 1 0 0,0 0-1 0 0,0 0 1 0 0,0 0-1 0 0,0 0 0 0 0,-1-1 1 0 0,0 0-1 0 0,1 1 1 0 0,-5 1-1 0 0,2-3-5 0 0,0 1 0 0 0,0-1 0 0 0,0 0 0 0 0,0-1 0 0 0,0 0 0 0 0,-6 0 0 0 0,8 0-48 0 0,3 0-22 0 0,0-1-1 0 0,0 1 1 0 0,0-1 0 0 0,0 0 0 0 0,0 1-1 0 0,0-1 1 0 0,0 0 0 0 0,1 0-1 0 0,-1 0 1 0 0,0 0 0 0 0,0 0-1 0 0,1 0 1 0 0,-1 0 0 0 0,0 0 0 0 0,1 0-1 0 0,-1 0 1 0 0,1 0 0 0 0,-1-2-1 0 0,0 2 0 0 0,0-4-6 0 0,-1 0 0 0 0,1 0 0 0 0,0 0 0 0 0,1 0 0 0 0,-1 0 0 0 0,1 0 0 0 0,0-1-1 0 0,0 1 1 0 0,1 0 0 0 0,-1 0 0 0 0,1 0 0 0 0,0 0 0 0 0,1 0 0 0 0,1-6 0 0 0,1 3-17 0 0,-1-1 0 0 0,1 1 0 0 0,0 0 0 0 0,0 0 0 0 0,1 1 0 0 0,0-1 0 0 0,8-8 0 0 0,-9 12 6 0 0,0 0 0 0 0,1 0-1 0 0,-1 0 1 0 0,1 0 0 0 0,0 1 0 0 0,0 0 0 0 0,1 0-1 0 0,-1 0 1 0 0,9-2 0 0 0,-1 0 7 0 0,2 6 0 0 0,-11 0 15 0 0,0 0-1 0 0,0 1 0 0 0,0 0 1 0 0,0-1-1 0 0,3 4 1 0 0,-4-4 66 0 0,4 9 54 0 0,-5-6-106 0 0,1-2 5 0 0,-1 2-1 0 0,-1-1 1 0 0,1 0 0 0 0,0 0-1 0 0,-1 1 1 0 0,1-1-1 0 0,-1 1 1 0 0,0-1 0 0 0,0 1-1 0 0,-1-1 1 0 0,1 6-1 0 0,-1-4 13 0 0,0 1 1 0 0,0-1-1 0 0,-1 0 0 0 0,0 1 0 0 0,0-1 0 0 0,-1 0 0 0 0,-2 6 0 0 0,1-3 21 0 0,0 0 1 0 0,-1 0-1 0 0,0 0 0 0 0,0 0 1 0 0,-1-1-1 0 0,0 0 0 0 0,0 0 1 0 0,-1 0-1 0 0,0 0 0 0 0,0-1 1 0 0,-11 8-1 0 0,11-10-37 0 0,0-1 1 0 0,-1 0-1 0 0,1-1 0 0 0,-1 1 1 0 0,-8 1-1 0 0,12-3-20 0 0,0 0 10 0 0,-9-1 56 0 0,4 0-23 0 0,-17-4 115 0 0,15-2-101 0 0,4-3 0 0 0,2-2-54 0 0,2-3-13 0 0,4 9 0 0 0,0 3 0 0 0,0-3-4 0 0,1 0 0 0 0,0 0-1 0 0,-1 0 1 0 0,2 1 0 0 0,-1-1-1 0 0,1 1 1 0 0,-1 0 0 0 0,1 0 0 0 0,0 0-1 0 0,1 0 1 0 0,-1 1 0 0 0,1-1 0 0 0,-1 1-1 0 0,10-4 1 0 0,3 0 4 0 0,-11 8 0 0 0,-3 0 0 0 0,10 3 0 0 0,6 4 0 0 0,-15-4 0 0 0,-1 0 0 0 0,0-1 13 0 0,0 1 1 0 0,0-1-1 0 0,0 1 0 0 0,0 0 1 0 0,-1 0-1 0 0,1 0 0 0 0,-1 1 1 0 0,0-1-1 0 0,0 0 0 0 0,-1 1 1 0 0,0-1-1 0 0,1 1 0 0 0,-1 0 1 0 0,-1 0-1 0 0,1 8 0 0 0,0-6 13 0 0,-2 1-1 0 0,1-1 0 0 0,-1 0 1 0 0,0 0-1 0 0,0 1 0 0 0,-1-1 1 0 0,0 0-1 0 0,-1 0 0 0 0,-3 8 1 0 0,3-9-5 0 0,-1-1 0 0 0,1 0 0 0 0,-1 0 0 0 0,0 0 0 0 0,0-1 0 0 0,0 1 0 0 0,-1-1 0 0 0,1 0 0 0 0,-1 0 0 0 0,0-1 0 0 0,-1 1 0 0 0,1-1-1 0 0,0 0 1 0 0,-1-1 0 0 0,0 1 0 0 0,1-1 0 0 0,-1 0 0 0 0,0 0 0 0 0,0-1 0 0 0,0 0 0 0 0,0 0 0 0 0,-10 0 0 0 0,12 0-12 0 0,0 0-7 0 0,-14-5 51 0 0,15 3-48 0 0,1 1-1 0 0,0-1 0 0 0,0 0 0 0 0,-1 0 1 0 0,1 0-1 0 0,0 0 0 0 0,0 0 0 0 0,0 0 1 0 0,0-1-1 0 0,0 1 0 0 0,0-1 0 0 0,1 0 1 0 0,-1 1-1 0 0,0-1 0 0 0,1 0 0 0 0,-1 0 1 0 0,-1-3-1 0 0,1 1 1 0 0,1 1 1 0 0,0 0-1 0 0,-1-1 0 0 0,1 0 1 0 0,1 1-1 0 0,-1-1 1 0 0,1 0-1 0 0,-1 1 0 0 0,1-1 1 0 0,0-5-1 0 0,1-1-17 0 0,1 1 0 0 0,-1 0 1 0 0,1 0-1 0 0,1 0 0 0 0,0 1 0 0 0,0-1 0 0 0,1 1 1 0 0,7-14-1 0 0,-6 13-108 0 0,1 1 1 0 0,0-1-1 0 0,1 1 0 0 0,0 0 1 0 0,0 1-1 0 0,1 0 1 0 0,0 0-1 0 0,0 0 1 0 0,1 1-1 0 0,-1 0 1 0 0,11-4-1 0 0,-4 3-1080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6:31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14 13271 0 0,'-9'-11'606'0'0,"7"9"215"0"0,3 4-754 0 0,4 16 579 0 0,0 0 1 0 0,-1 1-1 0 0,-1 0 1 0 0,-1 0-1 0 0,1 23 1 0 0,-2-24-226 0 0,14 330 4058 0 0,15 171-3296 0 0,-27-498-1190 0 0,10 154 74 0 0,-13-150-87 0 0,-1 0 0 0 0,-1 0-1 0 0,-1 0 1 0 0,-13 47 0 0 0,13-62-130 0 0,-34 104-604 0 0,6-43-3739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6:31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25 106 11055 0 0,'-8'1'1144'0'0,"1"-1"-909"0"0,7 0-113 0 0,-1 1-1 0 0,1-1 1 0 0,-1 0-1 0 0,1 0 1 0 0,0 0 0 0 0,-1 1-1 0 0,1-1 1 0 0,-1 0 0 0 0,1 1-1 0 0,0-1 1 0 0,-1 0-1 0 0,1 1 1 0 0,0-1 0 0 0,-1 1-1 0 0,1-1 1 0 0,0 0-1 0 0,-1 1 1 0 0,1-1 0 0 0,0 1-1 0 0,0-1 1 0 0,0 1 0 0 0,-1-1-1 0 0,1 1 1 0 0,0-1-1 0 0,0 1 1 0 0,0-1 0 0 0,0 1-1 0 0,0 0 1 0 0,-1 13 1548 0 0,1-3-1433 0 0,2 0 1 0 0,-1-1-1 0 0,1 1 0 0 0,1-1 0 0 0,0 1 0 0 0,7 17 0 0 0,1-4 497 0 0,22 35-1 0 0,10 6 791 0 0,86 98 1 0 0,-109-140-1261 0 0,1-1 0 0 0,1-1 0 0 0,1-1 0 0 0,46 30 0 0 0,-66-48-199 0 0,0 0 0 0 0,1 0 0 0 0,-1 0 0 0 0,1 0 1 0 0,-1-1-1 0 0,1 0 0 0 0,0 0 0 0 0,6 2 0 0 0,-8-3-30 0 0,-1 0 1 0 0,1-1-1 0 0,-1 1 1 0 0,1 0-1 0 0,0 0 1 0 0,-1-1-1 0 0,1 1 1 0 0,-1-1-1 0 0,1 1 0 0 0,-1-1 1 0 0,1 0-1 0 0,-1 0 1 0 0,1 0-1 0 0,-1 1 1 0 0,0-1-1 0 0,1-1 1 0 0,-1 1-1 0 0,0 0 1 0 0,0 0-1 0 0,0 0 1 0 0,0-1-1 0 0,2-1 0 0 0,8-15 237 0 0,-2 0 0 0 0,1 0 0 0 0,7-25-1 0 0,-6 17-136 0 0,48-117 26 0 0,79-180 191 0 0,-105 244-419 0 0,-33 78-41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7:04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4 23407 0 0,'-1'-1'2123'0'0,"-4"-1"-1734"0"0,7 15-293 0 0,5 24 617 0 0,-2 0-1 0 0,0 49 0 0 0,-8 77 891 0 0,-1-35-839 0 0,4-88-619 0 0,-1-3-442 0 0,8 73 0 0 0,-6-108-151 0 0,5-15-5719 0 0,-1 5 1594 0 0,1-9-3582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7:05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96 7367 0 0,'-3'-7'210'0'0,"0"0"0"0"0,0 1 0 0 0,-1-1 0 0 0,0 1 0 0 0,0 0 0 0 0,0 0 0 0 0,-1 0 0 0 0,0 1 0 0 0,-6-6 0 0 0,-10-5 5165 0 0,-3 3 8366 0 0,34 17-17008 0 0,3 0 1398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7:05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576 318 18055 0 0,'0'-2'827'0'0,"7"-13"-394"0"0,-2-1 1 0 0,0 0 0 0 0,0 0-1 0 0,-2 0 1 0 0,0-1-1 0 0,-1 1 1 0 0,0-24-1 0 0,-2 31-73 0 0,0 0-1 0 0,-1 0 1 0 0,0 1-1 0 0,0-1 1 0 0,-1 0-1 0 0,-1 1 1 0 0,1-1-1 0 0,-1 1 1 0 0,-1 0-1 0 0,1 0 0 0 0,-1 0 1 0 0,-1 1-1 0 0,0-1 1 0 0,0 1-1 0 0,-11-13 1 0 0,14 18-296 0 0,0 0 0 0 0,0 1 0 0 0,0-1 0 0 0,0 1 0 0 0,0-1 0 0 0,0 1 0 0 0,0-1 0 0 0,-1 1 0 0 0,1 0 1 0 0,0 0-1 0 0,-1 0 0 0 0,1 1 0 0 0,-1-1 0 0 0,1 0 0 0 0,-1 1 0 0 0,0 0 0 0 0,-3-1 0 0 0,3 2-7 0 0,-1-1-1 0 0,1 1 1 0 0,0 0 0 0 0,0 0-1 0 0,-1 0 1 0 0,1 0 0 0 0,0 0-1 0 0,0 1 1 0 0,0-1 0 0 0,0 1-1 0 0,-5 4 1 0 0,2-1-8 0 0,0 1-1 0 0,0-1 1 0 0,0 1 0 0 0,1 1 0 0 0,0-1-1 0 0,0 1 1 0 0,1 0 0 0 0,0 0 0 0 0,0 0-1 0 0,-3 10 1 0 0,0 4 20 0 0,2 0-1 0 0,0 1 1 0 0,2 0 0 0 0,0-1-1 0 0,1 1 1 0 0,1 0 0 0 0,3 28-1 0 0,27 155 362 0 0,-11-106-260 0 0,21 218 260 0 0,-28 1-369 0 0,-11-306-386 0 0,-1 0 1 0 0,0 1-1 0 0,-1-2 0 0 0,0 1 1 0 0,-6 17-1 0 0,7-28-610 0 0,-1-1-289 0 0,0 0-1 0 0,0 0 1 0 0,0-1-1 0 0,0 1 1 0 0,0-1 0 0 0,0 1-1 0 0,-3-2 1 0 0,-5-5-7162 0 0</inkml:trace>
  <inkml:trace contextRef="#ctx0" brushRef="#br0" timeOffset="1">0 863 15663 0 0,'2'0'6989'0'0,"3"1"-5820"0"0,-1 0-1 0 0,1 0 0 0 0,0 0 0 0 0,10-1 0 0 0,21-5 712 0 0,38-16-2168 0 0,-57 15 830 0 0,182-71-237 0 0,-75 28-3170 0 0,-52 23-7243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7:06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23039 0 0,'0'0'2568'0'0,"1"3"-1945"0"0,5 11 17 0 0,-1 0 0 0 0,0 1 0 0 0,-2 0 0 0 0,4 19 0 0 0,3 67 1148 0 0,-7-60-1426 0 0,5 147 318 0 0,-3-31-549 0 0,-5-148-144 0 0,0-7-58 0 0,1-4-181 0 0,13-124-225 0 0,6-31 322 0 0,-17 141 132 0 0,23-99-50 0 0,-20 94 61 0 0,1 0 0 0 0,1 0 0 0 0,13-24 0 0 0,-19 39 13 0 0,12-12 14 0 0,-12 16 62 0 0,-1 3-64 0 0,0 0 0 0 0,0 0-1 0 0,-1-1 1 0 0,1 1 0 0 0,0 0-1 0 0,0 0 1 0 0,0 0 0 0 0,-1 0-1 0 0,1 0 1 0 0,0 2 0 0 0,1-1 11 0 0,1 4 24 0 0,1 0 1 0 0,-1 0-1 0 0,0 0 0 0 0,0 0 0 0 0,-1 1 0 0 0,0 0 0 0 0,3 10 0 0 0,3 51 189 0 0,-4-29-164 0 0,3 13-33 0 0,6 47 63 0 0,-9-82-88 0 0,0 0-1 0 0,0-1 0 0 0,13 27 0 0 0,-15-38-13 0 0,14 19-13 0 0,-15-24 9 0 0,-1 0-1 0 0,1 0 1 0 0,-1 1-1 0 0,0-1 1 0 0,1 0 0 0 0,-1 0-1 0 0,1 0 1 0 0,-1 1-1 0 0,1-1 1 0 0,-1 0-1 0 0,1 0 1 0 0,-1 0-1 0 0,1 0 1 0 0,-1 0-1 0 0,1 0 1 0 0,-1 0-1 0 0,1 0 1 0 0,-1 0-1 0 0,1 0 1 0 0,-1 0-1 0 0,1 0 1 0 0,-1-1 0 0 0,1 1-1 0 0,-1 0 1 0 0,1 0-1 0 0,-1 0 1 0 0,1-1-1 0 0,-1 1 1 0 0,1 0-1 0 0,-1-1 1 0 0,1 0-1 0 0,12-10-55 0 0,-6 3 48 0 0,-1 0 0 0 0,0-1 1 0 0,-1 0-1 0 0,0 0 1 0 0,0 0-1 0 0,-1-1 0 0 0,0 0 1 0 0,3-12-1 0 0,1-2 12 0 0,3-8-26 0 0,76-177-59 0 0,-82 218 178 0 0,-1 3-3 0 0,-1 1 0 0 0,-1 0-1 0 0,1 20 1 0 0,1 2-36 0 0,3 24-15 0 0,8 39 68 0 0,-12-87-100 0 0,0 0 1 0 0,0-1 0 0 0,1 1 0 0 0,1-1-1 0 0,0 0 1 0 0,11 18 0 0 0,-13-24-35 0 0,0 0 0 0 0,1-1 1 0 0,-1 1-1 0 0,1-1 0 0 0,0 1 0 0 0,0-1 0 0 0,0-1 0 0 0,0 1 1 0 0,0 0-1 0 0,9 3 0 0 0,-10-5 14 0 0,-1 0-1 0 0,0 0 1 0 0,0-1-1 0 0,0 1 1 0 0,1-1-1 0 0,-1 1 1 0 0,0-1-1 0 0,1 0 1 0 0,-1 0-1 0 0,0 0 1 0 0,1 0-1 0 0,-1-1 1 0 0,0 1 0 0 0,1 0-1 0 0,-1-1 1 0 0,0 0-1 0 0,0 1 1 0 0,0-1-1 0 0,0 0 1 0 0,1 0-1 0 0,-1 0 1 0 0,0-1-1 0 0,-1 1 1 0 0,1 0-1 0 0,3-3 1 0 0,1-3-28 0 0,-1 1 1 0 0,1-1-1 0 0,-1-1 1 0 0,0 1-1 0 0,-1-1 1 0 0,5-11-1 0 0,17-53-48 0 0,-14 36 42 0 0,13-44 12 0 0,-14 43 13 0 0,1 0 0 0 0,2 1 1 0 0,20-38-1 0 0,-29 66 36 0 0,-5 8-14 0 0,0 0 0 0 0,0 0 0 0 0,0 0 0 0 0,0-1 0 0 0,0 1 1 0 0,0 0-1 0 0,0 0 0 0 0,0 0 0 0 0,0 0 0 0 0,0 0 0 0 0,0 0 0 0 0,0 0 0 0 0,0 0 1 0 0,0 0-1 0 0,0 0 0 0 0,1 0 0 0 0,-1 0 0 0 0,0 0 0 0 0,0 0 0 0 0,0 0 1 0 0,0 0-1 0 0,0 0 0 0 0,0 0 0 0 0,0 0 0 0 0,0 0 0 0 0,0-1 0 0 0,0 1 1 0 0,0 0-1 0 0,0 0 0 0 0,0 0 0 0 0,0 0 0 0 0,1 0 0 0 0,-1 0 0 0 0,0 0 0 0 0,0 0 1 0 0,0 0-1 0 0,0 0 0 0 0,0 0 0 0 0,0 0 0 0 0,0 1 0 0 0,0-1 0 0 0,0 0 1 0 0,0 0-1 0 0,0 0 0 0 0,0 0 0 0 0,0 0 0 0 0,0 0 0 0 0,1 0 0 0 0,-1 0 1 0 0,0 0-1 0 0,0 0 0 0 0,0 0 0 0 0,0 0 0 0 0,0 0 0 0 0,0 0 0 0 0,0 0 0 0 0,0 0 1 0 0,0 0-1 0 0,0 0 0 0 0,0 1 0 0 0,3 1 17 0 0,-1 0-1 0 0,1 1 1 0 0,-1-1-1 0 0,0 1 0 0 0,0 0 1 0 0,0 0-1 0 0,0 0 1 0 0,0 0-1 0 0,-1 0 1 0 0,0 1-1 0 0,1-1 1 0 0,-1 0-1 0 0,0 1 1 0 0,1 4-1 0 0,2 12 134 0 0,2 24-1 0 0,-6-38-118 0 0,3 25 0 0 0,1 11 89 0 0,11 45-1 0 0,-12-75-184 0 0,0 0 0 0 0,0-1 0 0 0,2 1 0 0 0,-1-1 0 0 0,1 0 0 0 0,1 0 0 0 0,0-1 0 0 0,12 16 0 0 0,-3-12-944 0 0,-14-13 401 0 0,1-1-397 0 0,4 0-25 0 0,-5 0 504 0 0,0 0 0 0 0,-1 0 0 0 0,1 0 0 0 0,0-1 0 0 0,-1 1 0 0 0,1 0 0 0 0,0-1 0 0 0,-1 1 0 0 0,5-5-3675 0 0,2-6-4187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7:06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2 18431 0 0,'-24'-1'548'0'0,"5"1"7273"0"0,39 4-4761 0 0,11 3-5435 0 0,-11 0-4629 0 0,-1 0-1822 0 0</inkml:trace>
  <inkml:trace contextRef="#ctx0" brushRef="#br0" timeOffset="0.49">412 94 10135 0 0,'0'0'919'0'0,"3"2"-759"0"0,9 4 4844 0 0,20 15 0 0 0,9 13 1136 0 0,34 44-1645 0 0,-45-45-4095 0 0,34 29 1 0 0,47 25-268 0 0,-90-72-327 0 0,0-1 1 0 0,1-2-1 0 0,38 17 0 0 0,-54-27-178 0 0,0 0 0 0 0,1 0 0 0 0,-1-1 0 0 0,1 1 0 0 0,-1-1 0 0 0,1-1 0 0 0,-1 1 0 0 0,1-1-1 0 0,0 0 1 0 0,-1-1 0 0 0,1 0 0 0 0,7-1 0 0 0,-14 2 61 0 0,0-1 0 0 0,1 1-1 0 0,3-7-5912 0 0,-1-5-3270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7:07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391 1 23207 0 0,'-1'1'1061'0'0,"-7"3"-706"0"0,0 2 0 0 0,0-1 0 0 0,1 1 0 0 0,0 1 0 0 0,0-1 0 0 0,-8 11-1 0 0,-110 149 4771 0 0,3-2-4239 0 0,44-59-2450 0 0,73-96-1068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7:07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0 17967 0 0,'-2'1'11153'0'0,"0"1"-10979"0"0,0 0 0 0 0,0 0 0 0 0,0 0 0 0 0,0 0-1 0 0,0 0 1 0 0,1 1 0 0 0,-1-1 0 0 0,1 0 0 0 0,-1 1-1 0 0,1 0 1 0 0,0-1 0 0 0,0 1 0 0 0,0 0 0 0 0,0 0-1 0 0,0-1 1 0 0,1 1 0 0 0,-1 0 0 0 0,1 5-1 0 0,-1 8-100 0 0,1 0-1 0 0,1 18 1 0 0,0-26 46 0 0,46 409-480 0 0,-36-351-440 0 0,0-2-3781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7:07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0 330 17047 0 0,'0'0'1776'0'0,"0"2"-1682"0"0,0-1 290 0 0,0 0 1 0 0,0 0 0 0 0,1 0 0 0 0,-1 1 0 0 0,0-1 0 0 0,0 0 0 0 0,1 0 0 0 0,-1 0 0 0 0,1 0 0 0 0,-1 0 0 0 0,1 1 0 0 0,0-1 0 0 0,-1 0 0 0 0,1 0 0 0 0,0 0 0 0 0,0-1 0 0 0,-1 1 0 0 0,1 0 0 0 0,2 1-1 0 0,-1 0 67 0 0,1 0 0 0 0,0-1-1 0 0,-1 1 1 0 0,1-1 0 0 0,0 0-1 0 0,0 0 1 0 0,5 1 0 0 0,2 0-105 0 0,0 0-1 0 0,0-1 1 0 0,1 0 0 0 0,10-1 0 0 0,-1-2-295 0 0,0 0 0 0 0,0-1 0 0 0,0-1 0 0 0,0-1 0 0 0,-1-1 0 0 0,0-1 0 0 0,20-9 0 0 0,15-12 143 0 0,52-35 0 0 0,-69 39-173 0 0,-4 3-21 0 0,1 2 0 0 0,69-30 0 0 0,-100 48 0 0 0,-1 0 0 0 0,1 0 0 0 0,0 1 0 0 0,0-1 0 0 0,0 1 0 0 0,0-1 0 0 0,0 1 0 0 0,0 0 0 0 0,0 0 0 0 0,0 0 0 0 0,0 0 0 0 0,-1 1 0 0 0,1-1 0 0 0,0 1 0 0 0,0 0 0 0 0,0 0 0 0 0,5 2 0 0 0,-6-1 0 0 0,1 0 0 0 0,0 0 0 0 0,-1 0 0 0 0,0 0 0 0 0,1 1 0 0 0,-1-1 0 0 0,0 1 0 0 0,0-1 0 0 0,0 1 0 0 0,-1 0 0 0 0,1 0 0 0 0,-1 0 0 0 0,1 0 0 0 0,-1 0 0 0 0,1 6 0 0 0,4 14 0 0 0,-2 1 0 0 0,2 29 0 0 0,6 36 0 0 0,-10-80 0 0 0,0-1 0 0 0,1 1 0 0 0,0-1 0 0 0,1 0 0 0 0,-1 0 0 0 0,1 0 0 0 0,9 13 0 0 0,-11-19 0 0 0,-1 0 0 0 0,0 0 0 0 0,1-1 0 0 0,0 1 0 0 0,-1 0 0 0 0,1-1 0 0 0,0 1 0 0 0,0-1 0 0 0,0 1 0 0 0,0-1 0 0 0,0 0 0 0 0,0 0 0 0 0,0 0 0 0 0,1 0 0 0 0,-1 0 0 0 0,0 0 0 0 0,0-1 0 0 0,1 1 0 0 0,-1-1 0 0 0,1 1 0 0 0,-1-1 0 0 0,0 0 0 0 0,1 0 0 0 0,-1 0 0 0 0,1-1 0 0 0,-1 1 0 0 0,0 0 0 0 0,1-1 0 0 0,-1 1 0 0 0,0-1 0 0 0,0 0 0 0 0,1 0 0 0 0,-1 0 0 0 0,0 0 0 0 0,0 0 0 0 0,3-3 0 0 0,1 0 0 0 0,-1 0 0 0 0,1-1 0 0 0,-1 0 0 0 0,-1 0 0 0 0,1 0 0 0 0,-1 0 0 0 0,1-1 0 0 0,-2 1 0 0 0,1-1 0 0 0,-1 0 0 0 0,5-12 0 0 0,5-22-107 0 0,9-55 0 0 0,-6 22 1 0 0,-12 52 72 0 0,-2 10 19 0 0,1 1 0 0 0,0 0 0 0 0,4-11 1 0 0,-7 20 103 0 0,3 13 70 0 0,7 61-76 0 0,-8-47-42 0 0,8 35 0 0 0,-6-46-217 0 0,0 1 1 0 0,2-1-1 0 0,0 0 1 0 0,8 16-1 0 0,-11-26 88 0 0,0 1 0 0 0,0-1 0 0 0,1 0-1 0 0,0 0 1 0 0,0 0 0 0 0,0-1 0 0 0,0 0-1 0 0,1 1 1 0 0,-1-1 0 0 0,1-1-1 0 0,0 1 1 0 0,0-1 0 0 0,12 6 0 0 0,-15-9-178 0 0,-1 1 1 0 0,1-1-1 0 0,0 1 1 0 0,0-1-1 0 0,0 1 1 0 0,0-1-1 0 0,0 0 1 0 0,0 0 0 0 0,3 0-1 0 0,5-3-1830 0 0</inkml:trace>
  <inkml:trace contextRef="#ctx0" brushRef="#br0" timeOffset="1">1258 36 11975 0 0,'-2'12'1275'0'0,"-3"13"-1471"0"0,5-16 2690 0 0,0 1 1 0 0,2 13-1 0 0,5 20 6492 0 0,-1-15-6510 0 0,-4-18-2977 0 0,4 20 689 0 0,0-2 162 0 0,13 40 1 0 0,-16-60-313 0 0,0-1 0 0 0,0 1 0 0 0,1 0 0 0 0,0-1 0 0 0,1 0 0 0 0,-1 0 0 0 0,2 0 0 0 0,-1-1 0 0 0,10 10 0 0 0,-15-16-38 0 0,0 0 0 0 0,0 1 0 0 0,0-1 0 0 0,1 0 0 0 0,-1 0 0 0 0,0 1 0 0 0,0-1 0 0 0,1 0 0 0 0,-1 0 0 0 0,0 0 0 0 0,0 1 0 0 0,1-1 0 0 0,-1 0 0 0 0,0 0 0 0 0,1 0 0 0 0,-1 0 0 0 0,0 1 0 0 0,1-1 0 0 0,-1 0 0 0 0,0 0 0 0 0,1 0 0 0 0,-1 0 0 0 0,0 0 0 0 0,1 0 0 0 0,-1 0 0 0 0,0 0 0 0 0,1 0 0 0 0,-1 0 0 0 0,0 0 0 0 0,1 0 0 0 0,-1 0 0 0 0,0 0 0 0 0,1-1 0 0 0,-1 1 0 0 0,0 0 0 0 0,1 0 0 0 0,-1 0 0 0 0,0 0 0 0 0,1-1 0 0 0,-1 1 0 0 0,0 0 0 0 0,0 0 0 0 0,1-1 0 0 0,-1 1 0 0 0,0 0 0 0 0,0 0 0 0 0,0-1 0 0 0,1 0 0 0 0,-1 1 0 0 0,3-2 0 0 0,-1-1 0 0 0,0 0 0 0 0,1 0 0 0 0,-1 0 0 0 0,0 0 0 0 0,-1 0 0 0 0,1-1 0 0 0,2-5 0 0 0,8-34 0 0 0,-4 14 0 0 0,10-24 0 0 0,3 1 0 0 0,1 1 0 0 0,32-51 0 0 0,-33 76-835 0 0,-11 14-1341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7:08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0 504 9671 0 0,'0'2'152'0'0,"1"-1"0"0"0,-1 1 0 0 0,0 0 0 0 0,1 0 0 0 0,-1-1-1 0 0,1 1 1 0 0,0 0 0 0 0,-1-1 0 0 0,1 1 0 0 0,0-1 0 0 0,0 1 0 0 0,0-1-1 0 0,0 1 1 0 0,0-1 0 0 0,0 0 0 0 0,0 1 0 0 0,1-1 0 0 0,-1 0 0 0 0,0 0-1 0 0,1 0 1 0 0,-1 0 0 0 0,1 0 0 0 0,-1 0 0 0 0,1 0 0 0 0,0-1-1 0 0,2 2 1 0 0,-1-2 902 0 0,1 1-1 0 0,0-1 0 0 0,-1 1 1 0 0,1-1-1 0 0,-1 0 0 0 0,1 0 0 0 0,4-1 1 0 0,-1-1-58 0 0,-1 1 0 0 0,0-1 0 0 0,9-4 0 0 0,3-3 105 0 0,27-19 1 0 0,-31 20-399 0 0,-1-2-320 0 0,-1 1-1 0 0,0-1 1 0 0,0-1-1 0 0,18-21 0 0 0,34-54 350 0 0,-60 80-697 0 0,22-31 140 0 0,24-49 1 0 0,-40 66-153 0 0,0-2-1 0 0,-2 1 1 0 0,0-1-1 0 0,5-27 1 0 0,-13 47-14 0 0,1-1 0 0 0,-1 0 1 0 0,1 1-1 0 0,-1-1 0 0 0,0 0 0 0 0,0 1 1 0 0,0-1-1 0 0,0 0 0 0 0,-1 0 0 0 0,1 1 1 0 0,-1-1-1 0 0,0 0 0 0 0,1 1 0 0 0,-1-1 1 0 0,-3-4-1 0 0,3 5 0 0 0,0 1 1 0 0,-1-1-1 0 0,1 1 1 0 0,-1 0 0 0 0,1-1-1 0 0,-1 1 1 0 0,0 0-1 0 0,1 0 1 0 0,-1 0 0 0 0,0 0-1 0 0,0 0 1 0 0,0 1-1 0 0,1-1 1 0 0,-1 1-1 0 0,0-1 1 0 0,0 1 0 0 0,0-1-1 0 0,0 1 1 0 0,0 0-1 0 0,0 0 1 0 0,0 0-1 0 0,-3 1 1 0 0,-1-1-2 0 0,1 1-1 0 0,-1 0 1 0 0,1 0-1 0 0,-1 1 1 0 0,1 0 0 0 0,-1 0-1 0 0,1 0 1 0 0,0 1 0 0 0,0-1-1 0 0,0 1 1 0 0,-7 6-1 0 0,-4 4 30 0 0,-27 28 0 0 0,32-30-34 0 0,-4 5-3 0 0,1 0 0 0 0,0 1 0 0 0,1 0 0 0 0,1 1 0 0 0,0 0 0 0 0,2 1 0 0 0,0 1 0 0 0,-12 33 0 0 0,19-43 0 0 0,0 2 0 0 0,1-1 0 0 0,0 0 0 0 0,0 0 0 0 0,2 1 0 0 0,-1-1 0 0 0,3 22 0 0 0,-1-25 0 0 0,1 1 0 0 0,0-1 0 0 0,0 1 0 0 0,1-1 0 0 0,0 0 0 0 0,1 0 0 0 0,-1 0 0 0 0,2 0 0 0 0,-1-1 0 0 0,1 0 0 0 0,7 9 0 0 0,-5-9 0 0 0,0 0 0 0 0,1-1 0 0 0,-1 0 0 0 0,1 0 0 0 0,1-1 0 0 0,-1 0 0 0 0,1 0 0 0 0,-1-1 0 0 0,1 0 0 0 0,1-1 0 0 0,-1 0 0 0 0,0 0 0 0 0,13 2 0 0 0,2-2 0 0 0,1 0 0 0 0,-1-1 0 0 0,0-1 0 0 0,29-4 0 0 0,-29 1-706 0 0,-1-1 0 0 0,40-12 0 0 0,-43 9-1026 0 0,0-1 0 0 0,-1-1 0 0 0,24-14-1 0 0,-21 8-8460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7:11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0 2759 0 0,'-57'18'-463'0'0,"-1"-3"4847"0"0,-84 28 17638 0 0,174-30-20530 0 0,60-8-749 0 0,-62-5-644 0 0,9 1-41 0 0,58 3 47 0 0,-23 2-22 0 0,78-3-1 0 0,-88-4-110 0 0,67-4-1073 0 0,-101 3 360 0 0,-11 0-340 0 0,-1 0 0 0 0,1 0 1 0 0,-1-2-1 0 0,31-10 0 0 0,-22 3-834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7:12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0 23471 0 0,'-60'2'4368'0'0,"62"10"-3520"0"0,-2-9-777 0 0,2-1 1 0 0,-1 1-1 0 0,0-1 1 0 0,0 0-1 0 0,1 0 0 0 0,-1 1 1 0 0,1-1-1 0 0,0 0 0 0 0,0 0 1 0 0,0-1-1 0 0,0 1 0 0 0,0 0 1 0 0,0-1-1 0 0,0 1 1 0 0,3 1-1 0 0,-1-1 18 0 0,3 3-43 0 0,0-1 0 0 0,1 0 0 0 0,0 0 0 0 0,0-1 0 0 0,10 4 1 0 0,45 8 157 0 0,-60-14-204 0 0,159 23-53 0 0,-139-20 37 0 0,-15-3-55 0 0,1 0-1 0 0,-1 1 1 0 0,0 0-1 0 0,1 0 1 0 0,-1 1-1 0 0,0 0 1 0 0,0 0-1 0 0,-1 1 1 0 0,13 7-1 0 0,-19-9-5 0 0,-3 12-6 0 0,1-10 91 0 0,0 0 0 0 0,-1-1 0 0 0,0 1 0 0 0,0 0 0 0 0,0-1 0 0 0,0 0 0 0 0,0 1 0 0 0,0-1 0 0 0,-1 0 0 0 0,0 0 0 0 0,0 0 0 0 0,-5 3 0 0 0,-5 5 63 0 0,-25 14-1 0 0,26-18-35 0 0,-62 33 46 0 0,-11 8-415 0 0,73-41-659 0 0,2 1 0 0 0,-18 16 0 0 0,16-11-8583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7:12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16 6447 0 0,'-11'-16'18063'0'0,"11"16"-17888"0"0,-1 1 0 0 0,0-1-1 0 0,1 0 1 0 0,-1 0-1 0 0,1 1 1 0 0,-1-1 0 0 0,0 0-1 0 0,1 1 1 0 0,-1-1 0 0 0,1 0-1 0 0,-1 1 1 0 0,1-1 0 0 0,-1 1-1 0 0,1-1 1 0 0,0 1 0 0 0,-1-1-1 0 0,1 1 1 0 0,0 0 0 0 0,-1 0-1 0 0,-10 24-2229 0 0,10-19 3863 0 0,-2 20-1243 0 0,2 0-1 0 0,2 38 0 0 0,0-32-271 0 0,31 320 972 0 0,-25-324-3088 0 0,-5-23 673 0 0,0 0 0 0 0,-1 1-1 0 0,0-1 1 0 0,1 10-1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7:12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89 24335 0 0,'-16'-2'599'0'0,"-22"-2"3361"0"0,48 4-3586 0 0,-1 1 0 0 0,1-2 1 0 0,14-1-1 0 0,5-1 42 0 0,347-22 768 0 0,-134 5-1015 0 0,-65 3-98 0 0,351 1-3684 0 0,-511 18 2305 0 0,-2 1-11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7:13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90 22487 0 0,'-2'-7'2039'0'0,"1"5"-1995"0"0,1 1 0 0 0,0 0 1 0 0,-1-1-1 0 0,1 1 0 0 0,0 0 0 0 0,0-1 1 0 0,0 1-1 0 0,0 0 0 0 0,1-1 0 0 0,-1 1 1 0 0,0 0-1 0 0,0-1 0 0 0,1 1 0 0 0,-1 0 1 0 0,1 0-1 0 0,-1-1 0 0 0,1 1 0 0 0,-1 0 1 0 0,1 0-1 0 0,0 0 0 0 0,0 0 0 0 0,0 0 1 0 0,-1 0-1 0 0,1 0 0 0 0,0 0 0 0 0,0 0 1 0 0,0 0-1 0 0,1 0 0 0 0,-1 0 0 0 0,0 1 1 0 0,0-1-1 0 0,0 0 0 0 0,0 1 0 0 0,1-1 1 0 0,1 1-1 0 0,0-2 149 0 0,1 1 0 0 0,-1 0 0 0 0,0 1 1 0 0,1-1-1 0 0,-1 1 0 0 0,1-1 0 0 0,-1 1 0 0 0,1 0 0 0 0,-1 0 0 0 0,1 1 1 0 0,-1-1-1 0 0,1 1 0 0 0,4 1 0 0 0,3 3 143 0 0,1 1-1 0 0,-1 0 1 0 0,0 0-1 0 0,0 1 1 0 0,-1 1-1 0 0,18 16 1 0 0,50 60 208 0 0,-76-82-525 0 0,17 20 50 0 0,-1 1 0 0 0,-1 1 0 0 0,-1 0 0 0 0,-1 1-1 0 0,17 37 1 0 0,-32-60 174 0 0,-1-3-163 0 0,-6-5-68 0 0,0 1 1 0 0,1-1-1 0 0,0 0 1 0 0,0 0-1 0 0,1-1 0 0 0,0 1 1 0 0,0-1-1 0 0,-7-14 1 0 0,7 12-8 0 0,1-1 0 0 0,0 1 0 0 0,0-1 0 0 0,1 0 0 0 0,0 0 0 0 0,1 0 0 0 0,-1-12 0 0 0,2 14-64 0 0,1-1 1 0 0,1 1-1 0 0,0 0 1 0 0,0 0-1 0 0,0 0 0 0 0,1-1 1 0 0,0 1-1 0 0,1 1 1 0 0,0-1-1 0 0,3-8 0 0 0,2 2-386 0 0,0 0 0 0 0,1 0 1 0 0,1 1-1 0 0,12-15 0 0 0,7-2-686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7:13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22775 0 0,'0'0'1043'0'0,"0"-3"-23"0"0,0 1-979 0 0,0 0 0 0 0,0 0 0 0 0,1 0 0 0 0,-1-1-1 0 0,0 1 1 0 0,1 0 0 0 0,0 0 0 0 0,-1 0 0 0 0,2-3 0 0 0,6-3-1 0 0,-7 7-6 0 0,0 0 0 0 0,0 0 1 0 0,0 1-1 0 0,0-1 0 0 0,0 1 0 0 0,0-1 0 0 0,1 1 0 0 0,-1-1 0 0 0,0 1 1 0 0,0-1-1 0 0,1 1 0 0 0,-1 0 0 0 0,0 0 0 0 0,1 0 0 0 0,-1 0 0 0 0,0 0 1 0 0,0 0-1 0 0,1 0 0 0 0,-1 0 0 0 0,3 1 0 0 0,-2 0 57 0 0,1 0 0 0 0,-1 1 0 0 0,0-1 0 0 0,1 0 0 0 0,-1 1 0 0 0,0-1 0 0 0,0 1-1 0 0,0 0 1 0 0,3 3 0 0 0,3 5 370 0 0,-2-1 1 0 0,1 1-1 0 0,8 17 0 0 0,0 6 355 0 0,20 67-1 0 0,-17-44-428 0 0,82 249 556 0 0,-95-290-1122 0 0,-1 0 0 0 0,0 0 0 0 0,-1 1 0 0 0,-1-1-1 0 0,0 18 1 0 0,-2-32-489 0 0,-14-8-5732 0 0,1-4 4303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7:14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4 3679 0 0,'-13'-4'23035'0'0,"18"5"-22332"0"0,1-1 0 0 0,0 1 1 0 0,10 3-1 0 0,8 2-582 0 0,235 13 1563 0 0,-82-9-1596 0 0,-27 12-68 0 0,-125-17-47 0 0,0 2 0 0 0,-1 1 0 0 0,46 21 0 0 0,-65-26 16 0 0,0 0 0 0 0,1 0 0 0 0,-1 1 0 0 0,-1-1 0 0 0,1 1 0 0 0,-1 0 0 0 0,1 1 0 0 0,3 4 0 0 0,-7-7 10 0 0,1 0 1 0 0,-1-1-1 0 0,0 1 0 0 0,0 0 1 0 0,0 0-1 0 0,0 0 0 0 0,0 0 0 0 0,0 0 1 0 0,-1 1-1 0 0,1-1 0 0 0,-1 0 1 0 0,0 0-1 0 0,1 0 0 0 0,-1 1 1 0 0,0-1-1 0 0,0 0 0 0 0,0 0 1 0 0,-1 0-1 0 0,1 1 0 0 0,0-1 0 0 0,-1 0 1 0 0,0 0-1 0 0,1 0 0 0 0,-1 0 1 0 0,-1 3-1 0 0,-3 2 4 0 0,0 0 0 0 0,0 0-1 0 0,-1 0 1 0 0,1-1 0 0 0,-1 1 0 0 0,-1-2 0 0 0,1 1 0 0 0,-1-1-1 0 0,0 0 1 0 0,-10 5 0 0 0,-10 5 26 0 0,-43 17-1 0 0,-175 55-761 0 0,179-65-607 0 0,31-9-1375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7:14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228 121 8287 0 0,'29'-20'1239'0'0,"63"-32"0"0"0,-72 42 1585 0 0,1-4 974 0 0,-20 14-3358 0 0,0-1-1 0 0,-1 0 1 0 0,1 0 0 0 0,0 0-1 0 0,0 0 1 0 0,0 0 0 0 0,0 0 0 0 0,-1 0-1 0 0,1 0 1 0 0,0 0 0 0 0,-1 0-1 0 0,1 0 1 0 0,-1 0 0 0 0,0 0 0 0 0,1-1-1 0 0,-1 1 1 0 0,1-2 0 0 0,-13-1 1601 0 0,9 3-1896 0 0,1 1 0 0 0,-1 0 0 0 0,0 0 0 0 0,0 1 1 0 0,0-1-1 0 0,1 0 0 0 0,-1 1 0 0 0,0 0 0 0 0,1 0 0 0 0,-1 0 0 0 0,0 0 0 0 0,1 0 0 0 0,-4 2 0 0 0,-33 23 669 0 0,28-18-543 0 0,-52 42 399 0 0,-57 57 0 0 0,109-96-615 0 0,-5 3 37 0 0,1 0-1 0 0,1 1 0 0 0,0 0 1 0 0,-20 32-1 0 0,31-42-68 0 0,2-4-18 0 0,0 1 0 0 0,0 0 0 0 0,0 0-1 0 0,0-1 1 0 0,1 1 0 0 0,-1 0-1 0 0,1 0 1 0 0,-1 0 0 0 0,1 0 0 0 0,0-1-1 0 0,0 5 1 0 0,-1-5-3 0 0,1 0 0 0 0,0 0 0 0 0,0 0-1 0 0,0 0 1 0 0,0 0 0 0 0,0 0 0 0 0,0 0 0 0 0,0 0 0 0 0,0 0 0 0 0,0 0 0 0 0,1-1-1 0 0,-1 1 1 0 0,0 0 0 0 0,0 0 0 0 0,1 0 0 0 0,-1 0 0 0 0,1 0 0 0 0,-1 0-1 0 0,1-1 1 0 0,-1 1 0 0 0,1 0 0 0 0,0 0 0 0 0,0 0 0 0 0,1 0-9 0 0,-1 0 1 0 0,1 0-1 0 0,0 0 1 0 0,-1 0 0 0 0,1 0-1 0 0,0-1 1 0 0,0 1-1 0 0,0-1 1 0 0,-1 1-1 0 0,1-1 1 0 0,3 1-1 0 0,2-1-29 0 0,1 0 1 0 0,-1-1-1 0 0,1 1 0 0 0,0-1 0 0 0,8-3 0 0 0,12-4-116 0 0,0-3 0 0 0,35-17 0 0 0,-57 25 128 0 0,8-4-19 0 0,-1-1 1 0 0,-1 0-1 0 0,1-1 0 0 0,-2 0 1 0 0,1-1-1 0 0,-1 0 0 0 0,-1-1 1 0 0,1 0-1 0 0,-2-1 0 0 0,0 0 1 0 0,0 0-1 0 0,-1-1 0 0 0,-1 0 1 0 0,10-24-1 0 0,-14 27 55 0 0,-2 8 375 0 0,-1 5-290 0 0,2 15-35 0 0,0 0 1 0 0,1 0-1 0 0,8 22 0 0 0,-9-33-86 0 0,0-1 0 0 0,1 0 0 0 0,0 0 0 0 0,0 0 0 0 0,1 0 0 0 0,0 0 0 0 0,0 0 0 0 0,0-1-1 0 0,0 0 1 0 0,1 0 0 0 0,0 0 0 0 0,8 6 0 0 0,-8-8-456 0 0,0 1 0 0 0,0-1 0 0 0,0 0 0 0 0,1 0 1 0 0,-1 0-1 0 0,1-1 0 0 0,0 0 0 0 0,0 0 0 0 0,-1-1 0 0 0,1 1 0 0 0,0-1 0 0 0,12 0 0 0 0,-3-1-1913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7:15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88 2303 0 0,'-1'1'167'0'0,"-2"2"1196"0"0,0-1 0 0 0,1 1 0 0 0,-1 0-1 0 0,1-1 1 0 0,0 1 0 0 0,0 0 0 0 0,0 0 0 0 0,0 1 0 0 0,0-1 0 0 0,-1 5-1 0 0,1-1 347 0 0,0-1 0 0 0,0 1 0 0 0,1 0 0 0 0,-1 14 0 0 0,2-7-984 0 0,0-1 0 0 0,1 1 1 0 0,1-1-1 0 0,0 1 0 0 0,4 14 1 0 0,-3-18-595 0 0,0 0 0 0 0,1 0 1 0 0,0 0-1 0 0,1 0 1 0 0,0-1-1 0 0,0 0 0 0 0,1 0 1 0 0,0 0-1 0 0,1 0 1 0 0,10 10-1 0 0,-16-19-124 0 0,-1 1 1 0 0,0-1-1 0 0,0 0 1 0 0,1 0-1 0 0,-1 1 0 0 0,0-1 1 0 0,1 0-1 0 0,-1 0 0 0 0,0 0 1 0 0,1 1-1 0 0,-1-1 1 0 0,0 0-1 0 0,1 0 0 0 0,-1 0 1 0 0,0 0-1 0 0,1 0 0 0 0,-1 0 1 0 0,1 0-1 0 0,-1 0 1 0 0,0 0-1 0 0,1 0 0 0 0,-1 0 1 0 0,0 0-1 0 0,1 0 0 0 0,-1 0 1 0 0,0 0-1 0 0,1 0 1 0 0,-1 0-1 0 0,0-1 0 0 0,1 1 1 0 0,-1 0-1 0 0,0 0 0 0 0,1-1 1 0 0,0 0 2 0 0,0 0-1 0 0,0 0 1 0 0,0 0 0 0 0,0 0 0 0 0,0 0-1 0 0,0-1 1 0 0,-1 1 0 0 0,1 0 0 0 0,0-2-1 0 0,1-3 11 0 0,0 1 1 0 0,-1 0-1 0 0,0-1 0 0 0,1-6 0 0 0,1-19-172 0 0,2 1-1 0 0,0 0 0 0 0,2 1 1 0 0,2-1-1 0 0,0 1 0 0 0,2 1 1 0 0,27-51-1 0 0,-35 73-187 0 0,0 1 0 0 0,1-1 0 0 0,-1 1 0 0 0,7-6 0 0 0,-8 9-198 0 0,0 0 0 0 0,0 1 0 0 0,0-1-1 0 0,0 1 1 0 0,0-1 0 0 0,0 1 0 0 0,1 0-1 0 0,3-2 1 0 0,8 0-8534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7:15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1 269 11975 0 0,'0'0'1083'0'0,"2"0"-891"0"0,4 0 252 0 0,-1 0 0 0 0,1-1 0 0 0,-1 0 0 0 0,0 0 0 0 0,1 0 1 0 0,-1-1-1 0 0,0 0 0 0 0,0 0 0 0 0,0 0 0 0 0,8-5 0 0 0,-6 2 436 0 0,1 0 0 0 0,-1-1 0 0 0,0 0 0 0 0,0 0 0 0 0,10-14 0 0 0,-7 8 358 0 0,-2-1-1 0 0,15-26 0 0 0,-16 23-1148 0 0,12-32 1 0 0,-18 41 2 0 0,1 1 0 0 0,-1 0 0 0 0,0-1 0 0 0,0 1 0 0 0,-1-11 0 0 0,0 15-55 0 0,0 1 0 0 0,0 0 0 0 0,0-1 0 0 0,-1 1 0 0 0,1 0 0 0 0,0 0 0 0 0,-1 0 0 0 0,1-1 1 0 0,-1 1-1 0 0,1 0 0 0 0,-1 0 0 0 0,0 0 0 0 0,1 0 0 0 0,-1 0 0 0 0,-1-2 0 0 0,1 3-1 0 0,0-1 0 0 0,0 1 1 0 0,1-1-1 0 0,-1 1 0 0 0,0 0 1 0 0,0-1-1 0 0,0 1 1 0 0,0 0-1 0 0,0 0 0 0 0,0 0 1 0 0,0 0-1 0 0,0-1 0 0 0,0 1 1 0 0,0 1-1 0 0,0-1 0 0 0,0 0 1 0 0,0 0-1 0 0,0 0 0 0 0,0 0 1 0 0,0 1-1 0 0,0-1 0 0 0,0 0 1 0 0,-1 1-1 0 0,-5 3 123 0 0,-1 0 0 0 0,1 0 0 0 0,0 0 0 0 0,0 1 1 0 0,1 0-1 0 0,-1 0 0 0 0,1 1 0 0 0,-8 9 0 0 0,5-5 27 0 0,0 1 0 0 0,1 0 0 0 0,0 1 1 0 0,-9 18-1 0 0,15-25-144 0 0,-1 1 0 0 0,1 0 0 0 0,0 0 1 0 0,0 1-1 0 0,1-1 0 0 0,0 0 0 0 0,0 1 1 0 0,0-1-1 0 0,1 0 0 0 0,0 1 0 0 0,0-1 1 0 0,2 12-1 0 0,-1-13-38 0 0,1 0 0 0 0,-1 0-1 0 0,1 0 1 0 0,0-1 0 0 0,0 1 0 0 0,1-1-1 0 0,-1 1 1 0 0,1-1 0 0 0,0 0 0 0 0,0 0-1 0 0,0 0 1 0 0,1 0 0 0 0,-1 0 0 0 0,1-1-1 0 0,0 0 1 0 0,6 5 0 0 0,0-3-42 0 0,-1 0 0 0 0,1-1 0 0 0,0 1 0 0 0,0-2 0 0 0,0 0 0 0 0,0 0-1 0 0,1-1 1 0 0,14 2 0 0 0,6-1-235 0 0,51-3 0 0 0,-32-4-905 0 0,1-1 1 0 0,-1-3 0 0 0,56-16-1 0 0,0-10-7837 0 0,-65 19 1369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7:15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66 153 12439 0 0,'-2'0'958'0'0,"-1"2"-235"0"0,-1 1 0 0 0,0-1-1 0 0,0 1 1 0 0,1 0 0 0 0,0 0 0 0 0,-1 0 0 0 0,1 1 0 0 0,0-1 0 0 0,1 1 0 0 0,-1-1 0 0 0,1 1 0 0 0,-1 0 0 0 0,1 0 0 0 0,0 0 0 0 0,0 1 0 0 0,1-1 0 0 0,-2 5-1 0 0,0 7 258 0 0,0-1 0 0 0,0 1-1 0 0,0 20 1 0 0,3-32-902 0 0,-1 17 119 0 0,1 1 1 0 0,1-1 0 0 0,1 0 0 0 0,1 1-1 0 0,1-1 1 0 0,0 0 0 0 0,2-1 0 0 0,0 1-1 0 0,14 28 1 0 0,-17-43-198 0 0,1 0 0 0 0,0 0 0 0 0,0-1 0 0 0,7 8 0 0 0,-11-13 1 0 0,0 0 0 0 0,0 0 0 0 0,0 1-1 0 0,0-1 1 0 0,0 0 0 0 0,0 0 0 0 0,0 0 0 0 0,1 1 0 0 0,-1-1-1 0 0,0 0 1 0 0,0 0 0 0 0,0 0 0 0 0,0 0 0 0 0,0 0 0 0 0,1 1-1 0 0,-1-1 1 0 0,0 0 0 0 0,0 0 0 0 0,0 0 0 0 0,0 0 0 0 0,1 0 0 0 0,-1 0-1 0 0,0 0 1 0 0,0 0 0 0 0,1 1 0 0 0,-1-1 0 0 0,0 0 0 0 0,0 0-1 0 0,0 0 1 0 0,1 0 0 0 0,-1 0 0 0 0,0 0 0 0 0,0 0 0 0 0,0 0-1 0 0,1 0 1 0 0,-1-1 0 0 0,0 1 0 0 0,0 0 0 0 0,0 0 0 0 0,1 0 0 0 0,-1 0-1 0 0,0 0 1 0 0,0 0 0 0 0,0 0 0 0 0,1 0 0 0 0,-1 0 0 0 0,0-1-1 0 0,0 1 1 0 0,0 0 0 0 0,0 0 0 0 0,1 0 0 0 0,-1 0 0 0 0,0-1-1 0 0,0 1 1 0 0,0 0 0 0 0,0 0 0 0 0,0 0 0 0 0,0-1 0 0 0,0 1 0 0 0,0 0-1 0 0,0 0 1 0 0,0 0 0 0 0,1-1 0 0 0,0-10 9 0 0,-1 11-10 0 0,0-23 0 0 0,-1 8 0 0 0,1 0 0 0 0,1 0 0 0 0,3-18 0 0 0,0 15-5 0 0,1 0 0 0 0,1 1 0 0 0,1-1 0 0 0,0 2 0 0 0,1-1 0 0 0,1 1 1 0 0,0 0-1 0 0,1 1 0 0 0,1 0 0 0 0,0 1 0 0 0,1 0 0 0 0,26-23 0 0 0,-34 34 5 0 0,0 0-1 0 0,0 0 1 0 0,0 1-1 0 0,0-1 1 0 0,0 1 0 0 0,1 0-1 0 0,-1 0 1 0 0,0 1-1 0 0,1 0 1 0 0,7-2-1 0 0,-9 3 5 0 0,-1 0-1 0 0,0-1 1 0 0,1 2-1 0 0,-1-1 1 0 0,1 0-1 0 0,-1 0 0 0 0,0 1 1 0 0,0-1-1 0 0,1 1 1 0 0,-1 0-1 0 0,0 0 0 0 0,0 0 1 0 0,0 0-1 0 0,1 0 1 0 0,-1 0-1 0 0,-1 0 0 0 0,1 1 1 0 0,0-1-1 0 0,0 1 1 0 0,0-1-1 0 0,-1 1 1 0 0,1 0-1 0 0,1 2 0 0 0,9 14 40 0 0,-2 1 1 0 0,1 1-1 0 0,-2 0 0 0 0,10 30 0 0 0,-4-9 12 0 0,-6-18-319 0 0,-1-2 324 0 0,0-1-1 0 0,2 1 1 0 0,13 20-1 0 0,-20-36-449 0 0,1 0-1 0 0,-1 0 1 0 0,1 0-1 0 0,0-1 0 0 0,1 0 1 0 0,-1 0-1 0 0,1 0 1 0 0,0 0-1 0 0,0 0 1 0 0,0-1-1 0 0,0 0 1 0 0,1 0-1 0 0,-1-1 0 0 0,1 1 1 0 0,0-1-1 0 0,7 1 1 0 0,6 1-9189 0 0</inkml:trace>
  <inkml:trace contextRef="#ctx0" brushRef="#br0" timeOffset="1">857 271 3223 0 0,'-4'-2'135'0'0,"1"1"-1"0"0,0 0 0 0 0,-1 0 0 0 0,1 0 0 0 0,-1 0 0 0 0,1 0 0 0 0,-6 0 0 0 0,6 1 1043 0 0,-1 0-1 0 0,0 0 0 0 0,0 1 1 0 0,0-1-1 0 0,1 1 0 0 0,-1 0 1 0 0,0 0-1 0 0,1 0 0 0 0,-1 1 0 0 0,-3 1 1 0 0,0 1 1267 0 0,1-1 1 0 0,0 2-1 0 0,0-1 1 0 0,-9 9-1 0 0,-7 11-2644 0 0,12-13 732 0 0,0 1 1 0 0,1 0 0 0 0,0 1 0 0 0,-10 21-1 0 0,17-30-493 0 0,0 0-1 0 0,1 1 0 0 0,-1-1 0 0 0,1 0 0 0 0,0 1 0 0 0,0-1 0 0 0,0 1 0 0 0,1 0 0 0 0,-1-1 0 0 0,1 1 0 0 0,0-1 0 0 0,0 1 0 0 0,1 0 1 0 0,0-1-1 0 0,-1 1 0 0 0,2-1 0 0 0,-1 1 0 0 0,0-1 0 0 0,4 7 0 0 0,-2-7-56 0 0,0 0 0 0 0,0 0 0 0 0,0 0 1 0 0,1-1-1 0 0,-1 1 0 0 0,1-1 0 0 0,0 0 0 0 0,0 0 0 0 0,0 0 0 0 0,1 0 1 0 0,-1-1-1 0 0,0 1 0 0 0,1-1 0 0 0,0 0 0 0 0,0-1 0 0 0,8 3 0 0 0,2-1-64 0 0,-1 0-1 0 0,1-1 1 0 0,0-1-1 0 0,22-1 1 0 0,-31 0 33 0 0,0-1-1 0 0,0 0 1 0 0,-1 0-1 0 0,1 0 1 0 0,0-1 0 0 0,-1 0-1 0 0,1 0 1 0 0,-1 0 0 0 0,6-4-1 0 0,-8 4 24 0 0,0 1-1 0 0,-1-1 0 0 0,1 0 1 0 0,-1 0-1 0 0,1 0 0 0 0,-1 0 1 0 0,0-1-1 0 0,0 1 0 0 0,0 0 1 0 0,0-1-1 0 0,0 0 0 0 0,-1 1 1 0 0,1-1-1 0 0,-1 0 1 0 0,0 0-1 0 0,0 0 0 0 0,0 0 1 0 0,1-6-1 0 0,-1-2-87 0 0,0-1-1 0 0,-1 1 1 0 0,-1-1-1 0 0,0 0 1 0 0,0 1-1 0 0,-1-1 1 0 0,-1 1-1 0 0,0 0 1 0 0,0 0-1 0 0,-1 0 1 0 0,-1 0 0 0 0,-6-11-1 0 0,7 13-808 0 0,0-1 0 0 0,0 1 0 0 0,1-1 1 0 0,0 0-1 0 0,-3-18 0 0 0,6 26 699 0 0,0 1 0 0 0,1 0 0 0 0,-1-1 0 0 0,0 1 0 0 0,0 0 0 0 0,1-1 0 0 0,-1 1 0 0 0,0 0 1 0 0,1 0-1 0 0,-1-1 0 0 0,1 1 0 0 0,0 0 0 0 0,-1 0 0 0 0,1 0 0 0 0,1-1 0 0 0,6-8-2360 0 0</inkml:trace>
  <inkml:trace contextRef="#ctx0" brushRef="#br0" timeOffset="2">1115 41 18631 0 0,'1'-2'852'0'0,"28"-37"5469"0"0,-24 51-4302 0 0,-2 8-1175 0 0,0 0 0 0 0,-1 0 0 0 0,-2 38 0 0 0,0 6-444 0 0,5 1-429 0 0,13 70 1 0 0,-9-64-1403 0 0,-7-25-3308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7:16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25567 0 0,'0'0'2800'0'0,"2"1"-2404"0"0,10 1-53 0 0,1 0 1 0 0,0 0-1 0 0,0-2 0 0 0,-1 1 1 0 0,22-3-1 0 0,68-14 82 0 0,-53 7-418 0 0,85-14-1903 0 0,-82 15 800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7:16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24 112 21655 0 0,'-23'-9'2616'0'0,"24"6"-1331"0"0,3-1-822 0 0,0 0 0 0 0,0 0 0 0 0,1 1-1 0 0,-1-1 1 0 0,1 1 0 0 0,-1 0-1 0 0,1 0 1 0 0,0 1 0 0 0,0-1-1 0 0,0 1 1 0 0,1 0 0 0 0,7-2-1 0 0,12-2-209 0 0,37-4 0 0 0,-45 8-11 0 0,206-23-726 0 0,1 10 1 0 0,391 23-1 0 0,-608-8 336 0 0,24 2-1601 0 0,33 7 0 0 0,-44-4-506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7:17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48 7831 0 0,'-59'-2'740'0'0,"42"1"-322"0"0,-30 6 25582 0 0,55-4-29650 0 0,144 2 4688 0 0,-84-3-856 0 0,290-13-13 0 0,-134 2-130 0 0,-42 1-35 0 0,75-1-25 0 0,2 7-1634 0 0,-244 2 1501 0 0,-3 0-1385 0 0,-7 2-3251 0 0</inkml:trace>
  <inkml:trace contextRef="#ctx0" brushRef="#br0" timeOffset="1">136 131 15199 0 0,'-8'0'-1295'0'0,"-6"1"11775"0"0,25-1-7778 0 0,178-6 619 0 0,-47 2-2401 0 0,350-21 419 0 0,-198 5-1281 0 0,6 0-15 0 0,-187 14-346 0 0,57-2-498 0 0,-175 8 456 0 0,1 1-1 0 0,-1 0 0 0 0,0 0 1 0 0,-8 3-1 0 0,-14 3-337 0 0,-116 13-3299 0 0,84-13 1463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7:17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83 25943 0 0,'-18'2'424'0'0,"2"0"184"0"0,1 0 0 0 0,0 1 1 0 0,-23 7-1 0 0,35-9-402 0 0,6-1 35 0 0,42 5 397 0 0,0-1-1 0 0,55-4 1 0 0,92-14 312 0 0,-155 10-869 0 0,199-21 293 0 0,37-3-281 0 0,-118 15-211 0 0,134-9-133 0 0,-97 17-3874 0 0,-146 5-6088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7:18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7 109 13823 0 0,'0'-2'1062'0'0,"0"-23"4734"0"0,10 21-54 0 0,-7 6-5506 0 0,0 1-1 0 0,0 0 1 0 0,0 0 0 0 0,0 0 0 0 0,-1 1-1 0 0,1-1 1 0 0,-1 1 0 0 0,0-1-1 0 0,0 1 1 0 0,0 0 0 0 0,-1 0-1 0 0,2 6 1 0 0,3 9 230 0 0,3 26 0 0 0,-7-37-318 0 0,33 255 1412 0 0,-23-123-1352 0 0,-11-132-259 0 0</inkml:trace>
  <inkml:trace contextRef="#ctx0" brushRef="#br0" timeOffset="1">27 31 22431 0 0,'0'0'992'0'0,"-10"-11"208"0"0,0-1-960 0 0,4 4 1024 0 0,17 16-2864 0 0,4 2-5024 0 0,-2-2-1200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7:20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1 571 14279 0 0,'0'0'1103'0'0,"1"3"-720"0"0,9 11 2422 0 0,-1 1 0 0 0,8 18 0 0 0,9 36 1955 0 0,11 78-1562 0 0,-27-104-2785 0 0,-7-26-274 0 0,-3-15-93 0 0,1-9-39 0 0,0 0 0 0 0,0 1 0 0 0,-1-13 0 0 0,1-12-4 0 0,3 1-77 0 0,2 1 0 0 0,1 0 0 0 0,2 1 0 0 0,1 0 0 0 0,1 0 0 0 0,1 1 0 0 0,21-34 0 0 0,-32 58 47 0 0,0 2 3 0 0,0-1 1 0 0,0 0 0 0 0,0 0 0 0 0,1 0 0 0 0,-1 1-1 0 0,0-1 1 0 0,1 0 0 0 0,-1 1 0 0 0,1-1 0 0 0,2 0-1 0 0,3 12-56 0 0,0 2 96 0 0,-1 0-1 0 0,-1 0 0 0 0,7 21 0 0 0,-7-19 51 0 0,0 0-1 0 0,13 25 1 0 0,-11-28-57 0 0,1 0 0 0 0,0-1 0 0 0,0 1 0 0 0,2-2 1 0 0,-1 1-1 0 0,1-1 0 0 0,0 0 0 0 0,1-1 0 0 0,0-1 1 0 0,0 0-1 0 0,0 0 0 0 0,1-1 0 0 0,0 0 0 0 0,1-1 1 0 0,21 6-1 0 0,-12-6-19 0 0,-1-1 0 0 0,1-1-1 0 0,0 0 1 0 0,0-2 0 0 0,0-1 0 0 0,0-1 0 0 0,-1 0 0 0 0,41-9 0 0 0,-36 5-26 0 0,0-1 0 0 0,0-2 1 0 0,-1 0-1 0 0,31-15 1 0 0,-48 19 24 0 0,-1 0 0 0 0,0-1 0 0 0,0 0 0 0 0,-1 0 0 0 0,1 0 1 0 0,-1-1-1 0 0,9-10 0 0 0,-12 11 2 0 0,1 0 0 0 0,-1 0 0 0 0,0 0 0 0 0,0-1 0 0 0,-1 1 0 0 0,0-1 0 0 0,0 1 0 0 0,0-1 1 0 0,-1 0-1 0 0,1 0 0 0 0,0-11 0 0 0,-2 9 7 0 0,0-1 1 0 0,0 1 0 0 0,0 0 0 0 0,-1 0 0 0 0,0 0-1 0 0,-1 0 1 0 0,0 0 0 0 0,0 0 0 0 0,-1 0 0 0 0,-7-14-1 0 0,9 19 2 0 0,-1-1 1 0 0,0 1-1 0 0,-1 0 0 0 0,1 0 0 0 0,-1 0 0 0 0,1 0 0 0 0,-1 1 0 0 0,0-1 0 0 0,0 1 0 0 0,0 0 0 0 0,0-1 1 0 0,0 1-1 0 0,0 1 0 0 0,-1-1 0 0 0,1 0 0 0 0,-1 1 0 0 0,1 0 0 0 0,-1-1 0 0 0,1 2 0 0 0,-1-1 1 0 0,0 0-1 0 0,0 1 0 0 0,1-1 0 0 0,-1 1 0 0 0,-6 1 0 0 0,0 0 8 0 0,0 1-1 0 0,0 0 1 0 0,0 1 0 0 0,1 0-1 0 0,-1 1 1 0 0,1 0 0 0 0,0 0 0 0 0,0 1-1 0 0,0 0 1 0 0,0 1 0 0 0,1 0-1 0 0,-12 11 1 0 0,6-4 6 0 0,1 0 1 0 0,1 1-1 0 0,0 0 0 0 0,1 0 0 0 0,0 2 1 0 0,-8 17-1 0 0,15-26-5 0 0,0 0 0 0 0,1 1-1 0 0,0-1 1 0 0,1 1 0 0 0,-1 0 0 0 0,2 0-1 0 0,-1 0 1 0 0,0 9 0 0 0,2-14-15 0 0,0 0 0 0 0,0 0 0 0 0,0 0 0 0 0,0 0 0 0 0,1 0 0 0 0,-1 0 0 0 0,1-1 0 0 0,0 1 0 0 0,0 0 0 0 0,0 0-1 0 0,0 0 1 0 0,1-1 0 0 0,-1 1 0 0 0,1-1 0 0 0,-1 1 0 0 0,1-1 0 0 0,0 1 0 0 0,0-1 0 0 0,0 0 0 0 0,0 0 0 0 0,0 0 0 0 0,1 0 0 0 0,-1 0 0 0 0,5 2 0 0 0,0-1-34 0 0,0 0-1 0 0,1 0 1 0 0,-1-1-1 0 0,0 0 1 0 0,1-1 0 0 0,-1 0-1 0 0,1 0 1 0 0,0 0 0 0 0,-1-1-1 0 0,1 0 1 0 0,-1-1-1 0 0,1 0 1 0 0,0 0 0 0 0,13-4-1 0 0,-2 0-73 0 0,0-2 1 0 0,0 0-1 0 0,-1-1 0 0 0,27-16 0 0 0,-34 17 95 0 0,-1 0-1 0 0,1 0 0 0 0,-1-2 1 0 0,-1 1-1 0 0,0-1 0 0 0,0 0 0 0 0,11-15 1 0 0,-8 5-14 0 0,0 0 0 0 0,-1-1 0 0 0,11-28 0 0 0,1-10 9 0 0,-2 0 0 0 0,21-96 0 0 0,-42 152 24 0 0,3-15-2 0 0,2-24 0 0 0,-4 37 3 0 0,-1 0 1 0 0,0 0-1 0 0,0 1 1 0 0,0-1-1 0 0,-1 0 1 0 0,1 1 0 0 0,-1-1-1 0 0,0 0 1 0 0,0 1-1 0 0,0-1 1 0 0,-1 1-1 0 0,1 0 1 0 0,-4-5-1 0 0,5 7 14 0 0,-1 0 0 0 0,0 0-1 0 0,0 0 1 0 0,0 0-1 0 0,0 0 1 0 0,0 0 0 0 0,-1 1-1 0 0,1-1 1 0 0,0 0-1 0 0,0 1 1 0 0,0-1 0 0 0,-1 1-1 0 0,1-1 1 0 0,0 1-1 0 0,0-1 1 0 0,-1 1 0 0 0,1 0-1 0 0,0 0 1 0 0,-1 0 0 0 0,1 0-1 0 0,0 0 1 0 0,-1 0-1 0 0,1 0 1 0 0,0 0 0 0 0,-1 0-1 0 0,1 1 1 0 0,0-1-1 0 0,-1 1 1 0 0,1-1 0 0 0,0 1-1 0 0,0-1 1 0 0,0 1-1 0 0,-1 0 1 0 0,-1 1 0 0 0,-1 1 50 0 0,0 0-1 0 0,0 0 1 0 0,0 0 0 0 0,0 1 0 0 0,1 0 0 0 0,-1-1 0 0 0,-5 10 0 0 0,3-2-19 0 0,0 0 0 0 0,1 1 0 0 0,0 0 1 0 0,1 0-1 0 0,0 0 0 0 0,1 1 0 0 0,0-1 0 0 0,1 1 0 0 0,0 18 0 0 0,1-10-16 0 0,1-1 0 0 0,1 1 0 0 0,1 0-1 0 0,1-1 1 0 0,6 24 0 0 0,-4-30-26 0 0,0 0 1 0 0,1 0-1 0 0,0-1 1 0 0,1 0-1 0 0,1 0 1 0 0,0-1-1 0 0,0 0 1 0 0,1 0-1 0 0,1-1 0 0 0,0 0 1 0 0,1-1-1 0 0,0 0 1 0 0,0 0-1 0 0,1-1 1 0 0,0-1-1 0 0,0 0 1 0 0,15 6-1 0 0,-14-7-21 0 0,0-1 1 0 0,0-1-1 0 0,0 0 1 0 0,1-1-1 0 0,-1-1 1 0 0,1 0-1 0 0,0-1 1 0 0,0 0-1 0 0,0-1 0 0 0,0 0 1 0 0,0-1-1 0 0,0-1 1 0 0,0 0-1 0 0,0-1 1 0 0,0-1-1 0 0,-1 0 0 0 0,1-1 1 0 0,14-6-1 0 0,-20 6-6 0 0,-1 0 0 0 0,0-1-1 0 0,0 0 1 0 0,0 0 0 0 0,0 0-1 0 0,-1-1 1 0 0,0 0-1 0 0,0-1 1 0 0,0 1 0 0 0,-1-1-1 0 0,0 0 1 0 0,0 0 0 0 0,-1-1-1 0 0,5-11 1 0 0,-1 1-44 0 0,-1 0 1 0 0,-1-1-1 0 0,-1 0 0 0 0,0 0 0 0 0,2-25 1 0 0,-7 37 25 0 0,1 0-1 0 0,-1 0 1 0 0,0 0 0 0 0,-1-1 0 0 0,0 1 0 0 0,0 0 0 0 0,0 0 0 0 0,-4-10 0 0 0,4 15 41 0 0,1 1 1 0 0,-1-1-1 0 0,1 1 1 0 0,-1-1-1 0 0,0 0 1 0 0,0 1-1 0 0,0-1 1 0 0,0 1-1 0 0,0 0 1 0 0,0-1-1 0 0,0 1 1 0 0,-1 0-1 0 0,1-1 1 0 0,0 1-1 0 0,-1 0 1 0 0,1 0-1 0 0,-1 0 1 0 0,1 1 0 0 0,-1-1-1 0 0,1 0 1 0 0,-1 0-1 0 0,0 1 1 0 0,1-1-1 0 0,-1 1 1 0 0,0-1-1 0 0,0 1 1 0 0,1 0-1 0 0,-1 0 1 0 0,0 0-1 0 0,0 0 1 0 0,1 0-1 0 0,-1 0 1 0 0,0 0-1 0 0,0 1 1 0 0,1-1-1 0 0,-1 0 1 0 0,0 1-1 0 0,1 0 1 0 0,-3 0-1 0 0,-2 2 37 0 0,0 0 0 0 0,1 0 0 0 0,0 1 0 0 0,0-1 0 0 0,0 1 0 0 0,0 0 0 0 0,0 1 0 0 0,1-1 0 0 0,0 1 0 0 0,0 0 0 0 0,-5 7 0 0 0,2-1 15 0 0,0 1 0 0 0,1 0-1 0 0,0 0 1 0 0,-5 17 0 0 0,7-19-32 0 0,1 1-1 0 0,1-1 1 0 0,0 1-1 0 0,0 0 1 0 0,1-1 0 0 0,0 1-1 0 0,1 0 1 0 0,0 0 0 0 0,1 0-1 0 0,2 12 1 0 0,-1-16-19 0 0,0 0-1 0 0,0 0 1 0 0,1 0 0 0 0,0 0 0 0 0,0-1 0 0 0,0 0-1 0 0,1 1 1 0 0,0-1 0 0 0,0 0 0 0 0,0-1 0 0 0,1 1-1 0 0,0-1 1 0 0,0 0 0 0 0,1 0 0 0 0,-1-1 0 0 0,9 6-1 0 0,-5-5-46 0 0,0 0 0 0 0,0-1 0 0 0,1 0 0 0 0,-1 0 0 0 0,1-1-1 0 0,0 0 1 0 0,18 2 0 0 0,-8-3-107 0 0,-1 0 0 0 0,1-2 0 0 0,23-2 0 0 0,-34 2 99 0 0,1-2 0 0 0,0 1 0 0 0,0-1-1 0 0,-1-1 1 0 0,1 0 0 0 0,-1 0 0 0 0,0-1 0 0 0,0 0-1 0 0,0-1 1 0 0,-1 0 0 0 0,1 0 0 0 0,-1-1 0 0 0,9-7 0 0 0,-9 5 55 0 0,0 0 1 0 0,-1-1-1 0 0,0 0 1 0 0,-1 0-1 0 0,0-1 1 0 0,0 1-1 0 0,-1-1 1 0 0,0 0-1 0 0,0-1 1 0 0,-1 1 0 0 0,3-16-1 0 0,-2 5 32 0 0,10-41 35 0 0,-13 53-16 0 0,-1 1 1 0 0,0-1 0 0 0,-1 1-1 0 0,0-1 1 0 0,-1-9-1 0 0,1 16 501 0 0,-5 12-118 0 0,1 2-328 0 0,1-1 0 0 0,0 1 1 0 0,1 0-1 0 0,0 0 0 0 0,1 0 0 0 0,0 22 0 0 0,11 73 135 0 0,-2-64-210 0 0,1 0 0 0 0,3-1 0 0 0,1 0 0 0 0,2-2 0 0 0,23 45 0 0 0,1 4-32 0 0,-39-89 0 0 0,0 0 0 0 0,0 0 0 0 0,0 0 0 0 0,0 0 0 0 0,1 0 0 0 0,-1 0 0 0 0,0 0 0 0 0,0 1 0 0 0,0-1 0 0 0,0 0 0 0 0,0 0 0 0 0,0 0 0 0 0,0 0 0 0 0,0 0 0 0 0,0 0 0 0 0,0 1 0 0 0,0-1 0 0 0,0 0 0 0 0,0 0 0 0 0,0 0 0 0 0,0 0 0 0 0,0 0 0 0 0,0 0 0 0 0,0 0 0 0 0,0 1 0 0 0,0-1 0 0 0,0 0 0 0 0,0 0 0 0 0,0 0 0 0 0,0 0 0 0 0,0 0 0 0 0,0 0 0 0 0,0 0 0 0 0,0 1 0 0 0,-1-1 0 0 0,1 0 0 0 0,0 0 0 0 0,0 0 0 0 0,0 0 0 0 0,0 0 0 0 0,0 0 0 0 0,0 0 0 0 0,-6-2 0 0 0,-6-5 0 0 0,5 0 1 0 0,1 0-1 0 0,-1 0 1 0 0,1-1-1 0 0,0 0 1 0 0,1 0-1 0 0,0-1 1 0 0,-4-9-1 0 0,-25-67-48 0 0,31 77 32 0 0,-7-17-41 0 0,2-1-1 0 0,0-1 1 0 0,2 1 0 0 0,2-1 0 0 0,-4-47-1 0 0,8 64 34 0 0,1-1 0 0 0,0 0 0 0 0,0 1 0 0 0,1-1-1 0 0,0 1 1 0 0,1 0 0 0 0,6-16 0 0 0,-5 19 8 0 0,0-1 0 0 0,0 1 0 0 0,0 0 1 0 0,1 1-1 0 0,0-1 0 0 0,0 1 0 0 0,1 0 1 0 0,0 0-1 0 0,0 1 0 0 0,13-10 0 0 0,-4 6-27 0 0,-1 1-1 0 0,1 1 0 0 0,1 0 0 0 0,0 1 1 0 0,0 0-1 0 0,0 2 0 0 0,0 0 0 0 0,1 1 1 0 0,27-3-1 0 0,-39 6 14 0 0,0 0-1 0 0,0 0 1 0 0,1 0-1 0 0,-1 0 1 0 0,0 1 0 0 0,0 0-1 0 0,0 0 1 0 0,0 0-1 0 0,7 4 1 0 0,-11-5 26 0 0,0 1 0 0 0,0 0-1 0 0,0 0 1 0 0,0 0 0 0 0,0-1 0 0 0,-1 1-1 0 0,1 0 1 0 0,0 0 0 0 0,-1 0-1 0 0,1 0 1 0 0,0 0 0 0 0,-1 0 0 0 0,1 1-1 0 0,-1-1 1 0 0,0 0 0 0 0,1 0 0 0 0,-1 0-1 0 0,0 0 1 0 0,0 1 0 0 0,0 1 0 0 0,1 0 10 0 0,-1 0 0 0 0,0 1 0 0 0,0-1 0 0 0,-1 1 0 0 0,0 4 0 0 0,-7 18 325 0 0,-12 27 0 0 0,4-9 100 0 0,15-41-412 0 0,0 0-1 0 0,0 1 1 0 0,0-1 0 0 0,0 1-1 0 0,1-1 1 0 0,0 1 0 0 0,-1-1-1 0 0,1 1 1 0 0,1-1 0 0 0,-1 1-1 0 0,0-1 1 0 0,1 1 0 0 0,0-1-1 0 0,0 0 1 0 0,1 4 0 0 0,-1-6-13 0 0,0 0 0 0 0,0 0 0 0 0,1 1 0 0 0,-1-2 0 0 0,0 1 0 0 0,0 0 0 0 0,1 0 0 0 0,-1 0 0 0 0,1-1 0 0 0,-1 1 0 0 0,1-1 1 0 0,-1 1-1 0 0,1-1 0 0 0,2 1 0 0 0,-1 0 9 0 0,5 1-14 0 0,1 0 1 0 0,0-1-1 0 0,0 0 0 0 0,-1-1 0 0 0,1 0 0 0 0,0 0 0 0 0,0-1 0 0 0,0 0 0 0 0,-1 0 0 0 0,1-1 1 0 0,16-5-1 0 0,-6-1-2 0 0,0 0 0 0 0,0-1 1 0 0,34-24-1 0 0,-44 27 1 0 0,-1-1 0 0 0,0 0 0 0 0,0-1 0 0 0,0 0 0 0 0,-1 0 0 0 0,0-1 0 0 0,10-17 0 0 0,-3 1 0 0 0,19-47 0 0 0,-30 64-20 0 0,0 0 0 0 0,0-1 0 0 0,-1 0 0 0 0,1-10 0 0 0,-2 17 17 0 0,-1 0 0 0 0,0 0-1 0 0,1 0 1 0 0,-1-1-1 0 0,0 1 1 0 0,0 0 0 0 0,-1 0-1 0 0,1 0 1 0 0,0 0 0 0 0,-1 0-1 0 0,1 0 1 0 0,-1 0-1 0 0,0 0 1 0 0,0 0 0 0 0,1 0-1 0 0,-1 0 1 0 0,-1 0 0 0 0,1 0-1 0 0,0 0 1 0 0,0 1-1 0 0,-1-1 1 0 0,-2-2 0 0 0,3 3 10 0 0,-1 0 1 0 0,0 1-1 0 0,1-1 0 0 0,-1 1 1 0 0,1-1-1 0 0,-1 1 1 0 0,0 0-1 0 0,1-1 1 0 0,-1 1-1 0 0,0 0 0 0 0,1 0 1 0 0,-1 0-1 0 0,0 1 1 0 0,1-1-1 0 0,-1 0 1 0 0,0 1-1 0 0,1-1 0 0 0,-1 1 1 0 0,1-1-1 0 0,-1 1 1 0 0,1 0-1 0 0,-1-1 1 0 0,1 1-1 0 0,-1 0 0 0 0,1 0 1 0 0,0 0-1 0 0,-2 2 1 0 0,-3 2-9 0 0,1-1 0 0 0,1 1-1 0 0,-1 0 1 0 0,1 0 0 0 0,-6 9 0 0 0,6-8-7 0 0,0 0-1 0 0,1 0 1 0 0,-1 0-1 0 0,1 1 1 0 0,1-1-1 0 0,-1 1 1 0 0,1 0-1 0 0,0 0 1 0 0,1-1-1 0 0,0 1 1 0 0,0 0-1 0 0,0 1 1 0 0,1-1-1 0 0,0 0 1 0 0,0 0-1 0 0,1 0 1 0 0,0 0-1 0 0,0 0 1 0 0,1 0-1 0 0,0 0 1 0 0,0-1-1 0 0,0 1 1 0 0,5 8-1 0 0,-3-8-29 0 0,0 0 1 0 0,0 0-1 0 0,0 0 1 0 0,1 0-1 0 0,0-1 0 0 0,0 0 1 0 0,1 0-1 0 0,0 0 1 0 0,0-1-1 0 0,0 0 0 0 0,0 0 1 0 0,1 0-1 0 0,0-1 1 0 0,0 0-1 0 0,0 0 0 0 0,1-1 1 0 0,-1 0-1 0 0,1 0 1 0 0,0-1-1 0 0,0 0 0 0 0,0 0 1 0 0,0-1-1 0 0,0 0 1 0 0,11 0-1 0 0,-12-1-90 0 0,-1 0 0 0 0,0-1-1 0 0,0 0 1 0 0,1 0 0 0 0,-1-1 0 0 0,0 0 0 0 0,0 0-1 0 0,0 0 1 0 0,-1-1 0 0 0,1 0 0 0 0,-1 0 0 0 0,1 0 0 0 0,-1-1-1 0 0,0 0 1 0 0,8-7 0 0 0,-6 4-59 0 0,-1 0 0 0 0,0 0-1 0 0,0-1 1 0 0,-1 0 0 0 0,0 0 0 0 0,0 0 0 0 0,0-1 0 0 0,-2 0 0 0 0,6-14-1 0 0,-2-3 9 0 0,-1-1 0 0 0,-1 0-1 0 0,3-36 1 0 0,-11 37 2027 0 0,0 71 237 0 0,1-29-1713 0 0,1 22-1 0 0,2-20-164 0 0,1 0 1 0 0,0 0-1 0 0,7 23 1 0 0,-6-32-183 0 0,0 1 1 0 0,0-1-1 0 0,1 1 0 0 0,1-1 1 0 0,-1 0-1 0 0,1-1 1 0 0,10 13-1 0 0,-11-17-1 0 0,0 1 0 0 0,0-2 0 0 0,0 1 0 0 0,8 5 0 0 0,-12-8-23 0 0,1-1-1 0 0,0 1 1 0 0,0 0-1 0 0,0-1 0 0 0,0 1 1 0 0,0 0-1 0 0,0-1 1 0 0,0 1-1 0 0,0-1 1 0 0,0 1-1 0 0,0-1 0 0 0,0 0 1 0 0,0 1-1 0 0,0-1 1 0 0,0 0-1 0 0,1 0 1 0 0,-1 0-1 0 0,0 0 0 0 0,0 0 1 0 0,0 0-1 0 0,0 0 1 0 0,2-1-1 0 0,1 1 1 0 0,-2-1 1 0 0,1 1 0 0 0,0-1 0 0 0,-1 0 0 0 0,1 0-1 0 0,-1 0 1 0 0,1 0 0 0 0,-1 0 0 0 0,1-1 0 0 0,-1 1 0 0 0,0-1 0 0 0,0 1 0 0 0,0-1 0 0 0,0 0-1 0 0,0 0 1 0 0,0 0 0 0 0,0 0 0 0 0,0 0 0 0 0,-1 0 0 0 0,3-5 0 0 0,2-4 10 0 0,0-1 1 0 0,8-24-1 0 0,-5 12-23 0 0,17-35-70 0 0,42-66-1 0 0,-66 122 78 0 0,4-9-27 0 0,1 1 1 0 0,1 0-1 0 0,0 0 1 0 0,11-11-1 0 0,-12 17-49 0 0,-3 16-27 0 0,7 37 53 0 0,-8-31 39 0 0,1 0-1 0 0,1 0 0 0 0,12 29 0 0 0,-10-31 12 0 0,1 0 0 0 0,1-1 0 0 0,0 0 0 0 0,18 20 0 0 0,-19-25-9 0 0,0-1 0 0 0,1 0 0 0 0,0-1 0 0 0,0 0 0 0 0,1 0 0 0 0,0-1 0 0 0,16 8 0 0 0,-7-7-45 0 0,0 0 0 0 0,0-1 0 0 0,0-1 0 0 0,1 0 0 0 0,-1-2 0 0 0,32 2 0 0 0,-14-5-94 0 0,-1 0 1 0 0,61-11 0 0 0,-86 10 146 0 0,0-1-1 0 0,0-1 1 0 0,-1 0 0 0 0,1 0 0 0 0,-1-1-1 0 0,0-1 1 0 0,0 0 0 0 0,-1 0-1 0 0,14-9 1 0 0,-19 10 20 0 0,1 0 0 0 0,0 0 0 0 0,-1 0 0 0 0,0-1 0 0 0,0 0 0 0 0,0 1 0 0 0,-1-1-1 0 0,0-1 1 0 0,0 1 0 0 0,0 0 0 0 0,0-1 0 0 0,-1 1 0 0 0,0-1 0 0 0,0 0 0 0 0,0 0 0 0 0,-1 0 0 0 0,0 0 0 0 0,0-8 0 0 0,0 11-5 0 0,-1 0-1 0 0,0 1 1 0 0,0-1 0 0 0,0 0 0 0 0,0 1 0 0 0,-1-1 0 0 0,1 1 0 0 0,-1-1 0 0 0,1 0 0 0 0,-1 1-1 0 0,0-1 1 0 0,0 1 0 0 0,0 0 0 0 0,0-1 0 0 0,-1 1 0 0 0,1 0 0 0 0,-1-1 0 0 0,1 1 0 0 0,-1 0-1 0 0,0 0 1 0 0,0 1 0 0 0,0-1 0 0 0,0 0 0 0 0,0 0 0 0 0,0 1 0 0 0,0-1 0 0 0,0 1 0 0 0,-1 0-1 0 0,1 0 1 0 0,-1 0 0 0 0,1 0 0 0 0,-1 0 0 0 0,1 0 0 0 0,-1 1 0 0 0,-3-1 0 0 0,-5-1 15 0 0,-1 1 0 0 0,0 0 0 0 0,0 1-1 0 0,0 0 1 0 0,0 1 0 0 0,1 0 0 0 0,-1 1 0 0 0,0 0 0 0 0,1 1 0 0 0,-1 0 0 0 0,1 1 0 0 0,-14 6 0 0 0,18-6-24 0 0,-1-1-1 0 0,1 1 0 0 0,0 0 1 0 0,0 1-1 0 0,0 0 1 0 0,1 0-1 0 0,-1 0 1 0 0,1 1-1 0 0,0 0 1 0 0,1 0-1 0 0,0 1 1 0 0,0-1-1 0 0,0 1 1 0 0,1 0-1 0 0,-1 0 1 0 0,2 1-1 0 0,-1-1 1 0 0,-2 11-1 0 0,5-15-3 0 0,0 0 1 0 0,1 0-1 0 0,-1-1 0 0 0,1 1 1 0 0,0 0-1 0 0,0 0 0 0 0,0 0 0 0 0,0 0 1 0 0,0-1-1 0 0,1 1 0 0 0,0 0 1 0 0,-1 0-1 0 0,1 0 0 0 0,0-1 1 0 0,0 1-1 0 0,0-1 0 0 0,2 4 0 0 0,-1-3-5 0 0,1 0-1 0 0,-1 0 0 0 0,1-1 1 0 0,-1 1-1 0 0,1 0 0 0 0,0-1 1 0 0,0 0-1 0 0,0 0 0 0 0,1 0 0 0 0,-1 0 1 0 0,6 2-1 0 0,0 0-10 0 0,0-1 0 0 0,0-1 1 0 0,1 0-1 0 0,-1 0 0 0 0,1 0 0 0 0,0-1 0 0 0,-1-1 0 0 0,1 0 1 0 0,11-1-1 0 0,-12 0-36 0 0,1-1 1 0 0,0 0 0 0 0,0-1 0 0 0,-1 0 0 0 0,0-1-1 0 0,1 1 1 0 0,-1-2 0 0 0,15-9 0 0 0,-12 5 17 0 0,0 0 1 0 0,-1 0 0 0 0,0-1-1 0 0,0-1 1 0 0,11-15 0 0 0,-2-2 21 0 0,-1-1 1 0 0,-2 0-1 0 0,-1-2 1 0 0,17-44-1 0 0,-11 21-1 0 0,-3 0 0 0 0,15-73 0 0 0,-34 125 224 0 0,-6 26-16 0 0,-1 8-83 0 0,2 0 1 0 0,-1 50-1 0 0,6-64-54 0 0,1 0 0 0 0,1 0 0 0 0,0 0 0 0 0,1-1-1 0 0,1 1 1 0 0,7 21 0 0 0,-7-30-54 0 0,0 0 0 0 0,0-1 0 0 0,1 0 0 0 0,-1 0 0 0 0,2 0 0 0 0,-1-1 0 0 0,1 1 0 0 0,1-1 0 0 0,12 11 0 0 0,-9-10 2 0 0,0-1 0 0 0,1 0 0 0 0,-1 0 1 0 0,2-1-1 0 0,-1-1 0 0 0,22 8 0 0 0,-15-8 0 0 0,0 0 0 0 0,0-1 1 0 0,1-1-1 0 0,0-1 0 0 0,0-1 0 0 0,-1 0 0 0 0,1-2 1 0 0,0 0-1 0 0,35-7 0 0 0,-46 6-9 0 0,0 0-1 0 0,0-1 1 0 0,0 0-1 0 0,0-1 1 0 0,0 0-1 0 0,-1 0 1 0 0,0 0-1 0 0,0-1 1 0 0,0 0-1 0 0,-1-1 1 0 0,1 1-1 0 0,9-13 1 0 0,-7 7-8 0 0,-1 0-1 0 0,-1 0 1 0 0,0-1-1 0 0,0 0 1 0 0,-1 0-1 0 0,-1 0 1 0 0,6-18-1 0 0,-10 25 2 0 0,1 0 0 0 0,-2 0 0 0 0,1 0 0 0 0,0 0 0 0 0,-1 0 0 0 0,0 0 1 0 0,0 0-1 0 0,-1 0 0 0 0,1 0 0 0 0,-1 0 0 0 0,0 0 0 0 0,-1 0 0 0 0,1 0 0 0 0,-3-6 0 0 0,3 8 12 0 0,-1 1 1 0 0,1 0-1 0 0,0-1 1 0 0,-1 1-1 0 0,0 0 1 0 0,1-1-1 0 0,-1 1 0 0 0,0 0 1 0 0,0 0-1 0 0,0 1 1 0 0,0-1-1 0 0,-1 0 0 0 0,1 1 1 0 0,0-1-1 0 0,-1 1 1 0 0,1 0-1 0 0,-1 0 0 0 0,1 0 1 0 0,-1 0-1 0 0,0 0 1 0 0,1 0-1 0 0,-1 1 0 0 0,0-1 1 0 0,1 1-1 0 0,-1 0 1 0 0,0 0-1 0 0,-4 0 0 0 0,0 2 38 0 0,-1-1-1 0 0,1 1 1 0 0,0 0-1 0 0,0 0 1 0 0,0 1-1 0 0,1 0 0 0 0,-1 1 1 0 0,1-1-1 0 0,-1 1 1 0 0,1 0-1 0 0,0 1 1 0 0,0-1-1 0 0,-5 8 0 0 0,4-6-9 0 0,1 0-1 0 0,0 1 1 0 0,1 0-1 0 0,-1 1 0 0 0,1-1 1 0 0,1 1-1 0 0,-1 0 0 0 0,2 0 1 0 0,-1 0-1 0 0,-3 13 0 0 0,5-15-15 0 0,1 0 0 0 0,1 0 0 0 0,-1-1 0 0 0,1 1 0 0 0,0 0 0 0 0,0 0 0 0 0,0 0-1 0 0,1-1 1 0 0,0 1 0 0 0,0 0 0 0 0,1 0 0 0 0,-1-1 0 0 0,5 9 0 0 0,-2-7-7 0 0,0 0 1 0 0,0 0-1 0 0,0 0 1 0 0,1-1-1 0 0,1 1 1 0 0,-1-1-1 0 0,1-1 1 0 0,0 1-1 0 0,7 4 1 0 0,-2-2-23 0 0,0 0-1 0 0,1-1 1 0 0,0-1 0 0 0,0 0 0 0 0,1-1-1 0 0,0 0 1 0 0,0-1 0 0 0,0 0 0 0 0,0-1 0 0 0,0 0-1 0 0,21 0 1 0 0,-24-3-27 0 0,1 0 0 0 0,-1-1 0 0 0,1 0 0 0 0,-1-1 0 0 0,0 0 0 0 0,1 0 0 0 0,-1-1 1 0 0,0-1-1 0 0,0 0 0 0 0,-1 0 0 0 0,1-1 0 0 0,16-11 0 0 0,-11 4-74 0 0,-1 1 0 0 0,0-2 0 0 0,-1 0 0 0 0,0 0 0 0 0,-2-2 0 0 0,18-24 0 0 0,-12 14-93 0 0,-1 2-133 0 0,-2 1 1 0 0,0-2 0 0 0,10-25-1 0 0,-23 48 676 0 0,-5 55 615 0 0,2-44-863 0 0,1 1 0 0 0,1 0 0 0 0,-1 0 0 0 0,2 0 1 0 0,-1 0-1 0 0,1 0 0 0 0,1 0 0 0 0,4 13 1 0 0,-2-12-38 0 0,1-1 0 0 0,1 1 0 0 0,0-1 0 0 0,0-1 0 0 0,1 1 0 0 0,0-1 0 0 0,1 0 0 0 0,0-1 0 0 0,13 12 0 0 0,-16-17-34 0 0,0 0 0 0 0,1 0 0 0 0,0 0-1 0 0,-1 0 1 0 0,2-1 0 0 0,-1 0 0 0 0,0 0 0 0 0,8 2-1 0 0,-9-4-2 0 0,-1 0 0 0 0,1 0 0 0 0,0-1 0 0 0,-1 1 0 0 0,1-1 0 0 0,0 0 0 0 0,-1 0 0 0 0,1-1 0 0 0,0 1 0 0 0,-1-1-1 0 0,1 0 1 0 0,8-4 0 0 0,-9 3-10 0 0,1 0 0 0 0,-1 0-1 0 0,0-1 1 0 0,-1 1-1 0 0,1-1 1 0 0,0 0 0 0 0,-1 0-1 0 0,0-1 1 0 0,0 1-1 0 0,0-1 1 0 0,0 1 0 0 0,0-1-1 0 0,-1 0 1 0 0,3-5-1 0 0,4-9-76 0 0,-1 0-1 0 0,6-22 0 0 0,-2 4-133 0 0,-3 12 47 0 0,-1 2-224 0 0,18-34 0 0 0,-23 52 322 0 0,-2 2 39 0 0,0 0 0 0 0,0 0 0 0 0,-1 0 0 0 0,1 1 0 0 0,0-1 0 0 0,-1 0 0 0 0,1 0 0 0 0,-1 0-1 0 0,0 0 1 0 0,1-3 0 0 0,-1 4 211 0 0,0 2-116 0 0,1 11-61 0 0,0-1 1 0 0,0 1 0 0 0,1-1 0 0 0,0 1-1 0 0,1-1 1 0 0,1 0 0 0 0,0 0 0 0 0,0 0-1 0 0,1-1 1 0 0,0 0 0 0 0,11 15 0 0 0,-11-17 14 0 0,1 0 0 0 0,0 0 0 0 0,1-1 1 0 0,0 0-1 0 0,0 0 0 0 0,1-1 1 0 0,0 0-1 0 0,0 0 0 0 0,0 0 0 0 0,0-1 1 0 0,1-1-1 0 0,0 1 0 0 0,18 5 0 0 0,-7-4 18 0 0,1-2 0 0 0,0 0-1 0 0,0-1 1 0 0,1-1 0 0 0,-1-1-1 0 0,24-1 1 0 0,-34-1-17 0 0,1-1 1 0 0,-1 0-1 0 0,1 0 1 0 0,-1-1-1 0 0,0-1 1 0 0,0 0-1 0 0,0 0 1 0 0,-1-1-1 0 0,1 0 1 0 0,-1-1-1 0 0,0 0 1 0 0,16-14-1 0 0,-16 10 3 0 0,-1 0-1 0 0,1 0 1 0 0,-2-1-1 0 0,0 0 1 0 0,0-1-1 0 0,-1 0 1 0 0,0 0 0 0 0,5-15-1 0 0,5-17 101 0 0,11-47-1 0 0,-20 65-114 0 0,9-42-37 0 0,-2-1 1 0 0,6-77-1 0 0,-21 102 183 0 0,-1 17-40 0 0,1 134 180 0 0,26 195 0 0 0,30-63-464 0 0,-26-158-1720 0 0,-29-79 1161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7:21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27007 0 0,'0'0'2891'0'0,"2"0"-2801"0"0,24-1 15 0 0,0 1 0 0 0,0 1 0 0 0,42 8 0 0 0,6 0 430 0 0,49 5 294 0 0,38 2-258 0 0,271-4-297 0 0,-223-9-400 0 0,-123-6-1182 0 0,-65 2 84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8:23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 24359 0 0,'-52'12'2635'0'0,"49"-11"-1990"0"0,6 0-413 0 0,23 6 372 0 0,1-2 0 0 0,45 5 1 0 0,-3-1-181 0 0,43 6-298 0 0,150 1-1 0 0,-9-27-2252 0 0,-119 3 901 0 0,-68 1-1577 0 0,-39 2 863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8:23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11975 0 0,'-2'1'923'0'0,"-6"2"-154"0"0,7-2-437 0 0,1-1-1 0 0,-1 1 1 0 0,1-1-1 0 0,0 0 1 0 0,-1 1 0 0 0,1 0-1 0 0,0-1 1 0 0,-1 1-1 0 0,1-1 1 0 0,0 1-1 0 0,0-1 1 0 0,0 1-1 0 0,-1 0 1 0 0,1-1-1 0 0,0 1 1 0 0,0-1-1 0 0,0 1 1 0 0,0 0 0 0 0,0-1-1 0 0,0 1 1 0 0,0-1-1 0 0,0 1 1 0 0,1 0-1 0 0,-1 0 1 0 0,3 10 3011 0 0,-2-8-3245 0 0,0 0-1 0 0,1-1 0 0 0,-1 1 1 0 0,1 0-1 0 0,0-1 0 0 0,0 1 1 0 0,0-1-1 0 0,0 0 1 0 0,0 0-1 0 0,0 0 0 0 0,1 0 1 0 0,-1 0-1 0 0,1 0 0 0 0,3 1 1 0 0,-1 1 46 0 0,7 4 4 0 0,1-1-1 0 0,0 0 1 0 0,1-1-1 0 0,-1 0 1 0 0,17 4-1 0 0,75 15 80 0 0,-52-14-212 0 0,-32-6-19 0 0,-13-4-1 0 0,-1 0-1 0 0,1 1 1 0 0,-1 0-1 0 0,1 0 1 0 0,-1 1-1 0 0,0 0 1 0 0,0 0-1 0 0,12 8 1 0 0,-11-2-6 0 0,-7-7 13 0 0,0-1 0 0 0,-1 1 0 0 0,1-1 0 0 0,-1 1 0 0 0,1-1 0 0 0,-1 1 1 0 0,0 0-1 0 0,1-1 0 0 0,-1 1 0 0 0,0 0 0 0 0,0-1 0 0 0,0 1 0 0 0,-1 0 0 0 0,1-1 0 0 0,0 1 0 0 0,-1-1 0 0 0,1 1 0 0 0,0 0 0 0 0,-1-1 0 0 0,0 1 1 0 0,1-1-1 0 0,-1 0 0 0 0,0 1 0 0 0,0-1 0 0 0,0 1 0 0 0,-2 1 0 0 0,-2 4 18 0 0,-2 0 0 0 0,1 0 0 0 0,-12 8 0 0 0,14-11-15 0 0,-11 7 14 0 0,0 0 0 0 0,-25 14 0 0 0,8-8-5538 0 0,25-13 3239 0 0,-15 7-6471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8:23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507 283 15663 0 0,'0'0'719'0'0,"2"-2"-20"0"0,13-15-691 0 0,-2 4 413 0 0,-1-2 0 0 0,0 0 0 0 0,18-31 0 0 0,-27 42-165 0 0,-1 0-1 0 0,0-1 1 0 0,0 1-1 0 0,-1-1 1 0 0,1 1 0 0 0,-1-1-1 0 0,0 1 1 0 0,0-1 0 0 0,-1 0-1 0 0,0 0 1 0 0,1 0-1 0 0,-1 1 1 0 0,-1-1 0 0 0,1 0-1 0 0,-1 0 1 0 0,0 1-1 0 0,0-1 1 0 0,0 0 0 0 0,0 1-1 0 0,-1-1 1 0 0,-2-4-1 0 0,2 6-91 0 0,1 1-1 0 0,-1-1 0 0 0,1 1 0 0 0,-1 0 0 0 0,0-1 0 0 0,0 1 0 0 0,0 0 0 0 0,0 0 0 0 0,-1 0 0 0 0,1 0 0 0 0,-1 0 0 0 0,1 1 0 0 0,-1-1 0 0 0,1 1 0 0 0,-5-2 0 0 0,3 2-25 0 0,0 0 0 0 0,0 0 1 0 0,0 0-1 0 0,0 1 0 0 0,0-1 0 0 0,-1 1 0 0 0,1 0 0 0 0,0 1 0 0 0,-8 0 0 0 0,1 2 5 0 0,0 0 1 0 0,0 1-1 0 0,0 0 1 0 0,1 1-1 0 0,0 0 1 0 0,0 0-1 0 0,-11 9 1 0 0,-9 8 38 0 0,1 1 0 0 0,1 2 0 0 0,2 1 0 0 0,0 1 1 0 0,-36 51-1 0 0,28-28 17 0 0,2 1-1 0 0,-43 94 1 0 0,59-108-45 0 0,1 0 1 0 0,-11 50-1 0 0,22-71-104 0 0,0 0-1 0 0,2 0 1 0 0,0 1-1 0 0,1 0 1 0 0,0-1 0 0 0,2 1-1 0 0,0 0 1 0 0,3 17-1 0 0,-2-26-43 0 0,0 0 1 0 0,1 0-1 0 0,-1 0 0 0 0,1 0 0 0 0,1 0 0 0 0,0-1 0 0 0,0 0 0 0 0,0 0 0 0 0,1 0 0 0 0,0 0 0 0 0,0-1 0 0 0,1 0 1 0 0,0 0-1 0 0,9 8 0 0 0,-6-8-8 0 0,0-1 1 0 0,0 1 0 0 0,0-2-1 0 0,0 1 1 0 0,1-1-1 0 0,0-1 1 0 0,0 1 0 0 0,0-2-1 0 0,0 1 1 0 0,0-1-1 0 0,12 0 1 0 0,7-1-54 0 0,0-1-1 0 0,-1-1 1 0 0,1-2-1 0 0,-1 0 1 0 0,0-2-1 0 0,0-2 1 0 0,0 0-1 0 0,46-20 1 0 0,-34 10-30 0 0,-1-2 0 0 0,-1-2 0 0 0,-2-2 1 0 0,0-1-1 0 0,36-32 0 0 0,-63 48 65 0 0,0-1 0 0 0,-1 0 1 0 0,0 0-1 0 0,0-1 0 0 0,-1 0 0 0 0,-1-1 0 0 0,8-15 0 0 0,-2-1-15 0 0,15-49 0 0 0,-20 50 39 0 0,-1 0 1 0 0,-2 1 0 0 0,0-2 0 0 0,-2 1-1 0 0,0 0 1 0 0,-2 0 0 0 0,-1-1-1 0 0,-1 1 1 0 0,-1 0 0 0 0,-2 0 0 0 0,0 0-1 0 0,-11-28 1 0 0,8 36-66 0 0,-1-1 0 0 0,0 1 0 0 0,-2 1 0 0 0,0-1 0 0 0,-1 2 0 0 0,0 0 0 0 0,-2 0 0 0 0,0 1 0 0 0,0 1 0 0 0,-20-14 0 0 0,28 23-198 0 0,0 0 0 0 0,-1 1 0 0 0,1 0 0 0 0,-1 0 0 0 0,0 1-1 0 0,0 0 1 0 0,-1 0 0 0 0,1 1 0 0 0,-1 0 0 0 0,1 0 0 0 0,-1 1-1 0 0,0-1 1 0 0,1 2 0 0 0,-1-1 0 0 0,-12 2 0 0 0,-17 5-2108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8:25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15 176 22663 0 0,'-1'1'1036'0'0,"-3"12"-705"0"0,1 0 0 0 0,1 1-1 0 0,0-1 1 0 0,1 0 0 0 0,0 17 0 0 0,6 70 1156 0 0,-3-81-1047 0 0,0 6 38 0 0,2 1 0 0 0,1-1 0 0 0,0 0 0 0 0,2 0 0 0 0,14 34-1 0 0,-15-46-421 0 0,1 1-1 0 0,0-1 0 0 0,1 0 1 0 0,0 0-1 0 0,1-1 0 0 0,0 0 1 0 0,1-1-1 0 0,1 0 0 0 0,0-1 1 0 0,20 16-1 0 0,-26-23-76 0 0,0 0 0 0 0,0 0 0 0 0,0 0 0 0 0,0 0 0 0 0,1-1 0 0 0,-1 0 0 0 0,1 0 0 0 0,0 0-1 0 0,0-1 1 0 0,-1 0 0 0 0,1 0 0 0 0,0 0 0 0 0,0-1 0 0 0,0 0 0 0 0,0 0 0 0 0,0-1 0 0 0,0 1 0 0 0,0-1 0 0 0,0-1 0 0 0,-1 1 0 0 0,1-1 0 0 0,0 0 0 0 0,-1 0-1 0 0,1 0 1 0 0,-1-1 0 0 0,0 0 0 0 0,0 0 0 0 0,0 0 0 0 0,9-9 0 0 0,0-1-68 0 0,0 0 0 0 0,0-2 0 0 0,-2 1-1 0 0,0-2 1 0 0,0 0 0 0 0,-2 0 0 0 0,0-1 0 0 0,-1 0 0 0 0,0-1 0 0 0,-2 0-1 0 0,0 0 1 0 0,-1 0 0 0 0,7-38 0 0 0,-7 24 102 0 0,-1 0 0 0 0,-1-1 0 0 0,-2 1 0 0 0,-2-1-1 0 0,-6-58 1 0 0,6 89 246 0 0,-4 13-70 0 0,0 1-126 0 0,1 1 0 0 0,1 0 0 0 0,0 0 0 0 0,1 0 0 0 0,0 22 0 0 0,2-9 78 0 0,10 49 0 0 0,-8-59-120 0 0,1-1 0 0 0,0 0-1 0 0,2 0 1 0 0,0 0 0 0 0,0 0-1 0 0,13 19 1 0 0,-13-25-35 0 0,0-1 0 0 0,0 1 1 0 0,1-1-1 0 0,0 0 0 0 0,1 0 0 0 0,0-1 1 0 0,0 0-1 0 0,1-1 0 0 0,-1 0 0 0 0,16 8 1 0 0,-20-12-14 0 0,0 0 1 0 0,1 0-1 0 0,-1-1 0 0 0,1 1 1 0 0,0-1-1 0 0,-1 0 1 0 0,1-1-1 0 0,0 1 1 0 0,0-1-1 0 0,0 0 0 0 0,-1 0 1 0 0,1 0-1 0 0,0-1 1 0 0,0 0-1 0 0,-1 0 1 0 0,1 0-1 0 0,0 0 0 0 0,-1-1 1 0 0,1 1-1 0 0,-1-1 1 0 0,0-1-1 0 0,0 1 1 0 0,1 0-1 0 0,-1-1 0 0 0,-1 0 1 0 0,8-6-1 0 0,-3 1 1 0 0,0 0 0 0 0,-1-1-1 0 0,0 0 1 0 0,0 0 0 0 0,-1 0 0 0 0,0-1-1 0 0,-1 0 1 0 0,0 0 0 0 0,-1 0-1 0 0,5-16 1 0 0,2-14-51 0 0,-3 0 0 0 0,-2 0 0 0 0,-1-1 0 0 0,0-50 0 0 0,-5 89 10 0 0,-5 13-13 0 0,0 4 113 0 0,1 1-1 0 0,0-1 1 0 0,1 1 0 0 0,1 0-1 0 0,0 0 1 0 0,1 0-1 0 0,1 0 1 0 0,0 0 0 0 0,2 0-1 0 0,0 0 1 0 0,0 0-1 0 0,9 26 1 0 0,-9-36-30 0 0,0 0 0 0 0,0 0 0 0 0,1-1-1 0 0,0 1 1 0 0,1-1 0 0 0,-1 1 0 0 0,1-1 0 0 0,0 0-1 0 0,0-1 1 0 0,0 1 0 0 0,1-1 0 0 0,0 1 0 0 0,0-1-1 0 0,0-1 1 0 0,0 1 0 0 0,0-1 0 0 0,1 0 0 0 0,0 0 0 0 0,9 3-1 0 0,-5-3-32 0 0,1 0-1 0 0,0-1 1 0 0,-1 0 0 0 0,1-1-1 0 0,0 0 1 0 0,0-1-1 0 0,0 0 1 0 0,0-1-1 0 0,0 0 1 0 0,17-4-1 0 0,-9 0-9 0 0,0 0-1 0 0,-1-1 0 0 0,0-1 0 0 0,0-1 0 0 0,-1 0 0 0 0,0-2 0 0 0,0 0 1 0 0,23-18-1 0 0,-29 18 13 0 0,0 1 1 0 0,0-2-1 0 0,-1 1 1 0 0,-1-2-1 0 0,0 1 1 0 0,0-1-1 0 0,-1-1 1 0 0,-1 1-1 0 0,0-1 1 0 0,-1 0 0 0 0,9-26-1 0 0,-14 34 29 0 0,5-13 28 0 0,4-30 1 0 0,-9 44-23 0 0,-1 0 0 0 0,1 0 0 0 0,-1 0 1 0 0,0 0-1 0 0,0 0 0 0 0,0-1 0 0 0,-1 1 0 0 0,0 0 0 0 0,1 0 0 0 0,-1 0 1 0 0,-1 1-1 0 0,1-1 0 0 0,-4-7 0 0 0,3 9 8 0 0,1 0 1 0 0,-1 1-1 0 0,0-1 0 0 0,1 1 1 0 0,-1-1-1 0 0,0 1 0 0 0,0 0 1 0 0,0 0-1 0 0,0 0 0 0 0,0 0 1 0 0,0 0-1 0 0,0 0 0 0 0,0 1 1 0 0,-1-1-1 0 0,1 1 0 0 0,0-1 1 0 0,0 1-1 0 0,-1 0 0 0 0,1 0 1 0 0,0 0-1 0 0,0 0 0 0 0,-1 0 1 0 0,1 1-1 0 0,-3 0 0 0 0,-3 0 49 0 0,1 1 1 0 0,-1 0-1 0 0,1 1 0 0 0,0-1 0 0 0,-13 8 0 0 0,3 0-23 0 0,1 1 0 0 0,1 1 0 0 0,0 1 1 0 0,0 0-1 0 0,2 1 0 0 0,0 0 0 0 0,0 1 0 0 0,1 0 0 0 0,1 1 0 0 0,1 0 1 0 0,0 1-1 0 0,1 0 0 0 0,-14 37 0 0 0,22-49-51 0 0,-1 0 1 0 0,1 1-1 0 0,0-1 0 0 0,0 0 0 0 0,1 1 1 0 0,0-1-1 0 0,0 0 0 0 0,0 1 0 0 0,0-1 1 0 0,1 1-1 0 0,0-1 0 0 0,2 9 0 0 0,-2-12-30 0 0,0 1 0 0 0,1-1-1 0 0,-1 1 1 0 0,0-1 0 0 0,1 1-1 0 0,-1-1 1 0 0,1 0 0 0 0,0 0-1 0 0,0 0 1 0 0,-1 0 0 0 0,1 0-1 0 0,1-1 1 0 0,-1 1 0 0 0,0 0-1 0 0,0-1 1 0 0,1 1-1 0 0,-1-1 1 0 0,1 0 0 0 0,-1 0-1 0 0,1 0 1 0 0,-1 0 0 0 0,1-1-1 0 0,-1 1 1 0 0,1-1 0 0 0,0 1-1 0 0,4-1 1 0 0,-1 1-84 0 0,0-1 1 0 0,0 0-1 0 0,0 0 1 0 0,0 0-1 0 0,0-1 0 0 0,0 0 1 0 0,0 0-1 0 0,0 0 0 0 0,-1-1 1 0 0,1 0-1 0 0,0 0 0 0 0,-1 0 1 0 0,1-1-1 0 0,-1 0 1 0 0,0 0-1 0 0,0 0 0 0 0,0-1 1 0 0,0 0-1 0 0,-1 0 0 0 0,1 0 1 0 0,3-5-1 0 0,2-3-86 0 0,-1 0-1 0 0,0-1 1 0 0,-1 0-1 0 0,0 0 1 0 0,-1 0-1 0 0,-1-1 1 0 0,0 0-1 0 0,7-28 0 0 0,-13 41 211 0 0,18-78-164 0 0,-16 69 209 0 0,-1 0-1 0 0,-1 0 1 0 0,1 0 0 0 0,-1 0 0 0 0,-3-19-1 0 0,2 27 91 0 0,-7 3 417 0 0,6 1-465 0 0,-1-1 0 0 0,1 1 0 0 0,-1-1 0 0 0,1 1 0 0 0,0 0 0 0 0,0 0 0 0 0,0 0 0 0 0,0 0 0 0 0,0 0 0 0 0,1 0 0 0 0,-1 1 0 0 0,0-1 0 0 0,1 0 0 0 0,0 1 0 0 0,-2 3 0 0 0,-1 4 147 0 0,-1 2 1 0 0,-2 13-1 0 0,3-10-118 0 0,1 0 1 0 0,0 0-1 0 0,2 1 1 0 0,0-1 0 0 0,0 1-1 0 0,1-1 1 0 0,1 1-1 0 0,1 0 1 0 0,6 26-1 0 0,-7-35-76 0 0,1 0 0 0 0,1-1 0 0 0,-1 1 0 0 0,1-1 0 0 0,0 0-1 0 0,0 0 1 0 0,1 0 0 0 0,0 0 0 0 0,0-1 0 0 0,0 1 0 0 0,1-1-1 0 0,0 0 1 0 0,0 0 0 0 0,0-1 0 0 0,0 1 0 0 0,1-1-1 0 0,0 0 1 0 0,0-1 0 0 0,0 0 0 0 0,0 0 0 0 0,0 0 0 0 0,1 0-1 0 0,-1-1 1 0 0,9 2 0 0 0,-7-3-57 0 0,-1 0 0 0 0,1 0 0 0 0,0-1 0 0 0,0 0 0 0 0,-1 0 0 0 0,1-1 0 0 0,0 0 0 0 0,-1 0 0 0 0,1-1 0 0 0,-1 0-1 0 0,1 0 1 0 0,-1 0 0 0 0,0-1 0 0 0,0-1 0 0 0,0 1 0 0 0,0-1 0 0 0,-1 0 0 0 0,12-9 0 0 0,-8 4-12 0 0,-1 0-1 0 0,1 0 1 0 0,-2-1-1 0 0,1-1 1 0 0,-1 1-1 0 0,-1-1 1 0 0,0-1-1 0 0,0 1 1 0 0,-1-1 0 0 0,5-16-1 0 0,3-10 64 0 0,-2-1-1 0 0,-1-1 1 0 0,-3 0-1 0 0,-1 0 1 0 0,-1-1-1 0 0,-1-75 1 0 0,-5 111 19 0 0,0-1 0 0 0,-1 0 1 0 0,0 1-1 0 0,0-1 0 0 0,0 1 1 0 0,-4-11-1 0 0,4 15 78 0 0,-12 19 313 0 0,9-6-381 0 0,-1 1 0 0 0,2 0 0 0 0,0 0 0 0 0,0 0 0 0 0,0 17 0 0 0,0-13-48 0 0,0 9 19 0 0,2 0 1 0 0,0 0-1 0 0,2 0 0 0 0,0 0 0 0 0,2 0 1 0 0,12 50-1 0 0,-13-68-98 0 0,1-1 0 0 0,0 1 0 0 0,0 0 0 0 0,1-1 0 0 0,0 1 0 0 0,0-1 0 0 0,1 0 0 0 0,0-1 0 0 0,0 1 0 0 0,11 10 0 0 0,-13-14 29 0 0,1 0 0 0 0,-1-1 0 0 0,1 1 0 0 0,0-1 1 0 0,0 0-1 0 0,0 0 0 0 0,0 0 0 0 0,0 0 0 0 0,0-1 0 0 0,0 1 0 0 0,1-1 0 0 0,-1 0 0 0 0,0-1 0 0 0,1 1 0 0 0,-1-1 1 0 0,1 0-1 0 0,-1 0 0 0 0,0 0 0 0 0,1 0 0 0 0,-1-1 0 0 0,8-2 0 0 0,-5 1-9 0 0,0-1 1 0 0,0 0-1 0 0,0 0 0 0 0,-1-1 1 0 0,1 0-1 0 0,-1 0 1 0 0,0-1-1 0 0,0 0 0 0 0,-1 0 1 0 0,1 0-1 0 0,-1-1 0 0 0,0 1 1 0 0,6-10-1 0 0,5-10 25 0 0,-1-1 1 0 0,13-29-1 0 0,-16 29 22 0 0,39-63 36 0 0,-36 65 86 0 0,-14 23 192 0 0,2 9 53 0 0,0 3-165 0 0,-1 0 0 0 0,-1 0 0 0 0,1 0 1 0 0,-2 0-1 0 0,1 0 0 0 0,-3 15 0 0 0,1 2 43 0 0,1-4-164 0 0,0 0 171 0 0,0 0-1 0 0,6 35 1 0 0,-5-52-386 0 0,0-1 1 0 0,1 0 0 0 0,-1 0-1 0 0,1 0 1 0 0,1 0 0 0 0,-1-1 0 0 0,1 1-1 0 0,0-1 1 0 0,0 1 0 0 0,1-1-1 0 0,0 0 1 0 0,-1 0 0 0 0,2-1-1 0 0,6 8 1 0 0,-10-12-108 0 0,0 0 0 0 0,1 1 0 0 0,-1-1 0 0 0,0 0 0 0 0,0 0 0 0 0,0 0 0 0 0,0 1 0 0 0,0-1 0 0 0,1 0 0 0 0,-1-1 0 0 0,0 1 0 0 0,0 0 0 0 0,0 0 1 0 0,0 0-1 0 0,0-1 0 0 0,0 1 0 0 0,1-1 0 0 0,-1 1 0 0 0,0-1 0 0 0,0 1 0 0 0,0-1 0 0 0,1-1 0 0 0,5-5-1709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8:25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12 144 19263 0 0,'0'0'1880'0'0,"-7"-4"-1672"0"0,3 1 3856 0 0,15 5-5824 0 0,2-1-376 0 0</inkml:trace>
  <inkml:trace contextRef="#ctx0" brushRef="#br0" timeOffset="1">288 1 20015 0 0,'0'0'1811'0'0,"0"2"-1490"0"0,-2 15 1291 0 0,1 0 0 0 0,-9 30 0 0 0,-2 20 1227 0 0,10-25-2214 0 0,1 0 0 0 0,7 59 0 0 0,22 83-779 0 0,-24-163-117 0 0,0-8-554 0 0,-1 1 1 0 0,-1-1-1 0 0,-1 0 0 0 0,0 1 0 0 0,0-1 1 0 0,-3 21-1 0 0,2-31 408 0 0,-1-1 1 0 0,1 0-1 0 0,-1 0 0 0 0,0 1 0 0 0,0-1 1 0 0,0 0-1 0 0,0 0 0 0 0,0 0 1 0 0,-1 0-1 0 0,1 0 0 0 0,0-1 0 0 0,-1 1 1 0 0,1 0-1 0 0,-1-1 0 0 0,0 1 0 0 0,0-1 1 0 0,0 1-1 0 0,0-1 0 0 0,0 0 0 0 0,0 0 1 0 0,0 0-1 0 0,0 0 0 0 0,0 0 0 0 0,0 0 1 0 0,0 0-1 0 0,-3 0 0 0 0,-16 1-2431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8:26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83 19087 0 0,'0'0'4463'0'0,"2"0"-3149"0"0,35 9 2337 0 0,-25-6-3150 0 0,0 0 0 0 0,0 0 0 0 0,15 0 0 0 0,16-3-237 0 0,45-7 0 0 0,-21 2-179 0 0,-59 4-83 0 0,-1 1-1 0 0,0 1 0 0 0,0-1 0 0 0,0 1 0 0 0,1 0 0 0 0,-1 1 0 0 0,0-1 1 0 0,-1 1-1 0 0,9 4 0 0 0,-11-4-1 0 0,0 0 0 0 0,0 0 0 0 0,0 1 0 0 0,0 0 0 0 0,0-1 0 0 0,-1 1 0 0 0,0 0-1 0 0,1 1 1 0 0,-1-1 0 0 0,0 1 0 0 0,-1-1 0 0 0,1 1 0 0 0,-1 0 0 0 0,1 0 0 0 0,2 6 0 0 0,7 32 0 0 0,-9-30 0 0 0,0-1 0 0 0,6 15 0 0 0,-9-25 0 0 0,1 0 0 0 0,-1 0 0 0 0,0-1 0 0 0,0 1 0 0 0,1 0 0 0 0,-1 0 0 0 0,1 0 0 0 0,-1-1 0 0 0,1 1 0 0 0,-1 0 0 0 0,1 0 0 0 0,-1-1 0 0 0,1 1 0 0 0,-1 0 0 0 0,1-1 0 0 0,0 1 0 0 0,0-1 0 0 0,-1 1 0 0 0,1-1 0 0 0,0 1 0 0 0,0-1 0 0 0,-1 0 0 0 0,1 1 0 0 0,0-1 0 0 0,0 0 0 0 0,0 0 0 0 0,0 1 0 0 0,0-1 0 0 0,1 0 0 0 0,1 0 0 0 0,0 0-19 0 0,0 0 1 0 0,1 0-1 0 0,-1 0 1 0 0,0-1-1 0 0,0 1 1 0 0,1-1-1 0 0,-1 0 0 0 0,0 0 1 0 0,0 0-1 0 0,5-2 1 0 0,28-18-258 0 0,-28 15 250 0 0,0-1-1 0 0,0 0 1 0 0,-1 0 0 0 0,1 0-1 0 0,-2-1 1 0 0,13-17 0 0 0,25-57-182 0 0,-23 39 168 0 0,-19 39 126 0 0,0-1 0 0 0,0 1 1 0 0,0 0-1 0 0,-1-1 0 0 0,0 1 0 0 0,0 0 1 0 0,0-1-1 0 0,1-8 0 0 0,-10 32 402 0 0,6-8-445 0 0,1 0 1 0 0,0 1-1 0 0,1-1 0 0 0,0 1 1 0 0,1-1-1 0 0,1 1 0 0 0,0-1 1 0 0,4 15-1 0 0,5 11 114 0 0,18 39 0 0 0,29 44-154 0 0,-33-73-10 0 0,19 54 0 0 0,-27-53-44 0 0,-3 2-1 0 0,16 97 1 0 0,-25-111 28 0 0,-3 0-1 0 0,0 0 1 0 0,-3 1 0 0 0,-1-1 0 0 0,-7 36 0 0 0,6-56 59 0 0,0-1 1 0 0,-1 1-1 0 0,-1-1 0 0 0,-1 0 0 0 0,0-1 1 0 0,-1 1-1 0 0,-1-1 0 0 0,0 0 0 0 0,0-1 1 0 0,-2 0-1 0 0,0-1 0 0 0,0 1 0 0 0,-1-2 1 0 0,-13 12-1 0 0,16-17-49 0 0,-1-1 0 0 0,0 0 1 0 0,-1 0-1 0 0,1-1 0 0 0,-1 0 0 0 0,0-1 1 0 0,0 0-1 0 0,0 0 0 0 0,0-1 0 0 0,0 0 0 0 0,-13 0 1 0 0,-3-1-254 0 0,0-1 0 0 0,1-1 1 0 0,-37-6-1 0 0,40 4 22 0 0,0-2 1 0 0,0 0-1 0 0,0-1 1 0 0,1-1-1 0 0,-22-11 1 0 0,36 15 122 0 0,-1-1-1 0 0,1 0 1 0 0,1-1 0 0 0,-1 1-1 0 0,1-1 1 0 0,0-1 0 0 0,0 1 0 0 0,0-1-1 0 0,1 0 1 0 0,-1 0 0 0 0,2-1 0 0 0,-1 1-1 0 0,1-1 1 0 0,0 0 0 0 0,0-1 0 0 0,1 1-1 0 0,-4-12 1 0 0,4 7-399 0 0,1 0 1 0 0,0-1-1 0 0,0 1 1 0 0,2 0-1 0 0,0 0 1 0 0,2-22-1 0 0,1 13-3003 0 0,7-29-1 0 0,7-3-3788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8:26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12895 0 0,'0'0'12336'0'0,"7"10"-12432"0"0,1-2-1472 0 0,0 0-304 0 0,8 7-56 0 0</inkml:trace>
  <inkml:trace contextRef="#ctx0" brushRef="#br0" timeOffset="1">154 260 25655 0 0,'-4'5'287'0'0,"1"0"0"0"0,0 1-1 0 0,0-1 1 0 0,0 1 0 0 0,0 0 0 0 0,1 0 0 0 0,0 0-1 0 0,0 0 1 0 0,-1 9 0 0 0,-9 27 1780 0 0,12-40-722 0 0,0 6-1612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8:27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10135 0 0,'-14'-1'17487'0'0,"18"7"-17136"0"0,-3-4 159 0 0,70 88 2539 0 0,24 32-2318 0 0,-67-82-640 0 0,18 27-1 0 0,88 99 1 0 0,-116-148-329 0 0,0-2-1 0 0,2 0 1 0 0,24 15 0 0 0,-15-16-1336 0 0,-17-13-1903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8:27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503 0 24479 0 0,'-2'1'1124'0'0,"-6"6"-781"0"0,0 0 0 0 0,0 1 0 0 0,0 0 0 0 0,-12 17 0 0 0,-86 151 2218 0 0,75-120-2044 0 0,-1-1 1 0 0,-48 59-1 0 0,-18-9-130 0 0,-3 3-2050 0 0,100-107 1003 0 0,3-1-211 0 0,2 0 228 0 0,1 0 0 0 0,-1-1 0 0 0,0 0 0 0 0,0 0 0 0 0,5-1 0 0 0,14-7-1556 0 0</inkml:trace>
  <inkml:trace contextRef="#ctx0" brushRef="#br0" timeOffset="1">1005 196 17503 0 0,'15'6'803'0'0,"-12"-5"-18"0"0,-1-1-501 0 0,91-13 7775 0 0,1 2-4139 0 0,1 1-4114 0 0,-1 2-4091 0 0,-75 6-5503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8:27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0 26719 0 0,'-8'4'531'0'0,"6"-2"-267"0"0,-1-1-1 0 0,1 0 1 0 0,-1 0 0 0 0,1 0-1 0 0,-1 0 1 0 0,0-1 0 0 0,1 1-1 0 0,-6 0 1 0 0,7-1 312 0 0,2 1-514 0 0,0 1 0 0 0,0-1 0 0 0,0 0 0 0 0,0 0 0 0 0,0 0 0 0 0,0 0 0 0 0,1 0 0 0 0,-1-1 0 0 0,0 1 1 0 0,1 0-1 0 0,-1 0 0 0 0,3 0 0 0 0,6 2-1 0 0,0 0 0 0 0,0 0 0 0 0,0-1 0 0 0,0-1 0 0 0,11 1 0 0 0,53-1 240 0 0,-65-2-295 0 0,123-8-1347 0 0,-78 2 562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8:28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56 997 19807 0 0,'0'0'6145'0'0,"0"-15"-2869"0"0,7-102-60 0 0,-9-60-2971 0 0,0 46-199 0 0,2 66-44 0 0,1-77 13 0 0,-20-150 0 0 0,18 281-18 0 0,1 8-3 0 0,0 0 1 0 0,0 0 0 0 0,-1 0-1 0 0,0 1 1 0 0,1-1 0 0 0,-1 0 0 0 0,0 0-1 0 0,0 0 1 0 0,-1 0 0 0 0,1 1-1 0 0,0-1 1 0 0,-1 1 0 0 0,-3-5 0 0 0,-2 20-62 0 0,3-3 62 0 0,1 1 1 0 0,0-1-1 0 0,1 1 0 0 0,0 0 1 0 0,1 0-1 0 0,-1 17 1 0 0,8 68-28 0 0,-3-72 29 0 0,1 1 0 0 0,0-1 0 0 0,2 0 0 0 0,1 0 0 0 0,1-1 0 0 0,14 28 0 0 0,-16-39 0 0 0,0-1 0 0 0,0-1 0 0 0,1 1 0 0 0,1-1 1 0 0,-1 0-1 0 0,2-1 0 0 0,-1 0 0 0 0,1 0 0 0 0,1-1 0 0 0,-1 0 0 0 0,2 0 1 0 0,-1-1-1 0 0,1-1 0 0 0,14 7 0 0 0,-20-11 3 0 0,-1 0-1 0 0,1-1 1 0 0,0 1-1 0 0,0-1 1 0 0,0 0 0 0 0,1-1-1 0 0,-1 1 1 0 0,0-1 0 0 0,0 0-1 0 0,0 0 1 0 0,0-1-1 0 0,0 1 1 0 0,6-2 0 0 0,-3-1-6 0 0,-1 1 0 0 0,0-1 1 0 0,-1 0-1 0 0,1 0 1 0 0,0-1-1 0 0,-1 0 0 0 0,0 0 1 0 0,8-7-1 0 0,-2-1-6 0 0,1-1 0 0 0,-1 0 0 0 0,-1 0 0 0 0,-1-2 0 0 0,0 1 0 0 0,16-31 0 0 0,-3-10-18 0 0,31-101 0 0 0,-50 143 30 0 0,44-148 0 0 0,-52 226 80 0 0,1 6-30 0 0,3 0-1 0 0,4 0 1 0 0,2-1-1 0 0,24 111 1 0 0,46 67-1375 0 0,-58-193-274 0 0,-15-48 765 0 0,-1 0 0 0 0,1 0 0 0 0,1-1 0 0 0,-1 1 0 0 0,7 8 0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8:28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6447 0 0,'7'-31'17807'0'0,"2"36"-14441"0"0,-5-2-3024 0 0,-1 0 0 0 0,0 0 0 0 0,0 1 0 0 0,0-1-1 0 0,-1 1 1 0 0,1-1 0 0 0,3 8 0 0 0,13 30 570 0 0,-14-30-621 0 0,12 34 93 0 0,18 39-54 0 0,-30-76-308 0 0,-1 0-1 0 0,1-1 0 0 0,0 1 1 0 0,1-1-1 0 0,-1 0 0 0 0,1-1 1 0 0,13 11-1 0 0,-18-15-15 0 0,-1-1-6 0 0,1-1 0 0 0,-1 1-1 0 0,0-1 1 0 0,1 1 0 0 0,-1-1-1 0 0,1 0 1 0 0,-1 1-1 0 0,1-1 1 0 0,-1 0 0 0 0,1 1-1 0 0,-1-1 1 0 0,1 0 0 0 0,-1 0-1 0 0,1 1 1 0 0,0-1-1 0 0,-1 0 1 0 0,1 0 0 0 0,-1 0-1 0 0,1 0 1 0 0,0 0-1 0 0,-1 0 1 0 0,1 0 0 0 0,1 0-1 0 0,-1 1-3 0 0,1-1 0 0 0,0 0 0 0 0,0 0 0 0 0,0 0 0 0 0,0 0 0 0 0,-1 0 0 0 0,1-1 0 0 0,0 1 0 0 0,0 0 0 0 0,-1-1 0 0 0,1 1 0 0 0,0-1 0 0 0,0 0 0 0 0,-1 1-1 0 0,1-1 1 0 0,2-2 0 0 0,-2 1 3 0 0,1 0 0 0 0,0 0 0 0 0,-1-1 0 0 0,0 0-1 0 0,1 1 1 0 0,-1-1 0 0 0,0 0 0 0 0,2-3 0 0 0,0-4 2 0 0,1 1 0 0 0,-1-1 0 0 0,-1 0 1 0 0,5-18-1 0 0,11-104-600 0 0,-17 119 91 0 0,1-9-2340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8:29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76 11975 0 0,'0'0'12316'0'0,"-7"1"-11217"0"0,0 3-521 0 0,-1 0-1 0 0,1 0 1 0 0,0 1 0 0 0,0 0 0 0 0,1 0-1 0 0,-1 0 1 0 0,1 1 0 0 0,-9 11 0 0 0,-2-1-90 0 0,-43 47 555 0 0,54-55-1014 0 0,0 0 0 0 0,0 0 0 0 0,0 1 0 0 0,1-1-1 0 0,1 1 1 0 0,-6 13 0 0 0,10-20-89 0 0,1-1-49 0 0,1 0 72 0 0,0 0 0 0 0,0 0 0 0 0,0 0 1 0 0,0 0-1 0 0,0 0 0 0 0,-1-1 0 0 0,2 1 0 0 0,-1-1 0 0 0,0 1 0 0 0,0-1 0 0 0,0 0 0 0 0,0 1 0 0 0,0-1 1 0 0,0 0-1 0 0,0-1 0 0 0,0 1 0 0 0,0 0 0 0 0,0-1 0 0 0,0 1 0 0 0,0-1 0 0 0,0 1 0 0 0,0-1 0 0 0,0 0 1 0 0,3-1-1 0 0,3-2-192 0 0,0 0 0 0 0,-1-1 0 0 0,1 1 0 0 0,10-10 0 0 0,-2 2-103 0 0,-2-1 0 0 0,0-1 0 0 0,0 0 0 0 0,-1 0 0 0 0,-1-2 0 0 0,-1 1 0 0 0,12-22 0 0 0,-19 31 331 0 0,0-1-1 0 0,-1 0 0 0 0,1-1-1 0 0,-2 1 1 0 0,5-16 0 0 0,-20 28-58 0 0,11-2 69 0 0,-1 0-1 0 0,1 0 1 0 0,0 0 0 0 0,0 0-1 0 0,0 0 1 0 0,0 1-1 0 0,0-1 1 0 0,1 1 0 0 0,0-1-1 0 0,0 1 1 0 0,-1-1 0 0 0,2 1-1 0 0,-1 0 1 0 0,0 0-1 0 0,1-1 1 0 0,0 1 0 0 0,0 0-1 0 0,0 0 1 0 0,0-1 0 0 0,1 1-1 0 0,-1 0 1 0 0,3 6 0 0 0,-1 0-31 0 0,1-1 0 0 0,0 0 1 0 0,1 0-1 0 0,0 0 0 0 0,0 0 1 0 0,1-1-1 0 0,10 15 0 0 0,-11-18-42 0 0,0 0 0 0 0,0-1 0 0 0,1 0-1 0 0,0 0 1 0 0,-1 0 0 0 0,1 0 0 0 0,0-1-1 0 0,1 0 1 0 0,-1 0 0 0 0,1 0 0 0 0,-1 0-1 0 0,1-1 1 0 0,0 0 0 0 0,0-1 0 0 0,0 1-1 0 0,0-1 1 0 0,0 0 0 0 0,0 0 0 0 0,0-1-1 0 0,9 0 1 0 0,-7-1-23 0 0,1 0-1 0 0,-1 0 0 0 0,1-1 1 0 0,-1 0-1 0 0,0-1 1 0 0,0 0-1 0 0,0 0 1 0 0,0-1-1 0 0,0 0 1 0 0,-1 0-1 0 0,0-1 0 0 0,0 1 1 0 0,0-2-1 0 0,6-5 1 0 0,-3 0 71 0 0,0 1-1 0 0,-1-2 1 0 0,0 1 0 0 0,-1-1 0 0 0,-1 0 0 0 0,0-1 0 0 0,8-18-1 0 0,-6 7 405 0 0,-1 1 0 0 0,-1-1-1 0 0,5-35 1553 0 0,-13 74-1027 0 0,0 21-327 0 0,2-1 0 0 0,1 1-1 0 0,12 59 1 0 0,39 101-403 0 0,-27-95-1702 0 0,-31-111-4718 0 0,-3-21 3510 0 0,1-14-4311 0 0,3 19 1136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8:29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36 6447 0 0,'-1'-3'127'0'0,"1"-1"-1"0"0,-1 1 1 0 0,-21-22 21056 0 0,25 28-21048 0 0,0 1 0 0 0,-1-1 1 0 0,1 1-1 0 0,0-1 1 0 0,1 0-1 0 0,-1 0 0 0 0,1 0 1 0 0,-1-1-1 0 0,1 1 1 0 0,0-1-1 0 0,0 0 0 0 0,0 0 1 0 0,7 2-1 0 0,9 4-92 0 0,31 6 0 0 0,-46-13 1 0 0,46 11-6 0 0,42 12-4 0 0,-80-20-21 0 0,0 0 1 0 0,-1 2 0 0 0,0 0 0 0 0,0 0 0 0 0,12 9 0 0 0,-15-7 58 0 0,-9-7-59 0 0,1 0 1 0 0,0 0 0 0 0,-1 1-1 0 0,1-1 1 0 0,-1 0-1 0 0,0 1 1 0 0,1-1 0 0 0,-1 0-1 0 0,0 0 1 0 0,0 1-1 0 0,1-1 1 0 0,-1 0 0 0 0,0 1-1 0 0,0-1 1 0 0,-1 0-1 0 0,1 1 1 0 0,0-1 0 0 0,-1 2-1 0 0,0 0 13 0 0,0-1-1 0 0,0 1 1 0 0,0-1-1 0 0,-1 1 1 0 0,1-1 0 0 0,-1 1-1 0 0,1-1 1 0 0,-4 3-1 0 0,0 0 35 0 0,0 0 1 0 0,-1 0-1 0 0,0-1 0 0 0,0 1 0 0 0,-12 5 0 0 0,-114 49 844 0 0,80-38-3306 0 0,0 2-5785 0 0,29-12-1040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8:29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46 26175 0 0,'-13'0'1200'0'0,"11"0"-27"0"0,4 0-753 0 0,478-15 2872 0 0,581-14-2790 0 0,-800 27-496 0 0,341 8-7 0 0,-501 5-380 0 0,-74-8 274 0 0,-25-3-240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8:30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1156 26351 0 0,'-12'8'1208'0'0,"9"-7"759"0"0,-9-15-1351 0 0,8 5-401 0 0,1 0 1 0 0,-1-1 0 0 0,2 0-1 0 0,-1 0 1 0 0,1 0 0 0 0,-1-15 0 0 0,2-65 39 0 0,1 56-203 0 0,0-28-37 0 0,-4-291-101 0 0,-25 0-328 0 0,27 333 377 0 0,-2-1 0 0 0,0 1 0 0 0,-1 0 0 0 0,-1 0 0 0 0,-1 1 0 0 0,-10-20 0 0 0,17 38 37 0 0,0 0 0 0 0,-1 0 0 0 0,1 0 0 0 0,-1 0 0 0 0,1 1 0 0 0,-1-1 0 0 0,1 0 0 0 0,-1 0 0 0 0,1 0 0 0 0,-1 0 0 0 0,0 1 0 0 0,0-1 0 0 0,1 0 0 0 0,-1 1 0 0 0,0-1 0 0 0,0 1 0 0 0,0-1 0 0 0,0 1 0 0 0,1-1-1 0 0,-1 1 1 0 0,0-1 0 0 0,0 1 0 0 0,0 0 0 0 0,0 0 0 0 0,-2-1 0 0 0,2 2 3 0 0,0-1 0 0 0,0 1 0 0 0,1 0 0 0 0,-1-1 0 0 0,0 1 0 0 0,0 0 1 0 0,1 0-1 0 0,-1 0 0 0 0,0 0 0 0 0,1 0 0 0 0,-1-1 0 0 0,1 1 0 0 0,-1 0 0 0 0,1 0 0 0 0,-1 0 0 0 0,1 0 0 0 0,0 0 0 0 0,-1 1 0 0 0,1-1 0 0 0,0 0 0 0 0,0 0 0 0 0,0 0 0 0 0,0 2 0 0 0,-1 12 2 0 0,1 1 1 0 0,0 0-1 0 0,1 0 0 0 0,1-1 1 0 0,0 1-1 0 0,1 0 0 0 0,1-1 1 0 0,1 0-1 0 0,0 0 0 0 0,0 0 1 0 0,2-1-1 0 0,0 0 0 0 0,0 0 1 0 0,2 0-1 0 0,11 15 0 0 0,-10-17-12 0 0,0 1 0 0 0,1-2 0 0 0,0 0 0 0 0,1 0 0 0 0,1-1 1 0 0,21 14-1 0 0,-24-18 16 0 0,1 0 0 0 0,0-1 0 0 0,0 0 0 0 0,0-1 0 0 0,0 0 0 0 0,1-1 0 0 0,0 0 0 0 0,-1-1 0 0 0,16 1 0 0 0,-17-3 3 0 0,1 0 1 0 0,-1-1-1 0 0,1 0 1 0 0,-1 0 0 0 0,1-1-1 0 0,-1-1 1 0 0,0 0-1 0 0,0 0 1 0 0,0-1 0 0 0,0 0-1 0 0,-1-1 1 0 0,1 0-1 0 0,-1-1 1 0 0,-1 0 0 0 0,1 0-1 0 0,-1 0 1 0 0,14-15-1 0 0,-6 3-3 0 0,-1 0 0 0 0,0-1-1 0 0,-2-1 1 0 0,0 0-1 0 0,-1-1 1 0 0,16-40-1 0 0,-16 32 2 0 0,-2 3-10 0 0,1 1 1 0 0,18-29-1 0 0,-24 48 5 0 0,-2 7 10 0 0,-1 5 44 0 0,2 19 32 0 0,-1 0 0 0 0,-1-1 0 0 0,-3 39-1 0 0,1-11 28 0 0,2 16 5 0 0,12 78 0 0 0,-9-115-133 0 0,2-1 0 0 0,1 1 0 0 0,1-1 0 0 0,24 52 0 0 0,-26-68-443 0 0,0 0-1 0 0,1 0 1 0 0,1-1-1 0 0,0 0 1 0 0,1 0-1 0 0,0-1 1 0 0,1 0-1 0 0,1-1 1 0 0,0 0 0 0 0,16 11-1 0 0,-26-21 96 0 0,0 0 0 0 0,0 1 0 0 0,0-1 0 0 0,1 0 0 0 0,-1 0 0 0 0,0-1 0 0 0,1 1 1 0 0,-1 0-1 0 0,0-1 0 0 0,1 1 0 0 0,-1-1 0 0 0,5 0 0 0 0,6 0-1605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8:30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22375 0 0,'0'0'2025'0'0,"0"2"-1666"0"0,-3 22-432 0 0,-2 6 2526 0 0,-1 47 0 0 0,6-58-1923 0 0,3 100 1089 0 0,-1-99-1814 0 0,0 0 1 0 0,2-1-1 0 0,11 38 0 0 0,-2-32-1401 0 0,-9-19 748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8:31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14279 0 0,'1'-1'4052'0'0,"30"-13"3213"0"0,2 3-3993 0 0,71-15-1880 0 0,-54 18-1102 0 0,87-2-1 0 0,-131 10-270 0 0,-1 0 0 0 0,1 0 0 0 0,-1 1 0 0 0,1-1 0 0 0,-1 1 0 0 0,1 1 0 0 0,-1-1 0 0 0,9 4 0 0 0,0 5 55 0 0,-13-9-55 0 0,1 1-1 0 0,-1 0 0 0 0,0 0 0 0 0,0 0 1 0 0,0 0-1 0 0,0 0 0 0 0,0 0 0 0 0,0 0 1 0 0,-1 1-1 0 0,1-1 0 0 0,-1 0 0 0 0,1 0 1 0 0,-1 1-1 0 0,0-1 0 0 0,0 0 1 0 0,0 0-1 0 0,0 1 0 0 0,0-1 0 0 0,-1 0 1 0 0,1 0-1 0 0,-1 1 0 0 0,-1 3 0 0 0,-1 4 79 0 0,-1 1-1 0 0,-1-1 1 0 0,-6 12-1 0 0,10-20-84 0 0,-19 31 176 0 0,12-21-157 0 0,0 0-1 0 0,1 1 0 0 0,1 0 0 0 0,-7 19 1 0 0,13-30-105 0 0,10 3-167 0 0,-6-4 199 0 0,1 0 1 0 0,-1 0-1 0 0,0-1 0 0 0,0 0 0 0 0,1 0 1 0 0,-1 0-1 0 0,0 0 0 0 0,1-1 1 0 0,-1 0-1 0 0,0 0 0 0 0,0 0 0 0 0,0 0 1 0 0,5-2-1 0 0,7-4-194 0 0,28-16 0 0 0,-38 20 211 0 0,0 0-1 0 0,-1-1 0 0 0,0 0 1 0 0,0 0-1 0 0,0-1 1 0 0,0 1-1 0 0,-1-1 1 0 0,1 0-1 0 0,-1 0 1 0 0,5-10-1 0 0,-7 12 29 0 0,0-1 0 0 0,-1 1 0 0 0,0-1 0 0 0,0 1 0 0 0,0-1-1 0 0,0 0 1 0 0,0 0 0 0 0,-1 1 0 0 0,1-1 0 0 0,-1 0-1 0 0,0 0 1 0 0,-1 1 0 0 0,1-1 0 0 0,0 0 0 0 0,-1 0 0 0 0,0 1-1 0 0,0-1 1 0 0,0 1 0 0 0,-1-1 0 0 0,-1-3 0 0 0,1 3-5 0 0,0-1 1 0 0,-1 1-1 0 0,0 0 1 0 0,0 0-1 0 0,0 1 0 0 0,0-1 1 0 0,-1 1-1 0 0,1-1 1 0 0,-1 1-1 0 0,0 0 1 0 0,0 1-1 0 0,0-1 1 0 0,0 0-1 0 0,0 1 1 0 0,-9-3-1 0 0,4 2-174 0 0,-1 0-1 0 0,0 1 1 0 0,1 0 0 0 0,-1 0 0 0 0,0 1-1 0 0,-14 0 1 0 0,22 1-229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8:31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5 22863 0 0,'-1'0'2071'0'0,"-4"-4"-1570"0"0,4 4 227 0 0,-1 2-391 0 0,0 1 0 0 0,1 0-1 0 0,-1 0 1 0 0,0 0 0 0 0,1 0 0 0 0,0 0-1 0 0,0 1 1 0 0,0-1 0 0 0,0 0-1 0 0,0 0 1 0 0,1 1 0 0 0,-1-1 0 0 0,1 1-1 0 0,0-1 1 0 0,0 6 0 0 0,1 9-123 0 0,6 28 1 0 0,-6-45-180 0 0,26 126 316 0 0,7 34-334 0 0,-25-91-330 0 0,-5-37-6438 0 0,-14-37 2751 0 0,0 0 1784 0 0</inkml:trace>
  <inkml:trace contextRef="#ctx0" brushRef="#br0" timeOffset="1">1 258 23551 0 0,'0'0'2137'0'0,"2"1"-1757"0"0,34 1 1066 0 0,-1-1 0 0 0,44-4-1 0 0,-58 2-1179 0 0,153-14 1289 0 0,-67 4-1438 0 0,-27 4 113 0 0,-19 1-2321 0 0,-21 3-5552 0 0,-9 0-2173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8:41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9 21423 0 0,'0'0'984'0'0,"-1"-1"-25"0"0,-3-5-495 0 0,16 4 1044 0 0,-8 3-1294 0 0,0-1 0 0 0,-1 1 0 0 0,1 0 0 0 0,0 1 0 0 0,0-1 0 0 0,-1 0 0 0 0,1 1 0 0 0,-1 0 0 0 0,1 0 0 0 0,-1 0 0 0 0,0 0 0 0 0,6 5 0 0 0,2 4 473 0 0,20 23 0 0 0,-14-14-153 0 0,40 46 480 0 0,84 127-1 0 0,-78-89-872 0 0,29 42 39 0 0,-75-122-346 0 0,1-1-1 0 0,1 0 0 0 0,40 34 1 0 0,-51-51-234 0 0,0 0 0 0 0,0-1 0 0 0,10 5 0 0 0,-16-9-336 0 0,-2-1 684 0 0,0 0 0 0 0,0 0 0 0 0,0 0 1 0 0,1-1-1 0 0,-1 1 0 0 0,0 0 0 0 0,0 0 1 0 0,0 0-1 0 0,1 0 0 0 0,-1 0 0 0 0,0 0 1 0 0,0 0-1 0 0,0 0 0 0 0,1 0 0 0 0,-1-1 1 0 0,0 1-1 0 0,0 0 0 0 0,0 0 0 0 0,1 0 1 0 0,-1 0-1 0 0,0 0 0 0 0,0 0 0 0 0,1 0 1 0 0,-1 0-1 0 0,0 1 0 0 0,0-1 0 0 0,0 0 1 0 0,1 0-1 0 0,-1 0 0 0 0,0 0-85 0 0,1 0 0 0 0,-1 0 1 0 0,1 0-1 0 0,-1 1 0 0 0,1-1 0 0 0,-1 0 0 0 0,1 0 0 0 0,-1 0 0 0 0,1 0 0 0 0,-1 0 0 0 0,1-1 1 0 0,-1 1-1 0 0,1 0 0 0 0,-1 0 0 0 0,0 0 0 0 0,1 0 0 0 0,-1 0 0 0 0,1-1 0 0 0,-1 1 1 0 0,1 0-1 0 0,0-1 0 0 0,9-5-1906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8:41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713 1 8287 0 0,'-1'1'382'0'0,"-1"2"-322"0"0,-1 0 1 0 0,1 0-1 0 0,-1-1 1 0 0,0 1 0 0 0,0-1-1 0 0,0 0 1 0 0,-5 2-1 0 0,4-1 74 0 0,0 0 0 0 0,-1 0-1 0 0,1 0 1 0 0,-6 6 0 0 0,-27 38 11604 0 0,2 3-5700 0 0,-15 19-4466 0 0,-21 21-711 0 0,-4-3 1 0 0,-110 99 0 0 0,152-156-903 0 0,-137 111-838 0 0,168-140-153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8:41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19351 0 0,'0'0'1751'0'0,"3"0"-1094"0"0,15 0 3197 0 0,32-6 0 0 0,22-9-963 0 0,-18 4-2949 0 0,95-10 223 0 0,-121 19-1251 0 0,0 2 0 0 0,1 0 1 0 0,36 6-1 0 0,-60-5 483 0 0,0 0-273 0 0</inkml:trace>
  <inkml:trace contextRef="#ctx0" brushRef="#br0" timeOffset="1">222 225 21623 0 0,'-10'6'527'0'0,"-1"1"520"0"0,-8 3 4315 0 0,25-8-5068 0 0,0 0 0 0 0,0 0-1 0 0,0 0 1 0 0,0 0 0 0 0,1-1 0 0 0,-1 0 0 0 0,0-1-1 0 0,13 0 1 0 0,6-1-89 0 0,24-5 0 0 0,-24 2 9 0 0,-15 3-467 0 0,190-30-221 0 0,-115 13-8656 0 0,-43 7-329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8:42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1705 7831 0 0,'0'0'18995'0'0,"-1"-1"-17934"0"0,-2 1-911 0 0,1-1 0 0 0,0 0-1 0 0,0 0 1 0 0,0-1 0 0 0,0 1-1 0 0,0 0 1 0 0,0-1 0 0 0,0 1 0 0 0,1-1-1 0 0,-1 1 1 0 0,0-1 0 0 0,1 0-1 0 0,0 0 1 0 0,-1 0 0 0 0,1 0 0 0 0,0 0-1 0 0,0 0 1 0 0,0 0 0 0 0,0 0-1 0 0,0 0 1 0 0,0-3 0 0 0,-4-7 78 0 0,2 0-1 0 0,-4-22 1 0 0,-30-376 455 0 0,36 400-675 0 0,-3-299 57 0 0,8 219-67 0 0,24-129-1 0 0,-21 182 3 0 0,26-120 0 0 0,-25 128 0 0 0,1 2 0 0 0,1-1 0 0 0,22-39 0 0 0,-19 43 0 0 0,1 0 0 0 0,1 1 0 0 0,1 0 0 0 0,1 2 0 0 0,1 0 0 0 0,35-33 0 0 0,-47 50 0 0 0,0 0 0 0 0,0 0 0 0 0,1 1 0 0 0,-1-1 0 0 0,1 1 0 0 0,0 1 0 0 0,0-1 0 0 0,0 1 0 0 0,0 0 0 0 0,0 1 0 0 0,0 0 0 0 0,0 0 0 0 0,0 1 0 0 0,1-1 0 0 0,-1 1 0 0 0,0 1 0 0 0,1 0 0 0 0,9 2 0 0 0,-2 4 0 0 0,-11-4 0 0 0,0-1 0 0 0,0 2 0 0 0,-1-1 0 0 0,1 0 0 0 0,-1 1 0 0 0,0 0 0 0 0,1-1 0 0 0,-1 1 0 0 0,-1 1 0 0 0,1-1 0 0 0,-1 0 0 0 0,0 1 0 0 0,0-1 0 0 0,0 1 0 0 0,2 6 0 0 0,-3-4 0 0 0,0-1 0 0 0,-1 1 0 0 0,1-1 0 0 0,-1 1 0 0 0,-1 0 0 0 0,1-1 0 0 0,-1 1 0 0 0,0-1 0 0 0,-1 1 0 0 0,1-1 0 0 0,-4 8 0 0 0,-1 0 0 0 0,-1 1 0 0 0,0-2 0 0 0,-1 1 0 0 0,0-1 0 0 0,-1 0 0 0 0,-19 21 0 0 0,-72 61 0 0 0,53-61 55 0 0,11-8-35 0 0,14-14 53 0 0,12-3-69 0 0,0 0-4 0 0,10-8 0 0 0,0-1 0 0 0,0 1 0 0 0,-1 0 0 0 0,1-1 0 0 0,0 1 0 0 0,0 0 0 0 0,0-1 0 0 0,0 1 0 0 0,0 0 0 0 0,0 0 0 0 0,0-1 0 0 0,0 1 0 0 0,0 0 0 0 0,0-1 0 0 0,0 1 0 0 0,1 1 0 0 0,0 0 0 0 0,0-1 0 0 0,0 1 0 0 0,1-1 0 0 0,-1 1 0 0 0,0 0 0 0 0,1-1 0 0 0,-1 0 0 0 0,1 1 0 0 0,0-1 0 0 0,-1 0 0 0 0,1 0 0 0 0,0 0 0 0 0,0 0 0 0 0,0 0 0 0 0,-1-1 0 0 0,3 2 0 0 0,33 7 0 0 0,63 2 0 0 0,-67-8 0 0 0,61 11 0 0 0,-74-9 0 0 0,0 1 0 0 0,0 1 0 0 0,-1 0 0 0 0,0 2 0 0 0,23 13 0 0 0,-36-19 0 0 0,0 1 0 0 0,0 0 0 0 0,-1 0 0 0 0,0 1 0 0 0,0-1 0 0 0,0 1 0 0 0,0 0 0 0 0,-1 0 0 0 0,0 1 0 0 0,0 0 0 0 0,0-1 0 0 0,-1 1 0 0 0,0 0 0 0 0,0 1 0 0 0,0-1 0 0 0,-1 0 0 0 0,0 1 0 0 0,0 0 0 0 0,1 13 0 0 0,-3-13 0 0 0,0 1 0 0 0,-1-1 0 0 0,0 0 0 0 0,0 1 0 0 0,-1-1 0 0 0,1 0 0 0 0,-2 0 0 0 0,1 0 0 0 0,-1 0 0 0 0,0 0 0 0 0,0 0 0 0 0,-1-1 0 0 0,0 0 0 0 0,0 0 0 0 0,-6 6 0 0 0,-4 5 0 0 0,0-2 0 0 0,-2 1 0 0 0,-32 23 0 0 0,34-29 0 0 0,-1-1 0 0 0,1 0 0 0 0,-2-1 0 0 0,1-1 0 0 0,-1-1 0 0 0,-26 7 0 0 0,19-7 0 0 0,0-1 0 0 0,-1-1 0 0 0,0-1 0 0 0,-25-1 0 0 0,46-2-1 0 0,-11 0-170 0 0,-1 0 0 0 0,1-1 1 0 0,-16-4-1 0 0,27 5 107 0 0,0-1 0 0 0,0 1 0 0 0,0-1 1 0 0,0 0-1 0 0,0 0 0 0 0,0-1 0 0 0,1 1 0 0 0,-1 0 0 0 0,0-1 0 0 0,1 0 0 0 0,-1 1 1 0 0,1-1-1 0 0,-1 0 0 0 0,1-1 0 0 0,0 1 0 0 0,0 0 0 0 0,0 0 0 0 0,0-1 0 0 0,1 1 0 0 0,-1-1 1 0 0,-1-3-1 0 0,0-8-1559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8:43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55 8287 0 0,'0'0'639'0'0,"-2"-1"-415"0"0,-18-5 913 0 0,-10-4 21226 0 0,33 10-22270 0 0,48 1-78 0 0,-9 0-10 0 0,70-7-1 0 0,-12-3-4 0 0,-65 7 0 0 0,1-1 0 0 0,36-9 0 0 0,-63 10 0 0 0,0 0 0 0 0,0 1 0 0 0,0 0 0 0 0,0 0 0 0 0,0 1 0 0 0,0 0 0 0 0,11 2 0 0 0,-11-1-27 0 0,-7-1-111 0 0,-4 1-1336 0 0,-25 4-2316 0 0,11 1-6181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8:44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1657 8751 0 0,'-3'10'317'0'0,"1"-1"-1"0"0,-1 1 1 0 0,-1 0-1 0 0,0-1 0 0 0,0 0 1 0 0,0 0-1 0 0,-9 11 1 0 0,2-3 3895 0 0,-2-2 3520 0 0,13-15-7506 0 0,-1 1 1 0 0,1 0-1 0 0,-1-1 0 0 0,0 1 0 0 0,1 0 1 0 0,-1-1-1 0 0,0 1 0 0 0,1-1 0 0 0,-1 1 1 0 0,0-1-1 0 0,1 0 0 0 0,-1 1 0 0 0,0-1 1 0 0,0 0-1 0 0,1 1 0 0 0,-1-1 0 0 0,0 0 0 0 0,0 0 1 0 0,0 0-1 0 0,0 1 0 0 0,1-1 0 0 0,-1 0 1 0 0,0 0-1 0 0,0 0 0 0 0,0-1 0 0 0,0 1 1 0 0,0 0-1 0 0,1 0 0 0 0,-1 0 0 0 0,0-1 1 0 0,-1 1-1 0 0,0-2-86 0 0,0 1 0 0 0,0-1 0 0 0,1 1-1 0 0,-1-1 1 0 0,1 0 0 0 0,-1 1 0 0 0,1-1 0 0 0,-1 0 0 0 0,1 0 0 0 0,0 0 0 0 0,-2-4 0 0 0,-1-4-56 0 0,1 0 0 0 0,0 0 1 0 0,0 0-1 0 0,1-1 0 0 0,-1-11 1 0 0,-1-55-10 0 0,4 76-72 0 0,13-568 31 0 0,-1 265-31 0 0,-11 261-3 0 0,19-250 0 0 0,-14 252 0 0 0,-2 12 0 0 0,0 0 0 0 0,14-42 0 0 0,-8 44 0 0 0,19-41 0 0 0,-24 58 0 0 0,1 1 0 0 0,0 1 0 0 0,0-1 0 0 0,1 1 0 0 0,0 0 0 0 0,0 0 0 0 0,13-9 0 0 0,-11 10 0 0 0,0 1 0 0 0,1 0 0 0 0,-1 1 0 0 0,1-1 0 0 0,0 2 0 0 0,1 0 0 0 0,-1 0 0 0 0,1 1 0 0 0,0 0 0 0 0,12-1 0 0 0,-14 3 0 0 0,0 0 0 0 0,0 0 0 0 0,0 1 0 0 0,1 1 0 0 0,-1-1 0 0 0,0 1 0 0 0,0 1 0 0 0,0 0 0 0 0,0 0 0 0 0,-1 1 0 0 0,1 0 0 0 0,14 8 0 0 0,-20-10-1 0 0,0 1 0 0 0,0 0 0 0 0,0 0 1 0 0,0 1-1 0 0,0-1 0 0 0,-1 1 0 0 0,1-1 0 0 0,-1 1 0 0 0,0 0 1 0 0,0 0-1 0 0,0 0 0 0 0,0 0 0 0 0,0 0 0 0 0,1 5 1 0 0,-1-3-4 0 0,-1 0 1 0 0,1 0 0 0 0,-1 0 0 0 0,-1 0 0 0 0,1 1 0 0 0,-1-1 0 0 0,0 0 0 0 0,-1 11 0 0 0,-1-5-2 0 0,0 1 0 0 0,-1 0 0 0 0,-1-1 0 0 0,0 1 0 0 0,0-1 0 0 0,-1 0 0 0 0,-11 19 0 0 0,-2-5 14 0 0,0 0-1 0 0,-2-1 1 0 0,-43 41 0 0 0,-79 52 34 0 0,113-95-41 0 0,18-14-2 0 0,5-2 0 0 0,-1-1 0 0 0,0 1 0 0 0,-9 12 0 0 0,8-8 0 0 0,3-1 0 0 0,5-7 0 0 0,0-1 0 0 0,0 1 0 0 0,1-1 0 0 0,-1 1 0 0 0,0 0 0 0 0,1-1 0 0 0,-1 0 0 0 0,1 1 0 0 0,0-1 0 0 0,-1 1 0 0 0,1-1 0 0 0,0 0 0 0 0,0 1 0 0 0,0-1 0 0 0,0 0 0 0 0,0 0 0 0 0,0 0 0 0 0,0 0 0 0 0,1 0 0 0 0,-1 0 0 0 0,0 0 0 0 0,0 0 0 0 0,3 1 0 0 0,4 2 0 0 0,-1 0 0 0 0,16 5 0 0 0,-22-9 0 0 0,101 31-92 0 0,9 3-101 0 0,-91-27 166 0 0,0 2 0 0 0,0 0 1 0 0,24 16-1 0 0,-34-18 66 0 0,0 1 0 0 0,0-1 1 0 0,-1 1-1 0 0,12 14 0 0 0,-18-18-24 0 0,1 0 0 0 0,-1 0 0 0 0,0 1 0 0 0,0-1 0 0 0,-1 1 0 0 0,1 0 1 0 0,-1 0-1 0 0,0 0 0 0 0,0 0 0 0 0,-1 0 0 0 0,1 0 0 0 0,0 8 0 0 0,-2-10-15 0 0,0 1 0 0 0,0-1 0 0 0,0 0 0 0 0,-1 0 0 0 0,1 0 0 0 0,-1 1 0 0 0,0-1 0 0 0,0 0 0 0 0,0 0 0 0 0,0 0 0 0 0,0 0 0 0 0,-1 0 0 0 0,-3 5 0 0 0,2-4 0 0 0,0 0 0 0 0,-1 0 0 0 0,0-1 0 0 0,1 1 0 0 0,-1-1 0 0 0,0 0 0 0 0,-1 0 0 0 0,-4 2 0 0 0,-3 1 0 0 0,-1 0 0 0 0,1-2 0 0 0,-1 1 0 0 0,0-1 0 0 0,-23 3 0 0 0,6-2-184 0 0,1-2 0 0 0,-1-1 0 0 0,0-1-1 0 0,0-2 1 0 0,0 0 0 0 0,0-3 0 0 0,-44-9 0 0 0,45 3-2308 0 0,20 5 1057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8:44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44 21279 0 0,'0'0'1928'0'0,"-3"-7"-1552"0"0,1 4-50 0 0,-1-1 1 0 0,1 1-1 0 0,0-1 1 0 0,-1 1-1 0 0,0 0 0 0 0,1 0 1 0 0,-1 0-1 0 0,-7-5 0 0 0,6 5 1052 0 0,-14 5 1034 0 0,14 0-2292 0 0,-1 0 1 0 0,0 0 0 0 0,1 0 0 0 0,0 1-1 0 0,-1-1 1 0 0,1 1 0 0 0,0 0 0 0 0,0 1-1 0 0,1-1 1 0 0,-1 1 0 0 0,1-1 0 0 0,0 1 0 0 0,-1 0-1 0 0,2 0 1 0 0,-1 1 0 0 0,-2 4 0 0 0,-1 2-68 0 0,1 0 0 0 0,1 0 0 0 0,0 1 0 0 0,0-1 0 0 0,-3 20 1 0 0,3 9-33 0 0,1 0 0 0 0,3 1 0 0 0,6 70 1 0 0,-5-100-22 0 0,7 120-11 0 0,-5-96-16 0 0,-2-20-8771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8:45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17503 0 0,'2'0'6156'0'0,"14"5"-4186"0"0,1-1 0 0 0,18 3 0 0 0,35-2 480 0 0,72-11-2748 0 0,-41 0 516 0 0,-11 6-4143 0 0,-62 0-6234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8:45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176 182 13823 0 0,'-134'-7'1710'0'0,"93"9"9547"0"0,55-3-9605 0 0,24-2-360 0 0,54-14-1 0 0,-12 2-557 0 0,302-32 194 0 0,-295 38-885 0 0,848-62-6 0 0,-903 69-37 0 0,462-10 0 0 0,0 21 0 0 0,-248-3 0 0 0,-100 2-3189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8:46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1758 11055 0 0,'0'0'506'0'0,"-2"1"-10"0"0,-2 1-351 0 0,1-1-82 0 0,1 0 0 0 0,-1 1 0 0 0,1-1 0 0 0,-1-1 0 0 0,0 1 0 0 0,0 0 0 0 0,1-1 0 0 0,-11-1 7689 0 0,4-3-6365 0 0,8 4-421 0 0,-3-2-408 0 0,1-1 0 0 0,-1 1 0 0 0,1-1 0 0 0,0 1 0 0 0,-1-1 0 0 0,1 0 1 0 0,1 0-1 0 0,-1-1 0 0 0,-3-3 0 0 0,3 1-115 0 0,-1 0 0 0 0,1 0-1 0 0,0-1 1 0 0,-4-12 0 0 0,2-3-298 0 0,0 0 0 0 0,-1-35 0 0 0,3 35 236 0 0,-20-394 95 0 0,29-2-431 0 0,16 174-51 0 0,-12 181 46 0 0,33-112 1 0 0,-37 159-33 0 0,0 0-1 0 0,1 1 1 0 0,1 0 0 0 0,0 0 0 0 0,1 1 0 0 0,1 0 0 0 0,0 1 0 0 0,1 0 0 0 0,0 0 0 0 0,1 1 0 0 0,0 1-1 0 0,19-14 1 0 0,-21 18-3 0 0,0 0-1 0 0,0 1 1 0 0,0 1 0 0 0,1-1-1 0 0,0 2 1 0 0,0-1-1 0 0,0 2 1 0 0,0-1-1 0 0,1 2 1 0 0,0-1 0 0 0,-1 1-1 0 0,1 1 1 0 0,0 1-1 0 0,0-1 1 0 0,0 2-1 0 0,-1-1 1 0 0,1 2-1 0 0,14 3 1 0 0,-19-4-12 0 0,-1 1 1 0 0,0 0-1 0 0,0 1 1 0 0,0-1-1 0 0,0 1 0 0 0,-1 1 1 0 0,1-1-1 0 0,-1 1 1 0 0,0-1-1 0 0,0 2 0 0 0,0-1 1 0 0,0 0-1 0 0,-1 1 1 0 0,0 0-1 0 0,0 0 0 0 0,0 0 1 0 0,0 1-1 0 0,-1-1 1 0 0,5 13-1 0 0,-5-11-1 0 0,-1 1 0 0 0,0 0-1 0 0,0 0 1 0 0,-1 0 0 0 0,0 0 0 0 0,0 0-1 0 0,-1 0 1 0 0,0 0 0 0 0,0 0 0 0 0,-1 0-1 0 0,0 0 1 0 0,-1 0 0 0 0,1 0 0 0 0,-2 0-1 0 0,-4 11 1 0 0,-1 1 21 0 0,-1-1-1 0 0,-2 0 1 0 0,0 0 0 0 0,-1-1-1 0 0,0-1 1 0 0,-1 0-1 0 0,-1-1 1 0 0,-1 0 0 0 0,-1-1-1 0 0,0-1 1 0 0,0 0-1 0 0,-2-1 1 0 0,1-1 0 0 0,-29 14-1 0 0,-47 15 96 0 0,34-16-77 0 0,50-21-20 0 0,7-3 42 0 0,5 0 0 0 0,11 4-51 0 0,1-1-1 0 0,0 0 1 0 0,0-1-1 0 0,0-1 1 0 0,1 0-1 0 0,18-1 1 0 0,28 3-2 0 0,-59-3 0 0 0,48 5 0 0 0,67 18 0 0 0,-104-20 0 0 0,0 0 0 0 0,0 1 0 0 0,-1 1 0 0 0,0 0 0 0 0,0 0 0 0 0,0 2 0 0 0,-1-1 0 0 0,0 2 0 0 0,18 15 0 0 0,-27-20 3 0 0,0-1 0 0 0,0 0 0 0 0,-1 1 0 0 0,1-1 0 0 0,-1 1 0 0 0,0 0 0 0 0,0 0 0 0 0,0-1 0 0 0,-1 1 0 0 0,1 1 0 0 0,-1-1-1 0 0,0 0 1 0 0,0 0 0 0 0,0 0 0 0 0,-1 1 0 0 0,0-1 0 0 0,1 0 0 0 0,-1 1 0 0 0,-1-1 0 0 0,1 0 0 0 0,-2 5 0 0 0,0-1 20 0 0,0-1-1 0 0,0 0 1 0 0,-1 0-1 0 0,0 0 1 0 0,0 0-1 0 0,-1 0 1 0 0,0-1 0 0 0,0 1-1 0 0,0-1 1 0 0,-1 0-1 0 0,-7 7 1 0 0,-4 1-17 0 0,-1 0 1 0 0,-1-1-1 0 0,0 0 1 0 0,-36 17-1 0 0,33-21-6 0 0,-1 0 0 0 0,-1-2 0 0 0,1-1 0 0 0,-34 6 0 0 0,35-9-82 0 0,0 0 0 0 0,0-2-1 0 0,-23 0 1 0 0,32-2 10 0 0,1 0-1 0 0,-1 0 1 0 0,0-1 0 0 0,1-1-1 0 0,0 0 1 0 0,-1 0-1 0 0,-10-6 1 0 0,21 8-27 0 0,-1 1-1 0 0,1-1 1 0 0,0 0 0 0 0,-1 1 0 0 0,1-1-1 0 0,0 0 1 0 0,0 0 0 0 0,0 0-1 0 0,0 0 1 0 0,0 0 0 0 0,0-1 0 0 0,0 1-1 0 0,0 0 1 0 0,0 0 0 0 0,1-1-1 0 0,-1 1 1 0 0,0 0 0 0 0,1-1 0 0 0,-1 1-1 0 0,1 0 1 0 0,0-1 0 0 0,-1 1-1 0 0,1-1 1 0 0,0 1 0 0 0,0-1 0 0 0,0 1-1 0 0,0-4 1 0 0,2-12-1821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8:46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70 6911 0 0,'0'0'528'0'0,"-1"-1"255"0"0,-11-22 12690 0 0,0 0-7788 0 0,11 22-5573 0 0,0-1 0 0 0,1 1-1 0 0,-1 0 1 0 0,0-1 0 0 0,0 1-1 0 0,0 0 1 0 0,0-1-1 0 0,-1 1 1 0 0,1 0 0 0 0,0 0-1 0 0,0 0 1 0 0,-1 0 0 0 0,1 0-1 0 0,-1 0 1 0 0,1 1-1 0 0,-1-1 1 0 0,1 0 0 0 0,-1 1-1 0 0,-1-1 1 0 0,0 0-30 0 0,1 1 0 0 0,-1 0 1 0 0,0 0-1 0 0,0 0 0 0 0,1 0 0 0 0,-1 0 0 0 0,0 1 1 0 0,1-1-1 0 0,-1 1 0 0 0,-4 1 0 0 0,-1 1 13 0 0,-1 1 0 0 0,1 1-1 0 0,0-1 1 0 0,0 1 0 0 0,-10 9 0 0 0,-4 4 100 0 0,1 0 1 0 0,0 2-1 0 0,2 0 1 0 0,-27 36-1 0 0,39-44-126 0 0,4 1 6 0 0,3-12-75 0 0,0 0 0 0 0,0 0 0 0 0,0 0 0 0 0,1 0 0 0 0,-1-1 0 0 0,0 1 0 0 0,1 0 0 0 0,-1 0 0 0 0,1 0 0 0 0,-1 0 0 0 0,1-1 0 0 0,0 2 0 0 0,12 8-81 0 0,-9-8 54 0 0,0-1 0 0 0,1 0 0 0 0,-1 1 0 0 0,1-2 0 0 0,-1 1 1 0 0,1 0-1 0 0,-1-1 0 0 0,1 0 0 0 0,-1 0 0 0 0,1 0 0 0 0,-1 0 1 0 0,1-1-1 0 0,-1 0 0 0 0,1 0 0 0 0,-1 0 0 0 0,0 0 0 0 0,7-4 1 0 0,-3 1 1 0 0,0 0 1 0 0,-1 0-1 0 0,0 0 1 0 0,0-1 0 0 0,0 0-1 0 0,-1-1 1 0 0,0 0-1 0 0,10-10 1 0 0,-13 12 26 0 0,-1 2 0 0 0,-1-1 1 0 0,1 0 0 0 0,0 0-1 0 0,-1 0 1 0 0,0 0-1 0 0,2-5 1 0 0,-2 6 633 0 0,6 13-548 0 0,12 18-72 0 0,2-1 0 0 0,0-2 0 0 0,38 36 0 0 0,-30-34-5 0 0,36 46 1 0 0,-54-61-11 0 0,-2 0 0 0 0,0 1 0 0 0,-1 1-1 0 0,0-1 1 0 0,-1 1 0 0 0,7 22 0 0 0,-13-34-3 0 0,0 0-1 0 0,-1-1 0 0 0,1 1 0 0 0,-1 0 1 0 0,0-1-1 0 0,0 1 0 0 0,0 0 0 0 0,0-1 0 0 0,0 1 1 0 0,-1 0-1 0 0,1-1 0 0 0,-1 1 0 0 0,1 0 1 0 0,-1-1-1 0 0,0 1 0 0 0,-2 4 0 0 0,0-3 2 0 0,1-1-1 0 0,-1 1 1 0 0,0 0-1 0 0,0-1 0 0 0,0 0 1 0 0,-1 0-1 0 0,1 0 1 0 0,-1 0-1 0 0,-5 3 1 0 0,-2 0 10 0 0,0 0 0 0 0,0-1 0 0 0,-1-1-1 0 0,0 0 1 0 0,0 0 0 0 0,-19 3 0 0 0,-4-2 5 0 0,-69 2-1 0 0,82-8-172 0 0,0 0 0 0 0,1-1-1 0 0,-1-2 1 0 0,-28-7 0 0 0,46 10 21 0 0,0 0 0 0 0,0-1 1 0 0,0 0-1 0 0,0 1 0 0 0,1-1 0 0 0,-1 0 1 0 0,1-1-1 0 0,-1 1 0 0 0,1-1 0 0 0,0 1 1 0 0,0-1-1 0 0,0 0 0 0 0,0 0 0 0 0,0-1 1 0 0,-3-6-1 0 0,4 6-299 0 0,0 1-1 0 0,0-1 1 0 0,1 0 0 0 0,-1 0 0 0 0,1 0 0 0 0,-1-7 0 0 0,2 6-846 0 0,-1-1 1 0 0,1 1-1 0 0,0-1 0 0 0,1 1 1 0 0,0-7-1 0 0,5-18-6721 0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8:47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40 11975 0 0,'-6'2'20168'0'0,"16"0"-20094"0"0,0-1 1 0 0,0 0-1 0 0,-1 0 1 0 0,17-2-1 0 0,43-6 165 0 0,-52 4-226 0 0,88-13-240 0 0,-1 0-3243 0 0,-70 13-7033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8:48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1729 11519 0 0,'-1'2'887'0'0,"-3"1"-782"0"0,0 1 0 0 0,1-1 0 0 0,-1 0 0 0 0,-8 5 0 0 0,-4 1 12552 0 0,14-9-11122 0 0,1 1-1386 0 0,0-1 1 0 0,0 0-1 0 0,0 0 1 0 0,-1 0-1 0 0,1 0 0 0 0,0-1 1 0 0,0 1-1 0 0,0 0 1 0 0,0 0-1 0 0,0-1 0 0 0,0 1 1 0 0,0-1-1 0 0,0 1 1 0 0,0-1-1 0 0,0 1 0 0 0,0-1 1 0 0,0 1-1 0 0,0-1 0 0 0,0 0 1 0 0,0 0-1 0 0,-1-1 1 0 0,0 0-35 0 0,1 0 1 0 0,-1-1-1 0 0,1 1 1 0 0,-1-1-1 0 0,1 1 1 0 0,0-1-1 0 0,0 0 1 0 0,-1-4-1 0 0,0-3-50 0 0,0 0 0 0 0,1 0 1 0 0,0 0-1 0 0,1-14 0 0 0,24-484 708 0 0,24 1-778 0 0,-10 270 5 0 0,-26 186 0 0 0,2 0 0 0 0,30-75 0 0 0,-34 104 0 0 0,1 0 0 0 0,1 0 0 0 0,1 2 0 0 0,17-24 0 0 0,-25 40 0 0 0,-1-1 0 0 0,1 1 0 0 0,-1 0 0 0 0,1 0 0 0 0,1 0 0 0 0,-1 1 0 0 0,0-1 0 0 0,1 1 0 0 0,0 1 0 0 0,-1-1 0 0 0,1 1 0 0 0,0 0 0 0 0,0 0 0 0 0,1 1 0 0 0,-1-1 0 0 0,0 1 0 0 0,12 0 0 0 0,-14 1 0 0 0,1 0 0 0 0,-1 1 0 0 0,0-1 0 0 0,0 1 0 0 0,0 0 0 0 0,0 0 0 0 0,0 0 0 0 0,0 0 0 0 0,-1 1 0 0 0,1 0 0 0 0,0 0 0 0 0,0 0 0 0 0,-1 0 0 0 0,0 0 0 0 0,1 1 0 0 0,-1-1 0 0 0,0 1 0 0 0,0 0 0 0 0,0 0 0 0 0,-1 0 0 0 0,1 0 0 0 0,-1 1 0 0 0,1-1 0 0 0,-1 1 0 0 0,0-1 0 0 0,-1 1 0 0 0,3 7 0 0 0,-1-3-5 0 0,-2 0-1 0 0,1 0 1 0 0,-1 0 0 0 0,-1 1-1 0 0,1-1 1 0 0,-1 0 0 0 0,-1 0-1 0 0,0 0 1 0 0,0 1 0 0 0,0-1-1 0 0,-1 0 1 0 0,-5 14 0 0 0,1-7 6 0 0,0-1-1 0 0,-1 1 1 0 0,0-1 0 0 0,-1-1 0 0 0,-17 23 0 0 0,11-21 1 0 0,0-1-1 0 0,-1 0 1 0 0,-1 0-1 0 0,0-2 1 0 0,0 0-1 0 0,-20 10 1 0 0,-31 12 115 0 0,66-33-117 0 0,1-1 0 0 0,0 0 0 0 0,-1 0 0 0 0,1 0 0 0 0,0 0 0 0 0,-1 0 0 0 0,1 1 0 0 0,0-1 0 0 0,0 0 0 0 0,-1 0 0 0 0,1 1 0 0 0,0-1 0 0 0,0 0 0 0 0,-1 0 0 0 0,1 1 0 0 0,0-1 0 0 0,0 0 0 0 0,0 0 0 0 0,0 1 0 0 0,-1-1 0 0 0,1 0 0 0 0,0 1 0 0 0,0-1 0 0 0,0 1 0 0 0,0 1 0 0 0,1 0 0 0 0,0-1 0 0 0,0 1 0 0 0,0 0 0 0 0,0 0 0 0 0,0-1 0 0 0,0 1 0 0 0,0-1 0 0 0,0 1 0 0 0,1-1 0 0 0,-1 1 0 0 0,1-1 0 0 0,-1 0 0 0 0,1 1 0 0 0,-1-1 0 0 0,4 1 0 0 0,32 19 0 0 0,-32-19 0 0 0,55 25 0 0 0,-34-16 0 0 0,43 25 0 0 0,-38-17 19 0 0,-1 1 0 0 0,-1 1 0 0 0,32 31 0 0 0,-57-49-16 0 0,-1 1 1 0 0,0 0-1 0 0,1 0 0 0 0,-2 1 0 0 0,1-1 1 0 0,0 0-1 0 0,-1 1 0 0 0,0 0 0 0 0,0 0 1 0 0,0 0-1 0 0,1 9 0 0 0,-2-11-2 0 0,-1 1 0 0 0,1-1 0 0 0,-1 1 0 0 0,0-1 1 0 0,0 1-1 0 0,-1-1 0 0 0,1 1 0 0 0,-1-1 0 0 0,0 1 0 0 0,1-1 0 0 0,-2 0 0 0 0,1 1 0 0 0,0-1 0 0 0,-1 0 1 0 0,1 0-1 0 0,-1 0 0 0 0,0 0 0 0 0,-3 4 0 0 0,-4 3 0 0 0,-1-1 0 0 0,0 0 0 0 0,-1-1 0 0 0,0 1 0 0 0,0-2 0 0 0,0 0 0 0 0,-1 0 0 0 0,0-1 0 0 0,-1-1 0 0 0,0 0 0 0 0,-13 4 0 0 0,-4-1 2 0 0,-1-1 0 0 0,-1-2 0 0 0,-50 3 0 0 0,2-7-739 0 0,70-2 525 0 0,-1 0 1 0 0,1 0 0 0 0,0-1-1 0 0,0 0 1 0 0,-16-6-1 0 0,26 7 115 0 0,0 1-1 0 0,-1 0 0 0 0,1 0 0 0 0,0-1 0 0 0,0 1 1 0 0,-1 0-1 0 0,1 0 0 0 0,0-1 0 0 0,-1 1 0 0 0,1 0 1 0 0,0-1-1 0 0,0 1 0 0 0,0 0 0 0 0,-1-1 1 0 0,1 1-1 0 0,0 0 0 0 0,0-1 0 0 0,0 1 0 0 0,0 0 1 0 0,0-1-1 0 0,0 0 0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8:48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204 244 20359 0 0,'0'0'928'0'0,"0"-9"315"0"0,-2-3-734 0 0,0 1 0 0 0,0-1 1 0 0,-1 1-1 0 0,-1-1 0 0 0,0 1 0 0 0,-7-14 1 0 0,1 5 560 0 0,-1 1 1 0 0,-21-27 0 0 0,27 40-948 0 0,-1-1 1 0 0,1 1-1 0 0,-1 0 0 0 0,-1 1 0 0 0,1 0 1 0 0,-13-8-1 0 0,17 12-77 0 0,0 0 1 0 0,0 0-1 0 0,0 0 0 0 0,0 0 1 0 0,0 0-1 0 0,0 1 0 0 0,0-1 1 0 0,0 1-1 0 0,0 0 0 0 0,0 0 1 0 0,0-1-1 0 0,0 1 0 0 0,0 1 0 0 0,-2-1 1 0 0,2 0-7 0 0,1 1 1 0 0,-1 0 0 0 0,1-1 0 0 0,-1 1-1 0 0,1 0 1 0 0,-1 0 0 0 0,1 0-1 0 0,0 0 1 0 0,-1 0 0 0 0,1 0-1 0 0,0 0 1 0 0,0 0 0 0 0,0 1-1 0 0,0-1 1 0 0,0 0 0 0 0,0 1-1 0 0,0-1 1 0 0,0 1 0 0 0,1-1-1 0 0,-2 3 1 0 0,0 3 32 0 0,0 0 0 0 0,0 0 0 0 0,0 0 0 0 0,1 0 0 0 0,0 0 1 0 0,0 0-1 0 0,1 0 0 0 0,0 1 0 0 0,0-1 0 0 0,3 13 0 0 0,2 6 11 0 0,14 41 1 0 0,-7-30-41 0 0,5 20-28 0 0,-7-28-13 0 0,-1 1 0 0 0,-2 1 0 0 0,-1-1 0 0 0,3 43 0 0 0,-9-51-79 0 0,0-1 0 0 0,-4 24 1 0 0,3-35 25 0 0,-1-1 0 0 0,0 1 0 0 0,-1-1 0 0 0,0 0 0 0 0,-1 0 0 0 0,0 0 0 0 0,-4 8 0 0 0,7-16-136 0 0,0 0 0 0 0,1 0-1 0 0,-1 0 1 0 0,0-1-1 0 0,1 1 1 0 0,-1 0 0 0 0,0-1-1 0 0,0 1 1 0 0,0 0 0 0 0,1-1-1 0 0,-1 1 1 0 0,0-1 0 0 0,0 1-1 0 0,0-1 1 0 0,0 0-1 0 0,0 1 1 0 0,0-1 0 0 0,0 0-1 0 0,0 0 1 0 0,0 0 0 0 0,0 1-1 0 0,0-1 1 0 0,0 0-1 0 0,0 0 1 0 0,0-1 0 0 0,0 1-1 0 0,0 0 1 0 0,0 0 0 0 0,0 0-1 0 0,0-1 1 0 0,-1 0-1 0 0,-7-2-1670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8:48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22895 0 0,'0'0'2071'0'0,"2"0"-1577"0"0,149-24 5769 0 0,79-7-5640 0 0,-107 15-3489 0 0,-100 13 1529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8:49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 17967 0 0,'2'-1'9705'0'0,"13"-5"-8758"0"0,-1 0 0 0 0,1 1 0 0 0,0 0 0 0 0,16-2 0 0 0,66-7-993 0 0,-73 11 287 0 0,112-7-781 0 0,-120 10-4531 0 0,24 4 0 0 0,-26-1-4370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8:49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25975 0 0,'0'0'2976'0'0,"2"-2"-2869"0"0,10-2 0 0 0,0 0 0 0 0,0 1-1 0 0,0 0 1 0 0,0 0 0 0 0,22-1 0 0 0,67 3 728 0 0,-58 2-706 0 0,223-4-5758 0 0,-234 3-3574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8:59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277 210 10591 0 0,'0'0'488'0'0,"-5"-7"158"0"0,-14-25 64 0 0,14 21 1982 0 0,1 0 1 0 0,0 0-1 0 0,-2-13 1 0 0,1-3-1030 0 0,3 15-905 0 0,2 8-485 0 0,-1 0 1 0 0,1 0-1 0 0,-1 0 1 0 0,0 0-1 0 0,0 0 1 0 0,0 1-1 0 0,-1-1 1 0 0,-3-7-1 0 0,4 11-229 0 0,1-1 0 0 0,0 1-1 0 0,-1-1 1 0 0,1 1 0 0 0,-1 0 0 0 0,0-1-1 0 0,1 1 1 0 0,-1 0 0 0 0,1-1 0 0 0,-1 1-1 0 0,0 0 1 0 0,1-1 0 0 0,-1 1 0 0 0,0 0-1 0 0,1 0 1 0 0,-1 0 0 0 0,0 0 0 0 0,1 0-1 0 0,-1 0 1 0 0,0-1 0 0 0,1 2 0 0 0,-1-1-1 0 0,0 0 1 0 0,1 0 0 0 0,-1 0 0 0 0,0 0-1 0 0,1 0 1 0 0,-1 1 0 0 0,0-1 0 0 0,0 1-1 0 0,-18 10 417 0 0,12-5-380 0 0,1 0 0 0 0,-1 1 0 0 0,1 0 0 0 0,0 1 0 0 0,-4 7 0 0 0,-23 43 135 0 0,23-40-177 0 0,-6 11-20 0 0,2-6 8 0 0,1 2 0 0 0,1 0 0 0 0,1 1-1 0 0,-9 29 1 0 0,19-48-25 0 0,0-1 0 0 0,0 0 0 0 0,0 1 1 0 0,0-1-1 0 0,1 1 0 0 0,0-1 0 0 0,1 1 0 0 0,1 6 0 0 0,-2-11-7 0 0,0 0-1 0 0,1 0 0 0 0,0 0 1 0 0,-1 0-1 0 0,1 0 0 0 0,0 0 1 0 0,0 0-1 0 0,0 0 0 0 0,1 0 1 0 0,-1 0-1 0 0,0 0 0 0 0,1-1 1 0 0,-1 1-1 0 0,1 0 0 0 0,-1-1 1 0 0,1 0-1 0 0,0 1 1 0 0,-1-1-1 0 0,1 0 0 0 0,0 0 1 0 0,0 0-1 0 0,0 0 0 0 0,0 0 1 0 0,0 0-1 0 0,0 0 0 0 0,4 0 1 0 0,0-1-47 0 0,0 1 1 0 0,0-1-1 0 0,1-1 1 0 0,-1 1-1 0 0,0-1 1 0 0,0 0 0 0 0,0 0-1 0 0,0-1 1 0 0,-1 0-1 0 0,1 0 1 0 0,0 0-1 0 0,-1-1 1 0 0,1 0-1 0 0,6-4 1 0 0,5-4-187 0 0,-1-1 1 0 0,30-28-1 0 0,-38 32 207 0 0,-1 0-1 0 0,0 0 1 0 0,-1-1 0 0 0,0 1-1 0 0,0-2 1 0 0,-1 1-1 0 0,0-1 1 0 0,4-10 0 0 0,2-12 18 0 0,8-40 0 0 0,-12 40 153 0 0,15-39 1 0 0,-21 70 39 0 0,10 1 74 0 0,-8 1-229 0 0,0 0 1 0 0,0 0-1 0 0,0 0 0 0 0,0 1 0 0 0,-1-1 1 0 0,1 1-1 0 0,0-1 0 0 0,-1 1 1 0 0,0 0-1 0 0,1 0 0 0 0,-1 0 1 0 0,0 0-1 0 0,0 1 0 0 0,0-1 0 0 0,0 0 1 0 0,0 1-1 0 0,-1 0 0 0 0,1-1 1 0 0,1 5-1 0 0,3 7 52 0 0,0-1 1 0 0,6 24-1 0 0,-11-33-63 0 0,7 32 173 0 0,-1 1 0 0 0,-2 0 0 0 0,1 49 0 0 0,4 34 438 0 0,-10-120-623 0 0,0-1 0 0 0,0 1 1 0 0,0 0-1 0 0,0 0 0 0 0,1 0 0 0 0,-1 0 0 0 0,0 0 1 0 0,0 0-1 0 0,0 0 0 0 0,0 0 0 0 0,0 0 0 0 0,0 0 1 0 0,0 0-1 0 0,0 0 0 0 0,1 0 0 0 0,-1 0 1 0 0,0 0-1 0 0,0 0 0 0 0,0 0 0 0 0,0 0 0 0 0,0 0 1 0 0,0 0-1 0 0,1 0 0 0 0,-1 0 0 0 0,0 0 0 0 0,0 0 1 0 0,0 0-1 0 0,0 0 0 0 0,0 0 0 0 0,0 0 0 0 0,0 0 1 0 0,1 0-1 0 0,-1 0 0 0 0,0 0 0 0 0,0 0 0 0 0,0 0 1 0 0,0 0-1 0 0,0 0 0 0 0,0 0 0 0 0,0 1 0 0 0,0-1 1 0 0,0 0-1 0 0,1 0 0 0 0,-1 0 0 0 0,0 0 0 0 0,0 0 1 0 0,0 0-1 0 0,0 0 0 0 0,0 0 0 0 0,0 1 0 0 0,0-1 1 0 0,4-12 23 0 0,-3 12-25 0 0,79-212 32 0 0,-60 166-21 0 0,2 1-1 0 0,42-62 1 0 0,-55 94-11 0 0,18-20 0 0 0,-24 30 0 0 0,-1 0 0 0 0,1 1 0 0 0,0-1 0 0 0,0 1 0 0 0,0 0 0 0 0,0 0 0 0 0,0 0 0 0 0,0 0 0 0 0,1 0 0 0 0,-1 0 0 0 0,1 1 0 0 0,-1 0 0 0 0,5-1 0 0 0,-6 2 0 0 0,-1 0 0 0 0,0 0 0 0 0,1 0 0 0 0,-1 0 0 0 0,0 1-1 0 0,0-1 1 0 0,1 0 0 0 0,-1 1 0 0 0,0-1 0 0 0,0 1 0 0 0,1 0 0 0 0,-1-1 0 0 0,0 1 0 0 0,0 0 0 0 0,0 0-1 0 0,0 0 1 0 0,0 0 0 0 0,0 0 0 0 0,0 0 0 0 0,0 0 0 0 0,-1 0 0 0 0,1 0 0 0 0,0 0 0 0 0,0 0 0 0 0,-1 0 0 0 0,1 1-1 0 0,0 1 1 0 0,2 5 3 0 0,0 0 0 0 0,-1 0 0 0 0,2 9 0 0 0,-3-15-1 0 0,19 118 86 0 0,-14-75-507 0 0,2 1 1 0 0,2-2 0 0 0,17 47-1 0 0,-26-87 19 0 0,1 0-1 0 0,-1-1 0 0 0,1 1 0 0 0,0-1 1 0 0,0 1-1 0 0,0-1 0 0 0,0 0 0 0 0,1 0 1 0 0,-1 0-1 0 0,1 0 0 0 0,0 0 0 0 0,0 0 1 0 0,0-1-1 0 0,0 1 0 0 0,4 1 0 0 0,1-2-1916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9:00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 11519 0 0,'0'0'887'0'0,"-2"1"-583"0"0,-1 3 398 0 0,0 0 1 0 0,0 0-1 0 0,1 0 0 0 0,-1 1 1 0 0,1-1-1 0 0,0 1 0 0 0,0 0 1 0 0,0-1-1 0 0,1 1 0 0 0,-1 0 1 0 0,0 9-1 0 0,-1 7 2415 0 0,0 31-1 0 0,3-48-3261 0 0,-2 59 1195 0 0,3-1 0 0 0,2 1 0 0 0,20 101 0 0 0,-19-143-1037 0 0,-2-9-6 0 0,1 0-1 0 0,0 0 1 0 0,0-1 0 0 0,2 1-1 0 0,6 12 1 0 0,-4-15-23 0 0,-6-8 0 0 0,0 0 1 0 0,0-1-1 0 0,1 1 0 0 0,-1-1 0 0 0,0 1 0 0 0,1-1 1 0 0,-1 1-1 0 0,0-1 0 0 0,1 0 0 0 0,-1 0 1 0 0,0 0-1 0 0,1 0 0 0 0,-1 0 0 0 0,1 0 1 0 0,-1 0-1 0 0,0 0 0 0 0,1-1 0 0 0,-1 1 1 0 0,1 0-1 0 0,-1-1 0 0 0,0 1 0 0 0,0-1 1 0 0,1 1-1 0 0,-1-1 0 0 0,0 0 0 0 0,0 0 1 0 0,0 1-1 0 0,0-1 0 0 0,1 0 0 0 0,0-2 1 0 0,2-1-46 0 0,0 0 1 0 0,-1 0-1 0 0,1 0 1 0 0,-1 0-1 0 0,0-1 1 0 0,4-7-1 0 0,5-16-102 0 0,-1-1 1 0 0,13-57-1 0 0,-3 9 3 0 0,-9 37 79 0 0,16-43-59 0 0,-26 110 184 0 0,-3-13 55 0 0,-1 123 683 0 0,3-119-733 0 0,1 1 0 0 0,1-1 0 0 0,1 0 0 0 0,0 0-1 0 0,10 25 1 0 0,-12-38-51 0 0,1 0-1 0 0,-1-1 1 0 0,1 1-1 0 0,0-1 1 0 0,0 0-1 0 0,1 0 1 0 0,-1 0-1 0 0,1 0 1 0 0,0 0-1 0 0,0-1 1 0 0,0 0-1 0 0,1 0 1 0 0,-1 0-1 0 0,8 3 1 0 0,-8-4-33 0 0,0 0-1 0 0,0 0 1 0 0,0-1 0 0 0,0 0-1 0 0,0 0 1 0 0,0 0-1 0 0,0 0 1 0 0,1 0 0 0 0,-1-1-1 0 0,0 0 1 0 0,0 0 0 0 0,1 0-1 0 0,-1-1 1 0 0,0 1-1 0 0,0-1 1 0 0,0 0 0 0 0,1 0-1 0 0,3-2 1 0 0,-3 0 6 0 0,0 1 0 0 0,-1-1 1 0 0,0 1-1 0 0,0-1 0 0 0,0 0 0 0 0,0-1 0 0 0,0 1 1 0 0,0-1-1 0 0,-1 0 0 0 0,0 0 0 0 0,0 0 0 0 0,0 0 1 0 0,0 0-1 0 0,-1-1 0 0 0,1 1 0 0 0,-1-1 0 0 0,0 0 1 0 0,-1 1-1 0 0,3-11 0 0 0,51-214-3 0 0,-55 227 123 0 0,1 4 9 0 0,14 99 232 0 0,44 151 1 0 0,-39-186-340 0 0,33 119-60 0 0,-47-157 52 0 0,-1 0 0 0 0,-1 0-1 0 0,-2 1 1 0 0,-2 46-1 0 0,-1-56-34 0 0,-2 1 0 0 0,0-1 0 0 0,-7 24 0 0 0,7-34-146 0 0,-1 1 1 0 0,0-1-1 0 0,0 1 0 0 0,-1-1 1 0 0,0-1-1 0 0,0 1 0 0 0,-1-1 1 0 0,-7 9-1 0 0,-3-5-1896 0 0,5-7-5265 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9:01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422 438 14743 0 0,'0'0'1136'0'0,"-2"-2"-746"0"0,-1-2-315 0 0,-5-6 1660 0 0,1 1-1 0 0,-2 1 1 0 0,-17-15 0 0 0,23 20-1439 0 0,0 1 0 0 0,-1 0 1 0 0,0 0-1 0 0,0 0 0 0 0,1 1 0 0 0,-1-1 0 0 0,0 1 0 0 0,0 0 0 0 0,0 0 0 0 0,-1 0 0 0 0,1 1 0 0 0,0-1 0 0 0,0 1 0 0 0,0 0 0 0 0,-6 1 0 0 0,3 0-119 0 0,-1 1-1 0 0,1-1 0 0 0,0 2 1 0 0,1-1-1 0 0,-1 1 0 0 0,0 0 1 0 0,-11 8-1 0 0,0 0 181 0 0,-22 22-1 0 0,19-16-196 0 0,2 2-1 0 0,0 0 1 0 0,2 1-1 0 0,0 1 1 0 0,1 1-1 0 0,1 0 1 0 0,-21 43-1 0 0,33-59-141 0 0,1-1 0 0 0,0 1 0 0 0,0 0-1 0 0,1 0 1 0 0,0 0 0 0 0,0 0-1 0 0,0 0 1 0 0,1 0 0 0 0,0 0 0 0 0,0 0-1 0 0,1 7 1 0 0,-1-11-39 0 0,1 0 0 0 0,-1 1 0 0 0,1-1-1 0 0,0 0 1 0 0,0 0 0 0 0,0 1 0 0 0,0-1 0 0 0,0 0 0 0 0,1 0 0 0 0,-1 0-1 0 0,0 0 1 0 0,1-1 0 0 0,0 1 0 0 0,-1 0 0 0 0,1-1 0 0 0,0 1 0 0 0,0-1 0 0 0,0 1-1 0 0,0-1 1 0 0,0 0 0 0 0,0 0 0 0 0,0 0 0 0 0,1 0 0 0 0,-1 0 0 0 0,0 0-1 0 0,0-1 1 0 0,1 1 0 0 0,-1-1 0 0 0,1 1 0 0 0,1-1 0 0 0,4 0-120 0 0,-1 0-1 0 0,1-1 1 0 0,-1 1 0 0 0,1-1 0 0 0,-1-1 0 0 0,0 0 0 0 0,0 0 0 0 0,0 0-1 0 0,0-1 1 0 0,11-5 0 0 0,-2-1-349 0 0,-1 0-1 0 0,0 0 1 0 0,18-17-1 0 0,-22 16 324 0 0,-2 0 0 0 0,1 0 0 0 0,-1-1 0 0 0,-1 0-1 0 0,0-1 1 0 0,9-17 0 0 0,-2-3-292 0 0,17-45 0 0 0,-7 4 792 0 0,24-119-1 0 0,-48 187-239 0 0,3-22 174 0 0,-4 26-191 0 0,1-1-1 0 0,-1 1 0 0 0,0 0 0 0 0,-1-1 0 0 0,1 1 1 0 0,0 0-1 0 0,0 0 0 0 0,0-1 0 0 0,-1 1 1 0 0,1 0-1 0 0,-1 0 0 0 0,1-1 0 0 0,-1 1 0 0 0,1 0 1 0 0,-1 0-1 0 0,-1-2 0 0 0,1 4 21 0 0,0 0 0 0 0,-1 0 0 0 0,1 0 0 0 0,0 0 0 0 0,0 0 0 0 0,0 0 0 0 0,0 0 0 0 0,0 0 0 0 0,0 1 0 0 0,0-1 0 0 0,0 2 0 0 0,-6 9 36 0 0,0 1 0 0 0,1-1 0 0 0,1 1 0 0 0,0 1 0 0 0,1-1 0 0 0,0 0 0 0 0,-2 25 0 0 0,3-20-106 0 0,2 1-1 0 0,0 0 0 0 0,2 0 0 0 0,0 0 1 0 0,4 23-1 0 0,-3-31-23 0 0,1 1 0 0 0,0 0 1 0 0,1-1-1 0 0,0 0 0 0 0,1 0 0 0 0,0 0 0 0 0,1 0 0 0 0,0-1 1 0 0,0 0-1 0 0,2 0 0 0 0,15 17 0 0 0,-16-20-26 0 0,1-1 0 0 0,0 1-1 0 0,0-1 1 0 0,1-1 0 0 0,-1 0 0 0 0,1 0-1 0 0,0 0 1 0 0,1-1 0 0 0,-1-1 0 0 0,1 0 0 0 0,-1 0-1 0 0,1-1 1 0 0,0 0 0 0 0,16 1 0 0 0,-16-2-41 0 0,-1-1 0 0 0,1 0 1 0 0,-1-1-1 0 0,1 0 0 0 0,-1 0 0 0 0,1-1 1 0 0,-1 0-1 0 0,11-5 0 0 0,-13 4 39 0 0,0 0-1 0 0,-1 0 0 0 0,0-1 0 0 0,0 0 1 0 0,0 0-1 0 0,0 0 0 0 0,-1-1 1 0 0,1 0-1 0 0,-1 0 0 0 0,0-1 1 0 0,6-8-1 0 0,-3 1-10 0 0,1-1 0 0 0,-2 0 0 0 0,0-1 0 0 0,0 0 0 0 0,-2 0 0 0 0,5-17 0 0 0,-3 2-138 0 0,-1 0 0 0 0,2-39 0 0 0,-8 65 131 0 0,1-1 0 0 0,-1 0 0 0 0,0 1 0 0 0,-1-1 0 0 0,1 1 0 0 0,-1-1 0 0 0,0 0 0 0 0,0 1 0 0 0,-3-8 0 0 0,3 12 49 0 0,1 0 1 0 0,-1-1-1 0 0,0 1 0 0 0,0 0 0 0 0,1 0 0 0 0,-1-1 1 0 0,0 1-1 0 0,0 0 0 0 0,1 0 0 0 0,-1 0 1 0 0,0 0-1 0 0,1 0 0 0 0,-1 0 0 0 0,0 0 0 0 0,0 0 1 0 0,1 1-1 0 0,-1-1 0 0 0,0 0 0 0 0,0 0 1 0 0,1 1-1 0 0,-1-1 0 0 0,0 0 0 0 0,1 1 1 0 0,-2 0-1 0 0,-1 1 30 0 0,0 0 1 0 0,0 0 0 0 0,1 1 0 0 0,-1 0-1 0 0,1-1 1 0 0,-1 1 0 0 0,1 0 0 0 0,0 0-1 0 0,0 1 1 0 0,0-1 0 0 0,-2 5 0 0 0,-14 39 276 0 0,12-28-256 0 0,1 0-1 0 0,1 1 1 0 0,0-1 0 0 0,2 1-1 0 0,-1 24 1 0 0,3-35-38 0 0,1 0 1 0 0,-1 0-1 0 0,1-1 1 0 0,1 1-1 0 0,-1 0 1 0 0,2 0-1 0 0,-1-1 0 0 0,1 0 1 0 0,0 1-1 0 0,1-1 1 0 0,0 0-1 0 0,0 0 1 0 0,11 13-1 0 0,-11-17-49 0 0,0 0 1 0 0,0 0-1 0 0,0-1 1 0 0,1 0-1 0 0,-1 0 0 0 0,1 0 1 0 0,0 0-1 0 0,-1-1 1 0 0,2 0-1 0 0,-1 0 0 0 0,0 0 1 0 0,0 0-1 0 0,0-1 1 0 0,1 0-1 0 0,-1 0 0 0 0,1-1 1 0 0,-1 1-1 0 0,1-1 1 0 0,6-1-1 0 0,5 0-111 0 0,-1-1 1 0 0,1-1-1 0 0,-1-1 1 0 0,32-11-1 0 0,-29 8 108 0 0,-1-1 1 0 0,0 0-1 0 0,0-2 1 0 0,0 0-1 0 0,-1-1 0 0 0,-1-1 1 0 0,0 0-1 0 0,0-1 1 0 0,-2-1-1 0 0,1 0 0 0 0,-2-1 1 0 0,0-1-1 0 0,-1 0 1 0 0,19-32-1 0 0,-12 11 54 0 0,-1-1 0 0 0,-3-1 0 0 0,-1 0 0 0 0,-1-1 0 0 0,-3 0 0 0 0,-1-1 0 0 0,6-82 0 0 0,-14 119 68 0 0,-1 1 0 0 0,0-1-1 0 0,0 1 1 0 0,0 0 0 0 0,0-1 0 0 0,-1 1 0 0 0,1 0-1 0 0,-1 0 1 0 0,0-1 0 0 0,0 1 0 0 0,0 0 0 0 0,-3-6-1 0 0,3 9-49 0 0,1 0-1 0 0,-1 0 0 0 0,1 0 0 0 0,0 0 0 0 0,-1 0 0 0 0,1 1 0 0 0,0-1 0 0 0,-1 0 0 0 0,1 0 0 0 0,0 0 1 0 0,-1 0-1 0 0,1 1 0 0 0,0-1 0 0 0,-1 0 0 0 0,1 0 0 0 0,0 1 0 0 0,0-1 0 0 0,-1 0 0 0 0,1 1 0 0 0,0-1 1 0 0,-1 1-1 0 0,1-1-35 0 0,-4 5 106 0 0,1 1-1 0 0,-1 0 1 0 0,1 0-1 0 0,0 0 1 0 0,1 0-1 0 0,-4 12 1 0 0,-7 44 28 0 0,8-37-42 0 0,-4 25 10 0 0,3 0 1 0 0,1 0-1 0 0,6 98 0 0 0,5-78-276 0 0,3 0-1 0 0,22 86 1 0 0,-20-120-902 0 0,2 13-2703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9:01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19583 0 0,'2'1'6289'0'0,"12"2"-5506"0"0,0-1-1 0 0,0 0 1 0 0,0-1-1 0 0,0 0 1 0 0,29-3-1 0 0,-17 1-486 0 0,58-7 173 0 0,-63 4-422 0 0,-1 2 0 0 0,1 0-1 0 0,0 2 1 0 0,0 0 0 0 0,29 5-1 0 0,-45-4-33 0 0,-1 0-1 0 0,1 1 1 0 0,0 0-1 0 0,0 0 0 0 0,-1 0 1 0 0,1 0-1 0 0,-1 1 1 0 0,0 0-1 0 0,0-1 0 0 0,0 2 1 0 0,0-1-1 0 0,0 0 1 0 0,-1 1-1 0 0,1 0 0 0 0,-1 0 1 0 0,0 0-1 0 0,0 0 1 0 0,-1 0-1 0 0,1 1 0 0 0,-1-1 1 0 0,0 1-1 0 0,2 5 1 0 0,0 3 20 0 0,0 0 1 0 0,-1 0 0 0 0,-1 0-1 0 0,0 0 1 0 0,-1 1 0 0 0,0-1-1 0 0,-2 15 1 0 0,-6 26-569 0 0,5-42 365 0 0,2-11-205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9:02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0 319 10591 0 0,'1'-6'199'0'0,"-1"1"-1"0"0,1-1 1 0 0,4-9-1 0 0,-4 11 799 0 0,1 0-1 0 0,0 1 0 0 0,0 0 1 0 0,0-1-1 0 0,0 1 0 0 0,0 0 1 0 0,1 0-1 0 0,-1 0 0 0 0,1 0 0 0 0,4-3 1 0 0,12-8 613 0 0,-16 13-1524 0 0,1-1 0 0 0,0 1 0 0 0,-1 0-1 0 0,1 0 1 0 0,0 0 0 0 0,0 1 0 0 0,0-1 0 0 0,-1 1-1 0 0,1 0 1 0 0,7 0 0 0 0,-2 1-91 0 0,0 0 0 0 0,-1 0 0 0 0,16 5 0 0 0,-17-4 31 0 0,-1 1 1 0 0,0 0-1 0 0,0 0 0 0 0,0 0 1 0 0,-1 1-1 0 0,1-1 1 0 0,-1 2-1 0 0,0-1 0 0 0,0 0 1 0 0,0 1-1 0 0,-1 0 0 0 0,0 0 1 0 0,0 1-1 0 0,0-1 0 0 0,0 1 1 0 0,-1-1-1 0 0,3 8 0 0 0,3 10 833 0 0,0 0-1 0 0,-2 1 0 0 0,5 33 1 0 0,5 12 1128 0 0,-9-40-1257 0 0,23 50 0 0 0,-28-76-677 0 0,-3-3-51 0 0,1 0-1 0 0,-1 1 1 0 0,1-1-1 0 0,-1 0 1 0 0,1 1-1 0 0,0-1 1 0 0,-1 0-1 0 0,1 0 1 0 0,-1 0-1 0 0,1 0 1 0 0,0 1 0 0 0,-1-1-1 0 0,1 0 1 0 0,0 0-1 0 0,-1 0 1 0 0,1 0-1 0 0,0-1 1 0 0,-1 1-1 0 0,1 0 1 0 0,-1 0-1 0 0,1 0 1 0 0,0 0 0 0 0,-1-1-1 0 0,1 1 1 0 0,-1 0-1 0 0,1 0 1 0 0,0-1-1 0 0,-1 1 1 0 0,1-1-1 0 0,-1 1 1 0 0,1 0-1 0 0,-1-1 1 0 0,0 1 0 0 0,1-1-1 0 0,-1 1 1 0 0,1-1-1 0 0,-1 0 1 0 0,1 0 3 0 0,3-4-5 0 0,0 1 1 0 0,0-1-1 0 0,-1 0 1 0 0,0 0-1 0 0,0 0 0 0 0,0 0 1 0 0,2-8-1 0 0,12-42-109 0 0,-6 17-81 0 0,61-138-1194 0 0,-71 174 1227 0 0,2 16-215 0 0,2 27 561 0 0,-4-26-97 0 0,1-1 0 0 0,5 21 0 0 0,-4-25-78 0 0,1 1 1 0 0,0-1-1 0 0,0 0 1 0 0,1 0-1 0 0,1 0 1 0 0,-1-1-1 0 0,1 0 1 0 0,14 16-1 0 0,-13-18-6 0 0,0 0 0 0 0,0-1-1 0 0,1 0 1 0 0,0-1 0 0 0,0 0 0 0 0,0 0 0 0 0,1 0 0 0 0,0-1-1 0 0,0-1 1 0 0,13 5 0 0 0,-11-5-16 0 0,1-1 1 0 0,-1 0-1 0 0,1 0 0 0 0,-1-1 1 0 0,1-1-1 0 0,-1 0 0 0 0,1 0 1 0 0,0-1-1 0 0,-1-1 1 0 0,1 0-1 0 0,-1 0 0 0 0,0-1 1 0 0,0-1-1 0 0,0 0 0 0 0,0 0 1 0 0,-1-1-1 0 0,0-1 0 0 0,1 1 1 0 0,-2-2-1 0 0,1 1 0 0 0,-1-1 1 0 0,15-15-1 0 0,-5 1-301 0 0,0-1 1 0 0,16-24-1 0 0,-29 37 183 0 0,0-1-1 0 0,-1 1 1 0 0,0-1-1 0 0,-1 0 0 0 0,0-1 1 0 0,0 1-1 0 0,-1 0 0 0 0,2-18 1 0 0,-4 27 50 0 0,-1-1 1 0 0,0 0 0 0 0,0 0 0 0 0,0 0-1 0 0,0 0 1 0 0,0 0 0 0 0,0 1-1 0 0,-1-1 1 0 0,1 0 0 0 0,0 0 0 0 0,-1 0-1 0 0,0 1 1 0 0,1-1 0 0 0,-3-3-1 0 0,2 5 33 0 0,0 0-1 0 0,-1 0 0 0 0,1 0 1 0 0,-1 0-1 0 0,1 0 0 0 0,0 0 0 0 0,-1 1 1 0 0,1-1-1 0 0,-1 0 0 0 0,1 1 1 0 0,0-1-1 0 0,-1 1 0 0 0,0 0 1 0 0,0-1-4 0 0,-4 3 84 0 0,0 0 0 0 0,1 0 1 0 0,-1 0-1 0 0,1 0 0 0 0,0 1 1 0 0,0 0-1 0 0,0 0 0 0 0,0 0 1 0 0,0 1-1 0 0,1-1 0 0 0,0 1 1 0 0,0 0-1 0 0,0 1 0 0 0,1-1 1 0 0,0 1-1 0 0,-4 8 0 0 0,4-9-1 0 0,1 1-1 0 0,0-1 1 0 0,0 1-1 0 0,1-1 1 0 0,0 1-1 0 0,-1 0 1 0 0,2 0-1 0 0,-1 0 1 0 0,1-1 0 0 0,0 1-1 0 0,0 0 1 0 0,1 0-1 0 0,-1 0 1 0 0,1 0-1 0 0,1-1 1 0 0,-1 1-1 0 0,1 0 1 0 0,2 5-1 0 0,0-5-64 0 0,0 1-1 0 0,0-1 1 0 0,1 0 0 0 0,0 0-1 0 0,0-1 1 0 0,0 1-1 0 0,0-1 1 0 0,1 0 0 0 0,0-1-1 0 0,0 1 1 0 0,1-1-1 0 0,-1-1 1 0 0,1 1 0 0 0,0-1-1 0 0,0 0 1 0 0,13 4-1 0 0,7-1-131 0 0,-1 0 0 0 0,1-2-1 0 0,37 1 1 0 0,-31-5-183 0 0,1-1 0 0 0,0-2 0 0 0,54-12 0 0 0,-48 7 342 0 0,71-25 0 0 0,-88 24 68 0 0,-1-1 0 0 0,1-1 0 0 0,-2-1 0 0 0,27-18 0 0 0,-42 25-45 0 0,1-1-1 0 0,-1 1 1 0 0,-1-1-1 0 0,10-11 0 0 0,-13 13-7 0 0,1 1-1 0 0,-1-1 1 0 0,0 0-1 0 0,0 0 1 0 0,0 0 0 0 0,0 0-1 0 0,-1 0 1 0 0,1-1-1 0 0,-1 1 1 0 0,1-6-1 0 0,-2 8 2 0 0,0 1 0 0 0,0 0-1 0 0,0 0 1 0 0,0 0-1 0 0,0 0 1 0 0,0 0-1 0 0,-1-1 1 0 0,1 1-1 0 0,0 0 1 0 0,0 0 0 0 0,-1 0-1 0 0,1 0 1 0 0,-1 0-1 0 0,1 0 1 0 0,-1 0-1 0 0,0 0 1 0 0,1 0-1 0 0,-1 0 1 0 0,0 0 0 0 0,0 0-1 0 0,0 1 1 0 0,-1-2-1 0 0,0 0 17 0 0,0 1-1 0 0,0 0 1 0 0,0 0-1 0 0,-1 0 1 0 0,1 0-1 0 0,0 1 1 0 0,-1-1-1 0 0,1 1 0 0 0,0-1 1 0 0,-4 1-1 0 0,-2-1 49 0 0,1 1-1 0 0,-1 1 1 0 0,1-1-1 0 0,-1 1 1 0 0,1 1 0 0 0,-9 2-1 0 0,-2 3 52 0 0,1 1 0 0 0,-1 0 0 0 0,1 2 0 0 0,1 0 0 0 0,0 1 0 0 0,0 0 0 0 0,-18 19 0 0 0,28-25-78 0 0,1 1 0 0 0,0-1 0 0 0,0 1-1 0 0,1 0 1 0 0,0 1 0 0 0,0-1 0 0 0,0 1 0 0 0,1 0 0 0 0,0 0-1 0 0,0 0 1 0 0,-2 12 0 0 0,4-16-55 0 0,0 0-1 0 0,1-1 0 0 0,0 1 1 0 0,-1 0-1 0 0,1 0 1 0 0,0 0-1 0 0,1 0 1 0 0,-1-1-1 0 0,0 1 1 0 0,1 0-1 0 0,-1 0 1 0 0,1 0-1 0 0,0-1 1 0 0,0 1-1 0 0,0 0 1 0 0,0-1-1 0 0,1 1 1 0 0,-1-1-1 0 0,1 0 0 0 0,-1 1 1 0 0,1-1-1 0 0,0 0 1 0 0,0 0-1 0 0,0 0 1 0 0,0 0-1 0 0,0 0 1 0 0,1 0-1 0 0,-1-1 1 0 0,0 1-1 0 0,1-1 1 0 0,-1 0-1 0 0,1 0 1 0 0,5 2-1 0 0,-1-1-36 0 0,1 0-1 0 0,0 0 1 0 0,0-1 0 0 0,1 0-1 0 0,-1 0 1 0 0,0-1 0 0 0,0 0-1 0 0,0-1 1 0 0,0 0-1 0 0,1 0 1 0 0,-1 0 0 0 0,0-1-1 0 0,-1-1 1 0 0,1 1 0 0 0,0-1-1 0 0,-1 0 1 0 0,1-1-1 0 0,8-5 1 0 0,-1-1-3 0 0,-1 0-1 0 0,0 0 0 0 0,-1-1 1 0 0,0-1-1 0 0,0 0 1 0 0,-1-1-1 0 0,16-23 0 0 0,19-36-171 0 0,38-82 0 0 0,-47 81-54 0 0,43-101 243 0 0,-80 173 342 0 0,-3 1-196 0 0,1 0 0 0 0,0 0 0 0 0,0 1 0 0 0,0-1 0 0 0,0 1 0 0 0,-1-1 0 0 0,1 1 1 0 0,0-1-1 0 0,0 1 0 0 0,0-1 0 0 0,0 1 0 0 0,0 0 0 0 0,0 0 0 0 0,0-1 0 0 0,0 1 0 0 0,1 0 1 0 0,-1 0-1 0 0,-1 2 0 0 0,-12 20 477 0 0,11-18-459 0 0,-4 10-44 0 0,1 0 0 0 0,0 0 0 0 0,1 0 0 0 0,1 1-1 0 0,0 0 1 0 0,1 0 0 0 0,-1 23 0 0 0,3-19 1 0 0,0-1 0 0 0,2 1-1 0 0,0-1 1 0 0,2 0-1 0 0,8 37 1 0 0,-6-42-331 0 0,0-1 0 0 0,1 1 0 0 0,1-1 0 0 0,0-1 0 0 0,1 1 0 0 0,0-1 0 0 0,1-1 0 0 0,0 1 0 0 0,0-2 0 0 0,2 1 0 0 0,-1-1 0 0 0,1-1-1 0 0,0 0 1 0 0,1 0 0 0 0,0-1 0 0 0,1-1 0 0 0,0 0 0 0 0,0-1 0 0 0,0 0 0 0 0,1-1 0 0 0,-1 0 0 0 0,28 4 0 0 0,2-5-1839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9:02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308 166 11519 0 0,'3'-14'-235'0'0,"0"3"857"0"0,-1 0-1 0 0,0 0 0 0 0,-1-1 1 0 0,0 1-1 0 0,0-15 0 0 0,-2 23-177 0 0,1 0 1 0 0,-1 0-1 0 0,1 0 0 0 0,-1 0 0 0 0,0 0 0 0 0,0 1 1 0 0,0-1-1 0 0,0 0 0 0 0,-1 0 0 0 0,1 1 1 0 0,-1-1-1 0 0,0 1 0 0 0,1-1 0 0 0,-1 1 0 0 0,0 0 1 0 0,-1 0-1 0 0,1 0 0 0 0,0 0 0 0 0,0 0 0 0 0,-1 0 1 0 0,1 1-1 0 0,-1-1 0 0 0,0 1 0 0 0,1-1 1 0 0,-5 0-1 0 0,2 0-307 0 0,0 0 0 0 0,0 1 0 0 0,0 0 0 0 0,0 0 1 0 0,-1 0-1 0 0,1 1 0 0 0,0-1 0 0 0,-1 1 0 0 0,1 0 1 0 0,0 1-1 0 0,-1-1 0 0 0,1 1 0 0 0,-6 2 0 0 0,3 0-77 0 0,1-1 0 0 0,0 2 0 0 0,-1-1 0 0 0,2 1 0 0 0,-1 0 1 0 0,0 0-1 0 0,1 1 0 0 0,-8 6 0 0 0,3 1-20 0 0,0-1 0 0 0,1 2 0 0 0,0-1 0 0 0,0 1 1 0 0,2 1-1 0 0,0-1 0 0 0,0 1 0 0 0,-7 21 0 0 0,7-10 97 0 0,1-1-1 0 0,1 1 0 0 0,1 0 1 0 0,2 0-1 0 0,0 1 0 0 0,2 46 1 0 0,25 152 278 0 0,-18-187-400 0 0,3 12-214 0 0,2 83 0 0 0,-11-128-107 0 0,0 0 0 0 0,0 0 0 0 0,-1-1 0 0 0,1 1 0 0 0,-1 0 0 0 0,0-1 0 0 0,-2 7 0 0 0,-6 3-7596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9:03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0 393 7367 0 0,'2'-1'568'0'0,"18"-11"-420"0"0,3-2 7177 0 0,48-22-1 0 0,25-1-4295 0 0,149-67-639 0 0,-230 98-2307 0 0,0 0-1 0 0,19-4 1 0 0,-32 9 226 0 0,-4 6-203 0 0,1 0 0 0 0,0 0 0 0 0,-1 0 1 0 0,0 0-1 0 0,0-1 0 0 0,-1 1 0 0 0,1-1 0 0 0,-1 1 0 0 0,0-1 0 0 0,-6 7 0 0 0,2-2 67 0 0,-34 41 528 0 0,30-38-589 0 0,0 0 0 0 0,1 1-1 0 0,1 0 1 0 0,0 0-1 0 0,0 1 1 0 0,2 0-1 0 0,-11 26 1 0 0,18-39-143 0 0,1 1 0 0 0,-1-1 0 0 0,1 0 0 0 0,0 0 0 0 0,0 1 0 0 0,-1-1 0 0 0,1 0 0 0 0,0 0-1 0 0,0 0 1 0 0,0 0 0 0 0,0 0 0 0 0,0 0 0 0 0,0-1 0 0 0,2 2 0 0 0,-3-1 30 0 0,2-1-41 0 0,-1 1 1 0 0,1 0-1 0 0,-1 0 0 0 0,1 0 1 0 0,-1-1-1 0 0,1 1 1 0 0,0-1-1 0 0,-1 1 0 0 0,1-1 1 0 0,0 0-1 0 0,-1 0 0 0 0,1 1 1 0 0,0-1-1 0 0,-1 0 0 0 0,4-1 1 0 0,-1 0-51 0 0,0 0 0 0 0,0 0 0 0 0,0 0-1 0 0,-1 0 1 0 0,1-1 0 0 0,5-3 0 0 0,0 0-143 0 0,0-1 0 0 0,-1 0 0 0 0,0-1 1 0 0,10-11-1 0 0,1-3-714 0 0,-2-2 0 0 0,27-45 0 0 0,-27 38-536 0 0,29-34-1 0 0,-24 39 393 0 0,-20 37 2581 0 0,-1 10-4 0 0,1 0 0 0 0,8 32 0 0 0,-8-45-1325 0 0,1 0 1 0 0,0-1 0 0 0,0 0-1 0 0,1 0 1 0 0,0 0 0 0 0,1 0-1 0 0,-1-1 1 0 0,2 1-1 0 0,6 7 1 0 0,-3-5-56 0 0,0-1-1 0 0,1 0 1 0 0,0 0-1 0 0,13 7 1 0 0,-18-12-31 0 0,0-1 1 0 0,0 0-1 0 0,0-1 1 0 0,1 1-1 0 0,0-1 0 0 0,-1 0 1 0 0,1-1-1 0 0,0 1 1 0 0,0-1-1 0 0,0 0 0 0 0,6 0 1 0 0,-11-1-48 0 0,0-1 0 0 0,0 1 0 0 0,0 0 1 0 0,-1 0-1 0 0,1-1 0 0 0,0 1 0 0 0,0 0 1 0 0,0-1-1 0 0,-1 1 0 0 0,1-1 0 0 0,0 1 1 0 0,0-1-1 0 0,-1 0 0 0 0,1 1 0 0 0,-1-1 1 0 0,1 0-1 0 0,0 1 0 0 0,-1-1 0 0 0,1 0 1 0 0,-1-1-1 0 0,8-14 275 0 0,0-30-31 0 0,-6 31-156 0 0,1 0 1 0 0,0 0 0 0 0,7-17 0 0 0,-7 23-115 0 0,5-12 0 0 0,1-1 0 0 0,1 2 0 0 0,22-36 0 0 0,-14 31-577 0 0,1 2 1 0 0,1 0-1 0 0,38-33 0 0 0,-32 34-1076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9:04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89 19375 0 0,'4'-6'234'0'0,"0"1"0"0"0,0-1 0 0 0,0 0-1 0 0,1 1 1 0 0,0 0 0 0 0,0 0 0 0 0,0 1-1 0 0,12-9 1 0 0,-8 7 619 0 0,1 1 0 0 0,1-1 0 0 0,-1 2 0 0 0,16-5 0 0 0,-23 8-619 0 0,1 0 0 0 0,-1 0 0 0 0,1 1 0 0 0,-1-1 0 0 0,1 1 0 0 0,0 0 0 0 0,-1 0 0 0 0,1 1 0 0 0,0-1 0 0 0,-1 1 0 0 0,1 0 0 0 0,-1-1 0 0 0,1 2 0 0 0,-1-1 0 0 0,1 0 0 0 0,-1 1 0 0 0,6 3 0 0 0,-3-1-103 0 0,-1 0 0 0 0,0 1-1 0 0,0 0 1 0 0,-1-1-1 0 0,1 2 1 0 0,-1-1 0 0 0,0 0-1 0 0,0 1 1 0 0,-1 0 0 0 0,0 0-1 0 0,0 0 1 0 0,4 12-1 0 0,1 6 211 0 0,8 53-1 0 0,-10-43-127 0 0,17 103-56 0 0,-2-10-95 0 0,-21-127-62 0 0,0 0-1 0 0,0-1 1 0 0,0 1-1 0 0,0 0 1 0 0,0 0 0 0 0,0 0-1 0 0,0 0 1 0 0,0 0-1 0 0,1-1 1 0 0,-1 1-1 0 0,0 0 1 0 0,0 0 0 0 0,0 0-1 0 0,0 0 1 0 0,0 0-1 0 0,0 0 1 0 0,1 0 0 0 0,-1-1-1 0 0,0 1 1 0 0,0 0-1 0 0,0 0 1 0 0,0 0 0 0 0,0 0-1 0 0,1 0 1 0 0,-1 0-1 0 0,0 0 1 0 0,0 0-1 0 0,0 0 1 0 0,0 0 0 0 0,1 0-1 0 0,-1 0 1 0 0,0 0-1 0 0,0 0 1 0 0,0 0 0 0 0,0 0-1 0 0,1 0 1 0 0,-1 0-1 0 0,0 0 1 0 0,0 0 0 0 0,0 0-1 0 0,0 0 1 0 0,0 1-1 0 0,1-1 1 0 0,-1 0-1 0 0,0 0 1 0 0,0 0 0 0 0,0 0-1 0 0,0 0 1 0 0,0 0-1 0 0,0 0 1 0 0,0 1 0 0 0,1-1-1 0 0,-1 0 1 0 0,0 0-1 0 0,0 0 1 0 0,0 0 0 0 0,0 0-1 0 0,0 1 1 0 0,0-1-1 0 0,0 0 1 0 0,0 0-1 0 0,0 0 1 0 0,0 1 0 0 0,6-12-77 0 0,4-21-13 0 0,-2-1 0 0 0,8-58-1 0 0,5-21 362 0 0,3 32-279 0 0,-19 67-27 0 0,0 0 0 0 0,1 0 0 0 0,14-22 0 0 0,-13 28-7 0 0,-6 8 41 0 0,1-1 0 0 0,0 0 1 0 0,-1 1-1 0 0,0-1 0 0 0,1 1 1 0 0,-1-1-1 0 0,1 1 1 0 0,-1 0-1 0 0,0-1 0 0 0,1 1 1 0 0,-1 0-1 0 0,0 0 0 0 0,0 0 1 0 0,0 0-1 0 0,1 0 0 0 0,-1 0 1 0 0,1 3-1 0 0,18 23 55 0 0,14 51 79 0 0,-3-5-92 0 0,-17-40-25 0 0,13 23 9 0 0,-24-52-23 0 0,0 1-1 0 0,0-1 0 0 0,0 1 1 0 0,0-1-1 0 0,1 0 0 0 0,0 0 0 0 0,0-1 1 0 0,7 6-1 0 0,-3-4-1 0 0,-7-4 0 0 0,0 0 0 0 0,0-1 0 0 0,0 1 0 0 0,0-1 0 0 0,-1 0 0 0 0,1 1 0 0 0,0-1 0 0 0,0 0 0 0 0,0 1 0 0 0,0-1 0 0 0,0 0 0 0 0,0 0 0 0 0,0 0 0 0 0,0 0 0 0 0,0 0 0 0 0,0 0 0 0 0,0 0 0 0 0,0 0 0 0 0,0-1 0 0 0,0 1 0 0 0,0 0 0 0 0,0-1 0 0 0,0 1 0 0 0,0 0 0 0 0,0-1 0 0 0,0 1 0 0 0,-1-1 0 0 0,1 1 0 0 0,0-1 0 0 0,0 0 0 0 0,0 1 0 0 0,-1-1 0 0 0,1 0 0 0 0,1-1 0 0 0,-1 1 0 0 0,2-3 0 0 0,1 0 0 0 0,-1 0 0 0 0,-1 0 0 0 0,1-1 0 0 0,0 1 0 0 0,-1-1 0 0 0,0 1 0 0 0,3-10 0 0 0,8-43 0 0 0,-6 19 0 0 0,22-55-127 0 0,-6 20 38 0 0,-23 74 87 0 0,0-1-1 0 0,0 0 1 0 0,0 0 0 0 0,0 0-1 0 0,0 0 1 0 0,0 0 0 0 0,0 0-1 0 0,0 0 1 0 0,0 0 0 0 0,0 0-1 0 0,1 0 1 0 0,-1 1 0 0 0,0-1-1 0 0,0 0 1 0 0,0 0 0 0 0,0 0-1 0 0,0 0 1 0 0,0 0 0 0 0,0 0-1 0 0,0 0 1 0 0,0 0-1 0 0,0 0 1 0 0,0 0 0 0 0,0 0-1 0 0,1 0 1 0 0,-1 0 0 0 0,0 0-1 0 0,0 0 1 0 0,0 0 0 0 0,0 0-1 0 0,0 0 1 0 0,0 0 0 0 0,0 0-1 0 0,0 0 1 0 0,0 0 0 0 0,1 0-1 0 0,-1 0 1 0 0,0 0 0 0 0,0 0-1 0 0,0 0 1 0 0,0 0 0 0 0,0 0-1 0 0,0 0 1 0 0,0 0 0 0 0,0 0-1 0 0,0 0 1 0 0,0 0 0 0 0,1 0-1 0 0,-1 0 1 0 0,0 0 0 0 0,0 0-1 0 0,0 0 1 0 0,0 0 0 0 0,0 0-1 0 0,0-1 1 0 0,0 1 0 0 0,0 0-1 0 0,5 17-17 0 0,2 21 85 0 0,-3-15-36 0 0,0-1-1 0 0,2 0 0 0 0,0 0 0 0 0,16 35 1 0 0,-19-49-25 0 0,1-1 1 0 0,0 1-1 0 0,0-1 1 0 0,1 0-1 0 0,0-1 1 0 0,1 1-1 0 0,-1-1 1 0 0,1 0-1 0 0,0 0 1 0 0,1 0-1 0 0,-1-1 1 0 0,1 0-1 0 0,0-1 1 0 0,1 1-1 0 0,13 5 1 0 0,-18-9-2 0 0,-1 0 1 0 0,1 0-1 0 0,-1 0 1 0 0,1-1-1 0 0,-1 1 1 0 0,1-1 0 0 0,-1 0-1 0 0,1 1 1 0 0,0-1-1 0 0,-1 0 1 0 0,1-1-1 0 0,-1 1 1 0 0,1 0-1 0 0,0-1 1 0 0,-1 0 0 0 0,1 1-1 0 0,2-3 1 0 0,-2 2-20 0 0,0-1 0 0 0,-1 0 1 0 0,1 0-1 0 0,-1 0 1 0 0,0 0-1 0 0,1 0 1 0 0,-1 0-1 0 0,0-1 1 0 0,0 1-1 0 0,-1-1 1 0 0,1 0-1 0 0,2-4 0 0 0,1-6-50 0 0,0 0-1 0 0,-1-1 0 0 0,0 0 0 0 0,3-28 0 0 0,-6 38 76 0 0,11-131-324 0 0,-11 131 305 0 0,-2-11 159 0 0,14 72 77 0 0,17 61 137 0 0,-24-100-365 0 0,0 0 1 0 0,2-1-1 0 0,0 0 1 0 0,14 22-1 0 0,-19-35-20 0 0,-1-1 0 0 0,1 0 0 0 0,0 0 0 0 0,0 0 0 0 0,0 0 0 0 0,0 0 0 0 0,1-1 0 0 0,-1 1 0 0 0,1-1 0 0 0,0 0 0 0 0,4 2 0 0 0,-5-3-301 0 0,0 0 0 0 0,-1 0 0 0 0,1-1 1 0 0,0 1-1 0 0,0 0 0 0 0,0-1 0 0 0,4 0 0 0 0,-5 0-519 0 0,0 0 0 0 0,0 0 1 0 0,0-1-1 0 0,0 1 0 0 0,0-1 0 0 0,0 1 0 0 0,0-1 0 0 0,0 0 0 0 0,0 1 0 0 0,3-3 0 0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9:04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10 11055 0 0,'0'0'488'0'0,"-11"-2"104"0"0,-1-1-472 0 0,2 0 4904 0 0,2 1 1448 0 0,16 10-9448 0 0,2-1 1272 0 0</inkml:trace>
  <inkml:trace contextRef="#ctx0" brushRef="#br0" timeOffset="1">197 52 14279 0 0,'0'0'1103'0'0,"1"2"-720"0"0,32 28 4447 0 0,-18-16-2509 0 0,0 0 0 0 0,21 27 0 0 0,-14-14-1113 0 0,1-2-1 0 0,31 26 1 0 0,-10-8-719 0 0,99 90 276 0 0,-48-46-1254 0 0,-81-73 473 0 0,-2-3-3210 0 0,-22-22-1448 0 0,0 2-1414 0 0,-4-1-1663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9:04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348 176 18975 0 0,'0'0'1720'0'0,"-1"1"-1417"0"0,-8 14 756 0 0,0 0 0 0 0,-2-1 0 0 0,1 0 0 0 0,-2-1 0 0 0,-14 14 0 0 0,-83 77 2209 0 0,75-68-3014 0 0,2 2 1 0 0,-42 64-1 0 0,71-99-339 0 0,1 0 0 0 0,0 1 0 0 0,0-1 0 0 0,0 1 0 0 0,0 0 0 0 0,1-1 0 0 0,-1 1-1 0 0,1 0 1 0 0,0 0 0 0 0,0 0 0 0 0,1 0 0 0 0,-1 0 0 0 0,1 0 0 0 0,0 5 0 0 0,0-8-583 0 0,1 0 484 0 0,0-1 0 0 0,0 1 0 0 0,0-1 0 0 0,0 1 0 0 0,0-1 0 0 0,1 0 0 0 0,-1 1 0 0 0,0-1 0 0 0,0 0 0 0 0,0 0 0 0 0,1 0 0 0 0,-1 0 0 0 0,0 0 0 0 0,0 0 0 0 0,0 0 0 0 0,2 0 0 0 0,20-5-3142 0 0,-23 5 3208 0 0,21-6-8358 0 0</inkml:trace>
  <inkml:trace contextRef="#ctx0" brushRef="#br0" timeOffset="1">623 1 8287 0 0,'0'0'19356'0'0,"0"2"-18499"0"0,-8 187 2611 0 0,9-124-3407 0 0,2-1 0 0 0,21 115 0 0 0,-19-157-691 0 0,1 0 0 0 0,1-1 0 0 0,13 28 0 0 0,-19-48-333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9:05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22 12439 0 0,'0'0'1126'0'0,"-3"8"-908"0"0,2-7-91 0 0,1 1-1 0 0,-1 0 1 0 0,1-1-1 0 0,0 1 1 0 0,-1 0-1 0 0,1-1 1 0 0,0 1-1 0 0,0 0 1 0 0,0-1-1 0 0,0 1 1 0 0,0 0-1 0 0,0-1 1 0 0,1 4-1 0 0,0-3 357 0 0,0 0-1 0 0,0 1 1 0 0,1-1 0 0 0,-1 0-1 0 0,0 0 1 0 0,1 0 0 0 0,-1 0-1 0 0,1 0 1 0 0,0 0 0 0 0,-1 0-1 0 0,1-1 1 0 0,0 1 0 0 0,3 1 0 0 0,2 1 753 0 0,0 0 0 0 0,0 0 0 0 0,0-1 1 0 0,0 0-1 0 0,0-1 0 0 0,14 4 1 0 0,-3-4-1175 0 0,1 1 0 0 0,0-2 1 0 0,0-1-1 0 0,0 0 1 0 0,0-2-1 0 0,0 0 0 0 0,0-1 1 0 0,19-5-1 0 0,22-10 247 0 0,63-26-1 0 0,-68 22-253 0 0,-10 5-55 0 0,-45 17 0 0 0,1 0 1 0 0,-1 0-1 0 0,0 0 1 0 0,0 0-1 0 0,0 0 0 0 0,0 0 1 0 0,0 0-1 0 0,1-1 1 0 0,-1 1-1 0 0,0 0 1 0 0,0 0-1 0 0,0 0 0 0 0,0 0 1 0 0,1 1-1 0 0,-1-1 1 0 0,0 0-1 0 0,0 0 0 0 0,0 0 1 0 0,0 0-1 0 0,0 0 1 0 0,1 0-1 0 0,-1 0 0 0 0,0 0 1 0 0,0 0-1 0 0,0 0 1 0 0,0 0-1 0 0,0 0 0 0 0,0 0 1 0 0,1 1-1 0 0,-1-1 1 0 0,0 0-1 0 0,0 0 0 0 0,0 0 1 0 0,0 0-1 0 0,0 0 1 0 0,0 0-1 0 0,0 1 1 0 0,0-1-1 0 0,0 0 0 0 0,0 0 1 0 0,0 0-1 0 0,0 0 1 0 0,0 0-1 0 0,1 1 0 0 0,-1-1 1 0 0,0 0-1 0 0,0 0 1 0 0,0 0-1 0 0,0 0 0 0 0,-1 0 1 0 0,1 1-1 0 0,0-1 1 0 0,0 0-1 0 0,0 0 0 0 0,0 0 1 0 0,0 0-1 0 0,0 0 1 0 0,0 1-1 0 0,0-1 1 0 0,0 0-1 0 0,-5 11 47 0 0,4-9-34 0 0,-5 13 30 0 0,1-1 0 0 0,0 1 0 0 0,1 0-1 0 0,1 0 1 0 0,-2 21 0 0 0,4-28-40 0 0,1 1 0 0 0,0 0 0 0 0,1-1 0 0 0,0 1 0 0 0,0 0 0 0 0,1-1 1 0 0,0 1-1 0 0,1-1 0 0 0,-1 0 0 0 0,9 16 0 0 0,-9-21-12 0 0,0 0-1 0 0,0 0 1 0 0,0-1 0 0 0,0 1 0 0 0,1-1-1 0 0,-1 0 1 0 0,1 1 0 0 0,-1-1 0 0 0,1 0-1 0 0,0-1 1 0 0,0 1 0 0 0,0 0 0 0 0,0-1-1 0 0,0 1 1 0 0,0-1 0 0 0,1 0 0 0 0,-1 0-1 0 0,0-1 1 0 0,0 1 0 0 0,1-1-1 0 0,-1 1 1 0 0,1-1 0 0 0,-1 0 0 0 0,0 0-1 0 0,1 0 1 0 0,-1-1 0 0 0,0 1 0 0 0,1-1-1 0 0,-1 0 1 0 0,0 0 0 0 0,0 0 0 0 0,1 0-1 0 0,-1-1 1 0 0,0 1 0 0 0,0-1 0 0 0,0 0-1 0 0,3-3 1 0 0,2-2-41 0 0,0 0 1 0 0,-1-1-1 0 0,0 0 1 0 0,-1 0-1 0 0,1-1 1 0 0,-2 0-1 0 0,1 0 1 0 0,4-12-1 0 0,2-8-60 0 0,12-46-1 0 0,-4 9-27 0 0,-10 75 204 0 0,1 7-26 0 0,-1 1 0 0 0,0 1 0 0 0,8 21 0 0 0,-8-17 14 0 0,20 32-1 0 0,-23-43-333 0 0,0-1 0 0 0,1-1 0 0 0,-1 0 0 0 0,15 13 0 0 0,-21-21-353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9:06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 23615 0 0,'0'0'539'0'0,"-1"8"723"0"0,1 8-749 0 0,0 0 0 0 0,2 0-1 0 0,4 22 1 0 0,-6-34-193 0 0,4 16 641 0 0,0 1-1 0 0,10 27 1 0 0,-11-41-836 0 0,-1-1-1 0 0,1 1 1 0 0,0-1-1 0 0,1 0 1 0 0,0 0-1 0 0,0 0 1 0 0,0 0-1 0 0,0-1 1 0 0,1 0-1 0 0,10 9 1 0 0,-14-13 19 0 0,0 0-116 0 0,0 0-1 0 0,1 0 1 0 0,-1-1-1 0 0,0 1 1 0 0,0-1-1 0 0,1 1 1 0 0,-1-1-1 0 0,0 1 1 0 0,0-1 0 0 0,1 0-1 0 0,-1 1 1 0 0,1-1-1 0 0,-1 0 1 0 0,0 0-1 0 0,1 0 1 0 0,-1 0-1 0 0,3-1 1 0 0,-2 0-24 0 0,1-1 0 0 0,-1 1 0 0 0,1-1 0 0 0,-1 1 0 0 0,0-1 0 0 0,1 0 0 0 0,-1 0-1 0 0,0 0 1 0 0,-1-1 0 0 0,1 1 0 0 0,2-3 0 0 0,17-33 30 0 0,-10 16-27 0 0,15-18-1002 0 0,42-50 0 0 0,-45 62 516 0 0,-20 24-28 0 0,0 1 0 0 0,0 0 0 0 0,0-1 0 0 0,1 1 0 0 0,-1 1-1 0 0,7-5 1 0 0,-4 25-10262 0 0,-5-10 10305 0 0,-1-1 0 0 0,0 1 0 0 0,0-1 0 0 0,-1 0 1 0 0,1 1-1 0 0,-2-1 0 0 0,1 0 0 0 0,-4 9 0 0 0,-3 25 375 0 0,5-22 1576 0 0,1-7 142 0 0,0 0-1 0 0,1 0 1 0 0,1-1 0 0 0,0 16-1 0 0,0-25-1383 0 0,1 1-1 0 0,-1-1 1 0 0,0 1-1 0 0,1-1 0 0 0,0 0 1 0 0,-1 1-1 0 0,1-1 0 0 0,0 0 1 0 0,0 1-1 0 0,1-1 1 0 0,-1 0-1 0 0,0 0 0 0 0,1 0 1 0 0,-1 0-1 0 0,1 0 0 0 0,0 0 1 0 0,-1 0-1 0 0,1-1 0 0 0,0 1 1 0 0,0-1-1 0 0,0 1 1 0 0,0-1-1 0 0,0 0 0 0 0,1 0 1 0 0,3 2-1 0 0,-2-2-87 0 0,-1 0 0 0 0,1-1 0 0 0,0 0 0 0 0,-1 1 0 0 0,1-1 0 0 0,0 0 0 0 0,-1-1 0 0 0,1 1 0 0 0,6-2 0 0 0,35-12 403 0 0,-29 9-439 0 0,1-2-61 0 0,1-1 0 0 0,-1 0 0 0 0,-1-1 0 0 0,1-1 0 0 0,-1-1 1 0 0,-1 0-1 0 0,0-1 0 0 0,-1 0 0 0 0,19-22 0 0 0,-24 24-47 0 0,0 0 1 0 0,-1-1-1 0 0,0 0 0 0 0,-1 0 1 0 0,0-1-1 0 0,8-19 0 0 0,-15 30 0 0 0,1 0-1 0 0,-1 0 0 0 0,1 0 1 0 0,-1 0-1 0 0,0 0 0 0 0,1 0 1 0 0,-1 0-1 0 0,0 0 0 0 0,0 0 1 0 0,0 0-1 0 0,1 0 0 0 0,-1 0 1 0 0,0 0-1 0 0,-1 0 0 0 0,1 0 1 0 0,0 0-1 0 0,0-1 0 0 0,0 1 1 0 0,-1 0-1 0 0,1 0 0 0 0,0 0 1 0 0,-1 0-1 0 0,1 0 0 0 0,-1 0 1 0 0,1 0-1 0 0,-1 1 0 0 0,0-1 0 0 0,1 0 1 0 0,-1 0-1 0 0,0 0 0 0 0,0 1 1 0 0,1-1-1 0 0,-1 0 0 0 0,0 0 1 0 0,0 1-1 0 0,-1-1 0 0 0,-1 0 39 0 0,1 0-1 0 0,-1 0 0 0 0,1 1 0 0 0,-1-1 0 0 0,1 1 0 0 0,-1 0 0 0 0,1 0 0 0 0,-1 0 1 0 0,1 0-1 0 0,-1 0 0 0 0,1 0 0 0 0,-1 1 0 0 0,1-1 0 0 0,-5 2 0 0 0,0 1 11 0 0,-1 1-1 0 0,1 0 1 0 0,0 0-1 0 0,1 0 1 0 0,-1 1-1 0 0,1 0 1 0 0,-1 0-1 0 0,-7 10 1 0 0,0 1-8 0 0,1 0 0 0 0,-13 21 0 0 0,21-31-51 0 0,1 1 0 0 0,0 0-1 0 0,1 0 1 0 0,-1 1 0 0 0,2-1-1 0 0,-1 1 1 0 0,1 0 0 0 0,0-1-1 0 0,0 1 1 0 0,0 14 0 0 0,2-18-56 0 0,0 0 1 0 0,0 0 0 0 0,1 0-1 0 0,0 0 1 0 0,-1 0 0 0 0,1 0-1 0 0,1 0 1 0 0,-1-1 0 0 0,0 1-1 0 0,1 0 1 0 0,0-1 0 0 0,0 1 0 0 0,0-1-1 0 0,0 0 1 0 0,1 1 0 0 0,-1-1-1 0 0,1 0 1 0 0,0 0 0 0 0,0-1-1 0 0,0 1 1 0 0,0-1 0 0 0,7 5-1 0 0,-3-4-425 0 0,0 0 1 0 0,1 0-1 0 0,-1 0 0 0 0,1-1 0 0 0,-1 0 0 0 0,1-1 0 0 0,0 0 0 0 0,0 0 0 0 0,0 0 1 0 0,0-1-1 0 0,15-2 0 0 0,6 0-2004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9:06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451 18 12895 0 0,'-6'-3'1339'0'0,"1"0"-260"0"0,1 1 1 0 0,-1 0-1 0 0,0 1 1 0 0,1-1-1 0 0,-1 1 0 0 0,0 0 1 0 0,0 0-1 0 0,0 1 1 0 0,-7-1-1 0 0,3 1-118 0 0,0 1 0 0 0,0 0-1 0 0,0 0 1 0 0,-14 5 0 0 0,1 1-198 0 0,0 2 0 0 0,-42 22-1 0 0,54-25-718 0 0,1 0-1 0 0,0 1 1 0 0,0 1-1 0 0,0-1 0 0 0,1 1 1 0 0,0 1-1 0 0,0-1 1 0 0,-9 15-1 0 0,16-21-43 0 0,-1 0 0 0 0,1-1 0 0 0,0 1 1 0 0,0 0-1 0 0,0 0 0 0 0,1 0 0 0 0,-1 0 0 0 0,0 0 0 0 0,1 0 0 0 0,-1 0 0 0 0,1 0 1 0 0,0 0-1 0 0,-1 0 0 0 0,1 0 0 0 0,0 0 0 0 0,0 0 0 0 0,1 0 0 0 0,-1 2 1 0 0,1-1-2 0 0,0 0 1 0 0,0 0-1 0 0,0 0 1 0 0,1 0-1 0 0,-1-1 1 0 0,1 1-1 0 0,0-1 1 0 0,-1 1-1 0 0,1-1 1 0 0,0 0-1 0 0,3 3 1 0 0,5 3 10 0 0,1 1 1 0 0,0-2 0 0 0,0 0 0 0 0,18 9-1 0 0,-24-14 4 0 0,78 39-67 0 0,37 20 42 0 0,-107-53 11 0 0,20 14 0 0 0,-30-19 0 0 0,1-1 0 0 0,-1 1 0 0 0,0 0 0 0 0,-1 0 0 0 0,1 0 0 0 0,0 1 0 0 0,-1-1 0 0 0,0 0 0 0 0,0 1 0 0 0,0 0 0 0 0,2 5 0 0 0,-4-8 5 0 0,1 0 0 0 0,-1 1 0 0 0,0-1 0 0 0,0 0 0 0 0,0 1 0 0 0,1-1 0 0 0,-2 0 0 0 0,1 1 0 0 0,0-1-1 0 0,0 0 1 0 0,0 1 0 0 0,0-1 0 0 0,-1 0 0 0 0,1 1 0 0 0,-1-1 0 0 0,1 0 0 0 0,-1 1 0 0 0,0 0 0 0 0,-1 0 2 0 0,0 1-1 0 0,1-1 1 0 0,-1 0-1 0 0,0 0 1 0 0,0 0 0 0 0,-1 0-1 0 0,1-1 1 0 0,-3 3-1 0 0,-2 0 11 0 0,0-1-1 0 0,0 0 1 0 0,0 0-1 0 0,0 0 1 0 0,-13 2-1 0 0,-2-1-15 0 0,-1-1-1 0 0,1-1 1 0 0,-1-1-1 0 0,1-1 1 0 0,-1-1-1 0 0,-37-6 1 0 0,27 1-265 0 0,-20-3-4472 0 0,-66-19-1 0 0,93 19-5166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9:25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53 112 13359 0 0,'-11'-16'1026'0'0,"-16"-29"-562"0"0,24 41 246 0 0,1 0 0 0 0,1-1 0 0 0,-1 1 0 0 0,0 0 1 0 0,1-1-1 0 0,0 1 0 0 0,0-1 0 0 0,0-7 3006 0 0,14 9-1966 0 0,-8 3-1499 0 0,1 0 0 0 0,-1 0 0 0 0,1 1 0 0 0,-1 0-1 0 0,0 0 1 0 0,0 0 0 0 0,1 1 0 0 0,-1-1 0 0 0,0 1-1 0 0,8 5 1 0 0,5 3 175 0 0,23 16 0 0 0,278 236 1128 0 0,-187-146-1548 0 0,8-6-145 0 0,-110-90-1308 0 0,39 20 0 0 0,-67-39 612 0 0,0-2-476 0 0,4-3 511 0 0,-4 0-1994 0 0,1-8-5449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9:26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754 2 8287 0 0,'-5'-1'802'0'0,"0"0"0"0"0,0 1 0 0 0,0 0 0 0 0,0 0 0 0 0,0 1-1 0 0,1-1 1 0 0,-1 1 0 0 0,0 0 0 0 0,0 0 0 0 0,0 1-1 0 0,0-1 1 0 0,1 1 0 0 0,-1 0 0 0 0,1 0 0 0 0,-1 1 0 0 0,1-1-1 0 0,0 1 1 0 0,-4 4 0 0 0,-5 2 1224 0 0,-16 17 0 0 0,-6 11-1273 0 0,25-26-1329 0 0,4-4 684 0 0,-381 389 2835 0 0,226-247-4006 0 0,158-146 702 0 0,1-2 132 0 0,1 0-1 0 0,-1 0 1 0 0,1 0 0 0 0,0 0-1 0 0,-1 0 1 0 0,1 0 0 0 0,0 1-1 0 0,0-1 1 0 0,0 1-1 0 0,0-1 1 0 0,0 0 0 0 0,-1 3-1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9:26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49 8751 0 0,'-2'0'399'0'0,"-38"-5"16402"0"0,54 11-13836 0 0,12 2-5068 0 0,-13-6 3745 0 0,10-2-1340 0 0,0-1 0 0 0,38-7 1 0 0,-11 1-155 0 0,46-4 33 0 0,129-10-41 0 0,-161 15-110 0 0,14 1-873 0 0,-76 5-236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9:27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56 7831 0 0,'-2'0'603'0'0,"-21"-4"-916"0"0,11 2 599 0 0,-10 1 16345 0 0,26 1-16345 0 0,0 0 1 0 0,0 0 0 0 0,0-1-1 0 0,-1 1 1 0 0,7-2 0 0 0,6-1-61 0 0,265-26 1130 0 0,-201 21-1479 0 0,99 3-1 0 0,-69 12-4747 0 0,-78-5-3680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9:28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497 93 6911 0 0,'-7'-28'-565'0'0,"5"24"1328"0"0,0-1 0 0 0,0 2 0 0 0,0-1 0 0 0,0 0 0 0 0,-1 0 0 0 0,1 1 0 0 0,-5-4 0 0 0,5 4 93 0 0,-1 0 0 0 0,0 0 1 0 0,-1 1-1 0 0,1 0 0 0 0,0 0 0 0 0,-1 0 1 0 0,1 0-1 0 0,-5-1 0 0 0,-21-5 1430 0 0,21 8-1924 0 0,0 0-1 0 0,0 0 1 0 0,0 0 0 0 0,0 1 0 0 0,1 1 0 0 0,-1-1 0 0 0,0 1-1 0 0,-14 6 1 0 0,1 0 463 0 0,-34 21 0 0 0,34-16-528 0 0,0 1 0 0 0,1 1 0 0 0,0 2 0 0 0,1-1 0 0 0,1 2 0 0 0,1 1 0 0 0,0 0 0 0 0,2 1 0 0 0,0 0 0 0 0,-20 40 0 0 0,30-52-233 0 0,2 0 0 0 0,-1 1 0 0 0,1-1 0 0 0,0 1 0 0 0,1 0 0 0 0,0 0 0 0 0,0 0 0 0 0,1 0 0 0 0,0 0 0 0 0,0 0 0 0 0,1 1 0 0 0,1-1-1 0 0,1 11 1 0 0,0-12-46 0 0,0 0-1 0 0,0-1 0 0 0,1 0 0 0 0,0 1 0 0 0,0-1 1 0 0,0 0-1 0 0,1-1 0 0 0,0 1 0 0 0,1-1 0 0 0,0 1 1 0 0,-1-1-1 0 0,2-1 0 0 0,-1 1 0 0 0,1-1 0 0 0,12 10 1 0 0,-2-5-13 0 0,1 0 0 0 0,-1-1 0 0 0,2-1 1 0 0,-1 0-1 0 0,1-1 0 0 0,0-1 0 0 0,1-1 1 0 0,0-1-1 0 0,-1 0 0 0 0,1-1 0 0 0,21 0 0 0 0,-12-3-52 0 0,-1 0 0 0 0,1-2-1 0 0,0-1 1 0 0,-1-1 0 0 0,0-2-1 0 0,0 0 1 0 0,28-12 0 0 0,-40 13 7 0 0,1-2 0 0 0,-1 0 0 0 0,0 0 0 0 0,-1-1-1 0 0,0-1 1 0 0,23-19 0 0 0,-30 21 24 0 0,0 1-1 0 0,-1-1 1 0 0,0-1 0 0 0,0 1-1 0 0,-1-1 1 0 0,1 0-1 0 0,-2 0 1 0 0,1-1-1 0 0,-1 1 1 0 0,-1-1-1 0 0,0 0 1 0 0,0 0-1 0 0,2-12 1 0 0,-3 6 20 0 0,0 0-1 0 0,-1 0 1 0 0,-1 0-1 0 0,0 0 1 0 0,-1 0-1 0 0,0 0 1 0 0,-2 0-1 0 0,1 1 1 0 0,-2-1 0 0 0,0 1-1 0 0,-1 0 1 0 0,0 0-1 0 0,-1 0 1 0 0,-1 1-1 0 0,0 0 1 0 0,-1 0-1 0 0,-17-22 1 0 0,18 27-16 0 0,-1 0 0 0 0,-1 0 0 0 0,1 1-1 0 0,-1 0 1 0 0,-1 1 0 0 0,1 0 0 0 0,-17-7 0 0 0,18 10-204 0 0,-1 0 0 0 0,1 0 0 0 0,-1 1 0 0 0,0 1 1 0 0,0-1-1 0 0,-14 1 0 0 0,21 1-396 0 0,1 2-488 0 0,0 6 26 0 0,1-6 211 0 0,0-1-1 0 0,0 1 0 0 0,0-1 0 0 0,0 1 0 0 0,0-1 0 0 0,1 1 1 0 0,-1-1-1 0 0,0 1 0 0 0,2 1 0 0 0,5 10-6912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9:28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0 128 22175 0 0,'0'0'1017'0'0,"9"-3"327"0"0,26-14-743 0 0,4-1 1300 0 0,0 1-1 0 0,61-17 1 0 0,-55 25-1646 0 0,85-7 0 0 0,47 10-1645 0 0,-115 4 13 0 0,-25 1-353 0 0,0-4-379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9:29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5 22575 0 0,'-5'-5'4512'0'0,"9"6"-2359"0"0,20 9-1754 0 0,1 0 154 0 0,226 57-276 0 0,-163-46-256 0 0,-63-16-177 0 0,0 2 0 0 0,-1 1 0 0 0,41 19 0 0 0,-57-20 74 0 0,-3-3-16 0 0,-8 9 43 0 0,3-11 72 0 0,-1 1 1 0 0,0-1-1 0 0,0 0 0 0 0,-1 1 1 0 0,1-1-1 0 0,0 0 1 0 0,-1 0-1 0 0,1 0 0 0 0,-1 0 1 0 0,0 0-1 0 0,1-1 0 0 0,-1 1 1 0 0,0 0-1 0 0,0-1 0 0 0,-2 2 1 0 0,-6 2 111 0 0,1 0 1 0 0,-14 6-1 0 0,2-2 93 0 0,-93 45 357 0 0,105-49-595 0 0,0 0-1 0 0,0 0 1 0 0,0 1 0 0 0,0 0 0 0 0,1 1 0 0 0,0 0 0 0 0,1 0 0 0 0,-1 0 0 0 0,1 1-1 0 0,-9 14 1 0 0,15-20-186 0 0,1 1-819 0 0,0-2 907 0 0,0 0 0 0 0,-1 0 0 0 0,1-1-1 0 0,0 1 1 0 0,0 0 0 0 0,0 0 0 0 0,1 0 0 0 0,-1 0 0 0 0,0-1 0 0 0,0 1 0 0 0,0 0 0 0 0,1 1 0 0 0,0 0-156 0 0,1-1 1 0 0,-1 1 0 0 0,1 0-1 0 0,-1-1 1 0 0,1 0 0 0 0,-1 1-1 0 0,1-1 1 0 0,0 0 0 0 0,0 0-1 0 0,2 2 1 0 0,12 1-1895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9:29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8 24303 0 0,'-1'-2'1116'0'0,"1"2"-978"0"0,0-1 1 0 0,0 1-1 0 0,-1 0 0 0 0,1 0 1 0 0,0-1-1 0 0,0 1 0 0 0,0 0 1 0 0,0 0-1 0 0,0-1 0 0 0,-1 1 1 0 0,1 0-1 0 0,0 0 0 0 0,0-1 1 0 0,-1 1-1 0 0,1 0 0 0 0,0 0 1 0 0,0 0-1 0 0,-1-1 0 0 0,1 1 1 0 0,0 0-1 0 0,0 0 0 0 0,-1 0 1 0 0,1 0-1 0 0,0 0 0 0 0,-1 0 0 0 0,1 0 1 0 0,0 0-1 0 0,0 0 0 0 0,-1 0 1 0 0,-6 9 1434 0 0,4-4-1462 0 0,1 1 1 0 0,0-1-1 0 0,1 1 0 0 0,0-1 1 0 0,0 1-1 0 0,0 0 0 0 0,0 6 1 0 0,1 43 237 0 0,1-34-285 0 0,9 178 204 0 0,1 27-225 0 0,-4-108-33 0 0,6 43-10 0 0,-14-157 0 0 0,1-2 0 0 0,0-1 0 0 0,0 0 0 0 0,0 0 0 0 0,1 1 0 0 0,-1-1 0 0 0,0 0 0 0 0,1 1 0 0 0,-1-1 0 0 0,0 0 0 0 0,1 0 0 0 0,-1 0 0 0 0,1 1 0 0 0,1 0 0 0 0,1 6-27 0 0,-2-6-110 0 0,7 4-524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9:46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51 11055 0 0,'-2'-1'852'0'0,"1"-2"-693"0"0,-6-14 465 0 0,6 15-671 0 0,-4-10 3424 0 0,5 11-2745 0 0,0 0 1 0 0,-1 0 0 0 0,1 1 0 0 0,-1-1-1 0 0,1 0 1 0 0,-1 0 0 0 0,1 0 0 0 0,-1 0 0 0 0,-1 0 632 0 0,2 0-632 0 0,-1 1 0 0 0,0-1 0 0 0,0 0-1 0 0,0 1 1 0 0,1-1 0 0 0,-3 0 0 0 0,3 1-514 0 0,-1 0 0 0 0,0 0 0 0 0,0 0 0 0 0,0 0 0 0 0,0 0 0 0 0,0 0 0 0 0,0 0 0 0 0,0 0 0 0 0,0 0 0 0 0,0 0 0 0 0,0 0 0 0 0,0 1 0 0 0,0-1 0 0 0,1 0 0 0 0,-1 1 0 0 0,0-1 0 0 0,0 1 1 0 0,0-1-1 0 0,1 1 0 0 0,-1-1 0 0 0,0 1 0 0 0,0 0 0 0 0,0 0 0 0 0,-1 2 2 0 0,0 0 1 0 0,0-1 0 0 0,0 1 0 0 0,0 0-1 0 0,1 0 1 0 0,0 0 0 0 0,-2 4-1 0 0,-1 6-7 0 0,1 0-1 0 0,-3 21 0 0 0,2 2-2 0 0,2 1-1 0 0,2-1 0 0 0,1 0 1 0 0,2 1-1 0 0,1-1 0 0 0,2 0 1 0 0,19 62-1 0 0,-20-81-94 0 0,1-1 0 0 0,1 1 0 0 0,1-1 0 0 0,0 0 0 0 0,1-1 0 0 0,1 0 0 0 0,0-1 0 0 0,24 25 0 0 0,-28-33-10 0 0,0-1-1 0 0,0 0 1 0 0,1 0 0 0 0,0 0 0 0 0,0-1-1 0 0,0 0 1 0 0,0 0 0 0 0,1-1-1 0 0,0 0 1 0 0,-1 0 0 0 0,1-1 0 0 0,0 0-1 0 0,16 1 1 0 0,-19-2-3 0 0,0-1 1 0 0,0 0-1 0 0,0 0 0 0 0,0-1 1 0 0,0 1-1 0 0,0-1 0 0 0,0 0 1 0 0,0-1-1 0 0,0 1 0 0 0,0-1 1 0 0,-1 0-1 0 0,1 0 0 0 0,-1 0 1 0 0,1-1-1 0 0,-1 1 0 0 0,0-1 1 0 0,0 0-1 0 0,0-1 0 0 0,-1 1 1 0 0,1-1-1 0 0,-1 1 0 0 0,1-1 1 0 0,3-7-1 0 0,11-21-3 0 0,-2-1 0 0 0,-2 0-1 0 0,18-62 1 0 0,-13 38-14 0 0,90-302-310 0 0,-107 355 277 0 0,0 8 53 0 0,0 9 42 0 0,-2-13-48 0 0,21 143 141 0 0,-15-114-136 0 0,1-1 0 0 0,22 54 0 0 0,25 26 10 0 0,-43-89-204 0 0,1-1 1 0 0,1 0-1 0 0,21 24 0 0 0,-32-40-8 0 0,1 1 0 0 0,0-1 0 0 0,0 1 0 0 0,-1-1 0 0 0,1 0 0 0 0,1 0 0 0 0,-1 0 0 0 0,0-1 0 0 0,4 2 0 0 0,-4-2-207 0 0,0 0 0 0 0,-1 0 1 0 0,1-1-1 0 0,0 0 0 0 0,0 1 0 0 0,-1-1 1 0 0,1 0-1 0 0,0-1 0 0 0,0 1 1 0 0,-1 0-1 0 0,1-1 0 0 0,4 0 0 0 0,9-5-8669 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9:46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16583 0 0,'0'0'13541'0'0,"2"0"-12774"0"0,4 3-610 0 0,1-1 0 0 0,0-1 0 0 0,-1 1-1 0 0,1-1 1 0 0,14 1 0 0 0,39-3 707 0 0,-43 0-793 0 0,74-1-2044 0 0,146 14 1 0 0,-236-12 1814 0 0,0 0 0 0 0,-1 0 1 0 0,1 0-1 0 0,-1 0 0 0 0,1 0 1 0 0,0 1-1 0 0,-1-1 0 0 0,1 0 1 0 0,-1 0-1 0 0,1 0 0 0 0,-1 1 1 0 0,1-1-1 0 0,0 0 0 0 0,-1 1 1 0 0,0-1-1 0 0,2 1 0 0 0,-1 0-533 0 0</inkml:trace>
  <inkml:trace contextRef="#ctx0" brushRef="#br0" timeOffset="1">74 271 7367 0 0,'-7'5'17477'0'0,"21"1"-14166"0"0,-6-4-2991 0 0,1 0 0 0 0,-1-1-1 0 0,0 0 1 0 0,1-1 0 0 0,-1 0 0 0 0,0 0 0 0 0,1-1-1 0 0,8-1 1 0 0,69-19 423 0 0,-65 15-487 0 0,296-72 16 0 0,-292 75-749 0 0,0 0 0 0 0,46 1 0 0 0,-54 2-325 0 0,11 0-838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9:49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20815 0 0,'0'0'3315'0'0,"3"1"-2153"0"0,8 6-334 0 0,0 0-1 0 0,0 0 0 0 0,-1 1 0 0 0,0 0 0 0 0,13 14 0 0 0,44 54 626 0 0,-39-41-1130 0 0,-9-13-248 0 0,39 46 161 0 0,71 65 1 0 0,-108-115-295 0 0,0 0 0 0 0,1-1 0 0 0,1-1 0 0 0,1-1 1 0 0,0-1-1 0 0,1-2 0 0 0,48 18 0 0 0,-48-23-492 0 0,-22-7 79 0 0,-2-3-2433 0 0,0 1 2637 0 0,0 1 0 0 0,-1-1 0 0 0,1 0 1 0 0,-1 1-1 0 0,0-1 0 0 0,1 0 0 0 0,-1 0 0 0 0,0 1 1 0 0,0-4-1 0 0,-3-13-6230 0 0,-1-1-1714 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9:50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503 1 17047 0 0,'0'0'1776'0'0,"-11"2"2211"0"0,7 0-3427 0 0,1 0-1 0 0,-1 0 1 0 0,1 0 0 0 0,0 1 0 0 0,0-1 0 0 0,0 1-1 0 0,0 0 1 0 0,0 0 0 0 0,1 0 0 0 0,-1 0-1 0 0,-2 4 1 0 0,-4 8-107 0 0,-9 22 0 0 0,-1 0 369 0 0,-39 54-114 0 0,-88 103 0 0 0,104-145-661 0 0,-56 48 0 0 0,37-38-529 0 0,60-58-101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9:50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62 128 9671 0 0,'-2'-5'352'0'0,"-12"-20"776"0"0,-2 0 12472 0 0,13 26-11740 0 0,3-1-1799 0 0,-1 0 0 0 0,1-1 1 0 0,0 1-1 0 0,0 0 0 0 0,-1 0 0 0 0,1 0 0 0 0,0 0 0 0 0,-1 0 0 0 0,1 0 1 0 0,0 1-1 0 0,-1-1 0 0 0,1 0 0 0 0,0 0 0 0 0,0 0 0 0 0,-1 0 0 0 0,1 0 1 0 0,0 0-1 0 0,-1 0 0 0 0,1 1 0 0 0,0-1 0 0 0,0 0 0 0 0,-1 0 1 0 0,1 0-1 0 0,0 1 0 0 0,0-1 0 0 0,0 0 0 0 0,-1 0 0 0 0,1 1 0 0 0,-4 10 290 0 0,0 0-1 0 0,1 0 1 0 0,1 0-1 0 0,-1 1 1 0 0,2-1-1 0 0,0 1 0 0 0,0 0 1 0 0,1 11-1 0 0,2 8 52 0 0,11 56 0 0 0,-7-65-355 0 0,0 0 0 0 0,1 0 0 0 0,1-1 1 0 0,1-1-1 0 0,0 1 0 0 0,2-1 0 0 0,1-1 1 0 0,24 32-1 0 0,-33-47-47 0 0,0 0 0 0 0,1-1 0 0 0,0 1 0 0 0,-1-1 0 0 0,1 0 0 0 0,0 0 0 0 0,1 0 0 0 0,4 2 0 0 0,4 0 0 0 0,0-3 0 0 0,-10-2 0 0 0,0 0 0 0 0,-1-1 0 0 0,1 0 0 0 0,-1 1 0 0 0,1-1 0 0 0,0 0 0 0 0,-1 0 0 0 0,0 0 0 0 0,1 0 0 0 0,-1-1 0 0 0,0 1 0 0 0,0-1 0 0 0,3-1 0 0 0,-1-1 0 0 0,0-1 0 0 0,0 1 0 0 0,0 0 0 0 0,-1-1 0 0 0,5-8 0 0 0,0-3 0 0 0,0 0 0 0 0,-2 0 0 0 0,5-18 0 0 0,6-19-23 0 0,31-113-219 0 0,-40 130 179 0 0,-1 0 0 0 0,4-61 1 0 0,-14 51 159 0 0,-3 62 63 0 0,1-4-127 0 0,2 2-20 0 0,1 1 0 0 0,1 0 0 0 0,0-1-1 0 0,1 1 1 0 0,0 0 0 0 0,6 28 0 0 0,2-1 23 0 0,17 45 1 0 0,-17-62-138 0 0,1 0 1 0 0,24 43-1 0 0,-27-56 41 0 0,2-1 0 0 0,-1 0-1 0 0,1 0 1 0 0,1-1 0 0 0,0 0 0 0 0,0 0-1 0 0,14 10 1 0 0,-23-20 10 0 0,1 1 1 0 0,-1-1-1 0 0,1 1 1 0 0,-1-1-1 0 0,1 0 1 0 0,-1 1-1 0 0,1-1 0 0 0,0 0 1 0 0,-1 0-1 0 0,1 1 1 0 0,-1-1-1 0 0,1 0 0 0 0,0 0 1 0 0,-1 0-1 0 0,1 0 1 0 0,0 0-1 0 0,0 0 1 0 0,1 0-132 0 0,0 1-427 0 0,0-2-190 0 0,10-3-767 0 0,2-2-327 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9:57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265 143 3223 0 0,'3'0'240'0'0,"15"-3"138"0"0,-16 3 809 0 0,0-1 1 0 0,1 0 0 0 0,-1 0-1 0 0,0 0 1 0 0,0 0-1 0 0,0-1 1 0 0,-1 1-1 0 0,1 0 1 0 0,0-1-1 0 0,2-1 1 0 0,-2 0-558 0 0,1 1 82 0 0,-1 0 1 0 0,0-1-1 0 0,0 0 1 0 0,0 1-1 0 0,0-1 0 0 0,0 0 1 0 0,0 0-1 0 0,-1 0 1 0 0,0 0-1 0 0,3-5 0 0 0,-3 3-250 0 0,0 0 1 0 0,-1 0-1 0 0,1 0 0 0 0,-1 0 0 0 0,0 1 0 0 0,0-1 0 0 0,0 0 0 0 0,-1 0 0 0 0,-2-9 0 0 0,3 12-421 0 0,-1 1-1 0 0,1-1 1 0 0,-1 0-1 0 0,0 1 1 0 0,0-1-1 0 0,1 1 1 0 0,-1-1-1 0 0,0 1 1 0 0,0 0-1 0 0,0-1 1 0 0,0 1-1 0 0,-1 0 1 0 0,1 0-1 0 0,0 0 1 0 0,0 0-1 0 0,-1 0 1 0 0,1 0-1 0 0,-1 0 1 0 0,1 0-1 0 0,-1 0 1 0 0,1 1-1 0 0,-1-1 1 0 0,1 1-1 0 0,-1-1 1 0 0,0 1-1 0 0,1 0 1 0 0,-1-1-1 0 0,1 1 1 0 0,-1 0-1 0 0,0 0 1 0 0,0 0-1 0 0,-2 1 1 0 0,-4 0 12 0 0,0 0 0 0 0,0 1 0 0 0,0 0 1 0 0,0 0-1 0 0,-8 4 0 0 0,-7 3 14 0 0,0 2 0 0 0,1 0 0 0 0,-32 22 0 0 0,42-24-39 0 0,0 0-1 0 0,0 1 1 0 0,2 0-1 0 0,-1 1 1 0 0,1 0-1 0 0,1 1 1 0 0,-10 15-1 0 0,16-23-27 0 0,1 1 0 0 0,0 0 0 0 0,0-1 0 0 0,-3 11 0 0 0,3-1 0 0 0,2-11-6 0 0,0-1 0 0 0,0 0 0 0 0,1 0 1 0 0,-1 0-1 0 0,1 0 0 0 0,-1 1 0 0 0,1-1 0 0 0,0 0 0 0 0,0 0 0 0 0,0 0 0 0 0,0 0 0 0 0,0 0 1 0 0,0-1-1 0 0,0 1 0 0 0,1 0 0 0 0,-1 0 0 0 0,1-1 0 0 0,2 3 0 0 0,-1-2-17 0 0,0 0 1 0 0,0 0-1 0 0,1-1 0 0 0,-1 0 0 0 0,0 1 0 0 0,0-1 0 0 0,1 0 0 0 0,-1 0 0 0 0,1-1 1 0 0,6 1-1 0 0,2-1-48 0 0,0 0 1 0 0,1-1-1 0 0,-1 0 0 0 0,0-1 1 0 0,19-6-1 0 0,-23 6 17 0 0,1-1 0 0 0,-1-1 0 0 0,0 0 0 0 0,0 0 0 0 0,0 0 0 0 0,0-1 0 0 0,-1 0 0 0 0,0-1 0 0 0,10-8 0 0 0,-12 9 17 0 0,0 0 0 0 0,-1 0 0 0 0,0-1 0 0 0,0 1 0 0 0,0-1 0 0 0,-1 0 0 0 0,0 0 0 0 0,0 0 0 0 0,0 0 0 0 0,-1-1 0 0 0,0 1 0 0 0,3-14 0 0 0,-4 3 34 0 0,-2 13 5 0 0,0 2 12 0 0,0 0 62 0 0,0 1 54 0 0,1 0-108 0 0,0 1 1 0 0,0 0 0 0 0,0 0-1 0 0,0 0 1 0 0,0-1-1 0 0,0 1 1 0 0,0 0 0 0 0,0 0-1 0 0,0 0 1 0 0,0-1 0 0 0,0 1-1 0 0,0 0 1 0 0,-1 0-1 0 0,1 0 1 0 0,0 0 0 0 0,0 0-1 0 0,0-1 1 0 0,0 1 0 0 0,0 0-1 0 0,-1 0 1 0 0,1 0 0 0 0,0 0-1 0 0,0 0 1 0 0,0 0-1 0 0,0 0 1 0 0,-1-1 0 0 0,1 1-1 0 0,0 0 1 0 0,0 0 0 0 0,0 0-1 0 0,0 0 1 0 0,-1 0-1 0 0,1 0 1 0 0,0 0 0 0 0,0 0-1 0 0,0 0 1 0 0,-1 0 0 0 0,1 0-1 0 0,0 0 1 0 0,0 0-1 0 0,-6 9 320 0 0,5-6-332 0 0,0 0-1 0 0,0 1 1 0 0,0-1-1 0 0,0 0 1 0 0,1 0 0 0 0,0 0-1 0 0,-1 1 1 0 0,1-1-1 0 0,0 0 1 0 0,1 0-1 0 0,-1 0 1 0 0,1 1 0 0 0,1 5-1 0 0,2 4-14 0 0,10 23 0 0 0,-13-32 9 0 0,9 16-9 0 0,0-1 1 0 0,0-1-1 0 0,19 24 0 0 0,45 48-39 0 0,16 23 43 0 0,-79-97-17 0 0,-1 0 0 0 0,0 1 0 0 0,-1 0 0 0 0,-1 1 0 0 0,9 30 0 0 0,-15-42 13 0 0,-1 0 0 0 0,1 0 0 0 0,-1 0 0 0 0,-1 0 0 0 0,1 1 1 0 0,-1-1-1 0 0,0 0 0 0 0,0 0 0 0 0,-1 0 0 0 0,0 1 0 0 0,0-1 0 0 0,-1 0 0 0 0,1 0 0 0 0,-1-1 0 0 0,0 1 0 0 0,-1 0 1 0 0,0 0-1 0 0,1-1 0 0 0,-2 0 0 0 0,1 1 0 0 0,-6 6 0 0 0,3-7 10 0 0,0 0-1 0 0,0 0 1 0 0,0 0-1 0 0,-1-1 1 0 0,0 0-1 0 0,1 0 1 0 0,-1 0 0 0 0,-1-1-1 0 0,1 0 1 0 0,0-1-1 0 0,-1 1 1 0 0,0-1-1 0 0,-10 1 1 0 0,-4 0 11 0 0,0-2 0 0 0,-1 0 0 0 0,-34-3 0 0 0,35-1-211 0 0,0 0 1 0 0,-33-9-1 0 0,42 8 56 0 0,0 0 1 0 0,1-1-1 0 0,-1 0 0 0 0,2-1 1 0 0,-20-12-1 0 0,28 16-91 0 0,0-1 0 0 0,0 1-1 0 0,0-1 1 0 0,0 0 0 0 0,0 0 0 0 0,1 0 0 0 0,-1 0-1 0 0,1 0 1 0 0,-1 0 0 0 0,1-1 0 0 0,0 1-1 0 0,1-1 1 0 0,-1 1 0 0 0,-1-6 0 0 0,0-11-1365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9:57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17967 0 0,'0'0'2244'0'0,"0"3"-533"0"0,-1 15-1017 0 0,0 0 1 0 0,1 0-1 0 0,2-1 1 0 0,5 35-1 0 0,26 73 3907 0 0,-7-28-2917 0 0,-16-38-2756 0 0,-10-57 625 0 0,0 0-295 0 0,0-2 621 0 0,0 1-31 0 0,-1 0 0 0 0,1-1 1 0 0,0 1-1 0 0,0 0 0 0 0,0 0 0 0 0,-1-1 0 0 0,1 1 0 0 0,0 0 0 0 0,0-1 0 0 0,-1 1 0 0 0,1 0 1 0 0,-1-1-1 0 0,1 1 0 0 0,-1-1 0 0 0,1 1 0 0 0,-1-1 0 0 0,1 1 0 0 0,-1-1 0 0 0,1 1 0 0 0,-1-1 0 0 0,0 1 1 0 0,1-1-1 0 0,-1 0 0 0 0,0 1 0 0 0,1-1 0 0 0,-1 0 0 0 0,0 0 0 0 0,1 1 0 0 0,-2-1 0 0 0,-9 0-1997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9:57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1 486 17047 0 0,'0'0'2147'0'0,"2"0"-695"0"0,26-6 1131 0 0,0 1 1 0 0,37-1-1 0 0,62 4-2095 0 0,19-2-981 0 0,12-12-1919 0 0,-108 8 312 0 0</inkml:trace>
  <inkml:trace contextRef="#ctx0" brushRef="#br0" timeOffset="1">1442 14 6911 0 0,'0'0'623'0'0,"-1"-2"-514"0"0,-4-7 2647 0 0,4 9-2345 0 0,1-1 0 0 0,-1 1 0 0 0,1 0 1 0 0,-1 0-1 0 0,1-1 0 0 0,-1 1 0 0 0,0 0 0 0 0,1 0 0 0 0,-1 0 0 0 0,1 0 1 0 0,-1 0-1 0 0,1 0 0 0 0,-1 0 0 0 0,0 0 0 0 0,1 0 0 0 0,-1 0 0 0 0,0 0 1 0 0,-11 1 3625 0 0,8 0-3270 0 0,1 1 1 0 0,0-1 0 0 0,-1 1 0 0 0,1-1 0 0 0,0 1 0 0 0,0 0 0 0 0,0 0 0 0 0,-5 5 0 0 0,-22 23-99 0 0,22-22-155 0 0,-26 31-111 0 0,1 1 1 0 0,2 2-1 0 0,1 1 0 0 0,3 1 1 0 0,-25 54-1 0 0,44-79-375 0 0,1 1 0 0 0,0 0 0 0 0,1 0 0 0 0,2 0 0 0 0,0 1 0 0 0,1-1 0 0 0,1 1 0 0 0,0 0 0 0 0,3 29 0 0 0,0-39-50 0 0,1 1-1 0 0,0-1 0 0 0,1 0 0 0 0,0 0 1 0 0,0 0-1 0 0,1 0 0 0 0,1 0 1 0 0,6 10-1 0 0,-7-14-74 0 0,1 1 0 0 0,0-1 0 0 0,1-1 0 0 0,-1 1 0 0 0,1-1 0 0 0,1 0 0 0 0,-1-1 0 0 0,1 1 0 0 0,0-1 0 0 0,0 0 0 0 0,14 6 0 0 0,-14-8-150 0 0,1 0 0 0 0,-1 0 0 0 0,1 0 0 0 0,0-1 0 0 0,0-1 0 0 0,0 1 0 0 0,0-1 0 0 0,0-1 0 0 0,0 0 0 0 0,11 0 0 0 0,-7-2-435 0 0,0 0-1 0 0,0 0 1 0 0,-1-1-1 0 0,1-1 1 0 0,-1 0-1 0 0,15-7 0 0 0,4-4-1270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9:58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3 17967 0 0,'0'0'1387'0'0,"-1"-1"-896"0"0,-6-1-113 0 0,7 2-193 0 0,-1 0 0 0 0,1 0 0 0 0,-1 0 0 0 0,0 0 0 0 0,1 0 0 0 0,-1 0 0 0 0,1 1 1 0 0,-1-1-1 0 0,1 0 0 0 0,0 0 0 0 0,-1 0 0 0 0,1 1 0 0 0,-1-1 0 0 0,1 0 0 0 0,-1 0 0 0 0,1 1 0 0 0,-1-1 0 0 0,1 0 0 0 0,0 1 0 0 0,-1-1 0 0 0,1 0 0 0 0,0 1 0 0 0,-1-1 0 0 0,1 1 0 0 0,0-1 0 0 0,-1 1 0 0 0,-6 12 2261 0 0,7-12-2436 0 0,-5 9 505 0 0,2 0 0 0 0,-1 1 0 0 0,1-1 0 0 0,1 1 0 0 0,0-1 0 0 0,-1 19 0 0 0,2 66 571 0 0,1-90-1041 0 0,1 32 14 0 0,2-1 1 0 0,1 0-1 0 0,2 0 0 0 0,2-1 1 0 0,20 61-1 0 0,-25-87-175 0 0,1-1 1 0 0,0 0-1 0 0,0-1 1 0 0,1 1-1 0 0,0-1 0 0 0,0 0 1 0 0,0 0-1 0 0,1 0 1 0 0,13 11-1 0 0,-17-17-232 0 0,0 0 1 0 0,0 0-1 0 0,0 0 0 0 0,0 0 0 0 0,0 0 1 0 0,0 0-1 0 0,1-1 0 0 0,-1 1 0 0 0,0-1 1 0 0,0 1-1 0 0,1-1 0 0 0,2 0 0 0 0,-4 0-235 0 0,13 0-9133 0 0</inkml:trace>
  <inkml:trace contextRef="#ctx0" brushRef="#br0" timeOffset="1">300 327 22863 0 0,'0'0'2071'0'0,"2"0"-1591"0"0,15-3 370 0 0,0 0 0 0 0,-1 2 0 0 0,1 0 0 0 0,22 2 0 0 0,72 12-431 0 0,-5-1-1702 0 0,-21-9-4011 0 0,-57-3-3381 0 0</inkml:trace>
  <inkml:trace contextRef="#ctx0" brushRef="#br0" timeOffset="2">979 144 3679 0 0,'3'1'23280'0'0,"6"3"-22775"0"0,1 1 0 0 0,-1 0 0 0 0,0 0 0 0 0,-1 1-1 0 0,1 0 1 0 0,-1 0 0 0 0,-1 1 0 0 0,14 14 0 0 0,6 6-82 0 0,37 28-1 0 0,-53-46-356 0 0,23 17-58 0 0,2-2 1 0 0,64 33-1 0 0,-81-47-538 0 0,1 0 0 0 0,0-2 0 0 0,1 0 0 0 0,40 9-1 0 0,-51-16-20 0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9:58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412 1 24127 0 0,'-2'0'1108'0'0,"-2"1"-898"0"0,-1 1 0 0 0,1 0 0 0 0,0-1-1 0 0,-1 1 1 0 0,1 1 0 0 0,0-1 0 0 0,0 1 0 0 0,0-1-1 0 0,1 1 1 0 0,-1 0 0 0 0,-3 4 0 0 0,-37 41 2469 0 0,43-47-2631 0 0,-114 142 2052 0 0,8-6-1943 0 0,62-78-127 0 0,34-42-198 0 0,0 0 1 0 0,-11 24-1 0 0,21-39 159 0 0,1 0-267 0 0,13-2-5459 0 0,3-4 3050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9:59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18431 0 0,'0'0'3640'0'0,"2"2"-1821"0"0,29 28 2347 0 0,24 12-2323 0 0,-13-10-1144 0 0,6 6-254 0 0,129 111 274 0 0,-155-128-686 0 0,-2 1 0 0 0,0 1 0 0 0,-2 1-1 0 0,0 0 1 0 0,23 46 0 0 0,-31-50 15 0 0,-1 0 0 0 0,-1 1-1 0 0,8 31 1 0 0,-13-37-9 0 0,-1-1 0 0 0,0 1 1 0 0,-1 0-1 0 0,0 0 0 0 0,-1-1 0 0 0,-3 19 0 0 0,0-11-33 0 0,-1 1-1 0 0,-1-1 0 0 0,-1 0 1 0 0,-1-1-1 0 0,-1 1 0 0 0,0-1 1 0 0,-2-1-1 0 0,0 0 0 0 0,-2 0 1 0 0,0-1-1 0 0,-1 0 0 0 0,-28 31 1 0 0,23-35-1049 0 0,7-7-7361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9:59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44 18719 0 0,'0'-2'859'0'0,"-2"-3"-429"0"0,2 3-369 0 0,-1 0 0 0 0,0 0 1 0 0,0 0-1 0 0,0 0 0 0 0,0 1 0 0 0,0-1 1 0 0,-1 0-1 0 0,1 0 0 0 0,0 0 1 0 0,-1 1-1 0 0,-2-3 0 0 0,4 3 64 0 0,-1 0 1 0 0,0 0-1 0 0,0 0 0 0 0,1 0 0 0 0,-1 1 1 0 0,0-1-1 0 0,0 0 0 0 0,0 0 0 0 0,0 1 1 0 0,0-1-1 0 0,0 0 0 0 0,0 1 0 0 0,0-1 1 0 0,0 1-1 0 0,-1-1 0 0 0,1 1 0 0 0,0 0 1 0 0,0 0-1 0 0,0-1 0 0 0,0 1 0 0 0,-1 0 1 0 0,1 0-1 0 0,0 0 0 0 0,0 0 0 0 0,0 0 1 0 0,-1 0-1 0 0,1 1 0 0 0,0-1 0 0 0,0 0 1 0 0,0 1-1 0 0,0-1 0 0 0,0 0 0 0 0,-1 1 0 0 0,1 0 1 0 0,0-1-1 0 0,0 1 0 0 0,0 0 0 0 0,0-1 1 0 0,0 1-1 0 0,1 0 0 0 0,-1 0 0 0 0,0 0 1 0 0,0 0-1 0 0,0 0 0 0 0,0 1 0 0 0,-3 4 605 0 0,0-1-1 0 0,1 1 0 0 0,0 0 0 0 0,1 0 0 0 0,-1 0 0 0 0,1 0 1 0 0,-2 9-1 0 0,2-1-711 0 0,0 1-1 0 0,1-1 1 0 0,0 0 0 0 0,1 1 0 0 0,1-1 0 0 0,1 0 0 0 0,0 1 0 0 0,0-1 0 0 0,2 0 0 0 0,-1 0 0 0 0,2-1 0 0 0,0 1-1 0 0,8 14 1 0 0,-5-12 0 0 0,1 0 0 0 0,1 0 0 0 0,0-1 0 0 0,2 0 0 0 0,-1-1 0 0 0,2 0-1 0 0,0 0 1 0 0,0-2 0 0 0,27 20 0 0 0,-35-29-22 0 0,0 1 0 0 0,0-1 0 0 0,1 0 0 0 0,-1 0 0 0 0,1-1 0 0 0,0 0 1 0 0,0 0-1 0 0,0 0 0 0 0,0-1 0 0 0,0 0 0 0 0,0 0 0 0 0,0 0 0 0 0,0-1 0 0 0,1 0 0 0 0,-1 0 0 0 0,0 0 0 0 0,0-1 0 0 0,0 0 0 0 0,0 0 1 0 0,0-1-1 0 0,0 0 0 0 0,0 0 0 0 0,0 0 0 0 0,-1-1 0 0 0,1 0 0 0 0,-1 0 0 0 0,1 0 0 0 0,-1 0 0 0 0,0-1 0 0 0,-1 0 0 0 0,1 0 1 0 0,0 0-1 0 0,4-7 0 0 0,2-3-37 0 0,-1-1 1 0 0,0 0 0 0 0,-1 0-1 0 0,-1-1 1 0 0,0 0-1 0 0,-1-1 1 0 0,-1 1 0 0 0,6-26-1 0 0,-7 20-40 0 0,-1-1 0 0 0,-1 1 0 0 0,0-1 0 0 0,-2 0 0 0 0,-1 0 0 0 0,-3-26 0 0 0,2 44 89 0 0,0-1 0 0 0,0 0 0 0 0,-1 0 0 0 0,1 1-1 0 0,-1-1 1 0 0,-1 1 0 0 0,1-1 0 0 0,-1 1 0 0 0,0 0 0 0 0,-4-7 0 0 0,5 11 113 0 0,-8 5 143 0 0,8-3-242 0 0,0 1 0 0 0,0 0 0 0 0,0-1 0 0 0,0 1 1 0 0,1 0-1 0 0,-1 0 0 0 0,1 0 0 0 0,-1 0 0 0 0,1 1 0 0 0,0-1 0 0 0,0 0 0 0 0,0 0 0 0 0,-1 4 1 0 0,-7 33 126 0 0,6-25-142 0 0,2 0 0 0 0,0 1 0 0 0,0-1 0 0 0,1 1 0 0 0,1-1-1 0 0,1 1 1 0 0,0-1 0 0 0,1 0 0 0 0,0 1 0 0 0,9 21 0 0 0,-5-19 0 0 0,1 1 1 0 0,1-2-1 0 0,1 1 0 0 0,0-1 0 0 0,1 0 0 0 0,1-1 0 0 0,22 22 0 0 0,-25-26-1 0 0,-5-6-12 0 0,0-1 1 0 0,-1 0-1 0 0,1 0 0 0 0,1-1 1 0 0,-1 1-1 0 0,5 2 1 0 0,-4-3-225 0 0,-1-1 1 0 0,1 1-1 0 0,-1-1 1 0 0,1-1 0 0 0,0 1-1 0 0,0-1 1 0 0,-1 1-1 0 0,1-1 1 0 0,0-1 0 0 0,0 1-1 0 0,0-1 1 0 0,0 0-1 0 0,0 0 1 0 0,0 0-1 0 0,7-2 1 0 0,4-1-1291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9:59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201 184 16127 0 0,'0'0'1242'0'0,"2"-3"-812"0"0,24-40 2859 0 0,-19 30-185 0 0,-6 11-2651 0 0,0 0-1 0 0,0 0 0 0 0,0 0 0 0 0,-1-1 1 0 0,1 1-1 0 0,-1 0 0 0 0,1 0 0 0 0,-1-1 1 0 0,0-3-1 0 0,0-1 196 0 0,-1 0 1 0 0,0 0-1 0 0,-2-10 0 0 0,2 14-578 0 0,1 1 0 0 0,-1-1 0 0 0,0 1 0 0 0,0 0 0 0 0,0 0 0 0 0,0-1 0 0 0,0 1 0 0 0,-1 0-1 0 0,1 0 1 0 0,0 0 0 0 0,-1 0 0 0 0,0 1 0 0 0,1-1 0 0 0,-3-2 0 0 0,-2 1-44 0 0,1-1 0 0 0,-1 1 0 0 0,1 0 1 0 0,-1 1-1 0 0,0-1 0 0 0,-6-1 0 0 0,7 3-19 0 0,0 0-1 0 0,0 0 1 0 0,0 0-1 0 0,0 1 0 0 0,0-1 1 0 0,0 1-1 0 0,0 0 0 0 0,0 1 1 0 0,0-1-1 0 0,0 1 1 0 0,0 0-1 0 0,0 1 0 0 0,0-1 1 0 0,1 1-1 0 0,-1 0 1 0 0,0 0-1 0 0,1 0 0 0 0,-6 4 1 0 0,5-3 0 0 0,-1 1 1 0 0,1 0-1 0 0,0 0 1 0 0,0 1-1 0 0,1-1 1 0 0,-1 1-1 0 0,1 0 1 0 0,0 1-1 0 0,0-1 1 0 0,1 1-1 0 0,0-1 1 0 0,0 1-1 0 0,-4 10 1 0 0,4-7-8 0 0,1 1 0 0 0,0 0 0 0 0,1 0 0 0 0,0 0 0 0 0,1 0 0 0 0,0 0 0 0 0,0 0 0 0 0,3 17 0 0 0,3 4 0 0 0,14 42 0 0 0,-11-44 0 0 0,18 62 0 0 0,17 102 0 0 0,-40-164 0 0 0,-4-16 0 0 0,0-3-61 0 0,0-10 7 0 0,0 1-1 0 0,0-1 1 0 0,0 1 0 0 0,0-1 0 0 0,0 1 0 0 0,0-1 0 0 0,0 1 0 0 0,-1-1 0 0 0,1 1 0 0 0,0-1 0 0 0,0 1 0 0 0,0-1-1 0 0,-1 1 1 0 0,1-1 0 0 0,0 1 0 0 0,0-1 0 0 0,-1 1 0 0 0,1-1 0 0 0,0 0 0 0 0,-1 1 0 0 0,1-1 0 0 0,-1 0-1 0 0,1 1 1 0 0,0-1 0 0 0,-1 0 0 0 0,1 0 0 0 0,-1 1 0 0 0,1-1 0 0 0,-1 0 0 0 0,1 0 0 0 0,-1 0 0 0 0,1 1-1 0 0,-1-1 1 0 0,1 0 0 0 0,-1 0 0 0 0,1 0 0 0 0,-1 0 0 0 0,1 0 0 0 0,-1 0 0 0 0,1 0 0 0 0,-1 0 0 0 0,1 0 0 0 0,-1-1-1 0 0,1 1 1 0 0,-1 0 0 0 0,0 0 0 0 0,-2-1-741 0 0,-1 0 0 0 0,1 0-1 0 0,0-1 1 0 0,0 1-1 0 0,-5-4 1 0 0,-5-4-8557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0:00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9671 0 0,'0'0'875'0'0,"2"-1"-719"0"0,20-8 2815 0 0,-11 4 2183 0 0,0 2-1 0 0,23-5 1 0 0,-13 5-3757 0 0,111-12 813 0 0,-75 8-2204 0 0,95-2 1 0 0,-110 9-157 0 0,-18 0-627 0 0,0 1 1 0 0,32 5-1 0 0,-39-3-402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6:06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703 433 10591 0 0,'4'-5'89'0'0,"-1"-1"0"0"0,1 1-1 0 0,0 0 1 0 0,0 0-1 0 0,1 0 1 0 0,-1 0 0 0 0,1 1-1 0 0,0-1 1 0 0,0 1-1 0 0,1 0 1 0 0,-1 1 0 0 0,10-5-1 0 0,25-6-258 0 0,0 2-1 0 0,83-13 1 0 0,-107 22 137 0 0,321-52-164 0 0,682-99 2734 0 0,-497 98-2125 0 0,-380 49-378 0 0,-8 0-4 0 0,-129 6-23 0 0,0 1 0 0 0,0-1-1 0 0,0 0 1 0 0,0 0 0 0 0,0 0-1 0 0,0-1 1 0 0,5-2 0 0 0,-9 4-6 0 0,-1-1 0 0 0,1 1 0 0 0,-1 0 1 0 0,0 0-1 0 0,1-1 0 0 0,-1 1 1 0 0,1 0-1 0 0,-1 0 0 0 0,0-1 0 0 0,1 1 1 0 0,-1 0-1 0 0,0-1 0 0 0,0 1 0 0 0,1 0 1 0 0,-1-1-1 0 0,0 1 0 0 0,0-1 0 0 0,1 1 1 0 0,-1 0-1 0 0,0-2 0 0 0,0 2 4 0 0,0-1 0 0 0,-1 1-1 0 0,1-1 1 0 0,-1 1-1 0 0,1 0 1 0 0,0-1 0 0 0,-1 1-1 0 0,1-1 1 0 0,-1 1-1 0 0,1 0 1 0 0,-1 0 0 0 0,1-1-1 0 0,-1 1 1 0 0,1 0 0 0 0,-1 0-1 0 0,1-1 1 0 0,-1 1-1 0 0,0 0 1 0 0,1 0 0 0 0,-2 0-1 0 0,-16-3 62 0 0,16 2-53 0 0,-42-3 57 0 0,0 1-1 0 0,-59 5 1 0 0,-91 16-100 0 0,81-6 43 0 0,-112 9 41 0 0,-382 32-436 0 0,-361 29-1323 0 0,757-68 1508 0 0,-111 11-58 0 0,-3 10 159 0 0,315-33 146 0 0,17-2-42 0 0,16 1-26 0 0,313-26 217 0 0,-193 12 87 0 0,-1 2 101 0 0,1033-79 1193 0 0,-731 69-1215 0 0,-52 2-153 0 0,36 3-70 0 0,-183 8-48 0 0,59 0-42 0 0,-278 8 26 0 0,43-5-1 0 0,-82 3 62 0 0,4 0-114 0 0,-28-2-129 0 0,0 2 1 0 0,0 2-1 0 0,-73 8 1 0 0,67-4-450 0 0,-48 4-3016 0 0,-7 0-1174 0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6:09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34 15663 0 0,'-9'-8'369'0'0,"5"4"-171"0"0,1 1-1 0 0,-1 0 1 0 0,0 0-1 0 0,0 1 1 0 0,0-1 0 0 0,-1 1-1 0 0,-7-4 1 0 0,9 16 2868 0 0,3-2-2251 0 0,1 1 0 0 0,0-1-1 0 0,0 1 1 0 0,3 10 0 0 0,2 14-529 0 0,3 39 651 0 0,37 132-1 0 0,3-41-673 0 0,-29-95-357 0 0,-11-41-94 0 0,-2 0 0 0 0,0 0 1 0 0,4 48-1 0 0,-11-74 90 0 0,0 0 1 0 0,1 0-1 0 0,-1 0 0 0 0,0-1 1 0 0,0 1-1 0 0,0 0 0 0 0,0 0 1 0 0,-1 0-1 0 0,1 0 1 0 0,0 0-1 0 0,0 0 0 0 0,-1 0 1 0 0,1 0-1 0 0,0 0 0 0 0,-1-1 1 0 0,1 1-1 0 0,-1 0 1 0 0,1 0-1 0 0,-1 0 0 0 0,1-1 1 0 0,-1 1-1 0 0,0 0 0 0 0,1-1 1 0 0,-1 1-1 0 0,0 0 1 0 0,1-1-1 0 0,-1 1 0 0 0,0-1 1 0 0,0 1-1 0 0,0-1 0 0 0,1 0 1 0 0,-1 1-1 0 0,0-1 1 0 0,0 0-1 0 0,0 1 0 0 0,0-1 1 0 0,0 0-1 0 0,0 0 0 0 0,0 0 1 0 0,-1 0-1 0 0,-14-3-1587 0 0,-3-4-46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6:09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20 203 15199 0 0,'-3'-4'275'0'0,"0"0"0"0"0,1 0 0 0 0,-1 0 0 0 0,1-1 0 0 0,0 0 0 0 0,-2-6 0 0 0,4 9-141 0 0,0 0-1 0 0,-1 0 1 0 0,1 1-1 0 0,0-1 0 0 0,0 0 1 0 0,1 0-1 0 0,-1 1 1 0 0,0-1-1 0 0,0 0 0 0 0,1 0 1 0 0,-1 1-1 0 0,1-1 1 0 0,0 0-1 0 0,-1 1 0 0 0,1-1 1 0 0,0 1-1 0 0,0-1 1 0 0,0 1-1 0 0,0-1 0 0 0,0 1 1 0 0,0 0-1 0 0,2-2 1 0 0,3-2 102 0 0,1 0 0 0 0,-1 0 0 0 0,1 0 0 0 0,0 1 0 0 0,0 0 0 0 0,0 1 0 0 0,1-1 0 0 0,12-3 0 0 0,68-13 433 0 0,-74 17-368 0 0,104-19 697 0 0,167-9 0 0 0,-278 31-996 0 0,472-9 249 0 0,-386 13-203 0 0,-1 4 0 0 0,-1 3-1 0 0,107 29 1 0 0,-177-35-33 0 0,0 2-1 0 0,0 0 1 0 0,-1 1-1 0 0,0 1 1 0 0,0 1-1 0 0,32 22 1 0 0,-46-28-6 0 0,0 1 0 0 0,0 0 0 0 0,-1 1 1 0 0,0-1-1 0 0,0 1 0 0 0,0 0 0 0 0,-1 0 0 0 0,0 1 0 0 0,6 12 1 0 0,-8-13-4 0 0,0 0 0 0 0,0 0 0 0 0,-1 0 1 0 0,1 1-1 0 0,-2-1 0 0 0,1 0 1 0 0,-1 0-1 0 0,0 0 0 0 0,0 1 0 0 0,0-1 1 0 0,-1 0-1 0 0,0 0 0 0 0,-3 10 0 0 0,-2 1 85 0 0,0-1-1 0 0,-1 1 0 0 0,-1-1 0 0 0,-1-1 0 0 0,0 1 0 0 0,-1-2 0 0 0,0 1 0 0 0,-13 13 0 0 0,-7 3 218 0 0,-1-1-1 0 0,-40 31 1 0 0,-10-1-158 0 0,-2-5 0 0 0,-2-3 1 0 0,-161 71-1 0 0,172-93-440 0 0,0-3-1 0 0,-2-4 1 0 0,-99 18 0 0 0,162-38-99 0 0,0-1 1 0 0,-1 0-1 0 0,1-1 1 0 0,-1-1 0 0 0,0 0-1 0 0,1-1 1 0 0,-1 0-1 0 0,-14-4 1 0 0,16-2-951 0 0,8-3-33 0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6:10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1 807 19807 0 0,'0'2'1526'0'0,"0"14"-995"0"0,0 0 1 0 0,2 1 0 0 0,0-1 0 0 0,1 0 0 0 0,1-1 0 0 0,0 1 0 0 0,10 23 0 0 0,-13-37-888 0 0,2-1-161 0 0,0 1 217 0 0,1-1-1 0 0,0 1 1 0 0,1-1 0 0 0,-1 0-1 0 0,0-1 1 0 0,0 1 0 0 0,0-1-1 0 0,1 0 1 0 0,-1 0 0 0 0,0 0-1 0 0,0 0 1 0 0,0-1 0 0 0,1 1-1 0 0,6-4 1 0 0,15-5-1519 0 0</inkml:trace>
  <inkml:trace contextRef="#ctx0" brushRef="#br0" timeOffset="1">1053 1 10591 0 0,'-2'0'819'0'0,"-7"0"-607"0"0,-7 3 7081 0 0,7 13-4133 0 0,0 1 0 0 0,-6 18 0 0 0,9-20-3137 0 0,2 1 0 0 0,-1-1-1 0 0,2 1 1 0 0,0 1 0 0 0,1-1-1 0 0,1 0 1 0 0,0 1-1 0 0,4 30 1 0 0,-1-26-658 0 0,1-1-1 0 0,2-1 1 0 0,0 1-1 0 0,1 0 1 0 0,0-1-1 0 0,2 0 1 0 0,16 30-1 0 0,-11-30-808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6:10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20847 0 0,'0'0'2284'0'0,"2"0"-1956"0"0,2 2-207 0 0,0 0-1 0 0,0-1 1 0 0,0 2 0 0 0,0-1-1 0 0,0 0 1 0 0,0 1 0 0 0,-1 0-1 0 0,0-1 1 0 0,1 1-1 0 0,-1 1 1 0 0,0-1 0 0 0,0 0-1 0 0,-1 1 1 0 0,5 6 0 0 0,2 6 347 0 0,0 2 0 0 0,7 19 0 0 0,-7-15-117 0 0,152 431 1436 0 0,-91-189-1704 0 0,-63-228-471 0 0,-7-20-2131 0 0,-14-18-5501 0 0,-3-5 268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6:11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2 167 18431 0 0,'0'0'1415'0'0,"0"-1"-914"0"0,0 0-480 0 0,-1 1 0 0 0,1 0 1 0 0,0-1-1 0 0,0 1 0 0 0,0 0 0 0 0,0-1 0 0 0,0 1 0 0 0,-1 0 0 0 0,1-1 0 0 0,0 1 0 0 0,0-1 1 0 0,0 1-1 0 0,0 0 0 0 0,0-1 0 0 0,0 1 0 0 0,0 0 0 0 0,0-1 0 0 0,1 1 0 0 0,-1 0 0 0 0,0-1 1 0 0,0 1-1 0 0,0 0 0 0 0,0-1 0 0 0,0 1 0 0 0,0 0 0 0 0,1-1 0 0 0,-1 1 0 0 0,0 0 0 0 0,0-1 1 0 0,1 1-1 0 0,-1 0 0 0 0,0 0 0 0 0,0-1 0 0 0,1 1 0 0 0,-1 0 0 0 0,0 0 0 0 0,1 0 0 0 0,-1-1 1 0 0,0 1-1 0 0,1 0 0 0 0,-1 0 0 0 0,0 0 0 0 0,1 0 0 0 0,0-1 132 0 0,14-7 463 0 0,0 1 1 0 0,1 0 0 0 0,0 1-1 0 0,0 1 1 0 0,18-4 0 0 0,0-1-576 0 0,59-16 825 0 0,0 4 1 0 0,184-19 0 0 0,4 30-567 0 0,-220 13-227 0 0,-1 2-1 0 0,98 20 0 0 0,-137-19-124 0 0,0 0-1 0 0,-1 2 1 0 0,0 1-1 0 0,0 0 1 0 0,-1 1 0 0 0,0 1-1 0 0,-1 1 1 0 0,0 1-1 0 0,17 14 1 0 0,-25-18 18 0 0,-1 1 1 0 0,0 0-1 0 0,-1 0 0 0 0,0 1 1 0 0,0 0-1 0 0,-1 0 1 0 0,0 1-1 0 0,-1 0 0 0 0,0 0 1 0 0,-1 0-1 0 0,0 1 0 0 0,-1 0 1 0 0,0 0-1 0 0,-1 0 0 0 0,0 1 1 0 0,1 18-1 0 0,-3-19 33 0 0,-1 0-1 0 0,-1 0 1 0 0,0-1 0 0 0,0 1 0 0 0,-1-1-1 0 0,-1 1 1 0 0,0-1 0 0 0,0 1-1 0 0,-6 11 1 0 0,1-7 49 0 0,-1 0-1 0 0,0-1 1 0 0,0 0 0 0 0,-2 0 0 0 0,-17 18-1 0 0,2-6 61 0 0,-1-2 0 0 0,-2-1 0 0 0,0-2-1 0 0,-1 0 1 0 0,-37 19 0 0 0,27-18-20 0 0,-1-2 0 0 0,-1-2 0 0 0,-74 25 0 0 0,-98 3-661 0 0,182-42-344 0 0,0-2-1 0 0,-1-1 1 0 0,1-2 0 0 0,-55-6-1 0 0,56 1-1002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6:11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3 876 21191 0 0,'-3'9'1888'0'0,"3"6"-1512"0"0,3 3-304 0 0,1 0-72 0 0,0-2 600 0 0,1 0 104 0 0,0 0 16 0 0,2-1 8 0 0,-2-1-728 0 0,-1-1 0 0 0,1-1-144 0 0,3-1 16 0 0,5-8-2616 0 0,2-3 1208 0 0,-4-3-7312 0 0</inkml:trace>
  <inkml:trace contextRef="#ctx0" brushRef="#br0" timeOffset="1">785 213 22087 0 0,'2'-6'232'0'0,"0"1"0"0"0,1 0 0 0 0,0 0 0 0 0,0 0 0 0 0,0 0 0 0 0,1 0 0 0 0,-1 1 0 0 0,1 0 0 0 0,0 0 0 0 0,9-7 0 0 0,4-2-373 0 0,30-17-1 0 0,-27 18 398 0 0,134-72 1395 0 0,-149 82-1536 0 0,1-1 0 0 0,-1 1 0 0 0,1 0 0 0 0,0 1 0 0 0,-1 0 0 0 0,1-1 0 0 0,0 2 0 0 0,0-1 0 0 0,0 1 0 0 0,6 0 0 0 0,-10 0-80 0 0,0 0-1 0 0,0 0 1 0 0,0 1 0 0 0,0-1 0 0 0,0 1-1 0 0,0-1 1 0 0,0 1 0 0 0,0 0 0 0 0,0 0 0 0 0,0 0-1 0 0,0 0 1 0 0,0 0 0 0 0,-1 0 0 0 0,1 0-1 0 0,0 1 1 0 0,-1-1 0 0 0,1 0 0 0 0,-1 1-1 0 0,0-1 1 0 0,1 1 0 0 0,-1 0 0 0 0,0 0 0 0 0,0-1-1 0 0,0 1 1 0 0,0 0 0 0 0,0 0 0 0 0,-1 0-1 0 0,1 0 1 0 0,0 0 0 0 0,-1 0 0 0 0,1 3-1 0 0,0 5 44 0 0,-1-1-1 0 0,0 1 1 0 0,-1-1-1 0 0,1 1 1 0 0,-2-1-1 0 0,0 1 1 0 0,0-1-1 0 0,-4 11 1 0 0,-31 72 334 0 0,33-83-371 0 0,-93 169 537 0 0,7-12-105 0 0,43-53-225 0 0,45-110-225 0 0,1-2-17 0 0,1-1-1 0 0,0 1 0 0 0,-1 0 0 0 0,1 0 0 0 0,0 0 1 0 0,-1-1-1 0 0,1 1 0 0 0,0 0 0 0 0,0 0 1 0 0,0 0-1 0 0,0-1 0 0 0,0 1 0 0 0,0 0 1 0 0,0 0-1 0 0,0 0 0 0 0,0 0 0 0 0,0-1 0 0 0,0 1 1 0 0,0 0-1 0 0,1 0 0 0 0,-1 1 0 0 0,1-1 5 0 0,-1 1 0 0 0,0-1-1 0 0,1 1 1 0 0,-1-1-1 0 0,1 1 1 0 0,0-1-1 0 0,-1 0 1 0 0,1 1 0 0 0,0-1-1 0 0,0 0 1 0 0,0 0-1 0 0,0 1 1 0 0,0-1 0 0 0,0 0-1 0 0,0 0 1 0 0,0 0-1 0 0,0 0 1 0 0,0-1 0 0 0,1 1-1 0 0,-1 0 1 0 0,0 0-1 0 0,1-1 1 0 0,-1 1-1 0 0,1-1 1 0 0,-1 1 0 0 0,0-1-1 0 0,1 1 1 0 0,-1-1-1 0 0,1 0 1 0 0,-1 0 0 0 0,1 0-1 0 0,-1 0 1 0 0,1 0-1 0 0,1 0 1 0 0,5-1 14 0 0,1 0 0 0 0,-1 0-1 0 0,0-1 1 0 0,15-5 0 0 0,180-77 124 0 0,-42 15-47 0 0,-82 40-341 0 0,1 2-1 0 0,148-27 1 0 0,-215 52-339 0 0,0 1-1 0 0,1 0 1 0 0,-1 0 0 0 0,0 2-1 0 0,0-1 1 0 0,0 2 0 0 0,23 5-1 0 0,-17-1-1085 0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8:50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21 194 23119 0 0,'-11'-10'1338'0'0,"1"1"1997"0"0,14 18-1864 0 0,21 31-209 0 0,40 88-1 0 0,-40-75-1001 0 0,-12-25-147 0 0,80 152 391 0 0,-78-155-483 0 0,35 57 37 0 0,-40-69-52 0 0,0 0 1 0 0,0-1-1 0 0,24 21 0 0 0,-24-28-6 0 0,-9-5 0 0 0,1-1 0 0 0,-1 1 0 0 0,1-1 0 0 0,-1 1 0 0 0,0-1 0 0 0,1 0 0 0 0,-1 0 0 0 0,0 0 0 0 0,1 0 0 0 0,-1 0 0 0 0,0 0 0 0 0,0 0 0 0 0,0 0 0 0 0,0 0 0 0 0,0-1 0 0 0,0 1 0 0 0,0 0 0 0 0,1-3 0 0 0,14-28 0 0 0,-7 5 0 0 0,-2-1 0 0 0,8-43 0 0 0,-7 26 0 0 0,5-15 0 0 0,30-164 0 0 0,-15-2 0 0 0,-25 206-363 0 0,-1 12-716 0 0,-1 0 0 0 0,-1 0-1 0 0,1-10 1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8:52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67 11975 0 0,'-10'5'297'0'0,"7"-3"-172"0"0,-1-1 1 0 0,1 1-1 0 0,-1-1 1 0 0,1 0-1 0 0,-1 0 1 0 0,1 0-1 0 0,-1-1 1 0 0,-18 1 17073 0 0,25-2-16490 0 0,23-8-251 0 0,1 2 0 0 0,28-5 0 0 0,-21 5-353 0 0,64-9-542 0 0,186-9-1 0 0,-262 24-2106 0 0,0-2-8013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8:53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6 354 7831 0 0,'1'-8'223'0'0,"-1"-1"-1"0"0,-1 1 0 0 0,-1-14 0 0 0,0 13 1639 0 0,1-1 0 0 0,0-15 0 0 0,3 15 51 0 0,-1-4 9093 0 0,11 18-9195 0 0,-7-2-1613 0 0,0 1 0 0 0,-1 0 0 0 0,1 1 1 0 0,0-1-1 0 0,-1 1 0 0 0,0 0 0 0 0,0 0 1 0 0,0 0-1 0 0,0 0 0 0 0,-1 1 0 0 0,1 0 0 0 0,3 7 1 0 0,4 9-45 0 0,14 38 0 0 0,-17-39 50 0 0,20 51-111 0 0,47 112 268 0 0,-51-131-254 0 0,43 69 0 0 0,-63-114-106 0 0,0-1 0 0 0,1 0 0 0 0,-1 0 0 0 0,1 0 0 0 0,0 0 0 0 0,1-1 0 0 0,-1 0 0 0 0,1 0 0 0 0,0 0 0 0 0,9 5 0 0 0,-5-7 0 0 0,1-4 0 0 0,-9 1 0 0 0,0-1 0 0 0,1 1 0 0 0,-1-1 0 0 0,0 0 0 0 0,0 0 0 0 0,0 0 0 0 0,0-1 0 0 0,-1 1 0 0 0,1 0 0 0 0,0-1 0 0 0,0 1 0 0 0,-1-1 0 0 0,1 1 0 0 0,-1-1 0 0 0,1 0 0 0 0,-1 0 0 0 0,0 1 0 0 0,0-1 0 0 0,0 0 0 0 0,0 0 0 0 0,2-4 0 0 0,0-4 0 0 0,-1 0 0 0 0,1 0 0 0 0,0-18 0 0 0,2-2 0 0 0,1 3 0 0 0,58-271 0 0 0,-18-2 0 0 0,-46 291-13 0 0,4-17-362 0 0,-3-1 0 0 0,0 1 1 0 0,-3-32-1 0 0,2 56-500 0 0,-5 18-9158 0 0,0 3 1253 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8:53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293 126 16127 0 0,'0'-8'1672'0'0,"-1"-4"-299"0"0,-1-1 1 0 0,-5-19-1 0 0,6 29-884 0 0,0-1 0 0 0,0 1 0 0 0,0 0 0 0 0,-1-1 0 0 0,0 1 0 0 0,0 0 0 0 0,0 0 0 0 0,0 0 0 0 0,0 0 0 0 0,0 0 1 0 0,-1 1-1 0 0,0-1 0 0 0,-4-3 0 0 0,3 4-381 0 0,0 0 0 0 0,0 0 1 0 0,-1 0-1 0 0,1 1 1 0 0,-1-1-1 0 0,0 1 0 0 0,1 0 1 0 0,-1 0-1 0 0,0 1 0 0 0,0-1 1 0 0,1 1-1 0 0,-1 0 0 0 0,0 0 1 0 0,0 1-1 0 0,1-1 1 0 0,-1 1-1 0 0,0 0 0 0 0,-7 3 1 0 0,1 0-57 0 0,-1 0 0 0 0,1 1 1 0 0,-1 1-1 0 0,1 0 0 0 0,1 0 1 0 0,-12 9-1 0 0,15-10-22 0 0,1 1 0 0 0,0-1 0 0 0,0 1 0 0 0,1 0 0 0 0,-1 1 0 0 0,1-1 0 0 0,-5 10 0 0 0,7-11-24 0 0,1-1 0 0 0,0 1-1 0 0,0 0 1 0 0,0 0 0 0 0,1 1-1 0 0,-1-1 1 0 0,1 0 0 0 0,1 1 0 0 0,-1-1-1 0 0,1 0 1 0 0,0 1 0 0 0,0 5 0 0 0,5 18 34 0 0,1-1 1 0 0,1 0-1 0 0,1-1 1 0 0,17 36-1 0 0,8 32 35 0 0,22 58-1987 0 0,-54-151 1116 0 0,1 4-2479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8:53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28 14743 0 0,'-16'2'14315'0'0,"73"5"-12134"0"0,8-10-1816 0 0,74-13 0 0 0,-88 8-1407 0 0,0 2 0 0 0,0 3 0 0 0,59 3-1 0 0,-83 3-622 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8:54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134 218 3223 0 0,'-10'1'210'0'0,"1"0"0"0"0,0-1 1 0 0,-1 0-1 0 0,1-1 0 0 0,0 0 0 0 0,-16-3 0 0 0,-1-3 5322 0 0,0-2 15854 0 0,28 8-21039 0 0,4-3-247 0 0,0 1 0 0 0,0 0 0 0 0,1 1 0 0 0,-1 0 0 0 0,0 0 0 0 0,1 0 0 0 0,8-1 0 0 0,53-4-164 0 0,-47 5 104 0 0,277-29-22 0 0,-49 4-4 0 0,-38 6-14 0 0,151-13 0 0 0,-255 25 0 0 0,371-25 0 0 0,1 23 0 0 0,-221 18-241 0 0,-256-7 106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6:14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74 126 13503 0 0,'-15'-16'728'0'0,"12"13"-641"0"0,-1 0 0 0 0,1 0 0 0 0,0-1 0 0 0,0 1 0 0 0,0-1 0 0 0,1 0 0 0 0,-1 0 0 0 0,-3-7 0 0 0,6 10-59 0 0,1 0 0 0 0,-1 0 1 0 0,0 1-1 0 0,1-1 0 0 0,-1 1 0 0 0,1-1 0 0 0,-1 0 1 0 0,1 1-1 0 0,-1-1 0 0 0,1 1 0 0 0,-1-1 1 0 0,1 1-1 0 0,0-1 0 0 0,-1 1 0 0 0,1-1 0 0 0,1 1 1 0 0,-1-1 30 0 0,6-3 103 0 0,1-1-1 0 0,-1 2 1 0 0,1-1 0 0 0,0 1 0 0 0,15-4 0 0 0,45-6 577 0 0,-59 11-651 0 0,56-6 527 0 0,69-2-1 0 0,68 10 17 0 0,-106 0-520 0 0,-29 2-68 0 0,72 10-1 0 0,-126-10-74 0 0,-11-1-137 0 0,-16 3-838 0 0,-15 2 737 0 0,0-1 0 0 0,0-1 0 0 0,-54-2 1 0 0,41-1 148 0 0,-310 11-159 0 0,290-12 280 0 0,-166 8 0 0 0,220-8 15 0 0,-10 2 88 0 0,18-2-102 0 0,0 0 0 0 0,0 0 0 0 0,0 0 0 0 0,0 0 0 0 0,0 0 0 0 0,0 0 0 0 0,0 0 0 0 0,0 0 0 0 0,0 0 0 0 0,0 0 0 0 0,0 0 0 0 0,0 0 0 0 0,0 0 0 0 0,0 0 1 0 0,-1 0-1 0 0,1 0 0 0 0,0 0 0 0 0,0 1 0 0 0,0-1 0 0 0,0 0 0 0 0,0 0 0 0 0,0 0 0 0 0,0 0 0 0 0,0 0 0 0 0,0 0 0 0 0,0 0 0 0 0,0 0 0 0 0,0 0 0 0 0,0 0 0 0 0,0 0 0 0 0,0 0 0 0 0,0 0 0 0 0,0 0 0 0 0,0 0 0 0 0,0 1 0 0 0,0-1 0 0 0,0 0 0 0 0,0 0 0 0 0,0 0 0 0 0,0 0 0 0 0,0 0 0 0 0,0 0 0 0 0,0 0 0 0 0,0 0 0 0 0,0 0 0 0 0,0 0 0 0 0,0 0 0 0 0,0 0 0 0 0,0 0 0 0 0,0 0 0 0 0,0 0 0 0 0,0 1 0 0 0,0-1 0 0 0,0 0 0 0 0,0 0 0 0 0,1 0 0 0 0,8 4 39 0 0,4 1 3 0 0,0-2 0 0 0,1 0 0 0 0,0-1-1 0 0,21 2 1 0 0,-2-1 15 0 0,397 49-1042 0 0,-366-46 40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8:54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1 174 13823 0 0,'0'-2'13104'0'0,"18"35"-11144"0"0,16 38 0 0 0,3 7-1264 0 0,-1-10-320 0 0,4-2 0 0 0,75 96 0 0 0,-91-129-333 0 0,-17-22-34 0 0,1 0 0 0 0,1-1 0 0 0,0 0-1 0 0,0 0 1 0 0,16 12 0 0 0,-17-17-9 0 0,1-2 0 0 0,3-7 0 0 0,-10 3 0 0 0,0-1 0 0 0,1 0 0 0 0,-1-1 0 0 0,0 1 0 0 0,0 0 0 0 0,-1-1 0 0 0,1 1 0 0 0,0-1 0 0 0,-1 1 0 0 0,1-1 0 0 0,-1 0 0 0 0,0 1 0 0 0,1-5 0 0 0,2-6 0 0 0,3-23 0 0 0,-4 18 0 0 0,28-212 0 0 0,-18-3 0 0 0,-8 130 0 0 0,-5 15-1409 0 0,0 86 761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8:55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367 24 4143 0 0,'-2'-1'191'0'0,"-20"-7"287"0"0,14 4-320 0 0,0 1 0 0 0,-1 1 0 0 0,-8-2 0 0 0,13 3 1401 0 0,-1 0-1 0 0,1 1 1 0 0,-1 0 0 0 0,0 0 0 0 0,-4 1 0 0 0,-29 8 8775 0 0,2 7-5830 0 0,24-10-4256 0 0,1 1-1 0 0,0 1 0 0 0,0-1 1 0 0,1 2-1 0 0,0-1 1 0 0,-16 20-1 0 0,20-20-210 0 0,1-1 0 0 0,0 1 0 0 0,1 0 0 0 0,0 0 0 0 0,0 1 1 0 0,1-1-1 0 0,0 1 0 0 0,0 0 0 0 0,1-1 0 0 0,-2 19 0 0 0,3-26-50 0 0,1 1-1 0 0,0-1 1 0 0,0 1 0 0 0,0-1 0 0 0,0 0-1 0 0,0 1 1 0 0,0-1 0 0 0,0 0-1 0 0,0 1 1 0 0,0-1 0 0 0,0 0-1 0 0,1 1 1 0 0,-1-1 0 0 0,1 0-1 0 0,-1 0 1 0 0,1 1 0 0 0,0-1 0 0 0,-1 0-1 0 0,1 0 1 0 0,0 0 0 0 0,0 0-1 0 0,0 0 1 0 0,-1 0 0 0 0,1 0-1 0 0,0 0 1 0 0,0 0 0 0 0,1 0 0 0 0,-1 0-1 0 0,0-1 1 0 0,0 1 0 0 0,0 0-1 0 0,0-1 1 0 0,1 1 0 0 0,-1-1-1 0 0,0 0 1 0 0,1 1 0 0 0,-1-1 0 0 0,0 0-1 0 0,1 0 1 0 0,-1 1 0 0 0,0-1-1 0 0,2 0 1 0 0,3-1-78 0 0,0 1 0 0 0,1-1 0 0 0,-1 0 1 0 0,0-1-1 0 0,0 0 0 0 0,9-3 0 0 0,-5-1 47 0 0,1 0-1 0 0,-2-1 1 0 0,1 1-1 0 0,-1-2 1 0 0,0 0-1 0 0,0 0 1 0 0,-1 0-1 0 0,10-14 1 0 0,-9 12 44 0 0,-4 2 20 0 0,-4 6 1383 0 0,-2 5-1322 0 0,0 0-66 0 0,-1 1 1 0 0,1 0-1 0 0,0 0 1 0 0,0 0-1 0 0,0 0 0 0 0,1 0 1 0 0,-1 0-1 0 0,1 0 0 0 0,0 7 1 0 0,2-2 5 0 0,-1 0 1 0 0,1 0-1 0 0,6 14 1 0 0,3 5-9 0 0,2-2 0 0 0,1 0-1 0 0,1 0 1 0 0,28 35 0 0 0,8 14-13 0 0,-37-53 2 0 0,3 4-9 0 0,-1 1 0 0 0,16 38 0 0 0,-29-58-10 0 0,0 0-1 0 0,0 1 1 0 0,-1-1-1 0 0,0 1 1 0 0,-1 0-1 0 0,1 0 1 0 0,-2-1-1 0 0,1 1 1 0 0,-1 0-1 0 0,0 0 1 0 0,-1 0-1 0 0,0 0 1 0 0,0 0-1 0 0,-3 11 1 0 0,2-14 16 0 0,-1 0-1 0 0,1-1 1 0 0,-1 1 0 0 0,0-1 0 0 0,0 1 0 0 0,0-1 0 0 0,0 0-1 0 0,-1 0 1 0 0,0 0 0 0 0,0-1 0 0 0,0 1 0 0 0,0-1 0 0 0,0 0-1 0 0,-1 0 1 0 0,1 0 0 0 0,-1-1 0 0 0,0 0 0 0 0,0 0 0 0 0,0 0 0 0 0,-8 2-1 0 0,-2-1 5 0 0,0 0-1 0 0,0-1 1 0 0,0 0-1 0 0,0-1 1 0 0,0-1 0 0 0,-16-2-1 0 0,7 0-677 0 0,0 0 0 0 0,1-2 0 0 0,-1-1 0 0 0,-40-14 0 0 0,57 16 253 0 0,-1 0-1 0 0,0 0 1 0 0,1-1-1 0 0,0-1 0 0 0,0 1 1 0 0,0-1-1 0 0,1 0 1 0 0,0 0-1 0 0,0-1 1 0 0,0 0-1 0 0,0 0 0 0 0,1 0 1 0 0,0-1-1 0 0,1 0 1 0 0,-1 0-1 0 0,1 0 0 0 0,-5-12 1 0 0,-3-17-8501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8:55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1 109 25887 0 0,'0'0'2345'0'0,"2"0"-1929"0"0,192-43 3079 0 0,4-1-5635 0 0,-162 34 891 0 0,2-1-50 0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8:56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54 15663 0 0,'0'0'1207'0'0,"-2"0"-788"0"0,-5 3 5130 0 0,5 0-4808 0 0,0 0 0 0 0,1 1 0 0 0,-1-1 0 0 0,1 1 1 0 0,0-1-1 0 0,0 1 0 0 0,0 0 0 0 0,0 4 0 0 0,1-1-216 0 0,0 1-1 0 0,0-1 0 0 0,2 12 1 0 0,2 4-542 0 0,13 37 0 0 0,-12-46 612 0 0,15 42-295 0 0,51 101 0 0 0,-48-115-300 0 0,2-1 0 0 0,49 64 0 0 0,-64-93 0 0 0,1 0 0 0 0,13 13 0 0 0,-14-19 0 0 0,0-5 0 0 0,-8-1 0 0 0,0-1 0 0 0,0 1 0 0 0,0-1 0 0 0,0 0 0 0 0,-1 0 0 0 0,1 0 0 0 0,0 0 0 0 0,0 0 0 0 0,-1 0 0 0 0,1 0 0 0 0,-1-1 0 0 0,1 1 0 0 0,-1 0 0 0 0,1-1 0 0 0,-1 0 0 0 0,0 1 0 0 0,0-1 0 0 0,0 0 0 0 0,0 1 0 0 0,1-4 0 0 0,3-5 0 0 0,-1 0 0 0 0,5-15 0 0 0,-8 23 0 0 0,12-49 0 0 0,10-72 0 0 0,-1 3 0 0 0,15-69-2472 0 0,-14 69 619 0 0,-22 110-1186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38:56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494 126 14279 0 0,'0'0'1103'0'0,"-1"-1"-720"0"0,-13-24 4210 0 0,8 13-1660 0 0,-1 0 0 0 0,-12-15 0 0 0,15 23-2683 0 0,0 0 0 0 0,0 0 0 0 0,0 0 0 0 0,0 1 0 0 0,-1-1 0 0 0,1 1 1 0 0,-1 0-1 0 0,0 1 0 0 0,-8-5 0 0 0,7 5-202 0 0,0 0 1 0 0,0 0 0 0 0,-1 1 0 0 0,1-1-1 0 0,-1 1 1 0 0,1 1 0 0 0,0-1 0 0 0,-1 1-1 0 0,1 0 1 0 0,-1 1 0 0 0,1-1 0 0 0,-1 1-1 0 0,1 1 1 0 0,-7 1 0 0 0,9-1-44 0 0,-1 0 0 0 0,1 0 0 0 0,-1 0 1 0 0,1 0-1 0 0,0 1 0 0 0,-1 0 0 0 0,2 0 0 0 0,-1 0 0 0 0,0 0 1 0 0,0 1-1 0 0,1-1 0 0 0,0 1 0 0 0,0 0 0 0 0,0 0 0 0 0,0 0 1 0 0,1 0-1 0 0,-1 1 0 0 0,-2 7 0 0 0,1-1 8 0 0,1-1-1 0 0,1 1 1 0 0,0 0 0 0 0,0 0 0 0 0,1 0-1 0 0,1 0 1 0 0,0 0 0 0 0,0 0 0 0 0,1 0-1 0 0,2 12 1 0 0,2 2 22 0 0,2-1 0 0 0,0 1 0 0 0,13 29 0 0 0,10 5-35 0 0,2 5 0 0 0,-32-62-1 0 0,12 27-311 0 0,-1 0-1 0 0,7 36 0 0 0,-17-64-124 0 0</inkml:trace>
  <inkml:trace contextRef="#ctx0" brushRef="#br0" timeOffset="1">5 366 27471 0 0,'-1'0'93'0'0,"1"0"0"0"0,0 0 0 0 0,0 0 0 0 0,0 0 0 0 0,-1 0 0 0 0,1 0 0 0 0,0 0 0 0 0,0 0 1 0 0,0 0-1 0 0,0 0 0 0 0,-1 0 0 0 0,1 0 0 0 0,0-1 0 0 0,0 1 0 0 0,0 0 0 0 0,0 0 0 0 0,0 0 0 0 0,0 0 0 0 0,-1 0 0 0 0,1-1 0 0 0,0 1 0 0 0,0 0 0 0 0,0 0 0 0 0,0 0 0 0 0,0 0 0 0 0,0-1 0 0 0,0 1 0 0 0,0 0 1 0 0,0 0-1 0 0,0 0 0 0 0,0 0 0 0 0,0-1 0 0 0,3-2 25 0 0,1 0 1 0 0,0 0 0 0 0,0 1 0 0 0,0 0-1 0 0,0-1 1 0 0,0 1 0 0 0,1 1-1 0 0,-1-1 1 0 0,1 1 0 0 0,4-2 0 0 0,52-6 461 0 0,-47 7-430 0 0,315-37 39 0 0,-272 33-281 0 0,-12 3-1999 0 0,49-12-1 0 0,-77 11-8241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6:14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99 138 9559 0 0,'130'-46'1854'0'0,"-69"23"887"0"0,77-19 0 0 0,19 17-115 0 0,-153 24-2583 0 0,1 1 1 0 0,-1 0-1 0 0,0 0 1 0 0,1 0-1 0 0,4 2 1 0 0,-7-2 148 0 0,-3 2-127 0 0,-4 3-46 0 0,0-1 0 0 0,0 0 0 0 0,0 1 0 0 0,-1-1 0 0 0,1-1 0 0 0,-1 1 0 0 0,0-1 0 0 0,-11 4 0 0 0,-58 18 116 0 0,43-16-89 0 0,32-9-45 0 0,-369 103 209 0 0,297-91-157 0 0,63-9-53 0 0,10-1 0 0 0,9-1 0 0 0,-10-1 0 0 0,24 1 14 0 0,40-5 0 0 0,-13 1 12 0 0,156-14 91 0 0,-1 0-96 0 0,0 15-1507 0 0,-138-1-188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6:15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85 10591 0 0,'2'-6'227'0'0,"0"-1"0"0"0,0 0-1 0 0,0 1 1 0 0,5-11 0 0 0,1 9-209 0 0,1 3 302 0 0,-1 1 0 0 0,1 1-1 0 0,0-1 1 0 0,-1 2 0 0 0,17-4-1 0 0,-2 2 810 0 0,27-1 0 0 0,5 5 498 0 0,96 11-1 0 0,-70-3-999 0 0,-71-8-583 0 0,88 11 338 0 0,-85-9-326 0 0,-1 1-1 0 0,0 0 1 0 0,0 1 0 0 0,0 1-1 0 0,19 8 1 0 0,-17-2 18 0 0,-13-10-73 0 0,0 0 0 0 0,-1-1 0 0 0,1 1 0 0 0,-1 0 0 0 0,1-1 0 0 0,-1 1 0 0 0,0 0 0 0 0,1 0 0 0 0,-1-1 0 0 0,0 1 0 0 0,1 0 0 0 0,-1 0 0 0 0,0 1 0 0 0,0-1 0 0 0,0 1 1 0 0,0-1-1 0 0,0 1 0 0 0,-1-1 0 0 0,1 0 1 0 0,-1 1-1 0 0,1-1 0 0 0,-1 0 0 0 0,1 1 0 0 0,-1-1 1 0 0,0 0-1 0 0,1 0 0 0 0,-1 0 0 0 0,0 0 1 0 0,0 0-1 0 0,0 0 0 0 0,0 0 0 0 0,-2 2 1 0 0,-22 14 41 0 0,3-6 8 0 0,0-1 0 0 0,0-1 0 0 0,-1-1 0 0 0,-45 9 0 0 0,-98 8 312 0 0,149-23-331 0 0,-80 9 150 0 0,-70 9 134 0 0,114-16-219 0 0,41-4-70 0 0,0 1 0 0 0,-1 0 0 0 0,-18 4 0 0 0,29-4 128 0 0,6-1-67 0 0,115-16 240 0 0,-2 1-127 0 0,271-12 35 0 0,-246 19-192 0 0,95 11-43 0 0,-155 1-29 0 0,-57-2-1186 0 0,49 7 1 0 0,-72-8-61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6:22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10591 0 0,'0'0'1136'0'0,"19"8"-1136"0"0,7 0-152 0 0,3 1-64 0 0,5-3-8 0 0,5 1-8 0 0,5-1 80 0 0,5-1 24 0 0,3-4 0 0 0,8-2-4088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0:22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0 9215 0 0,'0'0'831'0'0,"-1"1"-686"0"0,-8 5 447 0 0,9-5-39 0 0,-1 0 0 0 0,0 1 0 0 0,1-1 0 0 0,-1 1 0 0 0,1-1 0 0 0,-1 0 0 0 0,1 1 0 0 0,-1-1 0 0 0,1 1 0 0 0,0-1-1 0 0,0 1 1 0 0,0 0 0 0 0,0 1 0 0 0,3 26 7208 0 0,0-12-6736 0 0,13 174 1001 0 0,7 112-827 0 0,-18-233-1097 0 0,-2-47-289 0 0,-1 1 0 0 0,-1 0 0 0 0,-1 0 0 0 0,-3 24 0 0 0,3-46-585 0 0,-8-5-4372 0 0,-1-3 2837 0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0:23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1 281 23207 0 0,'0'0'2545'0'0,"2"0"-2165"0"0,220-66 3371 0 0,7 17-2839 0 0,158-23-600 0 0,-241 43-304 0 0,31-6-475 0 0,-60 14-3277 0 0,-76 13-6033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0:23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382 131 20271 0 0,'-4'0'225'0'0,"0"-1"0"0"0,0 1 0 0 0,0-1-1 0 0,0-1 1 0 0,1 1 0 0 0,-1 0 0 0 0,-6-5 0 0 0,8 5-200 0 0,0 0 0 0 0,0-1 0 0 0,0 1 0 0 0,1-1 0 0 0,-1 0 0 0 0,1 1 0 0 0,-1-1 0 0 0,1 0 1 0 0,0 0-1 0 0,-1 0 0 0 0,1 0 0 0 0,0 0 0 0 0,0 0 0 0 0,1-1 0 0 0,-2-1 0 0 0,1-1 380 0 0,-1-1 0 0 0,0 1-1 0 0,-1 0 1 0 0,1 0 0 0 0,-1 0 0 0 0,0 0 0 0 0,0 0-1 0 0,0 1 1 0 0,-1-1 0 0 0,0 1 0 0 0,0 0-1 0 0,0 0 1 0 0,-9-6 0 0 0,10 8-291 0 0,0 0 0 0 0,-1 0 0 0 0,1 0 0 0 0,-1 1-1 0 0,0 0 1 0 0,1-1 0 0 0,-1 1 0 0 0,0 1 0 0 0,0-1 0 0 0,0 0 0 0 0,0 1 0 0 0,0 0 0 0 0,0 0-1 0 0,0 0 1 0 0,1 0 0 0 0,-1 1 0 0 0,0 0 0 0 0,0-1 0 0 0,0 2 0 0 0,-7 2 0 0 0,2 0-56 0 0,-1 1 1 0 0,1 1 0 0 0,0-1-1 0 0,0 2 1 0 0,1-1-1 0 0,0 1 1 0 0,0 0 0 0 0,0 1-1 0 0,1 0 1 0 0,-6 9-1 0 0,-1 1 69 0 0,2 1-1 0 0,1 1 0 0 0,-16 34 0 0 0,23-44-135 0 0,0 1-1 0 0,1-1 1 0 0,0 1-1 0 0,0-1 1 0 0,1 1-1 0 0,-1 19 1 0 0,3-27 5 0 0,0 0-1 0 0,0 1 1 0 0,0-1-1 0 0,0 0 1 0 0,1 0-1 0 0,-1 0 1 0 0,1 0-1 0 0,0 0 1 0 0,0 0-1 0 0,0 0 1 0 0,0 0-1 0 0,1 0 1 0 0,-1 0-1 0 0,1 0 1 0 0,-1-1-1 0 0,1 1 1 0 0,0-1-1 0 0,0 1 1 0 0,0-1-1 0 0,1 0 1 0 0,-1 1-1 0 0,0-1 1 0 0,1 0-1 0 0,-1-1 1 0 0,1 1-1 0 0,0 0 1 0 0,3 1-1 0 0,-2-2-44 0 0,-1 0 0 0 0,1-1 0 0 0,0 1-1 0 0,0-1 1 0 0,-1 1 0 0 0,1-1 0 0 0,0 0 0 0 0,0-1 0 0 0,0 1-1 0 0,-1-1 1 0 0,1 1 0 0 0,0-1 0 0 0,0 0 0 0 0,4-2 0 0 0,3-2-103 0 0,-1 0 0 0 0,1 0 1 0 0,14-10-1 0 0,-10 4 56 0 0,0-1-1 0 0,0-1 0 0 0,-2 0 1 0 0,1 0-1 0 0,-2-1 1 0 0,0-1-1 0 0,0 0 1 0 0,-2-1-1 0 0,14-26 1 0 0,-19 31 96 0 0,-4 8 276 0 0,0 6-170 0 0,4 13 21 0 0,0-1-68 0 0,1 0 0 0 0,0 0 0 0 0,1 0 1 0 0,13 19-1 0 0,-15-27-151 0 0,0 0 0 0 0,1 0 0 0 0,0-1 0 0 0,0 1 0 0 0,1-1 0 0 0,14 10 0 0 0,-17-13-352 0 0,1-1 0 0 0,0 1-1 0 0,0-1 1 0 0,0 0 0 0 0,0 0 0 0 0,1-1 0 0 0,-1 0 0 0 0,0 1 0 0 0,1-2 0 0 0,-1 1 0 0 0,1-1 0 0 0,7 0 0 0 0,3-1-2043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0:24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10591 0 0,'0'0'1542'0'0,"1"3"756"0"0,11 54 7522 0 0,14 32-5660 0 0,-7-18-3078 0 0,-13-44-773 0 0,2-1 0 0 0,11 28 0 0 0,-11-33-203 0 0,-8-19-18 0 0,1-5-20 0 0,13-75-65 0 0,5-23-181 0 0,-18 97 159 0 0,2-9-49 0 0,0 0 0 0 0,1 0 0 0 0,0 0-1 0 0,2 1 1 0 0,7-16 0 0 0,-12 27 32 0 0,-1 0 28 0 0,1 0 0 0 0,-1 1-1 0 0,0-1 1 0 0,1 1-1 0 0,-1-1 1 0 0,0 1 0 0 0,1-1-1 0 0,-1 1 1 0 0,1-1-1 0 0,-1 1 1 0 0,1-1 0 0 0,-1 1-1 0 0,1-1 1 0 0,-1 1-1 0 0,1 0 1 0 0,0-1 0 0 0,-1 1-1 0 0,1 0 1 0 0,-1 0-1 0 0,1-1 1 0 0,0 1 0 0 0,-1 0-1 0 0,2 0 1 0 0,17 0-88 0 0,-13 3 85 0 0,-3 0-2 0 0,6 2 20 0 0,-1 2 0 0 0,0-1 0 0 0,-1 1 0 0 0,1 0 0 0 0,-1 0 0 0 0,-1 1 0 0 0,1 0 0 0 0,5 11 0 0 0,9 8-17 0 0,6 8 9 0 0,-18-22-1 0 0,1 0-1 0 0,0 0 1 0 0,2-1-1 0 0,-1 0 1 0 0,25 18-1 0 0,-26-24-213 0 0,0 0 1 0 0,0 0-1 0 0,0-1 1 0 0,1-1-1 0 0,-1 0 1 0 0,1 0-1 0 0,16 3 0 0 0,-12-5-716 0 0,-1 0 0 0 0,0-1 0 0 0,1-1 0 0 0,-1 0 0 0 0,23-4 0 0 0,-7-1-1631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0:24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347 318 7831 0 0,'2'-7'428'0'0,"3"-5"-416"0"0,0 0-1 0 0,4-22 1 0 0,-8 30 237 0 0,-1-1 0 0 0,1 1 0 0 0,-1-1 0 0 0,-1-6 0 0 0,1 7 466 0 0,0 1 0 0 0,-1 0 0 0 0,0-1 0 0 0,0 1 0 0 0,0 0 1 0 0,-3-6-1 0 0,3 7-420 0 0,0 1 1 0 0,0 0 0 0 0,0 0-1 0 0,-1-1 1 0 0,1 1 0 0 0,0 0-1 0 0,0 0 1 0 0,-1 0 0 0 0,1 0-1 0 0,0 1 1 0 0,-1-1 0 0 0,1 0-1 0 0,-1 1 1 0 0,1-1 0 0 0,-1 1-1 0 0,1-1 1 0 0,-1 1 0 0 0,0-1-1 0 0,1 1 1 0 0,-1 0 0 0 0,0 0-1 0 0,1 0 1 0 0,-1 0 0 0 0,1 0-1 0 0,-1 0 1 0 0,0 1 0 0 0,1-1-1 0 0,-1 0 1 0 0,-2 2 0 0 0,-6 1 406 0 0,0 0 1 0 0,1 1-1 0 0,-14 6 0 0 0,-2 4 19 0 0,-1 1-1 0 0,2 1 1 0 0,-28 23-1 0 0,36-26-539 0 0,1 1 1 0 0,1 0-1 0 0,1 1 1 0 0,0 0 0 0 0,-17 28-1 0 0,25-34-140 0 0,0 1-1 0 0,0-1 1 0 0,1 1 0 0 0,1 0-1 0 0,-1 0 1 0 0,2 1-1 0 0,-3 12 1 0 0,5-19-60 0 0,-1 0 0 0 0,1-1 0 0 0,-1 1 0 0 0,1 0 0 0 0,1 0 0 0 0,-1-1 0 0 0,0 1 0 0 0,1 0 0 0 0,0-1 0 0 0,-1 1 0 0 0,2-1 0 0 0,-1 1-1 0 0,0-1 1 0 0,1 1 0 0 0,-1-1 0 0 0,1 0 0 0 0,0 0 0 0 0,0 1 0 0 0,0-1 0 0 0,1-1 0 0 0,-1 1 0 0 0,1 0 0 0 0,5 4 0 0 0,-3-4-91 0 0,-1-1 0 0 0,1 1 0 0 0,0-1 0 0 0,1-1 0 0 0,-1 1 0 0 0,0-1 0 0 0,0 1 0 0 0,1-1 0 0 0,-1-1 0 0 0,0 1 0 0 0,1-1 1 0 0,-1 0-1 0 0,1 0 0 0 0,-1-1 0 0 0,0 0 0 0 0,1 1 0 0 0,-1-2 0 0 0,0 1 0 0 0,1-1 0 0 0,-1 0 0 0 0,9-4 0 0 0,-4 0-79 0 0,1 1 0 0 0,-1-1-1 0 0,0-1 1 0 0,-1 0 0 0 0,0 0 0 0 0,0-1 0 0 0,-1-1 0 0 0,0 1 0 0 0,9-12-1 0 0,7-17 29 0 0,-1-2-1 0 0,-2-1 0 0 0,-2 0 0 0 0,25-75 0 0 0,-41 104 131 0 0,7-16-12 0 0,-1-1 0 0 0,-1 0 0 0 0,6-48 0 0 0,-14 72 67 0 0,0 0 0 0 0,0 1-1 0 0,0-1 1 0 0,-1 1-1 0 0,1-1 1 0 0,-1 1-1 0 0,0-1 1 0 0,0 1-1 0 0,0-1 1 0 0,0 1 0 0 0,-3-6-1 0 0,4 9 2 0 0,-1-1 0 0 0,1 1 0 0 0,0-1 0 0 0,-1 1 0 0 0,1-1 0 0 0,-1 1 0 0 0,1-1 0 0 0,-1 1-1 0 0,1 0 1 0 0,-1-1 0 0 0,1 1 0 0 0,-1 0 0 0 0,1-1 0 0 0,-1 1 0 0 0,1 0 0 0 0,-1 0 0 0 0,0 0 0 0 0,1-1 0 0 0,-1 1 0 0 0,1 0 0 0 0,-1 0 0 0 0,0 0-1 0 0,1 0 1 0 0,-1 0 0 0 0,1 0 0 0 0,-1 0 0 0 0,0 0 0 0 0,1 0 0 0 0,-1 0 0 0 0,1 0 0 0 0,-1 1 0 0 0,0-1 0 0 0,1 0 0 0 0,-1 0 0 0 0,1 1-1 0 0,-1-1 1 0 0,0 1 0 0 0,-1 0 122 0 0,0 0 0 0 0,0 0-1 0 0,0 1 1 0 0,1-1-1 0 0,-1 1 1 0 0,0-1-1 0 0,-2 5 1 0 0,1-1-55 0 0,0 1 0 0 0,0 0 0 0 0,0-1 0 0 0,1 2 0 0 0,0-1 0 0 0,0 0 0 0 0,1 0 0 0 0,0 0 0 0 0,0 1 0 0 0,0 7 0 0 0,1-4 26 0 0,0 1 0 0 0,0-1 0 0 0,1 0 0 0 0,1 0 0 0 0,4 18 0 0 0,0-11-155 0 0,2 0 1 0 0,-1 0-1 0 0,2-1 0 0 0,0 0 0 0 0,1-1 1 0 0,1 0-1 0 0,0 0 0 0 0,1-1 1 0 0,1-1-1 0 0,16 15 0 0 0,-9-11-40 0 0,1-1 0 0 0,0-1 0 0 0,1 0 0 0 0,1-2-1 0 0,0-1 1 0 0,36 14 0 0 0,-45-21-495 0 0,0-1-1 0 0,0 0 1 0 0,1-1-1 0 0,18 1 0 0 0,2-2-844 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0:24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9 20503 0 0,'0'0'936'0'0,"0"-2"-17"0"0,-1-5 3134 0 0,2 9-3851 0 0,1-1 0 0 0,-1 1 0 0 0,1 0-1 0 0,-1-1 1 0 0,0 1 0 0 0,0 0 0 0 0,0 0 0 0 0,0 0-1 0 0,0 0 1 0 0,1 3 0 0 0,-2-4-42 0 0,10 26 514 0 0,0 1 1 0 0,8 49-1 0 0,-7-26-490 0 0,13 52-10 0 0,33 119-88 0 0,-33-164-12 0 0,-14-36-273 0 0,7 26 0 0 0,-16-46 32 0 0,-26-102-8430 0 0,16 69 6826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0:25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15 20183 0 0,'-2'-1'927'0'0,"-35"-13"6974"0"0,39 15-7266 0 0,118 8 513 0 0,201-9 1 0 0,-287-1-1160 0 0,97-1 46 0 0,-113 3-27 0 0,0 0 1 0 0,-1 2-1 0 0,1 0 1 0 0,-1 1-1 0 0,22 8 1 0 0,-37-11-3 0 0,0-1 1 0 0,0 1-1 0 0,0 0 1 0 0,0 0 0 0 0,0 0-1 0 0,-1 0 1 0 0,1 0-1 0 0,0 1 1 0 0,-1-1-1 0 0,1 0 1 0 0,-1 1 0 0 0,1-1-1 0 0,-1 1 1 0 0,0 0-1 0 0,0-1 1 0 0,0 1-1 0 0,0 0 1 0 0,0 0 0 0 0,1 2-1 0 0,-1-2 9 0 0,-1 1 1 0 0,1 0-1 0 0,-1 0 0 0 0,0-1 1 0 0,0 1-1 0 0,0 0 0 0 0,0 0 1 0 0,-1-1-1 0 0,1 1 1 0 0,-1 0-1 0 0,1-1 0 0 0,-3 6 1 0 0,-1 1 19 0 0,-1 1 0 0 0,0 0 1 0 0,0-1-1 0 0,-1 0 1 0 0,-1 0-1 0 0,-8 9 0 0 0,0-2-19 0 0,-2-1 0 0 0,1 0 0 0 0,-2-1 0 0 0,0-1 0 0 0,-33 19 0 0 0,-106 41 59 0 0,138-65-147 0 0,0 0-1 0 0,-1-2 1 0 0,0 0 0 0 0,0-2 0 0 0,-1 0-1 0 0,1-1 1 0 0,-1-1 0 0 0,-27-1-1 0 0,25-6-2179 0 0,16 1 915 0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13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264 176 17591 0 0,'-1'-2'804'0'0,"1"-8"-475"0"0,-1 0-1 0 0,2 0 0 0 0,1-13 1 0 0,-1 13 121 0 0,0 0 0 0 0,-1-1 0 0 0,0 1 0 0 0,-2-13 0 0 0,1 18-209 0 0,0 0 1 0 0,0 1-1 0 0,-1-1 0 0 0,1 0 0 0 0,-1 0 1 0 0,0 1-1 0 0,-3-6 0 0 0,4 9-190 0 0,0 0 0 0 0,1 0 0 0 0,-1 0 0 0 0,0 0 0 0 0,1 0 0 0 0,-1 1 0 0 0,0-1 0 0 0,0 0 0 0 0,0 1-1 0 0,0-1 1 0 0,0 0 0 0 0,0 1 0 0 0,0-1 0 0 0,0 1 0 0 0,0-1 0 0 0,0 1 0 0 0,0 0 0 0 0,0-1 0 0 0,0 1 0 0 0,-1 0 0 0 0,1 0-1 0 0,0 0 1 0 0,0 0 0 0 0,0 0 0 0 0,0 0 0 0 0,0 0 0 0 0,-1 0 0 0 0,1 0 0 0 0,0 1 0 0 0,0-1 0 0 0,0 0 0 0 0,0 1 0 0 0,0-1-1 0 0,0 1 1 0 0,0-1 0 0 0,0 1 0 0 0,0-1 0 0 0,-1 2 0 0 0,-3 1 104 0 0,0 1 1 0 0,1 0-1 0 0,-1 0 1 0 0,1 0-1 0 0,0 1 0 0 0,0-1 1 0 0,-5 10-1 0 0,-21 39 394 0 0,20-33-393 0 0,-12 22 76 0 0,1 1 0 0 0,3 1 0 0 0,1 0 0 0 0,3 1 0 0 0,1 1 0 0 0,-9 63 0 0 0,21-95-189 0 0,0 0-1 0 0,0 0 1 0 0,1 0-1 0 0,1 0 0 0 0,1-1 1 0 0,0 1-1 0 0,0 0 1 0 0,7 17-1 0 0,-7-25-53 0 0,0 0 0 0 0,1 0 0 0 0,0 0 0 0 0,0 0 0 0 0,0 0 0 0 0,1-1 0 0 0,0 0-1 0 0,0 0 1 0 0,0 0 0 0 0,0 0 0 0 0,1 0 0 0 0,0-1 0 0 0,0 0 0 0 0,0 0 0 0 0,1 0 0 0 0,-1-1-1 0 0,1 0 1 0 0,0 0 0 0 0,11 4 0 0 0,-8-4-237 0 0,1-1 0 0 0,0 0 0 0 0,1-1-1 0 0,-1 0 1 0 0,0 0 0 0 0,0-1 0 0 0,0-1 0 0 0,19-2-1 0 0,-13 0-677 0 0,-1-1 0 0 0,0 0 0 0 0,0-1 0 0 0,-1 0 0 0 0,17-10-1 0 0,-8 1-4643 0 0,-1-5-1453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13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40 231 12895 0 0,'-6'5'348'0'0,"1"1"0"0"0,-1-1-1 0 0,1 0 1 0 0,-12 6 9384 0 0,19-11-8644 0 0,8-1-829 0 0,0-1 0 0 0,0 0 0 0 0,0-1 0 0 0,0 0 0 0 0,-1-1-1 0 0,13-6 1 0 0,-8 4-66 0 0,53-25 299 0 0,69-46-1 0 0,30-15-378 0 0,-164 91-111 0 0,10-5 10 0 0,0 1-1 0 0,1 0 0 0 0,0 0 1 0 0,13-2-1 0 0,-23 6-2 0 0,-1 1 0 0 0,1-1 0 0 0,0 1-1 0 0,0 0 1 0 0,0 0 0 0 0,0 0 0 0 0,0 0 0 0 0,0 1 0 0 0,0-1-1 0 0,0 1 1 0 0,0-1 0 0 0,0 1 0 0 0,0 0 0 0 0,-1 0 0 0 0,1 0 0 0 0,0 1-1 0 0,-1-1 1 0 0,1 1 0 0 0,-1-1 0 0 0,1 1 0 0 0,-1 0 0 0 0,0 0-1 0 0,0 0 1 0 0,3 3 0 0 0,-1 1 67 0 0,1 0 0 0 0,-1 1 0 0 0,-1 0 0 0 0,1 0-1 0 0,-1 0 1 0 0,0 0 0 0 0,-1 1 0 0 0,3 11 0 0 0,-1 5 294 0 0,1 35-1 0 0,-2-19-103 0 0,1 9-55 0 0,4 34-486 0 0,-6-70-36 0 0,-1-7-218 0 0,0-1 0 0 0,0 1 0 0 0,0-1 0 0 0,1 0 0 0 0,-1 1 0 0 0,5 7-1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14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7 210 5063 0 0,'1'2'390'0'0,"-1"4"148"0"0,0 1-1 0 0,0 0 1 0 0,-2 9 0 0 0,0 12 6308 0 0,0 36-3056 0 0,1 36 4173 0 0,2-87-7256 0 0,0 0 1 0 0,1 0-1 0 0,1 0 0 0 0,0 0 1 0 0,8 20-1 0 0,3-3-2732 0 0,-12-26 996 0 0,1 1 0 0 0,-1-1 1 0 0,1 0-1 0 0,0 0 0 0 0,0 0 0 0 0,0-1 0 0 0,8 8 0 0 0</inkml:trace>
  <inkml:trace contextRef="#ctx0" brushRef="#br0" timeOffset="1">147 12 9671 0 0,'-15'-1'944'0'0,"4"-4"-840"0"0,1 2-104 0 0,0 1 0 0 0,2 8 5264 0 0,2 7-2312 0 0,3-4 24 0 0,1 0-2456 0 0,2 1-520 0 0,0 0 0 0 0,3 1-6008 0 0,2 0-1160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14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3223 0 0,'0'2'240'0'0,"2"40"11438"0"0,4 0-4598 0 0,3 9-2877 0 0,9 25-2153 0 0,-7-33-686 0 0,-7-23-1117 0 0,2-1-1 0 0,0 1 1 0 0,2-1 0 0 0,0 0 0 0 0,0-1 0 0 0,2 0 0 0 0,15 21-1 0 0,-17-31-182 0 0,0-2 3 0 0,-8-6-64 0 0,1 0 1 0 0,0 0-1 0 0,-1 1 1 0 0,1-1-1 0 0,0 0 1 0 0,0 0-1 0 0,0 0 0 0 0,-1 0 1 0 0,1 0-1 0 0,0 0 1 0 0,0 0-1 0 0,-1-1 0 0 0,1 1 1 0 0,0 0-1 0 0,0 0 1 0 0,-1-1-1 0 0,1 1 1 0 0,0 0-1 0 0,-1-1 0 0 0,1 1 1 0 0,0 0-1 0 0,-1-1 1 0 0,1 1-1 0 0,0-1 0 0 0,12-13 51 0 0,-9 7-28 0 0,-1-1 0 0 0,0-1 0 0 0,-1 1 0 0 0,0 0-1 0 0,-1-1 1 0 0,1 1 0 0 0,-1-15 0 0 0,1 2 4 0 0,3-22-227 0 0,-3 11-938 0 0,3 0-1 0 0,0 0 1 0 0,12-36-1 0 0,-12 52-1269 0 0,0 4-499 0 0</inkml:trace>
  <inkml:trace contextRef="#ctx0" brushRef="#br0" timeOffset="1">336 323 6447 0 0,'0'2'499'0'0,"6"11"-2075"0"0,2-3 3466 0 0,-7-8-991 0 0,1-1 0 0 0,0 1-1 0 0,0-1 1 0 0,0 0 0 0 0,0 1 0 0 0,0-1 0 0 0,0 0 0 0 0,0 0 0 0 0,0 0-1 0 0,0 0 1 0 0,1-1 0 0 0,-1 1 0 0 0,0-1 0 0 0,1 1 0 0 0,3-1-1 0 0,14-1 1069 0 0,-8-2-1677 0 0,0 0 0 0 0,0-1 0 0 0,0 0 0 0 0,-1-1 0 0 0,0 0 0 0 0,0-1 0 0 0,0 0-1 0 0,-1-1 1 0 0,1 0 0 0 0,-2 0 0 0 0,1-1 0 0 0,-1-1 0 0 0,0 0 0 0 0,11-15 0 0 0,-3 1-268 0 0,0-1 1 0 0,-1 0-1 0 0,-2-2 1 0 0,-1 0 0 0 0,10-27-1 0 0,-17 39 6 0 0,-4 10-17 0 0,1-1-1 0 0,-1 0 0 0 0,-1 0 0 0 0,1 0 1 0 0,-1 0-1 0 0,0-1 0 0 0,0 1 0 0 0,0-10 0 0 0,-1 15-8 0 0,0-1-1 0 0,0 1 1 0 0,0-1-1 0 0,0 1 1 0 0,0 0-1 0 0,0-1 1 0 0,0 1-1 0 0,0-1 1 0 0,0 1-1 0 0,0-1 1 0 0,0 1 0 0 0,-1-1-1 0 0,1 1 1 0 0,0 0-1 0 0,0-1 1 0 0,0 1-1 0 0,-1-1 1 0 0,1 1-1 0 0,0 0 1 0 0,-1-1-1 0 0,1 1 1 0 0,-1-1-1 0 0,-1 1 14 0 0,1 0 0 0 0,-1 0 0 0 0,0-1-1 0 0,1 1 1 0 0,-1 0 0 0 0,0 1 0 0 0,0-1 0 0 0,1 0 0 0 0,-1 0 0 0 0,0 1-1 0 0,1-1 1 0 0,-1 1 0 0 0,0-1 0 0 0,1 1 0 0 0,-1 0 0 0 0,1 0 0 0 0,-1 0-1 0 0,1 0 1 0 0,-1 0 0 0 0,1 0 0 0 0,-3 2 0 0 0,-31 30 281 0 0,31-29-252 0 0,-10 12 85 0 0,1 0 0 0 0,0 1 0 0 0,1 0 0 0 0,-16 31 0 0 0,21-33-115 0 0,0 0 0 0 0,1 1-1 0 0,1-1 1 0 0,0 1 0 0 0,1 1-1 0 0,-3 22 1 0 0,7-34-85 0 0,0 0 1 0 0,0 1-1 0 0,0-1 1 0 0,0 0-1 0 0,1 0 0 0 0,0 0 1 0 0,0 0-1 0 0,1 0 0 0 0,-1 0 1 0 0,1-1-1 0 0,0 1 1 0 0,0 0-1 0 0,1-1 0 0 0,-1 1 1 0 0,1-1-1 0 0,0 0 0 0 0,0 0 1 0 0,0 0-1 0 0,1 0 0 0 0,5 4 1 0 0,-4-4-399 0 0,1 1 0 0 0,-1-2 0 0 0,1 1 1 0 0,0-1-1 0 0,0 0 0 0 0,9 4 0 0 0,-7-5-843 0 0,-1 0-1 0 0,0 0 1 0 0,0-1-1 0 0,1 1 1 0 0,13-1-1 0 0,5-2-6031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14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21711 0 0,'0'0'1965'0'0,"0"1"-1617"0"0,-3 18 341 0 0,2-1-1 0 0,0 1 1 0 0,2-1-1 0 0,-1 1 1 0 0,5 19-1 0 0,22 92 1885 0 0,-22-112-2582 0 0,-1-1 109 0 0,1 0 1 0 0,1-1-1 0 0,1 1 0 0 0,13 21 0 0 0,-20-36-85 0 0,1 0-1 0 0,1 0 0 0 0,-1 0 0 0 0,0 0 0 0 0,0 0 0 0 0,1 0 1 0 0,-1 0-1 0 0,1-1 0 0 0,3 4 0 0 0,-1-2 2 0 0,-3-1 101 0 0,17-27 120 0 0,-9 1-162 0 0,14-51 1 0 0,-5 12-80 0 0,21-33-32 0 0,-33 84 30 0 0,1-1 0 0 0,0 1 0 0 0,1 0 0 0 0,1 1 0 0 0,12-14 0 0 0,-18 22 0 0 0,0 0-1 0 0,0 1 1 0 0,1-1-1 0 0,-1 1 1 0 0,1 0 0 0 0,-1 0-1 0 0,1 0 1 0 0,0 0-1 0 0,4-1 1 0 0,-6 2 4 0 0,-1 1 0 0 0,0-1 0 0 0,1 1 0 0 0,-1 0 0 0 0,0 0 0 0 0,1 0 0 0 0,-1 0 0 0 0,1 0-1 0 0,-1 0 1 0 0,0 0 0 0 0,1 0 0 0 0,-1 1 0 0 0,1-1 0 0 0,-1 0 0 0 0,0 1 0 0 0,0-1 0 0 0,1 1 0 0 0,-1-1 0 0 0,0 1 0 0 0,0 0 0 0 0,0 0 0 0 0,1 0 0 0 0,-1-1-1 0 0,0 1 1 0 0,0 0 0 0 0,0 0 0 0 0,0 0 0 0 0,-1 0 0 0 0,1 1 0 0 0,1 1 0 0 0,8 15 28 0 0,-2 1 0 0 0,0 0 0 0 0,-1 1 0 0 0,6 26 0 0 0,-9-27-25 0 0,1-2-1 0 0,0 1 0 0 0,2-1 0 0 0,0 0 1 0 0,1 0-1 0 0,10 16 0 0 0,5-1-1240 0 0,-10-17 484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15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0 5527 0 0,'0'4'17879'0'0,"1"16"-9672"0"0,0 2-5983 0 0,1 48-6001 0 0,-3-43 5945 0 0,0-7-2151 0 0,-12 321 505 0 0,12-137-522 0 0,0-188-104 0 0,-4 25 0 0 0,5-39-25 0 0,-7-7-2039 0 0,2-1 1783 0 0,1 0 1 0 0,0 0 0 0 0,0 0-1 0 0,0 0 1 0 0,1-1 0 0 0,0 0-1 0 0,-5-13 1 0 0,-1-3-895 0 0,-4-7-330 0 0,-3-5-43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15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52 21999 0 0,'0'0'1009'0'0,"-1"-1"-23"0"0,-4-1-476 0 0,3 2 352 0 0,18-3 1340 0 0,8 2-688 0 0,40 5-1 0 0,-1-1-662 0 0,456-18 417 0 0,-204-3-1228 0 0,-94 6-27 0 0,-21 6-1496 0 0,-169 10-598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16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9671 0 0,'0'0'875'0'0,"-1"1"-719"0"0,-3 26 17280 0 0,4-23-15798 0 0,3 27-938 0 0,-3-22-2192 0 0,1 0-6507 0 0</inkml:trace>
  <inkml:trace contextRef="#ctx0" brushRef="#br0" timeOffset="1.07">33 242 17503 0 0,'0'0'1352'0'0,"0"2"-873"0"0,-11 32 7317 0 0,6-11-4551 0 0,5-22-2488 0 0,0 6-9 0 0,0-6-704 0 0,0 0 1 0 0,0 0-1 0 0,-1 0 0 0 0,1 0 1 0 0,0 0-1 0 0,0 0 0 0 0,0 0 1 0 0,0 0-1 0 0,0 0 0 0 0,0 0 1 0 0,1 0-1 0 0,-1 0 1 0 0,0 0-1 0 0,0 0 0 0 0,1 0 1 0 0,-1 0-1 0 0,1 0 0 0 0,-1 0 1 0 0,2 2-1 0 0,-2-3-106 0 0,0 1-56 0 0,0 0 0 0 0,0-1-1 0 0,1 1 1 0 0,-1 0 0 0 0,0-1 0 0 0,0 1 0 0 0,1 0-1 0 0,-1-1 1 0 0,0 1 0 0 0,1 0 0 0 0,-1-1 0 0 0,1 1-1 0 0,-1-1 1 0 0,1 1 0 0 0,-1-1 0 0 0,1 1-1 0 0,-1-1 1 0 0,1 1 0 0 0,8 1-1638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17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20 13359 0 0,'-1'-1'1027'0'0,"-10"-17"12321"0"0,12 21-12691 0 0,42 193 1630 0 0,-39-172-2118 0 0,36 216 711 0 0,-36-220-854 0 0,37 231 204 0 0,-36-192-263 0 0,-5-58-74 0 0,-11-18-2436 0 0,7 6 1803 0 0,0-2-1 0 0,2 1 1 0 0,-1 0 0 0 0,1 0-1 0 0,1-14 1 0 0,-3-6-1846 0 0,-1-5-5639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17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20039 0 0,'0'0'4408'0'0,"1"0"-3625"0"0,15-5 141 0 0,1 1 0 0 0,-1 1 0 0 0,24-2 1 0 0,54 2-65 0 0,-63 2-540 0 0,209 14 809 0 0,-141-5-1038 0 0,-71-5-78 0 0,0 0 0 0 0,-1 2-1 0 0,1 1 1 0 0,46 16 0 0 0,-71-20-11 0 0,1-1 1 0 0,-1 1-1 0 0,1 0 1 0 0,-1 0-1 0 0,0 0 1 0 0,0 0-1 0 0,0 0 1 0 0,0 1-1 0 0,0-1 1 0 0,0 1-1 0 0,-1 0 1 0 0,1 0-1 0 0,-1 0 0 0 0,0 0 1 0 0,0 0-1 0 0,0 1 1 0 0,0-1-1 0 0,1 5 1 0 0,-2-5 4 0 0,0 0 0 0 0,-1 1 0 0 0,1-1 0 0 0,-1 0 0 0 0,0 0 0 0 0,0 1 0 0 0,0-1 0 0 0,0 0 1 0 0,0 1-1 0 0,-1-1 0 0 0,1 0 0 0 0,-1 0 0 0 0,0 1 0 0 0,0-1 0 0 0,0 0 0 0 0,-1 0 0 0 0,1 0 0 0 0,-1 0 0 0 0,0 0 1 0 0,1-1-1 0 0,-4 4 0 0 0,-7 7 31 0 0,0 1 0 0 0,-1-2 0 0 0,0 0 1 0 0,-1-1-1 0 0,0 0 0 0 0,-1-1 0 0 0,-18 9 1 0 0,-117 51 291 0 0,127-61-321 0 0,-32 9-353 0 0,39-14 98 0 0,1 1 1 0 0,-17 8 0 0 0,27-11-1151 0 0,-2 2 1454 0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18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0 15663 0 0,'-2'1'1207'0'0,"0"1"-994"0"0,-1 0-109 0 0,-15 0 391 0 0,9-1 1612 0 0,-7 0 9183 0 0,16-1-11263 0 0,0 0-1 0 0,-1 0 0 0 0,1 0 1 0 0,0 0-1 0 0,0 1 1 0 0,0-1-1 0 0,-1 0 1 0 0,1 0-1 0 0,0 1 1 0 0,0-1-1 0 0,0 0 1 0 0,-1 0-1 0 0,1 1 1 0 0,0-1-1 0 0,0 0 1 0 0,0 0-1 0 0,0 1 1 0 0,0-1-1 0 0,0 0 1 0 0,0 1-1 0 0,0-1 0 0 0,0 0 1 0 0,0 0-1 0 0,0 1 1 0 0,0-1-1 0 0,0 0 1 0 0,0 1-1 0 0,0-1 1 0 0,0 0-1 0 0,0 1 1 0 0,0-1-1 0 0,0 0 1 0 0,0 0-1 0 0,0 1 1 0 0,0-1-1 0 0,1 0 1 0 0,-1 0-1 0 0,0 1 1 0 0,0-1-1 0 0,0 0 0 0 0,0 0 1 0 0,1 1-1 0 0,-1-1 1 0 0,0 0-1 0 0,9 11 178 0 0,-3-6-173 0 0,0-1 0 0 0,1 1 0 0 0,-1-1 1 0 0,1-1-1 0 0,12 5 0 0 0,40 11 8 0 0,-41-13-3 0 0,8 0-26 0 0,1-1-1 0 0,35 3 1 0 0,8 0-8 0 0,-50-5-2 0 0,-15-3 0 0 0,0 0 0 0 0,1 1 0 0 0,-1 0 0 0 0,0 0 0 0 0,0 1 0 0 0,0-1 0 0 0,0 1 0 0 0,0 0 0 0 0,0 1 0 0 0,5 2 0 0 0,-9-4 0 0 0,-1-1 0 0 0,1 0 0 0 0,-1 0 0 0 0,1 0 0 0 0,-1 1 0 0 0,0-1 0 0 0,1 0 0 0 0,-1 1 0 0 0,0-1 0 0 0,1 0 0 0 0,-1 1 0 0 0,0-1 0 0 0,1 1 0 0 0,-1-1 0 0 0,0 0 0 0 0,0 1 0 0 0,1-1 0 0 0,-1 1 0 0 0,0-1 0 0 0,0 1 0 0 0,0-1 0 0 0,0 1 0 0 0,1-1 0 0 0,-1 1 0 0 0,0-1 0 0 0,0 1 0 0 0,0-1 0 0 0,0 1 0 0 0,0-1 0 0 0,0 1 0 0 0,0-1 0 0 0,-1 1 0 0 0,1-1 0 0 0,0 1 0 0 0,0-1 0 0 0,0 0 0 0 0,0 1 0 0 0,-1-1 0 0 0,1 1 0 0 0,0-1 0 0 0,0 1 0 0 0,-1-1 0 0 0,1 0 0 0 0,0 1 0 0 0,-1-1 0 0 0,1 1 0 0 0,0-1 0 0 0,-2 1 0 0 0,2-1 0 0 0,-3 4 0 0 0,0-1 0 0 0,0 0 0 0 0,0 0 0 0 0,0 0 0 0 0,0 0 0 0 0,-1 0 0 0 0,1-1 0 0 0,-7 4 0 0 0,-36 15 0 0 0,23-12 0 0 0,-13 10 0 0 0,-51 34 0 0 0,34-19 0 0 0,48-32 0 0 0,-13 15 0 0 0,10-8 0 0 0,2-2-112 0 0,6-6 74 0 0,0-1 0 0 0,0 1 0 0 0,0-1-1 0 0,-1 0 1 0 0,1 1 0 0 0,0-1 0 0 0,0 1 0 0 0,0-1 0 0 0,0 0 0 0 0,0 1 0 0 0,0-1-1 0 0,0 1 1 0 0,0-1 0 0 0,0 1 0 0 0,0-1 0 0 0,0 0 0 0 0,0 1 0 0 0,0-1-1 0 0,1 1 1 0 0,-1-1 0 0 0,0 0 0 0 0,0 1 0 0 0,0-1 0 0 0,1 1 0 0 0,0 3-3021 0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18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10 18143 0 0,'-9'-7'1928'0'0,"1"4"1833"0"0,1 46 478 0 0,11-12-2807 0 0,13 61 1 0 0,1 2-762 0 0,42 353 329 0 0,-57-430-1008 0 0,0 12 40 0 0,-9 30-5 0 0,6-57-97 0 0,-2-2-552 0 0,-1-2 521 0 0,-1 1 0 0 0,1-1-1 0 0,0 1 1 0 0,0-1 0 0 0,0 0 0 0 0,0 0 0 0 0,0-1 0 0 0,0 1 0 0 0,1-1 0 0 0,-1 1 0 0 0,1-1 0 0 0,-1 0 0 0 0,1 0 0 0 0,0 0 0 0 0,0 0 0 0 0,-1-3 0 0 0,-5-9-1609 0 0,2-1 0 0 0,-7-20 1 0 0,6 16-3021 0 0,-6-15-4060 0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18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13823 0 0,'1'-1'10276'0'0,"6"-3"-9718"0"0,1 0 0 0 0,-1 1 1 0 0,0-1-1 0 0,1 2 0 0 0,0-1 0 0 0,0 1 0 0 0,13-2 0 0 0,63-3 1182 0 0,-48 5-1340 0 0,28 0-92 0 0,0 2 0 0 0,0 3-1 0 0,121 22 1 0 0,-158-20-293 0 0,-1 2 1 0 0,28 10-1 0 0,-44-13-13 0 0,1 0 0 0 0,-1 1 1 0 0,0 1-1 0 0,0 0 0 0 0,-1 0 0 0 0,1 1 1 0 0,12 12-1 0 0,-20-17 1 0 0,0 0-1 0 0,1 1 1 0 0,-1-1-1 0 0,0 1 1 0 0,0 0-1 0 0,-1-1 1 0 0,1 1-1 0 0,-1 0 1 0 0,1 0-1 0 0,-1 0 1 0 0,0 0-1 0 0,0 0 1 0 0,0 0-1 0 0,0 1 1 0 0,-1-1-1 0 0,0 0 1 0 0,1 0-1 0 0,-1 1 1 0 0,0-1-1 0 0,0 0 1 0 0,-1 0-1 0 0,1 1 1 0 0,-1-1-1 0 0,1 0 1 0 0,-1 0-1 0 0,0 0 1 0 0,0 0-1 0 0,-1 0 1 0 0,1 0-1 0 0,-1 0 1 0 0,-3 5-1 0 0,-2 2 8 0 0,0-1 0 0 0,-1 0 0 0 0,0 0 0 0 0,0-1 0 0 0,-1 0 0 0 0,0-1 0 0 0,-14 10 0 0 0,16-13-10 0 0,-12 10-2 0 0,-2-1 0 0 0,0-1 0 0 0,-1 0-1 0 0,-34 12 1 0 0,8-8 9 0 0,-124 36-2051 0 0,93-31-2145 0 0,62-16 2306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19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53 21799 0 0,'0'0'1972'0'0,"-9"-11"-1439"0"0,7 7-96 0 0,-1 1 0 0 0,0-1 0 0 0,0 1 0 0 0,-1 0 0 0 0,1 0 0 0 0,-1 1 0 0 0,1-1 0 0 0,-1 1 0 0 0,0-1 0 0 0,0 1 0 0 0,0 0 0 0 0,-5-1 0 0 0,4 2-275 0 0,1 0-1 0 0,-1 0 1 0 0,0 0 0 0 0,0 1 0 0 0,0 0 0 0 0,0 0-1 0 0,0 0 1 0 0,0 0 0 0 0,0 1 0 0 0,-9 2-1 0 0,-103 37 436 0 0,100-33-615 0 0,12-5 18 0 0,1-1 0 0 0,0 1 0 0 0,0 0 0 0 0,1 0 0 0 0,-1 0 0 0 0,1 1 0 0 0,-1-1 0 0 0,1 1 0 0 0,0 0 0 0 0,0 0 0 0 0,-5 6 0 0 0,1 1 0 0 0,4 1 0 0 0,5 1 0 0 0,0-9 0 0 0,-1-1 0 0 0,1 1 0 0 0,0-1 0 0 0,0 0 0 0 0,0 0 0 0 0,0 0 0 0 0,0 0 0 0 0,0 0 0 0 0,0-1 0 0 0,1 1 0 0 0,-1-1 0 0 0,1 1 0 0 0,4 1 0 0 0,40 13 0 0 0,-28-10 0 0 0,107 29 0 0 0,-110-30 0 0 0,-8-3 0 0 0,1 1 0 0 0,-1 0 0 0 0,1 1 0 0 0,-1-1 0 0 0,0 2 0 0 0,-1-1 0 0 0,1 1 0 0 0,-1 0 0 0 0,10 9 0 0 0,-11-6 0 0 0,-5-8 0 0 0,-1 0 0 0 0,0 1 1 0 0,1-1-1 0 0,-1 1 0 0 0,0-1 0 0 0,1 0 0 0 0,-1 1 0 0 0,0-1 1 0 0,1 1-1 0 0,-1-1 0 0 0,0 1 0 0 0,0-1 0 0 0,0 1 1 0 0,0-1-1 0 0,1 1 0 0 0,-1-1 0 0 0,0 1 0 0 0,0-1 0 0 0,0 1 1 0 0,0 0-1 0 0,0-1 0 0 0,0 1 0 0 0,0-1 0 0 0,0 1 1 0 0,-1-1-1 0 0,1 1 0 0 0,0-1 0 0 0,0 1 0 0 0,0-1 0 0 0,0 1 1 0 0,-1-1-1 0 0,1 1 0 0 0,-1 0 5 0 0,0 2-2 0 0,-1 0 0 0 0,1 0 0 0 0,-1-1 0 0 0,1 1 0 0 0,-1-1 0 0 0,0 1 0 0 0,0-1 0 0 0,0 0 0 0 0,0 0 0 0 0,-1 0 0 0 0,1 0 0 0 0,0 0 0 0 0,-1 0 0 0 0,0 0 0 0 0,1-1 1 0 0,-1 0-1 0 0,0 1 0 0 0,-4 0 0 0 0,-6 3-5 0 0,-1-1 1 0 0,-21 5-1 0 0,-24 2-249 0 0,-94 5 1 0 0,123-17-641 0 0,27 1 307 0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19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14 6447 0 0,'0'0'586'0'0,"-7"-5"3390"0"0,5 4-2566 0 0,-1-1 0 0 0,0 1 0 0 0,0 0 0 0 0,1 0 0 0 0,-1 1 0 0 0,0-1 0 0 0,0 1 0 0 0,-4-1 0 0 0,1 1-227 0 0,0 0 0 0 0,1 0 0 0 0,-11 3 0 0 0,-2 1-736 0 0,-29 12 0 0 0,37-12 423 0 0,-15 7-511 0 0,1 0 1 0 0,-31 21-1 0 0,46-27-324 0 0,0 0 23 0 0,7-5-54 0 0,1 0-1 0 0,0 1 1 0 0,0-1 0 0 0,-1 1 0 0 0,1-1 0 0 0,0 1-1 0 0,0 0 1 0 0,0 0 0 0 0,-1-1 0 0 0,1 1-1 0 0,0 0 1 0 0,0 0 0 0 0,0 0 0 0 0,0 0-1 0 0,1 0 1 0 0,-1 0 0 0 0,0 0 0 0 0,0 1 0 0 0,1-1-1 0 0,-1 0 1 0 0,0 0 0 0 0,1 0 0 0 0,-1 2-1 0 0,1-2-8 0 0,0-1 0 0 0,1 1 0 0 0,-1 0 0 0 0,0-1-1 0 0,1 1 1 0 0,-1-1 0 0 0,1 1 0 0 0,-1 0 0 0 0,0-1-1 0 0,1 1 1 0 0,-1-1 0 0 0,1 1 0 0 0,0-1-1 0 0,-1 0 1 0 0,1 1 0 0 0,-1-1 0 0 0,1 1 0 0 0,-1-1-1 0 0,1 0 1 0 0,0 0 0 0 0,1 1 0 0 0,14 4 14 0 0,-9-4-84 0 0,-1 0 0 0 0,2 0 0 0 0,-1-1 0 0 0,0 0 1 0 0,0 0-1 0 0,0-1 0 0 0,0 1 0 0 0,0-2 0 0 0,0 1 0 0 0,-1-1 0 0 0,1 0 0 0 0,0 0 0 0 0,-1-1 0 0 0,1 0 1 0 0,-1 0-1 0 0,0-1 0 0 0,0 1 0 0 0,0-1 0 0 0,-1-1 0 0 0,1 1 0 0 0,-1-1 0 0 0,5-6 0 0 0,1 1 63 0 0,-8 8 13 0 0,-1 1-1 0 0,0-1 1 0 0,0 0 0 0 0,0 0-1 0 0,0 0 1 0 0,-1-1-1 0 0,1 1 1 0 0,-1 0-1 0 0,1-1 1 0 0,-1 1-1 0 0,0-1 1 0 0,0 1-1 0 0,0-1 1 0 0,0 0-1 0 0,0 1 1 0 0,0-1-1 0 0,0-3 1 0 0,-1 3 52 0 0,-2-3 14 0 0,1-1 9 0 0,1 5 125 0 0,0 4-148 0 0,1 5-42 0 0,0-1 0 0 0,1 1 0 0 0,0-1 0 0 0,0 1 0 0 0,0-1 0 0 0,1 0 0 0 0,0 0 0 0 0,0 0 0 0 0,1-1 0 0 0,-1 1 0 0 0,7 7 0 0 0,-6-9-69 0 0,0-1 0 0 0,1 1 1 0 0,-1-1-1 0 0,1 1 0 0 0,-1-1 0 0 0,1-1 1 0 0,0 1-1 0 0,0-1 0 0 0,1 1 0 0 0,-1-1 1 0 0,0-1-1 0 0,1 1 0 0 0,-1-1 0 0 0,7 1 1 0 0,-3-1-754 0 0,0-1 0 0 0,0 0 0 0 0,0 0 0 0 0,0-1 0 0 0,0 0 0 0 0,17-5-1 0 0,-13 2-1053 0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20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0 5527 0 0,'0'0'423'0'0,"-18"0"13992"0"0,17 1-13964 0 0,0-1 1 0 0,0 1-1 0 0,-1-1 1 0 0,1 1 0 0 0,0-1-1 0 0,0 1 1 0 0,0-1 0 0 0,0 1-1 0 0,0 0 1 0 0,0 0-1 0 0,0 0 1 0 0,0 0 0 0 0,0 0-1 0 0,0 0 1 0 0,0 0 0 0 0,0 0-1 0 0,0 1 1 0 0,-1 1-118 0 0,1 0-1 0 0,-1 0 1 0 0,1 1 0 0 0,0-1-1 0 0,0 0 1 0 0,-1 5 0 0 0,0 3-140 0 0,1 1 0 0 0,1-1 0 0 0,0 12 0 0 0,5 34 89 0 0,3 0-1 0 0,24 89 1 0 0,9 56-543 0 0,-41-195-407 0 0,2 7 946 0 0,-1-2-7473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20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17967 0 0,'1'1'5273'0'0,"3"2"-4638"0"0,0-1-1 0 0,0 0 1 0 0,0 0-1 0 0,1 0 1 0 0,-1 0-1 0 0,0-1 1 0 0,1 0-1 0 0,-1 0 0 0 0,10 1 1 0 0,46 1 906 0 0,-41-2-1207 0 0,55-3 232 0 0,114-16-1 0 0,-103 7-549 0 0,21 0-503 0 0,-60 6-9143 0 0,-32 3-53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21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0 10135 0 0,'-8'1'919'0'0,"-18"-1"18143"0"0,96 7-18510 0 0,1-2 1 0 0,87-6-1 0 0,-112 0-478 0 0,28 0-67 0 0,370 6 47 0 0,-287 1-1807 0 0,-138-5 1071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21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 14279 0 0,'-10'1'14628'0'0,"10"-1"-14496"0"0,7 8 1885 0 0,13 8-2901 0 0,-17-14 1591 0 0,8 6-608 0 0,1 0 0 0 0,0-1 0 0 0,23 10 0 0 0,44 11 336 0 0,-49-18-378 0 0,-15-4-57 0 0,0 0 0 0 0,26 15 0 0 0,-31-14 11 0 0,-6 2 31 0 0,-4-8-31 0 0,0 1-1 0 0,0-1 1 0 0,0 1-1 0 0,0 0 1 0 0,-1-1-1 0 0,1 1 0 0 0,-1-1 1 0 0,1 1-1 0 0,-1-1 1 0 0,1 0-1 0 0,-1 1 1 0 0,0-1-1 0 0,0 0 1 0 0,0 1-1 0 0,0-1 0 0 0,0 0 1 0 0,0 0-1 0 0,0 0 1 0 0,0 0-1 0 0,0 0 1 0 0,-3 2-1 0 0,-30 19 147 0 0,29-20-144 0 0,-43 22 87 0 0,-2-2-1 0 0,-91 28 1 0 0,76-28-439 0 0,38-12-8797 0 0,15-5-765 0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27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11055 0 0,'0'0'16908'0'0,"0"2"-15993"0"0,9 28-137 0 0,-1 1 1 0 0,-2 0 0 0 0,4 44-1 0 0,-1-4-390 0 0,1-10-200 0 0,33 112 0 0 0,-9-75-273 0 0,-34-96-415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28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0 698 4143 0 0,'0'0'19173'0'0,"3"-2"-18018"0"0,2-1-679 0 0,0-1 1 0 0,0 0-1 0 0,0-1 0 0 0,0 1 0 0 0,0-1 0 0 0,-1 0 1 0 0,0 0-1 0 0,0 0 0 0 0,0-1 0 0 0,5-11 0 0 0,-7 13-429 0 0,9-16 618 0 0,8-23 0 0 0,4-6-216 0 0,104-177 182 0 0,-86 155-619 0 0,-18 32 5 0 0,1 1 1 0 0,55-63 0 0 0,-48 61-81 0 0,-29 38-251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02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62 9215 0 0,'2'0'5228'0'0,"2"0"-3635"0"0,-1 0-1071 0 0,-1-1 0 0 0,1 1 0 0 0,-1 0 0 0 0,0 0 0 0 0,1 0 1 0 0,-1 1-1 0 0,0-1 0 0 0,1 1 0 0 0,-1-1 0 0 0,0 1 0 0 0,1 0 0 0 0,-1 0 0 0 0,0 0 1 0 0,0 0-1 0 0,2 1 0 0 0,-2 0 96 0 0,-1 10 461 0 0,-1-10-568 0 0,0 0-401 0 0,0 0 0 0 0,-1 0 1 0 0,1 0-1 0 0,-1 0 0 0 0,0-1 1 0 0,0 1-1 0 0,1 0 0 0 0,-1 0 1 0 0,0-1-1 0 0,0 1 0 0 0,0-1 1 0 0,-1 1-1 0 0,1-1 0 0 0,0 1 1 0 0,-1-1-1 0 0,1 0 0 0 0,-1 1 0 0 0,1-1 1 0 0,-3 1-1 0 0,0 1 19 0 0,-1 0 0 0 0,0-1 0 0 0,1 1 0 0 0,-1-1 0 0 0,-6 2 0 0 0,-2-1 111 0 0,-22 2-1 0 0,21-3-145 0 0,12-2-81 0 0,0 1 0 0 0,0-1 1 0 0,-1 0-1 0 0,1 0 0 0 0,0 0 0 0 0,0 0 0 0 0,0 0 0 0 0,0-1 0 0 0,-1 1 1 0 0,1 0-1 0 0,0-1 0 0 0,0 0 0 0 0,0 0 0 0 0,-2-1 0 0 0,3 1 46 0 0,0 1-53 0 0,1 0 0 0 0,-1-1 0 0 0,1 1 0 0 0,0-1 0 0 0,-1 1-1 0 0,1-1 1 0 0,-1 1 0 0 0,1-1 0 0 0,0 1 0 0 0,0-1 0 0 0,-1 1 0 0 0,1-1 0 0 0,0 1 0 0 0,0-1-1 0 0,0 1 1 0 0,0-1 0 0 0,-1 0 0 0 0,1 0 0 0 0,0 0-5 0 0,0 0-1 0 0,0 0 1 0 0,0 0 0 0 0,0 0-1 0 0,0 0 1 0 0,0 0 0 0 0,0 0 0 0 0,0 0-1 0 0,0 0 1 0 0,0 0 0 0 0,1 0-1 0 0,-1 0 1 0 0,0 0 0 0 0,1 0-1 0 0,-1 0 1 0 0,0 0 0 0 0,1 1-1 0 0,-1-1 1 0 0,1 0 0 0 0,0 0-1 0 0,0 0 1 0 0,2-2 0 0 0,3-6-1 0 0,0 0 0 0 0,1 1 0 0 0,1 0 0 0 0,-1 0 0 0 0,1 1 0 0 0,1 0 0 0 0,-1 0 0 0 0,1 1 0 0 0,0 0 0 0 0,1 1 0 0 0,0 0 0 0 0,17-7 0 0 0,-23 10-4 0 0,0 1 1 0 0,0 0-1 0 0,0-1 0 0 0,0 1 0 0 0,0 1 0 0 0,0-1 1 0 0,0 1-1 0 0,1-1 0 0 0,-1 1 0 0 0,0 1 1 0 0,0-1-1 0 0,0 0 0 0 0,0 1 0 0 0,0 0 1 0 0,1 0-1 0 0,3 2 0 0 0,4 0 4 0 0,-3 3 0 0 0,-2 3 0 0 0,-5-4 12 0 0,0-1-1 0 0,-1 1 1 0 0,1-1 0 0 0,-1 1 0 0 0,0 0-1 0 0,-1-1 1 0 0,1 1 0 0 0,-1 0-1 0 0,0-1 1 0 0,0 1 0 0 0,-1 0-1 0 0,0 5 1 0 0,-1 1 32 0 0,0 0 0 0 0,-1 0 0 0 0,-8 19 0 0 0,9-27-33 0 0,0 0 1 0 0,0 1-1 0 0,-1-2 0 0 0,1 1 1 0 0,-1 0-1 0 0,1 0 0 0 0,-1-1 1 0 0,0 1-1 0 0,0-1 0 0 0,0 0 1 0 0,0 0-1 0 0,0 0 0 0 0,-4 1 1 0 0,6-2-4 0 0,-1 0 0 0 0,1 0 1 0 0,0 0-1 0 0,-1-1 0 0 0,1 1 1 0 0,0 0-1 0 0,-1-1 0 0 0,1 1 0 0 0,-1-1 1 0 0,1 1-1 0 0,-1-1 0 0 0,1 0 1 0 0,-1 0-1 0 0,1 0 0 0 0,-1 1 1 0 0,1-2-1 0 0,-3 1 0 0 0,-3-1 7 0 0,3 2-1 0 0,0-1 1 0 0,0 1 0 0 0,0-1 0 0 0,0-1-1 0 0,0 1 1 0 0,0 0 0 0 0,0-1 0 0 0,0 0-1 0 0,0 0 1 0 0,0 0 0 0 0,1 0-1 0 0,-1-1 1 0 0,0 0 0 0 0,0 0 0 0 0,1 0-1 0 0,-1 0 1 0 0,1 0 0 0 0,0 0 0 0 0,0-1-1 0 0,-4-4 1 0 0,2 3-15 0 0,4 3 0 0 0,-1-1 0 0 0,1 0 0 0 0,0 1 0 0 0,-1-1 0 0 0,1 0 0 0 0,0 0 0 0 0,0 0 0 0 0,0 0 0 0 0,0 0 0 0 0,0 0 0 0 0,1 0 0 0 0,-1-3 0 0 0,-4-21 0 0 0,5 8 0 0 0,4 13 0 0 0,-2 3 0 0 0,1-4-11 0 0,1 1-1 0 0,0 0 1 0 0,0 1 0 0 0,0-1 0 0 0,0 0-1 0 0,1 1 1 0 0,-1 0 0 0 0,1 0 0 0 0,0 1-1 0 0,6-4 1 0 0,-4 3-4 0 0,1 0-1 0 0,-1 1 1 0 0,0 0-1 0 0,1 0 1 0 0,0 0-1 0 0,-1 1 1 0 0,13-1-1 0 0,-13 2 21 0 0,0 1 1 0 0,0 0-1 0 0,0 0 0 0 0,0 0 1 0 0,0 1-1 0 0,0 1 0 0 0,0-1 1 0 0,0 1-1 0 0,0 0 0 0 0,0 0 1 0 0,-1 1-1 0 0,1 0 0 0 0,8 5 1 0 0,-4 2 36 0 0,3 3-30 0 0,-12-7-14 0 0,-2-2 3 0 0,2 1-1 0 0,0 1 0 0 0,0 0 0 0 0,-1-1 0 0 0,0 1 0 0 0,0 8 0 0 0,-1-12 0 0 0,1 0 0 0 0,-1 0 0 0 0,0 1 0 0 0,0-1 0 0 0,0 0 0 0 0,0 0 0 0 0,0 0 0 0 0,-1 1 0 0 0,1-1 0 0 0,-1 0 0 0 0,1 0 0 0 0,-1 0 0 0 0,0 0 0 0 0,0 0 0 0 0,-1 2 0 0 0,-2 3 0 0 0,2-3 24 0 0,0 0-1 0 0,0-1 1 0 0,0 0-1 0 0,0 0 1 0 0,-1 1-1 0 0,1-1 1 0 0,-1 0-1 0 0,0-1 1 0 0,0 1-1 0 0,-5 3 1 0 0,-3 2 99 0 0,-22 9 1 0 0,33-17-125 0 0,-6 3 10 0 0,0-1 0 0 0,0 0 0 0 0,0-1 0 0 0,0 1 0 0 0,0-1 0 0 0,0-1 0 0 0,0 1 0 0 0,0-1 0 0 0,0 0-1 0 0,0 0 1 0 0,-1-1 0 0 0,1 0 0 0 0,0 0 0 0 0,0 0 0 0 0,0-1 0 0 0,0 0 0 0 0,1 0 0 0 0,-1 0 0 0 0,0-1-1 0 0,1 0 1 0 0,0 0 0 0 0,-1 0 0 0 0,1-1 0 0 0,-6-5 0 0 0,9 7-9 0 0,1 1 0 0 0,0-1 0 0 0,0 0 0 0 0,0 1 0 0 0,0-1 0 0 0,0 0 0 0 0,0 0 0 0 0,-1-3 0 0 0,0-6 0 0 0,3 5-17 0 0,0 0-1 0 0,0-1 1 0 0,1 1 0 0 0,-1 0-1 0 0,1 0 1 0 0,1 1 0 0 0,-1-1-1 0 0,1 0 1 0 0,0 1 0 0 0,0-1-1 0 0,5-5 1 0 0,6-3-95 0 0,-9 11 95 0 0,-1 2-1 0 0,-4 1-59 0 0,1-1-1 0 0,-1 1 1 0 0,0 0-1 0 0,1-1 1 0 0,-1 1-1 0 0,1 0 1 0 0,-1 0-1 0 0,1 0 1 0 0,-1-1-1 0 0,1 1 1 0 0,-1 0-1 0 0,1 0 1 0 0,0 0-1 0 0,-1 0 0 0 0,1 0 1 0 0,-1 0-1 0 0,1 0 1 0 0,-1 0-1 0 0,1 0 1 0 0,-1 0-1 0 0,1 0 1 0 0,-1 0-1 0 0,1 0 1 0 0,-1 1-1 0 0,1-1 1 0 0,-1 0-1 0 0,1 0 1 0 0,-1 1-1 0 0,1-1 1 0 0,-1 0-1 0 0,1 0 0 0 0,-1 1 1 0 0,0-1-1 0 0,1 1 1 0 0,-1-1-1 0 0,1 0 1 0 0,-1 1-1 0 0,0-1 1 0 0,1 1-1 0 0,-1-1 1 0 0,0 1-1 0 0,0-1 1 0 0,1 1-1 0 0,-1-1 1 0 0,0 1-1 0 0,0-1 1 0 0,0 1-1 0 0,6 12-1110 0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04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14743 0 0,'0'-2'1136'0'0,"0"-18"4442"0"0,1 18-4495 0 0,-1 2-1001 0 0,1 0-1 0 0,-1 0 0 0 0,0 0 0 0 0,0-1 0 0 0,0 1 0 0 0,0 0 0 0 0,1 0 0 0 0,-1 0 0 0 0,0 0 0 0 0,0 0 0 0 0,0 0 0 0 0,0 0 0 0 0,1 0 0 0 0,-1-1 0 0 0,0 1 0 0 0,0 0 0 0 0,0 0 0 0 0,1 0 0 0 0,-1 0 0 0 0,0 0 0 0 0,0 0 0 0 0,1 0 0 0 0,-1 0 0 0 0,0 0 0 0 0,0 0 0 0 0,0 0 0 0 0,1 0 0 0 0,-1 0 0 0 0,0 1 1 0 0,0-1-1 0 0,0 0 0 0 0,1 0 0 0 0,-1 0 0 0 0,0 0 0 0 0,0 0 0 0 0,0 0 0 0 0,0 0 0 0 0,1 1 0 0 0,-1-1 0 0 0,0 0 0 0 0,0 0 0 0 0,0 0 0 0 0,0 0 0 0 0,0 1 0 0 0,1-1 0 0 0,-1 0 0 0 0,6 16 1166 0 0,1 24-390 0 0,-7-39-758 0 0,10 259 2357 0 0,-7-87-1996 0 0,0-125-345 0 0,15 76 0 0 0,-16-117-106 0 0,-1 0-1 0 0,2-1 1 0 0,-1 1 0 0 0,1 0 0 0 0,5 10 0 0 0,-1-8-9 0 0,3-2 0 0 0,2-5 0 0 0,-9-3-6 0 0,0 0 0 0 0,0 0 0 0 0,0 0 1 0 0,0-1-1 0 0,0 1 0 0 0,-1-1 0 0 0,1 1 0 0 0,0-1 0 0 0,-1 0 1 0 0,0 0-1 0 0,1 0 0 0 0,2-4 0 0 0,2-1-19 0 0,-1-1-1 0 0,10-15 1 0 0,5-16-71 0 0,31-80-1 0 0,1-3-50 0 0,-35 85 82 0 0,-11 28 55 0 0,-3 10 10 0 0,-2 5 15 0 0,1 7 43 0 0,-1-1 0 0 0,0 1 1 0 0,-1-1-1 0 0,-1 1 0 0 0,0 14 0 0 0,2 31 150 0 0,1-34-140 0 0,9 31 0 0 0,-10-47-67 0 0,0 0 0 0 0,1 0 0 0 0,0 0 0 0 0,1 0 0 0 0,-1-1 0 0 0,1 1 0 0 0,7 7 0 0 0,-9-13-124 0 0,0-1-1 0 0,-1-1 0 0 0,1 1 0 0 0,0 0 1 0 0,0 0-1 0 0,0-1 0 0 0,0 1 0 0 0,0-1 1 0 0,0 1-1 0 0,0-1 0 0 0,0 0 0 0 0,0 0 1 0 0,0 0-1 0 0,0 0 0 0 0,0 0 0 0 0,0 0 1 0 0,0-1-1 0 0,0 1 0 0 0,0-1 0 0 0,3-1 1 0 0,-2 1-200 0 0,0-1 1 0 0,-1 1-1 0 0,1-1 1 0 0,-1 0-1 0 0,1 0 0 0 0,-1 0 1 0 0,0 0-1 0 0,0-1 1 0 0,0 1-1 0 0,2-4 1 0 0,3-7-1817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04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33 11055 0 0,'-34'-32'17311'0'0,"36"34"-17110"0"0,48 68-1206 0 0,-35-51-1207 0 0,2 1 0 0 0,0-2 0 0 0,27 22 0 0 0,-33-32 1100 0 0,-1-1 0 0 0,1 1 0 0 0,0-2 0 0 0,0 0 1 0 0,1 0-1 0 0,18 5 0 0 0,-21-8 909 0 0,0-1 1 0 0,0 0-1 0 0,1 0 1 0 0,-1-1-1 0 0,1-1 1 0 0,-1 0-1 0 0,0 0 1 0 0,1 0 0 0 0,17-4-1 0 0,1-6 1026 0 0,-27 10-530 0 0,0-1 0 0 0,0 1 0 0 0,0-1 0 0 0,0 1-1 0 0,0-1 1 0 0,0 0 0 0 0,0 1 0 0 0,0-1 0 0 0,0 0 0 0 0,-1 0 0 0 0,1 0 0 0 0,0 0 0 0 0,0 1 0 0 0,-1-1 0 0 0,1 0 0 0 0,0 0-1 0 0,-1 0 1 0 0,1-1 0 0 0,-1 1 0 0 0,0 0 0 0 0,1 0 0 0 0,-1-2 0 0 0,0 2 14 0 0,-1 0 0 0 0,-1 0 1 0 0,1 1-1 0 0,0-1 0 0 0,0 0 0 0 0,0 1 1 0 0,0-1-1 0 0,0 1 0 0 0,-1-1 0 0 0,1 1 0 0 0,0 0 1 0 0,0 0-1 0 0,-3-1 0 0 0,0 1 54 0 0,-1 0 1 0 0,1 0-1 0 0,-1 0 0 0 0,0 1 1 0 0,1 0-1 0 0,-1 0 0 0 0,1 0 1 0 0,-1 0-1 0 0,1 1 0 0 0,-5 2 1 0 0,-8 3 539 0 0,-17 13 0 0 0,25-14-558 0 0,-21 12 715 0 0,-45 36-1 0 0,61-42-785 0 0,1 0-1 0 0,0 1 0 0 0,1 1 1 0 0,-20 28-1 0 0,31-41-247 0 0,0 0 0 0 0,0 0 0 0 0,1 0 0 0 0,-1 1 0 0 0,0-1 0 0 0,1 0 0 0 0,0 1 0 0 0,-1-1 0 0 0,1 1 0 0 0,0-1-1 0 0,-1 0 1 0 0,1 3 0 0 0,0-3-15 0 0,0-1-1 0 0,1 1 0 0 0,-1 0 0 0 0,0 0 0 0 0,0-1 0 0 0,0 1 0 0 0,1 0 0 0 0,-1-1 1 0 0,1 1-1 0 0,-1 0 0 0 0,0-1 0 0 0,1 1 0 0 0,-1-1 0 0 0,1 1 0 0 0,-1 0 1 0 0,1-1-1 0 0,-1 1 0 0 0,1-1 0 0 0,0 0 0 0 0,-1 1 0 0 0,1-1 0 0 0,0 1 1 0 0,0-1-1 0 0,3 2-27 0 0,-1-1 1 0 0,0 0-1 0 0,1-1 1 0 0,-1 1-1 0 0,0-1 1 0 0,1 1-1 0 0,-1-1 1 0 0,1 0-1 0 0,-1 0 1 0 0,1-1-1 0 0,-1 1 1 0 0,1-1 0 0 0,-1 1-1 0 0,7-3 1 0 0,5-3-185 0 0,28-13 1 0 0,-30 13 153 0 0,17-10-94 0 0,31-21 0 0 0,-33 19 22 0 0,35-16 0 0 0,-63 33 122 0 0,1 1 0 0 0,0 0 0 0 0,-1-1 1 0 0,1 1-1 0 0,-1 0 0 0 0,1 0 0 0 0,0-1 0 0 0,-1 1 0 0 0,1 0 0 0 0,0 0 0 0 0,-1 0 1 0 0,1 0-1 0 0,0 0 0 0 0,0 0 0 0 0,-1 0 0 0 0,2 0 0 0 0,0 5 50 0 0,-2-5-30 0 0,2 6 67 0 0,0 0 1 0 0,0 1-1 0 0,-1-1 1 0 0,0 0-1 0 0,0 0 1 0 0,-1 11-1 0 0,-3 40 494 0 0,1-24-371 0 0,5 412 1030 0 0,5-364-1240 0 0,5 86-377 0 0,-13-159 46 0 0,0 0 0 0 0,-1 0 0 0 0,0 0 0 0 0,0 0 0 0 0,-1 0 0 0 0,0 0-1 0 0,0 0 1 0 0,-1-1 0 0 0,-7 15 0 0 0,10-21 139 0 0,-1 0 0 0 0,0-1 0 0 0,0 1 0 0 0,0 0 0 0 0,1-1 0 0 0,-1 1 0 0 0,0-1 0 0 0,0 1 0 0 0,0-1 0 0 0,0 0 0 0 0,0 1 0 0 0,0-1 0 0 0,0 0 0 0 0,0 0 0 0 0,0 1 0 0 0,0-1 0 0 0,0 0 0 0 0,0 0 0 0 0,0 0 0 0 0,-1-1-1 0 0,2 1 156 0 0,-11-1-2416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05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12 482 21799 0 0,'0'0'995'0'0,"-2"1"-18"0"0,-7 3 1452 0 0,11-3-2248 0 0,1 0-1 0 0,-1 0 0 0 0,1-1 0 0 0,-1 1 0 0 0,1-1 0 0 0,-1 0 0 0 0,1 1 0 0 0,0-1 0 0 0,-1 0 0 0 0,1-1 0 0 0,0 1 0 0 0,-1 0 1 0 0,6-2-1 0 0,34-13 516 0 0,-26 8-430 0 0,19-8-89 0 0,0-2-1 0 0,-2-1 1 0 0,0-2-1 0 0,-1-1 1 0 0,31-27-1 0 0,-44 31-156 0 0,0 0 0 0 0,-2-1 0 0 0,0-1 0 0 0,-1 0 0 0 0,21-35 0 0 0,-17 20 12 0 0,-2 0 0 0 0,27-71 0 0 0,-43 96-21 0 0,-1 8 115 0 0,-2 2-106 0 0,-1 0 0 0 0,1 1 0 0 0,0 0 0 0 0,0-1 0 0 0,0 1 0 0 0,0 0 0 0 0,0-1 0 0 0,0 1 0 0 0,0 0 0 0 0,0 2 0 0 0,0-3 2 0 0,-6 15 78 0 0,2 0 1 0 0,-1 1-1 0 0,2-1 0 0 0,-4 25 1 0 0,6-30-76 0 0,1 1 0 0 0,1-1 0 0 0,0 1-1 0 0,0 0 1 0 0,2-1 0 0 0,-1 1 0 0 0,5 16 0 0 0,-5-25-30 0 0,0 0 0 0 0,0 0-1 0 0,1 1 1 0 0,-1-2 0 0 0,1 1 0 0 0,0 0 0 0 0,-1 0-1 0 0,1 0 1 0 0,1-1 0 0 0,-1 1 0 0 0,0-1 0 0 0,1 0 0 0 0,-1 0-1 0 0,1 1 1 0 0,-1-2 0 0 0,1 1 0 0 0,0 0 0 0 0,0 0-1 0 0,0-1 1 0 0,0 0 0 0 0,0 0 0 0 0,0 1 0 0 0,1-2-1 0 0,-1 1 1 0 0,0 0 0 0 0,0-1 0 0 0,1 1 0 0 0,-1-1-1 0 0,4 0 1 0 0,-3 0-16 0 0,1-1 0 0 0,-1 1 1 0 0,0-1-1 0 0,1 0 0 0 0,-1 0 0 0 0,0 0 0 0 0,1-1 0 0 0,-1 1 0 0 0,0-1 0 0 0,0 0 0 0 0,0 0 0 0 0,-1 0 0 0 0,1-1 0 0 0,0 1 0 0 0,-1-1 1 0 0,1 0-1 0 0,-1 0 0 0 0,0-1 0 0 0,0 1 0 0 0,-1 0 0 0 0,5-7 0 0 0,2-8-8 0 0,-1 0 0 0 0,8-27 1 0 0,0-1-34 0 0,16-28 50 0 0,-30 68 28 0 0,-2 5 64 0 0,1 2-58 0 0,-1 1 0 0 0,1-1 1 0 0,-1 1-1 0 0,1-1 0 0 0,-1 1 0 0 0,1-1 1 0 0,-1 1-1 0 0,0-1 0 0 0,0 1 0 0 0,0 2 1 0 0,1-2 11 0 0,4 49 47 0 0,-3-24 59 0 0,8 39 1 0 0,-7-57-120 0 0,-1 1 0 0 0,1-1-1 0 0,1 0 1 0 0,0 1 0 0 0,0-2 0 0 0,1 1 0 0 0,9 13 0 0 0,-11-19-33 0 0,-1 0 1 0 0,1 0-1 0 0,0 0 0 0 0,0-1 0 0 0,0 1 1 0 0,0-1-1 0 0,1 0 0 0 0,-1 1 0 0 0,0-2 1 0 0,1 1-1 0 0,0 0 0 0 0,5 1 0 0 0,-6-2 5 0 0,-1 0 0 0 0,0-1 0 0 0,0 0 0 0 0,1 1-1 0 0,-1-1 1 0 0,0 0 0 0 0,1 0 0 0 0,-1 0 0 0 0,0-1-1 0 0,1 1 1 0 0,-1 0 0 0 0,0-1 0 0 0,0 0 0 0 0,0 1-1 0 0,1-1 1 0 0,-1 0 0 0 0,0 0 0 0 0,0 0 0 0 0,0 0-1 0 0,0-1 1 0 0,0 1 0 0 0,-1 0 0 0 0,3-3 0 0 0,6-8-57 0 0,0 0 1 0 0,-1-1-1 0 0,14-25 1 0 0,-22 35 58 0 0,12-21-132 0 0,15-44 1 0 0,-21 46 102 0 0,2 1 1 0 0,0 0-1 0 0,16-24 0 0 0,-19 37 45 0 0,-5 7 106 0 0,7 27 147 0 0,-2 59 15 0 0,0-2-161 0 0,-5-73-272 0 0,1 0 0 0 0,0 0 0 0 0,1 0 0 0 0,0-1 1 0 0,1 1-1 0 0,5 9 0 0 0,-8-16-102 0 0,1 0-1 0 0,0-1 1 0 0,0 1 0 0 0,0 0-1 0 0,3 3 1 0 0,5-1-3962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06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0 282 7831 0 0,'0'0'16548'0'0,"1"1"-16203"0"0,11 15-383 0 0,-1 0 0 0 0,11 23 0 0 0,-15-28-695 0 0,1 1 0 0 0,0-2 1 0 0,13 15-1 0 0,9 12-3019 0 0,-16-18 831 0 0,1-1 0 0 0,16 17 1 0 0,-24-29 2519 0 0,0 1 0 0 0,0-2 1 0 0,0 1-1 0 0,0-1 1 0 0,1 0-1 0 0,0 0 1 0 0,0-1-1 0 0,11 4 0 0 0,-15-7 510 0 0,0-1-1 0 0,-1 1 1 0 0,1-1-1 0 0,0 0 0 0 0,0 0 1 0 0,0 0-1 0 0,0-1 1 0 0,-1 1-1 0 0,1-1 0 0 0,0 0 1 0 0,4-2-1 0 0,3 0 243 0 0,0-1 0 0 0,16-10 0 0 0,-19 9 170 0 0,1 0 0 0 0,-1-1-1 0 0,0 0 1 0 0,-1 0 0 0 0,11-12 0 0 0,-14 14 161 0 0,0-1-1 0 0,-1 1 1 0 0,1-1-1 0 0,-1 0 1 0 0,0 0-1 0 0,0-1 1 0 0,-1 1 0 0 0,0-1-1 0 0,0 1 1 0 0,2-10-1 0 0,-3 14-525 0 0,-1-1 1 0 0,1 0-1 0 0,-1 0 0 0 0,0 0 0 0 0,0 0 1 0 0,0 0-1 0 0,0 0 0 0 0,0 0 1 0 0,0 0-1 0 0,-1 0 0 0 0,1 0 0 0 0,-1 0 1 0 0,1 0-1 0 0,-1 1 0 0 0,0-1 0 0 0,1 0 1 0 0,-1 0-1 0 0,0 0 0 0 0,0 1 0 0 0,0-1 1 0 0,-1 1-1 0 0,1-1 0 0 0,0 1 0 0 0,-1-1 1 0 0,1 1-1 0 0,-1 0 0 0 0,1-1 0 0 0,-1 1 1 0 0,1 0-1 0 0,-1 0 0 0 0,0 0 0 0 0,0 1 1 0 0,1-1-1 0 0,-4-1 0 0 0,1 1 47 0 0,-1 0 0 0 0,1 0 0 0 0,-1 1 0 0 0,0-1 0 0 0,1 1 1 0 0,-1 0-1 0 0,0 0 0 0 0,1 1 0 0 0,-1-1 0 0 0,1 1 0 0 0,-1 0 0 0 0,1 1 0 0 0,-8 2 0 0 0,-5 4 233 0 0,0 1 1 0 0,0 0-1 0 0,1 1 0 0 0,0 1 1 0 0,-25 23-1 0 0,32-25-295 0 0,0 0 1 0 0,0 1-1 0 0,1 0 1 0 0,0 0-1 0 0,1 1 0 0 0,0 0 1 0 0,1 0-1 0 0,0 1 1 0 0,-6 18-1 0 0,11-27-139 0 0,0 0 0 0 0,1 0 1 0 0,-1 0-1 0 0,1 1 0 0 0,-1-1 0 0 0,1 0 1 0 0,0 0-1 0 0,0 1 0 0 0,1-1 0 0 0,-1 0 1 0 0,1 0-1 0 0,0 1 0 0 0,-1-1 0 0 0,3 5 0 0 0,-2-6-28 0 0,0 0-1 0 0,0 0 1 0 0,1 0-1 0 0,-1 0 0 0 0,0-1 1 0 0,1 1-1 0 0,-1 0 1 0 0,1-1-1 0 0,0 1 0 0 0,-1-1 1 0 0,1 1-1 0 0,0-1 1 0 0,0 0-1 0 0,0 1 0 0 0,0-1 1 0 0,0 0-1 0 0,0-1 0 0 0,0 1 1 0 0,0 0-1 0 0,1-1 1 0 0,3 2-1 0 0,6-1-145 0 0,1 0-1 0 0,0-1 0 0 0,-1 0 1 0 0,1-1-1 0 0,0 0 1 0 0,-1-1-1 0 0,1-1 1 0 0,-1 0-1 0 0,1 0 1 0 0,-1-1-1 0 0,14-8 1 0 0,-13 6 60 0 0,0-1 0 0 0,-1 0 0 0 0,0-1 0 0 0,-1 0 0 0 0,1-1-1 0 0,-2 0 1 0 0,1-1 0 0 0,-1-1 0 0 0,16-20 0 0 0,-8 3 38 0 0,-2 0 1 0 0,0-1-1 0 0,-2 0 0 0 0,-1-1 0 0 0,-2-1 0 0 0,-1 0 0 0 0,-1 0 0 0 0,7-48 0 0 0,-15 76 75 0 0,12-98 343 0 0,-12 85-242 0 0,0 0 0 0 0,-2 0 0 0 0,0 0 0 0 0,-3-20 0 0 0,3 34 74 0 0,1 1 1 0 0,0-1-1 0 0,-1 0 0 0 0,0 0 1 0 0,1 0-1 0 0,-1 0 1 0 0,-2-3-1 0 0,-2 4 1051 0 0,-1 7-884 0 0,1 4-208 0 0,1 0-1 0 0,0 0 1 0 0,0 1 0 0 0,1 0 0 0 0,1-1-1 0 0,0 1 1 0 0,0 0 0 0 0,0 13-1 0 0,1 8 113 0 0,5 50 1 0 0,47 264 300 0 0,3-129-374 0 0,-53-210-159 0 0,1 1-14 0 0,0 1 0 0 0,1 17 0 0 0,-3-25-71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06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16351 0 0,'0'0'8365'0'0,"1"3"-7418"0"0,34 179 2933 0 0,-11-49-2824 0 0,35 214 80 0 0,-55-318-1120 0 0,-3-28-16 0 0,3 25 18 0 0,0 1 0 0 0,-2 0 0 0 0,-2 54 0 0 0,0-80-61 0 0,0-1 0 0 0,0 1 0 0 0,0 0 0 0 0,0-1 0 0 0,0 1 0 0 0,0 0 0 0 0,0-1 0 0 0,-1 1 0 0 0,1 0 0 0 0,0-1 0 0 0,0 1 0 0 0,-1 0 0 0 0,1-1 0 0 0,0 1 0 0 0,-1-1 0 0 0,1 1 0 0 0,-1 0 0 0 0,1-1 0 0 0,-1 1 0 0 0,1-1 0 0 0,-1 0 0 0 0,1 1 0 0 0,-1-1 0 0 0,1 1 0 0 0,-1-1 0 0 0,0 0 0 0 0,1 1 0 0 0,-1-1 0 0 0,0 0 0 0 0,1 0 0 0 0,-1 0 0 0 0,0 1 0 0 0,1-1 0 0 0,-1 0 0 0 0,0 0 0 0 0,1 0 0 0 0,-1 0 0 0 0,0 0 0 0 0,0 0 0 0 0,1 0 0 0 0,-1 0 0 0 0,0-1-1 0 0,1 1 1 0 0,-1 0 0 0 0,0 0 0 0 0,1-1 0 0 0,-1 1 0 0 0,1 0 0 0 0,-2-1 0 0 0,-1-1-151 0 0,0 1-1 0 0,1-1 1 0 0,-1 0-1 0 0,0-1 1 0 0,1 1-1 0 0,-1 0 1 0 0,1-1 0 0 0,0 1-1 0 0,0-1 1 0 0,-3-4-1 0 0,-16-33-1922 0 0,12 22 952 0 0,-6-12-1683 0 0,-1-3-5108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07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14 100 22607 0 0,'-7'-7'2047'0'0,"2"2"-1601"0"0,4 4 29 0 0,2-1 80 0 0,4-2-127 0 0,1-1-1 0 0,0 1 1 0 0,0 0 0 0 0,0 1 0 0 0,0-1 0 0 0,1 1 0 0 0,13-5-1 0 0,53-11 738 0 0,-63 17-1083 0 0,34-6 177 0 0,1 2 0 0 0,52 0-1 0 0,-18 1-171 0 0,-48 3-70 0 0,0 1 0 0 0,0 1 0 0 0,0 2 0 0 0,0 1 1 0 0,0 1-1 0 0,0 2 0 0 0,50 17 0 0 0,-74-20-17 0 0,0 0 0 0 0,0 1 0 0 0,0 0 0 0 0,-1 0 0 0 0,0 0 0 0 0,1 1 0 0 0,-2 0 0 0 0,1 0 0 0 0,-1 1 0 0 0,1 0 0 0 0,-1 0 0 0 0,-1 0 0 0 0,1 0 0 0 0,-1 1 0 0 0,-1-1 0 0 0,1 1 0 0 0,-1 0 0 0 0,0 0 0 0 0,0 1 0 0 0,-1-1 0 0 0,0 1 0 0 0,-1-1 0 0 0,1 1 0 0 0,-1-1 0 0 0,-1 1 0 0 0,0 0 0 0 0,0 0 0 0 0,0-1 0 0 0,-2 10 0 0 0,-1-7 0 0 0,1-1 0 0 0,-1 1 0 0 0,-1-1 0 0 0,0 1 0 0 0,0-1 0 0 0,-1 0 0 0 0,0-1 0 0 0,-1 1 0 0 0,-10 12 0 0 0,-3-1 0 0 0,-1-1 0 0 0,-29 22 0 0 0,40-33 0 0 0,-1-1 0 0 0,0 0 0 0 0,0-1 0 0 0,-1 0 0 0 0,0 0 0 0 0,0-1 0 0 0,0-1 0 0 0,-23 6 0 0 0,-21 3-225 0 0,24-4-249 0 0,-1-2 0 0 0,-56 5 0 0 0,85-12 249 0 0,0 0 1 0 0,0 0-1 0 0,0 0 0 0 0,0-1 0 0 0,0 1 0 0 0,0-1 0 0 0,0 0 0 0 0,0 0 0 0 0,0 0 1 0 0,0 0-1 0 0,-3-3 0 0 0,12-6-6110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07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1 13359 0 0,'0'0'14272'0'0,"0"2"-13212"0"0,-2 2-760 0 0,0 1 0 0 0,0-1 0 0 0,0 0 0 0 0,0 0 0 0 0,-1 0 0 0 0,1 0-1 0 0,-1 0 1 0 0,0 0 0 0 0,0-1 0 0 0,-7 7 0 0 0,-9 10 38 0 0,9-9-271 0 0,0-1-1 0 0,-1 0 1 0 0,0-1-1 0 0,0 0 1 0 0,-20 11-1 0 0,28-18-63 0 0,0 0 0 0 0,0 0-1 0 0,0 0 1 0 0,0 0 0 0 0,1 0 0 0 0,-1 1 0 0 0,-2 2 0 0 0,-32 32 14 0 0,34-35-17 0 0,0 0 0 0 0,-6 13 0 0 0,5-2 0 0 0,3-9 0 0 0,-1 1 0 0 0,5 15 0 0 0,1-6 0 0 0,4-4 0 0 0,-4-6 0 0 0,1 0 0 0 0,-1 0 0 0 0,1 0 0 0 0,0-1 0 0 0,1 0 0 0 0,-1 0 0 0 0,8 3 0 0 0,5 0 0 0 0,19 4 0 0 0,-27-8 0 0 0,61 18 0 0 0,-67-20-12 0 0,-1 0 0 0 0,1 1 0 0 0,-1 0 0 0 0,1 0 0 0 0,-1 0 0 0 0,0 0 0 0 0,5 3 0 0 0,-3-1-36 0 0,-3-3-32 0 0,9 6-627 0 0,1 0-2647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08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15 118 2759 0 0,'0'-3'126'0'0,"-6"-40"-392"0"0,1 16 163 0 0,3 10 3810 0 0,1 3 3205 0 0,0 0 4575 0 0,5 70-8980 0 0,19 105 1 0 0,-16-119-2058 0 0,71 309 830 0 0,-70-322-1250 0 0,2 3-20 0 0,-1 0 0 0 0,-2 1-1 0 0,3 37 1 0 0,-10-67-41 0 0,1 0 0 0 0,-1 0 0 0 0,0 0 0 0 0,0 0 0 0 0,0 0 0 0 0,-1 0 0 0 0,1 0 0 0 0,-1 3 0 0 0,-1 0-70 0 0,2-4-52 0 0,-6-8-3384 0 0,2 3 2947 0 0,1-1-1 0 0,-1 0 1 0 0,1 0 0 0 0,0-1-1 0 0,1 1 1 0 0,-1-1 0 0 0,-2-4-1 0 0,-3-12-7773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09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48 18431 0 0,'-2'-1'844'0'0,"2"1"-698"0"0,-1 0 1 0 0,0-1-1 0 0,1 1 0 0 0,-1 0 0 0 0,1-1 0 0 0,-1 1 1 0 0,1 0-1 0 0,-1-1 0 0 0,1 1 0 0 0,-1 0 0 0 0,1-1 1 0 0,-1 1-1 0 0,1-1 0 0 0,-1 1 0 0 0,1-1 0 0 0,0 1 1 0 0,-1-1-1 0 0,1 1 0 0 0,-1-2 0 0 0,1 2 1 0 0,1 0 0 0 0,-1-1 0 0 0,0 1 0 0 0,0 0 0 0 0,0-1 0 0 0,1 1 0 0 0,-1 0 0 0 0,0 0 0 0 0,0-1 0 0 0,1 1 0 0 0,-1 0 0 0 0,0 0-1 0 0,0-1 1 0 0,1 1 0 0 0,-1 0 0 0 0,0 0 0 0 0,1 0 0 0 0,-1 0 0 0 0,0 0 0 0 0,1-1 0 0 0,-1 1 0 0 0,0 0 0 0 0,1 0 0 0 0,0 0 0 0 0,33-4 4374 0 0,-25 3-5309 0 0,71-11 1948 0 0,-49 6-926 0 0,0 2 1 0 0,46-1 0 0 0,1 5-191 0 0,-23-1 30 0 0,99 12-1 0 0,-138-9-65 0 0,-1 1-1 0 0,1 1 1 0 0,0 0-1 0 0,-1 1 1 0 0,0 1-1 0 0,0 1 0 0 0,-1 0 1 0 0,0 0-1 0 0,0 2 1 0 0,22 16-1 0 0,-34-23-8 0 0,1 0-1 0 0,0 1 1 0 0,0 0 0 0 0,-1 0 0 0 0,0 0-1 0 0,1 0 1 0 0,-1 0 0 0 0,0 0-1 0 0,-1 0 1 0 0,1 1 0 0 0,-1-1-1 0 0,1 1 1 0 0,-1-1 0 0 0,0 1-1 0 0,0 0 1 0 0,0-1 0 0 0,-1 1 0 0 0,1 0-1 0 0,-1 0 1 0 0,0-1 0 0 0,-1 5-1 0 0,0-2-1 0 0,0 0-1 0 0,0 0 0 0 0,-1 0 0 0 0,0-1 1 0 0,0 1-1 0 0,-1-1 0 0 0,1 1 0 0 0,-1-1 1 0 0,0 0-1 0 0,-1 0 0 0 0,1 0 0 0 0,-7 6 1 0 0,-22 22-226 0 0,-70 54-1 0 0,-45 18-3478 0 0,121-88 2189 0 0,-4 4-5014 0 0,1-1-1867 0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09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35 7831 0 0,'20'-8'632'0'0,"5"-16"13892"0"0,-27 23-13269 0 0,-4 0-840 0 0,0 1 0 0 0,0-1 0 0 0,0 1 0 0 0,0 0 0 0 0,0 1 0 0 0,0-1 0 0 0,-6 3-1 0 0,-43 12 1189 0 0,12-2-883 0 0,22-7-451 0 0,0 1-1 0 0,1 2 0 0 0,-1 0 0 0 0,-27 18 1 0 0,45-25-227 0 0,-1 6-31 0 0,4 5-11 0 0,8-1 0 0 0,-2-6 0 0 0,0-1 1 0 0,0 0-1 0 0,1-1 1 0 0,-1 1-1 0 0,1-1 0 0 0,0-1 1 0 0,0 1-1 0 0,9 2 1 0 0,9 1-8 0 0,30 6 1 0 0,-37-9 39 0 0,-1 0 1 0 0,1 0 0 0 0,-1 2 0 0 0,20 9 0 0 0,-20-7 29 0 0,-9-4-58 0 0,0 0-1 0 0,1 1 1 0 0,-2 0 0 0 0,1 0-1 0 0,10 10 1 0 0,-17-15-2 0 0,-1 1 0 0 0,1-1 1 0 0,-1 1-1 0 0,1 0 1 0 0,-1-1-1 0 0,1 1 0 0 0,-1 0 1 0 0,1 0-1 0 0,-1-1 0 0 0,0 1 1 0 0,1 0-1 0 0,-1 0 1 0 0,0 0-1 0 0,1 3 3 0 0,5 13-6 0 0,-7-11 0 0 0,0-3 0 0 0,0 1-22 0 0,0 1 1 0 0,-1-1-1 0 0,1 0 1 0 0,-1 0-1 0 0,0 0 1 0 0,0 0-1 0 0,0 0 1 0 0,0 0-1 0 0,-1-1 0 0 0,1 1 1 0 0,-1-1-1 0 0,0 0 1 0 0,0 1-1 0 0,0-1 1 0 0,0-1-1 0 0,-1 1 0 0 0,0 0 1 0 0,-6 3-1 0 0,-2 1-101 0 0,-1-1 0 0 0,1 0 0 0 0,-1-1 0 0 0,-24 7 0 0 0,6-8-809 0 0,17-3-4152 0 0,16-12 485 0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10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126 267 2303 0 0,'28'-28'27547'0'0,"-34"32"-30851"0"0,-2 2 3790 0 0,0 1 1 0 0,0-1-1 0 0,1 2 1 0 0,0-1 0 0 0,-9 13-1 0 0,-28 46 388 0 0,18-26-447 0 0,22-34-375 0 0,1-3-41 0 0,1 0-1 0 0,0 0 1 0 0,0 0-1 0 0,1 0 1 0 0,-1 1 0 0 0,1-1-1 0 0,-1 0 1 0 0,1 1-1 0 0,0-1 1 0 0,0 1-1 0 0,1 0 1 0 0,-1-1-1 0 0,1 1 1 0 0,0-1-1 0 0,0 6 1 0 0,0-8-30 0 0,1 0 0 0 0,-1-1 1 0 0,0 1-1 0 0,1 0 0 0 0,0 0 0 0 0,-1-1 0 0 0,1 1 0 0 0,-1 0 0 0 0,1 0 1 0 0,0-1-1 0 0,-1 1 0 0 0,1-1 0 0 0,0 1 0 0 0,0-1 0 0 0,-1 1 1 0 0,1-1-1 0 0,0 1 0 0 0,0-1 0 0 0,0 0 0 0 0,0 1 0 0 0,0-1 1 0 0,0 0-1 0 0,0 0 0 0 0,22 6-238 0 0,-18-6 194 0 0,-1 0 0 0 0,0 0-1 0 0,1 0 1 0 0,-1-1 0 0 0,0 0 0 0 0,1 1 0 0 0,-1-2 0 0 0,0 1 0 0 0,0 0 0 0 0,1-1 0 0 0,-1 0 0 0 0,0 0 0 0 0,-1 0 0 0 0,8-5-1 0 0,2-2-254 0 0,0-2-1 0 0,17-17 0 0 0,-24 22 218 0 0,-1 1 0 0 0,0-1 0 0 0,0-1 0 0 0,-1 1 0 0 0,0 0-1 0 0,0-1 1 0 0,-1 0 0 0 0,1 0 0 0 0,-1 0 0 0 0,-1-1 0 0 0,4-11 0 0 0,-6 7 47 0 0,-1 4 54 0 0,0 7 275 0 0,1 3-195 0 0,-2 4-27 0 0,0 0 1 0 0,0 0-1 0 0,1 0 1 0 0,0 1-1 0 0,0-1 1 0 0,1 0-1 0 0,0 1 0 0 0,0-1 1 0 0,0 0-1 0 0,1 1 1 0 0,0-1-1 0 0,0 0 0 0 0,4 11 1 0 0,-3-10-24 0 0,0 0 1 0 0,1-1-1 0 0,0 1 1 0 0,0-1-1 0 0,1 0 1 0 0,0 0-1 0 0,0 0 1 0 0,0 0-1 0 0,1 0 1 0 0,0-1-1 0 0,0 0 1 0 0,6 5-1 0 0,-3-4-137 0 0,0-1 0 0 0,0 0 0 0 0,0-1 0 0 0,1 0 0 0 0,0 0 0 0 0,0 0 0 0 0,0-1 0 0 0,0-1 0 0 0,0 0-1 0 0,0 0 1 0 0,1-1 0 0 0,-1 0 0 0 0,12 0 0 0 0,-13-1-389 0 0,0-1-1 0 0,0 0 0 0 0,-1-1 0 0 0,1 1 1 0 0,0-2-1 0 0,-1 1 0 0 0,1-1 1 0 0,-1 0-1 0 0,0 0 0 0 0,8-6 1 0 0,-10 7-92 0 0,-1-2 1 0 0,0 1 0 0 0,-1 0 0 0 0,1-1 0 0 0,-1 1 0 0 0,1-1-1 0 0,2-4 1 0 0,2-8-1473 0 0</inkml:trace>
  <inkml:trace contextRef="#ctx0" brushRef="#br0" timeOffset="1">552 42 1839 0 0,'-1'-10'93'0'0,"1"8"-30"0"0,0-1 0 0 0,0 0-1 0 0,-1 1 1 0 0,-10-20 17569 0 0,6 27-16660 0 0,2-3-216 0 0,0 2-202 0 0,-1 1-1 0 0,1 0 1 0 0,0 0-1 0 0,1 0 1 0 0,-1 1-1 0 0,1-1 1 0 0,0 1-1 0 0,0-1 1 0 0,1 1-1 0 0,0 0 1 0 0,-1 6-1 0 0,-1 11 504 0 0,2 32 0 0 0,2-20-775 0 0,1-1 1 0 0,2 1-1 0 0,2-1 1 0 0,10 34-1 0 0,34 105-766 0 0,-45-134-909 0 0,-5-37 651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10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1 114 17503 0 0,'0'0'3654'0'0,"2"0"-1713"0"0,5 1-1268 0 0,1-1 0 0 0,-1 0 0 0 0,0 0 0 0 0,1 0 1 0 0,-1-1-1 0 0,0-1 0 0 0,9-2 0 0 0,13-1-224 0 0,99-13 687 0 0,95-16-573 0 0,49-13-2731 0 0,-241 43 928 0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3:58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402 167 9671 0 0,'0'-2'440'0'0,"-16"-68"729"0"0,6 21 6578 0 0,10 46-7084 0 0,-1-1-1 0 0,0 0 1 0 0,1 1-1 0 0,-1-1 1 0 0,-1 1-1 0 0,1 0 1 0 0,0-1 0 0 0,-1 1-1 0 0,0 0 1 0 0,0 0-1 0 0,-3-4 1 0 0,4 5-182 0 0,-1 3-378 0 0,-1-1 0 0 0,1 0 0 0 0,0 1 0 0 0,0-1 0 0 0,0 1 0 0 0,-1 0 0 0 0,1 0 0 0 0,0 0 0 0 0,0 0 0 0 0,0 0 0 0 0,0 0 0 0 0,0 1 0 0 0,-3 2 0 0 0,-21 24 307 0 0,7-2-63 0 0,-29 51 0 0 0,13-20-113 0 0,-12 21 127 0 0,-54 121 1 0 0,92-179-318 0 0,1 0 0 0 0,1 0 0 0 0,0 1-1 0 0,2 0 1 0 0,-4 30 0 0 0,8-42-34 0 0,0 0-1 0 0,1 0 1 0 0,0 1-1 0 0,1-1 1 0 0,0 0-1 0 0,0 0 1 0 0,1 0 0 0 0,1 0-1 0 0,-1 0 1 0 0,1 0-1 0 0,1-1 1 0 0,0 1-1 0 0,0-1 1 0 0,0 0-1 0 0,7 9 1 0 0,-2-7-6 0 0,0 0 0 0 0,0 0 0 0 0,1-1 1 0 0,0-1-1 0 0,1 0 0 0 0,0 0 0 0 0,0-1 1 0 0,0 0-1 0 0,1-1 0 0 0,0 0 0 0 0,0-1 1 0 0,1-1-1 0 0,0 0 0 0 0,-1 0 0 0 0,19 2 1 0 0,-8-3-47 0 0,0 0 0 0 0,0-2 1 0 0,0 0-1 0 0,0-2 1 0 0,0-1-1 0 0,-1 0 0 0 0,1-2 1 0 0,25-7-1 0 0,-20 3-491 0 0,-1-1 1 0 0,-1-2-1 0 0,0 0 0 0 0,-1-2 0 0 0,0-1 1 0 0,-1-1-1 0 0,0-1 0 0 0,35-32 0 0 0,-35 22-957 0 0,-5-1-41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3:59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21767 0 0,'0'0'1972'0'0,"2"-2"-1623"0"0,6-5-98 0 0,0 0 0 0 0,1 1 0 0 0,1 0 0 0 0,-1 0 0 0 0,1 1 0 0 0,-1 1 0 0 0,17-6 0 0 0,78-20 1644 0 0,-95 28-1806 0 0,0 0 1 0 0,1 1-1 0 0,-1 0 0 0 0,1 1 0 0 0,-1-1 1 0 0,1 2-1 0 0,-1-1 0 0 0,11 3 0 0 0,-15-2-68 0 0,-1 1 0 0 0,1-1-1 0 0,0 1 1 0 0,-1 0 0 0 0,0 0 0 0 0,1 0-1 0 0,-1 1 1 0 0,0 0 0 0 0,0-1-1 0 0,0 1 1 0 0,-1 1 0 0 0,1-1-1 0 0,-1 0 1 0 0,0 1 0 0 0,1 0 0 0 0,-2 0-1 0 0,5 7 1 0 0,0 2 16 0 0,-1 0 1 0 0,-1 0-1 0 0,0 1 0 0 0,-1-1 0 0 0,-1 1 1 0 0,0 0-1 0 0,2 18 0 0 0,-1 104 245 0 0,-3-54-195 0 0,0-11-81 0 0,3 38-2104 0 0,-4-106 1253 0 0,1 5 1102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3:59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28 148 18431 0 0,'-1'2'1415'0'0,"-3"4"-985"0"0,1 0 1 0 0,0 1-1 0 0,0-1 0 0 0,0 1 1 0 0,1 0-1 0 0,0-1 0 0 0,1 1 0 0 0,-1 0 1 0 0,1 0-1 0 0,0 0 0 0 0,1 8 1 0 0,-1 27 2103 0 0,7 72 0 0 0,-2-80-2742 0 0,0-1 0 0 0,3 0 0 0 0,1-1 0 0 0,13 37 0 0 0,-19-66 65 0 0,1 3-3262 0 0</inkml:trace>
  <inkml:trace contextRef="#ctx0" brushRef="#br0" timeOffset="1">77 54 1839 0 0,'-3'-19'160'0'0,"-1"7"-160"0"0,-5-11 19168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3:59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41 15663 0 0,'-1'2'719'0'0,"0"10"-19"0"0,0 0-1 0 0,1-1 1 0 0,0 1 0 0 0,1 0 0 0 0,0 0-1 0 0,1-1 1 0 0,3 16 0 0 0,-2-12 1880 0 0,0-6-1916 0 0,0 0-1 0 0,0 0 1 0 0,1 0-1 0 0,0-1 0 0 0,0 1 1 0 0,1-1-1 0 0,0 0 0 0 0,0 0 1 0 0,9 8-1 0 0,0 0-446 0 0,0-1 0 0 0,33 26-1 0 0,-40-36-192 0 0,-1-1 0 0 0,1 0 0 0 0,0 0 0 0 0,0 0 0 0 0,0-1 0 0 0,0 0-1 0 0,1 0 1 0 0,0-1 0 0 0,10 2 0 0 0,-16-4-15 0 0,0 0 0 0 0,-1 0 1 0 0,1 0-1 0 0,-1 0 0 0 0,1 0 0 0 0,-1-1 1 0 0,1 1-1 0 0,-1-1 0 0 0,1 1 0 0 0,-1-1 0 0 0,1 1 1 0 0,-1-1-1 0 0,1 0 0 0 0,-1 0 0 0 0,0 0 1 0 0,0 0-1 0 0,1 0 0 0 0,-1 0 0 0 0,0 0 0 0 0,0 0 1 0 0,0 0-1 0 0,0 0 0 0 0,0-1 0 0 0,0 1 1 0 0,0 0-1 0 0,-1-1 0 0 0,2-1 0 0 0,1-5 26 0 0,0 0-1 0 0,0 0 1 0 0,2-16 0 0 0,-3 17-36 0 0,12-62 59 0 0,-4 18-572 0 0,22-67 1 0 0,-13 68-1981 0 0,-18 49 920 0 0</inkml:trace>
  <inkml:trace contextRef="#ctx0" brushRef="#br0" timeOffset="1">375 382 13183 0 0,'15'19'1408'0'0,"-3"-11"-1370"0"0,-7-8 36 0 0,-3 0 20 0 0,3 0 339 0 0,0-1 0 0 0,0 1 0 0 0,0-1 0 0 0,0 0 0 0 0,-1 0 0 0 0,1-1 0 0 0,0 1 0 0 0,0-1 0 0 0,-1 0 0 0 0,1 0 0 0 0,-1-1 0 0 0,0 1 0 0 0,5-4 0 0 0,6-6 435 0 0,-1 1-1 0 0,15-16 1 0 0,-18 14-552 0 0,0-1 1 0 0,0 1 0 0 0,-1-2-1 0 0,-1 1 1 0 0,0-1 0 0 0,11-30-1 0 0,-6 11-38 0 0,-3-2 0 0 0,9-39 0 0 0,-19 72-261 0 0,3-24 94 0 0,-4 25-97 0 0,0 1 0 0 0,0-1-1 0 0,0 1 1 0 0,0-1 0 0 0,0 1 0 0 0,0-1-1 0 0,-1 0 1 0 0,1 1 0 0 0,-1-1-1 0 0,1 1 1 0 0,-1 0 0 0 0,1-1-1 0 0,-1 1 1 0 0,-1-3 0 0 0,1 4-2 0 0,1-1 0 0 0,0 1 0 0 0,-1 0 1 0 0,1 0-1 0 0,0-1 0 0 0,-1 1 0 0 0,1 0 0 0 0,0 0 0 0 0,-1 0 1 0 0,1 0-1 0 0,0 0 0 0 0,-1-1 0 0 0,1 1 0 0 0,-1 0 1 0 0,1 0-1 0 0,0 0 0 0 0,-1 0 0 0 0,1 0 0 0 0,-1 0 0 0 0,1 0 1 0 0,0 0-1 0 0,-1 0 0 0 0,1 1 0 0 0,-1-1 0 0 0,1 0 1 0 0,0 0-1 0 0,-1 0 0 0 0,1 0 0 0 0,0 0 0 0 0,-1 1 0 0 0,1-1 1 0 0,-1 0-1 0 0,-11 10 243 0 0,4-1-124 0 0,1-1 0 0 0,0 1 0 0 0,1 0 0 0 0,-10 20 0 0 0,-17 45 434 0 0,22-48-313 0 0,4-11-92 0 0,2 1 1 0 0,0-1-1 0 0,1 1 0 0 0,-4 29 1 0 0,7-35-163 0 0,0-1 0 0 0,1 0 0 0 0,0 0 0 0 0,1 0 0 0 0,0 0 1 0 0,0 0-1 0 0,1 0 0 0 0,0 0 0 0 0,1 0 0 0 0,4 10 0 0 0,-6-16-123 0 0,1 1-1 0 0,1 0 1 0 0,-1-1-1 0 0,0 1 1 0 0,1-1-1 0 0,0 0 0 0 0,0 0 1 0 0,0 0-1 0 0,0 0 1 0 0,0 0-1 0 0,1-1 1 0 0,-1 0-1 0 0,1 1 1 0 0,-1-1-1 0 0,1 0 0 0 0,0-1 1 0 0,7 3-1 0 0,16 0-3100 0 0,1-7-3287 0 0,-6-4-1165 0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00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28 114 2303 0 0,'-5'-4'4602'0'0,"3"6"-3159"0"0,0 0 1 0 0,0 1-1 0 0,0 0 0 0 0,0-1 1 0 0,0 1-1 0 0,1 0 1 0 0,-1 0-1 0 0,1 0 1 0 0,0 0-1 0 0,-2 6 1 0 0,2-4-644 0 0,0-1 0 0 0,1 1 0 0 0,-1 0 0 0 0,1 0 0 0 0,0 0 0 0 0,2 8 0 0 0,1 3-797 0 0,1-1 0 0 0,1 1 0 0 0,10 22 1 0 0,-7-20 1198 0 0,0 5-1115 0 0,2-1-1 0 0,1 0 1 0 0,0 0 0 0 0,2-1 0 0 0,29 38 0 0 0,-35-53-76 0 0,-7-6-8 0 0,1 0 0 0 0,-1-1 1 0 0,1 1-1 0 0,-1 0 0 0 0,1-1 1 0 0,-1 1-1 0 0,0-1 0 0 0,1 1 1 0 0,-1-1-1 0 0,0 1 0 0 0,1-1 0 0 0,-1 1 1 0 0,0-1-1 0 0,0 1 0 0 0,1-2 1 0 0,-1 2-4 0 0,7-18 16 0 0,-1 0 0 0 0,6-26 0 0 0,3-10 8 0 0,5-6-42 0 0,2 1 0 0 0,43-80 1 0 0,-59 130 15 0 0,-1 0-1 0 0,2 0 1 0 0,-1 0 0 0 0,11-10 0 0 0,-5 10 2 0 0,-12 9 0 0 0,1 0 0 0 0,0-1 0 0 0,0 1 0 0 0,0 0 0 0 0,-1 0 0 0 0,1 0 0 0 0,0-1 0 0 0,0 1 0 0 0,0 0 0 0 0,0 0 0 0 0,0 0 0 0 0,-1 0 0 0 0,3 1 0 0 0,-1 0 5 0 0,0-1 1 0 0,0 1-1 0 0,-1 0 1 0 0,1 1-1 0 0,0-1 1 0 0,0 0-1 0 0,-1 0 1 0 0,1 1-1 0 0,0-1 1 0 0,-1 1-1 0 0,1-1 1 0 0,-1 1-1 0 0,0 0 0 0 0,0-1 1 0 0,1 1-1 0 0,-1 0 1 0 0,0 0-1 0 0,-1 0 1 0 0,1 0-1 0 0,1 3 1 0 0,1 6 53 0 0,0 0 0 0 0,2 17 0 0 0,-4-24-47 0 0,11 146 457 0 0,-3-24-304 0 0,-7-104-424 0 0,2 0 1 0 0,1-1 0 0 0,12 36-1 0 0,-15-51-41 0 0,0-1 0 0 0,1 1 0 0 0,0 0 0 0 0,6 8 0 0 0,-7-12-144 0 0,0 0-1 0 0,-1 0 1 0 0,1 0-1 0 0,0-1 1 0 0,0 1 0 0 0,0 0-1 0 0,0-1 1 0 0,5 3-1 0 0,5 0-8591 0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00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32 13359 0 0,'-1'-1'612'0'0,"1"-2"-401"0"0,-12-12 390 0 0,-3 2 8017 0 0,14 25-3 0 0,1-7-10873 0 0,1 63 3240 0 0,18 124 0 0 0,-12-138-773 0 0,6 90 131 0 0,-3-24-180 0 0,10 123-485 0 0,-20-223 2 0 0,0-19 104 0 0,-8-29-7470 0 0,4 12 2401 0 0,-2-8-2740 0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01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13359 0 0,'0'0'1027'0'0,"2"-1"-328"0"0,3-3 300 0 0,0 1 0 0 0,0 0 0 0 0,1 0 0 0 0,-1 0 0 0 0,1 1 0 0 0,0 0 0 0 0,-1 0 0 0 0,12-2 0 0 0,53-5 2156 0 0,-49 6-2711 0 0,54-1 185 0 0,0 3 0 0 0,0 3 0 0 0,81 13 0 0 0,-132-12-602 0 0,1 1 0 0 0,-1 1-1 0 0,-1 2 1 0 0,34 13 0 0 0,-47-16-21 0 0,-1 0 1 0 0,0 1-1 0 0,0 0 1 0 0,-1 0-1 0 0,1 1 1 0 0,-1 1-1 0 0,0-1 0 0 0,-1 1 1 0 0,0 0-1 0 0,0 1 1 0 0,0 0-1 0 0,-1 0 1 0 0,5 9-1 0 0,-8-11-3 0 0,0-1 0 0 0,-1 1 0 0 0,1-1 0 0 0,-1 1 1 0 0,-1 0-1 0 0,1 0 0 0 0,-1 0 0 0 0,0 0 0 0 0,0 0 0 0 0,-1 0 0 0 0,0 0 0 0 0,0 0 0 0 0,0 0 0 0 0,-1 0 0 0 0,0 1 1 0 0,0-1-1 0 0,-4 10 0 0 0,2-6 6 0 0,-2-1 1 0 0,1 0 0 0 0,-1 0 0 0 0,-1 0 0 0 0,0 0-1 0 0,0-1 1 0 0,0 0 0 0 0,-1 0 0 0 0,-14 11-1 0 0,6-6 44 0 0,-1-2-1 0 0,0 0 0 0 0,-1-1 1 0 0,0 0-1 0 0,-1-2 0 0 0,0 0 1 0 0,-21 6-1 0 0,-136 30-188 0 0,154-40 52 0 0,18-3-141 0 0,-64 11-287 0 0,45-9-2469 0 0,1-2-4154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44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29 17503 0 0,'-5'-3'403'0'0,"1"0"0"0"0,0 0 0 0 0,-1 0 0 0 0,1 0 0 0 0,-1 1 0 0 0,0 0 0 0 0,0 0 0 0 0,0 0 0 0 0,0 1 0 0 0,0-1 0 0 0,-6 1 0 0 0,4 0 123 0 0,0 1 0 0 0,0 0 0 0 0,0 0 0 0 0,0 1-1 0 0,0 0 1 0 0,0 0 0 0 0,-13 5 0 0 0,7-1-67 0 0,-1 1 1 0 0,2 1-1 0 0,-21 13 1 0 0,13-8-62 0 0,-56 44 730 0 0,75-56-1122 0 0,1 0-1 0 0,-1 0 1 0 0,1 0 0 0 0,-1 1 0 0 0,1-1 0 0 0,-1 0-1 0 0,1 0 1 0 0,-1 1 0 0 0,1-1 0 0 0,0 0 0 0 0,-1 1 0 0 0,1-1-1 0 0,-1 1 1 0 0,1-1 0 0 0,0 1 0 0 0,-1-1 0 0 0,1 0 0 0 0,0 1-1 0 0,0-1 1 0 0,-1 1 0 0 0,1 0 0 0 0,0-1 0 0 0,0 1-1 0 0,0-1 1 0 0,0 1 0 0 0,0-1 0 0 0,-1 1 0 0 0,1-1 0 0 0,0 1-1 0 0,0-1 1 0 0,0 1 0 0 0,1 0 0 0 0,-1-1 0 0 0,0 1-1 0 0,0-1 1 0 0,0 1 0 0 0,0-1 0 0 0,0 1 0 0 0,1-1 0 0 0,-1 1-1 0 0,0-1 1 0 0,0 1 0 0 0,1-1 0 0 0,-1 1 0 0 0,0-1 0 0 0,1 1-1 0 0,1 0 14 0 0,-1 1 0 0 0,0-1-1 0 0,1 0 1 0 0,-1 0 0 0 0,1 0-1 0 0,-1 0 1 0 0,1 0-1 0 0,0 0 1 0 0,-1 0 0 0 0,1-1-1 0 0,3 2 1 0 0,2-1-26 0 0,0-1-1 0 0,0 0 0 0 0,0 0 1 0 0,8-2-1 0 0,18 1-18 0 0,-5 3 26 0 0,-1 1 0 0 0,29 7 0 0 0,-49-9 0 0 0,0 1 0 0 0,0 0 0 0 0,-1 1 0 0 0,1 0 0 0 0,0 0 0 0 0,-1 0 0 0 0,0 0 0 0 0,0 1 0 0 0,0 0 0 0 0,0 1 0 0 0,0-1 0 0 0,-1 1 0 0 0,6 7 0 0 0,-10-10 3 0 0,0-1 1 0 0,1 1-1 0 0,-1 0 0 0 0,0 0 0 0 0,0 0 1 0 0,0 0-1 0 0,-1 0 0 0 0,1 0 0 0 0,0 0 0 0 0,-1 0 1 0 0,1 0-1 0 0,-1 0 0 0 0,0 0 0 0 0,0 0 1 0 0,0 1-1 0 0,0-1 0 0 0,0 0 0 0 0,-1 4 1 0 0,0-2 8 0 0,0-1 1 0 0,-1 1 0 0 0,1-1-1 0 0,-1 1 1 0 0,0-1 0 0 0,0 0 0 0 0,0 1-1 0 0,0-1 1 0 0,-1 0 0 0 0,-2 2-1 0 0,-1 2 15 0 0,-1-1 0 0 0,0-1 0 0 0,0 1 0 0 0,0-1-1 0 0,-1 0 1 0 0,0-1 0 0 0,0 0 0 0 0,-11 4 0 0 0,2-3-154 0 0,1-1 1 0 0,0-1 0 0 0,-1 0 0 0 0,0-2-1 0 0,0 0 1 0 0,-24-1 0 0 0,39 0-44 0 0,1 0 0 0 0,-1 0 0 0 0,0-1 1 0 0,1 1-1 0 0,-1 0 0 0 0,0-1 0 0 0,1 1 0 0 0,-1-1 1 0 0,-1 0-1 0 0,3 0 50 0 0,-1 1 0 0 0,0-1 0 0 0,1 1 0 0 0,-1-1 0 0 0,1 1 0 0 0,-1-1 0 0 0,1 1 0 0 0,-1-1 1 0 0,1 0-1 0 0,0 1 0 0 0,-1-1 0 0 0,1 0 0 0 0,0 1 0 0 0,0-1 0 0 0,-1 0 0 0 0,1 1 0 0 0,0-1 0 0 0,0 0 0 0 0,0 1 1 0 0,0-1-1 0 0,0 0 0 0 0,0-1 0 0 0,0 0-250 0 0,1-1-1 0 0,-1 0 1 0 0,1 1 0 0 0,0-1 0 0 0,0 0 0 0 0,0 1 0 0 0,0 0-1 0 0,0-1 1 0 0,1 1 0 0 0,-1 0 0 0 0,1-1 0 0 0,0 1-1 0 0,2-2 1 0 0,0-1-228 0 0,11-15-1796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44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4143 0 0,'0'0'319'0'0,"0"2"425"0"0,2 6 2415 0 0,0 0 0 0 0,-1 0 0 0 0,0 0 1 0 0,0 11-1 0 0,-4 21 2154 0 0,-2 1-3542 0 0,2-24-1431 0 0,0 1-1 0 0,2-1 0 0 0,0 1 0 0 0,2 22 0 0 0,0-35-307 0 0,0-1 1 0 0,-1 1-1 0 0,2-1 0 0 0,-1 1 1 0 0,0-1-1 0 0,1 0 1 0 0,0 0-1 0 0,0 1 1 0 0,0-1-1 0 0,0 0 1 0 0,1-1-1 0 0,0 1 0 0 0,0 0 1 0 0,5 4-1 0 0,-5-5-58 0 0,0-1-1 0 0,0 0 1 0 0,0 0-1 0 0,1 0 1 0 0,-1-1-1 0 0,0 1 1 0 0,1-1-1 0 0,-1 1 1 0 0,1-1-1 0 0,0-1 1 0 0,0 1-1 0 0,-1 0 1 0 0,1-1-1 0 0,0 0 1 0 0,0 0-1 0 0,-1 0 1 0 0,9-1-1 0 0,-3-1-199 0 0,0 0-1 0 0,1 0 1 0 0,-1-1 0 0 0,0 0-1 0 0,0-1 1 0 0,0 0 0 0 0,-1-1-1 0 0,1 0 1 0 0,-1 0 0 0 0,0 0-1 0 0,-1-1 1 0 0,1 0 0 0 0,-1-1-1 0 0,12-13 1 0 0,-12 11-176 0 0,-1 0 1 0 0,1 0-1 0 0,-1-1 1 0 0,-1 1-1 0 0,0-1 0 0 0,0 0 1 0 0,-1-1-1 0 0,-1 1 1 0 0,1-1-1 0 0,-2 0 0 0 0,1 0 1 0 0,0-18-1 0 0,-2 24 242 0 0,-1-1-1 0 0,-1 1 0 0 0,1 0 0 0 0,-1-1 1 0 0,0 1-1 0 0,0 0 0 0 0,-1 0 1 0 0,-3-9-1 0 0,4 12 217 0 0,0 0-1 0 0,0-1 0 0 0,0 1 1 0 0,-1 0-1 0 0,1 0 1 0 0,-1 0-1 0 0,1 0 1 0 0,-1 0-1 0 0,0 1 0 0 0,0-1 1 0 0,0 0-1 0 0,0 1 1 0 0,0-1-1 0 0,0 1 1 0 0,0 0-1 0 0,0 0 1 0 0,-1-1-1 0 0,1 1 0 0 0,-5-1 1 0 0,7 2-2 0 0,-1 0-1 0 0,0 0 1 0 0,1 1 0 0 0,-1-1 0 0 0,0 0-1 0 0,1 0 1 0 0,-1 0 0 0 0,1 0-1 0 0,-1 1 1 0 0,0-1 0 0 0,1 0 0 0 0,-1 1-1 0 0,1-1 1 0 0,-1 0 0 0 0,1 1 0 0 0,-1-1-1 0 0,1 1 1 0 0,-1-1 0 0 0,1 1 0 0 0,-1-1-1 0 0,1 1 1 0 0,0-1 0 0 0,-1 1 0 0 0,1 0-1 0 0,-7 13 390 0 0,5-9-377 0 0,1 1-1 0 0,0-1 0 0 0,0 0 1 0 0,1 1-1 0 0,0-1 0 0 0,0 0 1 0 0,0 1-1 0 0,0-1 0 0 0,1 1 1 0 0,0-1-1 0 0,0 0 0 0 0,1 0 1 0 0,-1 1-1 0 0,1-1 0 0 0,0 0 1 0 0,0 0-1 0 0,1-1 0 0 0,0 1 1 0 0,0 0-1 0 0,4 5 0 0 0,-2-4-81 0 0,0 0 0 0 0,0-1-1 0 0,0 1 1 0 0,1-1 0 0 0,0-1 0 0 0,-1 1-1 0 0,2-1 1 0 0,-1 0 0 0 0,1 0 0 0 0,-1-1-1 0 0,1 1 1 0 0,0-2 0 0 0,0 1 0 0 0,9 1-1 0 0,-6-2-481 0 0,1 0 0 0 0,0-1 0 0 0,18-1 0 0 0,-23 0-166 0 0,1-1-1 0 0,-1 0 1 0 0,0 0-1 0 0,1 0 1 0 0,-1-1-1 0 0,0 0 1 0 0,9-4 0 0 0,-4-1-982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45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13823 0 0,'-1'2'6035'0'0,"-2"5"-4456"0"0,0 1 1 0 0,1 0 0 0 0,-3 17-1 0 0,3-10-271 0 0,1 23 1 0 0,11 70-277 0 0,-8-85-466 0 0,11 53-227 0 0,42 135-1 0 0,-52-200-330 0 0,2 10-8 0 0,-5-20-53 0 0,-5-15-460 0 0,5 8 449 0 0,1 0 0 0 0,0 0 0 0 0,0 1 0 0 0,1-1 0 0 0,0 1 0 0 0,0-1 0 0 0,0 1 0 0 0,5-8 0 0 0,-3 4-15 0 0,3-5 4 0 0,0 0 0 0 0,1 1-1 0 0,0 0 1 0 0,17-19 0 0 0,-21 26 51 0 0,1 1 0 0 0,0 0 0 0 0,0 1 0 0 0,0-1 0 0 0,1 1 0 0 0,0 0 0 0 0,-1 0 0 0 0,1 1 0 0 0,1 0 0 0 0,-1 0 0 0 0,0 0 0 0 0,12-2 0 0 0,-11 4 33 0 0,0 0 0 0 0,-1 1 0 0 0,1 0 1 0 0,0 0-1 0 0,0 0 0 0 0,0 1 0 0 0,0 0 0 0 0,-1 1 0 0 0,1 0 0 0 0,0 0 1 0 0,-1 0-1 0 0,1 0 0 0 0,10 7 0 0 0,-12-6 0 0 0,-1-1 0 0 0,0 1 0 0 0,1 0-1 0 0,-1 1 1 0 0,0-1 0 0 0,-1 0 0 0 0,1 1 0 0 0,0 0 0 0 0,-1 0-1 0 0,0 0 1 0 0,0 1 0 0 0,0-1 0 0 0,-1 0 0 0 0,1 1 0 0 0,-1 0 0 0 0,0 0-1 0 0,-1 0 1 0 0,3 9 0 0 0,-4-10 17 0 0,0 1 1 0 0,0-1-1 0 0,-1 0 0 0 0,1 1 1 0 0,-1-1-1 0 0,0 0 0 0 0,-1 1 1 0 0,1-1-1 0 0,-1 0 0 0 0,1 0 1 0 0,-1 0-1 0 0,0 0 0 0 0,-5 6 1 0 0,3-4-25 0 0,-1 0 1 0 0,0 0-1 0 0,0 0 1 0 0,0 0 0 0 0,-1-1-1 0 0,-12 10 1 0 0,5-7-179 0 0,-1-1 1 0 0,0 0-1 0 0,-17 6 1 0 0,23-10-499 0 0,0 0 0 0 0,0-1 0 0 0,0 0 0 0 0,0-1-1 0 0,0 0 1 0 0,0 0 0 0 0,-14-1 0 0 0,14-1-906 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45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 25711 0 0,'0'0'2792'0'0,"-5"8"-2792"0"0,0 0 1280 0 0,2 0-840 0 0,0 0 704 0 0,1 2-768 0 0,2 0-608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20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10223 0 0,'-17'5'992'0'0,"4"-4"-880"0"0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21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0 12959 0 0,'-18'7'634'0'0,"-1"-1"0"0"0,0-1-1 0 0,0-1 1 0 0,-32 3 7895 0 0,111 5-6864 0 0,0-3 0 0 0,80 2 0 0 0,35 5-1143 0 0,-63-4-754 0 0,0-4 0 0 0,185-11 0 0 0,-137-14-5353 0 0,-138 13 3869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21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13359 0 0,'-8'1'11573'0'0,"9"11"-9966"0"0,0-10-1519 0 0,-1 0 0 0 0,1 0 0 0 0,0 0 0 0 0,0 1 1 0 0,0-1-1 0 0,1 0 0 0 0,-1 0 0 0 0,0-1 0 0 0,1 1 0 0 0,0 0 0 0 0,-1 0 0 0 0,1-1 0 0 0,0 1 0 0 0,0-1 1 0 0,0 1-1 0 0,2 1 0 0 0,5 2 257 0 0,1-1-1 0 0,14 6 1 0 0,0-1-161 0 0,-9-2-73 0 0,1-2 1 0 0,0 0-1 0 0,0-1 1 0 0,29 4-1 0 0,19 4 0 0 0,-56-10-97 0 0,-3-1-7 0 0,1 1 1 0 0,-1-1-1 0 0,0 1 0 0 0,0 0 1 0 0,-1 0-1 0 0,9 5 0 0 0,-8-4 15 0 0,-5-3-19 0 0,0 1 0 0 0,0 0 0 0 0,1 0 1 0 0,-1-1-1 0 0,0 1 0 0 0,0 0 0 0 0,0-1 0 0 0,0 1 1 0 0,0 0-1 0 0,0 0 0 0 0,0-1 0 0 0,0 1 1 0 0,0 0-1 0 0,0-1 0 0 0,0 1 0 0 0,0 0 0 0 0,0 0 1 0 0,-1 0-1 0 0,1 0 6 0 0,-2 3 14 0 0,1-1-1 0 0,-1 1 0 0 0,0-1 1 0 0,0 1-1 0 0,0-1 0 0 0,0 0 1 0 0,0 1-1 0 0,-1-1 0 0 0,0 0 1 0 0,1-1-1 0 0,-1 1 0 0 0,0 0 1 0 0,0-1-1 0 0,-6 3 0 0 0,-6 8 13 0 0,-32 24 65 0 0,29-24-234 0 0,-22 21 0 0 0,40-34 117 0 0,-2 2-338 0 0,-1 0 0 0 0,1 0 0 0 0,0 1 0 0 0,1-1-1 0 0,-1 1 1 0 0,0-1 0 0 0,0 1 0 0 0,1-1 0 0 0,-2 5 0 0 0,15-6-3897 0 0,2-2 1869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22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11975 0 0,'1'2'3936'0'0,"13"57"5257"0"0,-2 1-4360 0 0,16 68-3052 0 0,-22-111-1669 0 0,0 1-1 0 0,1-1 1 0 0,0-1 0 0 0,2 1 0 0 0,11 17-1 0 0,-14-25-98 0 0,-4-6-9 0 0,-1 0-1 0 0,1 0 1 0 0,0 0 0 0 0,1 0-1 0 0,-1 0 1 0 0,0-1 0 0 0,1 1-1 0 0,-1-1 1 0 0,1 1 0 0 0,0-1-1 0 0,0 0 1 0 0,0 0 0 0 0,4 2-1 0 0,-6-3-2 0 0,0-1-1 0 0,0 0 0 0 0,0 0 1 0 0,0 1-1 0 0,0-1 1 0 0,0 0-1 0 0,0 0 0 0 0,0 0 1 0 0,0 0-1 0 0,0 0 0 0 0,0 0 1 0 0,0 0-1 0 0,0 0 1 0 0,0 0-1 0 0,0-1 0 0 0,0 1 1 0 0,-1 0-1 0 0,1-1 0 0 0,0 1 1 0 0,0 0-1 0 0,0-1 1 0 0,0 1-1 0 0,0-1 0 0 0,-1 1 1 0 0,2-2-1 0 0,1 0 1 0 0,-1 0-1 0 0,0 0 0 0 0,0 1 0 0 0,0-1 0 0 0,0 0 0 0 0,-1-1 0 0 0,1 1 0 0 0,-1 0 0 0 0,1 0 0 0 0,-1-1 0 0 0,0 1 0 0 0,1-1 0 0 0,-1 1 0 0 0,-1-1 0 0 0,1 0 0 0 0,0-2 0 0 0,2-7 0 0 0,-2 1 0 0 0,1-15 0 0 0,0 8 0 0 0,3-66-57 0 0,-3 40-1449 0 0,14-77 0 0 0,-11 105 246 0 0,-4 15 1008 0 0,-1 1 0 0 0,1-1 1 0 0,-1 0-1 0 0,0 0 0 0 0,1 1 0 0 0,-1-1 0 0 0,1 0 0 0 0,0 1 1 0 0,-1-1-1 0 0,1 0 0 0 0,0 1 0 0 0,-1-1 0 0 0,1 1 1 0 0,0-1-1 0 0,-1 1 0 0 0,1-1 0 0 0,0 1 0 0 0,0 0 1 0 0,1-1-1 0 0,6 0-2543 0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22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339 2 20015 0 0,'-15'-1'2132'0'0,"9"2"-1973"0"0,0 0-1 0 0,0 1 1 0 0,0 0 0 0 0,0 0-1 0 0,0 0 1 0 0,1 1 0 0 0,-11 6-1 0 0,-34 27 1895 0 0,47-34-1988 0 0,-35 28 1256 0 0,1 1 0 0 0,1 2 0 0 0,-33 39 0 0 0,64-65-1251 0 0,0 0 0 0 0,1 0 1 0 0,-1 1-1 0 0,1-1 0 0 0,1 1 0 0 0,-5 12 1 0 0,8-20-79 0 0,0 1 1 0 0,0-1 0 0 0,0 1 0 0 0,0-1 0 0 0,0 1-1 0 0,0-1 1 0 0,0 1 0 0 0,0-1 0 0 0,0 1 0 0 0,1-1-1 0 0,-1 1 1 0 0,0-1 0 0 0,0 1 0 0 0,0-1 0 0 0,0 1-1 0 0,1-1 1 0 0,-1 1 0 0 0,0-1 0 0 0,1 1 0 0 0,-1-1-1 0 0,0 1 1 0 0,1-1 0 0 0,-1 0 0 0 0,0 1 0 0 0,1-1-1 0 0,-1 0 1 0 0,1 1 0 0 0,-1-1 0 0 0,1 0 0 0 0,-1 0-1 0 0,2 1 1 0 0,13 4-245 0 0,-8-5 137 0 0,-1 0 0 0 0,0-1 0 0 0,0 0 0 0 0,0 0 0 0 0,0 0 0 0 0,0 0 0 0 0,0-1 0 0 0,10-5 0 0 0,4-3-277 0 0,21-13 0 0 0,-23 12 94 0 0,-4 3 142 0 0,-1 0 1 0 0,-1-1-1 0 0,1-1 1 0 0,-2 0-1 0 0,1-1 0 0 0,-2 0 1 0 0,1 0-1 0 0,-1-1 1 0 0,-1 0-1 0 0,0-1 1 0 0,-1 0-1 0 0,-1-1 1 0 0,0 0-1 0 0,9-23 0 0 0,-15 35 238 0 0,-14 19 411 0 0,9-10-378 0 0,0 1 0 0 0,1-1 0 0 0,0 1 0 0 0,0 0 1 0 0,1 0-1 0 0,0 0 0 0 0,0 0 0 0 0,1 1 0 0 0,0-1 0 0 0,0 10 0 0 0,1-12-95 0 0,1 0-1 0 0,-1 0 1 0 0,1 0-1 0 0,0 1 1 0 0,1-1 0 0 0,0 0-1 0 0,0-1 1 0 0,0 1-1 0 0,0 0 1 0 0,1 0 0 0 0,0-1-1 0 0,0 0 1 0 0,1 1-1 0 0,4 4 1 0 0,-1-3-99 0 0,-1 0 0 0 0,2 0-1 0 0,-1-1 1 0 0,1 1 0 0 0,0-2 0 0 0,0 1 0 0 0,0-1-1 0 0,1-1 1 0 0,0 0 0 0 0,0 0 0 0 0,0 0 0 0 0,0-1-1 0 0,1-1 1 0 0,-1 0 0 0 0,1 0 0 0 0,0 0 0 0 0,0-1-1 0 0,-1-1 1 0 0,13 0 0 0 0,-15 0 9 0 0,1-1 0 0 0,0 0 0 0 0,-1 0 0 0 0,1 0-1 0 0,-1-1 1 0 0,0 0 0 0 0,0-1 0 0 0,0 1 0 0 0,0-1 0 0 0,0-1 0 0 0,0 1-1 0 0,-1-1 1 0 0,1 0 0 0 0,-1-1 0 0 0,0 0 0 0 0,0 0 0 0 0,-1 0 0 0 0,0 0 0 0 0,0-1-1 0 0,0 0 1 0 0,0 0 0 0 0,-1 0 0 0 0,0-1 0 0 0,0 0 0 0 0,-1 1 0 0 0,0-1 0 0 0,0 0-1 0 0,-1-1 1 0 0,3-11 0 0 0,17-96 3798 0 0,-21 155-3115 0 0,2-1 1 0 0,2 0-1 0 0,15 59 1 0 0,45 112-540 0 0,-24-103-525 0 0,-28-74-818 0 0,-12-32 710 0 0,0-14-5014 0 0,1-1 3377 0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22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17503 0 0,'0'0'9885'0'0,"2"0"-9234"0"0,138 13 1811 0 0,-66-5-2229 0 0,-13-3-53 0 0,51 6 107 0 0,-94-8-304 0 0,1 0 1 0 0,-1 2-1 0 0,33 12 1 0 0,-47-15 16 0 0,0 0 0 0 0,0 0 0 0 0,-1 0 0 0 0,1 1 0 0 0,-1-1 0 0 0,0 1 0 0 0,0 0 0 0 0,0 0 0 0 0,0 0 0 0 0,4 5 0 0 0,-6-6 0 0 0,0-1 0 0 0,0 0 0 0 0,0 1 0 0 0,-1-1 0 0 0,1 1 0 0 0,0 0 0 0 0,-1-1 0 0 0,1 1 0 0 0,-1-1 0 0 0,1 1 0 0 0,-1 0 0 0 0,0-1 0 0 0,0 1 0 0 0,0 0 0 0 0,0 0 0 0 0,0-1 0 0 0,0 1 0 0 0,0 0 0 0 0,0-1 0 0 0,-1 1 0 0 0,1 0 0 0 0,-1-1 0 0 0,1 1 0 0 0,-1-1 0 0 0,0 1 0 0 0,0-1 0 0 0,1 1 0 0 0,-3 1 0 0 0,-4 6 12 0 0,0-1-1 0 0,-1-1 1 0 0,-1 1-1 0 0,1-1 1 0 0,-1 0-1 0 0,0-1 1 0 0,-1 0 0 0 0,1-1-1 0 0,-1 0 1 0 0,0 0-1 0 0,-21 6 1 0 0,12-6-404 0 0,1 0 0 0 0,-1-2 0 0 0,0 0 1 0 0,0-1-1 0 0,0 0 0 0 0,-22-2 0 0 0,8-5-3405 0 0,42-7-3764 0 0,3-1 5651 0 0,9-4-906 0 0</inkml:trace>
  <inkml:trace contextRef="#ctx0" brushRef="#br0" timeOffset="1">716 24 15607 0 0,'2'0'712'0'0,"27"-9"264"0"0,-29 9-932 0 0,0-1 0 0 0,0 1 0 0 0,0 0 0 0 0,1 0 0 0 0,-1 0 0 0 0,0 0 0 0 0,0 0 0 0 0,0 0 0 0 0,1-1 0 0 0,-1 1 0 0 0,0 0 0 0 0,0 0 0 0 0,1 0 0 0 0,-1 0 0 0 0,0 0 0 0 0,0 0 0 0 0,1 0 0 0 0,-1 0 0 0 0,0 0 0 0 0,0 0 0 0 0,0 0 0 0 0,1 0 0 0 0,-1 0 0 0 0,0 0 0 0 0,0 0 0 0 0,1 0 0 0 0,-1 0 0 0 0,0 1 0 0 0,0-1 0 0 0,0 0 0 0 0,1 0 0 0 0,-1 0 0 0 0,0 0 0 0 0,0 0 0 0 0,0 1 0 0 0,1-1 0 0 0,-1 0 0 0 0,0 0 0 0 0,0 0 0 0 0,0 0 0 0 0,1 1 0 0 0,-6 10 4049 0 0,-14 13 2114 0 0,-6 2-5296 0 0,7-9-599 0 0,1 2 0 0 0,1 0 1 0 0,0 0-1 0 0,-21 38 0 0 0,34-52-300 0 0,2-2-13 0 0,-1-1 1 0 0,1 1-1 0 0,0 0 0 0 0,0 0 1 0 0,0 0-1 0 0,1 0 0 0 0,-1 0 1 0 0,0 0-1 0 0,1 0 0 0 0,0 0 1 0 0,0 6-1 0 0,1-7-12 0 0,-1-1-1 0 0,1 0 1 0 0,0 0-1 0 0,0 1 1 0 0,-1-1 0 0 0,1 0-1 0 0,0 0 1 0 0,0 0 0 0 0,0 0-1 0 0,0 0 1 0 0,0 0-1 0 0,1-1 1 0 0,-1 1 0 0 0,2 1-1 0 0,-1-1-13 0 0,2 1-3 0 0,-1 0 1 0 0,1 0-1 0 0,0 0 1 0 0,-1-1-1 0 0,1 1 1 0 0,0-1-1 0 0,0 0 1 0 0,0 0-1 0 0,0-1 0 0 0,0 1 1 0 0,0-1-1 0 0,0 0 1 0 0,1 0-1 0 0,-1 0 1 0 0,5-1-1 0 0,6-2-160 0 0,0-1 1 0 0,25-8-1 0 0,-8 1-172 0 0,-27 9 290 0 0,1 0 1 0 0,-1 0-1 0 0,1 0 1 0 0,-1-1-1 0 0,0 0 1 0 0,0 0-1 0 0,0-1 1 0 0,-1 1-1 0 0,1-1 1 0 0,-1 0-1 0 0,0-1 0 0 0,0 1 1 0 0,0 0-1 0 0,-1-1 1 0 0,6-9-1 0 0,-7 10-158 0 0,0-1-1 0 0,0 1 1 0 0,0-1-1 0 0,0 1 1 0 0,-1-1-1 0 0,0 0 0 0 0,0 0 1 0 0,0 0-1 0 0,0 1 1 0 0,-1-1-1 0 0,0 0 1 0 0,0 0-1 0 0,0 0 1 0 0,-1 0-1 0 0,1 0 0 0 0,-1 0 1 0 0,0 0-1 0 0,-4-8 1 0 0,2 6-501 0 0,-3-8-2257 0 0,2 4-2196 0 0,1 1-1668 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23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0 137 19727 0 0,'0'0'447'0'0,"1"2"62"0"0,6 20-82 0 0,3 10 1189 0 0,2-1 1 0 0,0 0-1 0 0,19 32 0 0 0,-20-46-754 0 0,0 0 0 0 0,22 24 1 0 0,-20-26 1105 0 0,-13-17-1851 0 0,-18-47 104 0 0,12 35-146 0 0,0 1-1 0 0,2-1 1 0 0,-5-21 0 0 0,7 22-75 0 0,0 1 0 0 0,1-1 0 0 0,0 0 0 0 0,2 0 0 0 0,-1 0 0 0 0,1 1 0 0 0,5-21 0 0 0,-4 27 0 0 0,0-1 0 0 0,0 1 0 0 0,1 0 0 0 0,0 0 0 0 0,0 0 0 0 0,0 0 0 0 0,1 1 0 0 0,0-1 0 0 0,0 1 0 0 0,0 0 0 0 0,1 0 0 0 0,0 0 0 0 0,0 1 0 0 0,0 0 0 0 0,0 0 0 0 0,9-5 0 0 0,1 1-986 0 0,32-13 0 0 0,20-1-5461 0 0,-63 21 5838 0 0,34-10-9587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45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81 21135 0 0,'-13'-18'1219'0'0,"8"10"-955"0"0,-1 0 1 0 0,0 0-1 0 0,-1 1 0 0 0,-9-10 0 0 0,14 16-205 0 0,0-1 0 0 0,0 1 0 0 0,0-1 0 0 0,0 1 0 0 0,0 0 0 0 0,0 0 0 0 0,-1 0 0 0 0,1 0 0 0 0,0 0 0 0 0,-1 0 0 0 0,1 1 0 0 0,0-1 0 0 0,-1 1 0 0 0,1 0 0 0 0,-1 0 0 0 0,1 0 0 0 0,-1 0 0 0 0,1 0 0 0 0,-1 0 0 0 0,1 1 0 0 0,-1-1 0 0 0,-2 1 0 0 0,-4 2 212 0 0,-1 1 0 0 0,1 0 0 0 0,-1 0 0 0 0,1 1 0 0 0,-14 10 0 0 0,18-11-160 0 0,0 0 1 0 0,0 0 0 0 0,1 0-1 0 0,0 1 1 0 0,0 0 0 0 0,0 0-1 0 0,0 0 1 0 0,1 0-1 0 0,0 1 1 0 0,-3 6 0 0 0,5-10-55 0 0,0 1 0 0 0,1-1 0 0 0,-1 1 0 0 0,1 0 0 0 0,-1-1 0 0 0,1 1 1 0 0,0-1-1 0 0,0 1 0 0 0,1 0 0 0 0,-1-1 0 0 0,0 1 0 0 0,1-1 0 0 0,0 1 0 0 0,-1-1 0 0 0,1 1 1 0 0,0-1-1 0 0,3 5 0 0 0,-2-2 2 0 0,1 0 0 0 0,1 0 0 0 0,-1 0 0 0 0,1 0 0 0 0,0-1 0 0 0,6 6 0 0 0,-1-3-34 0 0,0-1 0 0 0,0 0 0 0 0,1-1 0 0 0,0 1 0 0 0,0-2 0 0 0,1 0 0 0 0,16 5 0 0 0,-14-5-6 0 0,-1 0 0 0 0,1 1 1 0 0,-1 1-1 0 0,17 10 0 0 0,-20-10-18 0 0,9 6 12 0 0,-1 0 1 0 0,18 17-1 0 0,-31-26-9 0 0,-1 1-1 0 0,1 0 1 0 0,-1 0-1 0 0,1 1 1 0 0,-1-1-1 0 0,0 1 1 0 0,-1-1-1 0 0,1 1 1 0 0,-1 0 0 0 0,0 0-1 0 0,0 0 1 0 0,0 0-1 0 0,1 8 1 0 0,-4-11 8 0 0,1 0-1 0 0,0 0 1 0 0,-1 0 0 0 0,0 0 0 0 0,1 0 0 0 0,-1 0-1 0 0,0 0 1 0 0,0-1 0 0 0,0 1 0 0 0,0 0 0 0 0,0 0 0 0 0,0-1-1 0 0,-1 1 1 0 0,-1 1 0 0 0,-3 2 41 0 0,0-1 1 0 0,0 0-1 0 0,0-1 1 0 0,0 1-1 0 0,-1-1 1 0 0,-11 4-1 0 0,10-4-15 0 0,-12 4 30 0 0,-1-2 1 0 0,1 0-1 0 0,-1-1 0 0 0,-31 2 0 0 0,44-5-129 0 0,1-1 0 0 0,-1-1 0 0 0,0 0 0 0 0,0 0-1 0 0,1 0 1 0 0,-1-1 0 0 0,1 0 0 0 0,-10-4 0 0 0,16 6-47 0 0,0-1-1 0 0,0 0 1 0 0,0 0 0 0 0,0 1 0 0 0,0-1 0 0 0,0 0 0 0 0,0 0 0 0 0,0 0 0 0 0,1 0 0 0 0,-1 0 0 0 0,0 0-1 0 0,1 0 1 0 0,-1 0 0 0 0,0 0 0 0 0,1 0 0 0 0,0 0 0 0 0,-1 0 0 0 0,1-1 0 0 0,-1 1 0 0 0,1 0 0 0 0,0 0-1 0 0,0 0 1 0 0,0-1 0 0 0,0 1 0 0 0,0 0 0 0 0,0-2 0 0 0,0-2-286 0 0,1 0 0 0 0,0 0 0 0 0,0 0 0 0 0,2-7-1 0 0,0 3-536 0 0,0 0-1 0 0,1 1 1 0 0,9-15-1 0 0,7-7-4792 0 0,3 2-1103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46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4143 0 0,'2'1'191'0'0,"8"5"-11"0"0,0 3-143 0 0,-8-5 1185 0 0,1 0 0 0 0,-1 0-1 0 0,0 0 1 0 0,0 0-1 0 0,0 1 1 0 0,0-1-1 0 0,-1 1 1 0 0,0-1-1 0 0,0 1 1 0 0,1 6 0 0 0,-1 7 3373 0 0,-1 27 1 0 0,-1-28-3747 0 0,2 23 0 0 0,0-34-750 0 0,0 0 0 0 0,0 0 0 0 0,1 0 0 0 0,0 0 0 0 0,0-1 0 0 0,0 1 0 0 0,1 0 0 0 0,4 8 0 0 0,-5-12-69 0 0,-1 0 0 0 0,1 0 0 0 0,-1 0 0 0 0,1 0-1 0 0,0-1 1 0 0,0 1 0 0 0,0 0 0 0 0,0-1 0 0 0,0 1 0 0 0,0-1-1 0 0,0 1 1 0 0,0-1 0 0 0,1 0 0 0 0,-1 0 0 0 0,0 0-1 0 0,1-1 1 0 0,-1 1 0 0 0,1 0 0 0 0,-1-1 0 0 0,1 1-1 0 0,-1-1 1 0 0,6 0 0 0 0,-3 0-44 0 0,1 0 0 0 0,-1-1 0 0 0,0 0 1 0 0,1 1-1 0 0,-1-2 0 0 0,0 1 0 0 0,0-1 0 0 0,0 1 0 0 0,0-1 0 0 0,0-1 1 0 0,0 1-1 0 0,0-1 0 0 0,-1 0 0 0 0,8-5 0 0 0,-1-2-93 0 0,-1 0 0 0 0,0-1-1 0 0,0 0 1 0 0,-1-1 0 0 0,-1 0 0 0 0,0 0 0 0 0,0 0-1 0 0,-1-1 1 0 0,6-17 0 0 0,-6 15-15 0 0,-4 10 80 0 0,-1 1 1 0 0,0-1-1 0 0,0 0 0 0 0,-1 1 0 0 0,1-1 1 0 0,-1 0-1 0 0,0 0 0 0 0,0 0 0 0 0,-1 0 0 0 0,0-10 1 0 0,-12 21 205 0 0,9-4-135 0 0,1 0 1 0 0,-1 0 0 0 0,1 0 0 0 0,0 1-1 0 0,0-1 1 0 0,0 1 0 0 0,0-1-1 0 0,0 1 1 0 0,1 0 0 0 0,-1 0 0 0 0,1 0-1 0 0,0 0 1 0 0,0 0 0 0 0,0 0-1 0 0,0 0 1 0 0,0 0 0 0 0,1 0-1 0 0,-1 5 1 0 0,0-1 17 0 0,1 0-1 0 0,0 0 1 0 0,1 1 0 0 0,-1-1-1 0 0,1 0 1 0 0,1-1-1 0 0,2 11 1 0 0,-2-12-78 0 0,0 0-1 0 0,0 0 1 0 0,0 0-1 0 0,1 0 1 0 0,0 0-1 0 0,0-1 1 0 0,0 1-1 0 0,0-1 1 0 0,1 0-1 0 0,-1 0 1 0 0,1 0-1 0 0,0-1 1 0 0,1 1-1 0 0,-1-1 1 0 0,1 0-1 0 0,-1 0 1 0 0,1 0-1 0 0,8 2 1 0 0,-8-3-321 0 0,0 0 1 0 0,1-1-1 0 0,-1 0 0 0 0,1 0 1 0 0,0 0-1 0 0,-1-1 1 0 0,1 0-1 0 0,0 0 1 0 0,0 0-1 0 0,-1-1 0 0 0,9-1 1 0 0,-7 0-767 0 0,-1-1 1 0 0,1 1-1 0 0,0-1 1 0 0,-1-1-1 0 0,0 1 1 0 0,9-7-1 0 0,-3-1-1186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46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22 10591 0 0,'0'0'819'0'0,"0"2"-534"0"0,8 64 10335 0 0,-3 2-6298 0 0,3 34-1944 0 0,-6-87-2317 0 0,5 50 517 0 0,27 111-1 0 0,-24-127-604 0 0,-10-47-103 0 0,-9-23-5425 0 0,-9-37 2845 0 0,8 26 483 0 0,-48-190-6437 0 0,43 147 9603 0 0,2 0 3699 0 0,13 72-3947 0 0,-1-1 0 0 0,1 1 1 0 0,-1-1-1 0 0,1 1 0 0 0,0 0 0 0 0,1-1 0 0 0,-1 1 0 0 0,0-1 0 0 0,2-4 0 0 0,-1 6-469 0 0,0 1-1 0 0,0-1 0 0 0,0 1 0 0 0,0-1 1 0 0,0 1-1 0 0,0 0 0 0 0,0-1 0 0 0,1 1 1 0 0,-1 0-1 0 0,0 0 0 0 0,1 0 0 0 0,-1 0 1 0 0,1 0-1 0 0,-1 0 0 0 0,1 0 0 0 0,-1 1 0 0 0,1-1 1 0 0,0 0-1 0 0,0 1 0 0 0,2-1 0 0 0,19-5 70 0 0,1 1-1 0 0,33-4 1 0 0,-43 8-183 0 0,-1 1 1 0 0,1 0-1 0 0,0 1 1 0 0,0 0 0 0 0,22 5-1 0 0,-21-1-108 0 0,-1 2 0 0 0,-12-3 0 0 0,-2-2 0 0 0,1-1 1 0 0,-1 0-1 0 0,1 0 1 0 0,-1 0-1 0 0,1 0 1 0 0,-1 0-1 0 0,0 0 1 0 0,1 0-1 0 0,-1 1 1 0 0,0-1-1 0 0,0 0 1 0 0,0 0 0 0 0,0 0-1 0 0,0 0 1 0 0,0 0-1 0 0,0 0 1 0 0,0 1-1 0 0,0-1 1 0 0,-1 0-1 0 0,0 1 1 0 0,0 1 2 0 0,0 0 0 0 0,-1 0 0 0 0,1 0 1 0 0,-1-1-1 0 0,0 1 0 0 0,0-1 0 0 0,-2 3 1 0 0,-4 3 14 0 0,-1 0 1 0 0,-17 11 0 0 0,26-18-19 0 0,-27 17-882 0 0,-36 20-1 0 0,52-33-861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47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0 26951 0 0,'0'0'1192'0'0,"-8"5"248"0"0,1 0-1152 0 0,3 2-224 0 0,-1-1-64 0 0,0 1 128 0 0,-2-1 24 0 0,-1 1 0 0 0,2-1 0 0 0,1 1-256 0 0,0 2-216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6:35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4 11975 0 0,'0'0'1083'0'0,"4"0"-891"0"0,62-1-260 0 0,-29-1-45 0 0,-1 1-1 0 0,0 2 1 0 0,58 10-1 0 0,-84-9 102 0 0,-1 0 0 0 0,1 0 0 0 0,-1 1 0 0 0,0 1-1 0 0,0 0 1 0 0,0 0 0 0 0,-1 0 0 0 0,1 1 0 0 0,-1 0-1 0 0,0 1 1 0 0,-1 0 0 0 0,1 0 0 0 0,-1 1 0 0 0,-1 0-1 0 0,1 0 1 0 0,-1 1 0 0 0,0-1 0 0 0,7 14 0 0 0,-5-4 90 0 0,0-1 1 0 0,-2 2 0 0 0,0-1 0 0 0,7 36 0 0 0,4 75 536 0 0,-15-108-464 0 0,36 481 2897 0 0,-31-386-2542 0 0,-4 581 232 0 0,-8-273-224 0 0,26 0-282 0 0,-18-399-231 0 0,55 387 62 0 0,25-87-215 0 0,-79-310 156 0 0,1 1 21 0 0,-2 0 0 0 0,1 1 0 0 0,1 27 0 0 0,-5-40 153 0 0,0-2-76 0 0,-1 1-65 0 0,1-1-1 0 0,-1 1 1 0 0,0-1-1 0 0,0 1 1 0 0,0-1-1 0 0,0 0 1 0 0,0 0-1 0 0,0 1 1 0 0,0-1-1 0 0,0 0 1 0 0,0 0-1 0 0,0 0 1 0 0,-1 0-1 0 0,1 0 1 0 0,0 0-1 0 0,-3 0 1 0 0,0 1 57 0 0,0 0 0 0 0,0-1 0 0 0,0 0 1 0 0,0 0-1 0 0,-9 1 0 0 0,-4 0 152 0 0,1-2-1 0 0,-23-2 0 0 0,33 2-209 0 0,-93-12 279 0 0,56 6-217 0 0,-54-1 1 0 0,30 7-211 0 0,-100 2 341 0 0,131 0-1802 0 0,-37 9-1 0 0,39-5-5154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32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0 18431 0 0,'-1'2'844'0'0,"-8"3"-20"0"0,7-4-769 0 0,0 0 0 0 0,0 0 0 0 0,0 0 0 0 0,0 0 0 0 0,1 0 0 0 0,-1 1 0 0 0,0-1 0 0 0,1 1 0 0 0,-3 2 0 0 0,0 10 819 0 0,3-9-179 0 0,-3 13 1983 0 0,-1 20 0 0 0,1 49-329 0 0,4-63-2012 0 0,5 451 1762 0 0,-5-456-2152 0 0,-1 0-1 0 0,-5 31 1 0 0,6-49-268 0 0,-5-5-3524 0 0,3 3 3505 0 0,0 0 0 0 0,1-1 0 0 0,-1 0 0 0 0,1 1 0 0 0,-1-1-1 0 0,1 0 1 0 0,-2-2 0 0 0,3 3 4 0 0,-10-14-2193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32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26087 0 0,'0'0'2365'0'0,"2"0"-1945"0"0,141-7 970 0 0,-31 3-261 0 0,-61 0-865 0 0,230-14 558 0 0,0 25-2200 0 0,-216-1-233 0 0,-2-1-6712 0 0,-22-1-803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33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16127 0 0,'-2'2'738'0'0,"-1"3"-281"0"0,1-1 0 0 0,-1 0 0 0 0,1 1 0 0 0,0-1 0 0 0,1 1 0 0 0,-3 8 1 0 0,4-12-83 0 0,0 0 0 0 0,0 1 0 0 0,0-1 0 0 0,0 0 0 0 0,0 0 0 0 0,0 1 1 0 0,0-1-1 0 0,1 0 0 0 0,-1 0 0 0 0,0 0 0 0 0,1 1 0 0 0,-1-1 1 0 0,1 0-1 0 0,0 0 0 0 0,-1 0 0 0 0,2 2 0 0 0,13 12 1758 0 0,-10-11-1954 0 0,1 0 0 0 0,0-1-1 0 0,0 1 1 0 0,0-1 0 0 0,0-1-1 0 0,1 0 1 0 0,-1 1 0 0 0,1-2 0 0 0,0 1-1 0 0,9 0 1 0 0,26 8 95 0 0,1 1-248 0 0,-31-9-26 0 0,-1 1 0 0 0,0 0-1 0 0,0 1 1 0 0,-1 0 0 0 0,1 0 0 0 0,-1 1-1 0 0,17 11 1 0 0,-17-6 0 0 0,-8-8-1 0 0,1 3 0 0 0,0 13 14 0 0,-3-3 29 0 0,-1-12-22 0 0,0 1-1 0 0,0 0 1 0 0,0-1 0 0 0,0 1-1 0 0,-1-1 1 0 0,0 1-1 0 0,1-1 1 0 0,-1 0-1 0 0,-1 1 1 0 0,1-1-1 0 0,-3 3 1 0 0,-3 2 111 0 0,-1 0-1 0 0,-12 9 1 0 0,-11 10 29 0 0,4-1-127 0 0,18-18-47 0 0,0 1 1 0 0,1 0-1 0 0,-14 18 1 0 0,15-17-773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33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620 138 12439 0 0,'-5'-8'14435'0'0,"3"23"-12022"0"0,-1 28-1931 0 0,2 0-1 0 0,2 0 1 0 0,8 55-1 0 0,33 127 1073 0 0,-36-196-1592 0 0,-1 0 0 0 0,3 55 1 0 0,-8-81-49 0 0,-8 11-731 0 0,6-13 727 0 0,0 0-1 0 0,1-1 1 0 0,-1 1-1 0 0,0 0 1 0 0,0 0-1 0 0,1-1 1 0 0,-1 1-1 0 0,0-1 1 0 0,0 1-1 0 0,0-1 1 0 0,0 0 0 0 0,0 0-1 0 0,1 0 1 0 0,-1 0-1 0 0,0 0 1 0 0,0 0-1 0 0,0-1 1 0 0,0 1-1 0 0,0-1 1 0 0,1 1-1 0 0,-1-1 1 0 0,-2 0 0 0 0,-3-3-653 0 0,0 0 0 0 0,0-1 0 0 0,0 1 1 0 0,-6-7-1 0 0,10 8 364 0 0,-15-11-1536 0 0</inkml:trace>
  <inkml:trace contextRef="#ctx0" brushRef="#br0" timeOffset="1">0 142 25223 0 0,'0'0'2285'0'0,"2"-2"-1802"0"0,5-1-231 0 0,-1-1 0 0 0,1 1 1 0 0,-1 0-1 0 0,1 0 0 0 0,0 1 0 0 0,0 0 0 0 0,13-2 0 0 0,56-5 834 0 0,-58 8-829 0 0,145-20 695 0 0,-42 5-707 0 0,88-12-46 0 0,103-10-246 0 0,-282 36-494 0 0,1 1-1 0 0,-1 2 0 0 0,35 5 1 0 0,-61-5 125 0 0,0-1 0 0 0,-1 1 1 0 0,0 0-1 0 0,1 0 1 0 0,-1 1-1 0 0,6 2 0 0 0,-7-3-1233 0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34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45 5983 0 0,'0'0'464'0'0,"0"-2"-305"0"0,0 1 265 0 0,0-1 0 0 0,0 0 0 0 0,0 1-1 0 0,-1-1 1 0 0,1 0 0 0 0,0 1 0 0 0,0-1 0 0 0,-1 0 0 0 0,1 1-1 0 0,-1-1 1 0 0,0 1 0 0 0,1-1 0 0 0,-1 1 0 0 0,0-1 0 0 0,0 1-1 0 0,0-1 1 0 0,0 1 0 0 0,0 0 0 0 0,0-1 0 0 0,0 1 0 0 0,-1 0-1 0 0,1 0 1 0 0,0 0 0 0 0,-1 0 0 0 0,1 0 0 0 0,0 0 0 0 0,-1 1-1 0 0,0-1 1 0 0,1 0 0 0 0,-1 1 0 0 0,1-1 0 0 0,-1 1 0 0 0,0-1-1 0 0,1 1 1 0 0,-4 0 0 0 0,1-1 466 0 0,0 1 1 0 0,0 0-1 0 0,-1 0 0 0 0,1 1 0 0 0,-8 1 1 0 0,6 0-720 0 0,0-1 1 0 0,1 1 0 0 0,-10 5-1 0 0,3 0 155 0 0,0 1 0 0 0,0 0 0 0 0,1 1 0 0 0,0 0 0 0 0,1 1 0 0 0,-11 12 0 0 0,1 2 155 0 0,-29 45-1 0 0,41-58-369 0 0,2 1 1 0 0,-1-1-1 0 0,2 1 0 0 0,-1 1 0 0 0,-6 22 1 0 0,11-30-104 0 0,0 0 1 0 0,1-1 0 0 0,-1 1-1 0 0,1 0 1 0 0,0 0-1 0 0,0-1 1 0 0,1 1 0 0 0,-1 0-1 0 0,1-1 1 0 0,0 1-1 0 0,0 0 1 0 0,1-1 0 0 0,-1 1-1 0 0,1-1 1 0 0,0 0 0 0 0,0 1-1 0 0,0-1 1 0 0,1 0-1 0 0,5 6 1 0 0,-5-6-43 0 0,1-1 0 0 0,0 1 0 0 0,0-1-1 0 0,0-1 1 0 0,0 1 0 0 0,0 0 0 0 0,0-1 0 0 0,1 0 0 0 0,-1 0-1 0 0,1 0 1 0 0,-1-1 0 0 0,1 1 0 0 0,0-1 0 0 0,0 0 0 0 0,0-1 0 0 0,-1 1-1 0 0,1-1 1 0 0,10 0 0 0 0,-2-1-181 0 0,0-1 0 0 0,0 0 0 0 0,0 0 0 0 0,-1-1 0 0 0,25-9 0 0 0,-28 8 77 0 0,0 0-1 0 0,0-1 1 0 0,0 0 0 0 0,0 0-1 0 0,-1-1 1 0 0,0 0-1 0 0,0-1 1 0 0,-1 0-1 0 0,0 0 1 0 0,0 0-1 0 0,0-1 1 0 0,-1 0-1 0 0,0 0 1 0 0,-1-1 0 0 0,0 1-1 0 0,0-1 1 0 0,-1-1-1 0 0,5-13 1 0 0,-9 23 175 0 0,0 0 1 0 0,0-1-1 0 0,0 1 1 0 0,0 0-1 0 0,0 0 1 0 0,0-1-1 0 0,0 1 1 0 0,1 0-1 0 0,-1-1 1 0 0,0 1-1 0 0,0 0 1 0 0,0 0-1 0 0,0-1 1 0 0,0 1-1 0 0,1 0 1 0 0,-1 0-1 0 0,0 0 0 0 0,0-1 1 0 0,0 1-1 0 0,1 0 1 0 0,-1 0-1 0 0,0 0 1 0 0,0 0-1 0 0,1-1 1 0 0,-1 1-1 0 0,0 0 1 0 0,1 0-1 0 0,-1 0 1 0 0,0 0-1 0 0,0 0 1 0 0,1 0-1 0 0,-1 0 1 0 0,0 0-1 0 0,1 0 1 0 0,-1 0-1 0 0,0 0 1 0 0,0 0-1 0 0,1 0 1 0 0,-1 0-1 0 0,0 0 1 0 0,1 0-1 0 0,-1 0 1 0 0,0 0-1 0 0,2 1 27 0 0,-1 0-1 0 0,0 0 1 0 0,0 0-1 0 0,1 1 1 0 0,-1-1-1 0 0,0 0 1 0 0,0 0 0 0 0,1 3-1 0 0,16 32 338 0 0,-18-35-366 0 0,15 32 365 0 0,1 0 0 0 0,33 51 0 0 0,-47-79-400 0 0,11 13 0 0 0,5 0 71 0 0,-17-17 98 0 0,0-3-150 0 0,-1 0-1 0 0,0-1 1 0 0,0 1-1 0 0,0-1 1 0 0,0 1-1 0 0,0-1 1 0 0,-1 1-1 0 0,1 0 0 0 0,-1-1 1 0 0,1 1-1 0 0,-3-4 1 0 0,1-4 20 0 0,-1-3-35 0 0,1 0-1 0 0,1 0 1 0 0,0 0-1 0 0,0 0 0 0 0,2 0 1 0 0,-1 0-1 0 0,2 0 0 0 0,0 0 1 0 0,0 0-1 0 0,1 0 1 0 0,1 1-1 0 0,0-1 0 0 0,1 1 1 0 0,0 0-1 0 0,1 1 1 0 0,0-1-1 0 0,1 1 0 0 0,0 0 1 0 0,1 0-1 0 0,0 1 1 0 0,14-14-1 0 0,-20 22-3 0 0,0 1 0 0 0,1-1 0 0 0,-1 0 0 0 0,0 0 0 0 0,1 1 0 0 0,0-1 0 0 0,-1 1 0 0 0,1 0 0 0 0,0 0 0 0 0,3-1 0 0 0,0 1 0 0 0,0 0 0 0 0,0 1 0 0 0,0-1 0 0 0,1 1 0 0 0,-1 1 0 0 0,7 0 0 0 0,-9 0 7 0 0,-1 0 0 0 0,1 1 0 0 0,0-1 0 0 0,0 1 0 0 0,-1 0 0 0 0,1-1 0 0 0,-1 1 0 0 0,0 1 0 0 0,0-1 0 0 0,1 1 0 0 0,-1-1 0 0 0,-1 1 0 0 0,1 0 1 0 0,0 0-1 0 0,-1 0 0 0 0,1 0 0 0 0,-1 0 0 0 0,2 5 0 0 0,4 6 45 0 0,0 1-1 0 0,10 30 1 0 0,-7-14 1 0 0,-3 1 0 0 0,8 46 0 0 0,-13-47 0 0 0,-3-31-226 0 0,0 0-1 0 0,0 1 0 0 0,0-1 1 0 0,0 1-1 0 0,0-1 0 0 0,0 1 1 0 0,0-1-1 0 0,0 0 0 0 0,0 1 1 0 0,0-1-1 0 0,0 1 0 0 0,0-1 1 0 0,1 1-1 0 0,-1-1 0 0 0,0 0 1 0 0,0 1-1 0 0,0-1 0 0 0,1 1 1 0 0,-1-1-1 0 0,0 0 0 0 0,1 1 1 0 0,-1-1-1 0 0,1 0 0 0 0,13-22-16255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34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 7367 0 0,'-15'-2'21677'0'0,"26"5"-22567"0"0,0-1-1653 0 0,-6 0 3887 0 0,41 14-5068 0 0,-30-11 1476 0 0</inkml:trace>
  <inkml:trace contextRef="#ctx0" brushRef="#br0" timeOffset="1">251 23 10135 0 0,'0'0'17604'0'0,"0"2"-16667"0"0,6 22 608 0 0,4 45-1 0 0,-7-42-1339 0 0,9 40 0 0 0,31 113-157 0 0,-30-123-1401 0 0,-13-55 590 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35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11519 0 0,'0'0'18172'0'0,"2"0"-17375"0"0,225-16 1359 0 0,-34 1-2121 0 0,-89 16-40 0 0,-33 1-1371 0 0,-70-2 1213 0 0,0 0 0 0 0,0 0 0 0 0,-1 0 0 0 0,1 0 0 0 0,0 0 0 0 0,0 1 0 0 0,0-1 0 0 0,0 0 0 0 0,-1 0 0 0 0,1 0 0 0 0,0 1 0 0 0,0-1 0 0 0,1 1 0 0 0,0 0-1262 0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35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 16583 0 0,'0'0'1730'0'0,"-1"2"-1638"0"0,-11 16 1472 0 0,7-11-252 0 0,1 0 0 0 0,-1 0 0 0 0,2 1 1 0 0,-5 8-1 0 0,1 5-214 0 0,-1 3-390 0 0,0 0 0 0 0,1 0 1 0 0,2 1-1 0 0,-3 26 1 0 0,8-46-772 0 0,-1 1 1 0 0,2-1 0 0 0,-1 0-1 0 0,1 0 1 0 0,-1 0 0 0 0,1-1-1 0 0,4 11 1 0 0,-5-14-43 0 0,1 1-1 0 0,0-1 0 0 0,-1 1 1 0 0,1-1-1 0 0,0 1 1 0 0,0-1-1 0 0,0 0 1 0 0,0 1-1 0 0,0-1 1 0 0,1 0-1 0 0,-1 0 1 0 0,0 0-1 0 0,1 0 1 0 0,-1 0-1 0 0,0 0 1 0 0,1 0-1 0 0,-1-1 1 0 0,1 1-1 0 0,-1 0 0 0 0,1-1 1 0 0,0 1-1 0 0,-1-1 1 0 0,1 0-1 0 0,0 1 1 0 0,-1-1-1 0 0,4 0 1 0 0,2 0-756 0 0,0 0 0 0 0,-1-1 0 0 0,11-2 0 0 0,4-4-1750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36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14 24703 0 0,'0'0'1133'0'0,"-2"-2"-26"0"0,-15-8-575 0 0,15 9 539 0 0,-4 13 150 0 0,4-6-1042 0 0,0 0-1 0 0,0 0 1 0 0,1 0-1 0 0,0 0 1 0 0,0 1-1 0 0,1-1 1 0 0,0 1 0 0 0,0 10-1 0 0,10 52 285 0 0,-8-62-456 0 0,113 468 227 0 0,-109-452-700 0 0,-5-21-15 0 0,-13-15-6038 0 0,2-1 486 0 0,-1-3-1987 0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36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25 14279 0 0,'-23'-20'14759'0'0,"38"17"-12306"0"0,22 1-3029 0 0,50 4 833 0 0,0 4 0 0 0,0 3 0 0 0,94 23 0 0 0,-155-26-235 0 0,-1 1 0 0 0,1 1 0 0 0,-1 1 0 0 0,-1 1 0 0 0,1 1 0 0 0,-2 1 0 0 0,24 16 0 0 0,-41-23-20 0 0,1 0 0 0 0,-1 1-1 0 0,1 0 1 0 0,-2 0 0 0 0,1 0 0 0 0,7 12 0 0 0,-11-16 0 0 0,-1 0 0 0 0,0 0 1 0 0,1 1-1 0 0,-1-1 0 0 0,0 0 0 0 0,0 1 1 0 0,-1-1-1 0 0,1 1 0 0 0,0 0 0 0 0,-1-1 1 0 0,0 1-1 0 0,1-1 0 0 0,-1 1 0 0 0,0 0 1 0 0,0-1-1 0 0,-1 1 0 0 0,1 0 0 0 0,0-1 1 0 0,-1 1-1 0 0,0-1 0 0 0,1 1 1 0 0,-1-1-1 0 0,0 1 0 0 0,-3 3 0 0 0,-1 3 1 0 0,-2-1-1 0 0,1 0 0 0 0,-1-1 0 0 0,0 0 0 0 0,-16 13 1 0 0,-45 27-6 0 0,56-39 3 0 0,-12 6-127 0 0,-1-1-1 0 0,0-1 1 0 0,-48 16 0 0 0,44-21-804 0 0,27-7 304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37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23871 0 0,'0'0'2165'0'0,"3"2"-1781"0"0,16 6 544 0 0,0 1 0 0 0,-1 0 0 0 0,0 2 0 0 0,0 0 0 0 0,30 25 0 0 0,-33-23-733 0 0,1 0 0 0 0,26 14-1 0 0,14 11-143 0 0,-34-22-51 0 0,-9-8 5 0 0,20 17 1 0 0,-24-16 36 0 0,-3 2-31 0 0,-5-9-10 0 0,0 1 1 0 0,-1 0-1 0 0,0 0 1 0 0,0-1-1 0 0,0 1 0 0 0,0 0 1 0 0,0 0-1 0 0,0 0 1 0 0,-1-1-1 0 0,1 1 0 0 0,-1 0 1 0 0,0-1-1 0 0,0 1 0 0 0,0 0 1 0 0,0-1-1 0 0,0 1 1 0 0,-1-1-1 0 0,1 0 0 0 0,-1 1 1 0 0,0-1-1 0 0,1 0 1 0 0,-3 2-1 0 0,-2 3 4 0 0,-1-1 1 0 0,1 0-1 0 0,-1 0 0 0 0,0-1 1 0 0,-14 9-1 0 0,-15 5 0 0 0,-2-1 1 0 0,-67 22-1 0 0,44-15-130 0 0,59-24-193 0 0,5 0-2135 0 0,4 0 1673 0 0,0-1 1 0 0,1 0-1 0 0,-1 0 1 0 0,8-1-1 0 0,16-3-5628 0 0,6-4-2046 0 0</inkml:trace>
  <inkml:trace contextRef="#ctx0" brushRef="#br0" timeOffset="1">876 6 13823 0 0,'0'0'630'0'0,"-18"-5"10746"0"0,12 13-9343 0 0,1-2-1137 0 0,2 1-554 0 0,0 0 1 0 0,1 0 0 0 0,0 0-1 0 0,0 1 1 0 0,0-1-1 0 0,1 0 1 0 0,0 1 0 0 0,1-1-1 0 0,0 13 1 0 0,2 8-136 0 0,6 32 0 0 0,3 6-123 0 0,32 104 1 0 0,-38-151-134 0 0,5 25-1 0 0,-8-28-7 0 0,2-1-1 0 0,7 25 0 0 0,-10-39-101 0 0,-2-13-6251 0 0,-2-2-107 0 0,-1-2-1861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37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29 23927 0 0,'-7'-4'2165'0'0,"1"0"815"0"0,8 3-2138 0 0,11-3-525 0 0,1 0 1 0 0,-1 1 0 0 0,1 1-1 0 0,0 0 1 0 0,0 1 0 0 0,15 1 0 0 0,3-1-209 0 0,21-1-65 0 0,1 2 1 0 0,-1 2-1 0 0,1 3 0 0 0,64 14 0 0 0,-106-16-33 0 0,0 1-1 0 0,-1 0 1 0 0,16 9-1 0 0,-12-6 23 0 0,-3 1-33 0 0,-11-3 0 0 0,-1-3 0 0 0,0 0 1 0 0,0 1-1 0 0,0-1 1 0 0,-1 1-1 0 0,1-1 1 0 0,-1 1-1 0 0,1-1 1 0 0,-1 1-1 0 0,0-1 1 0 0,0 0 0 0 0,0 1-1 0 0,0-1 1 0 0,0 0-1 0 0,0 0 1 0 0,-1 1-1 0 0,1-1 1 0 0,-1 0 0 0 0,1 0-1 0 0,-4 2 1 0 0,-3 4 23 0 0,-1 0 0 0 0,-16 11 0 0 0,-77 41-136 0 0,-6 6-1674 0 0,101-61 1412 0 0,0 1-1 0 0,1-1 0 0 0,-1 1 0 0 0,1 0 1 0 0,0 1-1 0 0,-6 9 0 0 0,10-13-66 0 0,0 0 0 0 0,1 0 0 0 0,-1 0 0 0 0,1 0 0 0 0,0 1 0 0 0,0-1 0 0 0,-2 7 0 0 0,3-7-199 0 0,0-1-1 0 0,0 1 1 0 0,0-1 0 0 0,0 1-1 0 0,0-1 1 0 0,1 1 0 0 0,-1-1-1 0 0,1 1 1 0 0,-1-1 0 0 0,1 1-1 0 0,0-1 1 0 0,1 3 0 0 0,7 8-6414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37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20 9671 0 0,'0'0'748'0'0,"2"-1"-492"0"0,5-3 255 0 0,12-4 12233 0 0,-21 2-8238 0 0,-4 7-4215 0 0,0 1 0 0 0,0 1-1 0 0,1-1 1 0 0,-1 1 0 0 0,0 0-1 0 0,1 0 1 0 0,0 0 0 0 0,0 1 0 0 0,0 0-1 0 0,-6 5 1 0 0,-7 9-126 0 0,-19 25 0 0 0,18-20 110 0 0,13-16-255 0 0,1 0 0 0 0,-1 0 0 0 0,2 1 1 0 0,-1-1-1 0 0,1 1 0 0 0,0 0 0 0 0,1 0 0 0 0,0 1 0 0 0,-3 11 0 0 0,5-17-28 0 0,1-1 1 0 0,-1 1-1 0 0,1-1 0 0 0,0 0 0 0 0,0 1 0 0 0,0-1 0 0 0,0 1 0 0 0,0-1 0 0 0,0 1 0 0 0,1-1 0 0 0,-1 1 0 0 0,1-1 0 0 0,0 1 0 0 0,0-1 0 0 0,0 0 1 0 0,0 0-1 0 0,0 1 0 0 0,0-1 0 0 0,0 0 0 0 0,1 0 0 0 0,-1 0 0 0 0,1 0 0 0 0,0 0 0 0 0,-1-1 0 0 0,1 1 0 0 0,0 0 0 0 0,0-1 0 0 0,0 1 0 0 0,0-1 0 0 0,0 0 1 0 0,1 0-1 0 0,-1 0 0 0 0,0 0 0 0 0,1 0 0 0 0,-1 0 0 0 0,0 0 0 0 0,4 0 0 0 0,1 0-50 0 0,0 0 1 0 0,-1 0-1 0 0,1-1 1 0 0,0 0-1 0 0,0 0 1 0 0,0-1-1 0 0,0 0 1 0 0,9-2-1 0 0,1-1-101 0 0,-1-1 0 0 0,19-8 0 0 0,-26 8 127 0 0,-1 0-1 0 0,1 0 1 0 0,-1 0-1 0 0,-1-1 0 0 0,1-1 1 0 0,-1 0-1 0 0,0 1 1 0 0,0-2-1 0 0,10-14 1 0 0,26-27-41 0 0,-42 48 84 0 0,0 1 0 0 0,-1 0 0 0 0,1 0 0 0 0,-1-1 0 0 0,1 1 0 0 0,0 0 0 0 0,-1 0 1 0 0,1 0-1 0 0,-1 0 0 0 0,1 0 0 0 0,0 0 0 0 0,-1 0 0 0 0,1 0 0 0 0,0 0 0 0 0,-1 0 0 0 0,1 0 0 0 0,-1 0 1 0 0,1 0-1 0 0,0 1 0 0 0,-1-1 0 0 0,1 0 0 0 0,-1 0 0 0 0,1 1 0 0 0,-1-1 0 0 0,2 1 0 0 0,11 8 170 0 0,-5-2-126 0 0,-2 1 1 0 0,1 0-1 0 0,-1 0 1 0 0,0 1-1 0 0,-1 0 1 0 0,0 0-1 0 0,0 0 1 0 0,6 17-1 0 0,12 22-7 0 0,-19-42-24 0 0,9 24 16 0 0,-13-32-35 0 0,-1-1 0 0 0,1 1 1 0 0,0 0-1 0 0,0-1 0 0 0,0 1 0 0 0,0 0 1 0 0,0-1-1 0 0,0 1 0 0 0,1 0 1 0 0,1-5-1 0 0,8-23-11 0 0,-10 30 7 0 0,7-21-1 0 0,2 1 0 0 0,0 1 0 0 0,1 0 0 0 0,1 0 0 0 0,0 1 0 0 0,2 0 0 0 0,21-23 0 0 0,-33 39 1 0 0,0 1 0 0 0,-1 0 0 0 0,1 1 0 0 0,-1-1-1 0 0,1 0 1 0 0,-1 1 0 0 0,1-1 0 0 0,0 1 0 0 0,-1-1 0 0 0,1 1 0 0 0,0-1 0 0 0,-1 1 0 0 0,1-1-1 0 0,0 1 1 0 0,0 0 0 0 0,0 0 0 0 0,-1-1 0 0 0,1 1 0 0 0,0 0 0 0 0,1 0 0 0 0,0-1 22 0 0,0 1 0 0 0,1-1 0 0 0,-1 1 0 0 0,0 0 0 0 0,0-1 0 0 0,0 1 0 0 0,0 1 0 0 0,1-1 0 0 0,-1 0 0 0 0,0 0 0 0 0,0 1 0 0 0,0-1 0 0 0,0 1 0 0 0,0 0 0 0 0,0-1 0 0 0,0 1 0 0 0,0 0 0 0 0,0 0 0 0 0,0 0 0 0 0,0 1 0 0 0,0-1 0 0 0,-1 0 0 0 0,1 1 0 0 0,-1-1 0 0 0,1 1 0 0 0,-1-1 0 0 0,3 5 0 0 0,3 3 6 0 0,0 2 0 0 0,-1-1 0 0 0,9 20 1 0 0,-12-24 1 0 0,6 15 2 0 0,10 41 0 0 0,-9-29-22 0 0,-7-23-11 0 0,1-4-55 0 0,-3-5-229 0 0,7-18-6341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38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22687 0 0,'0'0'3544'0'0,"8"3"-3544"0"0,4-1 0 0 0,-1 1 0 0 0,0-2-7040 0 0,2 1-1344 0 0</inkml:trace>
  <inkml:trace contextRef="#ctx0" brushRef="#br0" timeOffset="1">303 0 11519 0 0,'0'2'6783'0'0,"-12"57"2462"0"0,6-32-8215 0 0,1 0 0 0 0,2-1 1 0 0,-2 42-1 0 0,23 113-821 0 0,-18-181-211 0 0,2 8-420 0 0,0 16-2955 0 0,-8-18-1215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38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0 239 8287 0 0,'0'0'756'0'0,"2"1"-622"0"0,8 3 3371 0 0,1 0 0 0 0,0-1 0 0 0,20 4 0 0 0,-15-5-1484 0 0,-1-1 1 0 0,19-1-1 0 0,8-3-1560 0 0,49-11 1 0 0,-52 8-150 0 0,-1-2-702 0 0,37-12-1 0 0,-27 5-2746 0 0,-2 1-4595 0 0,-20 6-411 0 0</inkml:trace>
  <inkml:trace contextRef="#ctx0" brushRef="#br0" timeOffset="1">816 56 19207 0 0,'0'0'1736'0'0,"1"0"-1426"0"0,20 2 2391 0 0,-1-1 1 0 0,36-3-1 0 0,-26 1-1840 0 0,97-2 848 0 0,47-2-1248 0 0,-138 3-402 0 0,-3 1-409 0 0,0-1 0 0 0,0-2 0 0 0,51-13 0 0 0,-43 4-2385 0 0,-22 5 1150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39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 6447 0 0,'-2'0'298'0'0,"-2"2"690"0"0,-11 2-2138 0 0,-9 0 19878 0 0,21 3-15384 0 0,1 7-1500 0 0,3-12-1728 0 0,-1 1 1 0 0,1-1-1 0 0,0 0 1 0 0,0 0-1 0 0,0 1 0 0 0,1-1 1 0 0,-1 0-1 0 0,0 0 1 0 0,1 0-1 0 0,0 0 1 0 0,-1 0-1 0 0,1 0 0 0 0,0-1 1 0 0,0 1-1 0 0,4 2 1 0 0,3 3-7 0 0,21 10 0 0 0,86 52 66 0 0,-110-65-174 0 0,14 9 3 0 0,19 16-1 0 0,-34-25-4 0 0,0 1 0 0 0,0 0 0 0 0,-1 0-1 0 0,1 0 1 0 0,-1 0 0 0 0,0 1 0 0 0,-1-1-1 0 0,6 11 1 0 0,-8-13 0 0 0,0 0 0 0 0,0 0 0 0 0,-1 0 0 0 0,1 1 0 0 0,-1-1 0 0 0,0 0 0 0 0,0 0 0 0 0,0 1 0 0 0,0-1 0 0 0,0 0 0 0 0,-1 0 0 0 0,1 1 0 0 0,-1-1 0 0 0,0 0 0 0 0,0 0 0 0 0,0 0 0 0 0,-1 0 0 0 0,1 0 0 0 0,-1 0 0 0 0,1 0 0 0 0,-1-1 0 0 0,0 1 0 0 0,-2 2 0 0 0,-7 7 0 0 0,1-1 0 0 0,-2 0 0 0 0,-18 15 0 0 0,14-13 0 0 0,-10 5-573 0 0,20-15 183 0 0,0 1-1 0 0,0 0 1 0 0,-8 8-1 0 0,9-6-1146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40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430 38 18575 0 0,'0'0'852'0'0,"-1"-1"-21"0"0,-1-2-706 0 0,0 1 1 0 0,0-1-1 0 0,-1 1 0 0 0,1 0 1 0 0,-1 0-1 0 0,0 0 0 0 0,0 0 1 0 0,1 0-1 0 0,-1 1 0 0 0,0-1 1 0 0,0 1-1 0 0,-1 0 1 0 0,1 0-1 0 0,0 0 0 0 0,0 0 1 0 0,-7 0-1 0 0,-1-1 542 0 0,-1 0-3 0 0,0 0 0 0 0,0 1 0 0 0,0 0 0 0 0,1 1 0 0 0,-21 2 0 0 0,-60 14 1136 0 0,82-14-1746 0 0,-9 2 139 0 0,-8 2 104 0 0,-27 8 0 0 0,47-12-229 0 0,0 1 1 0 0,0 0-1 0 0,0 0 0 0 0,0 1 0 0 0,0 0 0 0 0,1 0 1 0 0,0 0-1 0 0,-9 9 0 0 0,13-10 8 0 0,2 8-7 0 0,2-8-65 0 0,-1 0-1 0 0,1-1 0 0 0,0 1 0 0 0,0-1 0 0 0,0 0 0 0 0,0 1 0 0 0,0-1 1 0 0,1 0-1 0 0,-1 0 0 0 0,0 0 0 0 0,1-1 0 0 0,0 1 0 0 0,-1-1 0 0 0,1 1 1 0 0,4 0-1 0 0,4 3 6 0 0,0-1 1 0 0,20 5-1 0 0,160 27 55 0 0,-82-9-64 0 0,-85-20 0 0 0,-18-6-1 0 0,0 1 1 0 0,0 0-1 0 0,-1 0 0 0 0,1 1 1 0 0,-1 0-1 0 0,1 0 0 0 0,-1 0 1 0 0,8 6-1 0 0,-12-7 4 0 0,1 0 0 0 0,0-1 0 0 0,-1 1 0 0 0,1 0 0 0 0,-1 0 0 0 0,0 0-1 0 0,0 0 1 0 0,0 0 0 0 0,0 0 0 0 0,0 1 0 0 0,0-1 0 0 0,0 0 0 0 0,-1 0 0 0 0,1 1 0 0 0,-1-1 0 0 0,1 0-1 0 0,-1 1 1 0 0,0-1 0 0 0,0 1 0 0 0,0-1 0 0 0,-1 0 0 0 0,1 1 0 0 0,0-1 0 0 0,-2 4 0 0 0,0 0 16 0 0,-1 1 0 0 0,1-1 1 0 0,-2 0-1 0 0,1 0 0 0 0,0 0 0 0 0,-1 0 1 0 0,0 0-1 0 0,-1-1 0 0 0,1 0 1 0 0,-1 0-1 0 0,-10 9 0 0 0,-1-2 31 0 0,1-1 0 0 0,-2-1 1 0 0,-17 9-1 0 0,14-11-92 0 0,0 0 1 0 0,-1-2 0 0 0,0 0 0 0 0,0-1-1 0 0,-28 2 1 0 0,41-6-25 0 0,-3 1-675 0 0,1-2 0 0 0,-1 1 0 0 0,0-1 0 0 0,0 0 0 0 0,-13-3 0 0 0,1-2-8870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41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11975 0 0,'0'0'923'0'0,"0"2"-602"0"0,2 21 1506 0 0,4 15 5220 0 0,1-2-1184 0 0,-5-12-5397 0 0,-1-17-306 0 0,0 0 1 0 0,0-1-1 0 0,0 0 0 0 0,1 1 1 0 0,0-1-1 0 0,0 0 1 0 0,0 0-1 0 0,1 0 1 0 0,0 0-1 0 0,0 0 0 0 0,1 0 1 0 0,-1-1-1 0 0,1 0 1 0 0,9 10-1 0 0,-9-12-158 0 0,-1 0 0 0 0,0 0 0 0 0,1-1 0 0 0,-1 1 0 0 0,1-1 0 0 0,0 1 1 0 0,0-1-1 0 0,0-1 0 0 0,0 1 0 0 0,0 0 0 0 0,0-1 0 0 0,0 0 0 0 0,1 0 0 0 0,-1 0 0 0 0,0-1 0 0 0,1 1 0 0 0,-1-1 0 0 0,1 0 0 0 0,-1 0 0 0 0,0-1 1 0 0,1 1-1 0 0,-1-1 0 0 0,6-2 0 0 0,-4 2-60 0 0,-1-1 1 0 0,1-1-1 0 0,-1 1 1 0 0,0-1-1 0 0,0 0 1 0 0,0 0-1 0 0,0 0 1 0 0,0-1 0 0 0,-1 0-1 0 0,1 0 1 0 0,-1 0-1 0 0,0 0 1 0 0,-1-1-1 0 0,1 1 1 0 0,-1-1-1 0 0,0 0 1 0 0,0 0-1 0 0,0 0 1 0 0,3-10-1 0 0,-1 3 28 0 0,-1 1-1 0 0,-1-1 0 0 0,0 1 0 0 0,-1-1 0 0 0,0 0 1 0 0,-1 0-1 0 0,0 0 0 0 0,-1 0 0 0 0,0 0 1 0 0,-1-1-1 0 0,-3-13 0 0 0,1 19 31 0 0,3 6 0 0 0,0 1 1 0 0,-1 0-1 0 0,1 0 0 0 0,0-1 0 0 0,0 1 1 0 0,0 0-1 0 0,-1 0 0 0 0,1-1 0 0 0,0 1 1 0 0,-1 0-1 0 0,1 0 0 0 0,0 0 0 0 0,0-1 1 0 0,-1 1-1 0 0,1 0 0 0 0,0 0 0 0 0,-1 0 1 0 0,1 0-1 0 0,-1 0 0 0 0,1 0 1 0 0,0 0-1 0 0,-1 0 0 0 0,1 0 0 0 0,0 0 1 0 0,-1 0-1 0 0,1 0 0 0 0,0 0 0 0 0,-1 0 1 0 0,1 0-1 0 0,0 0 0 0 0,-1 0 0 0 0,1 0 1 0 0,0 0-1 0 0,-1 0 0 0 0,1 1 0 0 0,0-1 1 0 0,-1 0-1 0 0,1 0 0 0 0,0 0 0 0 0,-1 1 1 0 0,-1 0 16 0 0,0 1 1 0 0,-1-1-1 0 0,1 1 1 0 0,0 0-1 0 0,0 0 1 0 0,0 0 0 0 0,0 0-1 0 0,0 0 1 0 0,1 0-1 0 0,-1 1 1 0 0,1-1-1 0 0,-1 0 1 0 0,1 1 0 0 0,0-1-1 0 0,0 1 1 0 0,0 0-1 0 0,0-1 1 0 0,0 1-1 0 0,0 4 1 0 0,-1 1 20 0 0,1 0 0 0 0,0 0 0 0 0,1 0 0 0 0,0 0-1 0 0,1 14 1 0 0,0-17-28 0 0,0 1 0 0 0,0 0 0 0 0,1-1 0 0 0,-1 1 0 0 0,1-1 0 0 0,1 0 0 0 0,-1 1 0 0 0,1-1 0 0 0,0 0 0 0 0,0 0 0 0 0,0-1 0 0 0,1 1 0 0 0,-1-1-1 0 0,1 0 1 0 0,1 1 0 0 0,4 3 0 0 0,-1-3-56 0 0,-1 0 0 0 0,1-1 0 0 0,0 1-1 0 0,0-2 1 0 0,0 1 0 0 0,1-1 0 0 0,0 0 0 0 0,-1-1-1 0 0,16 2 1 0 0,1 0-452 0 0,0-1 0 0 0,42-2 1 0 0,-57-1 308 0 0,-1-1-1 0 0,1 0 1 0 0,-1-1 0 0 0,1 0 0 0 0,-1-1 0 0 0,0 1 0 0 0,0-2 0 0 0,0 1 0 0 0,-1-2 0 0 0,11-5 0 0 0,-16 7 181 0 0,0 1 1 0 0,-1 0-1 0 0,1-1 1 0 0,-1 0-1 0 0,0 0 1 0 0,1 1 0 0 0,-1-1-1 0 0,-1 0 1 0 0,1-1-1 0 0,0 1 1 0 0,-1 0-1 0 0,0 0 1 0 0,1-1-1 0 0,-1 1 1 0 0,-1-1-1 0 0,2-5 1 0 0,0-7-6 0 0,-1 0 0 0 0,-1-23 0 0 0,0 21-75 0 0,-1 6 1569 0 0,0 17-1097 0 0,0 16-182 0 0,1-6-89 0 0,1 0-1 0 0,1 0 1 0 0,1-1 0 0 0,0 1-1 0 0,6 17 1 0 0,32 69 815 0 0,-14-40-692 0 0,-8-15-261 0 0,-6-16-51 0 0,-1 0 1 0 0,-1 2-1 0 0,11 55 0 0 0,-22-85-144 0 0,-6-14-6463 0 0,-1-2 4588 0 0,1-2-59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41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13 11519 0 0,'-13'-11'13757'0'0,"15"11"-12219"0"0,10-1-1013 0 0,0 0 0 0 0,0 1 1 0 0,0 1-1 0 0,0 0 0 0 0,19 4 1 0 0,13 6-337 0 0,0 2 1 0 0,83 35 0 0 0,-107-40-190 0 0,-7-3 0 0 0,-1 1 0 0 0,19 10 0 0 0,-28-14 0 0 0,0 0 0 0 0,0 0 0 0 0,0 0 0 0 0,0 1 0 0 0,0 0 0 0 0,0-1 0 0 0,-1 1 0 0 0,0 0 0 0 0,1 0 0 0 0,-1 1 0 0 0,0-1 0 0 0,0 0 0 0 0,2 7 0 0 0,-3-7-3 0 0,-1-1 0 0 0,0 0-1 0 0,1 1 1 0 0,-1-1 0 0 0,0 0 0 0 0,0 1-1 0 0,0-1 1 0 0,-1 1 0 0 0,1-1 0 0 0,-1 0-1 0 0,1 1 1 0 0,-1-1 0 0 0,0 0 0 0 0,1 1 0 0 0,-1-1-1 0 0,-1 0 1 0 0,1 0 0 0 0,0 0 0 0 0,0 0-1 0 0,-1 0 1 0 0,1 0 0 0 0,-1 0 0 0 0,1-1-1 0 0,-1 1 1 0 0,0 0 0 0 0,0-1 0 0 0,-3 3 0 0 0,-4 2-12 0 0,0 0 0 0 0,-1-1 0 0 0,1 0 1 0 0,-17 7-1 0 0,18-10-321 0 0,-52 19 494 0 0,52-19-1855 0 0,1 0-1 0 0,-1-1 1 0 0,-11 0-1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42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0 8751 0 0,'-2'1'4064'0'0,"-6"3"-230"0"0,0 1 0 0 0,-12 10-1 0 0,-31 30-1020 0 0,20-16-1464 0 0,14-13-618 0 0,-29 33 1 0 0,41-44-665 0 0,1 1-1 0 0,0 0 0 0 0,0 0 1 0 0,0 0-1 0 0,1 1 0 0 0,0-1 1 0 0,0 1-1 0 0,0 0 0 0 0,1-1 1 0 0,-2 11-1 0 0,4-14-66 0 0,0-1-1 0 0,0 1 1 0 0,0-1 0 0 0,0 1 0 0 0,0 0-1 0 0,0-1 1 0 0,1 1 0 0 0,-1-1 0 0 0,1 1-1 0 0,0-1 1 0 0,-1 1 0 0 0,1-1-1 0 0,1 1 1 0 0,-1-1 0 0 0,0 0 0 0 0,0 1-1 0 0,3 2 1 0 0,-1-2-64 0 0,0 0 0 0 0,0-1-1 0 0,1 1 1 0 0,-1-1 0 0 0,0 1 0 0 0,1-1 0 0 0,-1 0-1 0 0,1-1 1 0 0,0 1 0 0 0,5 1 0 0 0,2 0-286 0 0,0 0 1 0 0,0-1 0 0 0,0-1 0 0 0,0 0-1 0 0,0 0 1 0 0,0-1 0 0 0,16-2 0 0 0,-18 1 149 0 0,0-1 1 0 0,-1 1 0 0 0,1-2-1 0 0,-1 1 1 0 0,1-1 0 0 0,-1 0-1 0 0,0-1 1 0 0,0 0 0 0 0,-1 0-1 0 0,1 0 1 0 0,-1-1-1 0 0,0-1 1 0 0,0 1 0 0 0,0-1-1 0 0,-1 0 1 0 0,0 0 0 0 0,0-1-1 0 0,0 0 1 0 0,-1 0 0 0 0,0 0-1 0 0,-1-1 1 0 0,0 0 0 0 0,0 0-1 0 0,0 0 1 0 0,-1 0 0 0 0,4-15-1 0 0,-5 9 300 0 0,0-1-1 0 0,0 1 1 0 0,-2-1-1 0 0,-1-22 0 0 0,11 68 5264 0 0,20 36-4769 0 0,-15-36-16 0 0,-5-10-332 0 0,1 0 0 0 0,1-1 0 0 0,23 29 0 0 0,-34-48-82 0 0,0 0-125 0 0,-1-1 0 0 0,0 0-1 0 0,1 1 1 0 0,-1-1 0 0 0,0 0 0 0 0,1 0 0 0 0,-1 1-1 0 0,0-1 1 0 0,1 0 0 0 0,-1 0 0 0 0,1 0 0 0 0,-1 0-1 0 0,1 1 1 0 0,-1-1 0 0 0,0 0 0 0 0,1 0 0 0 0,-1 0-1 0 0,1 0 1 0 0,-1 0 0 0 0,1 0 0 0 0,5-9-26 0 0,-1 0 0 0 0,0 0 1 0 0,-1 0-1 0 0,0 0 0 0 0,-1-1 1 0 0,1 1-1 0 0,1-16 0 0 0,-2 13-3 0 0,1-1 1 0 0,0 1-1 0 0,0 0 0 0 0,9-17 0 0 0,-9 23-10 0 0,1 0 0 0 0,-1 1 0 0 0,1 0 0 0 0,0 0 0 0 0,0 0 0 0 0,0 1 0 0 0,1-1 0 0 0,0 1 0 0 0,-1 1 0 0 0,9-5 0 0 0,1 1 0 0 0,0 0 0 0 0,0 1 0 0 0,20-4 0 0 0,-29 9 1 0 0,1 0-1 0 0,-1 0 1 0 0,0 1-1 0 0,0 0 1 0 0,0 0-1 0 0,1 1 1 0 0,-1 0 0 0 0,0 0-1 0 0,0 0 1 0 0,0 1-1 0 0,0-1 1 0 0,0 2-1 0 0,0-1 1 0 0,-1 1-1 0 0,1-1 1 0 0,-1 2 0 0 0,0-1-1 0 0,8 6 1 0 0,-10-6 7 0 0,5 8 33 0 0,-2 0-37 0 0,6 16-905 0 0,-11-25 78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43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3223 0 0,'0'0'288'0'0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43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0 299 4607 0 0,'1'2'19108'0'0,"5"14"-17309"0"0,0 1 0 0 0,-2 1-1 0 0,3 17 1 0 0,-4-18-1513 0 0,0 0 1 0 0,2 0-1 0 0,10 28 0 0 0,-2-17-361 0 0,-6-22-570 0 0,3-9-5747 0 0</inkml:trace>
  <inkml:trace contextRef="#ctx0" brushRef="#br0" timeOffset="1">72 30 15663 0 0,'0'0'1672'0'0,"5"-7"800"0"0,1 2-1112 0 0,2 0 8 0 0,2 0-2016 0 0,0 1 112 0 0,-1 0-8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44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0 15199 0 0,'-1'1'1172'0'0,"-1"0"-902"0"0,0 0-1 0 0,1 0 0 0 0,-1 1 0 0 0,0-1 1 0 0,1 1-1 0 0,0-1 0 0 0,-1 1 0 0 0,1-1 1 0 0,0 1-1 0 0,0 0 0 0 0,0-1 1 0 0,0 1-1 0 0,0 0 0 0 0,0 0 0 0 0,0 0 1 0 0,1 0-1 0 0,-1 0 0 0 0,1 0 1 0 0,-1 0-1 0 0,1 0 0 0 0,0 2 0 0 0,-2 6 1132 0 0,-30 125 5225 0 0,29-114-6342 0 0,1-1 0 0 0,1 1-1 0 0,1-1 1 0 0,4 37-1 0 0,9 7-40 0 0,-8-49-615 0 0,-2 1-1 0 0,0 0 1 0 0,2 26 0 0 0,-5-40-278 0 0,-7 4-4003 0 0</inkml:trace>
  <inkml:trace contextRef="#ctx0" brushRef="#br0" timeOffset="1">0 318 21391 0 0,'0'0'1943'0'0,"2"0"-1603"0"0,53-8 326 0 0,0 2 0 0 0,80 3 0 0 0,-108 5-2587 0 0,33 6-1 0 0,-47-5 325 0 0,0 0 1 0 0,0 1 0 0 0,0 1 0 0 0,18 8-1 0 0,-31-12 1580 0 0,13 5-1476 0 0,0 1 0 0 0,-1 0 1 0 0,18 15-1 0 0,-27-19 1956 0 0,0 0 0 0 0,0 1-1 0 0,0-1 1 0 0,0 1 0 0 0,0-1 0 0 0,2 6 0 0 0,2 9 5329 0 0,-5 4 6411 0 0,-1-13-9903 0 0,5-4-4639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03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0 17967 0 0,'0'0'1387'0'0,"-2"0"-896"0"0,-9 0 3504 0 0,10 0-3868 0 0,0 0-1 0 0,0 0 0 0 0,-1 0 0 0 0,1 0 0 0 0,0 0 0 0 0,0 1 1 0 0,0-1-1 0 0,0 0 0 0 0,-1 1 0 0 0,1-1 0 0 0,0 0 1 0 0,0 1-1 0 0,0-1 0 0 0,0 1 0 0 0,0 0 0 0 0,0-1 0 0 0,0 1 1 0 0,-1 1-1 0 0,1-1-1026 0 0,0 1 0 0 0,0 0 0 0 0,0 0 0 0 0,0-1 0 0 0,0 1 0 0 0,1 0 0 0 0,-1 0 0 0 0,0 3 0 0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04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 15663 0 0,'-1'3'719'0'0,"-3"4"-233"0"0,2-3-369 0 0,1 0 0 0 0,-1-1 0 0 0,0 1-1 0 0,1 0 1 0 0,0 0 0 0 0,-1 7 0 0 0,-2 18 10760 0 0,6-28-10764 0 0,10 4-379 0 0,5-5-1169 0 0,-1-6-469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05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86 7831 0 0,'-1'-2'356'0'0,"-1"-15"430"0"0,-1-23-1254 0 0,4 13 17334 0 0,6 38-15279 0 0,-3-3-1246 0 0,0 0 1 0 0,-1 0 0 0 0,-1 0 0 0 0,1 0-1 0 0,2 15 1 0 0,2 46 455 0 0,-6-47-520 0 0,7 88 380 0 0,9 90-5 0 0,-12-163-607 0 0,15 96 70 0 0,-19-124-119 0 0,3 11-93 0 0,0 0-1 0 0,0 22 1 0 0,-4-40-127 0 0,-1 0 0 0 0,1-1 129 0 0,0 0-1 0 0,0 0 1 0 0,0-1-1 0 0,-1 1 1 0 0,1 0 0 0 0,0 0-1 0 0,0-1 1 0 0,-1 1 0 0 0,1 0-1 0 0,0-1 1 0 0,-1 1-1 0 0,1 0 1 0 0,-1-1 0 0 0,1 1-1 0 0,-1 0 1 0 0,1-1-1 0 0,-1 1 1 0 0,0-1 0 0 0,1 1-1 0 0,-1-1 1 0 0,1 1-1 0 0,-1-1 1 0 0,0 0 0 0 0,0 1-1 0 0,1-1 1 0 0,-1 0 0 0 0,0 1-1 0 0,0-1 1 0 0,1 0-1 0 0,-1 0 1 0 0,0 0 0 0 0,0 0-1 0 0,1 0 1 0 0,-1 0-1 0 0,0 0 1 0 0,0 0 0 0 0,0 0-1 0 0,1 0 1 0 0,-1 0-1 0 0,0 0 1 0 0,0-1 0 0 0,1 1-1 0 0,-1 0 1 0 0,0 0-1 0 0,0-1 1 0 0,-3-1-262 0 0,1 0 0 0 0,0 0 0 0 0,-1 0 0 0 0,1-1 0 0 0,0 1 1 0 0,1-1-1 0 0,-1 1 0 0 0,0-1 0 0 0,-2-3 0 0 0,-7-13-1608 0 0,-1-4-249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06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59 12895 0 0,'-5'0'495'0'0,"4"0"-432"0"0,-1 0-1 0 0,1 0 0 0 0,0 0 1 0 0,-1-1-1 0 0,1 1 1 0 0,0 0-1 0 0,0-1 0 0 0,-1 1 1 0 0,1 0-1 0 0,0-1 0 0 0,0 0 1 0 0,0 1-1 0 0,0-1 1 0 0,0 0-1 0 0,-5-7 7343 0 0,10 5-6839 0 0,0 1-1 0 0,0-1 1 0 0,0 1 0 0 0,0 0-1 0 0,1 0 1 0 0,-1 1-1 0 0,1 0 1 0 0,-1-1 0 0 0,10 0-1 0 0,48-2 783 0 0,-46 3-928 0 0,388-15 1908 0 0,-111 13-1963 0 0,-94 6-377 0 0,-100 11-2435 0 0,-67-8-2077 0 0,32 13 1 0 0,-39-11-4244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06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23471 0 0,'0'0'4099'0'0,"1"2"-3261"0"0,3 3-609 0 0,0 0 0 0 0,0 0 0 0 0,0 0-1 0 0,1-1 1 0 0,0 0 0 0 0,0 0 0 0 0,0 0 0 0 0,0-1-1 0 0,10 6 1 0 0,9 2-12 0 0,27 10 0 0 0,-15-7-220 0 0,-20-8 3 0 0,0 2 0 0 0,0 0 0 0 0,0 0 0 0 0,-1 2 0 0 0,-1 0 0 0 0,19 16 0 0 0,-30-24 0 0 0,-1 1-1 0 0,0-1 1 0 0,0 1-1 0 0,0-1 1 0 0,0 1-1 0 0,-1 0 1 0 0,1 0 0 0 0,-1 0-1 0 0,1 0 1 0 0,-1 0-1 0 0,0 0 1 0 0,0 1-1 0 0,-1-1 1 0 0,1 0 0 0 0,-1 0-1 0 0,1 1 1 0 0,-1-1-1 0 0,0 0 1 0 0,-1 4-1 0 0,1-3 15 0 0,-1 0 0 0 0,0 1 0 0 0,0-1 0 0 0,-1 0 0 0 0,1 0 0 0 0,-1 0 0 0 0,0 0 0 0 0,0-1 0 0 0,0 1-1 0 0,-1 0 1 0 0,1-1 0 0 0,-1 0 0 0 0,0 1 0 0 0,-3 2 0 0 0,-10 9 24 0 0,-132 117 716 0 0,140-126-743 0 0,-17 16-95 0 0,23-20-306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07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580 187 8287 0 0,'0'0'17635'0'0,"-1"2"-16361"0"0,-1 4-915 0 0,-1 0-1 0 0,1-1 1 0 0,0 1-1 0 0,1 0 1 0 0,-1 1 0 0 0,1-1-1 0 0,0 0 1 0 0,0 10-1 0 0,4 55 495 0 0,-2-60-741 0 0,42 527 891 0 0,-42-530-1061 0 0,0-1 0 0 0,-1 1 0 0 0,0-1 0 0 0,-1 1 0 0 0,1 0 0 0 0,-1-1 0 0 0,-5 15 0 0 0,6-21-167 0 0,-7 4-978 0 0,6-5 1078 0 0,-1 0-1 0 0,0 1 1 0 0,1-1-1 0 0,-1 0 1 0 0,1 0-1 0 0,-1 0 1 0 0,1 0-1 0 0,-1 0 1 0 0,1 0-1 0 0,-1-1 1 0 0,1 1-1 0 0,-1 0 1 0 0,1-1-1 0 0,-1 1 1 0 0,1-1 0 0 0,-1 0-1 0 0,1 1 1 0 0,0-1-1 0 0,-1 0 1 0 0,1 0-1 0 0,0 0 1 0 0,-2-1-1 0 0,-3-4-1396 0 0,0 1-1 0 0,-10-12 1 0 0,0-4-7029 0 0</inkml:trace>
  <inkml:trace contextRef="#ctx0" brushRef="#br0" timeOffset="1">0 142 20671 0 0,'0'0'1877'0'0,"2"-1"-1543"0"0,313-43 6615 0 0,-221 34-6325 0 0,149-13 399 0 0,173-24-2473 0 0,-387 41-430 0 0,-8 1-5178 0 0,-4 0-2033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07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56 12895 0 0,'-5'-6'1339'0'0,"2"1"-511"0"0,-1 1-1 0 0,0 0 1 0 0,0 0 0 0 0,-1 0 0 0 0,1 1-1 0 0,-1-1 1 0 0,0 1 0 0 0,1 0 0 0 0,-1 1-1 0 0,-1-1 1 0 0,1 1 0 0 0,0 0 0 0 0,-1 0-1 0 0,-7-1 1 0 0,7 2-465 0 0,0 0 0 0 0,-1 1 1 0 0,1 0-1 0 0,-10 1 0 0 0,-3 3-44 0 0,1 0-1 0 0,0 1 1 0 0,0 1 0 0 0,1 0 0 0 0,0 1 0 0 0,0 1-1 0 0,0 1 1 0 0,-20 15 0 0 0,18-10-200 0 0,17-11-105 0 0,-7 8-3 0 0,3 0-11 0 0,4 2 0 0 0,5 1 0 0 0,0-8-1 0 0,0 0 0 0 0,-1-1 0 0 0,2 0-1 0 0,-1 1 1 0 0,1-1 0 0 0,-1-1 0 0 0,1 1 0 0 0,1 0 0 0 0,-1-1 0 0 0,1 0-1 0 0,-1 0 1 0 0,1 0 0 0 0,0-1 0 0 0,8 5 0 0 0,7 1-10 0 0,-1-1 1 0 0,40 11-1 0 0,-38-13 6 0 0,-1 1 0 0 0,29 13 0 0 0,-38-15 3 0 0,-8-3-3 0 0,1-1 0 0 0,-1 1 1 0 0,0 0-1 0 0,1 0 0 0 0,-1 0 0 0 0,0 0 1 0 0,0 1-1 0 0,0-1 0 0 0,-1 1 0 0 0,1 0 1 0 0,-1 0-1 0 0,4 4 0 0 0,-5-5 5 0 0,0-1 0 0 0,0 1 0 0 0,-1-1 0 0 0,1 1 0 0 0,-1 0 0 0 0,1-1 0 0 0,-1 1 0 0 0,1 0 0 0 0,-1 2 0 0 0,1-3 1 0 0,-1 0 1 0 0,0 0-1 0 0,0 0 0 0 0,0 0 1 0 0,0 0-1 0 0,0 1 1 0 0,0-1-1 0 0,0 0 0 0 0,0 0 1 0 0,0 0-1 0 0,0 0 0 0 0,-1 0 1 0 0,1 0-1 0 0,0 0 1 0 0,-1-1-1 0 0,1 1 0 0 0,-1 0 1 0 0,1 0-1 0 0,-1 0 0 0 0,1 0 1 0 0,-1 0-1 0 0,0-1 0 0 0,1 1 1 0 0,-1 0-1 0 0,-1 1 1 0 0,-1 0 15 0 0,-1 3-15 0 0,-1-1-1 0 0,0 0 0 0 0,0 0 1 0 0,-1 0-1 0 0,1-1 0 0 0,-1 1 0 0 0,1-1 1 0 0,-11 3-1 0 0,-3 1-2 0 0,-28 5 1 0 0,35-9-200 0 0,1-2-1 0 0,0 0 1 0 0,-1 0 0 0 0,0-1-1 0 0,-13-1 1 0 0,-55-12-5374 0 0,78 12 3689 0 0,-5-6-3230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08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0 3679 0 0,'4'7'14109'0'0,"-4"-7"-13889"0"0,-15 15 6229 0 0,-24 14-3159 0 0,-46 32-1397 0 0,70-48-1551 0 0,0 0 0 0 0,1 1-1 0 0,-16 19 1 0 0,26-27-354 0 0,3-5-51 0 0,17 4-814 0 0,-14-4 834 0 0,-1 0 1 0 0,1-1-1 0 0,0 1 0 0 0,-1 0 0 0 0,1-1 0 0 0,0 1 0 0 0,0-1 1 0 0,2 1-1 0 0,1-2-50 0 0,1 0 1 0 0,0 0 0 0 0,0 0 0 0 0,0 0-1 0 0,-1-1 1 0 0,1 0 0 0 0,0 0-1 0 0,-1-1 1 0 0,0 1 0 0 0,0-1 0 0 0,6-4-1 0 0,-1 0 24 0 0,-1 0-1 0 0,-1 0 0 0 0,1-1 0 0 0,13-16 1 0 0,-15 16-45 0 0,0 0 1 0 0,1 1 0 0 0,14-10-1 0 0,-21 16 25 0 0,-1 5-76 0 0,1 0 175 0 0,0-1 1 0 0,0 1 0 0 0,0-1-1 0 0,3 6 1 0 0,1 6 73 0 0,-3-5-60 0 0,1 0 0 0 0,1 0 0 0 0,0 0 0 0 0,0 0 0 0 0,1-1-1 0 0,0 0 1 0 0,1 0 0 0 0,12 16 0 0 0,-13-20-411 0 0,-1 0 0 0 0,1-1 0 0 0,0 0-1 0 0,0 1 1 0 0,1-2 0 0 0,-1 1 0 0 0,1-1 0 0 0,0 0-1 0 0,0 0 1 0 0,0 0 0 0 0,0-1 0 0 0,1 0 0 0 0,-1 0 0 0 0,0-1-1 0 0,9 2 1 0 0,0-3-1685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08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18 10135 0 0,'0'0'778'0'0,"0"-18"14153"0"0,0 20-13772 0 0,17 188 2965 0 0,6 44-4044 0 0,-22-227-121 0 0,2 5-243 0 0,-2 1 0 0 0,1 0-1 0 0,-2 0 1 0 0,0 0 0 0 0,-2 19-1 0 0,2-31 182 0 0,0-1 0 0 0,0 1 0 0 0,0-1 0 0 0,0 1 0 0 0,-1 0 0 0 0,1-1 0 0 0,0 1 0 0 0,0-1 0 0 0,-1 1 0 0 0,1-1 0 0 0,0 1 0 0 0,-1-1 0 0 0,1 1 0 0 0,-1-1 0 0 0,1 0 0 0 0,-1 1 0 0 0,1-1 1 0 0,-1 1-1 0 0,1-1 0 0 0,-1 0 0 0 0,1 0 0 0 0,-1 1 0 0 0,1-1 0 0 0,-1 0 0 0 0,1 0 0 0 0,-1 1 0 0 0,0-1 0 0 0,1 0 0 0 0,-1 0 0 0 0,1 0 0 0 0,-1 0 0 0 0,0 0 0 0 0,1 0 0 0 0,-1 0 0 0 0,1 0 0 0 0,-1 0 0 0 0,0 0 0 0 0,1-1 0 0 0,-1 1 0 0 0,1 0 0 0 0,-1 0 0 0 0,1 0 0 0 0,-1-1 0 0 0,0 1 0 0 0,0-1 0 0 0,-4-1-837 0 0,0-1 0 0 0,1 0 0 0 0,-9-5 1 0 0,12 6 473 0 0,-12-7-1329 0 0</inkml:trace>
  <inkml:trace contextRef="#ctx0" brushRef="#br0" timeOffset="1">1 234 20159 0 0,'0'0'2324'0'0,"1"1"-1379"0"0,2 1-578 0 0,0 1 0 0 0,0-1-1 0 0,0 0 1 0 0,0-1 0 0 0,0 1-1 0 0,1-1 1 0 0,-1 1 0 0 0,1-1-1 0 0,-1 0 1 0 0,0 0 0 0 0,1 0-1 0 0,0-1 1 0 0,6 1 0 0 0,6 0 35 0 0,30-3 1 0 0,-32 1-238 0 0,22-2-463 0 0,56-14 0 0 0,-37 4-7672 0 0,-18 4-1045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41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25 141 7775 0 0,'0'0'704'0'0,"-2"-1"-581"0"0,-21-22 19277 0 0,37 17-18028 0 0,-1 3-1045 0 0,1 0 1 0 0,0 1 0 0 0,0 1-1 0 0,0 0 1 0 0,0 1 0 0 0,15 2-1 0 0,19-1-163 0 0,84-7-449 0 0,217-37 1 0 0,-231 23-1098 0 0,38-8-4542 0 0,-125 21 3327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41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0 9671 0 0,'-2'1'748'0'0,"-24"4"-1260"0"0,1 1 17144 0 0,24-5-16481 0 0,1 1-1 0 0,0 0 1 0 0,0-1 0 0 0,0 1-1 0 0,0 0 1 0 0,0-1 0 0 0,0 1-1 0 0,0 0 1 0 0,0-1 0 0 0,1 4-1 0 0,1-2-58 0 0,0 0-1 0 0,0 1 1 0 0,0-1-1 0 0,0 0 0 0 0,0 0 1 0 0,1 0-1 0 0,-1 0 0 0 0,1-1 1 0 0,0 1-1 0 0,0-1 1 0 0,3 3-1 0 0,3 1-42 0 0,0 0-1 0 0,17 8 1 0 0,7-1-35 0 0,0-2 1 0 0,35 8-1 0 0,-30-10-255 0 0,44 19 0 0 0,-79-27 221 0 0,-1 0-1 0 0,1 0 0 0 0,-1 0 0 0 0,0 1 1 0 0,1-1-1 0 0,3 4 0 0 0,-2 3-39 0 0,-4-6 70 0 0,0 0 0 0 0,0 0 0 0 0,0 0 0 0 0,0 0 0 0 0,0 0 0 0 0,-1 0 0 0 0,1 0 0 0 0,-1 0 0 0 0,0 1 0 0 0,1-2 0 0 0,-1 1 0 0 0,0 0 0 0 0,0 0 0 0 0,0 0 0 0 0,0 0 0 0 0,-1 0 0 0 0,1-1 0 0 0,0 1 0 0 0,-3 1 0 0 0,-3 4 83 0 0,-1 1 1 0 0,-13 8 0 0 0,15-12-67 0 0,-22 16 17 0 0,-58 31-1 0 0,34-26-2625 0 0,31-16-7059 0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42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0 13359 0 0,'-1'2'1027'0'0,"-15"15"-102"0"0,13-14-196 0 0,1-1-1 0 0,0 0 0 0 0,-1 0 1 0 0,1 1-1 0 0,0 0 1 0 0,0-1-1 0 0,0 1 0 0 0,1 0 1 0 0,-3 4-1 0 0,1 3 115 0 0,0-1 0 0 0,0 1 0 0 0,1-1-1 0 0,1 1 1 0 0,0 0 0 0 0,0 13 0 0 0,2-8-300 0 0,0 0-1 0 0,1 0 1 0 0,6 24 0 0 0,1-9-260 0 0,2 1 0 0 0,1-2 0 0 0,20 37 0 0 0,-20-44-204 0 0,1 0 1 0 0,1-1-1 0 0,1 0 1 0 0,1-2-1 0 0,25 26 1 0 0,-39-43-75 0 0,-1 0 1 0 0,1-1-1 0 0,0 1 1 0 0,0-1-1 0 0,0 1 1 0 0,1-1-1 0 0,-1 0 0 0 0,0 0 1 0 0,0 0-1 0 0,1 0 1 0 0,-1 0-1 0 0,0-1 0 0 0,1 1 1 0 0,-1-1-1 0 0,1 1 1 0 0,-1-1-1 0 0,1 0 0 0 0,-1 0 1 0 0,4 0-1 0 0,-3-1-3 0 0,-1 0-1 0 0,0 1 0 0 0,0-1 0 0 0,1 0 1 0 0,-1 0-1 0 0,0 0 0 0 0,0-1 0 0 0,0 1 1 0 0,0-1-1 0 0,0 1 0 0 0,-1-1 0 0 0,1 1 1 0 0,0-1-1 0 0,-1 0 0 0 0,1 0 0 0 0,-1 0 1 0 0,1 0-1 0 0,-1 0 0 0 0,0 0 0 0 0,1-3 1 0 0,10-27 1 0 0,-1 1 0 0 0,-2-2 0 0 0,-1 1 0 0 0,4-41 1 0 0,5-17-278 0 0,-4 23-599 0 0,7-30-3616 0 0,-19 95 3063 0 0,9 9-5547 0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42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77 6911 0 0,'0'-1'528'0'0,"6"-8"-863"0"0,9-18 3907 0 0,-14 26-3098 0 0,0-1 0 0 0,-1 1 1 0 0,1-1-1 0 0,-1 0 1 0 0,1 1-1 0 0,-1-1 0 0 0,0 1 1 0 0,0-1-1 0 0,0 0 1 0 0,0 1-1 0 0,0-1 1 0 0,0 0-1 0 0,0 1 0 0 0,0-1 1 0 0,-1 1-1 0 0,0-3 1 0 0,1 3-331 0 0,-1 0 0 0 0,1 1 0 0 0,-1-1 0 0 0,0 0 0 0 0,1 0 0 0 0,-1 1 0 0 0,1-1 0 0 0,-1 1 0 0 0,0-1 0 0 0,0 1 0 0 0,1-1 0 0 0,-1 1 0 0 0,0-1 1 0 0,0 1-1 0 0,1 0 0 0 0,-1-1 0 0 0,0 1 0 0 0,0 0 0 0 0,0 0 0 0 0,0-1 0 0 0,0 1 0 0 0,0 0 0 0 0,1 0 0 0 0,-1 0 0 0 0,0 0 0 0 0,0 0 0 0 0,0 0 0 0 0,0 0 1 0 0,0 1-1 0 0,0-1 0 0 0,0 0 0 0 0,1 0 0 0 0,-1 1 0 0 0,-1 0 0 0 0,-2 0 270 0 0,-1 1 0 0 0,1 0 0 0 0,-1 0 1 0 0,-7 6-1 0 0,-4 4 266 0 0,1 1 0 0 0,0 1 0 0 0,1 0 0 0 0,-17 22 0 0 0,-42 70 1160 0 0,66-95-1647 0 0,0 0 1 0 0,1 0 0 0 0,-6 16 0 0 0,10-24-182 0 0,1 0 1 0 0,0 0 0 0 0,1-1 0 0 0,-1 1-1 0 0,0 0 1 0 0,1 0 0 0 0,0 0 0 0 0,-1 0-1 0 0,1 0 1 0 0,0 0 0 0 0,1 0 0 0 0,-1-1-1 0 0,0 1 1 0 0,1 0 0 0 0,0 0 0 0 0,0 0-1 0 0,-1 0 1 0 0,2-1 0 0 0,-1 1 0 0 0,3 4-1 0 0,-2-5-31 0 0,-1 0-1 0 0,1-1 0 0 0,0 1 1 0 0,0-1-1 0 0,0 1 1 0 0,0-1-1 0 0,1 0 0 0 0,-1 0 1 0 0,0 0-1 0 0,0 0 1 0 0,1 0-1 0 0,-1-1 0 0 0,0 1 1 0 0,1-1-1 0 0,-1 0 0 0 0,1 1 1 0 0,-1-1-1 0 0,1 0 1 0 0,-1 0-1 0 0,1-1 0 0 0,-1 1 1 0 0,5-1-1 0 0,5-2-175 0 0,1 0-1 0 0,22-9 1 0 0,-19 5-45 0 0,-1 0 0 0 0,0-1 0 0 0,0 0 0 0 0,-1-2 0 0 0,0 1 0 0 0,-1-2 0 0 0,0 1 0 0 0,-1-2 0 0 0,15-16 0 0 0,-21 21 206 0 0,-1-1 0 0 0,0 0 0 0 0,-1 1 0 0 0,1-1 0 0 0,-1-1 1 0 0,-1 1-1 0 0,0-1 0 0 0,0 1 0 0 0,-1-1 0 0 0,0 0 0 0 0,0 0 0 0 0,-1 0 0 0 0,0 0 0 0 0,-1 0 0 0 0,1 0 0 0 0,-2 0 0 0 0,-2-18 0 0 0,3 26 51 0 0,0 1-1 0 0,0 0 1 0 0,-1-1-1 0 0,1 1 1 0 0,0-1-1 0 0,0 1 0 0 0,0 0 1 0 0,0-1-1 0 0,0 1 1 0 0,-1 0-1 0 0,1-1 0 0 0,0 1 1 0 0,0 0-1 0 0,0 0 1 0 0,-1-1-1 0 0,1 1 1 0 0,0 0-1 0 0,-1-1 0 0 0,1 1 1 0 0,0 0-1 0 0,-1 0 1 0 0,1 0-1 0 0,0-1 1 0 0,-1 1-1 0 0,1 0 0 0 0,0 0 1 0 0,-1 0-1 0 0,1 0 1 0 0,0 0-1 0 0,-1 0 1 0 0,1 0-1 0 0,-1 0 0 0 0,1 0 1 0 0,0 0-1 0 0,-1 0 1 0 0,1 0-1 0 0,-1 0 0 0 0,1 0 1 0 0,0 0-1 0 0,-1 0 1 0 0,1 0-1 0 0,0 0 1 0 0,-1 0-1 0 0,1 1 0 0 0,0-1 1 0 0,-1 0-1 0 0,1 0 1 0 0,0 0-1 0 0,-1 1 1 0 0,1-1-1 0 0,-15 13 361 0 0,12-7-349 0 0,-1 0 1 0 0,1 0-1 0 0,0 0 1 0 0,0 0-1 0 0,1 1 0 0 0,0-1 1 0 0,0 1-1 0 0,1-1 0 0 0,0 1 1 0 0,0 0-1 0 0,0 0 1 0 0,1 0-1 0 0,0-1 0 0 0,0 1 1 0 0,1 0-1 0 0,-1 0 1 0 0,5 12-1 0 0,-4-13-39 0 0,1 0 1 0 0,0-1 0 0 0,0 1-1 0 0,0-1 1 0 0,1 0-1 0 0,0 1 1 0 0,0-1-1 0 0,0-1 1 0 0,0 1 0 0 0,1 0-1 0 0,0-1 1 0 0,0 0-1 0 0,0 0 1 0 0,1 0-1 0 0,-1 0 1 0 0,1-1 0 0 0,0 1-1 0 0,0-1 1 0 0,0 0-1 0 0,0-1 1 0 0,6 3-1 0 0,2-2-96 0 0,-1 0-1 0 0,1 0 0 0 0,-1-2 0 0 0,1 1 0 0 0,0-1 1 0 0,-1-1-1 0 0,1-1 0 0 0,18-2 0 0 0,-20 1 27 0 0,-1 0-1 0 0,1-1 1 0 0,0 0 0 0 0,-1 0-1 0 0,0-1 1 0 0,0-1 0 0 0,0 0-1 0 0,-1 0 1 0 0,1-1-1 0 0,9-7 1 0 0,-13 7 64 0 0,0 0 0 0 0,0-1 1 0 0,0 0-1 0 0,-1 0 0 0 0,0 0 0 0 0,-1 0 0 0 0,1-1 0 0 0,-2 1 0 0 0,5-10 1 0 0,-4 6 66 0 0,-1 1 0 0 0,0-1 0 0 0,0 0 0 0 0,-1 0 0 0 0,0 0 1 0 0,0-17-1 0 0,-2 27 855 0 0,-1 12-321 0 0,-2 22-351 0 0,2 0 1 0 0,1 0-1 0 0,1 0 0 0 0,2 0 1 0 0,1 0-1 0 0,10 37 0 0 0,9 15-231 0 0,36 88-1 0 0,-50-153-144 0 0,-8-18 23 0 0,-3-61-8468 0 0,0 37 6491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42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12 9215 0 0,'-16'-7'17861'0'0,"58"4"-17252"0"0,1 2 0 0 0,0 1-1 0 0,82 13 1 0 0,-112-12-609 0 0,-1 2 0 0 0,0-1 0 0 0,0 2 0 0 0,0-1 0 0 0,0 2 0 0 0,0-1 0 0 0,-1 2 0 0 0,15 8 0 0 0,-18-5 0 0 0,-8-8 1 0 0,1 1-1 0 0,0 0 1 0 0,-1 0 0 0 0,0 0-1 0 0,1 0 1 0 0,-1-1-1 0 0,0 1 1 0 0,0 0 0 0 0,0 0-1 0 0,0 0 1 0 0,0 0-1 0 0,-1 0 1 0 0,1 0 0 0 0,-1 0-1 0 0,1-1 1 0 0,-1 1 0 0 0,0 0-1 0 0,1 0 1 0 0,-1-1-1 0 0,0 1 1 0 0,0 0 0 0 0,0-1-1 0 0,0 1 1 0 0,-1-1-1 0 0,-1 3 1 0 0,-4 4 11 0 0,-1 0 0 0 0,1-1 0 0 0,-12 8 0 0 0,-2 0-226 0 0,0-2 0 0 0,-1 0 1 0 0,0-2-1 0 0,-1 0 0 0 0,-44 14 0 0 0,59-24-552 0 0,6 0-186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43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1 5983 0 0,'-1'0'464'0'0,"-30"15"1246"0"0,2 4 3392 0 0,-27 30 6879 0 0,13-11-10114 0 0,31-27-1416 0 0,1-1-1 0 0,0 2 0 0 0,1-1 1 0 0,0 1-1 0 0,0 1 1 0 0,-9 17-1 0 0,18-29-438 0 0,0 1-1 0 0,1-1 0 0 0,-1 1 0 0 0,0-1 1 0 0,0 1-1 0 0,1-1 0 0 0,-1 1 0 0 0,1 0 1 0 0,-1-1-1 0 0,1 1 0 0 0,0-1 0 0 0,0 1 1 0 0,-1 0-1 0 0,1-1 0 0 0,0 1 0 0 0,1 0 1 0 0,-1-1-1 0 0,0 1 0 0 0,0 0 0 0 0,1-1 0 0 0,-1 1 1 0 0,1-1-1 0 0,-1 1 0 0 0,1 0 0 0 0,0-1 1 0 0,1 2-1 0 0,-1-1-33 0 0,1 0 1 0 0,0-1-1 0 0,0 1 1 0 0,-1 0-1 0 0,1-1 1 0 0,0 0-1 0 0,0 0 1 0 0,1 1-1 0 0,-1-1 1 0 0,0-1-1 0 0,0 1 1 0 0,0 0-1 0 0,1 0 1 0 0,-1-1-1 0 0,0 1 1 0 0,1-1-1 0 0,-1 0 1 0 0,3 0-1 0 0,7 0-161 0 0,0 0 1 0 0,-1-1-1 0 0,1-1 1 0 0,0 0-1 0 0,14-4 0 0 0,55-23-1258 0 0,-72 25 1210 0 0,0 0 1 0 0,0-1 0 0 0,0 0-1 0 0,-1 0 1 0 0,0-1 0 0 0,0 0-1 0 0,-1-1 1 0 0,8-7-1 0 0,-12 12 126 0 0,-1-1 0 0 0,0 0 0 0 0,0 0 0 0 0,0 0-1 0 0,-1 0 1 0 0,1 0 0 0 0,-1 0 0 0 0,1 0-1 0 0,-1 0 1 0 0,0-1 0 0 0,1-4 0 0 0,-2 5 72 0 0,0 0 0 0 0,0 1 0 0 0,0-1-1 0 0,0 0 1 0 0,-1 0 0 0 0,1 1 0 0 0,-1-1 0 0 0,0 1 0 0 0,1-1 0 0 0,-1 1 0 0 0,0-1 0 0 0,-1 1 0 0 0,1-1-1 0 0,0 1 1 0 0,-1 0 0 0 0,-2-4 0 0 0,0 2-401 0 0,0 0-1 0 0,0 0 1 0 0,-1 1-1 0 0,-4-4 0 0 0,-16-13-3326 0 0,23 18 3569 0 0,1 1 0 0 0,0-1 0 0 0,0 1 0 0 0,0-1 0 0 0,-1 0 0 0 0,1 0 0 0 0,1 1 0 0 0,-1-1 1 0 0,0 0-1 0 0,0 0 0 0 0,1 0 0 0 0,-1 0 0 0 0,0-3 0 0 0,1-3-1779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43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 5063 0 0,'0'0'232'0'0,"2"1"-13"0"0,1 2 426 0 0,1 0 0 0 0,-1 0 0 0 0,1 0 0 0 0,-1 1 0 0 0,0-1 0 0 0,-1 1 0 0 0,1 0 0 0 0,0-1 0 0 0,-1 1 0 0 0,3 7 0 0 0,2 7 4768 0 0,7 24 0 0 0,0 1-3358 0 0,-4-17-1336 0 0,2 0 0 0 0,1-2 0 0 0,1 1 0 0 0,0-2 0 0 0,20 24 0 0 0,-33-46-65 0 0,-1-12-265 0 0,-4-38 186 0 0,3 38-524 0 0,0 1 0 0 0,0-1-1 0 0,1 1 1 0 0,0-1 0 0 0,3-14 0 0 0,0 13-34 0 0,0 0 1 0 0,1 1-1 0 0,1-1 0 0 0,0 1 1 0 0,0 0-1 0 0,1 0 1 0 0,1 0-1 0 0,0 1 0 0 0,0 0 1 0 0,14-14-1 0 0,-4 6-536 0 0,1 2-1 0 0,1 0 1 0 0,0 1 0 0 0,31-18 0 0 0,-16 13-748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47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412 35 5527 0 0,'-2'-1'423'0'0,"-8"-4"1261"0"0,0 0-1 0 0,-1 0 1 0 0,1 1 0 0 0,-1 1-1 0 0,0 0 1 0 0,0 0-1 0 0,0 1 1 0 0,0 0 0 0 0,-14 1-1 0 0,10 0 110 0 0,1 2 0 0 0,-1 0 0 0 0,-17 4 0 0 0,-19 8-3168 0 0,33-7 1738 0 0,-7 2 146 0 0,-25 12 1 0 0,43-16-417 0 0,0-1 1 0 0,1 1-1 0 0,-1 0 0 0 0,1 1 0 0 0,0 0 1 0 0,0 0-1 0 0,-10 11 0 0 0,15-16-84 0 0,1 1-1 0 0,-1 0 1 0 0,1-1-1 0 0,-1 1 0 0 0,1 0 1 0 0,-1-1-1 0 0,1 1 1 0 0,0 0-1 0 0,0-1 1 0 0,-1 1-1 0 0,1 0 1 0 0,0 0-1 0 0,0-1 1 0 0,0 2-1 0 0,-1 1 6 0 0,0 9 50 0 0,1-9-60 0 0,1 0 0 0 0,0-1 0 0 0,0 1 0 0 0,0 0 0 0 0,0 0 0 0 0,0-1 0 0 0,1 1 0 0 0,-1-1 0 0 0,1 1 0 0 0,0-1 1 0 0,0 0-1 0 0,-1 0 0 0 0,1 0 0 0 0,1 0 0 0 0,-1 0 0 0 0,0 0 0 0 0,0 0 0 0 0,4 1 0 0 0,5 3-20 0 0,-1 0 0 0 0,25 8 0 0 0,-24-10-6 0 0,22 7-2 0 0,68 13 0 0 0,-4-2-21 0 0,-82-18 36 0 0,1 2-1 0 0,-1 0 1 0 0,-1 0-1 0 0,16 10 1 0 0,-17-7 9 0 0,-4 1 0 0 0,-9-9 0 0 0,1 0 0 0 0,-1 0 1 0 0,1 1-1 0 0,-1-1 0 0 0,1 0 0 0 0,-1 0 1 0 0,1 1-1 0 0,-1-1 0 0 0,0 0 0 0 0,0 0 0 0 0,0 1 1 0 0,0-1-1 0 0,0 0 0 0 0,0 1 0 0 0,0-1 0 0 0,0 0 1 0 0,0 0-1 0 0,-1 1 0 0 0,1-1 0 0 0,0 0 1 0 0,-2 2-1 0 0,1 0-1 0 0,-1-1 0 0 0,1 0 0 0 0,-1 0-1 0 0,0 0 1 0 0,1 0 0 0 0,-1 0 0 0 0,0 0 0 0 0,-1 0 0 0 0,1-1 0 0 0,-2 2 0 0 0,-6 3-11 0 0,0-1 1 0 0,0-1 0 0 0,0 0-1 0 0,-12 4 1 0 0,3-3-121 0 0,1 0 0 0 0,-1-1 0 0 0,-1-1 1 0 0,1-1-1 0 0,0 0 0 0 0,0-2 0 0 0,-1 0 0 0 0,-32-5 0 0 0,49 4-21 0 0,1 1-1 0 0,-1-1 1 0 0,1 1-1 0 0,0-1 1 0 0,-1 0-1 0 0,1 0 0 0 0,-1 0 1 0 0,1-1-1 0 0,0 1 1 0 0,0-1-1 0 0,0 1 1 0 0,0-1-1 0 0,0 1 1 0 0,0-1-1 0 0,0 0 0 0 0,-2-3 1 0 0,3 3-67 0 0,0 0 0 0 0,1 1 0 0 0,-1-1 0 0 0,1 0 0 0 0,-1 0 0 0 0,1 0 0 0 0,-1 0 0 0 0,1 1 0 0 0,0-1 0 0 0,0 0 0 0 0,0 0 0 0 0,0 0 0 0 0,0 0 0 0 0,1 0 0 0 0,-1 0 0 0 0,0 1 0 0 0,1-1 0 0 0,0 0 0 0 0,-1 0 0 0 0,1 0 0 0 0,0 1 0 0 0,0-1 0 0 0,1-2 0 0 0,11-14-2020 0 0,2-3-51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48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97 17191 0 0,'0'0'1558'0'0,"2"2"-1282"0"0,1 4 27 0 0,0-1 1 0 0,-1 1-1 0 0,1 0 0 0 0,-1 0 1 0 0,0 0-1 0 0,-1 0 1 0 0,2 10-1 0 0,-1 2 2567 0 0,0 27-1 0 0,-2-39-2797 0 0,-1 7 274 0 0,1 0-1 0 0,1-1 1 0 0,0 1 0 0 0,1-1-1 0 0,4 17 1 0 0,-5-26-295 0 0,0 0 0 0 0,0-1 0 0 0,0 1 1 0 0,1 0-1 0 0,-1-1 0 0 0,0 1 0 0 0,1-1 0 0 0,0 0 0 0 0,0 0 0 0 0,0 1 0 0 0,0-1 1 0 0,0 0-1 0 0,0 0 0 0 0,0-1 0 0 0,0 1 0 0 0,1 0 0 0 0,-1-1 0 0 0,1 1 1 0 0,-1-1-1 0 0,1 0 0 0 0,0 0 0 0 0,0 0 0 0 0,-1 0 0 0 0,1-1 0 0 0,0 1 0 0 0,0-1 1 0 0,0 1-1 0 0,0-1 0 0 0,4 0 0 0 0,0-1-103 0 0,0 0 0 0 0,0 0 1 0 0,0 0-1 0 0,0-1 0 0 0,0 0 0 0 0,0 0 1 0 0,-1-1-1 0 0,1 0 0 0 0,-1 0 0 0 0,0-1 0 0 0,1 0 1 0 0,-2 0-1 0 0,1 0 0 0 0,0 0 0 0 0,-1-1 1 0 0,0 0-1 0 0,8-10 0 0 0,-7 8-15 0 0,0 0 1 0 0,-1-1-1 0 0,0 0 1 0 0,-1 0-1 0 0,1 0 1 0 0,-2 0-1 0 0,1-1 0 0 0,-1 1 1 0 0,0-1-1 0 0,-1 0 1 0 0,0 0-1 0 0,0 0 1 0 0,0-14-1 0 0,-2 16 78 0 0,0 6 123 0 0,-5 8 41 0 0,4-4-156 0 0,-1 1 0 0 0,1 0 0 0 0,0 0 0 0 0,0 0 0 0 0,0 0 0 0 0,0 1 0 0 0,1-1-1 0 0,-1 0 1 0 0,1 0 0 0 0,0 0 0 0 0,1 0 0 0 0,-1 1 0 0 0,1-1 0 0 0,-1 0 0 0 0,1 0 0 0 0,1 0 0 0 0,-1 0 0 0 0,0 0 0 0 0,1 0 0 0 0,0-1-1 0 0,0 1 1 0 0,0 0 0 0 0,0-1 0 0 0,4 5 0 0 0,-2-3-64 0 0,0-1 0 0 0,0 1-1 0 0,1-1 1 0 0,-1 0 0 0 0,1 0 0 0 0,0 0 0 0 0,0-1-1 0 0,1 0 1 0 0,-1 0 0 0 0,0 0 0 0 0,1 0-1 0 0,0-1 1 0 0,0 0 0 0 0,-1 0 0 0 0,1-1-1 0 0,8 1 1 0 0,2 0-535 0 0,0-2-1 0 0,0 0 1 0 0,0 0-1 0 0,0-2 1 0 0,0 0-1 0 0,0-1 1 0 0,0 0 0 0 0,28-11-1 0 0,-38 11 245 0 0,-1 0 1 0 0,1-1-1 0 0,0 1 1 0 0,-1-1-1 0 0,0-1 0 0 0,0 1 1 0 0,0-1-1 0 0,0 0 0 0 0,-1 0 1 0 0,7-9-1 0 0,-1-2-873 0 0,0 0 0 0 0,10-25 1 0 0,11-35 1884 0 0,-30 86 2002 0 0,1 36 1489 0 0,-2-26-3002 0 0,1 0 0 0 0,6 32-1 0 0,50 178-937 0 0,-32-132-1983 0 0,-24-90-1888 0 0,-12-18-2506 0 0,-9-25 1528 0 0,-10-34 1072 0 0,-7-41 2834 0 0,22 52 3769 0 0,-11-104 0 0 0,21 129-1133 0 0,5 25-961 0 0,-1 0 0 0 0,1 0 0 0 0,0 0 0 0 0,1 0 0 0 0,-1 0 0 0 0,2 0 0 0 0,-1 1 0 0 0,1-1 0 0 0,4-9-1 0 0,-6 15-757 0 0,1 1 0 0 0,0 0 0 0 0,0 0 0 0 0,0-1-1 0 0,1 1 1 0 0,-1 0 0 0 0,0 0 0 0 0,0 0 0 0 0,0 0-1 0 0,1 0 1 0 0,-1 1 0 0 0,0-1 0 0 0,1 0 0 0 0,-1 1-1 0 0,1-1 1 0 0,-1 0 0 0 0,1 1 0 0 0,-1 0 0 0 0,4-1-1 0 0,29-2 742 0 0,-8 4-817 0 0,0 0-1 0 0,0 1 1 0 0,0 2 0 0 0,0 0 0 0 0,29 10 0 0 0,-49-11-125 0 0,1 0 0 0 0,0 0 0 0 0,-1 0 0 0 0,0 1 0 0 0,1 0-1 0 0,-1 0 1 0 0,-1 0 0 0 0,1 1 0 0 0,7 7 0 0 0,-11-10 0 0 0,-1 0 1 0 0,1 0-1 0 0,-1 0 1 0 0,1 0-1 0 0,-1 0 1 0 0,1 0-1 0 0,-1 0 0 0 0,0 1 1 0 0,0-1-1 0 0,0 0 1 0 0,-1 1-1 0 0,1-1 0 0 0,0 1 1 0 0,-1-1-1 0 0,1 1 1 0 0,-1-1-1 0 0,0 1 1 0 0,0-1-1 0 0,0 1 0 0 0,0-1 1 0 0,-1 1-1 0 0,1-1 1 0 0,-1 1-1 0 0,1-1 0 0 0,-1 1 1 0 0,0-1-1 0 0,0 0 1 0 0,0 1-1 0 0,0-1 1 0 0,-2 3-1 0 0,-3 4 32 0 0,-1-1 1 0 0,0 0-1 0 0,-1 0 0 0 0,1-1 0 0 0,-1 0 1 0 0,-1 0-1 0 0,1-1 0 0 0,-15 8 0 0 0,2-3-50 0 0,-1-1 0 0 0,-37 13 0 0 0,29-10-2125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48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16127 0 0,'0'0'1460'0'0,"0"2"-1204"0"0,7 15 1371 0 0,5 13 10765 0 0,-14-20-13732 0 0,-1-4 521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49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 18943 0 0,'0'0'9024'0'0,"-1"2"-8339"0"0,-2 9-452 0 0,0 0 0 0 0,1 0 0 0 0,0 0-1 0 0,1 0 1 0 0,0 0 0 0 0,1 12 0 0 0,6 71 382 0 0,-5-83-529 0 0,7 65 157 0 0,3-2-1 0 0,32 115 1 0 0,-34-161-243 0 0,0 0 0 0 0,0 0 0 0 0,-3 1 0 0 0,7 50 0 0 0,-13-73-32 0 0,0 1 0 0 0,-1-1 0 0 0,0 0 0 0 0,0 1 0 0 0,0-1 0 0 0,-3 7 0 0 0,4-12-15 0 0,0 0-1 0 0,-1 1 1 0 0,0-1-1 0 0,1 0 1 0 0,-1 0 0 0 0,0 0-1 0 0,0 0 1 0 0,1 0-1 0 0,-1 0 1 0 0,0 0 0 0 0,0 0-1 0 0,0 0 1 0 0,0 0-1 0 0,0 0 1 0 0,0 0 0 0 0,-1-1-1 0 0,1 1 1 0 0,0 0-1 0 0,0-1 1 0 0,-1 1 0 0 0,1-1-1 0 0,0 0 1 0 0,0 1-1 0 0,-1-1 1 0 0,-2 0 0 0 0,1 1-208 0 0,-1-1 0 0 0,1 0 1 0 0,-1 0-1 0 0,1 0 1 0 0,-1-1-1 0 0,1 1 0 0 0,-1-1 1 0 0,-3-1-1 0 0,0-1-596 0 0,1 0 0 0 0,0-1 1 0 0,0 1-1 0 0,1-1 0 0 0,-1 0 0 0 0,1 0 1 0 0,-1-1-1 0 0,1 0 0 0 0,-5-6 0 0 0,-3-5-6477 0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49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22 132 19583 0 0,'-3'-4'301'0'0,"2"3"-172"0"0,0 0-1 0 0,1 0 1 0 0,-1 0 0 0 0,0 0 0 0 0,0 0 0 0 0,0 0 0 0 0,0 1 0 0 0,0-1 0 0 0,0 0 0 0 0,0 1 0 0 0,0-1 0 0 0,0 1 0 0 0,0-1 0 0 0,-4-1 2862 0 0,15-7-1187 0 0,-4 7-1566 0 0,0-1 0 0 0,0 1-1 0 0,0 0 1 0 0,0 0-1 0 0,0 1 1 0 0,0 0 0 0 0,0 0-1 0 0,13 0 1 0 0,0 0 130 0 0,77-9 767 0 0,59-8-238 0 0,512-35 87 0 0,-609 49-1113 0 0,66-1 229 0 0,-104 6-705 0 0,0 0 0 0 0,0 1 0 0 0,0 1 0 0 0,20 6-1 0 0,-38-8-656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50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0 5063 0 0,'0'0'23937'0'0,"-8"1"-22571"0"0,1 0-1194 0 0,1 0 0 0 0,0 0 0 0 0,-1 1 0 0 0,1 0 0 0 0,0 0 0 0 0,0 1 0 0 0,0 0 0 0 0,-6 4 0 0 0,-44 33 123 0 0,46-33-224 0 0,-3 3-39 0 0,1 1 1 0 0,0 0-1 0 0,0 0 0 0 0,1 1 0 0 0,0 1 0 0 0,1 0 0 0 0,1 0 1 0 0,-12 23-1 0 0,16-22 22 0 0,5-10-57 0 0,1-1 5 0 0,0-1-2 0 0,-1 1 0 0 0,0 0 0 0 0,1-1 0 0 0,0 1 0 0 0,-1-1 0 0 0,1 1 0 0 0,0-1 0 0 0,0 0 0 0 0,0 1 0 0 0,1-1 0 0 0,-1 0 0 0 0,1 0-1 0 0,-1 0 1 0 0,4 4 0 0 0,-1-3 1 0 0,-1 0-1 0 0,1 0 0 0 0,0-1 0 0 0,0 1 0 0 0,0-1 0 0 0,0 0 1 0 0,8 3-1 0 0,2-1-19 0 0,1 0 0 0 0,-1-1 0 0 0,0-1 1 0 0,20 1-1 0 0,48-4-1195 0 0,-47-1-6668 0 0,-32 1 6827 0 0,21 0-8573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50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628 42 4143 0 0,'0'0'191'0'0,"-2"0"-11"0"0,1-1 404 0 0,0 1-1 0 0,0-1 0 0 0,0 1 1 0 0,0 0-1 0 0,0 0 1 0 0,0 0-1 0 0,0-1 1 0 0,0 1-1 0 0,-1 0 1 0 0,1 0-1 0 0,0 0 1 0 0,0 1-1 0 0,0-1 1 0 0,0 0-1 0 0,0 0 0 0 0,0 1 1 0 0,0-1-1 0 0,0 0 1 0 0,0 1-1 0 0,-1-1 1 0 0,2 1-1 0 0,-1-1 1 0 0,0 1-1 0 0,0 0 1 0 0,0-1-1 0 0,0 1 1 0 0,0 0-1 0 0,-1 1 0 0 0,-4 7 3039 0 0,1 0-3155 0 0,0 0 0 0 0,0 0-1 0 0,2 0 1 0 0,-1 1 0 0 0,1 0-1 0 0,0 0 1 0 0,1 0 0 0 0,0 0 0 0 0,1 0-1 0 0,-1 16 1 0 0,3 11-14 0 0,7 57 1 0 0,-8-89-365 0 0,7 43 83 0 0,2-2 1 0 0,17 51-1 0 0,38 88-301 0 0,-60-175 109 0 0,5 18-199 0 0,9 19-1230 0 0,-17-46 841 0 0,-10 2-2871 0 0,7-3 3191 0 0,0 0 0 0 0,0 0-1 0 0,0-1 1 0 0,0 1 0 0 0,0-1 0 0 0,-1 1-1 0 0,1-1 1 0 0,0 0 0 0 0,0 1 0 0 0,1-1-1 0 0,-1 0 1 0 0,0-1 0 0 0,0 1 0 0 0,0 0-1 0 0,1 0 1 0 0,-4-4 0 0 0,4 5 190 0 0,-15-14-2032 0 0</inkml:trace>
  <inkml:trace contextRef="#ctx0" brushRef="#br0" timeOffset="1">3 91 11975 0 0,'-3'-8'11624'0'0,"12"2"-9344"0"0,3-1-1304 0 0,8 2-416 0 0,1 0 0 0 0,-1 2 0 0 0,1 0 0 0 0,26 0 0 0 0,7-1 24 0 0,5-2-216 0 0,247-24 655 0 0,2 19-1047 0 0,-280 11-871 0 0,0 2 1 0 0,0 0 0 0 0,0 2 0 0 0,0 1 0 0 0,47 15-1 0 0,-46-8-1610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51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1 12439 0 0,'0'0'1126'0'0,"-1"0"-929"0"0,-26 3 8708 0 0,6-3-4884 0 0,15 0-3552 0 0,0-1 0 0 0,0 2 0 0 0,-11 1 0 0 0,-9 3 569 0 0,-34 12 0 0 0,53-14-975 0 0,0 0 1 0 0,-1 0-1 0 0,1 0 1 0 0,0 1-1 0 0,0 0 1 0 0,1 1-1 0 0,-1-1 1 0 0,1 1 0 0 0,-6 7-1 0 0,7-6-4 0 0,4-5-57 0 0,1-1 0 0 0,0 0 1 0 0,-1 1-1 0 0,1-1 1 0 0,0 1-1 0 0,-1-1 0 0 0,1 1 1 0 0,0-1-1 0 0,-1 1 0 0 0,1-1 1 0 0,0 1-1 0 0,0-1 1 0 0,0 1-1 0 0,0 0 0 0 0,-1-1 1 0 0,1 1-1 0 0,0-1 0 0 0,0 1 1 0 0,0-1-1 0 0,0 1 1 0 0,0 0-1 0 0,0-1 0 0 0,0 1 1 0 0,1-1-1 0 0,-1 2 0 0 0,1-1 2 0 0,-1 1-4 0 0,0-1 0 0 0,0 0 0 0 0,0 0 0 0 0,0 1 0 0 0,0-1 0 0 0,1 0 0 0 0,-1 0 0 0 0,0 1 0 0 0,1-1 0 0 0,-1 0 0 0 0,1 0 0 0 0,-1 0 0 0 0,1 0 0 0 0,0 0 0 0 0,-1 0 0 0 0,1 0 0 0 0,0 0 0 0 0,0 0 0 0 0,0 0 0 0 0,0 0 0 0 0,0-1 0 0 0,0 1 0 0 0,2 1 0 0 0,0 0 0 0 0,6 5-1 0 0,0-1-1 0 0,1 0 1 0 0,0-1 0 0 0,0 0 0 0 0,13 4-1 0 0,57 14-47 0 0,-14-4 42 0 0,37 9-225 0 0,-101-27 152 0 0,-4 2-262 0 0,0 0 304 0 0,0 0 0 0 0,-1 0 0 0 0,1 0 0 0 0,-1-1 0 0 0,1 1 0 0 0,-1-1 0 0 0,0 1 0 0 0,0-1 0 0 0,0 0 0 0 0,0 0 0 0 0,0-1 0 0 0,-1 1 0 0 0,-5 1 0 0 0,-6 3-110 0 0,-1-2 0 0 0,-16 3 1 0 0,14-3-41 0 0,0 0-577 0 0,-33 2 0 0 0,44-5 103 0 0,0-1-1 0 0,0 0 1 0 0,0 0 0 0 0,0-1 0 0 0,0 0-1 0 0,0-1 1 0 0,-10-2 0 0 0,20-5-4157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51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122 236 1839 0 0,'10'2'20977'0'0,"-12"3"-20154"0"0,-1 1-1 0 0,0-1 0 0 0,-1 0 0 0 0,-5 7 0 0 0,-37 35 1241 0 0,15-16-1214 0 0,21-22-600 0 0,7-6-221 0 0,0 0 1 0 0,1 0-1 0 0,-1 0 0 0 0,1 0 1 0 0,-1 0-1 0 0,1 1 0 0 0,0-1 1 0 0,-2 6-1 0 0,5-8-77 0 0,1 1 0 0 0,-1-1 1 0 0,0 1-1 0 0,0-1 0 0 0,1 1 0 0 0,-1-1 0 0 0,1 0 1 0 0,-1 0-1 0 0,1 1 0 0 0,-1-1 0 0 0,1 0 0 0 0,0 0 1 0 0,0-1-1 0 0,-1 1 0 0 0,1 0 0 0 0,0-1 0 0 0,0 1 1 0 0,0-1-1 0 0,0 1 0 0 0,0-1 0 0 0,3 0 0 0 0,0 0-60 0 0,0 1-1 0 0,0-2 1 0 0,1 1-1 0 0,-1-1 1 0 0,0 0 0 0 0,10-2-1 0 0,-1-3-235 0 0,1-1 1 0 0,-1-1-1 0 0,-1 0 0 0 0,1 0 0 0 0,-1-1 1 0 0,-1-1-1 0 0,1 0 0 0 0,15-19 0 0 0,-27 28 896 0 0,-1 3-311 0 0,-1 3-213 0 0,1-1 0 0 0,-1 1 0 0 0,1 0-1 0 0,0 0 1 0 0,0 0 0 0 0,1-1 0 0 0,0 1 0 0 0,-1 0-1 0 0,2 0 1 0 0,-1-1 0 0 0,0 1 0 0 0,1-1 0 0 0,0 1-1 0 0,0-1 1 0 0,0 1 0 0 0,1-1 0 0 0,-1 0 0 0 0,1 0 0 0 0,0 0-1 0 0,0-1 1 0 0,0 1 0 0 0,1-1 0 0 0,-1 0 0 0 0,1 1-1 0 0,0-2 1 0 0,8 6 0 0 0,-2-3-197 0 0,0 0-1 0 0,0 0 0 0 0,0-1 1 0 0,1-1-1 0 0,0 0 1 0 0,-1 0-1 0 0,1-1 1 0 0,11 1-1 0 0,-15-3-217 0 0,-1 1-1 0 0,0-1 1 0 0,0 0 0 0 0,1 0 0 0 0,-1-1-1 0 0,0 0 1 0 0,0 0 0 0 0,0 0-1 0 0,0-1 1 0 0,0 0 0 0 0,0 0-1 0 0,0-1 1 0 0,-1 0 0 0 0,1 1 0 0 0,8-8-1 0 0,-11 7 188 0 0,0 0 0 0 0,0 0 1 0 0,0-1-1 0 0,-1 0 0 0 0,1 1 0 0 0,-1-1 0 0 0,0 0 0 0 0,0 0 0 0 0,-1 0 0 0 0,1 0 0 0 0,-1-1 1 0 0,0 1-1 0 0,0 0 0 0 0,0-1 0 0 0,0-6 0 0 0,0-9 66 0 0,-1 0 1 0 0,-2-23-1 0 0,0 11 340 0 0,4-183 4880 0 0,4 177 2295 0 0,-5 40-6933 0 0,11 45 453 0 0,11 94 0 0 0,-4-21-809 0 0,-9-70-618 0 0,3 60 1 0 0,-13-71-1460 0 0,0-37 1147 0 0,-15-3-5534 0 0,6-3 4450 0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52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15663 0 0,'1'1'3499'0'0,"3"2"-2844"0"0,-1 0 0 0 0,1 0 1 0 0,1-1-1 0 0,-1 1 0 0 0,0-1 1 0 0,0 0-1 0 0,1-1 0 0 0,-1 1 1 0 0,1-1-1 0 0,0 0 0 0 0,-1 0 0 0 0,8 0 1 0 0,11 2-69 0 0,29-3 0 0 0,-37 0-147 0 0,49-1-64 0 0,122-20 1 0 0,-82-1-9111 0 0,-68 13-429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52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14279 0 0,'1'-1'3298'0'0,"4"-3"-2656"0"0,0 0 1 0 0,-1 0 0 0 0,1 1-1 0 0,0 0 1 0 0,1 0-1 0 0,-1 0 1 0 0,0 1 0 0 0,1-1-1 0 0,0 1 1 0 0,-1 1 0 0 0,1-1-1 0 0,0 1 1 0 0,8-1 0 0 0,10 0-95 0 0,-1 2 1 0 0,28 2-1 0 0,8 0 589 0 0,236 5 318 0 0,20-1-1470 0 0,-212-8-698 0 0,76-4-4776 0 0,-157 4 3678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52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0 13823 0 0,'0'0'1062'0'0,"-1"1"-693"0"0,-3 0-30 0 0,3-1-50 0 0,1 0 1 0 0,-1 1-1 0 0,1-1 1 0 0,-1 0-1 0 0,1 1 1 0 0,0-1-1 0 0,-1 1 1 0 0,1-1-1 0 0,0 1 1 0 0,-1-1-1 0 0,1 1 1 0 0,0-1-1 0 0,-1 1 1 0 0,1-1 0 0 0,0 1-1 0 0,0-1 1 0 0,0 1-1 0 0,0 0 1 0 0,-1-1-1 0 0,1 1 1 0 0,0-1-1 0 0,0 1 1 0 0,0-1-1 0 0,0 2 1 0 0,3 16 1955 0 0,0-13-1938 0 0,1 0-1 0 0,-1-1 0 0 0,1 1 0 0 0,0-1 0 0 0,0 1 0 0 0,0-1 0 0 0,1 0 1 0 0,6 4-1 0 0,44 27 908 0 0,-51-33-1189 0 0,40 22 297 0 0,-17-11-237 0 0,27 21 0 0 0,-47-30-74 0 0,0 1 0 0 0,-1 1 1 0 0,0-1-1 0 0,0 1 0 0 0,0 1 1 0 0,0-1-1 0 0,-1 1 0 0 0,7 12 0 0 0,-10-15 8 0 0,-1-1 0 0 0,1 0 0 0 0,-1 1 0 0 0,-1-1-1 0 0,1 1 1 0 0,0-1 0 0 0,-1 1 0 0 0,1-1 0 0 0,-1 1-1 0 0,0-1 1 0 0,-1 1 0 0 0,1 0 0 0 0,0-1 0 0 0,-1 1-1 0 0,0-1 1 0 0,0 1 0 0 0,0-1 0 0 0,0 0 0 0 0,-1 1-1 0 0,1-1 1 0 0,-1 0 0 0 0,0 0 0 0 0,0 0-1 0 0,-3 4 1 0 0,-1 1 35 0 0,0-1-1 0 0,0 0 0 0 0,-1-1 0 0 0,0 0 1 0 0,0 0-1 0 0,0 0 0 0 0,-1-1 0 0 0,-13 7 1 0 0,-26 10-230 0 0,-62 19 0 0 0,41-20-8252 0 0,27-9-959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5:03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345 330 13823 0 0,'-8'-9'731'0'0,"-1"1"0"0"0,-1 0 0 0 0,1 1-1 0 0,-1 0 1 0 0,0 0 0 0 0,-1 1 0 0 0,-17-8-1 0 0,20 12-121 0 0,1-1 1 0 0,-1 1-1 0 0,0 0 0 0 0,0 1 0 0 0,0 0 0 0 0,-11 0 0 0 0,10 1-637 0 0,0 0 1 0 0,1 1 0 0 0,-14 3-1 0 0,6-1 324 0 0,1 1 0 0 0,0 0 0 0 0,-1 1 0 0 0,2 1 0 0 0,-1 1 0 0 0,-20 11 0 0 0,34-17-251 0 0,0 0 0 0 0,0 0 0 0 0,0 1 0 0 0,0-1 0 0 0,0 0 0 0 0,1 0 0 0 0,-1 1 0 0 0,1-1 0 0 0,-1 0 0 0 0,1 1 0 0 0,-1-1 0 0 0,1 0 0 0 0,-1 1 0 0 0,1-1 0 0 0,0 1 0 0 0,0-1 0 0 0,0 3 0 0 0,0-3-23 0 0,0 1-5 0 0,1 0-1 0 0,-1 1 1 0 0,1-1 0 0 0,-1 0-1 0 0,1 0 1 0 0,0 0 0 0 0,0 0-1 0 0,0 1 1 0 0,0-1 0 0 0,0 0-1 0 0,0 0 1 0 0,1-1 0 0 0,-1 1-1 0 0,1 0 1 0 0,2 3 0 0 0,1-1-11 0 0,0 0 0 0 0,-1-1 0 0 0,1 1 0 0 0,1-1 0 0 0,-1 0 0 0 0,0 0 0 0 0,1 0 0 0 0,7 2 0 0 0,52 13 51 0 0,-43-13-51 0 0,17 6-6 0 0,0 1 0 0 0,62 28 0 0 0,-86-33 0 0 0,6 3 0 0 0,35 22 0 0 0,-51-28 0 0 0,0-1 0 0 0,0 1 0 0 0,-1 0 0 0 0,1 0 0 0 0,-1 0 0 0 0,0 1 0 0 0,0 0 0 0 0,-1 0 0 0 0,1 0 0 0 0,-1 0 0 0 0,5 10 0 0 0,-7-13 1 0 0,-1 0-1 0 0,1 1 0 0 0,-1-1 1 0 0,1 0-1 0 0,-1 0 1 0 0,0 0-1 0 0,0 0 1 0 0,0 0-1 0 0,0 1 1 0 0,0-1-1 0 0,0 0 1 0 0,0 0-1 0 0,-1 0 0 0 0,1 0 1 0 0,-1 0-1 0 0,-1 2 1 0 0,1 0 1 0 0,-1-1 1 0 0,0 1-1 0 0,0-1 0 0 0,-1 0 1 0 0,1 0-1 0 0,-1 0 1 0 0,1-1-1 0 0,-5 5 0 0 0,-3 0 14 0 0,0 0-1 0 0,-1 0 1 0 0,0-1-1 0 0,-17 7 1 0 0,5-3 3 0 0,0-2 0 0 0,-1 0 0 0 0,-25 3 0 0 0,36-8-100 0 0,-1-1 0 0 0,0-1 0 0 0,1 0 0 0 0,-1-1 0 0 0,0 0 0 0 0,-26-5 0 0 0,35 4-14 0 0,1 0 0 0 0,0 0 0 0 0,0-1-1 0 0,-1 1 1 0 0,1-1 0 0 0,0 0 0 0 0,0 0 0 0 0,1-1-1 0 0,-1 1 1 0 0,0-1 0 0 0,-3-3 0 0 0,6 5-17 0 0,0 0 1 0 0,0-1-1 0 0,0 1 0 0 0,0 0 1 0 0,0-1-1 0 0,0 1 1 0 0,0-1-1 0 0,1 0 1 0 0,-1 1-1 0 0,0-1 0 0 0,1 0 1 0 0,0 1-1 0 0,-1-1 1 0 0,1 0-1 0 0,0 1 0 0 0,0-1 1 0 0,0 0-1 0 0,0 0 1 0 0,0 1-1 0 0,0-1 1 0 0,0 0-1 0 0,1 0 0 0 0,-1 1 1 0 0,1-1-1 0 0,-1 0 1 0 0,1 1-1 0 0,0-1 1 0 0,-1 1-1 0 0,1-1 0 0 0,2-2 1 0 0,9-14-748 0 0,1 0 0 0 0,1 2 0 0 0,26-27-1 0 0,54-39-1188 0 0,-81 71 1644 0 0,2 0-1 0 0,24-13 1 0 0,-33 20 502 0 0,0 1 0 0 0,0 1 0 0 0,0-1-1 0 0,0 1 1 0 0,1 0 0 0 0,-1 1-1 0 0,1-1 1 0 0,-1 1 0 0 0,1 1 0 0 0,8-1-1 0 0,-11 1 242 0 0,-1 1 0 0 0,1 0 0 0 0,-1-1 0 0 0,0 1 0 0 0,0 0 0 0 0,1 0 0 0 0,-1 1 0 0 0,0-1 0 0 0,0 1 0 0 0,0-1 0 0 0,0 1 0 0 0,0 0 0 0 0,0 0 0 0 0,3 4 0 0 0,1 2 628 0 0,0 0 0 0 0,0 1 1 0 0,7 11-1 0 0,-8-10-478 0 0,0-1 0 0 0,13 14 0 0 0,-13-17-428 0 0,0-1-1 0 0,0 0 0 0 0,0 0 0 0 0,1 0 0 0 0,-1-1 1 0 0,15 7-1 0 0,-18-10-45 0 0,0 0 0 0 0,0 0 0 0 0,0 0 0 0 0,0 0 0 0 0,1 0 0 0 0,-1-1 0 0 0,0 0 0 0 0,1 1 0 0 0,-1-1 0 0 0,0 0 0 0 0,1-1 1 0 0,-1 1-1 0 0,0-1 0 0 0,1 1 0 0 0,-1-1 0 0 0,0 0 0 0 0,0 0 0 0 0,0 0 0 0 0,3-2 0 0 0,1-1-55 0 0,-1 1 0 0 0,1-1 0 0 0,-1-1 0 0 0,-1 1 0 0 0,1-1 1 0 0,0 0-1 0 0,-1 0 0 0 0,0-1 0 0 0,0 1 0 0 0,-1-1 0 0 0,0 0 0 0 0,0 0 0 0 0,0-1 0 0 0,-1 1 0 0 0,0-1 0 0 0,0 0 0 0 0,0 0 0 0 0,2-12 0 0 0,-2 5-81 0 0,0 0-1 0 0,0-1 1 0 0,-2 1-1 0 0,0-1 1 0 0,-1-18-1 0 0,0 31 86 0 0,0-1 1 0 0,-1 1-1 0 0,1-1 1 0 0,-1 1-1 0 0,1-1 0 0 0,-3-3 1 0 0,3 6 35 0 0,0-1-1 0 0,0 1 1 0 0,0 0 0 0 0,0-1-1 0 0,-1 1 1 0 0,1-1 0 0 0,0 1 0 0 0,0 0-1 0 0,-1-1 1 0 0,1 1 0 0 0,0 0 0 0 0,0-1-1 0 0,-1 1 1 0 0,1 0 0 0 0,0 0-1 0 0,-1-1 1 0 0,1 1 0 0 0,-1 0 0 0 0,1 0-1 0 0,0 0 1 0 0,-1 0 0 0 0,1-1 0 0 0,-1 1-1 0 0,1 0 1 0 0,0 0 0 0 0,-1 0-1 0 0,1 0 1 0 0,-1 0 0 0 0,1 0 0 0 0,0 0-1 0 0,-1 0 1 0 0,1 0 0 0 0,-1 0 0 0 0,1 0-1 0 0,-1 0 1 0 0,1 0 0 0 0,0 1 0 0 0,-1-1-1 0 0,1 0 1 0 0,0 0 0 0 0,-1 0-1 0 0,1 1 1 0 0,-1-1 0 0 0,1 0 0 0 0,0 0-1 0 0,-1 1 1 0 0,1-1 0 0 0,0 0 0 0 0,0 1-1 0 0,-1-1 1 0 0,1 1 2 0 0,-3 1 25 0 0,0 1 1 0 0,1 0 0 0 0,0 0 0 0 0,0 0-1 0 0,-1 0 1 0 0,2 0 0 0 0,-1 1-1 0 0,0-1 1 0 0,1 1 0 0 0,0-1 0 0 0,-1 1-1 0 0,0 6 1 0 0,1-4 41 0 0,0-1-1 0 0,0 1 1 0 0,1 0 0 0 0,-1 0-1 0 0,2 0 1 0 0,-1 0-1 0 0,2 9 1 0 0,0-9-63 0 0,0 1 0 0 0,0-1 0 0 0,0 0 0 0 0,1 0-1 0 0,0 0 1 0 0,1 0 0 0 0,-1 0 0 0 0,1-1 0 0 0,0 0 0 0 0,1 0 0 0 0,-1 0-1 0 0,1 0 1 0 0,0 0 0 0 0,0-1 0 0 0,0 0 0 0 0,1 0 0 0 0,-1-1 0 0 0,1 1-1 0 0,0-1 1 0 0,0 0 0 0 0,0-1 0 0 0,1 0 0 0 0,-1 0 0 0 0,0 0 0 0 0,1 0-1 0 0,0-1 1 0 0,7 0 0 0 0,-3 0-128 0 0,0-1 1 0 0,0-1-1 0 0,0 0 1 0 0,0 0-1 0 0,-1-1 0 0 0,1 0 1 0 0,0-1-1 0 0,-1 0 0 0 0,0-1 1 0 0,0 0-1 0 0,0-1 1 0 0,12-7-1 0 0,-14 8-31 0 0,-1-1 0 0 0,-1 0-1 0 0,1-1 1 0 0,-1 1 0 0 0,0-1 0 0 0,0 0 0 0 0,-1-1-1 0 0,0 0 1 0 0,0 1 0 0 0,0-2 0 0 0,-1 1 0 0 0,0 0 0 0 0,0-1-1 0 0,-1 0 1 0 0,0 0 0 0 0,2-10 0 0 0,-2 5-29 0 0,-2-1-1 0 0,1 0 1 0 0,-2 1 0 0 0,1-1 0 0 0,-3-16-1 0 0,-14-70 67 0 0,5 40 239 0 0,8 38 0 0 0,1 5 391 0 0,-1 1 0 0 0,0 0 0 0 0,-1 0 0 0 0,-10-28 1416 0 0,13 46-1851 0 0,1 0-1 0 0,-1 0 0 0 0,1 0 0 0 0,0 0 0 0 0,0 0 0 0 0,0 0 0 0 0,0 1 0 0 0,0-1 0 0 0,1 0 0 0 0,0 2 0 0 0,-1-3-23 0 0,14 68 701 0 0,37 110 0 0 0,-34-124-631 0 0,65 158 117 0 0,-62-166-228 0 0,-17-39-3 0 0,-20-35 106 0 0,11 12-122 0 0,1 0-1 0 0,1 0 1 0 0,1 0 0 0 0,0-1-1 0 0,-2-29 1 0 0,5 38-1 0 0,0 0-1 0 0,0 0 1 0 0,0 0-1 0 0,1 0 1 0 0,0 0-1 0 0,1 0 1 0 0,-1 1-1 0 0,1-1 1 0 0,0 0-1 0 0,1 1 1 0 0,0-1-1 0 0,0 1 1 0 0,0 0-1 0 0,1 0 1 0 0,7-9-1 0 0,-8 12-4 0 0,1 0 0 0 0,0 0 0 0 0,0 0 1 0 0,0 1-1 0 0,0-1 0 0 0,0 1 0 0 0,0 0 0 0 0,1 0 0 0 0,-1 1 0 0 0,1-1 0 0 0,-1 1 0 0 0,10-2 1 0 0,-5 2-15 0 0,-1 1 0 0 0,0-1 0 0 0,1 1 1 0 0,-1 0-1 0 0,1 1 0 0 0,11 2 0 0 0,-13-1 14 0 0,-1 0 0 0 0,1 0 0 0 0,-1 0 0 0 0,0 1 0 0 0,0 0 0 0 0,0 0 0 0 0,0 1-1 0 0,0 0 1 0 0,-1-1 0 0 0,0 2 0 0 0,1-1 0 0 0,-2 1 0 0 0,1 0 0 0 0,5 7 0 0 0,-7-9 7 0 0,-1 1 1 0 0,0-1 0 0 0,0 1 0 0 0,0 0-1 0 0,-1 0 1 0 0,1 0 0 0 0,-1 0-1 0 0,0 0 1 0 0,0 0 0 0 0,0 0 0 0 0,0 0-1 0 0,-1 0 1 0 0,0 1 0 0 0,0-1 0 0 0,0 0-1 0 0,0 0 1 0 0,-1 0 0 0 0,1 1-1 0 0,-1-1 1 0 0,0 0 0 0 0,-1 0 0 0 0,1 0-1 0 0,-4 7 1 0 0,0-3-90 0 0,-1 0 0 0 0,1 0 0 0 0,-1-1 0 0 0,0 0 1 0 0,-1 0-1 0 0,0 0 0 0 0,0-1 0 0 0,0 0 0 0 0,-1-1 0 0 0,0 1 0 0 0,0-2 0 0 0,0 1 0 0 0,-1-1 0 0 0,1 0 0 0 0,-16 4 0 0 0,23-8-23 0 0,1 0-1 0 0,0 0 0 0 0,-1 1 0 0 0,1-1 1 0 0,0 0-1 0 0,0 0 0 0 0,-1 0 1 0 0,1 0-1 0 0,0 0 0 0 0,-1 0 0 0 0,1 0 1 0 0,0-1-1 0 0,0 1 0 0 0,-1 0 0 0 0,1 0 1 0 0,0 0-1 0 0,0 0 0 0 0,-1 0 0 0 0,1 0 1 0 0,0 0-1 0 0,0-1 0 0 0,-1 1 0 0 0,1 0 1 0 0,0 0-1 0 0,0 0 0 0 0,-1-1 0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5:04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7831 0 0,'0'0'603'0'0,"-2"9"218"0"0,0 10 9839 0 0,1 0-4750 0 0,1 4-3419 0 0,5 11-3909 0 0,-4-24 367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5:04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0 14279 0 0,'0'0'655'0'0,"-2"0"-12"0"0,0 0-628 0 0,1 0 0 0 0,0 0 0 0 0,-1 0 0 0 0,1 0 0 0 0,-1 0 0 0 0,1 1 0 0 0,0-1 0 0 0,-1 0 0 0 0,1 1 0 0 0,0-1 0 0 0,-1 1 0 0 0,1-1 0 0 0,0 1 0 0 0,0 0 0 0 0,-1-1 0 0 0,1 1 0 0 0,0 0 0 0 0,0 0-1 0 0,0 0 1 0 0,0 0 0 0 0,-1 1 0 0 0,-1 1 256 0 0,-3 2 937 0 0,1 1 0 0 0,-1-1 1 0 0,1 1-1 0 0,1 0 1 0 0,-1 1-1 0 0,-5 10 1 0 0,5-7-241 0 0,0 1 0 0 0,1-1 0 0 0,-6 23 0 0 0,7-16-549 0 0,0 0 0 0 0,1 1 0 0 0,0 0 1 0 0,2-1-1 0 0,2 30 0 0 0,0-34-383 0 0,0 1 1 0 0,1 0-1 0 0,1-1 1 0 0,0 1-1 0 0,0-1 0 0 0,1 0 1 0 0,1-1-1 0 0,1 1 1 0 0,-1-1-1 0 0,2 0 0 0 0,0-1 1 0 0,0 0-1 0 0,1 0 1 0 0,0-1-1 0 0,1 0 0 0 0,0 0 1 0 0,1-1-1 0 0,0 0 1 0 0,14 8-1 0 0,-18-13-73 0 0,1-1 0 0 0,-1 0 0 0 0,1 0 0 0 0,-1 0 0 0 0,1-1 0 0 0,0 0 0 0 0,0-1 0 0 0,0 0 0 0 0,0 0 0 0 0,0 0 0 0 0,0-1 0 0 0,0 0 0 0 0,1-1 0 0 0,-1 0 0 0 0,12-3 0 0 0,-11 1-10 0 0,0 0-1 0 0,0 0 1 0 0,-1-1-1 0 0,1 0 1 0 0,-1-1-1 0 0,0 0 1 0 0,0 0 0 0 0,0 0-1 0 0,-1-1 1 0 0,1-1-1 0 0,-2 1 1 0 0,1-1-1 0 0,6-8 1 0 0,-1-2-48 0 0,0 0 0 0 0,-2-1-1 0 0,0 0 1 0 0,0 0 0 0 0,-2-1 0 0 0,7-21-1 0 0,-13 31 242 0 0,-6 11 339 0 0,-6 15-17 0 0,8-11-421 0 0,1 0 0 0 0,0-1 0 0 0,0 1 0 0 0,1 0-1 0 0,0 0 1 0 0,0 0 0 0 0,0 0 0 0 0,1 0 0 0 0,-1 0 0 0 0,1 0 0 0 0,1 0 0 0 0,-1 0 0 0 0,1 0-1 0 0,3 6 1 0 0,2 3 16 0 0,1 1-1 0 0,0-2 0 0 0,18 24 0 0 0,-23-34-78 0 0,1 0 1 0 0,-1-1-1 0 0,1 1 0 0 0,0-1 1 0 0,0 0-1 0 0,0 0 0 0 0,0 0 1 0 0,0-1-1 0 0,1 0 0 0 0,8 4 1 0 0,-6-4-179 0 0,0 1 0 0 0,1-1 0 0 0,-1-1 0 0 0,1 0 0 0 0,14 1 0 0 0,-20-2-45 0 0,0 0 0 0 0,-1 0 0 0 0,1 0 0 0 0,0 0 0 0 0,0-1 0 0 0,-1 1 0 0 0,1-1 0 0 0,0 1 0 0 0,-1-1 0 0 0,1 0 0 0 0,-1 1 0 0 0,1-1 0 0 0,-1 0 0 0 0,1 0-1 0 0,-1 0 1 0 0,0 0 0 0 0,1 0 0 0 0,1-2 0 0 0,3-10-7536 0 0,-4 4-92 0 0</inkml:trace>
  <inkml:trace contextRef="#ctx0" brushRef="#br0" timeOffset="1">679 93 23239 0 0,'0'0'2105'0'0,"-7"-2"-1690"0"0,-1-3 1873 0 0,16 10-8608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5:05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312 114 11519 0 0,'-4'-22'894'0'0,"-4"-21"4278"0"0,7 40-4486 0 0,0-1 0 0 0,-1 1 0 0 0,1 0 0 0 0,0 0 0 0 0,-1 0 0 0 0,0 0 0 0 0,0 0 0 0 0,0 0 0 0 0,-3-4-1 0 0,3 6-546 0 0,0-1-1 0 0,1 1 1 0 0,-1 0-1 0 0,0 0 1 0 0,0 0-1 0 0,0 0 1 0 0,0 0-1 0 0,0 0 0 0 0,0 0 1 0 0,0 0-1 0 0,0 1 1 0 0,0-1-1 0 0,0 1 1 0 0,0 0-1 0 0,0 0 0 0 0,-1 0 1 0 0,1 0-1 0 0,0 0 1 0 0,0 0-1 0 0,0 0 1 0 0,0 1-1 0 0,-3 0 1 0 0,-5 2 269 0 0,1 0 1 0 0,-1 1-1 0 0,-13 8 1 0 0,14-8-156 0 0,-12 7-13 0 0,1 0-1 0 0,1 1 1 0 0,-22 18-1 0 0,35-25-187 0 0,0 0 0 0 0,0 1 0 0 0,0 0 1 0 0,0 0-1 0 0,1 0 0 0 0,0 1 0 0 0,0 0 0 0 0,1 0 0 0 0,0 0 0 0 0,0 0 0 0 0,1 1 0 0 0,-5 12 0 0 0,8-17-51 0 0,-1 0 0 0 0,1 0 0 0 0,-1 0-1 0 0,1 0 1 0 0,0 0 0 0 0,0 0 0 0 0,0 0 0 0 0,1 0-1 0 0,-1 0 1 0 0,1 0 0 0 0,-1 0 0 0 0,1 0 0 0 0,0-1 0 0 0,0 1-1 0 0,0 0 1 0 0,1 0 0 0 0,-1-1 0 0 0,1 1 0 0 0,-1-1 0 0 0,4 5-1 0 0,-2-5-27 0 0,0 1 0 0 0,0-1 1 0 0,0 1-1 0 0,0-1 0 0 0,0 0 0 0 0,0 0 0 0 0,1 0 0 0 0,-1-1 0 0 0,1 1 0 0 0,-1-1 0 0 0,1 0 0 0 0,0 0 0 0 0,-1 0 0 0 0,1 0 0 0 0,0-1 0 0 0,4 1 0 0 0,5-1-71 0 0,-1-1 0 0 0,1 0 0 0 0,-1 0 1 0 0,0-1-1 0 0,0-1 0 0 0,0 0 0 0 0,0-1 0 0 0,0 0 1 0 0,-1 0-1 0 0,0-2 0 0 0,16-9 0 0 0,1-2-21 0 0,14-9 50 0 0,-35 23 40 0 0,-7 3 41 0 0,1 0-1 0 0,-1 0 0 0 0,1 0 1 0 0,-1 0-1 0 0,0 0 1 0 0,1 0-1 0 0,-1 1 1 0 0,0-1-1 0 0,1 0 1 0 0,-1 0-1 0 0,0 0 1 0 0,1 1-1 0 0,-1-1 0 0 0,0 0 1 0 0,1 0-1 0 0,-1 1 1 0 0,0-1-1 0 0,0 0 1 0 0,1 0-1 0 0,-1 1 1 0 0,0-1-1 0 0,0 0 1 0 0,0 1-1 0 0,1-1 0 0 0,-1 1 1 0 0,0-1-1 0 0,5 10 200 0 0,-2 3-62 0 0,-1 0 0 0 0,0 0 0 0 0,-1 0 0 0 0,0 0-1 0 0,-1 0 1 0 0,-2 18 0 0 0,1 6 32 0 0,25 311-792 0 0,-20-289-3384 0 0,-5-55 2349 0 0,-1 6-45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5:05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1 424 14743 0 0,'1'1'10719'0'0,"3"0"-10436"0"0,0 0 0 0 0,0 0 0 0 0,0-1 1 0 0,0 1-1 0 0,0-1 0 0 0,0 0 0 0 0,1 0 0 0 0,-1 0 1 0 0,5-2-1 0 0,40-9 989 0 0,-7-3-809 0 0,0-2 0 0 0,51-28 0 0 0,19-21-336 0 0,-92 52-120 0 0,-1-1 1 0 0,-1-1-1 0 0,24-24 0 0 0,-25 22-17 0 0,-1-1-1 0 0,0-1 1 0 0,-2-1 0 0 0,0 0 0 0 0,-1 0-1 0 0,19-42 1 0 0,-29 52 10 0 0,-3 10 0 0 0,0-1 0 0 0,0 1 1 0 0,0 0-1 0 0,0 0 0 0 0,0-1 0 0 0,1 1 0 0 0,-1 0 0 0 0,0 0 1 0 0,0-1-1 0 0,0 1 0 0 0,0 0 0 0 0,0-1 0 0 0,0 1 0 0 0,0 0 1 0 0,0 0-1 0 0,-1-1 0 0 0,1 1 0 0 0,0 0 0 0 0,0 0 1 0 0,0-1-1 0 0,0 1 0 0 0,0 0 0 0 0,0 0 0 0 0,0-1 0 0 0,-1 1 1 0 0,1 0-1 0 0,0 0 0 0 0,0-1 0 0 0,0 1 0 0 0,-1 0 0 0 0,1 0 1 0 0,0 0-1 0 0,0 0 0 0 0,0-1 0 0 0,-1 1 0 0 0,1 0 1 0 0,0 0-1 0 0,0 0 0 0 0,-1 0 0 0 0,1 0 0 0 0,0 0 0 0 0,-1 0 1 0 0,1 0-1 0 0,0 0 0 0 0,0 0 0 0 0,-1 0 0 0 0,1 0 0 0 0,0 0 1 0 0,0 0-1 0 0,-1 0 0 0 0,1 0 0 0 0,0 0 0 0 0,-1 0 1 0 0,1 0-1 0 0,0 0 0 0 0,0 0 0 0 0,-1 0 0 0 0,1 0 0 0 0,0 0 1 0 0,-1 1-1 0 0,-1 0 14 0 0,-1 0 0 0 0,0 0-1 0 0,0 0 1 0 0,0 0 0 0 0,1 0 0 0 0,-1 1 0 0 0,1 0 0 0 0,-1-1 0 0 0,1 1 0 0 0,0 0 0 0 0,0 0 0 0 0,-1 0 0 0 0,1 1 0 0 0,1-1 0 0 0,-1 0 0 0 0,0 1-1 0 0,1-1 1 0 0,-1 1 0 0 0,-1 3 0 0 0,-1 3 29 0 0,-1 1 0 0 0,2 0 0 0 0,-1 0 0 0 0,-1 11 0 0 0,3-16-33 0 0,1 1 0 0 0,1 0 1 0 0,-1 0-1 0 0,1 0 0 0 0,0-1 0 0 0,0 1 1 0 0,1 0-1 0 0,-1 0 0 0 0,1 0 0 0 0,1-1 1 0 0,-1 1-1 0 0,1-1 0 0 0,0 1 0 0 0,0-1 1 0 0,0 1-1 0 0,4 4 0 0 0,-3-6-20 0 0,0 0-1 0 0,-1-1 1 0 0,1 1-1 0 0,1-1 1 0 0,-1 0 0 0 0,0 0-1 0 0,1 0 1 0 0,-1-1-1 0 0,1 1 1 0 0,0-1 0 0 0,0 0-1 0 0,0 0 1 0 0,0 0 0 0 0,0-1-1 0 0,1 1 1 0 0,-1-1-1 0 0,0 0 1 0 0,1 0 0 0 0,-1 0-1 0 0,1-1 1 0 0,6 0-1 0 0,-5 0-19 0 0,0 0 0 0 0,1 0 0 0 0,-1-1 0 0 0,0 0 0 0 0,0-1 0 0 0,0 1 0 0 0,0-1 0 0 0,0 0-1 0 0,-1-1 1 0 0,1 1 0 0 0,0-1 0 0 0,-1 0 0 0 0,0-1 0 0 0,0 1 0 0 0,0-1 0 0 0,8-8 0 0 0,-6 4-23 0 0,0-1 0 0 0,0 0 1 0 0,-1 0-1 0 0,-1 0 1 0 0,1-1-1 0 0,-1 0 0 0 0,-1 0 1 0 0,6-18-1 0 0,-4 11 53 0 0,-2 5 0 0 0,0 0 0 0 0,-1 0 0 0 0,2-19 0 0 0,-4 23 11 0 0,-1 6 329 0 0,1 20-244 0 0,1 1-1 0 0,5 21 1 0 0,-4-24-65 0 0,-2-8-20 0 0,2 0 0 0 0,-1 0 0 0 0,1 0 0 0 0,1 0 0 0 0,-1 0 0 0 0,1-1 0 0 0,1 1 0 0 0,-1-1 0 0 0,1 0 0 0 0,0-1 0 0 0,1 1 0 0 0,0-1 0 0 0,8 8 0 0 0,-9-11-26 0 0,-1 1 0 0 0,0-1 0 0 0,1 0 0 0 0,0 0-1 0 0,0 0 1 0 0,0 0 0 0 0,0-1 0 0 0,0 0 0 0 0,0 0-1 0 0,1-1 1 0 0,-1 1 0 0 0,1-1 0 0 0,-1 0-1 0 0,1-1 1 0 0,-1 1 0 0 0,1-1 0 0 0,-1 0 0 0 0,1 0-1 0 0,0-1 1 0 0,9-2 0 0 0,-10 1-1 0 0,0 0 1 0 0,0 0-1 0 0,0 0 1 0 0,0-1-1 0 0,0 0 0 0 0,-1 0 1 0 0,1 0-1 0 0,-1 0 1 0 0,0-1-1 0 0,0 0 1 0 0,0 0-1 0 0,-1 0 0 0 0,1 0 1 0 0,-1 0-1 0 0,3-7 1 0 0,4-6-102 0 0,-2-1 0 0 0,13-35 0 0 0,-3 4 37 0 0,-7 26 43 0 0,-10 21 594 0 0,0 5-412 0 0,5 20 46 0 0,-3-10-151 0 0,1-1 0 0 0,0 1 0 0 0,0-1 0 0 0,2 0 0 0 0,8 15 0 0 0,-7-16-41 0 0,-4-6-6 0 0,-1-1 0 0 0,1 0-1 0 0,0 0 1 0 0,0 0 0 0 0,1 0-1 0 0,-1 0 1 0 0,1-1 0 0 0,4 4-1 0 0,42 20-2402 0 0,-49-27 2276 0 0,0 1 0 0 0,-1-1 0 0 0,1 0 1 0 0,0 0-1 0 0,-1 1 0 0 0,1-1 0 0 0,0 0 0 0 0,-1 0 1 0 0,1 0-1 0 0,0 0 0 0 0,-1 0 0 0 0,1 0 0 0 0,0 0 1 0 0,-1 0-1 0 0,1 0 0 0 0,0-1 0 0 0,1 1-318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5:06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88 16559 0 0,'-20'-72'1958'0'0,"19"68"-1938"0"0,2-7 5926 0 0,65 105-7429 0 0,-15-20-4476 0 0,-37-55-499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5:06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128 688 5527 0 0,'6'0'-19'0'0,"0"0"-1"0"0,0-1 0 0 0,0 0 1 0 0,0 0-1 0 0,-1 0 0 0 0,1-1 1 0 0,6-2-1 0 0,-5 0 905 0 0,1 0-1 0 0,-1 0 1 0 0,0 0-1 0 0,-1-1 1 0 0,1 0 0 0 0,-1 0-1 0 0,11-11 1 0 0,-8 4 1295 0 0,1 0 0 0 0,-2 0 0 0 0,12-21 0 0 0,3-14 584 0 0,-22 42-2426 0 0,1 1 1 0 0,-1 0-1 0 0,0-1 0 0 0,0 1 0 0 0,0-10 0 0 0,-2 13-260 0 0,0 0 0 0 0,1 0 0 0 0,-1 0 0 0 0,0 0 0 0 0,0 0 0 0 0,0 0 0 0 0,0 1-1 0 0,0-1 1 0 0,0 0 0 0 0,0 0 0 0 0,0 1 0 0 0,0-1 0 0 0,0 0 0 0 0,0 1 0 0 0,-1-1-1 0 0,1 1 1 0 0,0 0 0 0 0,-2-1 0 0 0,2 1-10 0 0,-2-1 45 0 0,-1 0 0 0 0,1 1-1 0 0,-1-1 1 0 0,0 1-1 0 0,0 0 1 0 0,1 0-1 0 0,-1 0 1 0 0,0 1 0 0 0,1-1-1 0 0,-1 1 1 0 0,1 0-1 0 0,-1 0 1 0 0,0 0 0 0 0,1 1-1 0 0,0-1 1 0 0,-5 3-1 0 0,-6 4 121 0 0,1 1-1 0 0,-19 14 0 0 0,18-12-144 0 0,-8 5 87 0 0,1 2 1 0 0,1 0-1 0 0,1 1 1 0 0,-32 39-1 0 0,47-50-165 0 0,0-1 0 0 0,0 1-1 0 0,1-1 1 0 0,0 1 0 0 0,0 0 0 0 0,1 0-1 0 0,0 1 1 0 0,0-1 0 0 0,1 0-1 0 0,-1 10 1 0 0,3-6-27 0 0,0-9-11 0 0,0-1 1 0 0,0 0 0 0 0,0 0 0 0 0,1 0 0 0 0,-1 0-1 0 0,1 0 1 0 0,-1 0 0 0 0,1 0 0 0 0,-1 0-1 0 0,1 0 1 0 0,0-1 0 0 0,0 1 0 0 0,0-1 0 0 0,0 1-1 0 0,0-1 1 0 0,0 0 0 0 0,1 0 0 0 0,-1 0 0 0 0,0 0-1 0 0,1 0 1 0 0,-1 0 0 0 0,0 0 0 0 0,1-1-1 0 0,-1 0 1 0 0,3 1 0 0 0,4 0-103 0 0,0 0 0 0 0,-1-1 1 0 0,1 0-1 0 0,-1-1 0 0 0,1 0 0 0 0,9-2 1 0 0,-9 1 85 0 0,0-1 0 0 0,0 0 0 0 0,0-1 0 0 0,-1 0 1 0 0,1 0-1 0 0,-1-1 0 0 0,0 0 0 0 0,0-1 0 0 0,-1 1 0 0 0,1-2 1 0 0,-2 1-1 0 0,1-1 0 0 0,0 0 0 0 0,-1 0 0 0 0,-1 0 1 0 0,1-1-1 0 0,4-10 0 0 0,7-14-178 0 0,-1-1 0 0 0,-1-1 0 0 0,10-40 0 0 0,-10 31 164 0 0,58-191 280 0 0,-67 215-212 0 0,3-11 202 0 0,-2 0 1 0 0,0-1-1 0 0,-2 0 0 0 0,1-46 0 0 0,-7 58 431 0 0,1 17 132 0 0,-2 4-566 0 0,-2 6-105 0 0,1 1 1 0 0,-1-1-1 0 0,1 1 0 0 0,0 0 0 0 0,-1 10 1 0 0,-6 51 175 0 0,7-43-106 0 0,-4 31 44 0 0,3 0 0 0 0,3 0 0 0 0,8 85 0 0 0,6-61-183 0 0,33 112-1 0 0,-37-158-31 0 0,2 2-50 0 0,-11-36-194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5:08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827 51 13823 0 0,'0'-12'475'0'0,"1"7"-297"0"0,-1-1-1 0 0,-1 1 1 0 0,1 0 0 0 0,-1 0 0 0 0,-1-8 0 0 0,-5 24 616 0 0,-10 20-546 0 0,2 1 1 0 0,1 0-1 0 0,-17 60 0 0 0,-15 108-413 0 0,36-150 241 0 0,-245 1379-237 0 0,26 88-358 0 0,173-1139 387 0 0,-53 474 37 0 0,75 5 18 0 0,41-660 88 0 0,36 207-1 0 0,-27-313-2 0 0,4-1 0 0 0,4-1 0 0 0,3-1-1 0 0,60 128 1 0 0,-61-164 20 0 0,2-2-1 0 0,3-1 0 0 0,43 52 1 0 0,-25-42 80 0 0,107 97 1 0 0,78 30 104 0 0,14-23-117 0 0,-191-127-139 0 0,-1-3-366 0 0,-1 3 1 0 0,79 67-1 0 0,-100-70-906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5:08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31 15663 0 0,'-5'-5'104'0'0,"1"0"329"0"0,-1 1-1 0 0,0-1 1 0 0,-8-6 0 0 0,12 10 282 0 0,2 16 1209 0 0,-1-11-1807 0 0,1 0 0 0 0,0 0 0 0 0,1 0 0 0 0,-1 0 0 0 0,1 0 0 0 0,0 0 0 0 0,0 0 0 0 0,0-1 1 0 0,5 7-1 0 0,28 29-454 0 0,-29-32 347 0 0,21 18-743 0 0,1-1 0 0 0,54 35 0 0 0,-43-32-394 0 0,-34-23 954 0 0,0 0-1 0 0,0 0 1 0 0,0 1 0 0 0,0-1-1 0 0,-1 1 1 0 0,1 0-1 0 0,2 6 1 0 0,-5-9 168 0 0,-1 0-1 0 0,0-1 1 0 0,-1 1 0 0 0,1-1-1 0 0,0 1 1 0 0,0 0-1 0 0,-1 0 1 0 0,1 0 0 0 0,-1-1-1 0 0,1 1 1 0 0,-1 0 0 0 0,0 0-1 0 0,0 0 1 0 0,0 0 0 0 0,0 0-1 0 0,0 0 1 0 0,0-1 0 0 0,0 1-1 0 0,-1 0 1 0 0,1 0-1 0 0,-1 0 1 0 0,1 0 0 0 0,-1-1-1 0 0,0 1 1 0 0,0 0 0 0 0,0-1-1 0 0,0 1 1 0 0,0-1 0 0 0,-1 3-1 0 0,-20 18 821 0 0,-1-1 0 0 0,-31 22 0 0 0,38-30-432 0 0,-17 12 344 0 0,-2 2 265 0 0,-37 36 1 0 0,62-53-818 0 0,-67 70 653 0 0,62-62-776 0 0,1 0 0 0 0,-22 37 0 0 0,16-17-906 0 0,2 0-347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6:36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31 17391 0 0,'-16'-15'1574'0'0,"16"15"-1568"0"0,0 0 1 0 0,0 0 0 0 0,-1 0-1 0 0,1 0 1 0 0,0 0 0 0 0,0 0 0 0 0,-1-1-1 0 0,1 1 1 0 0,0 0 0 0 0,0 0-1 0 0,0 0 1 0 0,-1 0 0 0 0,1-1 0 0 0,0 1-1 0 0,0 0 1 0 0,0 0 0 0 0,0 0-1 0 0,-1-1 1 0 0,1 1 0 0 0,0 0 0 0 0,0 0-1 0 0,0 0 1 0 0,0-1 0 0 0,0 1-1 0 0,0 0 1 0 0,0 0 0 0 0,0-1 0 0 0,0 1-1 0 0,0 0 1 0 0,0-1 0 0 0,0 1-1 0 0,0 0 1 0 0,0 0 0 0 0,0-1 0 0 0,0 1-1 0 0,0 0 1 0 0,0 0 0 0 0,0-1-1 0 0,0 1 1 0 0,0 0 0 0 0,0 0 0 0 0,0-1-1 0 0,7-1 21 0 0,-6 2-28 0 0,9-2 8 0 0,1 1-1 0 0,0 0 0 0 0,0 1 0 0 0,16 0 1 0 0,46 9 14 0 0,-55-6-31 0 0,176 21-287 0 0,40 6 244 0 0,-4 15 40 0 0,-209-40 7 0 0,0 2 0 0 0,-1 0 0 0 0,0 1-1 0 0,0 1 1 0 0,-1 1 0 0 0,-1 0 0 0 0,1 1 0 0 0,-2 2-1 0 0,1-1 1 0 0,-2 2 0 0 0,0 0 0 0 0,0 2 0 0 0,-2-1-1 0 0,0 2 1 0 0,0-1 0 0 0,-2 2 0 0 0,0 0 0 0 0,-1 0-1 0 0,13 32 1 0 0,-3 6-12 0 0,-2 0 0 0 0,-3 1 0 0 0,12 79-1 0 0,10 182 269 0 0,-28-212-117 0 0,96 816 729 0 0,-89-796-831 0 0,58 538 484 0 0,-38 238 1162 0 0,-32-769-1527 0 0,0 100 109 0 0,-4-178-131 0 0,0-31 179 0 0,-4 43 1 0 0,3-65 1181 0 0,-2-1-1297 0 0,-2 0-138 0 0,0 0-1 0 0,0 0 1 0 0,1 0 0 0 0,-1-1-1 0 0,0 0 1 0 0,0 1 0 0 0,0-1-1 0 0,0-1 1 0 0,-6 0 0 0 0,-41-10 58 0 0,32 7-28 0 0,-277-54-550 0 0,224 46-2150 0 0,56 9 693 0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56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4 5983 0 0,'-16'-4'17553'0'0,"12"88"-14418"0"0,-22 306-1801 0 0,23-362-1291 0 0,-2 52-1793 0 0,5-78 955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56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54 4143 0 0,'0'0'191'0'0,"-2"0"-11"0"0,-14-7 13175 0 0,19 0-10887 0 0,-1 5-2235 0 0,-1 0 1 0 0,0 0-1 0 0,1 0 1 0 0,-1 0-1 0 0,1 0 1 0 0,0 1-1 0 0,-1-1 1 0 0,1 1-1 0 0,0-1 1 0 0,0 1-1 0 0,0 0 1 0 0,0-1 0 0 0,0 1-1 0 0,0 0 1 0 0,0 0-1 0 0,1 1 1 0 0,3-2-1 0 0,4 0 110 0 0,0 0 0 0 0,20-1 0 0 0,-6 1 176 0 0,11 0-190 0 0,1 1-1 0 0,63 6 0 0 0,-44 0-277 0 0,37 4-37 0 0,-82-7-15 0 0,-1 0 1 0 0,1 0 0 0 0,-1 1-1 0 0,1 1 1 0 0,-1-1 0 0 0,0 1-1 0 0,10 7 1 0 0,-17-10 5 0 0,-1 0-1 0 0,1 0 1 0 0,-1 0 0 0 0,0 0 0 0 0,1 0-1 0 0,-1 0 1 0 0,0 0 0 0 0,0 0-1 0 0,0 1 1 0 0,0-1 0 0 0,0 1-1 0 0,0-1 1 0 0,0 0 0 0 0,-1 1-1 0 0,1-1 1 0 0,0 1 0 0 0,-1 0-1 0 0,1-1 1 0 0,-1 1 0 0 0,0-1-1 0 0,1 1 1 0 0,-1 2 0 0 0,0-2 12 0 0,-1 1 1 0 0,1-1 0 0 0,-1 1-1 0 0,0-1 1 0 0,0 1-1 0 0,0-1 1 0 0,0 0 0 0 0,0 1-1 0 0,0-1 1 0 0,0 0-1 0 0,-1 0 1 0 0,1 0 0 0 0,-3 2-1 0 0,-4 4 57 0 0,0 0 1 0 0,0 0-1 0 0,-1-1 0 0 0,0 0 1 0 0,-13 6-1 0 0,-136 75-627 0 0,141-77-2701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56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1839 0 0,'2'1'4800'0'0,"19"18"9506"0"0,4-1-9388 0 0,10 8-3107 0 0,-23-16-1639 0 0,24 13 0 0 0,-24-16-112 0 0,0 1 1 0 0,13 11-1 0 0,-23-17-59 0 0,-1 0 0 0 0,1 0 1 0 0,-1 0-1 0 0,1 0 0 0 0,-1 0 0 0 0,0 0 0 0 0,0 1 1 0 0,1 2-1 0 0,-2-3 5 0 0,0 0 1 0 0,-1 0 0 0 0,1 0 0 0 0,-1 0 0 0 0,1 1-1 0 0,-1-1 1 0 0,0 0 0 0 0,1 0 0 0 0,-1 0-1 0 0,0 0 1 0 0,0 0 0 0 0,-1-1 0 0 0,1 1-1 0 0,0 0 1 0 0,-1 0 0 0 0,1-1 0 0 0,-1 1-1 0 0,1-1 1 0 0,-3 2 0 0 0,-5 5 76 0 0,-1-1 0 0 0,-13 8 0 0 0,15-10-6 0 0,-23 12 56 0 0,0 0 0 0 0,-39 13 0 0 0,69-29-353 0 0,11-3-6127 0 0,3-1 3875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57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73 12895 0 0,'-1'1'3404'0'0,"-1"4"-2013"0"0,-1 0-1 0 0,1-1 1 0 0,0 1 0 0 0,1 0-1 0 0,-3 7 1 0 0,3-4-120 0 0,0 0 0 0 0,-1 15 0 0 0,3 2-708 0 0,5 32 0 0 0,-2-25 14 0 0,2 2-483 0 0,9 36 0 0 0,-9-45-82 0 0,18 53-452 0 0,-23-76 257 0 0,-5-13-9042 0 0</inkml:trace>
  <inkml:trace contextRef="#ctx0" brushRef="#br0" timeOffset="1">26 26 7831 0 0,'-25'-12'19872'0'0,"33"8"-19148"0"0,18 0-424 0 0,-1 1 0 0 0,1 1 0 0 0,0 1 0 0 0,41 4 0 0 0,-27-1-230 0 0,-2 0-45 0 0,0 0 0 0 0,74 17-1 0 0,-96-15-24 0 0,-5-2 0 0 0,1 1 0 0 0,-1 1 0 0 0,21 9 0 0 0,-30-12 0 0 0,0 0 0 0 0,0 0 0 0 0,0 0 0 0 0,0 0 0 0 0,0 1 0 0 0,0-1 0 0 0,0 1 0 0 0,-1-1 0 0 0,1 1 0 0 0,-1 0 0 0 0,1 0 0 0 0,-1 0 0 0 0,1-1 0 0 0,-1 1 0 0 0,0 0 0 0 0,0 1 0 0 0,0-1 0 0 0,0 0 0 0 0,-1 0 0 0 0,1 0 0 0 0,-1 1 0 0 0,1-1 0 0 0,-1 0 0 0 0,0 0 0 0 0,1 1 0 0 0,-1 2 0 0 0,-1-1 7 0 0,0-1 1 0 0,0 1-1 0 0,0 0 1 0 0,-1 0-1 0 0,1-1 0 0 0,-1 1 1 0 0,0-1-1 0 0,0 1 0 0 0,0-1 1 0 0,0 0-1 0 0,-5 6 1 0 0,-4 3 56 0 0,-17 14 1 0 0,28-25-64 0 0,-9 6 2 0 0,0 0 0 0 0,0-1 1 0 0,0 0-1 0 0,-1 0 0 0 0,0-1 0 0 0,-16 6 1 0 0,-65 15-511 0 0,19-7-3096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57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1 18599 0 0,'0'0'2134'0'0,"-13"0"773"0"0,-1 0-1799 0 0,-1 2-1 0 0,0-1 0 0 0,1 2 0 0 0,-27 8 0 0 0,9 0-699 0 0,-31 16-1 0 0,32-11-279 0 0,25-10-128 0 0,5 3 0 0 0,2 0 0 0 0,1-6 0 0 0,0 0 0 0 0,-1 0 0 0 0,1-1 0 0 0,0 1 0 0 0,1-1 0 0 0,-1 1 0 0 0,0-1 1 0 0,1 0-1 0 0,-1 0 0 0 0,1 0 0 0 0,-1 0 0 0 0,1-1 0 0 0,0 1 0 0 0,5 1 0 0 0,6 3-3 0 0,28 7 0 0 0,-27-8-8 0 0,27 5-74 0 0,-30-8 70 0 0,1 1 1 0 0,-1 0-1 0 0,21 10 0 0 0,-18-7 17 0 0,-12-4-29 0 0,-2 1-8 0 0,0-3 35 0 0,-1 1-1 0 0,1 0 1 0 0,-1 0 0 0 0,0 0 0 0 0,1 0-1 0 0,-1 0 1 0 0,0 0 0 0 0,1 0 0 0 0,-1 0-1 0 0,0 0 1 0 0,0 0 0 0 0,0 0-1 0 0,0 1 1 0 0,0-1 0 0 0,0 0 0 0 0,0 0-1 0 0,0 0 1 0 0,-1 0 0 0 0,1 0 0 0 0,0 0-1 0 0,-1 0 1 0 0,1 0 0 0 0,-1 0-1 0 0,1 0 1 0 0,-1-1 0 0 0,1 1 0 0 0,-1 0-1 0 0,1 0 1 0 0,-1 0 0 0 0,0 0 0 0 0,1-1-1 0 0,-1 1 1 0 0,0 0 0 0 0,0-1-1 0 0,0 1 1 0 0,0 0 0 0 0,0-1 0 0 0,1 1-1 0 0,-3-1 1 0 0,1 2-1 0 0,-6 3-12 0 0,0 0 0 0 0,0-1 0 0 0,-1 0 0 0 0,0 0 0 0 0,1-1 0 0 0,-1 0-1 0 0,0-1 1 0 0,-1 0 0 0 0,-14 2 0 0 0,6-3-699 0 0,0 0 0 0 0,1-1 0 0 0,-1-1 0 0 0,-21-4 0 0 0,37 5 282 0 0,-1 0 0 0 0,0-1 0 0 0,0 0 0 0 0,1 0 0 0 0,-1 1 0 0 0,0-1 0 0 0,1-1-1 0 0,-1 1 1 0 0,-3-3 0 0 0,2-1-1786 0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58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223 226 8287 0 0,'-1'0'4939'0'0,"-7"0"-2556"0"0,3 0-706 0 0,-1 1 0 0 0,0 0 0 0 0,0 0 0 0 0,-8 2-1 0 0,-23 11 1097 0 0,-33 25-1076 0 0,69-38-1540 0 0,-1 0-126 0 0,-5 3 29 0 0,0 1 0 0 0,0-1 1 0 0,0 1-1 0 0,1 0 0 0 0,0 1 1 0 0,0-1-1 0 0,1 1 0 0 0,-9 12 1 0 0,13-17-167 0 0,9 4-648 0 0,-5-5 645 0 0,0 1 1 0 0,0-1-1 0 0,0 0 1 0 0,-1 0-1 0 0,1 0 1 0 0,0 0 0 0 0,0 0-1 0 0,0 0 1 0 0,0-1-1 0 0,-1 1 1 0 0,1-1-1 0 0,0 0 1 0 0,0 0-1 0 0,4-2 1 0 0,4-3-415 0 0,22-14 1 0 0,-22 13 194 0 0,1-2 138 0 0,-1 0 1 0 0,19-20-1 0 0,-24 24 165 0 0,-4 2-17 0 0,1-2 43 0 0,-2 4 463 0 0,-2 2-399 0 0,0 1 0 0 0,0 0-1 0 0,0 1 1 0 0,1-1 0 0 0,-1 0 0 0 0,1 0-1 0 0,-1 0 1 0 0,1 0 0 0 0,0 5 0 0 0,0-6-22 0 0,-1 2-17 0 0,1-1 0 0 0,1 1-1 0 0,-1 0 1 0 0,0 0 0 0 0,1 0 0 0 0,-1 0 0 0 0,1-1 0 0 0,0 1 0 0 0,0 0-1 0 0,0 0 1 0 0,0-1 0 0 0,0 1 0 0 0,1-1 0 0 0,-1 1 0 0 0,1-1 0 0 0,0 0-1 0 0,0 1 1 0 0,0-1 0 0 0,0 0 0 0 0,0 0 0 0 0,0-1 0 0 0,3 3 0 0 0,0-1-41 0 0,0 1-1 0 0,0-2 1 0 0,0 1 0 0 0,0 0 0 0 0,1-1 0 0 0,-1 0 0 0 0,1-1 0 0 0,-1 1 0 0 0,12 1 0 0 0,6 0-159 0 0,20 2-2093 0 0,-39-5 1762 0 0,0 0 0 0 0,0 0 0 0 0,0 0-1 0 0,0 0 1 0 0,0-1 0 0 0,-1 0-1 0 0,1 0 1 0 0,4-2 0 0 0,-6 3 276 0 0,0-1 0 0 0,-1-1 0 0 0,0 1 0 0 0,1 0 0 0 0,-1 0 0 0 0,0 0 0 0 0,1-1 0 0 0,-1 1-1 0 0,0-1 1 0 0,0 1 0 0 0,0-1 0 0 0,0 1 0 0 0,0-1 0 0 0,0-2 0 0 0,9-26-1900 0 0,-9 26 1522 0 0,2-9-1004 0 0</inkml:trace>
  <inkml:trace contextRef="#ctx0" brushRef="#br0" timeOffset="1">425 11 17911 0 0,'0'-1'206'0'0,"0"0"-1"0"0,-1 1 0 0 0,1-1 1 0 0,-1 0-1 0 0,1 1 0 0 0,-1-1 1 0 0,1 0-1 0 0,-1 1 0 0 0,1-1 1 0 0,-1 1-1 0 0,0-1 0 0 0,1 1 1 0 0,-1 0-1 0 0,0-1 1 0 0,1 1-1 0 0,-1 0 0 0 0,0-1 1 0 0,0 1-1 0 0,1 0 0 0 0,-1 0 1 0 0,0-1-1 0 0,0 1 0 0 0,0 0 1 0 0,1 0-1 0 0,-1 0 0 0 0,0 0 1 0 0,0 0-1 0 0,1 0 0 0 0,-1 1 1 0 0,-1-1-1 0 0,1 1 23 0 0,0 0 1 0 0,-1 0-1 0 0,1 0 0 0 0,0 0 1 0 0,0 0-1 0 0,0 1 0 0 0,0-1 1 0 0,0 0-1 0 0,1 1 0 0 0,-1-1 1 0 0,0 1-1 0 0,1-1 0 0 0,-1 0 0 0 0,0 3 1 0 0,-2 7-20 0 0,0 1 1 0 0,0 0 0 0 0,1-1-1 0 0,1 1 1 0 0,0 0 0 0 0,0 0-1 0 0,2 13 1 0 0,14 85 1635 0 0,-7-66-1598 0 0,10 51-714 0 0,-17-91-125 0 0,0 6 948 0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58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2303 0 0,'0'0'102'0'0,"2"0"763"0"0,35 0 13845 0 0,2-1-7012 0 0,-3 0-5059 0 0,66-3-4444 0 0,-59 2 3441 0 0,47-4-1032 0 0,-27 1-2436 0 0,-22 3-5173 0 0,-24 0-1559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23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79 296 5527 0 0,'18'-86'1339'0'0,"2"-17"4354"0"0,-18 87-3253 0 0,2 0 0 0 0,7-25 5455 0 0,-10 43-7331 0 0,2 4-387 0 0,-1 1 1 0 0,-1-1-1 0 0,1 0 1 0 0,-1 1-1 0 0,0-1 1 0 0,-1 1-1 0 0,0 0 1 0 0,0-1-1 0 0,-1 12 1 0 0,-3 9 242 0 0,-8 27-1 0 0,10-43-284 0 0,-55 175 803 0 0,10-40-607 0 0,27-70-171 0 0,19-74-96 0 0,1-5-8 0 0,0-11-52 0 0,0 0-1 0 0,0 0 0 0 0,2-1 1 0 0,4-20-1 0 0,19-61-63 0 0,-23 89 47 0 0,20-70-63 0 0,4 1 0 0 0,3 2-1 0 0,46-85 1 0 0,-64 141 64 0 0,-11 17 12 0 0,1 0 0 0 0,0 0 0 0 0,-1 0 0 0 0,1 0 0 0 0,0 0 0 0 0,-1 1 0 0 0,1-1 0 0 0,0 0 0 0 0,0 0 0 0 0,0 1 0 0 0,0-1 0 0 0,1 0 0 0 0,-1 1 1 0 0,-1 0 0 0 0,1 0 0 0 0,0 0-1 0 0,0 0 1 0 0,0 0 0 0 0,-1 0 0 0 0,1 0 0 0 0,0 0 0 0 0,-1 0-1 0 0,1 0 1 0 0,0 0 0 0 0,0 1 0 0 0,-1-1 0 0 0,1 0 0 0 0,0 1 0 0 0,-1-1-1 0 0,1 0 1 0 0,1 2 0 0 0,1 0 19 0 0,0 1-1 0 0,0 0 1 0 0,-1 0 0 0 0,1 0-1 0 0,-1 0 1 0 0,1 0 0 0 0,-1 1-1 0 0,0-1 1 0 0,0 1 0 0 0,2 4-1 0 0,12 44 266 0 0,-4-13-86 0 0,-1-12-90 0 0,27 49 0 0 0,-29-62-104 0 0,0-1-1 0 0,0 0 0 0 0,2-1 1 0 0,-1 0-1 0 0,14 11 0 0 0,74 51-126 0 0,-30-32-3821 0 0,-67-41 2741 0 0,5 7-2222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24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17135 0 0,'0'0'3467'0'0,"0"2"-2722"0"0,-3 53 2395 0 0,10 96 0 0 0,-4-108-2736 0 0,-2-22-228 0 0,20 392 1360 0 0,-17-113-1120 0 0,4 41-173 0 0,3-3 60 0 0,0 6-105 0 0,25 554 161 0 0,-7-327-190 0 0,-21-349-126 0 0,36 840 450 0 0,-29-224-312 0 0,-34-475-50 0 0,0-1 208 0 0,20-325-313 0 0,1 0 1 0 0,2 1 0 0 0,1-1-1 0 0,13 45 1 0 0,-17-79-104 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25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1 250 10135 0 0,'0'0'11586'0'0,"2"0"-11442"0"0,525-16 3862 0 0,-119 1-3851 0 0,-111 17-101 0 0,-99 0 45 0 0,-1-2-488 0 0,851-3 819 0 0,-2-20 1061 0 0,-174-13-851 0 0,523-32 360 0 0,-1353 65-976 0 0,1065-28 208 0 0,-850 41-103 0 0,45-1 65 0 0,-147-19 355 0 0,-131 9-317 0 0,25-6 0 0 0,-12-2-85 0 0,-37 9-166 0 0,1 0 0 0 0,-1-1 1 0 0,0 1-1 0 0,1 0 1 0 0,-1-1-1 0 0,0 1 0 0 0,0-1 1 0 0,1 1-1 0 0,-1 0 0 0 0,0-1 1 0 0,0 1-1 0 0,0-1 0 0 0,1 1 1 0 0,-1-1-1 0 0,0 1 0 0 0,0 0 1 0 0,0-1-1 0 0,0 1 1 0 0,0-1-1 0 0,0 1 0 0 0,0-1 1 0 0,0 1-1 0 0,0-1 0 0 0,0 1 1 0 0,0-1-1 0 0,0 1 0 0 0,0-1 1 0 0,-1 1-1 0 0,1 0 1 0 0,0-1-1 0 0,0 1 0 0 0,0-1 1 0 0,-1 1-1 0 0,1 0 0 0 0,0-1 1 0 0,-7-15-1269 0 0,7 16 1253 0 0,-7-11-3478 0 0,2 3 1605 0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25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5 21191 0 0,'-35'-5'2500'0'0,"29"6"-1557"0"0,0-1-1 0 0,0 1 0 0 0,0 0 1 0 0,0 0-1 0 0,-6 2 1 0 0,10-2-571 0 0,0 4 176 0 0,-3 4 33 0 0,4-6-556 0 0,1 1 0 0 0,-1-1 0 0 0,1 1 0 0 0,0 0 0 0 0,0-1 0 0 0,1 1 0 0 0,-1-1 0 0 0,1 1 0 0 0,-1-1 0 0 0,1 0 0 0 0,0 1 0 0 0,2 3 1 0 0,0-1 51 0 0,0 0 1 0 0,0 0 0 0 0,1-1 0 0 0,0 1-1 0 0,8 9 1 0 0,-1-4 22 0 0,1 0 0 0 0,-1-1 0 0 0,2-1 0 0 0,-1 0 0 0 0,16 7 0 0 0,59 25-126 0 0,-60-31 13 0 0,-1 3 1 0 0,31 17-1 0 0,-37-18 10 0 0,-15-10-5 0 0,-1 1 0 0 0,1-1 1 0 0,0 1-1 0 0,-1 0 0 0 0,0 0 1 0 0,0 1-1 0 0,0-1 0 0 0,0 1 1 0 0,5 7-1 0 0,-5 0-8 0 0,-3-8 23 0 0,-1-1 0 0 0,0 1 0 0 0,0 0 0 0 0,-1 0 0 0 0,1 0 0 0 0,-1-1 0 0 0,1 1 0 0 0,-1 0 0 0 0,0-1 0 0 0,0 1 0 0 0,0 0 0 0 0,0-1 0 0 0,0 1 0 0 0,-1-1 0 0 0,1 0 1 0 0,-1 1-1 0 0,-3 3 0 0 0,-4 4 50 0 0,0-1 0 0 0,-15 12-1 0 0,21-18-57 0 0,-17 12 72 0 0,-2-1 0 0 0,1-1-1 0 0,-1 0 1 0 0,-42 15 0 0 0,-28 17-354 0 0,83-38-917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26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 5983 0 0,'-25'0'22091'0'0,"21"7"-20760"0"0,0 8-1349 0 0,-4 28 795 0 0,3 0 1 0 0,-1 83-1 0 0,5-86-617 0 0,5 67 209 0 0,0-16-290 0 0,-2-53-139 0 0,-2-36-243 0 0,-20-23-7507 0 0,9 8 5895 0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26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68 23983 0 0,'-2'-1'1100'0'0,"-25"-8"2655"0"0,30 9-3178 0 0,58 1 843 0 0,218-10-80 0 0,164-26-996 0 0,-16 20-3205 0 0,-382 15 1746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30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5611 9215 0 0,'0'0'1270'0'0,"-1"-1"-794"0"0,1 1 1 0 0,-1-1-1 0 0,0 1 0 0 0,0-1 1 0 0,1 1-1 0 0,-1-1 1 0 0,1 1-1 0 0,-1-1 1 0 0,0 0-1 0 0,1 0 0 0 0,-1-1 1 0 0,0-7 342 0 0,0 0 1 0 0,1 0 0 0 0,0 0-1 0 0,0 0 1 0 0,3-15-1 0 0,18-72 2557 0 0,2-19-961 0 0,-8 35-1411 0 0,3-22-176 0 0,27-146 454 0 0,8 44-640 0 0,22-114-113 0 0,-46 156-318 0 0,6-38-79 0 0,-26 137-91 0 0,38-295 211 0 0,-30 205-155 0 0,21-213 43 0 0,-28 249-131 0 0,52-524 132 0 0,3 294-25 0 0,32 9-115 0 0,23 13-1 0 0,33-19 0 0 0,-147 331 0 0 0,29-58 0 0 0,3 1 0 0 0,3 2 0 0 0,64-81 0 0 0,-99 140 0 0 0,156-186 0 0 0,-122 151 0 0 0,3 1 0 0 0,57-44 0 0 0,-60 57-11 0 0,2 1 1 0 0,72-37-1 0 0,-87 54 6 0 0,1 0-1 0 0,0 1 1 0 0,0 2 0 0 0,1 1-1 0 0,52-7 1 0 0,-10 7-8 0 0,0 3 0 0 0,0 3 1 0 0,0 3-1 0 0,76 12 0 0 0,-125-9 11 0 0,22 1-18 0 0,0 3-1 0 0,75 24 0 0 0,58 40 21 0 0,-144-56 0 0 0,-1 1 0 0 0,-1 2 0 0 0,37 28 0 0 0,375 324 0 0 0,-390-321-7 0 0,-3 2 0 0 0,-2 2 0 0 0,44 66-1 0 0,109 190-26 0 0,-173-263 33 0 0,171 304 1 0 0,-19 8 0 0 0,-59-103 0 0 0,85 169 0 0 0,62 64 0 0 0,-103-164 0 0 0,-85-159 0 0 0,-33-71 14 0 0,64 122 36 0 0,-83-165-51 0 0,110 185 13 0 0,237 274 117 0 0,-287-403-67 0 0,202 192 0 0 0,-187-212-59 0 0,95 91 58 0 0,-165-145-61 0 0,110 107 0 0 0,-128-128 32 0 0,28 17 0 0 0,-33-25-32 0 0,-1-3-16 0 0,-8-3-10 0 0,-1 1 0 0 0,1-1 0 0 0,-1 1 1 0 0,0-1-1 0 0,1 1 0 0 0,-1-1 0 0 0,0 0 0 0 0,1 1 0 0 0,-1-1 0 0 0,0 1 1 0 0,0-1-1 0 0,0 0 0 0 0,1 1 0 0 0,-1-1 0 0 0,0 1 0 0 0,0-1 0 0 0,0 0 1 0 0,0 1-1 0 0,0-1 0 0 0,0 0 0 0 0,0 1-12 0 0,0-5-582 0 0,0 1 0 0 0,-1 0 1 0 0,1 0-1 0 0,-3-8 0 0 0,-2-5-9796 0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32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8751 0 0,'0'0'15867'0'0,"0"2"-14881"0"0,-2 13-105 0 0,-2 22 239 0 0,0 0 0 0 0,3-1-1 0 0,4 60 1 0 0,2-57-889 0 0,2-2 1 0 0,18 63-1 0 0,-18-77-175 0 0,-8-15-63 0 0,0-3-1 0 0,1-3-67 0 0,-2 6-438 0 0,-8-7-4536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32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6447 0 0,'2'-1'14462'0'0,"3"-3"-13672"0"0,1 0 0 0 0,-1 1 0 0 0,1-1 0 0 0,0 1 1 0 0,0 1-1 0 0,0-1 0 0 0,0 1 0 0 0,1 0 1 0 0,-1 1-1 0 0,13-2 0 0 0,6 0-412 0 0,40 3 1 0 0,-10-1 603 0 0,72 1-713 0 0,-64 0-212 0 0,158 8-1007 0 0,-90-7-3054 0 0,-99 0 2435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34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0 384 6447 0 0,'0'0'13562'0'0,"2"0"-12846"0"0,2-2-211 0 0,0 1 1 0 0,-1 0 0 0 0,1 0 0 0 0,0 0 0 0 0,6 0 0 0 0,9-2 1245 0 0,-13 1-1461 0 0,0 2 1 0 0,0-1-1 0 0,0 1 0 0 0,6 0 0 0 0,-3 0-157 0 0,14 0 176 0 0,0-2 1 0 0,37-6-1 0 0,-43 5-253 0 0,-1 2-1 0 0,29 0 1 0 0,10 0 17 0 0,34-1-73 0 0,-64 3 0 0 0,0-1 0 0 0,-1-1 0 0 0,36-7 0 0 0,-4-2 0 0 0,82-3 0 0 0,-66 8 0 0 0,46 3 0 0 0,-50 3 0 0 0,109-10 0 0 0,39-1 0 0 0,38 6 0 0 0,-99 1 0 0 0,154-8 38 0 0,-96 3-1 0 0,22-6 54 0 0,-16 2-45 0 0,270-18 147 0 0,-214 14-101 0 0,15-2 39 0 0,134-11 8 0 0,-149 12-74 0 0,17 1-27 0 0,-97 7 0 0 0,834-46 278 0 0,-809 44-297 0 0,164-12 26 0 0,55 8 13 0 0,-325 14-40 0 0,335-4 186 0 0,-113 9-56 0 0,-279-2-27 0 0,-8 1 417 0 0,69-6-1 0 0,-108 2-477 0 0,2-1-283 0 0,5 2-4625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43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451 9 9703 0 0,'-15'-4'944'0'0,"1"3"-840"0"0,1-1-104 0 0,0 1 0 0 0,0 1 0 0 0,-2 3-64 0 0,0 0-40 0 0,1 0-8 0 0,-1-3-4088 0 0</inkml:trace>
  <inkml:trace contextRef="#ctx0" brushRef="#br0" timeOffset="1">47 44 5983 0 0,'0'0'1824'0'0,"-10"-3"1008"0"0,1 1-1392 0 0,0-1-1304 0 0,0 3-440 0 0,-1 0-2896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44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0 5527 0 0,'0'0'11824'0'0,"-9"8"-8086"0"0,4-5-3467 0 0,2 0 1 0 0,-1 0 0 0 0,0 1-1 0 0,0-1 1 0 0,1 1 0 0 0,-3 4-1 0 0,-19 21-671 0 0,5-4-2016 0 0</inkml:trace>
  <inkml:trace contextRef="#ctx0" brushRef="#br0" timeOffset="1">132 279 13359 0 0,'-5'3'345'0'0,"1"0"-1"0"0,-1 0 1 0 0,1 1 0 0 0,-1-1-1 0 0,1 1 1 0 0,0 0-1 0 0,1 0 1 0 0,-1 1-1 0 0,1-1 1 0 0,-5 8-1 0 0,-9 11 2301 0 0,6-11-2214 0 0,-23 29 1829 0 0,13-10-6734 0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44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489 0 17823 0 0,'-2'2'819'0'0,"-21"23"298"0"0,10-8-260 0 0,-20 31 1 0 0,16-18-8506 0 0,11-17 1677 0 0</inkml:trace>
  <inkml:trace contextRef="#ctx0" brushRef="#br0" timeOffset="1">340 378 14367 0 0,'-2'3'662'0'0,"-7"20"147"0"0,1-1 150 0 0,-22 42-1 0 0,14-37 769 0 0,-3 6 18 0 0,-1-1 0 0 0,-32 37-1 0 0,-5-9-4128 0 0,44-42-1382 0 0,5-7 1607 0 0</inkml:trace>
  <inkml:trace contextRef="#ctx0" brushRef="#br0" timeOffset="2">14 866 2303 0 0,'0'21'200'0'0,"-4"-8"-200"0"0,0 0 0 0 0,-1-3 720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40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0 7367 0 0,'0'0'667'0'0,"-14"11"7161"0"0,13-9-7237 0 0,0 0 1 0 0,0 0 0 0 0,0 0-1 0 0,0 0 1 0 0,0 0-1 0 0,1 1 1 0 0,-1 1-1 0 0,-4 31-34 0 0,5-35-549 0 0,0 8 3 0 0,-3 34-2724 0 0,3-34 1031 0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40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1 11255 0 0,'0'1'515'0'0,"-12"19"41"0"0,2-6 144 0 0,2 1 0 0 0,-12 27 0 0 0,7-11 76 0 0,7-18-642 0 0,1 1 1 0 0,0 0-1 0 0,-4 24 0 0 0,8-36-230 0 0,-1 9-4300 0 0</inkml:trace>
  <inkml:trace contextRef="#ctx0" brushRef="#br0" timeOffset="1">54 550 6447 0 0,'0'3'298'0'0,"-10"19"90"0"0,-1 6 2008 0 0,8-19 3833 0 0,-7 18-2130 0 0,-4 22-3579 0 0,10-26-2898 0 0,3-13 954 0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41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0 9671 0 0,'-1'2'748'0'0,"-11"17"913"0"0,1-1 1180 0 0,-10 22 1 0 0,18-33-3116 0 0,0-1 0 0 0,1 2 0 0 0,-4 12 0 0 0,5-10-1122 0 0,-2-2-68 0 0</inkml:trace>
  <inkml:trace contextRef="#ctx0" brushRef="#br0" timeOffset="1">101 315 9559 0 0,'-1'1'432'0'0,"-17"34"1014"0"0,-5 22 5995 0 0,15-38-5641 0 0,-14 25 237 0 0,20-37-1980 0 0,1-3-58 0 0,0 0 0 0 0,-1 0 0 0 0,0 0 0 0 0,0 0 0 0 0,0 0 0 0 0,0 0 0 0 0,-4 4 0 0 0,5-6 523 0 0,-7 8-9022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41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0 5527 0 0,'0'0'423'0'0,"-1"1"-278"0"0,-17 27 10290 0 0,12-16-8720 0 0,4-8-1453 0 0,1 1 0 0 0,-1 0 0 0 0,1 0 1 0 0,-1 9-1 0 0,-1 6-6212 0 0,2-13 95 0 0</inkml:trace>
  <inkml:trace contextRef="#ctx0" brushRef="#br0" timeOffset="1">102 363 12319 0 0,'-1'3'564'0'0,"-11"21"438"0"0,2 1 0 0 0,1 0 0 0 0,-7 33 0 0 0,15-39-2211 0 0,1 1 249 0 0,0-19 1383 0 0,-13 19 197 0 0,-22 23 6486 0 0,34-41-6893 0 0,-2 2-362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42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10 7831 0 0,'0'0'706'0'0,"-8"-2"-564"0"0,2 0 173 0 0,4 1 771 0 0,-1 0-1 0 0,1 0 1 0 0,-1 0-1 0 0,1 1 1 0 0,-1-1-1 0 0,-3 1 1 0 0,-31 0 2588 0 0,18 1-2411 0 0,-4 0 459 0 0,-37 7-1 0 0,18-2-1874 0 0,0-3-3824 0 0,29-3-1328 0 0,-2 0-1410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43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1497 12 14599 0 0,'-21'1'640'0'0,"7"-1"144"0"0,-3 0-624 0 0,-1-1-160 0 0,2 1 0 0 0,0 0 0 0 0,-2-3 64 0 0,0 3-64 0 0,1 1 96 0 0,-1-1-96 0 0,1-1 0 0 0,1-3 0 0 0,0 1 0 0 0,1 1-4400 0 0,1 4-816 0 0</inkml:trace>
  <inkml:trace contextRef="#ctx0" brushRef="#br0" timeOffset="1">798 57 2759 0 0,'-16'7'272'0'0,"3"-9"-272"0"0,-1-1 0 0 0,-6-2 0 0 0,4 3 0 0 0,3 2 2320 0 0,-2 2 432 0 0,-2-2 96 0 0,0 0 8 0 0,3-2-2440 0 0,-2 2-496 0 0,-1-3-96 0 0,1 5-16 0 0,-2 3-1120 0 0,2-2-224 0 0</inkml:trace>
  <inkml:trace contextRef="#ctx0" brushRef="#br0" timeOffset="2">210 60 10623 0 0,'0'0'472'0'0,"-13"4"96"0"0,-3-1-456 0 0,-1-1-112 0 0,0-2 0 0 0,-1 1 0 0 0,2 1 912 0 0,-1-2 160 0 0,1 0 32 0 0,-2 0 8 0 0,1 0-752 0 0,0 0-144 0 0,3-2-32 0 0,1-1-6864 0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45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11 6911 0 0,'-7'-11'19288'0'0,"7"13"-18389"0"0,-2 29 559 0 0,3 51-1 0 0,0-23-1095 0 0,14 264 230 0 0,-10-298 44 0 0,-1-18-2154 0 0,-2-32-9392 0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46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14279 0 0,'0'0'12520'0'0,"2"0"-11964"0"0,71 8 1251 0 0,63 9-1057 0 0,-103-11-748 0 0,-1 1 1 0 0,36 13-1 0 0,-51-14-2 0 0,0 2 0 0 0,17 9 0 0 0,-30-15 0 0 0,0 0 0 0 0,0 0 0 0 0,0 1 0 0 0,-1-1 0 0 0,1 1 0 0 0,-1 0 0 0 0,0 0 0 0 0,0 0 0 0 0,0 1 0 0 0,0-1 0 0 0,-1 1 0 0 0,1-1 0 0 0,-1 1 0 0 0,3 7 0 0 0,-5-10-4 0 0,1 0 0 0 0,-1 0 0 0 0,0 0-1 0 0,1 1 1 0 0,-1-1 0 0 0,0 0 0 0 0,0 0 0 0 0,0 1 0 0 0,0-1-1 0 0,0 0 1 0 0,0 0 0 0 0,-1 1 0 0 0,1-1 0 0 0,0 0 0 0 0,-1 0-1 0 0,1 0 1 0 0,-1 0 0 0 0,1 1 0 0 0,-1-1 0 0 0,1 0 0 0 0,-1 0-1 0 0,0 0 1 0 0,1 0 0 0 0,-1 0 0 0 0,-2 1 0 0 0,0 3-21 0 0,-4 3 20 0 0,0 1 1 0 0,0-1-1 0 0,-1-1 1 0 0,0 1-1 0 0,-1-1 1 0 0,-11 8-1 0 0,-60 31-344 0 0,73-42 278 0 0,-79 35-1939 0 0,41-21-6844 0 0,26-9 879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46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282 20 17479 0 0,'0'0'1580'0'0,"-8"-2"-1264"0"0,2 1-245 0 0,-5-3 1057 0 0,0 1 0 0 0,-1 0 0 0 0,0 1 1 0 0,1 0-1 0 0,-15 0 0 0 0,13 2-740 0 0,1 0 0 0 0,-1 0 0 0 0,0 2 0 0 0,1-1 0 0 0,-1 2 0 0 0,1 0 0 0 0,-17 6 0 0 0,11-4-181 0 0,15-5-181 0 0,0 1 0 0 0,0-1-1 0 0,0 1 1 0 0,0 0-1 0 0,0 0 1 0 0,0 0 0 0 0,1 1-1 0 0,-1-1 1 0 0,0 1-1 0 0,0-1 1 0 0,1 1 0 0 0,-1 0-1 0 0,1 0 1 0 0,0 0 0 0 0,0 0-1 0 0,-3 3 1 0 0,5-4-23 0 0,0 0 0 0 0,-1 0-1 0 0,1 0 1 0 0,0 0 0 0 0,0 0 0 0 0,-1 0 0 0 0,1 0 0 0 0,0 0 0 0 0,0 0 0 0 0,0-1 0 0 0,0 1 0 0 0,0 0-1 0 0,0 0 1 0 0,0 0 0 0 0,1 0 0 0 0,-1 0 0 0 0,0 0 0 0 0,1 0 0 0 0,0 2 0 0 0,6 11-8 0 0,-4-10 5 0 0,0-1 0 0 0,1 0 0 0 0,0 0 0 0 0,-1 0 0 0 0,1 0 0 0 0,0 0 0 0 0,0-1 0 0 0,0 0 0 0 0,7 3 0 0 0,43 13 0 0 0,-27-10 0 0 0,10 4 0 0 0,-9-4 0 0 0,-1 1 0 0 0,43 22 0 0 0,-63-28 0 0 0,-4-1 0 0 0,-1-1 0 0 0,1 0 0 0 0,-1 1 0 0 0,0-1 0 0 0,1 1 0 0 0,-1 0 0 0 0,0 0 0 0 0,0 0 0 0 0,3 3 0 0 0,-3-4 0 0 0,2 3 0 0 0,0 10 0 0 0,-4-11 0 0 0,0-1 0 0 0,0 0 0 0 0,-1 0 0 0 0,1 0 0 0 0,-1 0 0 0 0,1 1 0 0 0,-1-1 0 0 0,0 0 0 0 0,1 0 0 0 0,-1 0 0 0 0,0 0 0 0 0,-1 0 0 0 0,1-1 0 0 0,0 1 0 0 0,0 0 0 0 0,-1 0 0 0 0,1-1 0 0 0,-1 1 0 0 0,1-1 0 0 0,-1 1 0 0 0,0-1 0 0 0,0 0 0 0 0,0 0 0 0 0,-2 2 0 0 0,-4 2 0 0 0,-1-1 0 0 0,0 1 0 0 0,1-2 0 0 0,-13 5 0 0 0,-17 5 0 0 0,22-7 0 0 0,0-1 0 0 0,-18 4 0 0 0,17-6-165 0 0,1-1 0 0 0,-28 0 0 0 0,-7-7-4289 0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47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2 17423 0 0,'0'0'795'0'0,"-14"-2"298"0"0,-2 4 55 0 0,1 0 0 0 0,0 1 0 0 0,0 0 0 0 0,0 1 0 0 0,-27 12 0 0 0,14-4-201 0 0,1 2 0 0 0,0 1 0 0 0,-27 20 0 0 0,51-33-879 0 0,0 0 0 0 0,0 0 0 0 0,0 1 0 0 0,0-1 0 0 0,0 1 1 0 0,1 0-1 0 0,-5 6 0 0 0,0-1 63 0 0,7-7-131 0 0,0-1-1 0 0,0 0 1 0 0,0 1-1 0 0,0-1 1 0 0,0 1-1 0 0,0-1 1 0 0,0 0-1 0 0,0 1 1 0 0,0-1-1 0 0,1 0 1 0 0,-1 1 0 0 0,0-1-1 0 0,0 1 1 0 0,0-1-1 0 0,0 0 1 0 0,1 1-1 0 0,-1-1 1 0 0,0 0-1 0 0,0 1 1 0 0,1-1-1 0 0,-1 0 1 0 0,0 1-1 0 0,0-1 1 0 0,1 0 0 0 0,-1 0-1 0 0,0 1 1 0 0,1-1-1 0 0,8 7-115 0 0,-3-5 38 0 0,0 0 0 0 0,0 0 0 0 0,-1 0-1 0 0,1-1 1 0 0,0 0 0 0 0,0-1 0 0 0,0 1 0 0 0,12-1 0 0 0,-5-1-114 0 0,0-1 0 0 0,-1 1 0 0 0,16-6 0 0 0,-19 5 66 0 0,-1-1 0 0 0,0 0 0 0 0,0 0 0 0 0,0-1 0 0 0,-1 0 0 0 0,1-1 0 0 0,-1 0 0 0 0,0 0 0 0 0,0 0 0 0 0,-1-1 0 0 0,0 0 0 0 0,0 0 0 0 0,0-1 0 0 0,-1 1 0 0 0,9-14 0 0 0,-9 9-13 0 0,-6 8 156 0 0,0 2-15 0 0,1 0 931 0 0,-4 7-770 0 0,2-2-156 0 0,1-1 0 0 0,0 0 0 0 0,0 1-1 0 0,0-1 1 0 0,1 1 0 0 0,-1-1 0 0 0,1 1 0 0 0,0-1 0 0 0,0 1-1 0 0,0 0 1 0 0,0-1 0 0 0,1 1 0 0 0,-1-1 0 0 0,1 1 0 0 0,0-1 0 0 0,0 0-1 0 0,0 1 1 0 0,0-1 0 0 0,1 0 0 0 0,-1 0 0 0 0,4 6 0 0 0,0-2-102 0 0,-1-1 0 0 0,1 1 0 0 0,0-1 0 0 0,0 0 1 0 0,1 0-1 0 0,-1-1 0 0 0,1 0 0 0 0,12 8 0 0 0,-13-10-482 0 0,1 0-1 0 0,-1-1 1 0 0,11 3-1 0 0,1 1-1629 0 0,-6-2-419 0 0,-1-3-4864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47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1 20215 0 0,'0'0'2276'0'0,"-15"8"1695"0"0,11 1-3714 0 0,0 1 1 0 0,1-1-1 0 0,1 1 1 0 0,0 0-1 0 0,0 0 1 0 0,1 0-1 0 0,0 0 1 0 0,0 13-1 0 0,2 4 697 0 0,9 52 0 0 0,-7-58-1321 0 0,2-1 0 0 0,0 0 0 0 0,2 0 0 0 0,0 0 0 0 0,12 22-1 0 0,-17-39-436 0 0,3 8-321 0 0</inkml:trace>
  <inkml:trace contextRef="#ctx0" brushRef="#br0" timeOffset="1">40 203 21103 0 0,'0'0'968'0'0,"-2"1"-23"0"0,-1 0-715 0 0,1 0-205 0 0,0 0 0 0 0,1-1-1 0 0,-1 1 1 0 0,0-1 0 0 0,0 0-1 0 0,0 0 1 0 0,0 1 0 0 0,0-1-1 0 0,0 0 1 0 0,-2-1 0 0 0,-8 2 2756 0 0,17-1 535 0 0,21 1-1836 0 0,5-5-1369 0 0,1 0 0 0 0,31-10 0 0 0,41-6 84 0 0,-49 12-380 0 0,-14 3-1988 0 0,49-2 0 0 0,-69 7-7688 0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51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 12263 0 0,'0'0'1112'0'0,"-1"1"-917"0"0,-25 32 474 0 0,20-27-332 0 0,1 1 1 0 0,0 0-1 0 0,0-1 1 0 0,0 2-1 0 0,-4 8 0 0 0,5-7-448 0 0,1-1 0 0 0,0 1 0 0 0,1 0 0 0 0,0 0-1 0 0,0 1 1 0 0,1-1 0 0 0,0 11 0 0 0,1-12-1104 0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52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0 8927 0 0,'0'0'968'0'0,"-5"8"-968"0"0,-1 1 0 0 0,1 0 0 0 0,0 1 176 0 0,0 1 16 0 0,-1-1 8 0 0,1 0 0 0 0,0-2-72 0 0,0 0-24 0 0,0 0 0 0 0,2 0-3024 0 0,0 2-608 0 0</inkml:trace>
  <inkml:trace contextRef="#ctx0" brushRef="#br0" timeOffset="1">87 391 11375 0 0,'-6'7'1031'0'0,"-12"15"469"0"0,-26 38 0 0 0,34-42-1583 0 0,2-3-1622 0 0,8-14 678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52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1 6911 0 0,'-2'5'257'0'0,"0"0"-1"0"0,-1 0 1 0 0,1-1-1 0 0,-5 6 1 0 0,-6 13 4111 0 0,-5 4-1303 0 0,3-7-1773 0 0,4-1-1187 0 0,-16 37 0 0 0,22-50-2443 0 0</inkml:trace>
  <inkml:trace contextRef="#ctx0" brushRef="#br0" timeOffset="0.49">13 273 12751 0 0,'0'0'1158'0'0,"-8"4"2146"0"0,6-3-3144 0 0,0-1 143 0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53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2 12319 0 0,'0'0'1119'0'0,"-2"0"-923"0"0,-29 1 1715 0 0,13-1 100 0 0,-22-2 0 0 0,22 3-1882 0 0,-3-1-1262 0 0,7-1-1957 0 0,5 1-2656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53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908 29 7831 0 0,'-51'-4'2742'0'0,"-73"-16"-1"0"0,113 18-2834 0 0,-1 1-1 0 0,1 0 1 0 0,-1 1 0 0 0,1 0-1 0 0,-1 0 1 0 0,1 1-1 0 0,0 1 1 0 0,-15 4 0 0 0,-24 2-1304 0 0,26-7 343 0 0,11-1-2562 0 0</inkml:trace>
  <inkml:trace contextRef="#ctx0" brushRef="#br0" timeOffset="1">189 29 10135 0 0,'-23'0'896'0'0,"8"0"-712"0"0,-1 0-184 0 0,0-1 0 0 0,1-1 1216 0 0,1 0 200 0 0,-3 2 48 0 0,3-1 8 0 0,-1-1-1568 0 0,1 2-320 0 0,-1 0-56 0 0,0-3-5896 0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53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921 5 1839 0 0,'-2'0'134'0'0,"-1"0"763"0"0,-1 0 0 0 0,0 0 0 0 0,1 1 0 0 0,-1-1 1 0 0,-5 2-1 0 0,-21 2 4102 0 0,9-2-4574 0 0,-37 7 0 0 0,55-8-423 0 0,0 0 0 0 0,0-1 1 0 0,0 1-1 0 0,0-1 1 0 0,0 1-1 0 0,-1-1 1 0 0,1 0-1 0 0,-6-1 0 0 0,0 0-71 0 0,-3 1-65 0 0</inkml:trace>
  <inkml:trace contextRef="#ctx0" brushRef="#br0" timeOffset="1">427 17 11055 0 0,'0'0'488'0'0,"-13"-3"104"0"0,3-1-472 0 0,-1 1-120 0 0,-2 0-4176 0 0,0 1 3712 0 0,2 1 344 0 0</inkml:trace>
  <inkml:trace contextRef="#ctx0" brushRef="#br0" timeOffset="2">205 33 4607 0 0,'0'0'354'0'0,"-3"0"-233"0"0,-19 0 2265 0 0,-43 1 5630 0 0,10 7-7025 0 0,36-7-1003 0 0,17-1-234 0 0,-1 0-1 0 0,0 0 0 0 0,0 0 0 0 0,0 1 0 0 0,1-1 1 0 0,-1 1-1 0 0,0-1 0 0 0,1 1 0 0 0,-5 1 0 0 0,-3 2-4845 0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54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1 3679 0 0,'-7'5'327'0'0,"0"0"-294"0"0,5-4 306 0 0,1 0 0 0 0,0 0 0 0 0,-1 0 0 0 0,1 0 0 0 0,0 0 0 0 0,0 0 0 0 0,-1 0-1 0 0,1 1 1 0 0,0-1 0 0 0,0 0 0 0 0,1 1 0 0 0,-1-1 0 0 0,-1 3 0 0 0,0 1 3776 0 0,-15 30 2224 0 0,-3 22-3762 0 0,12-34-2723 0 0,2-5-2235 0 0,-2 0-3372 0 0,1-5-95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54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1 8351 0 0,'0'0'368'0'0,"-3"13"80"0"0,-4 0-360 0 0,2-2-88 0 0,1 1 0 0 0,-1 0 0 0 0,0 0 360 0 0,-2-1 56 0 0,1 1 16 0 0,3 1 0 0 0,-2-1-200 0 0,0 3-40 0 0,0 0 0 0 0,2-1-8 0 0,-2 1-312 0 0,0-1-64 0 0,3 1-16 0 0,-1-5-4280 0 0</inkml:trace>
  <inkml:trace contextRef="#ctx0" brushRef="#br0" timeOffset="1">125 737 13879 0 0,'-13'21'497'0'0,"1"0"0"0"0,1 0-1 0 0,-10 30 1 0 0,10-24 486 0 0,-35 93 2265 0 0,40-99-5336 0 0,1-10 806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1:55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404 1 6447 0 0,'-62'128'5934'0'0,"-12"27"1692"0"0,67-137-7919 0 0,1-4-1097 0 0,1 0 0 0 0,0 0 1 0 0,-4 26-1 0 0,7-23-4022 0 0</inkml:trace>
  <inkml:trace contextRef="#ctx0" brushRef="#br0" timeOffset="1">140 868 5527 0 0,'-2'7'-186'0'0,"-32"105"2853"0"0,8 1 8956 0 0,12-15-8022 0 0,6-34-2713 0 0,-18 67-1 0 0,14-80-685 0 0,-5 17-1669 0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11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0 6911 0 0,'0'0'528'0'0,"0"2"-341"0"0,-13 39 905 0 0,4-14 200 0 0,-8 43 0 0 0,4 52-893 0 0,12-70-3761 0 0,1-30-218 0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12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 1 8287 0 0,'-1'1'639'0'0,"-27"41"1366"0"0,-9 36 3123 0 0,5 0-5190 0 0,30-75-1280 0 0,-2 4-3970 0 0</inkml:trace>
  <inkml:trace contextRef="#ctx0" brushRef="#br0" timeOffset="1">81 550 3223 0 0,'-5'7'288'0'0,"0"1"-288"0"0,-1 0 0 0 0,1 3 0 0 0,0 1 1576 0 0,0-1 264 0 0,-1-1 48 0 0,3 3 16 0 0,-2 0-1120 0 0,-2 0-224 0 0,1 0-48 0 0,1 1 0 0 0,2 2-416 0 0,-2-1-96 0 0,0 0 0 0 0,0-1-5264 0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12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409 0 7367 0 0,'-27'43'196'0'0,"-9"23"8185"0"0,18-32-3271 0 0,9-15-5113 0 0,1-1 1 0 0,1 1 0 0 0,-5 23-1 0 0,6-20-1366 0 0,3-7-129 0 0,1 3-64 0 0</inkml:trace>
  <inkml:trace contextRef="#ctx0" brushRef="#br0" timeOffset="1">133 605 15807 0 0,'-1'2'727'0'0,"-58"86"3392"0"0,27-37-958 0 0,31-50-3123 0 0,-8 12 163 0 0,1 1 0 0 0,-11 22 0 0 0,18-35-373 0 0,-2 6-2466 0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13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9 3679 0 0,'0'0'8283'0'0,"-14"-7"-4646"0"0,10 7-3053 0 0,0-1-1 0 0,0 1 1 0 0,0-1-1 0 0,0 1 1 0 0,0 0-1 0 0,0 0 1 0 0,0 1-1 0 0,0-1 1 0 0,0 1-1 0 0,0 0 1 0 0,0 0-1 0 0,-4 2 1 0 0,-21 4 1066 0 0,-9 1-1158 0 0,29-6-2344 0 0,-1 1-1 0 0,-12 0 1 0 0,11-2-5495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13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1266 31 5983 0 0,'-11'-2'536'0'0,"-4"4"-432"0"0,-1 0-104 0 0,-3-2 0 0 0,-7-2 1384 0 0,0 0 256 0 0,0-1 56 0 0,-2 2 0 0 0,-1-1-1080 0 0,-2-1-216 0 0,-1-2-48 0 0,0 2 0 0 0,-1 1-1184 0 0,2-3-240 0 0</inkml:trace>
  <inkml:trace contextRef="#ctx0" brushRef="#br0" timeOffset="1">119 12 12439 0 0,'-20'0'544'0'0,"10"0"128"0"0,-3-2-544 0 0,-8-1-128 0 0,2 0 0 0 0,1 1-3656 0 0,0 0-760 0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14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2021 0 8287 0 0,'-16'3'736'0'0,"-2"-1"-584"0"0,0-2-152 0 0,-1 2 0 0 0,-2 1 1960 0 0,0-2 368 0 0,-2-1 72 0 0,-1 0 8 0 0,-6 0-2208 0 0,1 0-440 0 0,-2 0-88 0 0,2 0-24 0 0,2-1-520 0 0,-1 1-112 0 0,-1 0-16 0 0</inkml:trace>
  <inkml:trace contextRef="#ctx0" brushRef="#br0" timeOffset="1">886 34 7831 0 0,'-19'2'696'0'0,"-4"-4"-560"0"0,-1 0-136 0 0</inkml:trace>
  <inkml:trace contextRef="#ctx0" brushRef="#br0" timeOffset="2">260 122 11455 0 0,'-31'2'450'0'0,"1"1"-1"0"0,-1 1 0 0 0,1 2 1 0 0,-1 2-1 0 0,-53 20 0 0 0,83-28-425 0 0,-2 1-189 0 0,1 0-1 0 0,0 0 1 0 0,0-1 0 0 0,-1 1 0 0 0,1 0-1 0 0,-5-1 1 0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14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422 1 1839 0 0,'0'0'160'0'0,"-13"1"-160"0"0,0 1 0 0 0,-11-2 13032 0 0,11-2-11568 0 0,1 1-72 0 0</inkml:trace>
  <inkml:trace contextRef="#ctx0" brushRef="#br0" timeOffset="1">166 125 8751 0 0,'0'0'674'0'0,"-2"2"-438"0"0,-7 7 1443 0 0,1 0 1 0 0,0 1-1 0 0,1 0 1 0 0,-9 15-1 0 0,-2 1 325 0 0,8-9-1105 0 0,1 0 0 0 0,1 1 0 0 0,0 0-1 0 0,-5 19 1 0 0,4-12-729 0 0,-7 28-52 0 0,-2 7-3026 0 0,11-45 1475 0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15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437 0 3223 0 0,'0'0'136'0'0,"-7"12"40"0"0,-1-4-176 0 0,0 1 0 0 0,0 1 0 0 0,1 0 4352 0 0,1 4-1920 0 0</inkml:trace>
  <inkml:trace contextRef="#ctx0" brushRef="#br0" timeOffset="1">231 397 1839 0 0,'-48'50'1915'0'0,"12"-14"7454"0"0,31-31-8453 0 0,-72 84 6921 0 0,67-77-7842 0 0,2 1-1 0 0,0 0 1 0 0,0 0 0 0 0,1 1 0 0 0,-8 22 0 0 0,11-25-1118 0 0,0-3-56 0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16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74 12895 0 0,'0'0'8256'0'0,"1"2"-7966"0"0,0 4-12 0 0,1 1 1 0 0,-1 0 0 0 0,0-1 0 0 0,-1 1-1 0 0,0 0 1 0 0,0 0 0 0 0,0-1 0 0 0,-1 1 0 0 0,-1 8-1 0 0,-3 7 460 0 0,-10 30-1 0 0,14-51-65 0 0,1 0-650 0 0,0-1-1 0 0,0 1 1 0 0,-1-1-1 0 0,1 0 1 0 0,0 1 0 0 0,0-1-1 0 0,-1 0 1 0 0,1 1-1 0 0,0-1 1 0 0,-1 0-1 0 0,1 1 1 0 0,0-1 0 0 0,-1 0-1 0 0,1 0 1 0 0,0 0-1 0 0,-1 1 1 0 0,1-1-1 0 0,0 0 1 0 0,-1 0 0 0 0,1 0-1 0 0,-1 0 1 0 0,1 0-1 0 0,-1 1 1 0 0,1-1-1 0 0,0 0 1 0 0,-1 0 0 0 0,1 0-1 0 0,-1 0 1 0 0,1 0-1 0 0,-1-1 1 0 0,1 1-1 0 0,0 0 1 0 0,-1 0 0 0 0,1 0-1 0 0,-1 0 1 0 0,1 0-1 0 0,0 0 1 0 0,-1-1-1 0 0,1 1 1 0 0,0 0 0 0 0,-1-1-1 0 0,-16-8 273 0 0,15 7-287 0 0,0-1-1 0 0,0 0 1 0 0,0 0 0 0 0,0 0-1 0 0,1 0 1 0 0,-1-1 0 0 0,1 1-1 0 0,0 0 1 0 0,0-1 0 0 0,0 1-1 0 0,0-1 1 0 0,1 1 0 0 0,-1-1-1 0 0,1 1 1 0 0,0-1 0 0 0,0 1-1 0 0,0-1 1 0 0,1 1 0 0 0,-1-1-1 0 0,2-5 1 0 0,2-3 13 0 0,0-1 0 0 0,1 1 0 0 0,0 0 0 0 0,8-12 0 0 0,-10 18-29 0 0,0 1 0 0 0,1 0 0 0 0,0 1 0 0 0,0-1 0 0 0,1 1 0 0 0,-1-1 0 0 0,1 1 0 0 0,0 1 0 0 0,0-1 0 0 0,0 1 0 0 0,1-1 0 0 0,7-2 0 0 0,-8 3-1 0 0,0 1 1 0 0,1 0-1 0 0,-1 0 0 0 0,1 1 1 0 0,0-1-1 0 0,0 1 1 0 0,-1 0-1 0 0,1 1 0 0 0,0-1 1 0 0,0 1-1 0 0,0 1 0 0 0,0-1 1 0 0,6 2-1 0 0,-12-2 10 0 0,10 2-17 0 0,0 1 1 0 0,0 0 0 0 0,10 5 0 0 0,-16-6 16 0 0,-1 0 1 0 0,1 0-1 0 0,-1 1 1 0 0,1-1-1 0 0,-1 1 1 0 0,0 0-1 0 0,0 0 1 0 0,-1 0-1 0 0,1 0 1 0 0,4 7-1 0 0,-5-6-1 0 0,0 0 0 0 0,0 0 0 0 0,0 0 0 0 0,0 1 0 0 0,-1-1 0 0 0,1 1 0 0 0,-1-1 0 0 0,-1 1 1 0 0,1 0-1 0 0,0-1 0 0 0,-1 1 0 0 0,0 0 0 0 0,0-1 0 0 0,-1 1 0 0 0,1 0 0 0 0,-1 0 0 0 0,-2 6 0 0 0,2-6 21 0 0,-1 1 0 0 0,-1 0 0 0 0,1-1 0 0 0,-1 0 0 0 0,0 1 0 0 0,0-1 1 0 0,0 0-1 0 0,-1-1 0 0 0,0 1 0 0 0,0 0 0 0 0,0-1 0 0 0,0 0 0 0 0,-8 5 0 0 0,3-2 43 0 0,1-1 1 0 0,-2 0-1 0 0,1-1 1 0 0,-1 0-1 0 0,0-1 0 0 0,0 0 1 0 0,0 0-1 0 0,0-1 0 0 0,-1 0 1 0 0,1-1-1 0 0,-1 0 1 0 0,0-1-1 0 0,0 0 0 0 0,-12-1 1 0 0,13 0-52 0 0,1-1 0 0 0,-1 0 0 0 0,1-1 1 0 0,0 1-1 0 0,0-2 0 0 0,-12-4 0 0 0,18 6-12 0 0,-1-1 0 0 0,1 0 0 0 0,-1 0-1 0 0,1 0 1 0 0,0 0 0 0 0,0 0 0 0 0,0-1 0 0 0,0 1-1 0 0,1-1 1 0 0,-1 0 0 0 0,0 0 0 0 0,1 0-1 0 0,0 0 1 0 0,0-1 0 0 0,0 1 0 0 0,0-1 0 0 0,1 1-1 0 0,-2-5 1 0 0,2 4-4 0 0,0 0 1 0 0,0 0-1 0 0,1-1 0 0 0,-1 1 1 0 0,1 0-1 0 0,0-1 0 0 0,0 1 0 0 0,1 0 1 0 0,-1-1-1 0 0,1 1 0 0 0,0 0 1 0 0,0 0-1 0 0,0 0 0 0 0,1 0 0 0 0,0 0 1 0 0,-1 0-1 0 0,2 0 0 0 0,-1 0 1 0 0,0 0-1 0 0,1 1 0 0 0,2-4 0 0 0,1 0-19 0 0,0 1 0 0 0,0 0-1 0 0,0 0 1 0 0,1 0 0 0 0,0 0 0 0 0,0 1-1 0 0,1 1 1 0 0,-1-1 0 0 0,12-4-1 0 0,-13 7 18 0 0,-1 0 0 0 0,1 0 0 0 0,0 1-1 0 0,-1 0 1 0 0,1 0 0 0 0,0 1 0 0 0,0-1-1 0 0,0 1 1 0 0,-1 0 0 0 0,1 1-1 0 0,0-1 1 0 0,0 1 0 0 0,-1 1 0 0 0,1-1-1 0 0,0 1 1 0 0,-1 0 0 0 0,6 2 0 0 0,-7-2 8 0 0,-1 0 1 0 0,1 0 0 0 0,0 1 0 0 0,-1-1 0 0 0,0 1-1 0 0,0-1 1 0 0,0 1 0 0 0,0 0 0 0 0,0 1 0 0 0,0-1-1 0 0,-1 0 1 0 0,1 1 0 0 0,-1-1 0 0 0,0 1 0 0 0,0 0-1 0 0,-1-1 1 0 0,1 1 0 0 0,-1 0 0 0 0,0 0 0 0 0,1 0 0 0 0,-2 1-1 0 0,1-1 1 0 0,-1 0 0 0 0,1 6 0 0 0,-1-1 43 0 0,-1-1 0 0 0,0 0-1 0 0,0 1 1 0 0,0-1 0 0 0,-1 0 0 0 0,-1 0 0 0 0,1 0 0 0 0,-1 0 0 0 0,-1 0 0 0 0,1-1 0 0 0,-8 11 0 0 0,9-14-6 0 0,-1 0 1 0 0,0 0 0 0 0,-1 0-1 0 0,1-1 1 0 0,-1 1 0 0 0,1-1-1 0 0,-1 0 1 0 0,0 0 0 0 0,0 0-1 0 0,-1-1 1 0 0,1 0 0 0 0,0 1 0 0 0,-1-1-1 0 0,1-1 1 0 0,-1 1 0 0 0,0-1-1 0 0,0 0 1 0 0,1 0 0 0 0,-1 0-1 0 0,-10 0 1 0 0,8-1-58 0 0,0 0 1 0 0,1-1-1 0 0,-1 0 0 0 0,0 0 1 0 0,1-1-1 0 0,-1 1 0 0 0,1-1 0 0 0,-1-1 1 0 0,1 1-1 0 0,0-1 0 0 0,-10-6 1 0 0,10 5-2209 0 0,0-1 1 0 0,1 1-1 0 0,-9-10 1 0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16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0 8751 0 0,'0'0'399'0'0,"-1"0"-4"0"0,0 1-382 0 0,1-1 1 0 0,-1 0 0 0 0,0 1 0 0 0,0-1-1 0 0,1 0 1 0 0,-1 1 0 0 0,0-1-1 0 0,0 1 1 0 0,1-1 0 0 0,-1 1-1 0 0,1-1 1 0 0,-1 1 0 0 0,0 0 0 0 0,1-1-1 0 0,-1 1 1 0 0,1 0 0 0 0,-1-1-1 0 0,1 1 1 0 0,0 0 0 0 0,-1 0 0 0 0,1-1-1 0 0,0 1 1 0 0,-1 0 0 0 0,1 0-1 0 0,0 0 1 0 0,0-1 0 0 0,0 3-1 0 0,-1-2 249 0 0,-10 39 8959 0 0,3 1-4510 0 0,-5 84-1411 0 0,12-67-3018 0 0,2-1 1 0 0,3 0-1 0 0,2 1 0 0 0,16 64 1 0 0,-22-121-598 0 0,-5-20-9405 0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17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21567 0 0,'0'0'1957'0'0,"1"-1"-1615"0"0,5-3-245 0 0,-1 1 1 0 0,1 0-1 0 0,0 0 1 0 0,0 0-1 0 0,0 0 1 0 0,0 1-1 0 0,1 0 1 0 0,-1 1-1 0 0,1-1 1 0 0,-1 1-1 0 0,1 0 1 0 0,11 1-1 0 0,9 0 672 0 0,49 8 0 0 0,-50-5-761 0 0,150 32 248 0 0,-166-33-256 0 0,0 1 0 0 0,0 0 0 0 0,0 1 0 0 0,-1 0 0 0 0,16 10 0 0 0,-21-12 0 0 0,-1 0 0 0 0,1 1 0 0 0,-1 0 0 0 0,0 0 0 0 0,0 0 0 0 0,0 0 0 0 0,0 0 0 0 0,0 0 0 0 0,-1 1 0 0 0,0-1 0 0 0,1 1 0 0 0,-1 0 0 0 0,-1 0 0 0 0,1 0 0 0 0,0 0 0 0 0,1 6 0 0 0,-3-6 24 0 0,0-1 1 0 0,0 1-1 0 0,0-1 0 0 0,0 1 0 0 0,-1-1 0 0 0,0 0 1 0 0,1 1-1 0 0,-1-1 0 0 0,0 1 0 0 0,-1-1 1 0 0,1 0-1 0 0,0 0 0 0 0,-1 0 0 0 0,0 0 1 0 0,0 0-1 0 0,0 0 0 0 0,0 0 0 0 0,0-1 0 0 0,-3 4 1 0 0,-7 6 180 0 0,0-1 1 0 0,-22 16-1 0 0,32-25-194 0 0,-18 12 99 0 0,-1-1-1 0 0,0 0 0 0 0,-1-1 1 0 0,0-2-1 0 0,-45 16 1 0 0,43-20-1208 0 0,1 0 0 0 0,0-2-1 0 0,-36 3 1 0 0,47-7-677 0 0,1-2-58 0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17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0 8287 0 0,'1'2'16245'0'0,"-1"0"-16015"0"0,1 0-1 0 0,-1 0 1 0 0,0 0-1 0 0,0 0 1 0 0,0-1-1 0 0,0 1 1 0 0,-1 0-1 0 0,1 0 1 0 0,0 0-1 0 0,-1 0 1 0 0,1 0-1 0 0,-1-1 1 0 0,0 1-1 0 0,0 0 1 0 0,1 0-1 0 0,-1-1 1 0 0,0 1-1 0 0,0 0 1 0 0,-1-1-1 0 0,1 1 1 0 0,-2 1-1 0 0,-5 6 256 0 0,-1-1 0 0 0,-13 10 0 0 0,10-8-167 0 0,-106 78 773 0 0,86-66-1097 0 0,20-11 82 0 0,10-10 124 0 0,11 13-163 0 0,-8-12-36 0 0,0-1 1 0 0,-1 1-1 0 0,1 0 0 0 0,0-1 0 0 0,0 0 1 0 0,0 1-1 0 0,0-1 0 0 0,0 1 0 0 0,0-1 1 0 0,0 0-1 0 0,3 2 0 0 0,5 2-108 0 0,-1-1-1 0 0,0 0 1 0 0,1 0-1 0 0,0-1 1 0 0,0 0-1 0 0,16 3 1 0 0,57 3-1405 0 0,-3-1 372 0 0,-72-7 248 0 0,1 0 1 0 0,-1 0-1 0 0,1-1 0 0 0,-1 0 0 0 0,0 0 1 0 0,1-1-1 0 0,-1 0 0 0 0,0 0 1 0 0,11-4-1 0 0,2-3-1571 0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18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18799 0 0,'0'0'6825'0'0,"-2"2"-5810"0"0,1 1-724 0 0,-1 0-1 0 0,0 0 1 0 0,0 0-1 0 0,1 1 1 0 0,0-1 0 0 0,0 1-1 0 0,0-1 1 0 0,0 1-1 0 0,-1 5 1 0 0,-1 39 606 0 0,2-26-531 0 0,-4 36-174 0 0,3 1 0 0 0,9 99 0 0 0,-3-114 296 0 0,-3-24-5018 0 0,-1-12 411 0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18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13 2759 0 0,'-6'-8'24503'0'0,"11"7"-21834"0"0,-2 1-3722 0 0,12-2 1355 0 0,1 1 0 0 0,-1 1-1 0 0,1 0 1 0 0,-1 1 0 0 0,0 1 0 0 0,19 4 0 0 0,-13-2-212 0 0,30 0 0 0 0,-32-3-68 0 0,39 8 0 0 0,-25-2-12 0 0,-6-1 15 0 0,40 14 0 0 0,-60-17-25 0 0,1 0 1 0 0,0 1-1 0 0,-1 0 0 0 0,0 0 1 0 0,1 1-1 0 0,-2 0 1 0 0,1 0-1 0 0,-1 1 1 0 0,9 8-1 0 0,-14-12 0 0 0,1-1 0 0 0,-1 1 1 0 0,0 0-1 0 0,1 0 0 0 0,-1 0 0 0 0,0 1 0 0 0,0-1 1 0 0,0 0-1 0 0,-1 0 0 0 0,1 0 0 0 0,0 1 0 0 0,-1-1 0 0 0,1 0 1 0 0,-1 1-1 0 0,0-1 0 0 0,0 4 0 0 0,-1-2-1 0 0,1-1 1 0 0,-1 1-1 0 0,0-1 0 0 0,0 1 0 0 0,0-1 0 0 0,-1 1 1 0 0,1-1-1 0 0,-1 0 0 0 0,-3 6 0 0 0,-3 1 11 0 0,0-1 0 0 0,-1 0-1 0 0,1 0 1 0 0,-2 0 0 0 0,-11 7-1 0 0,6-5 1 0 0,0-1 0 0 0,-1-1 0 0 0,0 0 0 0 0,-1-2 0 0 0,-24 9 0 0 0,-90 19-1680 0 0,53-16-3369 0 0,67-16 2101 0 0</inkml:trace>
  <inkml:trace contextRef="#ctx0" brushRef="#br0" timeOffset="1">621 436 10135 0 0,'-1'-1'7730'0'0,"-8"-9"-3881"0"0,7 8-3454 0 0,-1 0 0 0 0,0 1 1 0 0,0-1-1 0 0,0 1 0 0 0,0-1 1 0 0,-1 1-1 0 0,1 0 0 0 0,0 0 1 0 0,0 0-1 0 0,-1 1 0 0 0,1-1 0 0 0,-1 1 1 0 0,1 0-1 0 0,0 0 0 0 0,-6 0 1 0 0,-7 2 71 0 0,0 1 1 0 0,-16 4-1 0 0,13-2-150 0 0,9-3-274 0 0,4-1-24 0 0,1 0 1 0 0,0 0-1 0 0,0 1 1 0 0,0-1-1 0 0,0 1 1 0 0,0 1 0 0 0,0-1-1 0 0,0 1 1 0 0,1 0-1 0 0,-1 0 1 0 0,1 0-1 0 0,-6 6 1 0 0,9-9-20 0 0,0 1 0 0 0,0-1 0 0 0,1 1 0 0 0,-1 0 0 0 0,0-1 0 0 0,0 1 0 0 0,1 0 0 0 0,-1 0 0 0 0,1 0 0 0 0,-1-1 0 0 0,0 1 0 0 0,1 0 0 0 0,0 0 0 0 0,-1 0 0 0 0,1 0 0 0 0,-1 0 0 0 0,1 0 0 0 0,0 0 0 0 0,0 0 0 0 0,0 0 0 0 0,0 0 0 0 0,0 0 0 0 0,0 2 0 0 0,0 0 0 0 0,1 6 0 0 0,0-6 0 0 0,1 0 0 0 0,0 1 0 0 0,0-1 0 0 0,0 0 0 0 0,0 0 0 0 0,1-1 0 0 0,-1 1 0 0 0,1 0 0 0 0,3 2 0 0 0,30 19 0 0 0,-6-4 0 0 0,-1-1-41 0 0,12 9-70 0 0,-38-26 105 0 0,-1 1 1 0 0,1-1-1 0 0,-1 1 0 0 0,1 0 0 0 0,-1 0 0 0 0,0 0 0 0 0,0 0 1 0 0,0 0-1 0 0,0 0 0 0 0,2 6 0 0 0,-4-8 5 0 0,1 1 0 0 0,-1-1 0 0 0,0 0 0 0 0,1 1 0 0 0,-1-1 0 0 0,0 1 0 0 0,0-1 0 0 0,0 1 0 0 0,0-1 1 0 0,0 1-1 0 0,0-1 0 0 0,-1 0 0 0 0,1 1 0 0 0,0-1 0 0 0,-1 1 0 0 0,1-1 0 0 0,-1 0 0 0 0,1 1 0 0 0,-1-1 0 0 0,-1 2 0 0 0,0-1-3 0 0,0 0-1 0 0,0 0 1 0 0,0 0-1 0 0,0 0 1 0 0,0 0 0 0 0,-1 0-1 0 0,1-1 1 0 0,-1 1-1 0 0,-4 1 1 0 0,-4 1-9 0 0,0 0 0 0 0,0-1 1 0 0,0-1-1 0 0,-13 2 0 0 0,7-2-486 0 0,-1-1 0 0 0,0-1-1 0 0,1 0 1 0 0,-1-1 0 0 0,0-1 0 0 0,-21-5-1 0 0,38 7 371 0 0,1 0 0 0 0,-1 0-1 0 0,1 0 1 0 0,-1 0-1 0 0,1 0 1 0 0,-1 0-1 0 0,1 0 1 0 0,-1 0-1 0 0,1 0 1 0 0,-1-1-1 0 0,1 1 1 0 0,-1 0 0 0 0,1 0-1 0 0,-1-1 1 0 0,1 1-1 0 0,-1 0 1 0 0,1-1-1 0 0,-1 1 1 0 0,1 0-1 0 0,0-1 1 0 0,-1 1 0 0 0,1-1-1 0 0,0 1 1 0 0,-1 0-1 0 0,1-1 1 0 0,0 1-1 0 0,0-1 1 0 0,-1 1-1 0 0,1-1 1 0 0,0 1 0 0 0,0-1-1 0 0,0 1 1 0 0,0-1-1 0 0,-1 1 1 0 0,1-1-1 0 0,0 0 1 0 0,0 1-1 0 0,0-1 1 0 0,0 1-1 0 0,0-1 1 0 0,1 1 0 0 0,-1-1-1 0 0,0 1 1 0 0,0-1-1 0 0,0 1 1 0 0,0-1-1 0 0,1 1 1 0 0,-1-1-1 0 0,0 1 1 0 0,0-1 0 0 0,1 1-1 0 0,-1-1 1 0 0,0 1-1 0 0,1-1 1 0 0,-1 1-1 0 0,1-1 1 0 0,3-3-750 0 0,0 0-1 0 0,0 0 1 0 0,0 1 0 0 0,5-4-1 0 0,-9 7 885 0 0,26-17-2660 0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18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0 11975 0 0,'-1'1'3290'0'0,"-39"20"3683"0"0,1 3-3441 0 0,-76 54-304 0 0,114-78-3223 0 0,0 0 0 0 0,0 1-1 0 0,1-1 1 0 0,-1 1 0 0 0,0-1 0 0 0,1 1 0 0 0,-1-1 0 0 0,0 1 0 0 0,1-1 0 0 0,-1 1 0 0 0,1 0 0 0 0,-1-1 0 0 0,1 1-1 0 0,0 0 1 0 0,-1-1 0 0 0,1 1 0 0 0,-1 0 0 0 0,1-1 0 0 0,0 1 0 0 0,0 0 0 0 0,-1 0 0 0 0,1 0 0 0 0,0-1-1 0 0,0 1 1 0 0,0 0 0 0 0,0 0 0 0 0,0 0 0 0 0,0-1 0 0 0,0 1 0 0 0,0 0 0 0 0,0 0 0 0 0,1 0 0 0 0,-1 0 0 0 0,1 0-20 0 0,0 0 0 0 0,0 0-1 0 0,0 0 1 0 0,0 0 0 0 0,0 0 0 0 0,0 0 0 0 0,0 0 0 0 0,1 0 0 0 0,-1-1 0 0 0,0 1 0 0 0,0 0 0 0 0,1-1 0 0 0,-1 1 0 0 0,0-1 0 0 0,1 1 0 0 0,-1-1 0 0 0,1 0 0 0 0,1 0 0 0 0,5 1-71 0 0,0-1 1 0 0,0 0-1 0 0,0-1 0 0 0,0 0 0 0 0,0-1 1 0 0,0 1-1 0 0,-1-1 0 0 0,1-1 0 0 0,0 1 0 0 0,-1-1 1 0 0,0-1-1 0 0,0 1 0 0 0,0-1 0 0 0,0-1 1 0 0,0 1-1 0 0,-1-1 0 0 0,0 0 0 0 0,0-1 1 0 0,0 1-1 0 0,-1-1 0 0 0,0 0 0 0 0,0-1 1 0 0,0 1-1 0 0,5-10 0 0 0,-9 13 87 0 0,3-11 22 0 0,-4 13 96 0 0,-5 8 154 0 0,3-2-218 0 0,0-1 0 0 0,1 1 1 0 0,-1 0-1 0 0,1 0 0 0 0,0 0 0 0 0,0-1 1 0 0,1 1-1 0 0,-1 0 0 0 0,1 0 0 0 0,0 0 0 0 0,1 0 1 0 0,-1 0-1 0 0,1 0 0 0 0,0 0 0 0 0,0 0 0 0 0,0 0 1 0 0,1-1-1 0 0,0 1 0 0 0,0 0 0 0 0,0-1 0 0 0,3 5 1 0 0,-1-4-102 0 0,-1 0 1 0 0,1 0-1 0 0,0-1 1 0 0,0 0-1 0 0,0 0 1 0 0,1 0-1 0 0,-1 0 1 0 0,1-1-1 0 0,0 1 1 0 0,0-1-1 0 0,0-1 1 0 0,1 1-1 0 0,-1-1 1 0 0,1 0-1 0 0,-1 0 1 0 0,1 0 0 0 0,9 1-1 0 0,-5-1-768 0 0,-1-1 0 0 0,1-1-1 0 0,-1 1 1 0 0,11-2 0 0 0,-17 1 275 0 0,1-1 1 0 0,-1 0-1 0 0,1 1 1 0 0,-1-1 0 0 0,1-1-1 0 0,-1 1 1 0 0,0-1-1 0 0,0 1 1 0 0,1-1 0 0 0,-1 0-1 0 0,0 0 1 0 0,0 0-1 0 0,4-5 1 0 0,0-1-1409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2:19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1 18631 0 0,'0'0'1684'0'0,"-7"4"-398"0"0,4-2-986 0 0,2 0 1 0 0,-1 0 0 0 0,0 0 0 0 0,0 0-1 0 0,1 0 1 0 0,-1 0 0 0 0,1 0 0 0 0,-1 0 0 0 0,1 1-1 0 0,0-1 1 0 0,0 1 0 0 0,0-1 0 0 0,0 1-1 0 0,1-1 1 0 0,-1 1 0 0 0,1-1 0 0 0,-1 6 0 0 0,0 5 205 0 0,1 0 1 0 0,1 18 0 0 0,0-14-332 0 0,2 12 3 0 0,1-1 1 0 0,8 31-1 0 0,-5-27-168 0 0,21 79-959 0 0,-21-96 262 0 0,0-1-1315 0 0,-5-5-4444 0 0</inkml:trace>
  <inkml:trace contextRef="#ctx0" brushRef="#br0" timeOffset="1">1 203 21535 0 0,'0'0'2392'0'0,"1"1"-1877"0"0,15 2 467 0 0,0 1-1 0 0,0-2 1 0 0,30 1 0 0 0,52-6 323 0 0,-18 0-1028 0 0,49 4 520 0 0,-65 0-2256 0 0,-1 0-6657 0 0,-41-1-986 0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1:59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1387 3716 9815 0 0,'-2'-1'448'0'0,"-2"-4"-174"0"0,-13-17 68 0 0,13 17-342 0 0,1 0 1 0 0,0 0-1 0 0,1 0 0 0 0,-1 0 0 0 0,1 0 0 0 0,0-1 0 0 0,0 0 0 0 0,-2-10 1 0 0,1 3-33 0 0,-29-123-276 0 0,-15-56 1734 0 0,11 34 346 0 0,-3-9-136 0 0,-188-519-1212 0 0,30 118-1952 0 0,61 85-951 0 0,95 328 1569 0 0,32 123 722 0 0,-86-288-1085 0 0,75 265 1544 0 0,-3 0-1 0 0,-2 2 1 0 0,-51-83-1 0 0,58 110-43 0 0,-1 1-1 0 0,-40-42 0 0 0,51 60-233 0 0,-1 0 0 0 0,1 1 0 0 0,-2-1 0 0 0,1 2 0 0 0,-1 0 0 0 0,1 0 0 0 0,-2 0-1 0 0,1 2 1 0 0,-19-6 0 0 0,24 8-8 0 0,3 0 4 0 0,0 1 0 0 0,0 0 0 0 0,0 0-1 0 0,0-1 1 0 0,0 1 0 0 0,0 1-1 0 0,1-1 1 0 0,-1 0 0 0 0,0 0 0 0 0,0 1-1 0 0,0-1 1 0 0,0 1 0 0 0,0-1 0 0 0,-2 2-1 0 0,3-1 6 0 0,-1-1 0 0 0,1 1 0 0 0,0 0 0 0 0,0 0-1 0 0,0-1 1 0 0,-1 1 0 0 0,1 0 0 0 0,0 0 0 0 0,0 0-1 0 0,0 0 1 0 0,0 0 0 0 0,1 1 0 0 0,-1-1 0 0 0,0 0-1 0 0,0 0 1 0 0,1 1 0 0 0,-2 1 0 0 0,1 1-9 0 0,-1 0-1 0 0,1 0 1 0 0,0 1 0 0 0,-1 7-1 0 0,1-6-103 0 0,1 1 0 0 0,1 0 0 0 0,0 0-1 0 0,0-1 1 0 0,0 1 0 0 0,0 0 0 0 0,1-1-1 0 0,4 11 1 0 0,-5-15-168 0 0,15 24-1179 0 0,-14-23 1216 0 0,-1-1-263 0 0,0 1 413 0 0,1-1-1 0 0,-1 0 0 0 0,0 1 1 0 0,-1-1-1 0 0,1 1 1 0 0,0-1-1 0 0,-1 1 1 0 0,1-1-1 0 0,-1 1 0 0 0,0-1 1 0 0,0 5-1 0 0,-1-1 156 0 0,1-1-1 0 0,-2 0 0 0 0,1 1 0 0 0,-5 9 0 0 0,-22 51 1063 0 0,17-46-874 0 0,2 1 1 0 0,1 0-1 0 0,1 0 1 0 0,0 1-1 0 0,-3 24 0 0 0,8-35-202 0 0,-3 31 106 0 0,0 60-1 0 0,12-159 454 0 0,-5 12-311 0 0,22-199 497 0 0,-19 218-960 0 0,1-1 0 0 0,2 1-1 0 0,0 0 1 0 0,2 0 0 0 0,0 1 0 0 0,28-46 0 0 0,52-53-1229 0 0,-3 5 1408 0 0,-85 117 239 0 0,6-13-357 0 0,-6 7 2982 0 0,-4 8-2789 0 0,0 0-1 0 0,0 0 0 0 0,0 0 0 0 0,1 1 0 0 0,-1-1 1 0 0,0 0-1 0 0,0 1 0 0 0,0-1 0 0 0,1 1 1 0 0,-1 0-1 0 0,-3 1 0 0 0,0 1-69 0 0,-1 0-1 0 0,0 1 1 0 0,1 0-1 0 0,0 0 1 0 0,0 1-1 0 0,0-1 1 0 0,0 1-1 0 0,1 0 1 0 0,-1 0 0 0 0,1 1-1 0 0,1-1 1 0 0,-1 1-1 0 0,1 0 1 0 0,0 0-1 0 0,0 0 1 0 0,1 0 0 0 0,0 0-1 0 0,-2 7 1 0 0,3-7-4 0 0,0 0 0 0 0,0 0 0 0 0,0 0 1 0 0,1 1-1 0 0,0-1 0 0 0,0 0 1 0 0,1 0-1 0 0,-1 0 0 0 0,1 0 0 0 0,1 0 1 0 0,-1 0-1 0 0,1-1 0 0 0,0 1 0 0 0,0 0 1 0 0,1-1-1 0 0,0 1 0 0 0,0-1 0 0 0,0 0 1 0 0,0 0-1 0 0,5 5 0 0 0,8 6-31 0 0,1-1 0 0 0,1 0-1 0 0,20 12 1 0 0,-32-23 20 0 0,18 10-117 0 0,0 0 1 0 0,0-2 0 0 0,51 18-1 0 0,-49-22-102 0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10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1 20215 0 0,'-2'0'72'0'0,"0"0"0"0"0,0-1-1 0 0,0 1 1 0 0,-1 0 0 0 0,1 0 0 0 0,0 0-1 0 0,0 1 1 0 0,0-1 0 0 0,0 0 0 0 0,0 1-1 0 0,0 0 1 0 0,-1-1 0 0 0,1 1 0 0 0,1 0-1 0 0,-1 0 1 0 0,0 0 0 0 0,0 0 0 0 0,0 0-1 0 0,0 0 1 0 0,1 1 0 0 0,-1-1-1 0 0,0 1 1 0 0,1-1 0 0 0,0 1 0 0 0,-1 0-1 0 0,1-1 1 0 0,0 1 0 0 0,0 0 0 0 0,0 0-1 0 0,-2 3 1 0 0,-24 51 351 0 0,15-31-91 0 0,-14 34 0 0 0,14-23 55 0 0,-17 50 396 0 0,-20 93 0 0 0,49-176-772 0 0,-3 14 71 0 0,3-15-46 0 0,5-10-21 0 0,32-81-130 0 0,-12 26-123 0 0,47-84-1 0 0,-55 120 152 0 0,22-29 0 0 0,-31 46 80 0 0,-1 1-1 0 0,2 1 1 0 0,-1-1-1 0 0,1 1 1 0 0,0 1-1 0 0,14-9 0 0 0,-21 15 5 0 0,0-1 0 0 0,0 1 0 0 0,0 0-1 0 0,0 0 1 0 0,0 0 0 0 0,0 1-1 0 0,0-1 1 0 0,0 0 0 0 0,1 1-1 0 0,-1 0 1 0 0,0-1 0 0 0,0 1 0 0 0,1 0-1 0 0,-1 0 1 0 0,0 0 0 0 0,0 0-1 0 0,1 1 1 0 0,-1-1 0 0 0,0 1-1 0 0,3 0 1 0 0,-2 1 16 0 0,-1-1 0 0 0,1 1 0 0 0,0 0 0 0 0,-1 0 0 0 0,1 0 0 0 0,-1 0 0 0 0,0 0 0 0 0,0 1 1 0 0,0-1-1 0 0,0 1 0 0 0,0 0 0 0 0,0-1 0 0 0,2 6 0 0 0,10 24 435 0 0,12 34 0 0 0,-17-39-243 0 0,2 0 0 0 0,21 39-1 0 0,-20-48-694 0 0,0-1 0 0 0,1 0 0 0 0,1 0 0 0 0,30 27 0 0 0,-32-34-1545 0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10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8287 0 0,'0'0'639'0'0,"-1"2"-118"0"0,-1 4 717 0 0,0 0 0 0 0,0 1-1 0 0,1-1 1 0 0,0 1-1 0 0,0 0 1 0 0,0 10 0 0 0,4 45 956 0 0,-1-42-1230 0 0,6 223 2373 0 0,-6-167-2990 0 0,-3 60-61 0 0,-9 388-3 0 0,13-423-235 0 0,4 104-43 0 0,-1-111-20 0 0,34 681 454 0 0,7 248 1257 0 0,-34-782-1496 0 0,76 681 880 0 0,-50-702-834 0 0,12 92 76 0 0,-36-184-173 0 0,-6 1 1 0 0,-15 237-1 0 0,-13-189 72 0 0,4-37 27 0 0,1 143-1 0 0,19-205-217 0 0,31 151-1 0 0,-35-225-28 0 0,1 4-166 0 0,0 1 1 0 0,1 0-1 0 0,0 0 1 0 0,1-1-1 0 0,0 0 0 0 0,0 1 1 0 0,1-2-1 0 0,0 1 1 0 0,0 0-1 0 0,12 12 0 0 0,-16-19-91 0 0,1 1-1 0 0,0-1 0 0 0,0 0 0 0 0,0 1 0 0 0,0-1 0 0 0,0 0 0 0 0,0 0 1 0 0,0 0-1 0 0,3 0 0 0 0,0 1-577 0 0,8 3-1241 0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11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13359 0 0,'0'0'6603'0'0,"3"1"-6328"0"0,66 1-828 0 0,12 0 558 0 0,469 32 1664 0 0,88-27-1344 0 0,-87-2-249 0 0,906 8 479 0 0,-901-6-306 0 0,-177-1 10 0 0,279-9 350 0 0,-3 1 86 0 0,-277 4-566 0 0,326 5 63 0 0,26 14 184 0 0,-532-15-128 0 0,130 6 336 0 0,-164-4-224 0 0,66 4 173 0 0,-114-1-490 0 0,-114-11-384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12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0 25199 0 0,'0'0'2648'0'0,"3"1"-2800"0"0,98 36-452 0 0,128 66 0 0 0,-220-99 604 0 0,-4-1 0 0 0,-1 0 0 0 0,1 0 0 0 0,0 1 0 0 0,-1-1 0 0 0,6 7 0 0 0,2 1 0 0 0,-4 1 0 0 0,-2 2 0 0 0,-6-11 25 0 0,1 0 0 0 0,-1 0 0 0 0,0 0-1 0 0,0 1 1 0 0,0-1 0 0 0,-1 0 0 0 0,1 0 0 0 0,-1 0 0 0 0,0 0-1 0 0,1 0 1 0 0,-1 0 0 0 0,-1 0 0 0 0,1 0 0 0 0,0 0-1 0 0,-1 0 1 0 0,1-1 0 0 0,-1 1 0 0 0,0 0 0 0 0,0-1 0 0 0,0 0-1 0 0,0 1 1 0 0,-3 1 0 0 0,-6 5 179 0 0,0 0 1 0 0,-1 0-1 0 0,-20 10 0 0 0,15-9-113 0 0,-26 15 140 0 0,-1-2-1 0 0,-54 20 1 0 0,1-8-1084 0 0,0-3-4389 0 0,60-20 1569 0 0,-2 0-4466 0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12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20847 0 0,'0'0'1892'0'0,"0"3"-1557"0"0,9 112 1324 0 0,10 104 2001 0 0,-10-147-2938 0 0,19 71 1 0 0,-4-39-578 0 0,-24-102-248 0 0,-12-26-5585 0 0,7 5-427 0 0,0-4-1699 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13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32 106 12895 0 0,'-2'-2'595'0'0,"-4"-3"-121"0"0,4 3-414 0 0,0 1 0 0 0,-1-1 0 0 0,2 0 0 0 0,-1 0 1 0 0,0 0-1 0 0,0-1 0 0 0,1 1 0 0 0,-1 0 0 0 0,1-1 1 0 0,-1 1-1 0 0,-1-7 2027 0 0,6 0 4315 0 0,4-3-3241 0 0,-2 8-2887 0 0,1-1-1 0 0,-1 1 1 0 0,1 1-1 0 0,0-1 0 0 0,1 1 1 0 0,-1 0-1 0 0,0 0 1 0 0,1 1-1 0 0,0-1 0 0 0,-1 1 1 0 0,9 0-1 0 0,3-1-128 0 0,-1 0-1 0 0,1 2 1 0 0,22 1-1 0 0,-7 2-91 0 0,-1 1-1 0 0,1 2 1 0 0,-1 1-1 0 0,0 1 1 0 0,-1 2-1 0 0,43 17 1 0 0,-64-21-44 0 0,1 1-1 0 0,-1-1 1 0 0,0 1-1 0 0,-1 1 1 0 0,0 0-1 0 0,13 12 1 0 0,-18-15-3 0 0,1 1 1 0 0,-1 0-1 0 0,0 0 1 0 0,0 1-1 0 0,-1-1 1 0 0,1 1-1 0 0,-1-1 1 0 0,0 1-1 0 0,-1 0 1 0 0,0 0-1 0 0,0 1 1 0 0,3 11-1 0 0,-5-12 37 0 0,0 0 1 0 0,0 0-1 0 0,-1 0 0 0 0,1-1 0 0 0,-1 1 1 0 0,-1 0-1 0 0,1 0 0 0 0,-5 10 0 0 0,3-8 35 0 0,-1 0-1 0 0,0-1 0 0 0,0 1 1 0 0,-1-1-1 0 0,-8 10 0 0 0,7-10-39 0 0,-1-1 1 0 0,0 0-1 0 0,0 0 0 0 0,0-1 0 0 0,-12 6 0 0 0,-40 18 107 0 0,22-14-432 0 0,-1-2 0 0 0,-51 11 1 0 0,82-22-194 0 0,0 0 1 0 0,0 1-1 0 0,0-1 1 0 0,1 2-1 0 0,-10 4 0 0 0,4 0-1609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15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10 274 15199 0 0,'0'0'1172'0'0,"-1"3"-765"0"0,-2 6 364 0 0,1 0 0 0 0,1 0 0 0 0,-1 1 0 0 0,2-1 0 0 0,-1 1-1 0 0,2 17 1 0 0,12 61 4958 0 0,-9-65-5548 0 0,3 5 519 0 0,1 0 0 0 0,2 0-1 0 0,20 43 1 0 0,-14-34-312 0 0,-14-32-325 0 0,1 0-1 0 0,-1-1 1 0 0,1 1 0 0 0,0-1-1 0 0,0 0 1 0 0,0 0 0 0 0,0 0-1 0 0,1 0 1 0 0,6 4 0 0 0,-9-6 94 0 0,2-2-85 0 0,0 0-58 0 0,1 0 0 0 0,-1 0 1 0 0,0-1-1 0 0,1 1 0 0 0,-1-1 0 0 0,0 0 0 0 0,0 0 0 0 0,0 0 1 0 0,0 0-1 0 0,0-1 0 0 0,0 1 0 0 0,0-1 0 0 0,0 0 0 0 0,0 0 1 0 0,-1 0-1 0 0,1 0 0 0 0,-1 0 0 0 0,1 0 0 0 0,1-4 0 0 0,7-7 25 0 0,0-1-1 0 0,13-22 0 0 0,-18 27-23 0 0,7-12-8 0 0,105-175 69 0 0,-67 103-121 0 0,70-139-1258 0 0,-104 196 431 0 0,0 3-36 0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17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5807 13039 0 0,'0'0'2710'0'0,"6"-6"-1698"0"0,-4 3-803 0 0,0-1 1 0 0,0 1 0 0 0,-1 0 0 0 0,1-1 0 0 0,-1 1 0 0 0,1-1 0 0 0,-1 1 0 0 0,1-8 0 0 0,2-32 944 0 0,-3 25-707 0 0,0 6-219 0 0,37-671 4603 0 0,-37 492-4258 0 0,-2-173 199 0 0,4-49-257 0 0,-3 387-510 0 0,37-468 118 0 0,-25 369-99 0 0,81-538 459 0 0,-52 412-377 0 0,-6 41 114 0 0,108-358 0 0 0,-59 289-156 0 0,40-115 61 0 0,-112 361-136 0 0,89-225 176 0 0,-77 206-132 0 0,2 1 0 0 0,59-86-1 0 0,-63 109-58 0 0,2 1-1 0 0,49-45 0 0 0,64-39 37 0 0,-128 104-13 0 0,43-33 3 0 0,2 3 0 0 0,78-40 0 0 0,-97 60 0 0 0,1 1 0 0 0,0 2 0 0 0,1 2 0 0 0,0 1 0 0 0,51-8 0 0 0,-58 15 9 0 0,-1 1 0 0 0,1 1 0 0 0,0 2 1 0 0,0 1-1 0 0,0 1 0 0 0,55 12 0 0 0,26 14 85 0 0,183 74 0 0 0,-218-69-47 0 0,-1 3 0 0 0,-2 4 0 0 0,76 55 0 0 0,-85-46-16 0 0,-3 3 1 0 0,-2 2-1 0 0,65 76 0 0 0,137 198 100 0 0,-254-319-131 0 0,338 493 75 0 0,-266-372 55 0 0,66 151 0 0 0,62 135 311 0 0,-130-267-303 0 0,114 205 84 0 0,-18-37-30 0 0,-110-194-98 0 0,95 141 0 0 0,75 110 82 0 0,-97-151-55 0 0,-75-120-14 0 0,51 118 0 0 0,-85-162-83 0 0,133 269 178 0 0,-82-181-151 0 0,34 56 64 0 0,90 141 138 0 0,-120-165-212 0 0,-18-32 17 0 0,-49-119-51 0 0,0-1 0 0 0,2 0 1 0 0,21 25-1 0 0,-30-42-80 0 0,-6-8-305 0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19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 8751 0 0,'0'0'6035'0'0,"3"-1"-4387"0"0,15-4-664 0 0,0 1-1 0 0,0 0 1 0 0,23-1 0 0 0,61 1 252 0 0,-76 3-993 0 0,72 3 591 0 0,13-1-165 0 0,322 4-221 0 0,-3 4-448 0 0,-209-7 0 0 0,98-4 70 0 0,-14-1 15 0 0,446 8-72 0 0,354 15 70 0 0,-265-9 23 0 0,-352-9-13 0 0,-175-3 65 0 0,592 2 402 0 0,-721-1-544 0 0,200-1 32 0 0,-204-5 93 0 0,-108-1 39 0 0,-29 3-29 0 0,-30 2-53 0 0,0 1 1 0 0,26-8-1 0 0,-23 5-4 0 0,35-13 421 0 0,-24 8-280 0 0,-16 6 22 0 0,-1 1 0 0 0,1 0 0 0 0,20 0-1 0 0,-20 1-158 0 0,70-12 542 0 0,-68 12-573 0 0,-1 0-54 0 0,-3 1-77 0 0,-7 0-272 0 0,-11 13-2863 0 0,7-10 2717 0 0,-1 0 0 0 0,0 0-1 0 0,0-1 1 0 0,0 1 0 0 0,0-1 0 0 0,0 0-1 0 0,-5 3 1 0 0,5-3-1501 0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20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60 13791 0 0,'-12'-15'854'0'0,"6"7"-482"0"0,0 1 0 0 0,0 0 0 0 0,-1 0 0 0 0,-18-9 9860 0 0,24 17-9958 0 0,-4 11 1349 0 0,4 21-2410 0 0,3-13 1135 0 0,1 0-1 0 0,2 0 0 0 0,0 0 1 0 0,9 25-1 0 0,-11-36-261 0 0,52 120 841 0 0,-37-90-868 0 0,2 2-24 0 0,9 22 5 0 0,8 14-39 0 0,-24-51-17 0 0,-9-18 1178 0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21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35 13359 0 0,'-2'-7'257'0'0,"1"4"-126"0"0,1 1 1 0 0,-1 0-1 0 0,0 0 0 0 0,0 0 1 0 0,0 0-1 0 0,-10-12 10975 0 0,14 14-10286 0 0,11-1-537 0 0,0 1-1 0 0,-1 1 1 0 0,22 4 0 0 0,44 11 31 0 0,-55-10-290 0 0,54 12 228 0 0,109 41 0 0 0,-170-53-252 0 0,23 9 0 0 0,-1 2 0 0 0,-1 2 0 0 0,44 27 0 0 0,-76-41 0 0 0,-3-4 0 0 0,-1 1 0 0 0,0-1 0 0 0,0 1 0 0 0,0 0 0 0 0,0 0 0 0 0,0 0 0 0 0,0 0 0 0 0,-1 0 0 0 0,1 0 0 0 0,-1 0 0 0 0,1 1 0 0 0,1 4 0 0 0,-3-6 1 0 0,1 0-1 0 0,-1 0 1 0 0,1 0 0 0 0,-1 1-1 0 0,0-1 1 0 0,0 0 0 0 0,1 0-1 0 0,-1 1 1 0 0,0-1 0 0 0,0 0-1 0 0,0 0 1 0 0,0 1-1 0 0,-1-1 1 0 0,1 0 0 0 0,0 1-1 0 0,-1-1 1 0 0,1 0 0 0 0,0 0-1 0 0,-1 0 1 0 0,1 0 0 0 0,-1 1-1 0 0,0-1 1 0 0,1 0 0 0 0,-1 0-1 0 0,0 0 1 0 0,0 0-1 0 0,0 0 1 0 0,-1 1 0 0 0,-3 2 6 0 0,1 1 0 0 0,-1-1 0 0 0,0-1-1 0 0,-8 6 1 0 0,-18 7 221 0 0,0 0-1 0 0,-2-3 0 0 0,1 0 0 0 0,-53 12 0 0 0,-140 18 366 0 0,165-33-655 0 0,13 0 173 0 0,16-3-2728 0 0,11-4-4557 0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22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9215 0 0,'0'0'5595'0'0,"-1"2"-4756"0"0,-1 14 682 0 0,-2 29 0 0 0,3 11-1021 0 0,1-28-1449 0 0,0 0-4042 0 0,0-13-709 0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23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11399 0 0,'0'2'522'0'0,"-5"50"636"0"0,3 0 0 0 0,2-1 0 0 0,10 81 0 0 0,-2-33-3540 0 0,-8-78 1066 0 0</inkml:trace>
  <inkml:trace contextRef="#ctx0" brushRef="#br0" timeOffset="1">52 828 7831 0 0,'0'44'1261'0'0,"0"80"9335"0"0,3-70-10481 0 0,-3 27-1356 0 0,0-63 478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23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 13591 0 0,'-31'110'2410'0'0,"14"-42"1012"0"0,14-56-3183 0 0,0 0-1 0 0,2 0 1 0 0,0 0 0 0 0,0 0-1 0 0,1 18 1 0 0,5 30-2725 0 0,-3-44 1132 0 0,0 0-230 0 0</inkml:trace>
  <inkml:trace contextRef="#ctx0" brushRef="#br0" timeOffset="1">23 764 4143 0 0,'-3'36'560'0'0,"-6"17"6663"0"0,1-6-2096 0 0,7-34-4198 0 0,0 0 0 0 0,2 17 0 0 0,9 55-947 0 0,-4-51-227 0 0,-6-31-238 0 0,3 15 673 0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24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7367 0 0,'0'1'568'0'0,"-3"20"10"0"0,-2 2 4652 0 0,2-12 573 0 0,4 12-5891 0 0,-1-21-707 0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24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3223 0 0,'0'0'13563'0'0,"1"0"-12396"0"0,33-3-670 0 0,-32 3-491 0 0,-1 0-1 0 0,0 0 1 0 0,0 0 0 0 0,1 0 0 0 0,-1 0 0 0 0,0 0-1 0 0,1 0 1 0 0,-1 1 0 0 0,0-1 0 0 0,0 0 0 0 0,1 1-1 0 0,-1-1 1 0 0,0 1 0 0 0,0-1 0 0 0,2 2 0 0 0,1 1 8 0 0,23 9-770 0 0,41 24-1 0 0,-53-27-625 0 0,2 1-4353 0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25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12439 0 0,'1'2'958'0'0,"1"0"-851"0"0,-1 1 0 0 0,1 0 0 0 0,0-1 1 0 0,0 1-1 0 0,0-1 0 0 0,0 1 1 0 0,0-1-1 0 0,0 0 0 0 0,1 0 0 0 0,-1 0 1 0 0,1 0-1 0 0,-1-1 0 0 0,4 2 0 0 0,3 3 734 0 0,13 11 1190 0 0,-14-10-1877 0 0,1 0-1 0 0,0-1 0 0 0,18 10 0 0 0,-12-7-196 0 0,-4-3-404 0 0,0-1-1 0 0,0 0 0 0 0,15 5 1 0 0,-5-4-5520 0 0</inkml:trace>
  <inkml:trace contextRef="#ctx0" brushRef="#br0" timeOffset="1">705 362 15375 0 0,'0'0'680'0'0,"12"10"304"0"0,6 1-984 0 0,1-1 0 0 0,1-2 0 0 0,-3 0 808 0 0,3 0 128 0 0,1-3 24 0 0,-2 0 8 0 0,1 2-712 0 0,3-1-152 0 0,-1-3-24 0 0,-1 4-8 0 0,-5 1-1408 0 0,1 2-280 0 0</inkml:trace>
  <inkml:trace contextRef="#ctx0" brushRef="#br0" timeOffset="2">1283 722 5527 0 0,'8'9'278'0'0,"1"-1"-1"0"0,1 0 0 0 0,0 0 0 0 0,14 7 0 0 0,7 1 5291 0 0,9-2 1106 0 0,21 2-3781 0 0,18 7-2486 0 0,-16 1-1707 0 0,-43-16 520 0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25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7831 0 0,'0'0'832'0'0,"19"3"2168"0"0,2 0 568 0 0,4-1 112 0 0,1 0 32 0 0,-1-2-2968 0 0,1 0-584 0 0,-3 0-160 0 0,1 1 0 0 0,1 2-1432 0 0,-1 1-328 0 0,0 1-64 0 0</inkml:trace>
  <inkml:trace contextRef="#ctx0" brushRef="#br0" timeOffset="1">644 144 8287 0 0,'3'-1'639'0'0,"27"-2"-640"0"0,61-1 8824 0 0,-53 3-7717 0 0,-4 3-461 0 0,0 0 1 0 0,0 3 0 0 0,0 0-1 0 0,0 3 1 0 0,33 11-1 0 0,-54-16-2918 0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26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13 11055 0 0,'-3'-13'12391'0'0,"4"16"-11038"0"0,7 32-327 0 0,-1 1 0 0 0,2 40 0 0 0,-1 78-57 0 0,-5-66-593 0 0,14 115-518 0 0,-16-201-554 0 0,-10-13-7049 0 0,1-1 6049 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26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0 107 15663 0 0,'0'0'1207'0'0,"1"-3"-788"0"0,0 1-321 0 0,0 0 0 0 0,0 0 0 0 0,0 0 0 0 0,0 0 0 0 0,0 0 0 0 0,0 0 1 0 0,1 0-1 0 0,-1 0 0 0 0,1 1 0 0 0,0-1 0 0 0,-1 1 0 0 0,1-1 0 0 0,0 1 0 0 0,0-1 1 0 0,0 1-1 0 0,0 0 0 0 0,0 0 0 0 0,2-1 0 0 0,9-4 1433 0 0,-1 2-1 0 0,14-4 1 0 0,-19 6-1033 0 0,38-10 1010 0 0,1 2 0 0 0,74-7 0 0 0,95 7-278 0 0,-162 9-1021 0 0,-4 0-200 0 0,0 2 1 0 0,0 3-1 0 0,0 1 1 0 0,0 3-1 0 0,86 25 1 0 0,-125-29-792 0 0,1 0 0 0 0,-1 0-1 0 0,0 1 1 0 0,0 1 0 0 0,17 11 0 0 0,-10-2-8581 0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27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96 14399 0 0,'3'-2'662'0'0,"11"-10"-132"0"0,14-15 0 0 0,-17 16 363 0 0,-11 11-742 0 0,1-1 0 0 0,-1 1 1 0 0,1-1-1 0 0,-1 0 0 0 0,1 1 0 0 0,-1-1 0 0 0,1 1 1 0 0,-1-1-1 0 0,0 0 0 0 0,1 1 0 0 0,-1-1 0 0 0,0 0 1 0 0,1 0-1 0 0,-1 1 0 0 0,0-1 0 0 0,0 0 1 0 0,0 0-1 0 0,0 1 0 0 0,0-1 0 0 0,0 0 0 0 0,0 0 1 0 0,0 1-1 0 0,0-1 0 0 0,0 0 0 0 0,0 0 0 0 0,0 1 1 0 0,-1-1-1 0 0,1 0 0 0 0,0 0 0 0 0,-1 1 1 0 0,1-1-1 0 0,0 0 0 0 0,-1 1 0 0 0,1-1 0 0 0,-1 0 1 0 0,1 1-1 0 0,-1-1 0 0 0,1 1 0 0 0,-1-1 0 0 0,1 1 1 0 0,-1-1-1 0 0,0 1 0 0 0,1-1 0 0 0,-1 1 1 0 0,0 0-1 0 0,0-1 0 0 0,-3-1 73 0 0,1 0 1 0 0,-1 0-1 0 0,0 1 1 0 0,1-1-1 0 0,-1 1 1 0 0,0 0-1 0 0,-6-1 0 0 0,-10 2 94 0 0,1 0 0 0 0,-1 2 0 0 0,1 0 0 0 0,-1 1 0 0 0,1 1 0 0 0,0 1 0 0 0,-29 11 0 0 0,26-5-299 0 0,14-3-19 0 0,3 4 0 0 0,9 1 0 0 0,-2-7 0 0 0,4 4 0 0 0,15 8 0 0 0,-5-9 22 0 0,0 0 0 0 0,0-1-1 0 0,30 10 1 0 0,-25-11-1 0 0,37 19-1 0 0,-56-25-20 0 0,8 5 0 0 0,1 1 0 0 0,-1-1 0 0 0,0 2 0 0 0,12 10 0 0 0,-13-8 0 0 0,-4 3 0 0 0,-5-12 3 0 0,0 1 1 0 0,0-1-1 0 0,0 1 0 0 0,0-1 1 0 0,0 1-1 0 0,0 0 1 0 0,0-1-1 0 0,0 1 0 0 0,-1-1 1 0 0,1 1-1 0 0,-1-1 0 0 0,1 1 1 0 0,-1-1-1 0 0,1 1 0 0 0,-1-1 1 0 0,-1 3-1 0 0,-1-1 4 0 0,1-1 0 0 0,0 0 0 0 0,0 1 0 0 0,-1-1 0 0 0,1 0 0 0 0,-1 0 0 0 0,-5 3 0 0 0,-2 0 30 0 0,-1 0-1 0 0,0 0 0 0 0,-17 3 1 0 0,0 0-94 0 0,0-1 0 0 0,-1-2 0 0 0,-47 3 0 0 0,58-8-1429 0 0,-32-3 0 0 0,48 3 48 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27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20 15607 0 0,'0'0'1850'0'0,"-1"-2"-844"0"0,-2 0-694 0 0,1 0 0 0 0,-1 1 0 0 0,0-1 0 0 0,0 0 0 0 0,1 1-1 0 0,-1-1 1 0 0,0 1 0 0 0,0 0 0 0 0,0 0 0 0 0,-1 0 0 0 0,1 1 0 0 0,0-1-1 0 0,0 1 1 0 0,-5-1 0 0 0,2 2 3 0 0,0-1-1 0 0,1 1 1 0 0,-1 0-1 0 0,0 0 1 0 0,1 1-1 0 0,-1-1 0 0 0,-8 5 1 0 0,0 2 28 0 0,0 0-1 0 0,0 0 1 0 0,1 2-1 0 0,0-1 1 0 0,-12 13-1 0 0,19-17-271 0 0,5-4-53 0 0,-1 0 1 0 0,0 1 0 0 0,1-1 0 0 0,-1 1-1 0 0,1-1 1 0 0,0 1 0 0 0,-1 0-1 0 0,1-1 1 0 0,0 1 0 0 0,0 0-1 0 0,0 0 1 0 0,0 0 0 0 0,0 4-1 0 0,-2-3-6 0 0,-1 16-18 0 0,4-18-7 0 0,0 0 1 0 0,1 0-1 0 0,-1 0 1 0 0,0 0 0 0 0,1 0-1 0 0,-1 0 1 0 0,0 0-1 0 0,1 0 1 0 0,-1-1 0 0 0,1 1-1 0 0,0 0 1 0 0,-1 0-1 0 0,1 0 1 0 0,0 0 0 0 0,-1-1-1 0 0,1 1 1 0 0,0 0-1 0 0,1 0 1 0 0,0 1-20 0 0,-1-1 0 0 0,1 0 0 0 0,-1 0 0 0 0,1 0 0 0 0,0 0 1 0 0,-1 0-1 0 0,1-1 0 0 0,0 1 0 0 0,0 0 0 0 0,2 0 0 0 0,2-1-30 0 0,0 1 1 0 0,1-1-1 0 0,-1-1 1 0 0,0 1-1 0 0,0-1 0 0 0,1 0 1 0 0,-1 0-1 0 0,0-1 0 0 0,0 0 1 0 0,0 0-1 0 0,0 0 0 0 0,-1-1 1 0 0,1 0-1 0 0,-1 0 0 0 0,1-1 1 0 0,4-3-1 0 0,5-6-146 0 0,-1 0 0 0 0,0-2 0 0 0,-1 1 0 0 0,12-19 0 0 0,-24 32 536 0 0,0 4-294 0 0,-1 0 0 0 0,1 1 0 0 0,0-1 0 0 0,0 0 1 0 0,0 0-1 0 0,0 1 0 0 0,0-1 0 0 0,1 0 0 0 0,3 5 0 0 0,1 3-10 0 0,-1 4 24 0 0,2-1 0 0 0,0-1-1 0 0,1 1 1 0 0,0-1 0 0 0,15 18-1 0 0,-16-24-350 0 0,-1 0 0 0 0,1 0 1 0 0,1 0-1 0 0,-1-1 0 0 0,1 0 0 0 0,0 0 0 0 0,0-1 0 0 0,1 0 1 0 0,13 5-1 0 0,-9-6-2482 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28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0 7831 0 0,'-2'0'13335'0'0,"1"1"-13038"0"0,-1-1 0 0 0,1 0 0 0 0,0 1 1 0 0,-1-1-1 0 0,1 1 0 0 0,0-1 0 0 0,0 1 0 0 0,-1 0 1 0 0,1 0-1 0 0,0-1 0 0 0,0 1 0 0 0,0 0 0 0 0,0 0 1 0 0,0 0-1 0 0,0 0 0 0 0,-1 1 0 0 0,0 2-53 0 0,0-1 0 0 0,0 0 1 0 0,1 1-1 0 0,-1-1 0 0 0,-2 7 0 0 0,2 1-115 0 0,-1-1-1 0 0,1 1 1 0 0,0 16 0 0 0,1 4 7 0 0,2 0 0 0 0,1 0 1 0 0,10 51-1 0 0,-7-51-136 0 0,0-9 899 0 0</inkml:trace>
  <inkml:trace contextRef="#ctx0" brushRef="#br0" timeOffset="1">0 123 12439 0 0,'3'-1'7963'0'0,"5"-2"-6731"0"0,1 0 0 0 0,0 0 1 0 0,14-2-1 0 0,60-2 824 0 0,-28 3-1688 0 0,64-4 51 0 0,-96 8-742 0 0,0 1 0 0 0,0 1 1 0 0,26 5-1 0 0,-32-2-936 0 0,-2 0-54 0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30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1 8287 0 0,'0'0'756'0'0,"-1"1"-622"0"0,-3 6-2 0 0,1-2 417 0 0,1 0 0 0 0,-1 0 0 0 0,1 0 0 0 0,-3 12 0 0 0,0 0 198 0 0,0 0-383 0 0,3-10-209 0 0,0 1-1 0 0,0-1 1 0 0,-5 11-1 0 0,4-11-139 0 0,1 0-1 0 0,0 0 1 0 0,0 1-1 0 0,-1 11 1 0 0,-1 4-134 0 0,2-9-632 0 0,0-1-292 0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30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 6447 0 0,'-1'2'298'0'0,"-12"38"2265"0"0,1 0 0 0 0,-10 61 0 0 0,18-64-3843 0 0,2 1 1 0 0,5 65-1 0 0,-2-77 266 0 0,1-10 280 0 0</inkml:trace>
  <inkml:trace contextRef="#ctx0" brushRef="#br0" timeOffset="1">15 667 4607 0 0,'0'11'408'0'0,"-2"4"-328"0"0,-1 3-80 0 0,1 0 0 0 0,1 0 1128 0 0,-1 1 216 0 0,0 0 32 0 0,1 1 16 0 0,1-1-496 0 0,0-1-104 0 0,-2-3-24 0 0,2 1 0 0 0,0-1-544 0 0,0-1-104 0 0,2-1-24 0 0,-2 0-5696 0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31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 8287 0 0,'-27'197'8315'0'0,"23"-166"-8396"0"0,1-1 1 0 0,2 1-1 0 0,4 55 0 0 0,2-59 47 0 0,-5-27-9 0 0,0 1 0 0 0,0-1-1 0 0,0 1 1 0 0,0-1 0 0 0,0 1 0 0 0,0-1 0 0 0,0 1 0 0 0,1-1 0 0 0,-1 1 0 0 0,0-1 0 0 0,0 1 0 0 0,1-1 0 0 0,-1 1 0 0 0,0-1 0 0 0,1 0 0 0 0,-1 1 0 0 0,0-1 0 0 0,1 1 0 0 0,1 0-729 0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31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5063 0 0,'0'0'736'0'0,"3"0"784"0"0,43 0 5161 0 0,1-1-3810 0 0,97-2-2475 0 0,-91 0-1854 0 0,-25-1 552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32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4143 0 0,'3'1'319'0'0,"10"2"478"0"0,0-1 1 0 0,0 0-1 0 0,0-1 0 0 0,1 0 1 0 0,17-2-1 0 0,71-11 4313 0 0,-39 3-4425 0 0,-1 5-3607 0 0,-31 4 2186 0 0,34-5 0 0 0,-47 3 560 0 0</inkml:trace>
  <inkml:trace contextRef="#ctx0" brushRef="#br0" timeOffset="0.39">886 0 10591 0 0,'0'0'1136'0'0,"21"4"-1136"0"0,-2-1 512 0 0,-1 0 72 0 0,-2-1 616 0 0,1-4-1376 0 0,-1 2-8 0 0</inkml:trace>
  <inkml:trace contextRef="#ctx0" brushRef="#br0" timeOffset="1.39">1397 10 6623 0 0,'16'2'288'0'0,"-3"-1"64"0"0,3 3-280 0 0,-1-3-72 0 0,-4-1 0 0 0,0 2 296 0 0,5 1 48 0 0,1 0 8 0 0,-4-4-3648 0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32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8287 0 0,'0'0'736'0'0,"13"2"-584"0"0,0-4-152 0 0,1 2 0 0 0,1 0 1088 0 0,0 0 192 0 0,-2-1 40 0 0,1-1 8 0 0,2 0-912 0 0,-1-1-192 0 0,-2 0-32 0 0,0 0-4168 0 0,0-2-840 0 0</inkml:trace>
  <inkml:trace contextRef="#ctx0" brushRef="#br0" timeOffset="1">521 2 5983 0 0,'2'1'464'0'0,"14"0"622"0"0,1 0 0 0 0,15-2-1 0 0,-17 0 730 0 0,1 1-1 0 0,23 2 0 0 0,-38-1-1223 0 0,11 4-406 0 0,-6-3-4897 0 0,2 0-108 0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32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5527 0 0,'0'0'5076'0'0,"-3"10"520"0"0,2-4-5598 0 0,1 1 0 0 0,1 0 0 0 0,-1 0 0 0 0,1 0 0 0 0,0 0 0 0 0,1-1 0 0 0,2 8 0 0 0,-3-12-110 0 0,0 1 0 0 0,1-1 0 0 0,-1 0 1 0 0,1 1-1 0 0,0-1 0 0 0,-1 0 0 0 0,1 0 0 0 0,0 0 0 0 0,0 0 1 0 0,0-1-1 0 0,1 1 0 0 0,-1 0 0 0 0,0-1 0 0 0,1 0 0 0 0,-1 1 1 0 0,1-1-1 0 0,3 1 0 0 0,5 2-4995 0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33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5983 0 0,'0'0'464'0'0,"0"2"-305"0"0,0 2 545 0 0,0 1 0 0 0,1 0 0 0 0,-1 0 0 0 0,1 0-1 0 0,0 0 1 0 0,0-1 0 0 0,1 1 0 0 0,-1 0 0 0 0,1-1 0 0 0,0 1 0 0 0,0-1 0 0 0,0 0 0 0 0,1 1-1 0 0,0-1 1 0 0,0-1 0 0 0,3 5 0 0 0,0-2-919 0 0,-1-1 0 0 0,0-1 0 0 0,11 8 1 0 0,57 36-2254 0 0,-60-38 1542 0 0</inkml:trace>
  <inkml:trace contextRef="#ctx0" brushRef="#br0" timeOffset="1">651 578 9215 0 0,'13'14'816'0'0,"1"1"-656"0"0,-1 0-160 0 0,3-1 0 0 0,1 2 808 0 0,-1 2 128 0 0,2 0 24 0 0,1-2-4272 0 0,4-3-856 0 0</inkml:trace>
  <inkml:trace contextRef="#ctx0" brushRef="#br0" timeOffset="2">1807 1186 9215 0 0,'17'14'816'0'0,"-2"-4"-656"0"0,3 0-160 0 0,0 1-4064 0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33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11055 0 0,'15'4'984'0'0,"1"-1"-792"0"0,2-2-192 0 0,0 1 0 0 0,0-2 1576 0 0,0 0 280 0 0,-1-2 48 0 0,0 1 16 0 0,-3-2-1920 0 0,4-1-464 0 0,0 1-48 0 0,0 0-16 0 0,-4-2-960 0 0,3 2-192 0 0,-3 0-40 0 0</inkml:trace>
  <inkml:trace contextRef="#ctx0" brushRef="#br0" timeOffset="1">412 1 5527 0 0,'0'0'584'0'0,"15"8"1328"0"0,-1-2 2696 0 0,-1 1-1352 0 0,2-2-2112 0 0,1-2-616 0 0,-1-6-1120 0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34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21023 0 0,'0'0'1899'0'0,"2"2"-1563"0"0,8 8-121 0 0,0 0-1 0 0,1 0 1 0 0,0-1 0 0 0,1 0-1 0 0,0-1 1 0 0,24 12 0 0 0,87 31-3042 0 0,-90-38 1143 0 0,292 84-10981 0 0,-324-97 12647 0 0,97 24-1537 0 0,51 6 6446 0 0,1-15 1592 0 0,-50-17-5211 0 0,-68 1-5720 0 0,0-1-1643 0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35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23671 0 0,'0'0'2555'0'0,"5"7"-2206"0"0,-3-4-331 0 0,0-1 1 0 0,1 1-1 0 0,-1-1 0 0 0,0 0 0 0 0,1 1 1 0 0,-1-1-1 0 0,1-1 0 0 0,0 1 1 0 0,0 0-1 0 0,5 2 0 0 0,33 9 153 0 0,-31-9-159 0 0,-3-3-356 0 0,0 0 0 0 0,1 0-1 0 0,-1 0 1 0 0,0 0 0 0 0,0-1-1 0 0,0-1 1 0 0,0 1 0 0 0,11-3-1 0 0,-5 0-8268 0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35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85 9671 0 0,'0'-3'748'0'0,"-7"-30"-727"0"0,2 3 5118 0 0,1 11 8416 0 0,18 25-12131 0 0,-12-4-1355 0 0,1 0 0 0 0,-1 0-1 0 0,1 0 1 0 0,-1 0 0 0 0,0 1 0 0 0,0-1 0 0 0,0 1 0 0 0,0-1 0 0 0,0 1 0 0 0,0 0 0 0 0,-1 0 0 0 0,0 0 0 0 0,2 4 0 0 0,11 41 303 0 0,-13-46-360 0 0,10 59 238 0 0,6 104 0 0 0,-11-86-234 0 0,-3-51-80 0 0,7 35 0 0 0,-10-61-219 0 0,-22-40-12821 0 0,20 35 11530 0 0,-9-17-5921 0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36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13 15199 0 0,'0'0'1172'0'0,"-2"-1"-765"0"0,-5-1 4757 0 0,54 2 1991 0 0,46 0-5934 0 0,399-10 708 0 0,-344 17-2420 0 0,-130-6-196 0 0,0 0-1 0 0,0 2 1 0 0,0 0 0 0 0,25 8-1 0 0,-17-3-1240 0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36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1 116 24391 0 0,'0'0'3272'0'0,"1"2"-2952"0"0,1 3-154 0 0,1 0 1 0 0,0-1-1 0 0,0 1 1 0 0,0-1-1 0 0,0 0 0 0 0,1 0 1 0 0,0 0-1 0 0,0 0 0 0 0,0-1 1 0 0,0 1-1 0 0,0-1 1 0 0,1 0-1 0 0,-1 0 0 0 0,1-1 1 0 0,0 1-1 0 0,8 2 0 0 0,11 3-58 0 0,0 0 0 0 0,31 5-1 0 0,-47-12-93 0 0,-4 0-10 0 0,68 18 3 0 0,-60-14-7 0 0,-11-4 0 0 0,-1-1 0 0 0,1 0 0 0 0,-1 1 0 0 0,1-1 0 0 0,-1 1 0 0 0,1-1 0 0 0,-1 1 0 0 0,0 0 0 0 0,1-1 0 0 0,-1 1 0 0 0,1-1 0 0 0,-1 1 0 0 0,0 0 0 0 0,0-1 0 0 0,1 2 0 0 0,-1 0 6 0 0,0-1 0 0 0,0 1 0 0 0,0-1 0 0 0,0 1 0 0 0,-1-1 0 0 0,1 1 0 0 0,0 0 0 0 0,-1-1 0 0 0,1 0 0 0 0,-1 1 0 0 0,0-1 0 0 0,1 1 0 0 0,-1-1 1 0 0,0 0-1 0 0,0 1 0 0 0,0-1 0 0 0,0 0 0 0 0,0 0 0 0 0,-1 2 0 0 0,-27 21 218 0 0,23-19-185 0 0,-18 12 143 0 0,-1-2 0 0 0,-33 17 0 0 0,0-1 105 0 0,51-27 574 0 0,-4 4-3892 0 0,13-5 733 0 0,8-1 861 0 0,7-2-395 0 0</inkml:trace>
  <inkml:trace contextRef="#ctx0" brushRef="#br0" timeOffset="1">499 4 13359 0 0,'9'-3'19228'0'0,"-6"8"-21664"0"0,2 8 2791 0 0,0-1 0 0 0,-2 1-1 0 0,1 0 1 0 0,-1 0 0 0 0,1 20 0 0 0,5 20 12 0 0,9 24-359 0 0,1-2-16 0 0,9 77 0 0 0,-28-144-544 0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37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12895 0 0,'0'0'14747'0'0,"3"0"-13939"0"0,12-4-212 0 0,1 0 0 0 0,0 2 0 0 0,21-2 0 0 0,54 3 298 0 0,-27 1-719 0 0,-4-2-829 0 0,-14-1 1319 0 0,49 5-1 0 0,-78-1-1693 0 0,0 2-1 0 0,17 4 1 0 0,-22-4-1260 0 0,-1 1 0 0 0,0 0 0 0 0,19 11 0 0 0,-10-3-6486 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37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6 7831 0 0,'0'0'706'0'0,"-8"-2"-22"0"0,-22-1 9200 0 0,1 2-3696 0 0,13 2-3882 0 0,-28 5 0 0 0,16 1-1811 0 0,0 1 0 0 0,-29 13 0 0 0,55-21-382 0 0,1 1-20 0 0,-3 4-63 0 0,4-5-29 0 0,0 1 0 0 0,0-1 0 0 0,0 0 1 0 0,0 1-1 0 0,0-1 0 0 0,0 1 0 0 0,0-1 1 0 0,0 0-1 0 0,0 1 0 0 0,0-1 1 0 0,0 1-1 0 0,0-1 0 0 0,0 0 0 0 0,0 1 1 0 0,0-1-1 0 0,1 0 0 0 0,-1 1 0 0 0,0-1 1 0 0,0 0-1 0 0,0 1 0 0 0,1-1 0 0 0,-1 0 1 0 0,0 1-1 0 0,1-1 0 0 0,-1 0 0 0 0,8 9 20 0 0,-7-8-21 0 0,5 4-7 0 0,1 1 1 0 0,-1-1-1 0 0,2 0 1 0 0,-1-1-1 0 0,0 0 0 0 0,9 4 1 0 0,50 17-95 0 0,-40-16 57 0 0,-4-1 76 0 0,0 0 0 0 0,-1 2 0 0 0,0 0-1 0 0,32 22 1 0 0,-51-30-33 0 0,0-1 0 0 0,1 1 0 0 0,-1 0 0 0 0,-1 0 0 0 0,1 0 0 0 0,0 0 0 0 0,0 0 0 0 0,-1 0 0 0 0,1 1 0 0 0,-1-1 0 0 0,0 0 0 0 0,0 1 0 0 0,0-1 0 0 0,0 1 0 0 0,0-1 0 0 0,0 1 0 0 0,-1 0 0 0 0,1 4 0 0 0,-1-5 1 0 0,0 0 0 0 0,0 0 0 0 0,-1 0 0 0 0,1 0 0 0 0,-1-1 0 0 0,1 1 0 0 0,-1 0 0 0 0,0 0-1 0 0,0 0 1 0 0,0-1 0 0 0,0 1 0 0 0,0-1 0 0 0,0 1 0 0 0,0 0 0 0 0,-1-1 0 0 0,1 0 0 0 0,0 1 0 0 0,-1-1-1 0 0,1 0 1 0 0,-1 0 0 0 0,1 0 0 0 0,-1 0 0 0 0,0 0 0 0 0,0 0 0 0 0,1 0 0 0 0,-4 0 0 0 0,-15 7-73 0 0,-2-2 0 0 0,1 0 0 0 0,-35 4 0 0 0,-65 1-1059 0 0,65-9-1519 0 0,54-2 1206 0 0</inkml:trace>
  <inkml:trace contextRef="#ctx0" brushRef="#br0" timeOffset="1">551 107 9671 0 0,'0'0'748'0'0,"-1"0"22"0"0,-29 10 8394 0 0,1 1-4097 0 0,4-2-2955 0 0,-37 21-1 0 0,52-25-1852 0 0,-5 3-50 0 0,0 1 1 0 0,0 0-1 0 0,0 1 1 0 0,1 1 0 0 0,-13 13-1 0 0,27-24-210 0 0,-1 0 0 0 0,1 1 1 0 0,0-1-1 0 0,-1 0 0 0 0,1 1 0 0 0,0-1 0 0 0,0 1 1 0 0,-1-1-1 0 0,1 0 0 0 0,0 1 0 0 0,0-1 0 0 0,0 1 1 0 0,0-1-1 0 0,0 0 0 0 0,-1 1 0 0 0,1-1 0 0 0,0 1 1 0 0,0-1-1 0 0,0 1 0 0 0,1 1-17 0 0,-1-1-1 0 0,1 0 1 0 0,-1 1-1 0 0,1-1 1 0 0,0 0-1 0 0,0 0 1 0 0,0 0-1 0 0,-1 1 1 0 0,1-1-1 0 0,0 0 1 0 0,0 0-1 0 0,0 0 1 0 0,1 0-1 0 0,-1-1 1 0 0,0 1-1 0 0,0 0 1 0 0,0 0-1 0 0,1-1 1 0 0,-1 1-1 0 0,0-1 1 0 0,1 1-1 0 0,-1-1 1 0 0,3 1-1 0 0,-1 0-94 0 0,1 0-1 0 0,0 0 1 0 0,0-1 0 0 0,0 0-1 0 0,0 1 1 0 0,0-1 0 0 0,7-1-1 0 0,-1-2 7 0 0,-1 1 0 0 0,1-1 0 0 0,0 0 0 0 0,-1-1 0 0 0,0-1 0 0 0,10-5 0 0 0,48-37-101 0 0,-65 46 209 0 0,-1 1-2 0 0,-1-1-1 0 0,1 1 1 0 0,0-1-1 0 0,0 1 0 0 0,-1-1 1 0 0,1 1-1 0 0,0-1 0 0 0,0 1 1 0 0,0 0-1 0 0,-1-1 1 0 0,1 1-1 0 0,0 0 0 0 0,0 0 1 0 0,0 0-1 0 0,1 0 1 0 0,3 3 24 0 0,-5-2-21 0 0,4 1 17 0 0,-1 1-1 0 0,0-1 0 0 0,-1 1 1 0 0,1 0-1 0 0,0 0 0 0 0,-1 0 0 0 0,0 0 1 0 0,0 0-1 0 0,0 1 0 0 0,0-1 1 0 0,1 5-1 0 0,15 19 85 0 0,-18-26-104 0 0,9 9-933 0 0,0 0 0 0 0,0 0 0 0 0,18 13 0 0 0,-25-21 719 0 0,1 0 0 0 0,-1-1 0 0 0,1 1 0 0 0,-1-1 0 0 0,1 1-1 0 0,0-1 1 0 0,0 0 0 0 0,0 0 0 0 0,0 0 0 0 0,0-1 0 0 0,0 1 0 0 0,0-1 0 0 0,0 1 0 0 0,0-1 0 0 0,0 0-1 0 0,0 0 1 0 0,0 0 0 0 0,0-1 0 0 0,0 1 0 0 0,0-1 0 0 0,6-1 0 0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37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1 18455 0 0,'0'0'2164'0'0,"0"1"-1120"0"0,3 35 3225 0 0,3 15-1041 0 0,7 8-3183 0 0,2-1 0 0 0,33 78 0 0 0,-32-100-1616 0 0,-15-34 521 0 0</inkml:trace>
  <inkml:trace contextRef="#ctx0" brushRef="#br0" timeOffset="1">1 163 7831 0 0,'0'0'706'0'0,"1"1"-13"0"0,3 2 1285 0 0,0 0 0 0 0,0-1 0 0 0,0 1 0 0 0,0-1 0 0 0,7 3 0 0 0,26 4 3551 0 0,-13-6-4524 0 0,29-1-1 0 0,-32-2-485 0 0,167-6-1206 0 0,-164 5-406 0 0,0-1-147 0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39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126 194 2303 0 0,'0'0'102'0'0,"1"-2"-1"0"0,15-35 4714 0 0,-15 35-3419 0 0,12-10 4506 0 0,-6 9-3604 0 0,0-1-1 0 0,1 2 1 0 0,11-4 0 0 0,-16 5-1876 0 0,1 0 0 0 0,-1 1 0 0 0,1-1 0 0 0,-1 1 0 0 0,1 0 0 0 0,-1 0 0 0 0,1 1 0 0 0,-1-1 0 0 0,1 1 0 0 0,4 1 0 0 0,-6-2 205 0 0,3 7-221 0 0,-4-7-385 0 0,-1 1-1 0 0,1-1 1 0 0,-1 1 0 0 0,1-1 0 0 0,-1 1-1 0 0,1-1 1 0 0,-1 1 0 0 0,1-1 0 0 0,-1 1-1 0 0,1-1 1 0 0,-1 1 0 0 0,1 0 0 0 0,-1-1-1 0 0,0 1 1 0 0,0 0 0 0 0,1 0 0 0 0,-1-1-1 0 0,0 2 1 0 0,1 0-2 0 0,-1 1 0 0 0,0-1-1 0 0,0 0 1 0 0,0 1 0 0 0,-1-1 0 0 0,1 0-1 0 0,0 0 1 0 0,-1 1 0 0 0,0-1 0 0 0,1 0-1 0 0,-1 0 1 0 0,0 0 0 0 0,0 0 0 0 0,0 0-1 0 0,0 0 1 0 0,-1 0 0 0 0,1 0 0 0 0,0 0-1 0 0,-1 0 1 0 0,-2 2 0 0 0,2-3-6 0 0,0 1-1 0 0,-1 0 1 0 0,0-1 0 0 0,1 1 0 0 0,-1-1-1 0 0,0 0 1 0 0,1 1 0 0 0,-1-2 0 0 0,0 1-1 0 0,0 0 1 0 0,0 0 0 0 0,0-1 0 0 0,0 0-1 0 0,0 1 1 0 0,0-1 0 0 0,-4-1 0 0 0,-1 0-11 0 0,1 0 1 0 0,0 0-1 0 0,-1 0 1 0 0,1-1 0 0 0,0-1-1 0 0,0 1 1 0 0,0-1-1 0 0,1 0 1 0 0,-9-5 0 0 0,14 7-7 0 0,-1 0 0 0 0,0 0 0 0 0,1-1 1 0 0,-1 1-1 0 0,0 0 0 0 0,1-1 0 0 0,0 1 0 0 0,-1-1 1 0 0,1 1-1 0 0,0-1 0 0 0,0 0 0 0 0,0 1 1 0 0,0-1-1 0 0,0 0 0 0 0,0 0 0 0 0,0 0 1 0 0,1 0-1 0 0,-1 0 0 0 0,1 0 0 0 0,-1 0 0 0 0,1 0 1 0 0,0 0-1 0 0,0 0 0 0 0,0 0 0 0 0,0 0 1 0 0,0 0-1 0 0,0 0 0 0 0,0 0 0 0 0,1 0 1 0 0,-1 0-1 0 0,1 0 0 0 0,0 0 0 0 0,-1 0 0 0 0,1 0 1 0 0,0 1-1 0 0,0-1 0 0 0,2-3 0 0 0,1 0-8 0 0,0-1-1 0 0,0 1 1 0 0,0 0 0 0 0,1 0-1 0 0,0 1 1 0 0,0-1-1 0 0,0 1 1 0 0,0 0-1 0 0,0 1 1 0 0,9-5-1 0 0,-4 3 11 0 0,0 1 0 0 0,0 0 0 0 0,0 1 0 0 0,1 0 0 0 0,16-2 0 0 0,-15 3 14 0 0,0 0 0 0 0,1 2 0 0 0,-1-1-1 0 0,20 3 1 0 0,-28-1 15 0 0,0-1 1 0 0,1 1-1 0 0,-1 0 0 0 0,1 1 0 0 0,-1-1 1 0 0,0 1-1 0 0,0 0 0 0 0,0 0 0 0 0,0 0 0 0 0,0 0 1 0 0,0 1-1 0 0,-1-1 0 0 0,1 1 0 0 0,-1 0 0 0 0,5 6 1 0 0,-7-8-10 0 0,0 1 1 0 0,0-1-1 0 0,0 1 1 0 0,-1-1-1 0 0,1 1 0 0 0,0 0 1 0 0,-1 0-1 0 0,1-1 1 0 0,-1 1-1 0 0,0 0 1 0 0,0 0-1 0 0,0-1 1 0 0,0 1-1 0 0,0 0 1 0 0,0 2-1 0 0,-7 25 153 0 0,5-24-140 0 0,0-1-1 0 0,0 1 1 0 0,-1-1 0 0 0,1 0-1 0 0,-1 0 1 0 0,0 0-1 0 0,0 0 1 0 0,0 0-1 0 0,-1-1 1 0 0,1 1-1 0 0,-1-1 1 0 0,0 0 0 0 0,0 0-1 0 0,0-1 1 0 0,-5 4-1 0 0,3-4-13 0 0,0 1-1 0 0,-1-1 1 0 0,1 0-1 0 0,-1 0 1 0 0,1-1-1 0 0,-1 0 1 0 0,0 0-1 0 0,0 0 1 0 0,1-1-1 0 0,-9 0 1 0 0,5-1-24 0 0,1 0 1 0 0,1-1 0 0 0,-1 1-1 0 0,0-2 1 0 0,0 1-1 0 0,1-1 1 0 0,-1-1-1 0 0,1 1 1 0 0,0-1 0 0 0,0-1-1 0 0,0 1 1 0 0,1-2-1 0 0,0 1 1 0 0,0-1 0 0 0,0 0-1 0 0,-11-12 1 0 0,17 16 1 0 0,-1 0 1 0 0,0-1 0 0 0,1 1 0 0 0,0 0 0 0 0,-1-1-1 0 0,1 1 1 0 0,0-1 0 0 0,0 1 0 0 0,1-1 0 0 0,-1 0-1 0 0,0 1 1 0 0,1-1 0 0 0,-1 0 0 0 0,1 1 0 0 0,0-1-1 0 0,0 0 1 0 0,0 0 0 0 0,1 1 0 0 0,-1-1 0 0 0,1 0-1 0 0,-1 1 1 0 0,1-1 0 0 0,0 0 0 0 0,0 1-1 0 0,0-1 1 0 0,0 1 0 0 0,0-1 0 0 0,1 1 0 0 0,-1 0-1 0 0,1 0 1 0 0,-1-1 0 0 0,1 1 0 0 0,0 0 0 0 0,4-3-1 0 0,-1 1-3 0 0,0 0-1 0 0,0 0 1 0 0,0 0-1 0 0,1 1 1 0 0,-1 0-1 0 0,1 0 1 0 0,0 1-1 0 0,0-1 1 0 0,0 1-1 0 0,0 1 1 0 0,0-1-1 0 0,0 1 1 0 0,1 0-1 0 0,6 0 1 0 0,-7 1 19 0 0,-1 0 0 0 0,1 0 1 0 0,-1 1-1 0 0,0 0 0 0 0,1 0 0 0 0,-1 0 1 0 0,0 1-1 0 0,0-1 0 0 0,0 1 0 0 0,0 0 1 0 0,0 1-1 0 0,0-1 0 0 0,0 1 0 0 0,-1 0 1 0 0,1 0-1 0 0,-1 1 0 0 0,0-1 0 0 0,0 1 1 0 0,0 0-1 0 0,-1 0 0 0 0,1 0 0 0 0,-1 1 0 0 0,0-1 1 0 0,0 1-1 0 0,-1 0 0 0 0,1 0 0 0 0,-1 0 1 0 0,0 0-1 0 0,0 0 0 0 0,-1 0 0 0 0,1 0 1 0 0,-1 1-1 0 0,-1-1 0 0 0,1 0 0 0 0,-1 1 1 0 0,1-1-1 0 0,-2 1 0 0 0,1-1 0 0 0,-1 1 1 0 0,1-1-1 0 0,-4 11 0 0 0,2-11 3 0 0,-1 1 0 0 0,1-1 1 0 0,-1 0-1 0 0,0 1 0 0 0,0-1 0 0 0,0-1 0 0 0,-1 1 0 0 0,0 0 1 0 0,0-1-1 0 0,0 0 0 0 0,-1 0 0 0 0,1 0 0 0 0,-1 0 0 0 0,0-1 1 0 0,0 0-1 0 0,0 0 0 0 0,0 0 0 0 0,-1-1 0 0 0,1 0 0 0 0,-1 0 1 0 0,1 0-1 0 0,-1 0 0 0 0,0-1 0 0 0,0 0 0 0 0,0 0 0 0 0,0-1 1 0 0,1 1-1 0 0,-1-2 0 0 0,0 1 0 0 0,0 0 0 0 0,0-1 1 0 0,0 0-1 0 0,0-1 0 0 0,-9-2 0 0 0,10 2-20 0 0,0-1 0 0 0,0 1 0 0 0,0-1 0 0 0,0 0 0 0 0,1 0 0 0 0,-1 0 0 0 0,1-1 1 0 0,0 1-1 0 0,0-1 0 0 0,0 0 0 0 0,-6-9 0 0 0,8 11-7 0 0,0-1 1 0 0,1 0-1 0 0,-1 0 1 0 0,1 0-1 0 0,0-1 1 0 0,0 1-1 0 0,0 0 1 0 0,1 0-1 0 0,-1-1 1 0 0,1 1-1 0 0,-1 0 1 0 0,1-1-1 0 0,0 1 1 0 0,0 0-1 0 0,1-1 0 0 0,-1 1 1 0 0,1 0-1 0 0,0 0 1 0 0,-1-1-1 0 0,1 1 1 0 0,2-4-1 0 0,0 1 3 0 0,1 0 1 0 0,0-1-1 0 0,0 1 0 0 0,0 1 0 0 0,0-1 0 0 0,1 0 0 0 0,0 1 0 0 0,0 0 1 0 0,1 0-1 0 0,-1 1 0 0 0,1 0 0 0 0,0-1 0 0 0,1 2 0 0 0,-1-1 0 0 0,0 1 1 0 0,1 0-1 0 0,0 0 0 0 0,0 1 0 0 0,0 0 0 0 0,14-2 0 0 0,-13 2 7 0 0,1 1 1 0 0,0 0-1 0 0,0 1 0 0 0,0 0 1 0 0,0 0-1 0 0,0 1 0 0 0,0 0 0 0 0,0 0 1 0 0,0 1-1 0 0,-1 1 0 0 0,1-1 1 0 0,-1 1-1 0 0,1 1 0 0 0,-1-1 0 0 0,0 1 1 0 0,12 9-1 0 0,-18-11 3 0 0,1-1 0 0 0,-1 1 0 0 0,0 0 0 0 0,0 0 0 0 0,0 0 0 0 0,-1 0 0 0 0,1 0 0 0 0,0 1 0 0 0,-1-1 0 0 0,0 0 0 0 0,1 1 0 0 0,-1-1 0 0 0,0 1 0 0 0,0 0 0 0 0,0-1 0 0 0,-1 1 0 0 0,1 0 0 0 0,-1-1 0 0 0,1 1 0 0 0,-1 0 0 0 0,0 3 0 0 0,0-2 10 0 0,-1-1 1 0 0,0 1-1 0 0,0-1 1 0 0,0 0-1 0 0,0 1 1 0 0,-1-1-1 0 0,1 0 1 0 0,-1 0-1 0 0,0 0 1 0 0,1 0 0 0 0,-1 0-1 0 0,-1 0 1 0 0,1 0-1 0 0,0-1 1 0 0,-1 1-1 0 0,-3 2 1 0 0,0 0 11 0 0,-1-1 1 0 0,0 0 0 0 0,1 0-1 0 0,-1 0 1 0 0,-1-1-1 0 0,1 0 1 0 0,0-1 0 0 0,-1 1-1 0 0,0-1 1 0 0,1-1-1 0 0,-1 1 1 0 0,0-2 0 0 0,0 1-1 0 0,-12-1 1 0 0,-5-2-14 0 0,-1 0 1 0 0,1-2-1 0 0,-28-8 1 0 0,32 7-285 0 0,1-1 0 0 0,-22-10 1 0 0,10-1-9255 0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54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10591 0 0,'0'2'819'0'0,"-2"7"-473"0"0,1 0-1 0 0,0 0 1 0 0,1 0-1 0 0,0 13 1 0 0,-1 20 1122 0 0,-1-8-1238 0 0,1-1 1 0 0,1 1-1 0 0,7 44 0 0 0,4-24-2116 0 0,-8-36-3060 0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55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9503 0 0,'-7'221'3101'0'0,"7"-202"-2962"0"0,2 79 18 0 0,1-32-3872 0 0,-1-30-239 0 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55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0 7367 0 0,'-7'12'890'0'0,"1"0"-1"0"0,-9 22 0 0 0,10-21 1995 0 0,-1-1 0 0 0,-11 21 0 0 0,-6-1-853 0 0,12-17-1415 0 0,0 0 0 0 0,-11 23 0 0 0,18-29-505 0 0,0 0-1 0 0,0 0 1 0 0,0 1 0 0 0,-3 17 0 0 0,7-24-184 0 0,0 1 1 0 0,-1 0-1 0 0,1 0 1 0 0,0-1-1 0 0,1 1 1 0 0,-1 0-1 0 0,1 0 1 0 0,0-1-1 0 0,-1 1 1 0 0,2 0-1 0 0,-1-1 1 0 0,0 1-1 0 0,1-1 1 0 0,-1 0-1 0 0,1 1 1 0 0,2 2-1 0 0,66 82-6110 0 0,-1-2 2712 0 0,-60-72 3392 0 0,-1-1 0 0 0,0 1 0 0 0,-1 1 0 0 0,10 29 0 0 0,-11-19 1518 0 0,-1 0 0 0 0,-1 0-1 0 0,-1 1 1 0 0,-2-1 0 0 0,-1 30 0 0 0,0-37-769 0 0,-1-4-316 0 0,1-1 1 0 0,1 0-1 0 0,0 1 1 0 0,1-1-1 0 0,1 0 1 0 0,0 0-1 0 0,0 0 1 0 0,8 18-1 0 0,0-7-631 0 0,-2 1-1 0 0,-1 0 1 0 0,6 30 0 0 0,-9-34-679 0 0,11 28 0 0 0,-15-47 485 0 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56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17135 0 0,'0'0'1551'0'0,"2"-1"-1276"0"0,8-5 61 0 0,0 1 1 0 0,0 0 0 0 0,1 0 0 0 0,-1 1 0 0 0,1 1-1 0 0,0 0 1 0 0,0 0 0 0 0,0 1 0 0 0,22-2 0 0 0,7 3-186 0 0,60 6 1 0 0,-32 0-1613 0 0,-24-4-648 0 0,1-1-4874 0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56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11055 0 0,'30'-5'488'0'0,"-6"3"104"0"0,3 2-472 0 0,6 0-120 0 0,1 0 0 0 0,2 0 0 0 0,-2 0 1320 0 0,0-2 248 0 0,-2-1 40 0 0,0 2 16 0 0,-2-1-1488 0 0,-1 0-296 0 0,0 2-56 0 0,-1 0-7064 0 0</inkml:trace>
  <inkml:trace contextRef="#ctx0" brushRef="#br0" timeOffset="1">1393 34 13535 0 0,'42'0'600'0'0,"-11"2"120"0"0,3 1-576 0 0,3 0-144 0 0,2-1 0 0 0,2 0 0 0 0,1 1 144 0 0,-2-1 0 0 0,1-1 0 0 0,1-1-4240 0 0,2 0-856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56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12439 0 0,'38'-9'3669'0'0,"73"-5"0"0"0,-47 10-4209 0 0,-18 5-4948 0 0,72 8 0 0 0,-104-7 5121 0 0,14 2-793 0 0,-21-3 1559 0 0,1 0 1 0 0,-1 0-1 0 0,0 0 1 0 0,1-1-1 0 0,-1 0 1 0 0,10-2-1 0 0,88-9 5038 0 0,-63 10-5224 0 0,75 7 1 0 0,-68 4-609 0 0,-35-6-595 0 0,1-1 1 0 0,15 1-1 0 0,-17-4-65 0 0</inkml:trace>
  <inkml:trace contextRef="#ctx0" brushRef="#br0" timeOffset="0.99">1161 70 18055 0 0,'0'0'1632'0'0,"-1"1"-1344"0"0,-1 0-236 0 0,1-1 0 0 0,0 0 0 0 0,0 1 0 0 0,-1-1 0 0 0,1 1 0 0 0,0-1 0 0 0,0 1 0 0 0,0 0 0 0 0,0 0 0 0 0,0-1 0 0 0,-1 1 0 0 0,2 0 0 0 0,-1 0 0 0 0,0 0 0 0 0,0 0 0 0 0,0 0-1 0 0,0 0 1 0 0,1 0 0 0 0,-1 0 0 0 0,-1 2 0 0 0,2 0-68 0 0,-1-2 46 0 0,1 1 0 0 0,-1 0 0 0 0,1 0 0 0 0,0-1 0 0 0,0 1 0 0 0,0 0 0 0 0,0 0 0 0 0,0 0 0 0 0,0-1 1 0 0,0 1-1 0 0,0 0 0 0 0,1 0 0 0 0,-1-1 0 0 0,1 1 0 0 0,0 0 0 0 0,-1-1 0 0 0,1 1 0 0 0,0 0 0 0 0,2 2 0 0 0,0 1-325 0 0,1 1 0 0 0,0-1 1 0 0,0 0-1 0 0,0-1 0 0 0,9 8 0 0 0,14 10-5802 0 0,-25-21 5287 0 0,12 10-4798 0 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57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4143 0 0,'25'12'184'0'0,"-9"-2"40"0"0,2-1-224 0 0,1 1 0 0 0,2 0 0 0 0,2 1 0 0 0,1 2 2976 0 0,4 2 544 0 0,1-1 120 0 0,-1-1 16 0 0,-2-1-2640 0 0,0 0-536 0 0,-1 1-96 0 0,1 2-32 0 0,0 0-880 0 0,2-1-176 0 0,-1-1-40 0 0,3-1-8 0 0</inkml:trace>
  <inkml:trace contextRef="#ctx0" brushRef="#br0" timeOffset="1">926 522 14743 0 0,'2'0'1136'0'0,"5"1"-984"0"0,0-1-1 0 0,0 1 1 0 0,9 2-1 0 0,42 16 5306 0 0,-12-4-2584 0 0,-12-6-2662 0 0,-1 1 1 0 0,0 2-1 0 0,0 1 0 0 0,32 18 0 0 0,-22-8-940 0 0,92 33 0 0 0,-43-20-13 0 0,63 24-2110 0 0,-32-13 1187 0 0,19 4 4429 0 0,-140-50-3947 0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58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15 22199 0 0,'-2'-1'1017'0'0,"0"0"-672"0"0,-12-9 794 0 0,14 10-1085 0 0,0 0 0 0 0,0-1 0 0 0,-1 1 0 0 0,1 0 0 0 0,0 0 0 0 0,0 0 0 0 0,0 0 0 0 0,-1 0 0 0 0,1-1 0 0 0,0 1 0 0 0,0 0 0 0 0,-1 0 0 0 0,1 0 0 0 0,0 0 0 0 0,0 0 0 0 0,-1 0 0 0 0,1 0 0 0 0,0 0 0 0 0,0 0 0 0 0,-1 0 0 0 0,1 0 0 0 0,0 0 0 0 0,0 0 0 0 0,-1 0 0 0 0,1 0 0 0 0,0 0 0 0 0,0 0-1 0 0,-1 0 1 0 0,1 1 0 0 0,0-1 0 0 0,0 0 0 0 0,-1 0 0 0 0,1 0 0 0 0,0 1 0 0 0,-6 9 1641 0 0,1 11-324 0 0,5 1-889 0 0,1 0 1 0 0,2 0-1 0 0,4 24 0 0 0,1 5-254 0 0,23 164 149 0 0,8 75-351 0 0,-38-273 22 0 0,0-8-4345 0 0,-13-18 1933 0 0,-9-18-2083 0 0,10 11-3429 0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58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93 22287 0 0,'0'0'2019'0'0,"2"-2"-1662"0"0,2-1-218 0 0,0-1 0 0 0,0 1 0 0 0,1 0 0 0 0,-1 1 0 0 0,1-1 0 0 0,0 1 0 0 0,0 0 0 0 0,0 0 0 0 0,0 1 0 0 0,9-3 0 0 0,10 0 998 0 0,25-1 0 0 0,-36 4-973 0 0,292-28 2982 0 0,-294 28-3143 0 0,107-12-117 0 0,162 5 0 0 0,-259 9-949 0 0,-1 1 0 0 0,1 1 0 0 0,27 7 0 0 0,-32-1-1005 0 0,-2 4-68 0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59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0 7367 0 0,'0'0'17149'0'0,"1"2"-15881"0"0,0 0-1091 0 0,-1-1-1 0 0,1 1 1 0 0,0 0-1 0 0,-1-1 1 0 0,1 1-1 0 0,-1 0 1 0 0,0 0-1 0 0,0-1 0 0 0,1 1 1 0 0,-1 0-1 0 0,0 0 1 0 0,-1-1-1 0 0,1 1 1 0 0,0 0-1 0 0,0 0 1 0 0,-1-1-1 0 0,1 1 0 0 0,-1 0 1 0 0,1-1-1 0 0,-2 4 1 0 0,-1 1 23 0 0,-1 0 0 0 0,1-1-1 0 0,-1 1 1 0 0,0-1 0 0 0,-1 1 0 0 0,1-1 0 0 0,-7 6 0 0 0,-40 29 650 0 0,22-19-570 0 0,4-4-115 0 0,18-12-125 0 0,0-1-1 0 0,0 1 1 0 0,0 0 0 0 0,1 1 0 0 0,0-1 0 0 0,-10 14 0 0 0,10-9-40 0 0,6 3 0 0 0,1-11 2 0 0,0 0-1 0 0,0 0 1 0 0,0 0-1 0 0,0 0 1 0 0,0 0-1 0 0,0 0 1 0 0,1 0-1 0 0,-1 0 1 0 0,1 0-1 0 0,-1-1 1 0 0,1 1-1 0 0,0-1 1 0 0,-1 1-1 0 0,1-1 1 0 0,0 0 0 0 0,0 1-1 0 0,0-1 1 0 0,0 0-1 0 0,0 0 1 0 0,1 0-1 0 0,-1-1 1 0 0,0 1-1 0 0,5 0 1 0 0,4 1 8 0 0,0 0 1 0 0,1-1 0 0 0,16-1-1 0 0,-23 0-9 0 0,39-2-2318 0 0,80-14-1 0 0,-105 13-103 0 0</inkml:trace>
  <inkml:trace contextRef="#ctx0" brushRef="#br0" timeOffset="1">533 31 11975 0 0,'0'0'15748'0'0,"1"1"-14671"0"0,3 4-801 0 0,0 0 0 0 0,0 0 0 0 0,-1 1 0 0 0,1-1 0 0 0,-1 1-1 0 0,-1 0 1 0 0,1-1 0 0 0,-1 1 0 0 0,0 0 0 0 0,1 10 0 0 0,3 11-8 0 0,0 30 1 0 0,-3-31-74 0 0,11 150 5 0 0,-12-80-200 0 0,-2-66-32 0 0,-2-20-1077 0 0,-3-11-1692 0 0,-7-15-2022 0 0,12 15 4764 0 0,-8-13-8781 0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59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17047 0 0,'0'0'2206'0'0,"2"0"-449"0"0,102-1 6151 0 0,14 0-4404 0 0,2 4-3520 0 0,-74 0-436 0 0,1 2 0 0 0,-1 3 1 0 0,49 13-1 0 0,-84-18-320 0 0,0 1-1 0 0,17 8 1 0 0,-8-1-559 0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4:59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1 2759 0 0,'-1'0'207'0'0,"-18"3"-625"0"0,-2-4 3515 0 0,-14 1 10864 0 0,14 2-7911 0 0,-4 1-2686 0 0,17-2-3018 0 0,0 0 0 0 0,1 1 0 0 0,-1 0 0 0 0,1 1 0 0 0,-13 4 0 0 0,19-6 300 0 0,1 0-639 0 0,0 0 0 0 0,0 0 0 0 0,0 0 0 0 0,0 0 0 0 0,0 0 0 0 0,0 0 0 0 0,1 0 0 0 0,-1 0 0 0 0,0 0 0 0 0,0 0 0 0 0,1 0 0 0 0,-1 0 0 0 0,1 0 0 0 0,-1-1 0 0 0,1 1 0 0 0,-1 0 0 0 0,1 0 0 0 0,0-1 0 0 0,-1 1 0 0 0,1 0 0 0 0,0 0 0 0 0,1 0 0 0 0,9 7-7 0 0,8-1 23 0 0,0-1 0 0 0,20 4 1 0 0,-20-6-26 0 0,1 2 0 0 0,18 7 0 0 0,-15-1 2 0 0,-19-8 0 0 0,16 11 0 0 0,-15-7-1 0 0,-3-3-9 0 0,-1-4 5 0 0,0 1 1 0 0,0 0-1 0 0,-1 0 0 0 0,1 0 0 0 0,-1 0 0 0 0,1 0 0 0 0,-1 0 1 0 0,0 0-1 0 0,0 0 0 0 0,1 0 0 0 0,-1 0 0 0 0,-1 0 0 0 0,1 0 0 0 0,0 0 1 0 0,0 0-1 0 0,-1 0 0 0 0,1 0 0 0 0,-1 0 0 0 0,0 0 0 0 0,-1 3 0 0 0,0-1-2 0 0,0 0-1 0 0,0 0 0 0 0,-1 0 1 0 0,1-1-1 0 0,-1 1 1 0 0,0-1-1 0 0,0 0 0 0 0,-4 4 1 0 0,-11 6-525 0 0,0-2 1 0 0,-1 0 0 0 0,-39 15-1 0 0,56-25-172 0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5:00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210 201 5983 0 0,'0'0'464'0'0,"-2"0"-305"0"0,-13 3 3192 0 0,1 0 0 0 0,-1 0-1 0 0,1 1 1 0 0,0 1 0 0 0,-23 11 0 0 0,26-10-1617 0 0,1 1 1 0 0,-18 12-1 0 0,21-13-1783 0 0,0 0 1 0 0,1 0-1 0 0,0 0 1 0 0,-7 11-1 0 0,3-2 157 0 0,10-11-111 0 0,0-2 14 0 0,0 0 21 0 0,1 0-97 0 0,0-1 30 0 0,1 1 1 0 0,-1 0 0 0 0,1-1 0 0 0,-1 1 0 0 0,1-1-1 0 0,0 0 1 0 0,-1 1 0 0 0,1-1 0 0 0,0 0-1 0 0,0 0 1 0 0,0 0 0 0 0,0 0 0 0 0,0-1 0 0 0,0 1-1 0 0,4 0 1 0 0,-2 0-56 0 0,1-1-1 0 0,-1 1 1 0 0,1-1-1 0 0,-1 0 1 0 0,1-1 0 0 0,-1 1-1 0 0,6-2 1 0 0,-1 0-115 0 0,0-1 1 0 0,0 0-1 0 0,-1 0 1 0 0,0-1-1 0 0,1 0 1 0 0,-2 0 0 0 0,12-8-1 0 0,52-41-1812 0 0,-69 51 2047 0 0,10 32 410 0 0,-10-24-346 0 0,0-1 1 0 0,0 1 0 0 0,0-1 0 0 0,1 0 0 0 0,-1 0 0 0 0,1 0 0 0 0,1 0-1 0 0,-1 0 1 0 0,1-1 0 0 0,4 6 0 0 0,4-2-792 0 0,0 0-1 0 0,0 0 1 0 0,1-1 0 0 0,0-1-1 0 0,1 0 1 0 0,-1-1 0 0 0,26 7-1 0 0,-23-10-5121 0 0,-3-2-1511 0 0</inkml:trace>
  <inkml:trace contextRef="#ctx0" brushRef="#br0" timeOffset="1">630 0 9671 0 0,'0'0'875'0'0,"-1"2"-719"0"0,-3 6 1980 0 0,0 0 1 0 0,1 0-1 0 0,1 0 1 0 0,-1 1-1 0 0,-1 12 1 0 0,-5 48 4817 0 0,8-56-7362 0 0,-9 78 1669 0 0,-5 47-744 0 0,13-107-609 0 0,2 0 0 0 0,4 42-1 0 0,-4-71-112 0 0</inkml:trace>
  <inkml:trace contextRef="#ctx0" brushRef="#br0" timeOffset="2">305 258 14743 0 0,'0'0'1136'0'0,"3"0"-329"0"0,90-4 11534 0 0,-23 1-10170 0 0,-47 2-1979 0 0,63-4-116 0 0,101 7 0 0 0,-157 1-395 0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45:01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324 121 18863 0 0,'0'0'7903'0'0,"-13"9"-5467"0"0,6-4-2037 0 0,-22 18 832 0 0,-34 17 0 0 0,53-34-1194 0 0,0-1 0 0 0,-1 0 0 0 0,0-1 0 0 0,0 0 0 0 0,0 0 0 0 0,-1-1 0 0 0,-16 2 0 0 0,23-5-35 0 0,0 0 1 0 0,0 0-1 0 0,0 0 1 0 0,0 0-1 0 0,0-1 0 0 0,0 0 1 0 0,0 0-1 0 0,0 0 1 0 0,1-1-1 0 0,-1 0 0 0 0,0 0 1 0 0,1 0-1 0 0,-1 0 1 0 0,-7-6-1 0 0,10 6-1 0 0,0 1 1 0 0,0-1-1 0 0,0 0 0 0 0,0 0 0 0 0,0 0 1 0 0,0 0-1 0 0,0-1 0 0 0,1 1 1 0 0,-1 0-1 0 0,1-1 0 0 0,0 1 0 0 0,0-1 1 0 0,0 0-1 0 0,0 1 0 0 0,0-1 1 0 0,0 0-1 0 0,1 1 0 0 0,-1-1 0 0 0,1 0 1 0 0,0 0-1 0 0,0 0 0 0 0,0 1 1 0 0,0-1-1 0 0,1 0 0 0 0,-1 0 0 0 0,1 1 1 0 0,1-5-1 0 0,0-1-6 0 0,1 1-1 0 0,0-1 1 0 0,1 1 0 0 0,0 0-1 0 0,0 0 1 0 0,0 1 0 0 0,1-1-1 0 0,0 1 1 0 0,0 0 0 0 0,1 0-1 0 0,7-6 1 0 0,-5 5-3 0 0,1 1 0 0 0,0 0 0 0 0,0 1 0 0 0,1 0 0 0 0,0 0 0 0 0,0 1 0 0 0,19-5 0 0 0,-24 7 7 0 0,1 1 0 0 0,-1 1 0 0 0,0-1 0 0 0,1 1 0 0 0,-1 0 0 0 0,1 0 0 0 0,-1 1-1 0 0,1-1 1 0 0,10 4 0 0 0,6 3 7 0 0,-16-1 57 0 0,-2-2-33 0 0,-3-3-28 0 0,0 0 1 0 0,1 0-1 0 0,-1 1 0 0 0,0-1 1 0 0,0 0-1 0 0,0 0 0 0 0,0 0 1 0 0,-1 1-1 0 0,1-1 0 0 0,0 0 1 0 0,0 1-1 0 0,-1-1 1 0 0,1 1-1 0 0,-1-1 0 0 0,1 1 1 0 0,-1-1-1 0 0,0 1 0 0 0,0-1 1 0 0,1 1-1 0 0,-1-1 0 0 0,0 1 1 0 0,0-1-1 0 0,0 1 0 0 0,-1-1 1 0 0,1 3-1 0 0,-1 2 12 0 0,0-1-6 0 0,0 1 0 0 0,0-1 1 0 0,0 0-1 0 0,-1 0 0 0 0,0 0 1 0 0,0 0-1 0 0,0 0 0 0 0,0-1 1 0 0,-1 1-1 0 0,0-1 1 0 0,0 1-1 0 0,0-1 0 0 0,0 0 1 0 0,-1 0-1 0 0,1-1 0 0 0,-1 1 1 0 0,0-1-1 0 0,-8 6 0 0 0,5-5 4 0 0,0 1 0 0 0,0-1 0 0 0,0-1 0 0 0,-1 0 0 0 0,1 0 0 0 0,-1 0 0 0 0,0-1-1 0 0,1 0 1 0 0,-1 0 0 0 0,0-1 0 0 0,-13 0 0 0 0,17-1-12 0 0,0 0 0 0 0,0 0 0 0 0,0-1 0 0 0,0 1 0 0 0,0-1 0 0 0,0 0 0 0 0,0 0 0 0 0,0-1 0 0 0,1 1 0 0 0,-1-1 0 0 0,0 0 0 0 0,-6-4 0 0 0,8 4 0 0 0,1 1 0 0 0,-1-1 0 0 0,1 1 0 0 0,-1-1 0 0 0,1 0 0 0 0,0 1 0 0 0,-1-1 0 0 0,1 0 0 0 0,0 0 0 0 0,0 0 0 0 0,0 0 0 0 0,1 0 0 0 0,-1 0 0 0 0,0 0 0 0 0,1 0 0 0 0,-1-1 0 0 0,1 1 0 0 0,0 0 0 0 0,0 0 0 0 0,0 0 0 0 0,0 0 0 0 0,0-1 0 0 0,0 1 0 0 0,1 0 0 0 0,0-3 0 0 0,1-3-8 0 0,0 0 0 0 0,1 1 0 0 0,0-1 0 0 0,1 1 0 0 0,-1 0 0 0 0,1 0 0 0 0,9-10 0 0 0,-10 13 4 0 0,-1 0-1 0 0,2 1 1 0 0,-1-1 0 0 0,0 1 0 0 0,1 0-1 0 0,-1 0 1 0 0,1 0 0 0 0,0 1 0 0 0,0 0-1 0 0,0-1 1 0 0,0 1 0 0 0,1 0 0 0 0,-1 1-1 0 0,8-3 1 0 0,5 2 4 0 0,-13 3 0 0 0,9 3 27 0 0,-10-1-12 0 0,-1-1-4 0 0,0 0-7 0 0,0-1 0 0 0,0 0 0 0 0,0 1 0 0 0,0-1 0 0 0,-1 1 0 0 0,1-1 0 0 0,0 1 0 0 0,-1 0-1 0 0,1 0 1 0 0,-1 0 0 0 0,0 0 0 0 0,0 0 0 0 0,0 0 0 0 0,0 0 0 0 0,0 0 0 0 0,0 1 0 0 0,1 3-1 0 0,0 1 2 0 0,-1 0-5 0 0,1-1 0 0 0,-1 0 0 0 0,0 1 0 0 0,0 0 0 0 0,-1-1 0 0 0,0 1 0 0 0,0 0 0 0 0,-1-1 0 0 0,0 1 0 0 0,-1 6 0 0 0,1-10 0 0 0,0 1 0 0 0,0 0 0 0 0,0-1 0 0 0,0 1 0 0 0,-1-1 0 0 0,0 0 0 0 0,0 1 0 0 0,0-1 0 0 0,0 0 0 0 0,0 0 0 0 0,0 0 0 0 0,-1-1 0 0 0,1 1 0 0 0,-1 0 0 0 0,0-1 0 0 0,0 0 0 0 0,0 1 0 0 0,-7 2 0 0 0,8-4 0 0 0,-1 1 0 0 0,0-1 0 0 0,0-1 0 0 0,0 1 0 0 0,1 0 0 0 0,-1-1 0 0 0,0 0 0 0 0,0 1 0 0 0,0-1 0 0 0,0 0 0 0 0,0-1 0 0 0,0 1 0 0 0,0 0 0 0 0,0-1 0 0 0,0 0 0 0 0,1 1 0 0 0,-1-1 0 0 0,0 0 0 0 0,0-1 0 0 0,-3-1 0 0 0,3 2 0 0 0,0-1-30 0 0,-1 1 0 0 0,1-1 0 0 0,0 0 0 0 0,0 0 0 0 0,0 0 0 0 0,0-1 0 0 0,0 1-1 0 0,0-1 1 0 0,1 1 0 0 0,-1-1 0 0 0,1 0 0 0 0,0 0 0 0 0,0 0 0 0 0,0 0 0 0 0,0 0 0 0 0,0-1 0 0 0,1 1 0 0 0,0-1 0 0 0,-1 1 0 0 0,0-6 0 0 0,1 3-59 0 0,1 0 0 0 0,-1-1 0 0 0,1 1 0 0 0,0 0 0 0 0,1-1 0 0 0,0 1 0 0 0,0 0 0 0 0,0-1 0 0 0,1 1 0 0 0,0 0 0 0 0,3-7 0 0 0,5-12-788 0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2:03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1196 3961 15287 0 0,'-17'-71'1471'0'0,"-17"-80"-1499"0"0,-12-81-417 0 0,-77-223 1 0 0,25 153 1595 0 0,-104-337 1083 0 0,175 544-2120 0 0,-58-218 59 0 0,-47-211-895 0 0,92 396 478 0 0,-59-129 0 0 0,-2 53 58 0 0,89 185 37 0 0,9 15 73 0 0,0-1-1 0 0,0 0 1 0 0,0 0 0 0 0,0 0-1 0 0,-2-8 1 0 0,5 12-4 0 0,1-8-119 0 0,0 7 148 0 0,0 1 0 0 0,-1-1 0 0 0,1 0 0 0 0,0 0 0 0 0,0 0 0 0 0,0 1-1 0 0,0-1 1 0 0,0 0 0 0 0,0 1 0 0 0,0-1 0 0 0,1 1 0 0 0,-1-1 0 0 0,1 1 0 0 0,-1 0-1 0 0,4-3 1 0 0,29-14-647 0 0,-26 13 636 0 0,-6 5 8 0 0,-12 10 169 0 0,9-8-94 0 0,-61 74 459 0 0,43-51-320 0 0,-58 92 140 0 0,71-108-296 0 0,1 1 7 0 0,3-8 204 0 0,0-3-113 0 0,0 0-78 0 0,-1-1 0 0 0,1 0 0 0 0,-1 1-1 0 0,1-1 1 0 0,0 0 0 0 0,0 0 0 0 0,0 0 0 0 0,0-1 0 0 0,0 1-1 0 0,0 0 1 0 0,0-1 0 0 0,1 1 0 0 0,0-1 0 0 0,-1 0-1 0 0,1 1 1 0 0,0-1 0 0 0,0 0 0 0 0,0 0 0 0 0,0 0 0 0 0,0-4-1 0 0,-1-6 5 0 0,0 0 0 0 0,1 0 0 0 0,1-20 0 0 0,3-6-192 0 0,1 0 0 0 0,2 0 0 0 0,22-73 1 0 0,51-109-852 0 0,-62 177 825 0 0,-5 12 56 0 0,16-38 132 0 0,-27 69 988 0 0,-1 2-955 0 0,0 1 1 0 0,-1 0 0 0 0,1-1 0 0 0,-1 1 0 0 0,1 0 0 0 0,-1-1-1 0 0,0 1 1 0 0,1-1 0 0 0,-1 1 0 0 0,-2 2 0 0 0,-2 4 40 0 0,0 8-40 0 0,0-1 0 0 0,1 1-1 0 0,1-1 1 0 0,0 1 0 0 0,1 0 0 0 0,0 32-1 0 0,3-22 10 0 0,1 0-1 0 0,1 0 1 0 0,11 40-1 0 0,-7-41-190 0 0,1 0 0 0 0,1-1 1 0 0,2-1-1 0 0,0 0 0 0 0,17 25 0 0 0,-7-16-354 0 0,2-1 0 0 0,48 50 1 0 0,-40-51-775 0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3:32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11519 0 0,'0'0'8370'0'0,"0"2"-7737"0"0,9 68 2345 0 0,22 221 265 0 0,-20-92-2410 0 0,10 134-481 0 0,-17-295-729 0 0,-4-36 132 0 0,-7-14-8748 0 0,6 8 7809 0 0,0 1-1 0 0,-2-5 0 0 0,-2-12-5199 0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3:33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12 124 12439 0 0,'-11'-2'10961'0'0,"28"-14"-9363"0"0,3 4-1354 0 0,0 1 0 0 0,1 1 1 0 0,0 1-1 0 0,32-10 0 0 0,-37 14-179 0 0,17-5-46 0 0,0 1-1 0 0,0 2 0 0 0,1 1 1 0 0,0 2-1 0 0,0 2 0 0 0,0 0 1 0 0,37 5-1 0 0,-62-3-18 0 0,0 1 0 0 0,0 1 0 0 0,-1 0 0 0 0,1 0 0 0 0,-1 0 0 0 0,1 1 0 0 0,-1 0 0 0 0,0 1 0 0 0,13 8 0 0 0,-16-9 0 0 0,0 1 0 0 0,0 0 0 0 0,-1 0 0 0 0,1 1 0 0 0,-1-1 0 0 0,0 1 0 0 0,0 0 0 0 0,-1 0 0 0 0,0 0 0 0 0,0 1 0 0 0,0-1 0 0 0,0 1 0 0 0,-1-1 0 0 0,3 11 0 0 0,-2-5 24 0 0,-1 0 0 0 0,-1 0 0 0 0,1 0 0 0 0,-2 0 0 0 0,0 0 0 0 0,0 0 0 0 0,-1 0 0 0 0,0 0 0 0 0,-1 0 0 0 0,0 0 0 0 0,-1 0 0 0 0,0-1 0 0 0,-7 17 0 0 0,0-6 36 0 0,-1-1 0 0 0,0 0 0 0 0,-2-1 0 0 0,0-1 0 0 0,-25 28 0 0 0,25-32-22 0 0,-1 0 1 0 0,-1-1-1 0 0,-1-1 0 0 0,-24 16 0 0 0,6-9-1785 0 0,-46 20-1 0 0,61-31 196 0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3:33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1 11055 0 0,'0'0'1002'0'0,"-7"0"-508"0"0,3 2 113 0 0,0-1 0 0 0,0 1 1 0 0,0 0-1 0 0,1-1 0 0 0,-1 2 0 0 0,1-1 0 0 0,-1 0 0 0 0,1 1 0 0 0,0-1 0 0 0,0 1 0 0 0,-4 5 0 0 0,-3 3 844 0 0,-15 24 0 0 0,7-6-716 0 0,0 0 1 0 0,3 2-1 0 0,0 0 1 0 0,2 0 0 0 0,-16 58-1 0 0,28-85-724 0 0,0 1 1 0 0,1-1-1 0 0,0 1 0 0 0,0-1 0 0 0,0 0 0 0 0,0 1 1 0 0,0-1-1 0 0,1 0 0 0 0,0 1 0 0 0,0-1 0 0 0,0 0 1 0 0,1 0-1 0 0,-1 1 0 0 0,1-1 0 0 0,0 0 1 0 0,4 6-1 0 0,-6-10-25 0 0,1 1-1 0 0,-1-1 1 0 0,1 1 0 0 0,0-1 0 0 0,-1 1 0 0 0,1-1 0 0 0,-1 0-1 0 0,1 1 1 0 0,0-1 0 0 0,-1 0 0 0 0,1 0 0 0 0,0 1 0 0 0,-1-1 0 0 0,1 0-1 0 0,0 0 1 0 0,0 0 0 0 0,-1 0 0 0 0,1 0 0 0 0,0 0 0 0 0,-1 0-1 0 0,1 0 1 0 0,0 0 0 0 0,0 0 0 0 0,16-4-265 0 0,-12 2 177 0 0,0-1 1 0 0,0 1-1 0 0,0-1 1 0 0,-1 0-1 0 0,1 0 0 0 0,-1 0 1 0 0,0-1-1 0 0,0 1 1 0 0,0-1-1 0 0,4-6 0 0 0,5-7-329 0 0,14-23-1 0 0,-19 28 274 0 0,0-2-21 0 0,0-1 0 0 0,-1 0 0 0 0,0 0-1 0 0,6-24 1 0 0,11-65 32 0 0,-20 86 193 0 0,-4 16 679 0 0,0 5-438 0 0,-3 23-108 0 0,1 0 1 0 0,1 0-1 0 0,2 0 0 0 0,4 35 0 0 0,-2-36-299 0 0,2 0 0 0 0,0 0 0 0 0,11 29 0 0 0,-9-41-373 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3:33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86 6911 0 0,'0'2'3211'0'0,"2"42"5931"0"0,2 1-5317 0 0,3 49-923 0 0,-6-31-1307 0 0,16 99-1 0 0,-16-157-1566 0 0,7 24 102 0 0,-8-27 3 0 0,1-4-80 0 0,4-5-51 0 0,0-1 0 0 0,-1 0 0 0 0,-1 0 0 0 0,1-1-1 0 0,-1 1 1 0 0,3-14 0 0 0,6-19-4 0 0,71-178-550 0 0,-71 191-154 0 0,1 1 0 0 0,20-28-1 0 0,15-12-4147 0 0,-36 54-705 0 0,-1 3-1541 0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3:34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13359 0 0,'0'2'9665'0'0,"-11"128"-6717"0"0,11 251-1 0 0,12-278-3242 0 0,0-16-143 0 0,-13-80-867 0 0,-13-15-8572 0 0,11 6 10596 0 0,-6-8-2547 0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3:34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0 158 13823 0 0,'0'0'1634'0'0,"9"1"834"0"0,-1-1-1899 0 0,1-1 1 0 0,-1 0 0 0 0,1 0-1 0 0,-1-1 1 0 0,0 0 0 0 0,13-5 0 0 0,7-1-192 0 0,206-59 188 0 0,-81 12-3741 0 0,-114 41-3988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3:35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91 8287 0 0,'-2'1'6560'0'0,"-3"6"-4625"0"0,1-1-1 0 0,-1 1 0 0 0,-4 9 0 0 0,-7 25 2027 0 0,-4 47-1817 0 0,11-43-1078 0 0,0 8-613 0 0,-4 106-1 0 0,8-61-225 0 0,0 66-819 0 0,5-155 1201 0 0,0-2-3251 0 0</inkml:trace>
  <inkml:trace contextRef="#ctx0" brushRef="#br0" timeOffset="1">276 83 14711 0 0,'3'-6'182'0'0,"7"-16"645"0"0,9-33 8537 0 0,-18 56-9219 0 0,-1 0 0 0 0,0 0 1 0 0,0 0-1 0 0,0 0 0 0 0,0 0 0 0 0,0 0 0 0 0,-1 0 0 0 0,1 0 0 0 0,0 0 0 0 0,0 0 0 0 0,-1 2 0 0 0,-1 1 148 0 0,-45 215 2933 0 0,35-143-2971 0 0,-2 82 1 0 0,9 79-1781 0 0,2-205-535 0 0,3-31 1198 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3:35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10 188 19495 0 0,'0'0'894'0'0,"-2"0"-22"0"0,-6-4 1618 0 0,22-3-1077 0 0,7 0-694 0 0,0 0 0 0 0,1 2 0 0 0,33-4-1 0 0,-11 1-398 0 0,218-49 1088 0 0,-136 26-899 0 0,-65 14-406 0 0,69-9 0 0 0,-113 24-119 0 0,5-1-12 0 0,-1 0 0 0 0,29 2 0 0 0,-44 1-203 0 0,0 0 0 0 0,-1 1-1 0 0,1 0 1 0 0,-1 0 0 0 0,1 0 0 0 0,-1 1 0 0 0,0 0 0 0 0,0 0 0 0 0,1 0 0 0 0,-1 0 0 0 0,-1 1-1 0 0,1 0 1 0 0,0 0 0 0 0,5 4 0 0 0,-9-5 48 0 0,0-1 0 0 0,0 0-1 0 0,0 0 1 0 0,0 1 0 0 0,0-1 0 0 0,0 1 0 0 0,0-1-1 0 0,0 1 1 0 0,0-1 0 0 0,-1 1 0 0 0,1-1 0 0 0,0 1-1 0 0,-1 0 1 0 0,0-1 0 0 0,1 1 0 0 0,-1 0 0 0 0,0 2-1 0 0,0 0-640 0 0,0-1-1 0 0,-1 1 0 0 0,0-1 0 0 0,0 1 0 0 0,1-1 0 0 0,-2 0 1 0 0,1 0-1 0 0,-2 4 0 0 0,-11 18-6186 0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3:35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24 185 4143 0 0,'-9'12'451'0'0,"-6"11"-468"0"0,16 3 14716 0 0,0-25-14261 0 0,-1-1-1 0 0,2 1 0 0 0,13 4 2385 0 0,-10-4-2660 0 0,-1-1 0 0 0,1 0 0 0 0,0 0 0 0 0,-1 0 0 0 0,1 0 0 0 0,0-1 0 0 0,8-2 1 0 0,33-13 636 0 0,-15 5-322 0 0,229-84 1735 0 0,-160 56-1952 0 0,-25 9-206 0 0,7-4-1167 0 0,-25 16-3293 0 0,-33 11-4081 0 0</inkml:trace>
  <inkml:trace contextRef="#ctx0" brushRef="#br0" timeOffset="1">1249 7 11975 0 0,'0'0'923'0'0,"0"2"-602"0"0,-4 73 13513 0 0,4-27-11308 0 0,4-23-1286 0 0,0-7-4829 0 0,-2-18 1886 0 0,9-3-65 0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3:36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22 175 15663 0 0,'-2'0'1207'0'0,"-9"-2"-834"0"0,11 2-56 0 0,-1 0-1 0 0,1-1 0 0 0,-1 1 1 0 0,1 0-1 0 0,-1-1 1 0 0,1 1-1 0 0,-1 0 1 0 0,1-1-1 0 0,0 1 0 0 0,-1-1 1 0 0,1 1-1 0 0,0-1 1 0 0,-1 1-1 0 0,1 0 1 0 0,0-1-1 0 0,0 1 0 0 0,-1-1 1 0 0,1 0-1 0 0,0 1 1 0 0,0-1-1 0 0,0 1 1 0 0,0-2-1 0 0,-1 1 115 0 0,1-1 516 0 0,0 0-40 0 0,1-1-759 0 0,0 0 1 0 0,-1 0-1 0 0,1 0 1 0 0,0-1-1 0 0,1 1 1 0 0,-1 1-1 0 0,1-1 0 0 0,-1 0 1 0 0,1 0-1 0 0,0 1 1 0 0,0-1-1 0 0,0 1 1 0 0,0-1-1 0 0,0 1 1 0 0,1 0-1 0 0,-1 0 1 0 0,1 0-1 0 0,0 0 1 0 0,-1 0-1 0 0,1 1 0 0 0,0-1 1 0 0,4-1-1 0 0,64-28 451 0 0,-40 17-398 0 0,0 1-1 0 0,60-17 0 0 0,-86 29-194 0 0,8-2 45 0 0,29-3-1 0 0,-39 6-40 0 0,1 0 0 0 0,-1 0 0 0 0,1 0 0 0 0,0 0 0 0 0,-1 1 0 0 0,1 0-1 0 0,-1-1 1 0 0,1 1 0 0 0,-1 0 0 0 0,0 1 0 0 0,1-1 0 0 0,-1 1 0 0 0,3 1 0 0 0,1 5 48 0 0,-5-4-37 0 0,0 0 0 0 0,0 1 0 0 0,-1-1-1 0 0,0 1 1 0 0,0-1 0 0 0,0 1 0 0 0,0 0-1 0 0,-1-1 1 0 0,0 1 0 0 0,0 0 0 0 0,0 0-1 0 0,0-1 1 0 0,-3 10 0 0 0,-1 7 72 0 0,-14 36 1 0 0,12-40-84 0 0,-21 51 122 0 0,-46 83 0 0 0,58-122-123 0 0,-2-1-1 0 0,-1 0 0 0 0,-1-2 1 0 0,-1 0-1 0 0,-1-2 0 0 0,-1 0 0 0 0,-2-1 1 0 0,-33 26-1 0 0,57-49-8 0 0,0 0 0 0 0,-1 0 0 0 0,1 0 0 0 0,0 0 0 0 0,0 1 0 0 0,-1-1 0 0 0,1 0 0 0 0,0 0 0 0 0,0 0 0 0 0,0 0 0 0 0,-1 1 0 0 0,1-1 0 0 0,0 0 0 0 0,0 0 0 0 0,0 1 0 0 0,0-1 0 0 0,0 0 0 0 0,0 0 0 0 0,-1 1 0 0 0,1-1 0 0 0,0 0 0 0 0,0 0 0 0 0,0 1 0 0 0,0-1 0 0 0,0 0 0 0 0,0 0 0 0 0,0 1 0 0 0,11 6 0 0 0,-3-4 0 0 0,1 0 0 0 0,0-1 0 0 0,0 0 0 0 0,0 0 0 0 0,0-1 0 0 0,0 0 0 0 0,11 0 0 0 0,66-9 0 0 0,-44 4 0 0 0,3-2 21 0 0,0-1 1 0 0,66-20-1 0 0,-80 18-21 0 0,-10 3 0 0 0,31-12 0 0 0,1-2-113 0 0,14-7-426 0 0,-57 22-2708 0 0,-1 0 1 0 0,14-10-1 0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4:48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36 9215 0 0,'0'0'707'0'0,"-13"-8"-15"0"0,-1-4 5845 0 0,4 3-335 0 0,3 3-5496 0 0,6 6-205 0 0,-1 0 70 0 0,-3-1-427 0 0,1 1 1 0 0,0 1-1 0 0,0-1 0 0 0,0 1 1 0 0,0-1-1 0 0,0 1 0 0 0,0 0 1 0 0,0 0-1 0 0,0 1 0 0 0,0-1 1 0 0,0 1-1 0 0,1 0 0 0 0,-1 0 1 0 0,1 0-1 0 0,-1 1 0 0 0,1-1 1 0 0,0 1-1 0 0,0 0 0 0 0,0 0 1 0 0,0 0-1 0 0,0 0 0 0 0,1 0 1 0 0,-4 6-1 0 0,-17 26 143 0 0,-45 78 284 0 0,61-98-519 0 0,0 1 1 0 0,1-1-1 0 0,0 2 0 0 0,1-1 1 0 0,-4 31-1 0 0,6-28-31 0 0,2-1-1 0 0,0 1 1 0 0,2 30-1 0 0,0-42-16 0 0,1 1 0 0 0,-1 0 0 0 0,1-1 0 0 0,0 0-1 0 0,1 1 1 0 0,-1-1 0 0 0,2 0 0 0 0,-1 0 0 0 0,1 0-1 0 0,0-1 1 0 0,8 11 0 0 0,-6-10-26 0 0,0 0 0 0 0,1 0-1 0 0,1 0 1 0 0,-1-1 0 0 0,1 0-1 0 0,0-1 1 0 0,0 0 0 0 0,0 0 0 0 0,1 0-1 0 0,0-1 1 0 0,0-1 0 0 0,0 1 0 0 0,0-1-1 0 0,0-1 1 0 0,1 0 0 0 0,-1 0 0 0 0,1-1-1 0 0,0 0 1 0 0,-1-1 0 0 0,1 0 0 0 0,0 0-1 0 0,13-3 1 0 0,-8 1-608 0 0,0-1 1 0 0,-1-1-1 0 0,0 0 0 0 0,0-1 0 0 0,0 0 0 0 0,0-1 1 0 0,-1 0-1 0 0,0-1 0 0 0,0-1 0 0 0,-1 0 1 0 0,13-12-1 0 0,-8 2-1285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4:48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20 190 17503 0 0,'-4'0'265'0'0,"4"0"-196"0"0,-1 0 0 0 0,0 0 0 0 0,0 0 0 0 0,1 1 0 0 0,-1-1 0 0 0,0 0 0 0 0,1 0 0 0 0,-1 0 0 0 0,0 1 0 0 0,1-1 0 0 0,-1 0 0 0 0,0 1 0 0 0,1-1 0 0 0,-1 1 1 0 0,1-1-1 0 0,-1 1 0 0 0,0-1 0 0 0,1 1 0 0 0,-1-1 0 0 0,1 1 0 0 0,0-1 0 0 0,-1 1 0 0 0,1 0 0 0 0,-2 1 1452 0 0,24 4 748 0 0,-16-6-2058 0 0,0-1-1 0 0,0 0 1 0 0,0 0-1 0 0,0-1 1 0 0,-1 1 0 0 0,1-1-1 0 0,0-1 1 0 0,-1 1-1 0 0,7-4 1 0 0,8-6 165 0 0,19-15 0 0 0,-33 22-282 0 0,44-37 446 0 0,-36 28-373 0 0,2 1-1 0 0,19-13 1 0 0,-21 17-92 0 0,1 0-9 0 0,20-11-1 0 0,-31 18-52 0 0,-1 1 1 0 0,1-1-1 0 0,0 1 1 0 0,0 0-1 0 0,0 0 1 0 0,0 0-1 0 0,0 0 1 0 0,0 1 0 0 0,1-1-1 0 0,-1 1 1 0 0,5 1-1 0 0,-7-1 5 0 0,0 1-1 0 0,0 0 1 0 0,0-1 0 0 0,0 1-1 0 0,0 0 1 0 0,0 0-1 0 0,0 0 1 0 0,-1 1 0 0 0,1-1-1 0 0,0 0 1 0 0,-1 1-1 0 0,1-1 1 0 0,-1 1 0 0 0,1 0-1 0 0,-1-1 1 0 0,0 1-1 0 0,1 0 1 0 0,-1 0 0 0 0,0 0-1 0 0,0 0 1 0 0,-1 0 0 0 0,1 0-1 0 0,0 0 1 0 0,0 2-1 0 0,2 7 110 0 0,0 1-1 0 0,-1 0 0 0 0,0 13 1 0 0,-1-14 7 0 0,3 50 225 0 0,4 26-370 0 0,-5-65-91 0 0,5 19-4179 0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4:48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0 145 9215 0 0,'0'2'8707'0'0,"0"2"-7811"0"0,1 52 5892 0 0,3 30-3924 0 0,-1-58-2370 0 0,-2-6-397 0 0,1 0 1 0 0,1 1 0 0 0,1-1-1 0 0,2-1 1 0 0,9 28 0 0 0,-14-45-458 0 0,1 0-1 0 0,0 0 1 0 0,0 0 0 0 0,0 0 0 0 0,1 0 0 0 0,-1 0 0 0 0,1-1 0 0 0,0 1 0 0 0,0-1 0 0 0,4 4-1 0 0,-5-6-1451 0 0,5-1-61 0 0</inkml:trace>
  <inkml:trace contextRef="#ctx0" brushRef="#br0" timeOffset="1">98 0 11519 0 0,'0'0'1024'0'0,"-8"0"-824"0"0,-1 0-200 0 0,1 0 2264 0 0,2 2 408 0 0,-1 0 2856 0 0,1 3-4056 0 0,8 4-2904 0 0,1-1 600 0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4:49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9215 0 0,'0'0'707'0'0,"1"1"-464"0"0,11 61 10692 0 0,5 2-4677 0 0,0 5-4334 0 0,8 16-618 0 0,-21-75-1228 0 0,0 1 1 0 0,1 0-1 0 0,1-1 0 0 0,0 0 0 0 0,11 14 1 0 0,-10-16-55 0 0,-5-6 18 0 0,5 1-31 0 0,3-2-11 0 0,-9-1 2 0 0,1-1-1 0 0,0 1 1 0 0,-1-1 0 0 0,1 0-1 0 0,-1 1 1 0 0,1-1 0 0 0,-1 0-1 0 0,1 0 1 0 0,-1 0-1 0 0,1 0 1 0 0,-1-1 0 0 0,0 1-1 0 0,0 0 1 0 0,0 0 0 0 0,1-1-1 0 0,-1 1 1 0 0,-1-1 0 0 0,1 1-1 0 0,0-1 1 0 0,0 1 0 0 0,0-1-1 0 0,-1 0 1 0 0,1 1-1 0 0,-1-1 1 0 0,1-2 0 0 0,1-5 5 0 0,-1 0 1 0 0,0-1-1 0 0,0-12 1 0 0,0 15-17 0 0,17-163-1218 0 0,-6 98-8722 0 0,-9 54 1317 0 0</inkml:trace>
  <inkml:trace contextRef="#ctx0" brushRef="#br0" timeOffset="1">227 363 5063 0 0,'0'0'232'0'0,"1"2"-13"0"0,10 13 308 0 0,-3-13 4490 0 0,6-4-1705 0 0,-12 1-2296 0 0,4 0-122 0 0,0-1 0 0 0,0 0-1 0 0,0 0 1 0 0,-1-1 0 0 0,1 1 0 0 0,9-7 0 0 0,-8 4-486 0 0,0-1 0 0 0,-1 1 0 0 0,0-1 0 0 0,8-9 0 0 0,-3 0-265 0 0,0-1 0 0 0,-1-1-1 0 0,14-30 1 0 0,-21 42-121 0 0,40-92 321 0 0,-35 76-263 0 0,-1 1 1 0 0,8-41-1 0 0,-13 40 26 0 0,-2 20 392 0 0,-2 2-211 0 0,-2 0-156 0 0,0 1 0 0 0,1 1 0 0 0,-1-1 0 0 0,1 1 0 0 0,-1-1 0 0 0,1 1 0 0 0,0 0 0 0 0,0 0 0 0 0,0 0 0 0 0,0 1 0 0 0,1-1 0 0 0,-1 1 0 0 0,-3 6 0 0 0,-3 7 259 0 0,-11 31-1 0 0,13-31-329 0 0,2-1-1 0 0,0 1 0 0 0,1 0 0 0 0,1 0 0 0 0,0 0 0 0 0,2 1 0 0 0,0-1 1 0 0,0 0-1 0 0,2 1 0 0 0,3 23 0 0 0,-3-36-170 0 0,0 0-1 0 0,1 0 1 0 0,0 0-1 0 0,-1 0 1 0 0,1-1-1 0 0,1 1 1 0 0,-1-1-1 0 0,1 1 1 0 0,0-1-1 0 0,0 0 1 0 0,4 5-1 0 0,-4-6-287 0 0,0 0 0 0 0,1 0 0 0 0,-1-1 0 0 0,1 1 0 0 0,0-1 0 0 0,-1 1 0 0 0,1-1 0 0 0,0-1-1 0 0,0 1 1 0 0,0 0 0 0 0,1-1 0 0 0,-1 0 0 0 0,6 1 0 0 0,8-1-1436 0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4:49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20 7831 0 0,'0'0'603'0'0,"-1"1"-396"0"0,-12 19 5461 0 0,11-18-4586 0 0,0 1 1 0 0,1-1 0 0 0,0 0-1 0 0,-1 1 1 0 0,1 0 0 0 0,-1 3-1 0 0,-2 7-291 0 0,1 0 0 0 0,1 1 0 0 0,0-1 0 0 0,1 1 0 0 0,0-1 0 0 0,1 1 0 0 0,0 0-1 0 0,4 15 1 0 0,-1-6-597 0 0,2-1-1 0 0,0 0 1 0 0,2 0-1 0 0,10 24 0 0 0,-14-38-181 0 0,0-2 18 0 0,0 0 0 0 0,0 0 1 0 0,0-1-1 0 0,1 1 0 0 0,8 9 1 0 0,-4-5 50 0 0,-7-9 79 0 0,18-12-3 0 0,-16 8-142 0 0,0-1-1 0 0,0 1 1 0 0,0-1-1 0 0,-1 0 0 0 0,1 0 1 0 0,-1 0-1 0 0,3-6 1 0 0,10-33 110 0 0,-9 26-107 0 0,12-36-2 0 0,2 2 0 0 0,3 0 0 0 0,43-72 0 0 0,-60 113 1 0 0,-5 8 66 0 0,0 2-71 0 0,0 0 1 0 0,0 1-1 0 0,0-1 0 0 0,0 0 0 0 0,0 0 1 0 0,-1 0-1 0 0,1 1 0 0 0,0-1 0 0 0,0 1 0 0 0,0-1 1 0 0,-1 0-1 0 0,1 1 0 0 0,0 0 0 0 0,0-1 1 0 0,-1 1-1 0 0,1-1 0 0 0,0 1 0 0 0,-1 0 1 0 0,1-1-1 0 0,-1 1 0 0 0,1 0 0 0 0,-1 0 1 0 0,1 0-1 0 0,-1-1 0 0 0,1 2 0 0 0,8 22 218 0 0,6 107 113 0 0,2 13-421 0 0,-9-110-194 0 0,10 64-1628 0 0,-16-83 154 0 0,-1 0 0 0 0,-2 22 0 0 0,-1-19-7221 0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4:50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29 259 23615 0 0,'-3'0'1083'0'0,"0"1"-722"0"0,-20-2 779 0 0,23 1-1095 0 0,0-1 0 0 0,0 1 0 0 0,0-1 0 0 0,0 1 0 0 0,1-1 0 0 0,-1 0 0 0 0,0 1 0 0 0,0-1 0 0 0,0 1 0 0 0,1-1 0 0 0,-1 1 0 0 0,0-1 0 0 0,0 1 0 0 0,1-1 0 0 0,-1 1 0 0 0,1 0-1 0 0,0-2 1 0 0,2-1 85 0 0,0 0 0 0 0,0 1 0 0 0,0-1 0 0 0,1 1 0 0 0,0-1 0 0 0,-1 1 0 0 0,1 0 0 0 0,0 0 0 0 0,6-2 0 0 0,41-10 746 0 0,-37 11-653 0 0,355-62 1817 0 0,-278 52-1689 0 0,176-34 5 0 0,373-29-279 0 0,-577 73-429 0 0,1 2 0 0 0,80 9 0 0 0,-103-1-3468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4:50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10135 0 0,'-4'7'14340'0'0,"3"-6"-14187"0"0,-3 7 3530 0 0,4-2-6862 0 0,4 1 1350 0 0</inkml:trace>
  <inkml:trace contextRef="#ctx0" brushRef="#br0" timeOffset="1">83 153 21135 0 0,'0'0'1913'0'0,"-1"1"-1575"0"0,-1 3 415 0 0,-1-1 0 0 0,1 1 0 0 0,0 0 0 0 0,0-1 0 0 0,0 1 0 0 0,1 0 1 0 0,-1 0-1 0 0,1 0 0 0 0,0 0 0 0 0,0 0 0 0 0,0 8 0 0 0,1-10-428 0 0,1-2-405 0 0,0 0-1 0 0,0 1 1 0 0,0-1-1 0 0,0 0 1 0 0,0 0-1 0 0,0 0 1 0 0,0 0-1 0 0,0 0 1 0 0,0 0-1 0 0,0 0 0 0 0,0 0 1 0 0,0 0-1 0 0,0 0 1 0 0,2-1-1 0 0,-2 1 1 0 0,9-4-2048 0 0,-1-1-4948 0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4:57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67 7367 0 0,'0'0'334'0'0,"-2"0"-1"0"0,-16 12 5768 0 0,20 2-2773 0 0,-2-12-2034 0 0,19 98 4459 0 0,23 49-4588 0 0,-15-55-381 0 0,-3-9-464 0 0,4-1 1 0 0,4-1-1 0 0,43 80 0 0 0,-63-143-240 0 0,-11-19 459 0 0,0-2-482 0 0,0 0 0 0 0,1-1 0 0 0,-1 1 0 0 0,0-1 0 0 0,0 1 0 0 0,0-1 0 0 0,0 0 0 0 0,1-3 0 0 0,1-5 64 0 0,0-1-1 0 0,-1 1 0 0 0,0-1 0 0 0,-1 0 1 0 0,1-20-1 0 0,0-5-4 0 0,16-122-82 0 0,51-211 0 0 0,-39 206-898 0 0,-27 147 401 0 0,-2 13 210 0 0,0-1 1 0 0,-1 1 0 0 0,1-1 0 0 0,-1 0 0 0 0,0 1 0 0 0,0-5 0 0 0,0 6-674 0 0,-2 12-3579 0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4:58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88 24303 0 0,'0'0'2203'0'0,"2"-1"-1785"0"0,112-25 1360 0 0,-2-1-857 0 0,57 7-793 0 0,-78 10-128 0 0,-63 8-768 0 0,27 2 0 0 0,-7-1-7917 0 0,-25 0 266 0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4:58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13359 0 0,'2'0'5916'0'0,"48"-8"1134"0"0,29-8-4840 0 0,54-4-1837 0 0,-100 16-969 0 0,-31 3 388 0 0,0 1 0 0 0,0 0-1 0 0,0 0 1 0 0,0 0-1 0 0,0 0 1 0 0,0 1-1 0 0,0-1 1 0 0,0 0-1 0 0,0 1 1 0 0,0-1 0 0 0,3 2-1 0 0,-3-1-1203 0 0,6 6-3040 0 0</inkml:trace>
  <inkml:trace contextRef="#ctx0" brushRef="#br0" timeOffset="1">33 252 19319 0 0,'0'0'3316'0'0,"2"0"-2656"0"0,2 3-437 0 0,1-2 1 0 0,0 1-1 0 0,0-1 0 0 0,0 1 1 0 0,1-1-1 0 0,-1-1 0 0 0,0 1 0 0 0,0-1 1 0 0,0 0-1 0 0,0 0 0 0 0,9-1 0 0 0,5-2 54 0 0,35-11 1 0 0,-8 1-301 0 0,-28 9-793 0 0,30-12 1 0 0,-25 7-877 0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4:59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1 9671 0 0,'-2'1'7259'0'0,"0"2"-6181"0"0,-1 0 1 0 0,1-1-1 0 0,0 1 0 0 0,0 0 1 0 0,-2 6-1 0 0,-7 20 1466 0 0,-1 36-2105 0 0,8-43 426 0 0,-1 22-386 0 0,1 1-1 0 0,2 1 1 0 0,2-1-1 0 0,2 0 1 0 0,12 67-1 0 0,-12-102-672 0 0,0 0 0 0 0,0-1 0 0 0,1 1 0 0 0,0-1 0 0 0,1 0 0 0 0,0 1 0 0 0,1-2-1 0 0,7 14 1 0 0,-11-22 71 0 0,0 1-1 0 0,0 0 1 0 0,-1-1-1 0 0,1 1 0 0 0,0 0 1 0 0,0-1-1 0 0,0 1 0 0 0,0-1 1 0 0,0 1-1 0 0,0-1 0 0 0,0 0 1 0 0,0 1-1 0 0,0-1 1 0 0,0 0-1 0 0,0 0 0 0 0,0 1 1 0 0,0-1-1 0 0,0 0 0 0 0,0 0 1 0 0,0 0-1 0 0,0 0 1 0 0,0-1-1 0 0,2 1 0 0 0,-1-1-484 0 0,1 1 0 0 0,0-1 0 0 0,-1 0 0 0 0,1 0 0 0 0,-1 0 0 0 0,5-4 0 0 0,6-4-7246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4:59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13 7831 0 0,'-2'1'603'0'0,"-2"0"-26"0"0,0 1-1 0 0,1 0 1 0 0,-1 1 0 0 0,0-1-1 0 0,1 1 1 0 0,0-1-1 0 0,-1 1 1 0 0,1 0 0 0 0,0 0-1 0 0,1 0 1 0 0,-1 1 0 0 0,0-1-1 0 0,1 1 1 0 0,0-1 0 0 0,-3 8-1 0 0,-14 35 6356 0 0,10-16-5214 0 0,4-16-2390 0 0,5-12 683 0 0,-11 31 701 0 0,2 0 1 0 0,1 1 0 0 0,-4 42 0 0 0,12-65-438 0 0,-1 0 0 0 0,2 0 0 0 0,-1 1 0 0 0,2-1 0 0 0,4 22 0 0 0,-4-27-209 0 0,1 1 1 0 0,-1 0-1 0 0,1-1 0 0 0,1 1 1 0 0,-1-1-1 0 0,1 0 0 0 0,0 0 0 0 0,0 0 1 0 0,1-1-1 0 0,7 8 0 0 0,-8-10-74 0 0,1 1 0 0 0,-1-1 0 0 0,1 0 1 0 0,-1 0-1 0 0,1-1 0 0 0,0 0 0 0 0,0 0 0 0 0,1 0 0 0 0,-1 0 0 0 0,0-1 0 0 0,1 1 1 0 0,-1-2-1 0 0,0 1 0 0 0,1 0 0 0 0,10-1 0 0 0,-2-1-19 0 0,0-1 0 0 0,0 0 0 0 0,-1-1 0 0 0,1 0 0 0 0,15-6 0 0 0,-23 7 21 0 0,0-1 0 0 0,0 0 0 0 0,0 0-1 0 0,0 0 1 0 0,0-1 0 0 0,0 0 0 0 0,-1 0 0 0 0,0-1 0 0 0,0 1-1 0 0,9-11 1 0 0,-8 7-8 0 0,-1-1-1 0 0,1 1 0 0 0,-1-1 1 0 0,-1 0-1 0 0,0 0 1 0 0,6-18-1 0 0,-5 7-4 0 0,-1 0 0 0 0,-1 0 0 0 0,-1 0-1 0 0,0-1 1 0 0,-1 1 0 0 0,-4-34 0 0 0,2 43-19 0 0,-1 0 0 0 0,0 1 0 0 0,-1-1 0 0 0,0 1 0 0 0,-1 0 0 0 0,0 0-1 0 0,0 0 1 0 0,-1 0 0 0 0,0 1 0 0 0,-1 0 0 0 0,0 0 0 0 0,-1 0 0 0 0,1 1 0 0 0,-2 0 0 0 0,-10-11 0 0 0,11 15-262 0 0,1-1 0 0 0,-1 1 0 0 0,1 0 0 0 0,-1 0 0 0 0,0 1 0 0 0,-1 0 0 0 0,1 0 0 0 0,0 0 0 0 0,-1 1 0 0 0,0 0 0 0 0,1 1 0 0 0,-1 0 0 0 0,-9 0 0 0 0,14 1-261 0 0,-1 0 1 0 0,1 1-1 0 0,0-1 1 0 0,-1 1 0 0 0,1 0-1 0 0,0 0 1 0 0,-4 2-1 0 0,4-2-450 0 0,-3 8-3781 0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00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 6911 0 0,'0'2'12372'0'0,"16"57"-4165"0"0,-6 2-5637 0 0,-5-25-2288 0 0,2 0 0 0 0,12 36 0 0 0,-18-72-281 0 0,-1 0 1 0 0,0 0-1 0 0,0 0 1 0 0,0 1-1 0 0,1-1 1 0 0,-1 0-1 0 0,0 0 1 0 0,0 0-1 0 0,0 0 0 0 0,1 0 1 0 0,-1 0-1 0 0,0 0 1 0 0,0 0-1 0 0,0 0 1 0 0,1 0-1 0 0,-1 0 1 0 0,0 0-1 0 0,0 0 1 0 0,1 0-1 0 0,-1 0 1 0 0,0 0-1 0 0,0 0 1 0 0,0 0-1 0 0,1 0 1 0 0,-1 0-1 0 0,0 0 1 0 0,0 0-1 0 0,0 0 1 0 0,1 0-1 0 0,-1 0 0 0 0,0-1 1 0 0,0 1-1 0 0,0 0 1 0 0,1 0-1 0 0,-1 0 1 0 0,0-1-1 0 0,7-4 14 0 0,-2-2-22 0 0,-1 0 0 0 0,0 0 0 0 0,0-1-1 0 0,-1 0 1 0 0,0 0 0 0 0,0 0 0 0 0,2-13 0 0 0,4-8-20 0 0,-3 10-4 0 0,1 1-1 0 0,0 0 1 0 0,2 0-1 0 0,0 1 1 0 0,1 0-1 0 0,16-21 1 0 0,-25 36 30 0 0,1 0 0 0 0,-1 1 0 0 0,1-1 0 0 0,-1 1 0 0 0,1 0 0 0 0,0-1-1 0 0,0 1 1 0 0,-1 0 0 0 0,1 0 0 0 0,4-2 0 0 0,-5 3-1 0 0,0 0 0 0 0,0-1 0 0 0,0 1 0 0 0,0 0-1 0 0,1 0 1 0 0,-1 0 0 0 0,0 0 0 0 0,0 0 0 0 0,0 0 0 0 0,0 0 0 0 0,0 1 0 0 0,0-1-1 0 0,1 0 1 0 0,-1 0 0 0 0,2 2 0 0 0,-1-1 6 0 0,0 1-1 0 0,0-1 1 0 0,1 1 0 0 0,-1 0 0 0 0,0 0-1 0 0,0 0 1 0 0,-1 0 0 0 0,1 1-1 0 0,0-1 1 0 0,-1 0 0 0 0,1 1 0 0 0,-1-1-1 0 0,0 1 1 0 0,0-1 0 0 0,1 4-1 0 0,24 91 199 0 0,-12-36-113 0 0,-10-46-77 0 0,-3-9-5 0 0,0 0 1 0 0,1 0-1 0 0,0-1 1 0 0,0 1-1 0 0,1-1 1 0 0,3 8-1 0 0,-2-6 4 0 0,-2-5 31 0 0,-1-2-41 0 0,-1 0-1 0 0,1 1 0 0 0,0-1 1 0 0,-1 0-1 0 0,1 0 0 0 0,-1 0 0 0 0,1 0 1 0 0,0 0-1 0 0,-1 0 0 0 0,1 0 1 0 0,-1 0-1 0 0,1 0 0 0 0,0 0 0 0 0,-1-1 1 0 0,1 1-1 0 0,-1 0 0 0 0,1 0 0 0 0,-1 0 1 0 0,1-1-1 0 0,-1 1 0 0 0,1 0 1 0 0,-1-1-1 0 0,1 1 0 0 0,-1 0 0 0 0,1-1 1 0 0,-1 1-1 0 0,1-1 0 0 0,-1 1 1 0 0,0-1-1 0 0,1 1 0 0 0,-1-1 0 0 0,0 1 1 0 0,1-2-1 0 0,0 1 1 0 0,4-6-1 0 0,0 0 0 0 0,0-1 0 0 0,-1 0 0 0 0,6-13 0 0 0,1-1 0 0 0,22-54-71 0 0,4-6-79 0 0,-32 72 136 0 0,1 0 0 0 0,1 1 0 0 0,0-1 1 0 0,0 1-1 0 0,16-14 0 0 0,-15 17 14 0 0,2 4 0 0 0,-2 7 0 0 0,-5-1 0 0 0,0 0 0 0 0,0 0 0 0 0,0 0 0 0 0,0 1 0 0 0,-1-1 0 0 0,0 1 0 0 0,0 0 0 0 0,0-1 0 0 0,0 1 0 0 0,0 6 0 0 0,2 10 0 0 0,2 23 0 0 0,-4-29 0 0 0,1 29-358 0 0,-2-29 1 0 0,0 1 1 0 0,1 0-1 0 0,7 26 0 0 0,-9-40-274 0 0,13-7-8585 0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00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14 137 16583 0 0,'-7'-4'1730'0'0,"1"1"1606"0"0,6-13 1021 0 0,1 13-4190 0 0,0 0 1 0 0,0-1-1 0 0,0 1 1 0 0,0 0-1 0 0,1 0 1 0 0,-1 0-1 0 0,1 0 1 0 0,0 1-1 0 0,0-1 0 0 0,0 0 1 0 0,0 1-1 0 0,0-1 1 0 0,1 1-1 0 0,-1 0 1 0 0,1 0-1 0 0,-1 0 1 0 0,1 0-1 0 0,0 0 1 0 0,4-1-1 0 0,7-5-30 0 0,1 1 1 0 0,23-7-1 0 0,-20 7-141 0 0,-3 1 21 0 0,1 1 0 0 0,0 0 0 0 0,26-3 0 0 0,-35 8-6 0 0,-7-1-4 0 0,1 1 1 0 0,-1 0-1 0 0,1 1 0 0 0,0-1 1 0 0,-1 0-1 0 0,1 0 1 0 0,-1 0-1 0 0,1 0 0 0 0,0 0 1 0 0,-1 1-1 0 0,1-1 1 0 0,-1 0-1 0 0,1 0 0 0 0,-1 1 1 0 0,1-1-1 0 0,-1 0 1 0 0,1 1-1 0 0,-1-1 0 0 0,1 1 1 0 0,-1-1-1 0 0,1 1 1 0 0,-1-1-1 0 0,0 0 0 0 0,1 1 1 0 0,-1 0-1 0 0,0-1 1 0 0,1 1-1 0 0,-1-1 0 0 0,0 1 1 0 0,0-1-1 0 0,0 1 1 0 0,1 0-1 0 0,-1-1 0 0 0,0 1 1 0 0,0-1-1 0 0,0 1 1 0 0,0 0-1 0 0,0-1 0 0 0,0 1 1 0 0,0-1-1 0 0,0 1 1 0 0,-1 1-1 0 0,0 3 4 0 0,0 0 1 0 0,0 0-1 0 0,0-1 0 0 0,-3 6 1 0 0,2-5-6 0 0,1 0-6 0 0,0-2 0 0 0,0-1 0 0 0,0 0 0 0 0,0 1 0 0 0,0-1 0 0 0,0 0 0 0 0,-1 0 0 0 0,-2 4 0 0 0,-14 22-155 0 0,17-27 61 0 0,-7 23 12 0 0,8-22 29 0 0,8 16-11 0 0,-7-17 64 0 0,0 1 0 0 0,0-1 0 0 0,0 1 0 0 0,0-1 0 0 0,0 0 0 0 0,0 0 0 0 0,0 1 0 0 0,1-1 0 0 0,-1 0 0 0 0,0 0 0 0 0,1 0 0 0 0,-1 0 0 0 0,1-1 0 0 0,-1 1 0 0 0,1 0 0 0 0,-1-1 0 0 0,3 1 0 0 0,5 3 0 0 0,1 3 0 0 0,-5-3 0 0 0,-1-1 0 0 0,1 0 0 0 0,0 0 0 0 0,11 4 0 0 0,-7-4 0 0 0,-8-3 0 0 0,0 1 0 0 0,0-1 0 0 0,0 0 0 0 0,1 0 0 0 0,-1 1 0 0 0,0-1 0 0 0,0 1 0 0 0,0-1 0 0 0,0 1 0 0 0,-1 0 0 0 0,1-1 0 0 0,0 1 0 0 0,0 0 0 0 0,0 0 0 0 0,1 1 0 0 0,8 8 0 0 0,-9-9 22 0 0,1 1-1 0 0,-1-1 1 0 0,1 1 0 0 0,-1-1-1 0 0,0 1 1 0 0,0 0-1 0 0,0 0 1 0 0,0-1 0 0 0,0 1-1 0 0,0 0 1 0 0,0 0-1 0 0,0 0 1 0 0,-1 0 0 0 0,1 0-1 0 0,-1 0 1 0 0,0 0-1 0 0,1 0 1 0 0,-1 0 0 0 0,0 0-1 0 0,0 0 1 0 0,0 0 0 0 0,0 0-1 0 0,-1 0 1 0 0,1 0-1 0 0,-1 0 1 0 0,1 0 0 0 0,-1 0-1 0 0,1 0 1 0 0,-2 2-1 0 0,-1 1 69 0 0,0-1-1 0 0,0 1 1 0 0,-1-1-1 0 0,1 0 1 0 0,-1 0-1 0 0,0 0 0 0 0,0-1 1 0 0,0 0-1 0 0,-1 1 1 0 0,-4 2-1 0 0,-5 2 30 0 0,0 0 1 0 0,0-1-1 0 0,-25 9 1 0 0,33-14-203 0 0,-1-1-1 0 0,1 1 1 0 0,0-1 0 0 0,-1 0 0 0 0,0-1 0 0 0,1 1 0 0 0,-1-1 0 0 0,1 0-1 0 0,-1-1 1 0 0,1 0 0 0 0,-12-2 0 0 0,0-5-2755 0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02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75 746 6447 0 0,'-2'23'-149'0'0,"-9"-4"12696"0"0,5-25-7680 0 0,-1-10-3021 0 0,-4-29 274 0 0,-9-64 1 0 0,17 88-1858 0 0,-5-61-74 0 0,3-123 0 0 0,4 70-102 0 0,0 43-87 0 0,3 88 0 0 0,2 10 0 0 0,2 8 0 0 0,0 1-7 0 0,1 0 0 0 0,0 0 0 0 0,1 0 0 0 0,0-1-1 0 0,2-1 1 0 0,-1 1 0 0 0,2-1 0 0 0,12 12 0 0 0,-17-19 4 0 0,0-1-1 0 0,0 1 1 0 0,0-1 0 0 0,1-1-1 0 0,0 1 1 0 0,0-1-1 0 0,0 0 1 0 0,1-1 0 0 0,-1 0-1 0 0,1 0 1 0 0,0 0 0 0 0,0-1-1 0 0,0 0 1 0 0,0-1 0 0 0,0 0-1 0 0,0 0 1 0 0,0 0-1 0 0,10-2 1 0 0,-10 1-9 0 0,1-1 1 0 0,-1-1-1 0 0,1 0 1 0 0,-1 0-1 0 0,9-4 1 0 0,-13 4 4 0 0,0 0-1 0 0,0 0 1 0 0,0-1 0 0 0,0 1 0 0 0,0-1 0 0 0,-1 0 0 0 0,1 0 0 0 0,-1 0 0 0 0,0-1 0 0 0,0 1-1 0 0,3-6 1 0 0,3-4 2 0 0,-2-1-1 0 0,1-1 0 0 0,-2 1 0 0 0,0-1 0 0 0,6-24 1 0 0,13-80-14 0 0,-25 111 30 0 0,0 7 106 0 0,1 4-97 0 0,0 1 1 0 0,0-1-1 0 0,0 1 1 0 0,-1-1-1 0 0,1 1 0 0 0,-1-1 1 0 0,0 7-1 0 0,0 2 9 0 0,6 78 0 0 0,22 199 142 0 0,-18-228-444 0 0,37 171-2489 0 0,-42-220 1662 0 0,-4-11 598 0 0,0 0 0 0 0,0 1 0 0 0,-1 0 0 0 0,1-1 0 0 0,0 1 0 0 0,-1-1 0 0 0,1 1 0 0 0,-1 2 0 0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02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15199 0 0,'0'0'1379'0'0,"8"-3"-755"0"0,43-12 9364 0 0,26-1-7435 0 0,-12 3-2389 0 0,-56 11-418 0 0,1 1 0 0 0,-1 0 0 0 0,0 1 0 0 0,12 0 1 0 0,-14 0-816 0 0,0 1 1 0 0,0 0 0 0 0,9 3-1 0 0,-9-1-1256 0 0</inkml:trace>
  <inkml:trace contextRef="#ctx0" brushRef="#br0" timeOffset="1">90 217 5983 0 0,'-14'19'19872'0'0,"19"-18"-22508"0"0,7 0 2829 0 0,1-1-1 0 0,0-1 1 0 0,0 0-1 0 0,0 0 1 0 0,15-4-1 0 0,8-1-284 0 0,72-16-2445 0 0,-79 15 1239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02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88 9215 0 0,'0'0'707'0'0,"-1"-2"-464"0"0,-3-23 888 0 0,3 20 231 0 0,-1 1-1 0 0,1-1 1 0 0,-1 1-1 0 0,0-1 1 0 0,-5-7 0 0 0,6 10-797 0 0,-1 0 0 0 0,1 0 0 0 0,-1 0 1 0 0,1 1-1 0 0,-1-1 0 0 0,0 0 1 0 0,0 1-1 0 0,0 0 0 0 0,0-1 1 0 0,0 1-1 0 0,0 0 0 0 0,0 0 1 0 0,-3-1-1 0 0,2 1-490 0 0,0 0 0 0 0,1 1 1 0 0,-1-1-1 0 0,0 1 0 0 0,0 0 1 0 0,0 0-1 0 0,0 0 0 0 0,-3 0 1 0 0,0 1 85 0 0,0 1 1 0 0,-1-1-1 0 0,1 1 1 0 0,0 0-1 0 0,0 1 1 0 0,0 0-1 0 0,0-1 1 0 0,1 2-1 0 0,-8 4 1 0 0,-6 7 9 0 0,-21 21 0 0 0,-2 1 109 0 0,37-34-266 0 0,1 1 0 0 0,0 0 0 0 0,1 0 0 0 0,-1 0 0 0 0,1 0 0 0 0,0 0 0 0 0,0 1 0 0 0,0 0 0 0 0,1-1 0 0 0,-1 1 0 0 0,-1 6 0 0 0,3-9-33 0 0,1-1 0 0 0,-1 1 0 0 0,1-1 0 0 0,0 1 0 0 0,-1 0 1 0 0,1-1-1 0 0,0 1 0 0 0,0 0 0 0 0,0-1 0 0 0,0 1 0 0 0,0-1 0 0 0,1 1 0 0 0,-1 0 0 0 0,0-1 0 0 0,1 1 0 0 0,-1 0 0 0 0,1-1 0 0 0,0 1 1 0 0,-1-1-1 0 0,1 1 0 0 0,0-1 0 0 0,0 0 0 0 0,0 1 0 0 0,0-1 0 0 0,0 0 0 0 0,0 0 0 0 0,0 1 0 0 0,1-1 0 0 0,-1 0 0 0 0,0 0 0 0 0,1 0 1 0 0,-1 0-1 0 0,0-1 0 0 0,1 1 0 0 0,2 1 0 0 0,-2-1-1 0 0,3 1-12 0 0,-1 0-1 0 0,1 0 1 0 0,0-1 0 0 0,0 0 0 0 0,0 0-1 0 0,0 0 1 0 0,0 0 0 0 0,0-1 0 0 0,0 0 0 0 0,1 0-1 0 0,-1 0 1 0 0,0 0 0 0 0,0-1 0 0 0,0 0 0 0 0,8-3-1 0 0,7-2-113 0 0,-1-1 0 0 0,27-13-1 0 0,-18 2 147 0 0,-23 14 0 0 0,0 1 0 0 0,1-1 0 0 0,-1 1 0 0 0,7-3 0 0 0,-11 5 11 0 0,0 1-1 0 0,0-1 1 0 0,0 1 0 0 0,0 0-1 0 0,0-1 1 0 0,0 1 0 0 0,0 0 0 0 0,0 0-1 0 0,0-1 1 0 0,0 1 0 0 0,0 0-1 0 0,0 0 1 0 0,0 0 0 0 0,0 0-1 0 0,0 0 1 0 0,0 0 0 0 0,0 1-1 0 0,0-1 1 0 0,0 0 0 0 0,0 0-1 0 0,0 1 1 0 0,0-1 0 0 0,0 1-1 0 0,0-1 1 0 0,0 1 0 0 0,0-1-1 0 0,-1 1 1 0 0,1 0 0 0 0,0-1 0 0 0,0 1-1 0 0,0 1 1 0 0,0 0 47 0 0,1 0 1 0 0,-2 0-1 0 0,1 0 0 0 0,0 1 1 0 0,0-1-1 0 0,-1 0 1 0 0,1 1-1 0 0,0 4 0 0 0,-1-3 11 0 0,3 20 298 0 0,-2 1 0 0 0,-3 43-1 0 0,1-12-202 0 0,1-14-424 0 0,2 0-1 0 0,1-1 1 0 0,12 53 0 0 0,-6-76-3842 0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03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 11055 0 0,'0'0'852'0'0,"-1"1"-560"0"0,-6 8-498 0 0,-11 20 14787 0 0,12-16-12375 0 0,6-12-1535 0 0,7 18 574 0 0,-5-18-1261 0 0,-1 1 0 0 0,1-1 0 0 0,-1 0 0 0 0,1 0-1 0 0,0 0 1 0 0,0-1 0 0 0,-1 1 0 0 0,1 0-1 0 0,0-1 1 0 0,0 1 0 0 0,0-1 0 0 0,0 1 0 0 0,0-1-1 0 0,0 0 1 0 0,-1 0 0 0 0,1 0 0 0 0,0 0 0 0 0,0 0-1 0 0,0 0 1 0 0,2-1 0 0 0,19-6-2515 0 0,-2-2-5532 0 0,-7 1-460 0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03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89 18687 0 0,'0'0'859'0'0,"0"-2"-26"0"0,-1-8-534 0 0,0 1-51 0 0,1 8 197 0 0,0-1-1 0 0,0 1 1 0 0,-1 0 0 0 0,1-1 0 0 0,-1 1 0 0 0,1 0-1 0 0,-1-1 1 0 0,1 1 0 0 0,-1 0 0 0 0,0 0 0 0 0,0 0-1 0 0,1 0 1 0 0,-1 0 0 0 0,-3-3 1777 0 0,1 4-1433 0 0,0 0-702 0 0,0 1 0 0 0,0-1 0 0 0,0 1 0 0 0,0 0-1 0 0,0 0 1 0 0,0 0 0 0 0,0 1 0 0 0,0-1 0 0 0,0 1 0 0 0,0 0-1 0 0,1 0 1 0 0,-1 0 0 0 0,1 0 0 0 0,-1 0 0 0 0,1 0 0 0 0,0 1-1 0 0,0-1 1 0 0,0 1 0 0 0,0-1 0 0 0,-2 4 0 0 0,-4 8-6 0 0,1 0 1 0 0,-12 27-1 0 0,17-33-69 0 0,-1 0-1 0 0,1-1 0 0 0,1 1 0 0 0,-1 0 1 0 0,2 0-1 0 0,-1 9 0 0 0,3-4-11 0 0,4 0 0 0 0,-4-10-2 0 0,0 0-1 0 0,1 0 1 0 0,-1 0-1 0 0,1-1 1 0 0,-1 1-1 0 0,1-1 1 0 0,0 0 0 0 0,0 0-1 0 0,0 0 1 0 0,0 0-1 0 0,0 0 1 0 0,1-1-1 0 0,-1 1 1 0 0,0-1-1 0 0,1 0 1 0 0,-1 0 0 0 0,1 0-1 0 0,-1-1 1 0 0,1 1-1 0 0,0-1 1 0 0,-1 0-1 0 0,8 0 1 0 0,3-2-46 0 0,1 0 1 0 0,-1-1-1 0 0,0-1 0 0 0,19-8 1 0 0,-15 6-20 0 0,-7 2 55 0 0,0 0 0 0 0,0-1 0 0 0,-1 0 0 0 0,0-1-1 0 0,0 0 1 0 0,0-1 0 0 0,10-9 0 0 0,-14 10 7 0 0,0 1-1 0 0,-1-1 0 0 0,1-1 0 0 0,-1 1 0 0 0,-1-1 0 0 0,1 1 0 0 0,-1-1 0 0 0,0-1 1 0 0,-1 1-1 0 0,1 0 0 0 0,1-10 0 0 0,-4 15 2 0 0,-1 0 1 0 0,0 0-1 0 0,0 0 1 0 0,0 0-1 0 0,0 0 1 0 0,0 0-1 0 0,-1 0 1 0 0,1 0-1 0 0,0 0 1 0 0,-1 0-1 0 0,0 0 1 0 0,1 0-1 0 0,-1 0 1 0 0,0 1-1 0 0,0-1 1 0 0,0 0-1 0 0,0 0 1 0 0,0 1-1 0 0,-1-1 1 0 0,1 1-1 0 0,0-1 1 0 0,-1 1-1 0 0,1-1 1 0 0,-3 0-1 0 0,-3-4-23 0 0,0 1 0 0 0,0 0-1 0 0,0 1 1 0 0,-11-5 0 0 0,2 1-331 0 0,-2 1-1 0 0,-22-7 1 0 0,34 13-42 0 0,0-1 0 0 0,1 1 1 0 0,-1 0-1 0 0,0 1 1 0 0,0 0-1 0 0,0 0 0 0 0,0 0 1 0 0,0 0-1 0 0,0 1 1 0 0,1 0-1 0 0,-10 3 0 0 0,-3 3-1441 0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03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73 7367 0 0,'0'0'568'0'0,"1"-8"96"0"0,-5-13 12269 0 0,3 19-12083 0 0,-5-3 1286 0 0,4 4-1978 0 0,1 1 1 0 0,-1 0 0 0 0,1 0-1 0 0,-1 0 1 0 0,1 1-1 0 0,-1-1 1 0 0,1 0-1 0 0,-1 1 1 0 0,1-1 0 0 0,-1 0-1 0 0,1 1 1 0 0,0 0-1 0 0,-1-1 1 0 0,-1 2-1 0 0,2-1 30 0 0,-8 3 78 0 0,1 1 0 0 0,0 0 0 0 0,1 1-1 0 0,0 0 1 0 0,-1 0 0 0 0,2 0-1 0 0,-13 15 1 0 0,-35 56 587 0 0,48-68-685 0 0,2-2-98 0 0,1-1 0 0 0,0 0 1 0 0,0 1-1 0 0,0 0 0 0 0,1 0 0 0 0,0 0 0 0 0,0 0 1 0 0,1 0-1 0 0,0 0 0 0 0,0 0 0 0 0,0 0 1 0 0,2 11-1 0 0,-1-15-74 0 0,0 0 0 0 0,0 0 1 0 0,1 0-1 0 0,0-1 1 0 0,0 1-1 0 0,-1 0 0 0 0,1 0 1 0 0,1 0-1 0 0,-1-1 1 0 0,0 1-1 0 0,1-1 0 0 0,0 1 1 0 0,-1-1-1 0 0,1 1 0 0 0,0-1 1 0 0,0 0-1 0 0,0 0 1 0 0,0 0-1 0 0,1 0 0 0 0,-1 0 1 0 0,0-1-1 0 0,1 1 1 0 0,0-1-1 0 0,-1 1 0 0 0,1-1 1 0 0,0 0-1 0 0,-1 0 0 0 0,1 0 1 0 0,0-1-1 0 0,0 1 1 0 0,0-1-1 0 0,5 1 0 0 0,2-1-42 0 0,0 1 0 0 0,0-2-1 0 0,0 0 1 0 0,0 0 0 0 0,0-1-1 0 0,0 0 1 0 0,0-1 0 0 0,10-3 0 0 0,-6 0-57 0 0,-1 0 0 0 0,1 0 0 0 0,-1-2 0 0 0,22-16 1 0 0,-24 15-97 0 0,-1 0 1 0 0,0-1-1 0 0,-1-1 1 0 0,0 0-1 0 0,-1 0 1 0 0,0-1-1 0 0,-1 1 1 0 0,0-2-1 0 0,-1 1 1 0 0,0-1-1 0 0,-1 0 1 0 0,0 0-1 0 0,-1-1 1 0 0,-1 1-1 0 0,2-15 1 0 0,-4 22-301 0 0,-1 0 0 0 0,0 0 0 0 0,0 1 1 0 0,-1-1-1 0 0,1 0 0 0 0,-1 1 0 0 0,-1-1 1 0 0,1 0-1 0 0,-1 1 0 0 0,0-1 0 0 0,-3-4 1 0 0,-1-2-1036 0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04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71 2303 0 0,'6'-5'844'0'0,"-3"1"1558"0"0,0 1-1 0 0,-1-1 0 0 0,1 0 1 0 0,-1 0-1 0 0,0 0 0 0 0,2-7 1 0 0,-4 11-2231 0 0,1-1 0 0 0,-1 0 1 0 0,0 0-1 0 0,0 0 0 0 0,0 0 1 0 0,0 0-1 0 0,0 1 0 0 0,0-1 1 0 0,0 0-1 0 0,0 0 0 0 0,0 0 1 0 0,0 0-1 0 0,0 1 0 0 0,-1-1 0 0 0,1 0 1 0 0,0 0-1 0 0,-1 0 0 0 0,1 1 1 0 0,0-1-1 0 0,-1 0 0 0 0,1 0 1 0 0,-1 1-1 0 0,1-1 0 0 0,-1 0 1 0 0,0 1-1 0 0,1-1 0 0 0,-1 1 1 0 0,1-1-1 0 0,-1 1 0 0 0,0-1 1 0 0,0 1-1 0 0,1-1 0 0 0,-1 1 1 0 0,0 0-1 0 0,0-1 0 0 0,0 1 1 0 0,-1-1-1 0 0,-2 0 84 0 0,1 0 1 0 0,-1 0-1 0 0,0 0 0 0 0,0 0 0 0 0,0 1 1 0 0,-6-1-1 0 0,2 2-191 0 0,1 0 0 0 0,0 1 0 0 0,0-1 0 0 0,1 1 1 0 0,-1 0-1 0 0,0 1 0 0 0,1 0 0 0 0,-1 0 0 0 0,1 0 1 0 0,0 1-1 0 0,0 0 0 0 0,0 0 0 0 0,0 0 0 0 0,1 1 0 0 0,-7 8 1 0 0,-6 6 193 0 0,2 2 0 0 0,-25 41 0 0 0,39-60-258 0 0,-2 4 0 0 0,1 0 0 0 0,0 1-1 0 0,-1-1 1 0 0,-2 12 0 0 0,5-15-4 0 0,0 1 1 0 0,1-1-1 0 0,-1 0 1 0 0,1 0-1 0 0,0 1 1 0 0,0-1-1 0 0,0 0 0 0 0,0 1 1 0 0,0-1-1 0 0,1 0 1 0 0,1 6-1 0 0,-1-7-54 0 0,1 0 1 0 0,0 1-1 0 0,0-1 1 0 0,0 0-1 0 0,0 0 0 0 0,0 0 1 0 0,1 0-1 0 0,-1-1 0 0 0,1 1 1 0 0,-1-1-1 0 0,1 1 1 0 0,-1-1-1 0 0,6 2 0 0 0,-4-2-8 0 0,0 0 0 0 0,0 0 0 0 0,0-1 0 0 0,0 1 0 0 0,0-1 0 0 0,0 0 0 0 0,0 0 0 0 0,0-1 0 0 0,0 1 0 0 0,0-1 0 0 0,0 0 0 0 0,0 0 0 0 0,0 0 0 0 0,4-2 0 0 0,8-4-115 0 0,29-16 1 0 0,-39 20 171 0 0,9-6 6 0 0,-1-1-1 0 0,21-19 1 0 0,10-6 412 0 0,-44 34-202 0 0,0 0-190 0 0,-1 1 1 0 0,0 0-1 0 0,0 0 1 0 0,0 0-1 0 0,0 0 1 0 0,0 0-1 0 0,0-1 0 0 0,0 1 1 0 0,0 0-1 0 0,0 0 1 0 0,0 0-1 0 0,0 0 1 0 0,1 0-1 0 0,-1 0 1 0 0,0-1-1 0 0,0 1 1 0 0,0 0-1 0 0,0 0 1 0 0,0 0-1 0 0,1 0 0 0 0,-1 0 1 0 0,0 0-1 0 0,0 0 1 0 0,0 0-1 0 0,0 0 1 0 0,0 0-1 0 0,1 0 1 0 0,-1 0-1 0 0,0 0 1 0 0,0 0-1 0 0,0 0 1 0 0,0 0-1 0 0,1 0 1 0 0,-1 0-1 0 0,0 0 0 0 0,0 0 1 0 0,0 0-1 0 0,1 0 1 0 0,5 6 961 0 0,2 9-269 0 0,-2 12-251 0 0,0 1 0 0 0,3 52 1 0 0,-3-16-323 0 0,5 109-55 0 0,-8-97-84 0 0,1-7-110 0 0,-4-68-135 0 0,3 2-1099 0 0,-3-3 1301 0 0,0 0-1 0 0,0 0 1 0 0,0 1-1 0 0,1-1 1 0 0,-1 0-1 0 0,0 0 1 0 0,0 0-1 0 0,0 1 1 0 0,0-1-1 0 0,0 0 1 0 0,0 0-1 0 0,0 0 1 0 0,1 0-1 0 0,-1 1 1 0 0,0-1-1 0 0,0 0 1 0 0,0 0-1 0 0,0 0 1 0 0,0 0-1 0 0,1 0 1 0 0,-1 0-1 0 0,0 0 1 0 0,0 0-1 0 0,0 1 1 0 0,1-1-1 0 0,-1 0 1 0 0,0 0-1 0 0,0 0 1 0 0,0 0-1 0 0,1 0 1 0 0,-1 0-1 0 0,0 0 1 0 0,0 0-1 0 0,9-1-2723 0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04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9215 0 0,'0'0'16068'0'0,"2"0"-14993"0"0,1 3-838 0 0,1-1 0 0 0,-1 0 0 0 0,0 1 0 0 0,0 0 0 0 0,0 0 0 0 0,0 0 0 0 0,-1 0 0 0 0,1 0 0 0 0,-1 0 1 0 0,0 1-1 0 0,0-1 0 0 0,0 1 0 0 0,1 3 0 0 0,4 11 237 0 0,8 27 1 0 0,-10-28-238 0 0,5 24 99 0 0,-1 0 0 0 0,5 80 0 0 0,1 6-649 0 0,-15-125 150 0 0,0-1 0 0 0,1 0 0 0 0,-1 0 1 0 0,0 0-1 0 0,0 0 0 0 0,1 0 0 0 0,-1 1 1 0 0,0-1-1 0 0,1 0 0 0 0,-1 0 1 0 0,1 0-1 0 0,-1 0 0 0 0,1 0 0 0 0,0 0 1 0 0,0-1-1 0 0,-1 1 0 0 0,1 0 0 0 0,0 0 1 0 0,0 0-1 0 0,0-1 0 0 0,1 2 0 0 0,-1-2-159 0 0,1 0-1 0 0,-1 1 0 0 0,1-1 0 0 0,-1 0 1 0 0,1-1-1 0 0,-1 1 0 0 0,1 0 1 0 0,-1 0-1 0 0,0 0 0 0 0,1-1 0 0 0,-1 1 1 0 0,1-1-1 0 0,-1 1 0 0 0,0-1 1 0 0,0 0-1 0 0,1 1 0 0 0,0-2 1 0 0,11-6-7912 0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05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73 3679 0 0,'2'-5'786'0'0,"9"-24"-2059"0"0,-10 15 3458 0 0,-5 0 6816 0 0,4 13-8630 0 0,-1 0 1 0 0,1 1-1 0 0,-1-1 1 0 0,1 0-1 0 0,-1 0 1 0 0,0 1-1 0 0,1-1 1 0 0,-1 1-1 0 0,0-1 0 0 0,0 1 1 0 0,0-1-1 0 0,1 1 1 0 0,-1-1-1 0 0,0 1 1 0 0,0 0-1 0 0,0-1 1 0 0,0 1-1 0 0,0 0 1 0 0,0 0-1 0 0,0 0 0 0 0,0 0 1 0 0,0 0-1 0 0,-1 0 1 0 0,0 0-8 0 0,-1 0 1 0 0,1 0-1 0 0,-1 1 1 0 0,1-1-1 0 0,-1 1 1 0 0,1-1-1 0 0,-3 2 0 0 0,-6 4 208 0 0,0 0 0 0 0,1 1 0 0 0,0 0 0 0 0,0 1 0 0 0,-16 15-1 0 0,-39 50 333 0 0,48-52-560 0 0,9-13-282 0 0,1 2 1 0 0,1-1-1 0 0,0 1 0 0 0,-7 14 1 0 0,11-19-62 0 0,0 0 1 0 0,0-1 0 0 0,1 1 0 0 0,-1 0 0 0 0,1 0 0 0 0,0 0 0 0 0,1 0 0 0 0,-1 0-1 0 0,1 0 1 0 0,0 0 0 0 0,0 1 0 0 0,1 5 0 0 0,0-9-14 0 0,0 1 1 0 0,0-1-1 0 0,0 0 1 0 0,0 0-1 0 0,1 1 1 0 0,-1-1-1 0 0,1 0 1 0 0,-1 0-1 0 0,1 0 1 0 0,0-1-1 0 0,-1 1 1 0 0,1 0-1 0 0,0-1 1 0 0,0 1-1 0 0,0-1 1 0 0,1 0-1 0 0,-1 1 1 0 0,0-1-1 0 0,0 0 0 0 0,4 1 1 0 0,3 1-76 0 0,0-1 0 0 0,-1 1 1 0 0,1-2-1 0 0,13 2 0 0 0,-6-2-66 0 0,1-1-1 0 0,0-1 0 0 0,-1 0 1 0 0,1-1-1 0 0,-1-1 1 0 0,0-1-1 0 0,1 0 1 0 0,19-9-1 0 0,-15 5-16 0 0,0-2 0 0 0,-1 0 0 0 0,0-2 0 0 0,-1 0 0 0 0,27-22-1 0 0,-23 14 91 0 0,29-33-1 0 0,-47 48 101 0 0,-1-1 0 0 0,-1 1-1 0 0,1-1 1 0 0,-1 0 0 0 0,5-10 0 0 0,-7 14 32 0 0,0 0 1 0 0,-1 0-1 0 0,1 0 1 0 0,0 0-1 0 0,-1 0 1 0 0,1 0-1 0 0,-1 0 1 0 0,0 0-1 0 0,0 0 1 0 0,0 0-1 0 0,0-1 1 0 0,0 1-1 0 0,0 0 1 0 0,-1 0-1 0 0,1 0 0 0 0,0 0 1 0 0,-1 0-1 0 0,0 0 1 0 0,0 0-1 0 0,1 0 1 0 0,-2-2-1 0 0,1 3-3 0 0,0 0 0 0 0,0 0-1 0 0,0 0 1 0 0,1 1-1 0 0,-1-1 1 0 0,0 0-1 0 0,0 0 1 0 0,0 1 0 0 0,0-1-1 0 0,0 0 1 0 0,0 1-1 0 0,0-1 1 0 0,-1 1 0 0 0,1 0-1 0 0,0-1 1 0 0,0 1-1 0 0,0 0 1 0 0,0 0 0 0 0,-3-1-1 0 0,2 1-11 0 0,-1 1 0 0 0,1-1-1 0 0,-1 0 1 0 0,1 1 0 0 0,-1 0-1 0 0,1 0 1 0 0,0-1 0 0 0,-1 1 0 0 0,-2 2-1 0 0,-2 1-8 0 0,0 1-1 0 0,0 0 1 0 0,0 0-1 0 0,-9 10 0 0 0,9-8-24 0 0,1 0-1 0 0,0 0 0 0 0,0 1 1 0 0,-10 16-1 0 0,14-20-2 0 0,1 0 0 0 0,-1-1 0 0 0,1 1 0 0 0,-1 0 0 0 0,1 0 0 0 0,0 0 0 0 0,0 0-1 0 0,1 0 1 0 0,-1 1 0 0 0,1-1 0 0 0,0 0 0 0 0,0 0 0 0 0,1 0 0 0 0,0 5 0 0 0,3 0-16 0 0,-2-6-14 0 0,1-1 0 0 0,0 1 0 0 0,0-1-1 0 0,0 0 1 0 0,0 0 0 0 0,0 0 0 0 0,1 0 0 0 0,-1-1 0 0 0,0 1-1 0 0,1-1 1 0 0,-1 0 0 0 0,1 0 0 0 0,0 0 0 0 0,-1 0 0 0 0,1-1-1 0 0,0 1 1 0 0,-1-1 0 0 0,1 0 0 0 0,0 0 0 0 0,-1-1 0 0 0,1 1-1 0 0,0-1 1 0 0,-1 0 0 0 0,1 0 0 0 0,-1 0 0 0 0,1 0 0 0 0,-1 0 0 0 0,6-4-1 0 0,5-3 7 0 0,-8 6 10 0 0,-1-1-1 0 0,1-1 0 0 0,-1 1 1 0 0,0-1-1 0 0,0 0 0 0 0,0 0 1 0 0,7-9-1 0 0,5-8 15 0 0,-7 9 0 0 0,15-21 0 0 0,-24 30 3 0 0,3-11 1414 0 0,-5 16-1378 0 0,-1 0 0 0 0,1-1 1 0 0,0 1-1 0 0,0 0 0 0 0,0 0 0 0 0,0 0 0 0 0,0 0 0 0 0,-1 3 1 0 0,2-4 3 0 0,-3 6-25 0 0,1 0 1 0 0,0 0-1 0 0,0 1 1 0 0,1-1-1 0 0,0 0 0 0 0,0 0 1 0 0,0 1-1 0 0,1-1 1 0 0,1 0-1 0 0,1 14 0 0 0,3 4 120 0 0,15 44-1 0 0,2 7-30 0 0,-15-40-105 0 0,20 126 30 0 0,-25-139-24 0 0,-1 0 0 0 0,0 0 1 0 0,-2 0-1 0 0,-7 46 0 0 0,6-63 2 0 0,0 0 1 0 0,0 0-1 0 0,0-1 1 0 0,-1 1 0 0 0,1-1-1 0 0,-1 0 1 0 0,-1 1-1 0 0,1-1 1 0 0,-1-1-1 0 0,0 1 1 0 0,0 0-1 0 0,0-1 1 0 0,0 0 0 0 0,-1 0-1 0 0,0 0 1 0 0,0-1-1 0 0,0 1 1 0 0,0-1-1 0 0,-1-1 1 0 0,1 1 0 0 0,-1-1-1 0 0,-7 3 1 0 0,0-1 3 0 0,-1-1 1 0 0,1 0-1 0 0,-1 0 1 0 0,1-2-1 0 0,-1 0 1 0 0,0 0-1 0 0,1-1 1 0 0,-27-4-1 0 0,-5-2-43 0 0,-46-9-351 0 0,64 9-879 0 0,-44-16 1 0 0,32 3-8825 0 0,30 13 1652 0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07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10135 0 0,'0'0'778'0'0,"1"-8"-476"0"0,7-26 15042 0 0,-4 42-14912 0 0,0 1-1 0 0,-1-1 1 0 0,0 1-1 0 0,3 17 1 0 0,5 42 255 0 0,-8-40-453 0 0,2 6-168 0 0,42 222 605 0 0,-42-234-709 0 0,0-1 0 0 0,-2 1 0 0 0,2 39 0 0 0,-5-60-161 0 0,0 0 0 0 0,0 1 0 0 0,0-1 0 0 0,-1 0 0 0 0,1 1 0 0 0,0-1 0 0 0,0 0 0 0 0,-1 1-1 0 0,1-1 1 0 0,-1 0 0 0 0,1 0 0 0 0,-1 0 0 0 0,1 1 0 0 0,-2 1 0 0 0,1-3 39 0 0,1 0 0 0 0,-1 0 0 0 0,1 1 0 0 0,-1-1 1 0 0,1 0-1 0 0,-1 0 0 0 0,1 0 0 0 0,-1 0 0 0 0,1 1 0 0 0,-1-1 0 0 0,1 0 0 0 0,-1 0 0 0 0,1 0 0 0 0,-1 0 0 0 0,1 0 1 0 0,-1 0-1 0 0,0-1 0 0 0,1 1 0 0 0,-1 0 0 0 0,1 0 0 0 0,-1 0 0 0 0,1 0 0 0 0,-1-1 0 0 0,1 1 0 0 0,-1 0 0 0 0,1 0 1 0 0,0-1-1 0 0,-1 1 0 0 0,1 0 0 0 0,-1-1 0 0 0,1 1 0 0 0,0 0 0 0 0,-1-1 0 0 0,1 1 0 0 0,0-1 0 0 0,-1 0 1 0 0,-6-7-1931 0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07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23 126 20671 0 0,'-8'-2'1877'0'0,"7"2"-1813"0"0,1 0 0 0 0,-1 0-1 0 0,0 0 1 0 0,1 0 0 0 0,-1-1-1 0 0,0 1 1 0 0,1 0-1 0 0,-1 0 1 0 0,0-1 0 0 0,1 1-1 0 0,-1 0 1 0 0,1-1 0 0 0,-1 1-1 0 0,1 0 1 0 0,-1-1-1 0 0,1 1 1 0 0,-1-1 0 0 0,1 1-1 0 0,-1-1 1 0 0,1 1 0 0 0,0-1-1 0 0,-1 0 1 0 0,1 1-1 0 0,0-1 1 0 0,-1 1 0 0 0,1-1-1 0 0,0 0 1 0 0,0 1 0 0 0,0-1-1 0 0,0 0 1 0 0,-1 1-1 0 0,1-1 1 0 0,0 0 0 0 0,0 1-1 0 0,0-1 1 0 0,0 0 0 0 0,0 1-1 0 0,1-1 1 0 0,-1 0-1 0 0,0 1 1 0 0,0-1 0 0 0,0 1-1 0 0,0-1 1 0 0,1 0 0 0 0,-1 1-1 0 0,0-1 1 0 0,1 1-1 0 0,-1-1 1 0 0,1 0 0 0 0,3-4 224 0 0,0 0 0 0 0,0 0 0 0 0,1 1-1 0 0,0 0 1 0 0,0 0 0 0 0,0 0 0 0 0,0 0 0 0 0,0 1 0 0 0,7-4 0 0 0,9-2 30 0 0,23-9 1 0 0,-23 12-268 0 0,0 0 0 0 0,0 1 0 0 0,1 1 0 0 0,-1 1 1 0 0,1 1-1 0 0,0 1 0 0 0,25 2 0 0 0,-39 0-52 0 0,1 0 0 0 0,-1 0 1 0 0,1 1-1 0 0,-1 0 0 0 0,1 1 0 0 0,-1-1 0 0 0,0 2 0 0 0,0-1 1 0 0,-1 1-1 0 0,1 0 0 0 0,8 7 0 0 0,-12-8 8 0 0,-1 0 0 0 0,1 0 0 0 0,-1 0 0 0 0,0 0 0 0 0,0 1 0 0 0,0 0 0 0 0,-1-1 0 0 0,1 1 1 0 0,-1 0-1 0 0,0 0 0 0 0,0 0 0 0 0,0 1 0 0 0,-1-1 0 0 0,0 0 0 0 0,1 1 0 0 0,-2-1 0 0 0,1 1 0 0 0,0-1 0 0 0,-1 1 0 0 0,0-1 0 0 0,0 1 0 0 0,-1 8 0 0 0,-2 1 9 0 0,0 0 0 0 0,-1 0 0 0 0,-1-1-1 0 0,0 0 1 0 0,0 0 0 0 0,-2 0 0 0 0,1-1 0 0 0,-2 0 0 0 0,0 0 0 0 0,0 0 0 0 0,-1-1-1 0 0,-10 10 1 0 0,-17 15-132 0 0,-79 60 0 0 0,113-94 98 0 0,-12 8-726 0 0,10-8 320 0 0,1 0-1 0 0,-1 0 1 0 0,1 0-1 0 0,0 1 1 0 0,0 0-1 0 0,0-1 1 0 0,0 1-1 0 0,1 0 1 0 0,-1 1-1 0 0,-3 5 1 0 0,4 0-1911 0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08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18 300 22831 0 0,'0'0'2071'0'0,"-1"2"-1703"0"0,-1 2-171 0 0,0 0 0 0 0,0 1-1 0 0,0-1 1 0 0,0 1 0 0 0,0 0 0 0 0,1-1 0 0 0,0 1 0 0 0,0 0 0 0 0,1 0 0 0 0,-1 9 0 0 0,1-6 154 0 0,-1 5-135 0 0,2-1 0 0 0,-1 1 0 0 0,2-1 0 0 0,0 1-1 0 0,0-1 1 0 0,1 0 0 0 0,0 0 0 0 0,1 0 0 0 0,1 0 0 0 0,7 13 0 0 0,-12-24-396 0 0,1 0 0 0 0,-1 0 1 0 0,1-1-1 0 0,0 1 1 0 0,0 0-1 0 0,-1 0 0 0 0,1 0 1 0 0,0-1-1 0 0,0 1 1 0 0,0-1-1 0 0,0 1 0 0 0,0 0 1 0 0,0-1-1 0 0,0 1 0 0 0,0-1 1 0 0,0 0-1 0 0,0 1 1 0 0,0-1-1 0 0,0 0 0 0 0,0 0 1 0 0,0 0-1 0 0,0 0 1 0 0,1 0-1 0 0,-1 0 0 0 0,0 0 1 0 0,0 0-1 0 0,0 0 0 0 0,0 0 1 0 0,0 0-1 0 0,0-1 1 0 0,0 1-1 0 0,0 0 0 0 0,0-1 1 0 0,1 0-1 0 0,8-4-1568 0 0</inkml:trace>
  <inkml:trace contextRef="#ctx0" brushRef="#br0" timeOffset="1">315 0 22975 0 0,'0'0'3115'0'0,"8"3"-1758"0"0,2-1-925 0 0,0-1 0 0 0,1 0 1 0 0,-1 0-1 0 0,0-1 0 0 0,0-1 0 0 0,12-1 0 0 0,21-1-369 0 0,6 6-698 0 0,-18 5-3159 0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08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67 9671 0 0,'-4'8'13716'0'0,"14"-11"-12852"0"0,-4 2-810 0 0,126-29 372 0 0,-104 22-1788 0 0,29-13 0 0 0,-33 10-854 0 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09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1 8287 0 0,'0'0'639'0'0,"-2"1"-415"0"0,-6 2 153 0 0,1 0 2770 0 0,1 0 0 0 0,-1 0 0 0 0,-8 6 0 0 0,2 3-1671 0 0,5-3-917 0 0,1 1 1 0 0,0 0-1 0 0,1 0 0 0 0,0 1 0 0 0,0 0 1 0 0,1 0-1 0 0,1 0 0 0 0,0 0 0 0 0,0 1 1 0 0,-2 17-1 0 0,1 4-39 0 0,1-1-1 0 0,1 53 1 0 0,2-75-474 0 0,2 0-1 0 0,0 0 1 0 0,0 0 0 0 0,0 0 0 0 0,1 0 0 0 0,7 18 0 0 0,-8-25-46 0 0,1 1 0 0 0,0-1 0 0 0,-1 0 0 0 0,1 1 0 0 0,0-1 0 0 0,1 0 0 0 0,-1 0 0 0 0,1-1 0 0 0,-1 1 0 0 0,1 0 0 0 0,0-1 0 0 0,0 0 0 0 0,0 1 0 0 0,0-1 0 0 0,0 0 0 0 0,0-1 0 0 0,1 1 0 0 0,-1-1 0 0 0,1 1 0 0 0,-1-1 0 0 0,7 1 0 0 0,0 0-43 0 0,1-1 0 0 0,-1-1 0 0 0,0 0 0 0 0,0-1 1 0 0,0 1-1 0 0,0-2 0 0 0,12-2 0 0 0,-5-1-17 0 0,-1 1 1 0 0,-1-2-1 0 0,25-12 1 0 0,-30 13 46 0 0,-1-1 1 0 0,0 0-1 0 0,-1 0 1 0 0,1-1-1 0 0,-1 0 1 0 0,-1-1-1 0 0,1 1 1 0 0,-1-2-1 0 0,-1 1 1 0 0,0-1-1 0 0,0 0 1 0 0,0 0 0 0 0,7-19-1 0 0,-7 14 9 0 0,-1-1 1 0 0,-1 1-1 0 0,0-1 1 0 0,-1 0-1 0 0,-1 0 0 0 0,0 0 1 0 0,-1 0-1 0 0,-1-1 1 0 0,-1-17-1 0 0,0 26 2 0 0,0 0 1 0 0,0-1-1 0 0,-1 1 0 0 0,0 0 0 0 0,0 0 1 0 0,-1 0-1 0 0,1 0 0 0 0,-2 1 0 0 0,1-1 1 0 0,-6-7-1 0 0,7 11-17 0 0,-1-1 0 0 0,1 1-1 0 0,-1 0 1 0 0,0 0 0 0 0,0 1 0 0 0,-1-1 0 0 0,1 1 0 0 0,-1-1-1 0 0,1 1 1 0 0,-1 0 0 0 0,0 0 0 0 0,1 1 0 0 0,-1-1-1 0 0,0 1 1 0 0,0 0 0 0 0,0 0 0 0 0,0 0 0 0 0,0 0 0 0 0,-6 0-1 0 0,3 1-167 0 0,0 0 0 0 0,0 1 0 0 0,0-1 0 0 0,0 1 0 0 0,1 1 0 0 0,-1-1 0 0 0,0 1 0 0 0,1 0-1 0 0,-9 4 1 0 0,10-3-499 0 0,1 0-1 0 0,-1 0 0 0 0,0 0 1 0 0,1 0-1 0 0,0 1 1 0 0,0-1-1 0 0,-5 6 0 0 0,0 2-7850 0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09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1 307 17047 0 0,'0'0'1543'0'0,"0"1"-1268"0"0,2 30 349 0 0,1-10 3018 0 0,-3-18-2904 0 0,1 0 0 0 0,-1 0 0 0 0,1 0 0 0 0,0 0 0 0 0,0 0 1 0 0,0 0-1 0 0,3 5 0 0 0,-1-4-550 0 0,0 0 1 0 0,1 0 0 0 0,-1 0 0 0 0,1-1 0 0 0,7 6-1 0 0,-8-7-408 0 0,-1-1 0 0 0,1 1 0 0 0,-1-1 0 0 0,1 0 0 0 0,-1 0 0 0 0,1 0-1 0 0,0 0 1 0 0,0 0 0 0 0,-1-1 0 0 0,7 1 0 0 0,-4 0-1055 0 0,1-1 0 0 0,0 0-1 0 0,-1 0 1 0 0,8-2 0 0 0,0-1-6689 0 0</inkml:trace>
  <inkml:trace contextRef="#ctx0" brushRef="#br0" timeOffset="0.49">396 0 19783 0 0,'0'0'6499'0'0,"0"3"-5459"0"0,2 24 420 0 0,1 1 1 0 0,7 28 0 0 0,1 9-982 0 0,20 143-207 0 0,-14-122-552 0 0,-17-85 90 0 0,0-1 0 0 0,0 1 0 0 0,0 0 0 0 0,0-1 0 0 0,1 1 0 0 0,-1-1 0 0 0,0 1 0 0 0,0 0-1 0 0,1-1 1 0 0,-1 1 0 0 0,0-1 0 0 0,1 1 0 0 0,-1-1 0 0 0,1 1 0 0 0,-1-1 0 0 0,1 1 0 0 0,-1-1 0 0 0,1 1 0 0 0,-1-1 0 0 0,1 0 0 0 0,-1 1 0 0 0,1-1 0 0 0,0 0 0 0 0,-1 0-1 0 0,1 1 1 0 0,-1-1 0 0 0,1 0 0 0 0,0 0 0 0 0,-1 0 0 0 0,2 1 0 0 0,8-1-2270 0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10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79 569 19319 0 0,'0'0'1751'0'0,"-1"2"-1440"0"0,-11 16 5378 0 0,9-17-3545 0 0,2-1-2018 0 0,0 0 0 0 0,0 0 0 0 0,0 0 0 0 0,1-1 0 0 0,-1 1 0 0 0,0 0 0 0 0,0-1 1 0 0,1 1-1 0 0,-1-1 0 0 0,0 1 0 0 0,1-1 0 0 0,-1 1 0 0 0,0-1 0 0 0,1 1 0 0 0,-1-1 0 0 0,1 0 0 0 0,-1 1 1 0 0,0-2-1 0 0,-10-21 309 0 0,-6-13-164 0 0,11 15-240 0 0,1 0-1 0 0,2-1 0 0 0,0 0 1 0 0,0-37-1 0 0,11-88-53 0 0,-6 117 33 0 0,9-152-10 0 0,-11 171-11 0 0,0 11 10 0 0,0 0-1 0 0,0-1 0 0 0,0 1 1 0 0,0 0-1 0 0,0 0 0 0 0,1-1 0 0 0,-1 1 1 0 0,0 0-1 0 0,0-1 0 0 0,0 1 1 0 0,0 0-1 0 0,0-1 0 0 0,0 1 0 0 0,0 0 1 0 0,1 0-1 0 0,-1-1 0 0 0,0 1 1 0 0,0 0-1 0 0,0 0 0 0 0,1-1 0 0 0,-1 1 1 0 0,0 0-1 0 0,0 0 0 0 0,1-1 1 0 0,11 2-10 0 0,1 5 11 0 0,-9-4 0 0 0,0 1 0 0 0,8 13 0 0 0,-4-1 0 0 0,0-1 0 0 0,-1 0 0 0 0,-2-2 11 0 0,-4-10 106 0 0,10 4-41 0 0,-7-2-28 0 0,0 0-38 0 0,0 1 1 0 0,-1-1-1 0 0,1 1 0 0 0,-1 0 0 0 0,0 0 1 0 0,0 0-1 0 0,-1 1 0 0 0,1-1 1 0 0,2 11-1 0 0,3 6 11 0 0,48 113-21 0 0,6 12 0 0 0,-60-144 0 0 0,1 15 0 0 0,8-82 0 0 0,-4 22-123 0 0,22-71-1 0 0,-19 76 88 0 0,4-10-3 0 0,3 1 0 0 0,32-65 0 0 0,-46 104 50 0 0,7 16 54 0 0,-6-3-53 0 0,0 0 0 0 0,-1 0 0 0 0,0 0 0 0 0,-1 1 1 0 0,1-1-1 0 0,-1 1 0 0 0,2 9 0 0 0,5 51 24 0 0,-7-45-34 0 0,2 11 8 0 0,1 1 1 0 0,1-1 0 0 0,2 0-1 0 0,14 38 1 0 0,-14-49-50 0 0,7 15-110 0 0,-14-34 44 0 0,0-1 0 0 0,1 1 0 0 0,-1-1 0 0 0,1 0 0 0 0,0 1 0 0 0,0-1 0 0 0,0 0-1 0 0,0 0 1 0 0,0 0 0 0 0,4 3 0 0 0,-5-5-42 0 0,0 0-1 0 0,0 1 1 0 0,0-1 0 0 0,0 0 0 0 0,0 0-1 0 0,0 0 1 0 0,0 1 0 0 0,0-1-1 0 0,-1 0 1 0 0,1 0 0 0 0,0 0-1 0 0,0-1 1 0 0,0 1 0 0 0,0 0 0 0 0,0 0-1 0 0,0 0 1 0 0,0-1 0 0 0,0 1-1 0 0,-1 0 1 0 0,1-1 0 0 0,0 1-1 0 0,0-1 1 0 0,0 1 0 0 0,-1-1 0 0 0,2 0-1 0 0,0-1-345 0 0,1 0-1 0 0,-1 0 0 0 0,0 0 1 0 0,0 0-1 0 0,0 0 0 0 0,1-3 1 0 0,4-8-1382 0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10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22607 0 0,'0'0'2047'0'0,"-1"1"-1686"0"0,-3 13 541 0 0,1 0 0 0 0,1 1 0 0 0,0-1 0 0 0,0 0 0 0 0,2 26 0 0 0,11 73 417 0 0,9-7-1056 0 0,5 31-286 0 0,-25-135-249 0 0,1 0-249 0 0,-1-1 439 0 0,0-1 0 0 0,0 0 0 0 0,0 0 0 0 0,0 1 0 0 0,1-1 0 0 0,-1 0 0 0 0,0 0 0 0 0,0 0 0 0 0,0 1 0 0 0,0-1 0 0 0,0 0 0 0 0,0 0 0 0 0,0 0 0 0 0,0 1 0 0 0,1-1 0 0 0,-1 0 0 0 0,0 0 0 0 0,0 0 0 0 0,0 1 0 0 0,0-1 0 0 0,1 0 0 0 0,-1 0 0 0 0,0 0 0 0 0,0 0 0 0 0,0 0 0 0 0,1 0 0 0 0,-1 0 0 0 0,0 1 0 0 0,0-1 0 0 0,0 0 0 0 0,1 0 0 0 0,-1 0 0 0 0,2-5-667 0 0,0 1 0 0 0,0-1 0 0 0,-1 0 1 0 0,1 0-1 0 0,-1 0 0 0 0,-1 0 0 0 0,1 0 0 0 0,0-7 0 0 0,-1-13-7343 0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11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22319 0 0,'-2'1'3634'0'0,"6"1"-1320"0"0,16 1-548 0 0,32 5-2019 0 0,-47-7 664 0 0,49 2-242 0 0,-39-3-121 0 0,-1 1 0 0 0,1 0-1 0 0,19 5 1 0 0,-3 1-27 0 0,-20-5-2 0 0,0 1 0 0 0,0 0 1 0 0,0 0-1 0 0,17 9 0 0 0,-14-4-7 0 0,-11-5-7 0 0,-1 1 42 0 0,-1-1-44 0 0,0 0 1 0 0,0 0-1 0 0,0 0 0 0 0,-1 0 0 0 0,1 0 0 0 0,-1 0 0 0 0,0 0 0 0 0,0 0 0 0 0,0 0 1 0 0,0 0-1 0 0,0-1 0 0 0,-1 1 0 0 0,1 0 0 0 0,-1 0 0 0 0,0 0 0 0 0,0 0 0 0 0,0 0 0 0 0,0-1 1 0 0,0 1-1 0 0,-1 0 0 0 0,-1 2 0 0 0,-3 5-2 0 0,0 0 0 0 0,-1 0 1 0 0,-1 0-1 0 0,-8 8 0 0 0,-5 2-125 0 0,-1-1 0 0 0,-36 24 0 0 0,16-13-1997 0 0,31-21 127 0 0,3 0-4760 0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11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10 4607 0 0,'2'0'208'0'0,"23"-9"14587"0"0,-41 9-11699 0 0,9 2-2518 0 0,-1 0 0 0 0,1 0 0 0 0,-1 0 1 0 0,1 1-1 0 0,0 0 0 0 0,0 1 0 0 0,0-1 1 0 0,-7 6-1 0 0,-49 40 398 0 0,53-40-683 0 0,0-1-199 0 0,0 1 0 0 0,1 0 0 0 0,0 0 0 0 0,0 1 0 0 0,1 0 0 0 0,1 1 0 0 0,0 0 0 0 0,0 0 0 0 0,1 1 0 0 0,0-1 0 0 0,1 1 0 0 0,0 1 0 0 0,-2 12 0 0 0,6-23-103 0 0,1 0 0 0 0,-1 0 0 0 0,1 0 0 0 0,0 1 0 0 0,0-1 0 0 0,0 0 0 0 0,0 0 0 0 0,1 0 0 0 0,-1 0 0 0 0,0 0-1 0 0,1 0 1 0 0,-1 0 0 0 0,1 0 0 0 0,0 0 0 0 0,0 0 0 0 0,0 0 0 0 0,0 0 0 0 0,1 2 0 0 0,0-3-1 0 0,-1 0 0 0 0,0 1 0 0 0,0-1 0 0 0,1 0 0 0 0,-1 0 0 0 0,1 0 0 0 0,-1 0 0 0 0,1-1 0 0 0,-1 1 0 0 0,1 0 0 0 0,0-1 0 0 0,-1 1 0 0 0,1-1 0 0 0,0 1 0 0 0,0-1 0 0 0,-1 0 0 0 0,1 0 0 0 0,0 1 0 0 0,0-1 0 0 0,-1-1 0 0 0,4 1 0 0 0,13-3-96 0 0,0-1-1 0 0,0 0 1 0 0,0-1 0 0 0,0-1 0 0 0,23-11-1 0 0,78-50-75 0 0,-96 53 194 0 0,-19 12-12 0 0,9-5 28 0 0,-11 6 121 0 0,9 18 543 0 0,-7-9-445 0 0,-1 1-1 0 0,0 0 0 0 0,0 0 0 0 0,-1 0 1 0 0,0 1-1 0 0,0 10 0 0 0,0-7 1 0 0,6 27 0 0 0,-4-28-229 0 0,0-1 0 0 0,0 0 1 0 0,1 0-1 0 0,1-1 1 0 0,0 0-1 0 0,0 0 0 0 0,1 0 1 0 0,13 15-1 0 0,-13-18-625 0 0,1-1-1 0 0,-1 1 0 0 0,15 8 0 0 0,-10-7-6768 0 0,0 0-2405 0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11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0 8287 0 0,'0'0'639'0'0,"-16"4"82"0"0,14-4 257 0 0,0 1 0 0 0,-1 0 1 0 0,1 1-1 0 0,0-1 0 0 0,0 0 0 0 0,0 0 0 0 0,0 1 0 0 0,0 0 0 0 0,0-1 0 0 0,1 1 0 0 0,-1 0 0 0 0,-1 2 0 0 0,0 0-224 0 0,1 0 0 0 0,0 0-1 0 0,-1 0 1 0 0,2 0 0 0 0,-4 9-1 0 0,2 1-118 0 0,0 0 0 0 0,1 1-1 0 0,-1 14 1 0 0,2 36 493 0 0,14 120-1 0 0,-10-154-1014 0 0,26 176 141 0 0,-13-103-572 0 0,-16-102 123 0 0,2-12-5867 0 0,1-21 2350 0 0,-3 11 1065 0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12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70 16615 0 0,'-20'-14'10523'0'0,"23"13"-10262"0"0,-1 1 0 0 0,0-1 1 0 0,1 1-1 0 0,-1-1 0 0 0,0 0 1 0 0,0 0-1 0 0,3-1 0 0 0,7-3 66 0 0,129-24 1229 0 0,-110 24-1412 0 0,47-4-16 0 0,-69 8-117 0 0,0 1 0 0 0,1 0 0 0 0,-1 1 0 0 0,1 0 0 0 0,-1 1 0 0 0,12 3 0 0 0,-5 1 2 0 0,-13-4-13 0 0,-1 1-2 0 0,-1-3 4 0 0,0 1 1 0 0,0-1-1 0 0,0 1 0 0 0,0 0 1 0 0,0-1-1 0 0,0 1 0 0 0,0 0 1 0 0,-1 0-1 0 0,1 0 0 0 0,0 0 1 0 0,0-1-1 0 0,-1 1 1 0 0,1 0-1 0 0,-1 0 0 0 0,1 0 1 0 0,-1 0-1 0 0,1 1 0 0 0,-1-1 1 0 0,1 0-1 0 0,-1 0 0 0 0,0 0 1 0 0,0 0-1 0 0,1 0 0 0 0,-1 2 1 0 0,0 1 2 0 0,0-1-2 0 0,0 1 1 0 0,0-1-1 0 0,0 1 1 0 0,-1-1-1 0 0,1 1 1 0 0,-1-1-1 0 0,0 1 1 0 0,0-1-1 0 0,0 1 1 0 0,-1-1-1 0 0,1 0 1 0 0,-3 4-1 0 0,-3 6 35 0 0,-16 18 1 0 0,12-15-20 0 0,-6 8-98 0 0,-1 0-1 0 0,-1-2 0 0 0,-1 0 0 0 0,-1-1 0 0 0,-1-2 1 0 0,-34 25-1 0 0,18-23-3774 0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12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1 246 13823 0 0,'2'0'3483'0'0,"19"0"1702"0"0,22 0 303 0 0,0 2-3481 0 0,-33-1-1896 0 0,1 0 0 0 0,-1 1 0 0 0,-1 0 0 0 0,1 1 0 0 0,0 0 0 0 0,12 6 0 0 0,-20-8-99 0 0,0 0 0 0 0,0 0 0 0 0,-1 0 0 0 0,1 0 0 0 0,0 1 0 0 0,0-1 0 0 0,-1 1 0 0 0,1 0 0 0 0,-1-1 0 0 0,0 1 0 0 0,1 0 0 0 0,-1 0 0 0 0,0 0 0 0 0,0 0 0 0 0,2 4 0 0 0,-2-2 16 0 0,0 0 0 0 0,0 0 0 0 0,-1 0 0 0 0,1 0 1 0 0,-1 0-1 0 0,0 0 0 0 0,0 0 0 0 0,-1 5 0 0 0,0 1 44 0 0,-1 0 0 0 0,-1-1 0 0 0,0 1 0 0 0,0 0-1 0 0,0-1 1 0 0,-8 12 0 0 0,-37 59 354 0 0,24-42-289 0 0,19-30-84 0 0,4-5 0 0 0,0 4-42 0 0,5 1-11 0 0,-3-7 0 0 0,1 1 0 0 0,0-1 0 0 0,-1 0 0 0 0,1 1 0 0 0,0-1 0 0 0,0 0 0 0 0,0 0 0 0 0,0 0 1 0 0,0-1-1 0 0,0 1 0 0 0,0 0 0 0 0,0-1 0 0 0,0 1 0 0 0,1-1 0 0 0,-1 0 0 0 0,0 0 0 0 0,0 0 0 0 0,0 0 0 0 0,4-1 0 0 0,5 0-5 0 0,0 0 1 0 0,15-5-1 0 0,-8 0-545 0 0,-1 0 1 0 0,0-1 0 0 0,-1 0-1 0 0,0-1 1 0 0,0-1 0 0 0,-1-1-1 0 0,0 0 1 0 0,14-13 0 0 0,-7 3-1046 0 0</inkml:trace>
  <inkml:trace contextRef="#ctx0" brushRef="#br0" timeOffset="1">666 8 24159 0 0,'0'0'4008'0'0,"2"-1"-3525"0"0,23-2 149 0 0,1 0 1 0 0,45 3-1 0 0,-45-1-1315 0 0,4 2-3737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13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9 285 13823 0 0,'-8'8'8760'0'0,"23"-4"-8552"0"0,-1-1-48 0 0,-3-5-16 0 0,6-3-144 0 0,1 0-112 0 0,1 1 16 0 0,2-1-6016 0 0,-1 0-1216 0 0</inkml:trace>
  <inkml:trace contextRef="#ctx0" brushRef="#br0" timeOffset="1">726 10 20815 0 0,'0'0'959'0'0,"-2"1"-26"0"0,-45 67 1564 0 0,37-55-1680 0 0,1 0-1 0 0,0 1 1 0 0,1 0-1 0 0,-7 16 1 0 0,-19 61 1178 0 0,31-81-1872 0 0,0 0-1 0 0,1 1 1 0 0,1-1 0 0 0,0 0 0 0 0,0 1 0 0 0,1-1 0 0 0,0 1 0 0 0,1-1 0 0 0,2 13-1 0 0,-1-16-111 0 0,-1 0-1 0 0,1-1 1 0 0,0 1 0 0 0,0-1-1 0 0,1 1 1 0 0,0-1-1 0 0,0 0 1 0 0,0 0-1 0 0,1 0 1 0 0,0-1-1 0 0,0 1 1 0 0,1-1-1 0 0,-1 0 1 0 0,1 0-1 0 0,7 5 1 0 0,-7-7-34 0 0,0 0 1 0 0,1-1-1 0 0,-1 1 1 0 0,1-1-1 0 0,0 0 1 0 0,0-1-1 0 0,0 1 0 0 0,0-1 1 0 0,0 0-1 0 0,0-1 1 0 0,0 1-1 0 0,0-1 0 0 0,0 0 1 0 0,0-1-1 0 0,1 0 1 0 0,8-2-1 0 0,1-1-84 0 0,0 0 1 0 0,0-1-1 0 0,-1-1 0 0 0,1 0 1 0 0,14-10-1 0 0,-25 14 76 0 0,13-9-93 0 0,35-24-1 0 0,-48 31 114 0 0,0 0-1 0 0,0 0 0 0 0,0-1 1 0 0,-1 0-1 0 0,0 0 0 0 0,0 0 1 0 0,0-1-1 0 0,-1 1 0 0 0,0-1 1 0 0,5-11-1 0 0,0-7-39 0 0,-1 0 0 0 0,-1 0 0 0 0,4-43 1 0 0,-9 51-25 0 0,0 0 0 0 0,-2 0 0 0 0,0 1 0 0 0,0-1 0 0 0,-2 0 0 0 0,0 1 0 0 0,-5-16 0 0 0,7 28 21 0 0,0 0-1 0 0,-1 0 0 0 0,1 0 0 0 0,-1 0 1 0 0,0 1-1 0 0,0-1 0 0 0,0 0 0 0 0,0 1 1 0 0,0 0-1 0 0,0-1 0 0 0,-1 1 0 0 0,1 0 1 0 0,-1 0-1 0 0,1 0 0 0 0,-1 1 1 0 0,0-1-1 0 0,0 0 0 0 0,0 1 0 0 0,0 0 1 0 0,0 0-1 0 0,0 0 0 0 0,0 0 0 0 0,0 0 1 0 0,0 1-1 0 0,0-1 0 0 0,-5 1 0 0 0,4 0-302 0 0,0 0-1 0 0,0 0 0 0 0,0 0 0 0 0,0 0 0 0 0,0 1 1 0 0,0 0-1 0 0,1 0 0 0 0,-1 0 0 0 0,0 0 0 0 0,0 1 1 0 0,0-1-1 0 0,1 1 0 0 0,-1 0 0 0 0,1 0 0 0 0,0 0 1 0 0,-1 1-1 0 0,1-1 0 0 0,0 1 0 0 0,0 0 0 0 0,-4 5 0 0 0,0 3-1759 0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13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13359 0 0,'0'0'1210'0'0,"0"2"-996"0"0,2 20-536 0 0,3 13 7784 0 0,0 1 405 0 0,-4-15-7443 0 0,0-16 129 0 0,1 3-333 0 0,4 6-597 0 0,-5-11-182 0 0,17-4-4132 0 0,-2-1 2810 0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13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14279 0 0,'0'0'12808'0'0,"2"0"-11875"0"0,11-3-43 0 0,-1 0-1 0 0,19-7 1 0 0,12-5-145 0 0,-22 10-626 0 0,0 0 0 0 0,-1 2 0 0 0,1 0 0 0 0,1 1 0 0 0,20 1 0 0 0,-23 2-107 0 0,-14 2-7 0 0,-1 0 80 0 0,2 2-11 0 0,-3-2 1 0 0,-2-1-71 0 0,0 0-1 0 0,0 0 1 0 0,0 1-1 0 0,0-1 1 0 0,-1 0 0 0 0,1 1-1 0 0,-1-1 1 0 0,0 0-1 0 0,1 1 1 0 0,-1-1 0 0 0,0 1-1 0 0,0-1 1 0 0,-1 1 0 0 0,1-1-1 0 0,0 0 1 0 0,-1 1-1 0 0,1-1 1 0 0,-1 0 0 0 0,-1 3-1 0 0,0 2 20 0 0,0-2-8 0 0,-1 0 0 0 0,1 0 1 0 0,-1-1-1 0 0,1 1 0 0 0,-1-1 0 0 0,-1 1 1 0 0,1-1-1 0 0,-5 5 0 0 0,-3 3-15 0 0,2-3 25 0 0,1 0 1 0 0,-13 9-1 0 0,12-7 15 0 0,-6 9-20 0 0,10-12-31 0 0,3-4-31 0 0,4 6 31 0 0,7 0 11 0 0,-5-7 0 0 0,0 0 0 0 0,0-1 0 0 0,1 0 0 0 0,-1 0 0 0 0,1 0 0 0 0,-1 0 0 0 0,10 2 0 0 0,37 4 0 0 0,-14-3 0 0 0,44 16 0 0 0,-31-6 0 0 0,-44-13 0 0 0,0-1 0 0 0,0 1 0 0 0,0 1 0 0 0,-1-1 0 0 0,1 1 0 0 0,-1 0 0 0 0,0 0-1 0 0,0 1 1 0 0,0-1 0 0 0,0 1 0 0 0,0 0 0 0 0,-1 1 0 0 0,4 4 0 0 0,-6-6 1 0 0,0 0-1 0 0,0 0 0 0 0,0 0 1 0 0,-1 0-1 0 0,1 0 1 0 0,-1 0-1 0 0,0 1 1 0 0,0-1-1 0 0,0 0 1 0 0,0 1-1 0 0,-1-1 1 0 0,0 1-1 0 0,1-1 1 0 0,-1 1-1 0 0,0-1 1 0 0,-1 1-1 0 0,1-1 0 0 0,-1 1 1 0 0,1-1-1 0 0,-1 0 1 0 0,0 1-1 0 0,0-1 1 0 0,0 0-1 0 0,-3 4 1 0 0,0 1 2 0 0,-1-1 1 0 0,1 0-1 0 0,-2 0 1 0 0,1 0-1 0 0,-1-1 1 0 0,0 1-1 0 0,0-2 1 0 0,-1 1-1 0 0,1-1 0 0 0,-1 0 1 0 0,0 0-1 0 0,-1 0 1 0 0,1-1-1 0 0,-1-1 1 0 0,0 1-1 0 0,-15 4 1 0 0,4-3-7 0 0,0-1 0 0 0,0 0 1 0 0,0-1-1 0 0,0-1 0 0 0,0-1 0 0 0,-30-2 1 0 0,15-3-993 0 0,1-1 0 0 0,-34-11 1 0 0,49 9-6318 0 0,4-3-2347 0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14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27 630 11975 0 0,'0'0'923'0'0,"11"6"2571"0"0,-11-5-3013 0 0,1-1 0 0 0,-1 0 0 0 0,1 1 0 0 0,0-1 0 0 0,-1 0-1 0 0,1 0 1 0 0,0 0 0 0 0,-1 0 0 0 0,1 1 0 0 0,0-1 0 0 0,-1 0 0 0 0,1 0 0 0 0,0 0 0 0 0,-1 0 0 0 0,1 0 0 0 0,-1-1 0 0 0,1 1 0 0 0,0 0 0 0 0,-1 0 0 0 0,1 0 0 0 0,0-1 0 0 0,0 1-1 0 0,0-1-178 0 0,0 0-1 0 0,0 0 1 0 0,0 0-1 0 0,0 0 1 0 0,0 0-1 0 0,0 0 1 0 0,-1 0-1 0 0,1 0 0 0 0,0 0 1 0 0,-1 0-1 0 0,2-3 1 0 0,-1-1-181 0 0,1 0-1 0 0,-1 1 1 0 0,0-1 0 0 0,0-1-1 0 0,0-8 1 0 0,-15-228 521 0 0,7 156-640 0 0,3 44 1 0 0,-2 0-1 0 0,-2 0 1 0 0,-19-63 0 0 0,22 88 103 0 0,12 36-104 0 0,0-1 0 0 0,1 0 0 0 0,0-1 0 0 0,2 0 0 0 0,20 28 0 0 0,-23-36-2 0 0,1 0 0 0 0,0 0 0 0 0,0-1 0 0 0,1-1 0 0 0,0 1-1 0 0,0-1 1 0 0,1-1 0 0 0,-1 0 0 0 0,1 0 0 0 0,1-1 0 0 0,11 5 0 0 0,-15-8 0 0 0,0 0 0 0 0,0 0 0 0 0,0 0 0 0 0,0-1 0 0 0,0 0 0 0 0,0-1 0 0 0,0 0 0 0 0,0 0 0 0 0,0 0 0 0 0,13-3 0 0 0,-16 2 0 0 0,0 0 0 0 0,-1 0 0 0 0,1-1 0 0 0,0 1 0 0 0,-1-1 0 0 0,1 0 0 0 0,-1 0 0 0 0,0 0 0 0 0,1 0 0 0 0,-1-1 0 0 0,0 1 0 0 0,0-1 0 0 0,-1 0 0 0 0,1 0 0 0 0,-1 0 0 0 0,1 0 0 0 0,-1 0 0 0 0,0-1 0 0 0,0 1 0 0 0,2-7 0 0 0,24-75-1 0 0,3-11 15 0 0,-25 110 53 0 0,0 16-42 0 0,-1 1-1 0 0,-1 0 1 0 0,0 52 0 0 0,-2-19-4 0 0,14 118-21 0 0,-3-113-301 0 0,-13-67-23 0 0,5-5-3652 0 0,-4 2 3660 0 0,0 1 0 0 0,0-1 0 0 0,0 0 1 0 0,0 0-1 0 0,0 0 0 0 0,0 0 0 0 0,-1 0 0 0 0,1 0 0 0 0,1-2 0 0 0,4-8-1676 0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15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11055 0 0,'1'1'14072'0'0,"43"184"-9012"0"0,-14-75-3048 0 0,-21-75-2047 0 0,9 47-217 0 0,-18-80 51 0 0,-1-22-13349 0 0,-2 4 5708 0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15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2 11975 0 0,'-8'0'1244'0'0,"-18"-1"16239"0"0,28 1-17171 0 0,34 6-128 0 0,-1-2 0 0 0,54-1 0 0 0,12 1 17 0 0,-80-1-197 0 0,0 0-1 0 0,24 7 1 0 0,-43-9-5 0 0,-1-1-1 0 0,1 1 1 0 0,-1 0 0 0 0,1-1 0 0 0,-1 1 0 0 0,1 0 0 0 0,-1 0-1 0 0,1 0 1 0 0,-1 0 0 0 0,0 0 0 0 0,1 1 0 0 0,-1-1 0 0 0,0 0 0 0 0,0 1-1 0 0,0-1 1 0 0,0 0 0 0 0,0 1 0 0 0,0-1 0 0 0,-1 1 0 0 0,1 0 0 0 0,0-1-1 0 0,-1 1 1 0 0,1 0 0 0 0,-1-1 0 0 0,0 1 0 0 0,1 0 0 0 0,-1-1 0 0 0,0 4-1 0 0,0-2-2 0 0,0 1 0 0 0,-1 0 0 0 0,1 0 0 0 0,-1-1 0 0 0,1 1 0 0 0,-1-1 0 0 0,0 1-1 0 0,-1 0 1 0 0,1-1 0 0 0,-1 0 0 0 0,-2 6 0 0 0,-7 4-21 0 0,0 0 1 0 0,0-1-1 0 0,-2-1 0 0 0,1 1 0 0 0,-22 13 0 0 0,13-9-9 0 0,11-10-196 0 0,0 1 0 0 0,-1-2 1 0 0,0 1-1 0 0,0-2 0 0 0,-15 6 0 0 0,-15 5-2716 0 0,34-11 732 0 0,0-1 0 0 0,1 1 0 0 0,-11 7 0 0 0,7-1-5702 0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15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58 1839 0 0,'1'-1'134'0'0,"20"-13"6232"0"0,-20 13-5108 0 0,0-1-1 0 0,0 1 1 0 0,-1-1-1 0 0,1 1 1 0 0,0-1 0 0 0,0-2-1 0 0,1-2 4319 0 0,-3 4-5355 0 0,0 0 1 0 0,0 1-1 0 0,0-1 0 0 0,-1 1 1 0 0,1-1-1 0 0,0 1 0 0 0,-1 0 1 0 0,1-1-1 0 0,0 1 0 0 0,-1 0 1 0 0,0 0-1 0 0,1 0 0 0 0,-1 0 1 0 0,0 0-1 0 0,1 1 0 0 0,-1-1 1 0 0,0 0-1 0 0,0 1 0 0 0,0-1 1 0 0,1 1-1 0 0,-1 0 0 0 0,0-1 1 0 0,0 1-1 0 0,0 0 0 0 0,0 0 1 0 0,0 0-1 0 0,0 1 1 0 0,0-1-1 0 0,1 0 0 0 0,-5 2 1 0 0,-5 1 82 0 0,0 1 1 0 0,1 0 0 0 0,-1 0 0 0 0,-10 7 0 0 0,20-10-273 0 0,-16 8 60 0 0,1 1-1 0 0,1 0 0 0 0,0 2 0 0 0,0-1 0 0 0,1 2 1 0 0,1 0-1 0 0,0 1 0 0 0,1 0 0 0 0,0 1 1 0 0,1 0-1 0 0,-9 18 0 0 0,17-29-80 0 0,1 1 0 0 0,0 0 1 0 0,0 0-1 0 0,0 0 0 0 0,1 0 0 0 0,0 0 0 0 0,0 0 1 0 0,0 0-1 0 0,1 0 0 0 0,0 1 0 0 0,0-1 0 0 0,1 8 1 0 0,-1-11-17 0 0,0 1 0 0 0,1-1 1 0 0,0 0-1 0 0,0 1 1 0 0,-1-1-1 0 0,1 0 1 0 0,1 0-1 0 0,-1 0 0 0 0,0 0 1 0 0,0 0-1 0 0,1 0 1 0 0,-1 0-1 0 0,1 0 1 0 0,0-1-1 0 0,0 1 1 0 0,-1 0-1 0 0,1-1 0 0 0,0 0 1 0 0,0 1-1 0 0,0-1 1 0 0,0 0-1 0 0,1 0 1 0 0,-1 0-1 0 0,0 0 1 0 0,0 0-1 0 0,1-1 0 0 0,-1 1 1 0 0,4 0-1 0 0,2-1-28 0 0,1 1 0 0 0,0-1-1 0 0,0 0 1 0 0,-1-1-1 0 0,1 0 1 0 0,0-1 0 0 0,-1 1-1 0 0,1-2 1 0 0,-1 1-1 0 0,0-1 1 0 0,14-7 0 0 0,-3 0-60 0 0,-1 0-1 0 0,0-1 1 0 0,28-24 0 0 0,-38 28 92 0 0,0-1 1 0 0,0 0-1 0 0,8-12 1 0 0,15-18 13 0 0,-25 33 47 0 0,-5 4 312 0 0,0 2-270 0 0,6 7-12 0 0,-1 0-1 0 0,0 1 0 0 0,-1 0 0 0 0,0 0 1 0 0,7 15-1 0 0,-6-11-54 0 0,0 0 1 0 0,13 18 0 0 0,-8-16-23 0 0,0-1 1 0 0,1 1-1 0 0,0-2 1 0 0,1 0-1 0 0,0 0 1 0 0,2-1-1 0 0,18 13 1 0 0,-16-15-122 0 0,-7-3-160 0 0,1-1 0 0 0,-1 0 1 0 0,1-1-1 0 0,0 0 0 0 0,21 6 0 0 0,-29-11-2326 0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22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0 126 11975 0 0,'0'0'1568'0'0,"0"2"146"0"0,1 122 7409 0 0,5 171-5571 0 0,17-38-2133 0 0,-12-204-1255 0 0,-11-52-40 0 0,-3-29 11 0 0,-1 2-134 0 0,26-300-68 0 0,-21 311 68 0 0,36-228-99 0 0,-30 210 86 0 0,2-1 0 0 0,1 1 0 0 0,1 0 0 0 0,22-45 0 0 0,-27 70 23 0 0,-6 8-8 0 0,1 0 0 0 0,-1 0 0 0 0,1-1 0 0 0,-1 1 0 0 0,1 1-1 0 0,0-1 1 0 0,-1 0 0 0 0,1 0 0 0 0,-1 0 0 0 0,1 0 0 0 0,-1 0 0 0 0,1 0 0 0 0,0 1 0 0 0,-1-1 0 0 0,1 0 0 0 0,-1 0 0 0 0,1 1 0 0 0,-1-1 0 0 0,1 0 0 0 0,0 1 0 0 0,-1 0 4 0 0,3 1 10 0 0,0 0 1 0 0,-1 0-1 0 0,1 1 0 0 0,0-1 1 0 0,-1 1-1 0 0,0-1 0 0 0,0 1 1 0 0,0 0-1 0 0,0 0 0 0 0,0 0 1 0 0,2 5-1 0 0,14 40 110 0 0,-14-35-86 0 0,57 216 207 0 0,-20-65-256 0 0,-18-52-557 0 0,-15-71-182 0 0,-8-21-780 0 0,0-19 1149 0 0,0 0-1 0 0,0 0 1 0 0,-1 0 0 0 0,1 0-1 0 0,-1 0 1 0 0,1 0 0 0 0,-1 0 0 0 0,1 0-1 0 0,-1 0 1 0 0,1 0 0 0 0,-1 0-1 0 0,0 0 1 0 0,0 0 0 0 0,1-1-1 0 0,-3 2 1 0 0,-3 2-1906 0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23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0 137 12895 0 0,'2'0'8154'0'0,"6"2"-7655"0"0,-1 0 0 0 0,1-1 0 0 0,0-1 0 0 0,-1 1 1 0 0,1-1-1 0 0,0 0 0 0 0,0-1 0 0 0,12-2 0 0 0,7-3-413 0 0,29-12-1 0 0,-18 6 357 0 0,75-26-291 0 0,73-20 4 0 0,-176 56-104 0 0,1 0 0 0 0,17 0-1 0 0,-26 2 401 0 0,-3 1-259 0 0,0 4-32 0 0,0 0 0 0 0,-1-1 0 0 0,0 1 0 0 0,0-1 0 0 0,-1 0 0 0 0,1 1 0 0 0,-1-1 0 0 0,-5 6 0 0 0,1-2 30 0 0,0 0 0 0 0,-1 0 0 0 0,-10 7 0 0 0,-15 12 135 0 0,-38 28 123 0 0,32-34-437 0 0,39-20-11 0 0,0-1 0 0 0,-1 0 0 0 0,1 0 0 0 0,0 0 0 0 0,0 0 0 0 0,-1 1 0 0 0,1-1 0 0 0,0 0 0 0 0,0 0 0 0 0,0 1 0 0 0,0-1 0 0 0,-1 0 0 0 0,1 0 0 0 0,0 1 0 0 0,0-1 0 0 0,0 0 0 0 0,0 0 0 0 0,0 1 0 0 0,0-1 0 0 0,0 0 0 0 0,0 1 0 0 0,0-1 0 0 0,0 0 0 0 0,0 0 0 0 0,0 1 0 0 0,0-1 0 0 0,0 0 0 0 0,0 1 0 0 0,0-1 0 0 0,0 0 0 0 0,0 1 0 0 0,0-1 0 0 0,0 0 0 0 0,0 0 0 0 0,0 1 0 0 0,0-1 0 0 0,1 0 0 0 0,-1 0 0 0 0,0 1 0 0 0,0-1 0 0 0,0 0 0 0 0,1 0 0 0 0,-1 0 0 0 0,0 1 0 0 0,0-1 0 0 0,0 0 0 0 0,1 0 0 0 0,-1 0 0 0 0,0 1 0 0 0,0-1 0 0 0,1 0 0 0 0,-1 0 0 0 0,1 0 0 0 0,2 3 2 0 0,1-1 0 0 0,0 1 0 0 0,0-1 1 0 0,0 0-1 0 0,0 0 0 0 0,0 0 0 0 0,0 0 0 0 0,1-1 0 0 0,-1 0 0 0 0,6 1 0 0 0,8 1 16 0 0,22 0-1 0 0,-17-1-11 0 0,30 0-6 0 0,19 2 0 0 0,-62-2 0 0 0,0-1 0 0 0,-1 1 0 0 0,1 1 0 0 0,-1 0 0 0 0,11 4 0 0 0,-17-6 6 0 0,0 1 0 0 0,0 0 0 0 0,0-1 0 0 0,-1 1 0 0 0,1 0 0 0 0,0 0 0 0 0,-1 0 0 0 0,1 1 0 0 0,-1-1 0 0 0,0 0 1 0 0,0 1-1 0 0,0 0 0 0 0,0 0 0 0 0,0-1 0 0 0,0 1 0 0 0,-1 0 0 0 0,0 0 0 0 0,1 0 0 0 0,-1 1 0 0 0,0-1 0 0 0,0 3 0 0 0,0-1 4 0 0,-1 0 0 0 0,0 0 0 0 0,0-1 0 0 0,0 1 0 0 0,-1 0 0 0 0,0 0 0 0 0,0-1 1 0 0,0 1-1 0 0,0-1 0 0 0,-1 1 0 0 0,1-1 0 0 0,-1 1 0 0 0,-1-1 0 0 0,-2 5 0 0 0,0-1 7 0 0,0-1-1 0 0,-1 0 1 0 0,0 0-1 0 0,0-1 1 0 0,-1 0-1 0 0,0 0 1 0 0,0 0-1 0 0,0-1 1 0 0,0 0-1 0 0,-1 0 1 0 0,0-1-1 0 0,-13 6 1 0 0,14-7-254 0 0,-1-1 0 0 0,1 1 1 0 0,-1-1-1 0 0,0-1 0 0 0,0 0 0 0 0,0 0 1 0 0,0 0-1 0 0,0-1 0 0 0,0 0 1 0 0,0 0-1 0 0,0-1 0 0 0,0 0 0 0 0,0-1 1 0 0,-10-3-1 0 0,15 4-287 0 0,0 0 0 0 0,-1-1 0 0 0,1 0 0 0 0,1 1 0 0 0,-1-1 0 0 0,-3-3 0 0 0,-4-5-1532 0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23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1 17967 0 0,'-1'0'1387'0'0,"-34"18"533"0"0,26-15-712 0 0,0 1 0 0 0,1 0 1 0 0,-1 1-1 0 0,-12 10 0 0 0,-8 7 228 0 0,-17 16-489 0 0,41-33-910 0 0,1-1-1 0 0,0 1 1 0 0,0 0 0 0 0,1 0-1 0 0,-1 0 1 0 0,1 0-1 0 0,-4 9 1 0 0,4-6-37 0 0,3 2 0 0 0,3-1 0 0 0,-2-8 0 0 0,-1-1 0 0 0,0 1 0 0 0,0-1-1 0 0,0 1 1 0 0,0-1 0 0 0,1 1 0 0 0,-1-1 0 0 0,0 1-1 0 0,1-1 1 0 0,-1 1 0 0 0,0-1 0 0 0,1 1 0 0 0,-1-1 0 0 0,0 1-1 0 0,1-1 1 0 0,-1 1 0 0 0,1-1 0 0 0,-1 0 0 0 0,1 1 0 0 0,-1-1-1 0 0,1 0 1 0 0,-1 0 0 0 0,1 1 0 0 0,-1-1 0 0 0,1 0-1 0 0,0 0 1 0 0,1 1-6 0 0,3 1-1 0 0,-1 0 0 0 0,1 0-1 0 0,0 0 1 0 0,0-1 0 0 0,0 1 0 0 0,0-1-1 0 0,9 0 1 0 0,40 1 17 0 0,-37-3-15 0 0,18 1 11 0 0,-14-1-22 0 0,0 1-1 0 0,0 0 1 0 0,0 2-1 0 0,36 7 1 0 0,-55-8 12 0 0,1 0 0 0 0,-1-1 0 0 0,0 1 0 0 0,1 0 0 0 0,-1 0 0 0 0,0 1 0 0 0,0-1 0 0 0,0 0 0 0 0,0 1 0 0 0,0-1 0 0 0,0 1 0 0 0,0-1-1 0 0,0 1 1 0 0,-1 0 0 0 0,1 0 0 0 0,-1 0 0 0 0,1 0 0 0 0,-1 0 0 0 0,0 0 0 0 0,1 0 0 0 0,-1 1 0 0 0,-1-1 0 0 0,1 0 0 0 0,0 1 0 0 0,0-1 0 0 0,-1 1 0 0 0,1 2 0 0 0,-1 0 4 0 0,0-1 0 0 0,0 1 0 0 0,-1-1 0 0 0,0 1 0 0 0,0-1 0 0 0,0 1 0 0 0,0-1 0 0 0,0 1 0 0 0,-1-1 0 0 0,0 0 0 0 0,0 0 0 0 0,0 0 0 0 0,-1 0 0 0 0,-3 4 0 0 0,-4 6 52 0 0,-1-2 0 0 0,0 1 0 0 0,-1-1 0 0 0,0-1 0 0 0,-23 16 0 0 0,25-20-192 0 0,-1-1 0 0 0,1 0-1 0 0,-1-1 1 0 0,0 0-1 0 0,0-1 1 0 0,0 0 0 0 0,-1 0-1 0 0,-20 2 1 0 0,30-5-107 0 0,1-1 0 0 0,-1 0 0 0 0,0 0 0 0 0,1 1 0 0 0,-1-1 0 0 0,0-1 0 0 0,0 1 0 0 0,1 0 0 0 0,-1 0 1 0 0,0-1-1 0 0,1 1 0 0 0,-1 0 0 0 0,0-1 0 0 0,1 0 0 0 0,-1 1 0 0 0,1-1 0 0 0,-1 0 0 0 0,1 0 0 0 0,-1 0 0 0 0,1 0 0 0 0,0 0 0 0 0,-3-2 0 0 0,-1-5-2373 0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23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 5063 0 0,'0'0'232'0'0,"0"1"-13"0"0,-6 20-1272 0 0,2 1 3797 0 0,-2 47 13300 0 0,5-41-12859 0 0,-1-3-2535 0 0,2 0 1 0 0,1 0 0 0 0,6 41-1 0 0,-4-53-433 0 0,0 0-1 0 0,0 0 0 0 0,1-1 1 0 0,1 0-1 0 0,0 1 0 0 0,0-2 0 0 0,1 1 1 0 0,13 18-1 0 0,-16-27-233 0 0,-1 0 0 0 0,1 0 0 0 0,-1 0 0 0 0,1 0 0 0 0,0-1 1 0 0,0 0-1 0 0,0 1 0 0 0,0-1 0 0 0,0 0 0 0 0,0 0 0 0 0,1-1 0 0 0,-1 1 0 0 0,1-1 0 0 0,-1 0 0 0 0,1 0 0 0 0,0 0 1 0 0,-1 0-1 0 0,1 0 0 0 0,0-1 0 0 0,0 0 0 0 0,0 0 0 0 0,-1 0 0 0 0,1 0 0 0 0,0 0 0 0 0,0-1 0 0 0,-1 0 0 0 0,1 1 1 0 0,0-2-1 0 0,-1 1 0 0 0,1 0 0 0 0,-1-1 0 0 0,1 1 0 0 0,-1-1 0 0 0,0 0 0 0 0,0 0 0 0 0,0 0 0 0 0,0-1 0 0 0,0 1 1 0 0,0-1-1 0 0,-1 0 0 0 0,1 1 0 0 0,-1-1 0 0 0,4-5 0 0 0,-1-3-8 0 0,0 1 0 0 0,0 0 0 0 0,-1-1 0 0 0,-1 0 0 0 0,0 0 1 0 0,0 0-1 0 0,1-12 0 0 0,3-83 8 0 0,-5 56 17 0 0,0 28 1 0 0,-1 13 2 0 0,0-1 0 0 0,-1 0 0 0 0,0 1 0 0 0,-2-19 0 0 0,1 26 144 0 0,1 4-70 0 0,2 27-5 0 0,0-1 0 0 0,2 1 0 0 0,1-1 0 0 0,2 0 0 0 0,17 50 0 0 0,-17-58-183 0 0,15 29-1 0 0,-18-42-238 0 0,0 0-1 0 0,0-1 1 0 0,1 1-1 0 0,-1-1 1 0 0,1 0-1 0 0,1 0 1 0 0,6 6-1 0 0,-10-11-398 0 0,2-1-447 0 0,-1 2 307 0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24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89 5527 0 0,'0'1'10325'0'0,"2"7"-7156"0"0,24 77 6133 0 0,-4 2-6682 0 0,22 72-1923 0 0,-36-131-590 0 0,-4-14-48 0 0,0 0-1 0 0,8 17 1 0 0,-11-30 0 0 0,12-19 6 0 0,-9 8-65 0 0,-1 0 0 0 0,0-1 0 0 0,0 1 0 0 0,-1-1 0 0 0,1-13 0 0 0,7-26 0 0 0,43-123-117 0 0,-48 160 100 0 0,1 0 0 0 0,0 0-1 0 0,1 1 1 0 0,15-22 0 0 0,-20 32-25 0 0,-1 2 41 0 0,0 0 1 0 0,0 0 0 0 0,0 0-1 0 0,0 0 1 0 0,-1 0 0 0 0,1 0-1 0 0,0 0 1 0 0,0 0 0 0 0,0 0-1 0 0,-1 1 1 0 0,1-1 0 0 0,0 0-1 0 0,0 0 1 0 0,-1 1 0 0 0,1-1-1 0 0,0 1 1 0 0,0-1 0 0 0,-1 0-1 0 0,1 1 1 0 0,-1-1 0 0 0,1 1-1 0 0,0 0 1 0 0,-1-1 0 0 0,1 1-1 0 0,-1-1 1 0 0,1 1 0 0 0,-1 0-1 0 0,1-1 1 0 0,-1 1 0 0 0,0 0-1 0 0,1 0 1 0 0,-1 1 0 0 0,1-1 0 0 0,4 11 16 0 0,0 1 1 0 0,-1-1-1 0 0,0 0 0 0 0,3 23 0 0 0,1 3 20 0 0,9 32-15 0 0,11 41 33 0 0,-24-101-54 0 0,-4-10-1 0 0,0 0-1 0 0,0 1 1 0 0,0-1 0 0 0,0 0 0 0 0,0 1-1 0 0,0-1 1 0 0,0 0 0 0 0,1 1-1 0 0,-1-1 1 0 0,0 0 0 0 0,0 0 0 0 0,0 1-1 0 0,0-1 1 0 0,1 0 0 0 0,-1 0-1 0 0,0 1 1 0 0,0-1 0 0 0,1 0-1 0 0,-1 0 1 0 0,0 0 0 0 0,0 0 0 0 0,1 1-1 0 0,-1-1 1 0 0,0 0 0 0 0,0 0-1 0 0,1 0 1 0 0,-1 0 0 0 0,0 0 0 0 0,1 0-1 0 0,-1 0 1 0 0,0 0 0 0 0,1 0-1 0 0,-1 0 1 0 0,0 0 0 0 0,1 0 0 0 0,-1 0-1 0 0,0 0 1 0 0,0 0 0 0 0,1 0-1 0 0,-1 0 1 0 0,0 0 0 0 0,1 0-1 0 0,-1 0 1 0 0,0 0 0 0 0,1 0 0 0 0,-1-1-1 0 0,0 1 1 0 0,6-7-25 0 0,1-1-62 0 0,-1-1 0 0 0,0-1 0 0 0,-1 1 0 0 0,0-1 0 0 0,-1 0 0 0 0,5-13 0 0 0,3-8-192 0 0,38-110-1016 0 0,-10 23-408 0 0,-39 116 1648 0 0,-1 5 136 0 0,0 8 68 0 0,-1 30 330 0 0,11 80 0 0 0,-8-109-457 0 0,0-1 0 0 0,1 0 0 0 0,0 0 0 0 0,0 0 0 0 0,2 0 0 0 0,-1-1 0 0 0,1 1-1 0 0,1-1 1 0 0,0 0 0 0 0,0-1 0 0 0,1 1 0 0 0,8 8 0 0 0,-11-14 1 0 0,-1-1 0 0 0,1 1 0 0 0,0-1 0 0 0,0 0 0 0 0,0 0 0 0 0,1 0 0 0 0,-1-1 0 0 0,1 0 0 0 0,-1 0-1 0 0,1 0 1 0 0,0 0 0 0 0,-1 0 0 0 0,1-1 0 0 0,0 0 0 0 0,0 0 0 0 0,0-1 0 0 0,0 1 0 0 0,0-1 0 0 0,1 0 0 0 0,-1-1 0 0 0,0 1 0 0 0,0-1 0 0 0,0 0 0 0 0,0 0 0 0 0,-1 0 0 0 0,1-1-1 0 0,0 0 1 0 0,0 0 0 0 0,-1 0 0 0 0,1 0 0 0 0,-1-1 0 0 0,0 1 0 0 0,0-1 0 0 0,7-7 0 0 0,-1 1-13 0 0,0-2 1 0 0,-1 1-1 0 0,-1-1 1 0 0,1-1-1 0 0,-2 0 1 0 0,0 0-1 0 0,0 0 1 0 0,-1-1-1 0 0,0 0 1 0 0,4-17-1 0 0,2-11 18 0 0,-3 0-1 0 0,6-47 1 0 0,-15 86-27 0 0,1-7-9 0 0,0 0 1 0 0,0 0 0 0 0,-1-10-1 0 0,0 18 8 0 0,0-1 0 0 0,0 1 0 0 0,0 0 0 0 0,0 0 0 0 0,-1-1 1 0 0,1 1-1 0 0,0 0 0 0 0,-1 0 0 0 0,1-1 0 0 0,0 1 0 0 0,-1 0 0 0 0,1 0 0 0 0,-1 0 0 0 0,0 0 0 0 0,1-1 0 0 0,-1 1 0 0 0,0 0 0 0 0,0 0 0 0 0,0 1 0 0 0,0-1 0 0 0,1 0 0 0 0,-1 0 1 0 0,0 0-1 0 0,-1 0 0 0 0,1 1 0 0 0,0-1 0 0 0,0 1 0 0 0,0-1 0 0 0,0 1 0 0 0,0-1 0 0 0,-2 0 0 0 0,1 2 11 0 0,0-1 0 0 0,0 0 0 0 0,0 1 0 0 0,1-1 1 0 0,-1 1-1 0 0,0-1 0 0 0,0 1 0 0 0,1 0 0 0 0,-1 0 0 0 0,0 0 0 0 0,1 0 0 0 0,-1 0 0 0 0,1 0 0 0 0,-1 0 0 0 0,1 1 1 0 0,-1-1-1 0 0,0 2 0 0 0,-21 25 225 0 0,13-11-143 0 0,0 0 0 0 0,2 0 0 0 0,0 1 0 0 0,1 0 0 0 0,0 1 0 0 0,2 0-1 0 0,0 0 1 0 0,1 0 0 0 0,-2 36 0 0 0,5-48-89 0 0,1 0 0 0 0,0 1-1 0 0,1-1 1 0 0,0 0 0 0 0,0 0 0 0 0,1 1-1 0 0,-1-1 1 0 0,2 0 0 0 0,-1 0 0 0 0,1-1 0 0 0,0 1-1 0 0,0-1 1 0 0,1 1 0 0 0,0-1 0 0 0,0 0 0 0 0,0 0-1 0 0,1 0 1 0 0,0-1 0 0 0,0 0 0 0 0,0 0-1 0 0,1 0 1 0 0,10 7 0 0 0,-6-6-122 0 0,-1-1 1 0 0,1 0-1 0 0,1-1 1 0 0,-1 0-1 0 0,1 0 1 0 0,-1-1-1 0 0,1 0 0 0 0,0-1 1 0 0,0 0-1 0 0,18 0 1 0 0,6-2-1530 0 0,69-9 0 0 0,-94 7 1331 0 0,6 1-6348 0 0,-4 0-2001 0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25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28 152 8751 0 0,'-4'2'140'0'0,"-3"-1"179"0"0,-10-4 9810 0 0,20-3-8092 0 0,-1 3-386 0 0,0 0-1059 0 0,0 1 1 0 0,0 0-1 0 0,1 0 0 0 0,-1 0 1 0 0,1 0-1 0 0,0 0 0 0 0,-1 1 0 0 0,1-1 1 0 0,0 1-1 0 0,0 0 0 0 0,4-2 1 0 0,37-8-301 0 0,-31 9 317 0 0,51-9-114 0 0,84-3 0 0 0,-65 8-314 0 0,20-3-25 0 0,248-21 77 0 0,515-5-62 0 0,-714 33-171 0 0,82 3 0 0 0,-158 3-51 0 0,-6-2-193 0 0,139 24 0 0 0,-207-25 95 0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25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0 18887 0 0,'-1'1'1456'0'0,"-7"7"-2308"0"0,-7 6 11314 0 0,10-6-8323 0 0,5-7-1968 0 0,-1 1-31 0 0,0 13-440 0 0,1-14-95 0 0,3 7-318 0 0,-2-5-2056 0 0,2 3 1349 0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26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25775 0 0,'0'0'6911'0'0,"1"2"-6839"0"0,1 6-63 0 0,-1-1-22 0 0,-1-6-57 0 0,6 5-2383 0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32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560 91 16127 0 0,'-8'-2'1672'0'0,"-2"-2"-528"0"0,0 0 1 0 0,1-1-1 0 0,0 0 0 0 0,0 0 0 0 0,-15-12 0 0 0,17 11-748 0 0,0 1 1 0 0,-1 0-1 0 0,0 0 0 0 0,0 0 1 0 0,0 1-1 0 0,0 1 0 0 0,-1-1 1 0 0,-13-3-1 0 0,8 5-334 0 0,1 1-1 0 0,-1 0 1 0 0,1 1-1 0 0,-1 0 1 0 0,1 1-1 0 0,-1 1 1 0 0,-13 3-1 0 0,8-1 25 0 0,0 2-1 0 0,0 1 1 0 0,1 0-1 0 0,-22 12 1 0 0,33-15-86 0 0,0 0-1 0 0,-1 0-1 0 0,1 0 1 0 0,0 1-1 0 0,0 0 1 0 0,1 0-1 0 0,-7 7 0 0 0,12-11-51 0 0,8 8-11 0 0,-4-6 64 0 0,-1 0 0 0 0,1-1 0 0 0,0 0 0 0 0,0 1 0 0 0,0-1 0 0 0,0 0 0 0 0,1-1 0 0 0,-1 1 0 0 0,0 0 0 0 0,1-1 0 0 0,-1 0 0 0 0,5 1 0 0 0,7 2 0 0 0,26 1 0 0 0,-19-2 0 0 0,10 1 13 0 0,0 1 1 0 0,-1 2-1 0 0,60 22 0 0 0,-82-26-9 0 0,1 2 0 0 0,-1-1 1 0 0,0 1-1 0 0,-1 1 0 0 0,1 0 0 0 0,-1 0 0 0 0,0 0 0 0 0,-1 1 1 0 0,1 0-1 0 0,-1 1 0 0 0,-1-1 0 0 0,0 2 0 0 0,0-1 1 0 0,0 0-1 0 0,-1 1 0 0 0,7 15 0 0 0,-11-19 25 0 0,1 0 0 0 0,-1 0 0 0 0,0 0 0 0 0,0 0 0 0 0,-1 0 0 0 0,1 0 0 0 0,-1 0 0 0 0,0 0 0 0 0,0 0 0 0 0,-1 0 0 0 0,0 0 0 0 0,0 0 0 0 0,0 0 0 0 0,0 0 0 0 0,-1-1 0 0 0,0 1 0 0 0,0 0 0 0 0,0-1 0 0 0,0 1 0 0 0,-1-1 0 0 0,0 0 0 0 0,1 0 0 0 0,-2 0 0 0 0,-3 4 0 0 0,0-1 79 0 0,1 0 0 0 0,-1-1 0 0 0,-1 0 0 0 0,1 0 0 0 0,-1 0 0 0 0,0-1 0 0 0,-1-1 0 0 0,1 1 0 0 0,-1-1 0 0 0,0-1 0 0 0,-18 5 0 0 0,7-3 24 0 0,-1-2 0 0 0,0 0 0 0 0,0-2 0 0 0,0 0 0 0 0,0-2 0 0 0,-27-3 0 0 0,34 2-136 0 0,0-1-1 0 0,1 0 1 0 0,-1-1 0 0 0,1-1-1 0 0,0 0 1 0 0,1-1 0 0 0,-1 0-1 0 0,1-1 1 0 0,0 0 0 0 0,-16-14-1 0 0,26 20 0 0 0,-38-35-439 0 0,36 32 167 0 0,1 0 1 0 0,-1 0-1 0 0,1 0 1 0 0,0-1-1 0 0,0 1 1 0 0,0-1-1 0 0,-3-9 1 0 0,5 13 12 0 0,1 0 0 0 0,0 0 0 0 0,-1 0 0 0 0,1 0 0 0 0,0 0 0 0 0,0 0 0 0 0,0 0 0 0 0,0 0 0 0 0,0 0 0 0 0,0-1-1 0 0,0 1 1 0 0,0 0 0 0 0,0 0 0 0 0,0 0 0 0 0,1 0 0 0 0,-1 0 0 0 0,0 0 0 0 0,1 0 0 0 0,-1 0 0 0 0,1 0 0 0 0,-1 0 0 0 0,2-1 0 0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33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0 17047 0 0,'-2'1'1311'0'0,"-17"10"8238"0"0,28-12-10936 0 0,1-2-54 0 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36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333 80 22231 0 0,'0'0'1017'0'0,"-6"-5"334"0"0,5 4-1280 0 0,-1-1-1 0 0,0 0 0 0 0,0 1 1 0 0,1-1-1 0 0,-1 0 1 0 0,1 0-1 0 0,0 0 1 0 0,-1 0-1 0 0,1 0 1 0 0,0 0-1 0 0,0 0 1 0 0,-1-4-1 0 0,-4-8 1323 0 0,4 11-1113 0 0,0 0 0 0 0,0 1 0 0 0,0-1-1 0 0,0 1 1 0 0,0-1 0 0 0,-1 1-1 0 0,1 0 1 0 0,-1 0 0 0 0,0 0-1 0 0,-5-3 1 0 0,6 4-247 0 0,0 0 0 0 0,0 1 0 0 0,0-1 0 0 0,0 1 0 0 0,0 0 1 0 0,0-1-1 0 0,0 1 0 0 0,0 0 0 0 0,0 0 0 0 0,-1 1 0 0 0,1-1 0 0 0,0 0 0 0 0,0 1 0 0 0,0-1 0 0 0,0 1 0 0 0,0 0 1 0 0,0 0-1 0 0,-3 1 0 0 0,-5 4 71 0 0,0 0 0 0 0,0 1 0 0 0,1 0 0 0 0,0 0 1 0 0,-10 11-1 0 0,-38 47 148 0 0,37-41-228 0 0,14-18-41 0 0,-7 10-16 0 0,0 0-1 0 0,1 0 1 0 0,-11 21 0 0 0,20-32 29 0 0,0 1 0 0 0,1-1 1 0 0,0 1-1 0 0,0 0 0 0 0,0 0 0 0 0,0 8 1 0 0,1-10 4 0 0,1-1 0 0 0,0 0-1 0 0,0 1 1 0 0,0-1 0 0 0,1 1 0 0 0,-1-1 0 0 0,1 0 0 0 0,0 0 0 0 0,0 1 0 0 0,0-1 0 0 0,0 0 0 0 0,3 5 0 0 0,-2-4-1 0 0,1 0 0 0 0,0 0 0 0 0,1 0 0 0 0,-1 0 0 0 0,0-1 1 0 0,1 1-1 0 0,0-1 0 0 0,0 0 0 0 0,0 0 0 0 0,0 0 0 0 0,1-1 0 0 0,-1 1 0 0 0,9 2 0 0 0,-5-2-2 0 0,1 0 1 0 0,-1-1-1 0 0,0 0 0 0 0,1-1 0 0 0,-1 0 0 0 0,1 0 1 0 0,10-1-1 0 0,5-2-130 0 0,-1-2 1 0 0,29-6 0 0 0,-16 2-2753 0 0,1 1-4963 0 0,-17 6-863 0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36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23 20735 0 0,'-5'4'9019'0'0,"12"-5"-9383"0"0,-1 0 1 0 0,1 0 0 0 0,-1 0-1 0 0,12-4 1 0 0,11-6-3598 0 0,-13 5-4864 0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36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400 81 12895 0 0,'0'0'595'0'0,"-2"-8"188"0"0,1-2-1945 0 0,0 5 2308 0 0,0 0-1 0 0,0 0 1 0 0,0 0 0 0 0,-1 1 0 0 0,-1-6 0 0 0,2 8-661 0 0,-1 0 0 0 0,1 1 0 0 0,0-1-1 0 0,0 0 1 0 0,0 1 0 0 0,-1 0 0 0 0,1-1-1 0 0,-1 1 1 0 0,1 0 0 0 0,-1 0 0 0 0,0 0-1 0 0,1 0 1 0 0,-1 0 0 0 0,0 0 0 0 0,0 0-1 0 0,-3-1 1 0 0,-1 1-205 0 0,-1-1-1 0 0,0 1 1 0 0,0 0-1 0 0,0 1 1 0 0,0 0-1 0 0,1 0 1 0 0,-1 0 0 0 0,0 1-1 0 0,0 0 1 0 0,0 0-1 0 0,-8 3 1 0 0,-7 3-158 0 0,1 1 1 0 0,-22 11 0 0 0,25-10-94 0 0,1 0 1 0 0,0 2 0 0 0,0 0 0 0 0,-25 22 0 0 0,35-27-32 0 0,0 1 0 0 0,1 0 0 0 0,0 0 0 0 0,0 0 1 0 0,0 1-1 0 0,1-1 0 0 0,0 1 0 0 0,1 1 0 0 0,0-1 0 0 0,0 1 1 0 0,1-1-1 0 0,-3 11 0 0 0,5-16-2 0 0,1 0 1 0 0,-1-1-1 0 0,1 1 0 0 0,0 0 1 0 0,0-1-1 0 0,0 1 0 0 0,0 0 1 0 0,1-1-1 0 0,-1 1 0 0 0,1 0 1 0 0,-1-1-1 0 0,1 1 0 0 0,0-1 1 0 0,0 1-1 0 0,0-1 0 0 0,0 1 1 0 0,0-1-1 0 0,1 0 0 0 0,-1 1 1 0 0,1-1-1 0 0,0 0 0 0 0,-1 0 1 0 0,1 0-1 0 0,0 0 0 0 0,0-1 1 0 0,0 1-1 0 0,1 0 0 0 0,-1-1 1 0 0,0 0-1 0 0,1 1 0 0 0,3 0 1 0 0,7 4-13 0 0,1-1 0 0 0,0-1 0 0 0,0 0 0 0 0,24 3 0 0 0,-14-3 25 0 0,19 4-9 0 0,-25-6 0 0 0,0 1 0 0 0,0 1 0 0 0,0 1 0 0 0,-1 0 0 0 0,0 1 0 0 0,32 17 0 0 0,-41-19 0 0 0,-1 1 0 0 0,0 0 0 0 0,0 1 0 0 0,0 0 0 0 0,-1 0 0 0 0,0 0 0 0 0,0 0 0 0 0,7 11 0 0 0,-11-15 0 0 0,-1 1 0 0 0,1 0 0 0 0,-1 0 0 0 0,0-1 0 0 0,0 1 0 0 0,0 0 0 0 0,0 0 0 0 0,0 1 0 0 0,-1-1 0 0 0,1 0 0 0 0,-1 0 0 0 0,0 0 0 0 0,0 0 0 0 0,0 0 0 0 0,0 1 0 0 0,-1-1 0 0 0,1 0 0 0 0,-1 0 0 0 0,1 0 0 0 0,-1 0 0 0 0,0 0 0 0 0,-1 0 0 0 0,1 0 0 0 0,0 0 0 0 0,-1-1 0 0 0,-2 4 0 0 0,-3 3 11 0 0,0-1 0 0 0,0 1 0 0 0,0-2 0 0 0,-1 1 0 0 0,-1-1 0 0 0,1 0 0 0 0,-1-1 0 0 0,0 0 0 0 0,-1 0-1 0 0,0-1 1 0 0,1 0 0 0 0,-2-1 0 0 0,-17 5 0 0 0,8-3-208 0 0,-1-1 0 0 0,-1-2-1 0 0,1 0 1 0 0,0-1 0 0 0,-1-1-1 0 0,-21-2 1 0 0,40 1-209 0 0,-17-2-1241 0 0,11-4-6102 0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37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21655 0 0,'0'0'5681'0'0,"1"11"-995"0"0,-1-9-4565 0 0,7 17 408 0 0,-6-17-478 0 0,-1-1-280 0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47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99 10591 0 0,'0'0'819'0'0,"-11"-8"-176"0"0,8 1 1242 0 0,-1 1 0 0 0,1 0 1 0 0,0-1-1 0 0,-2-7 1 0 0,3 9-1522 0 0,0 0 1 0 0,0 0-1 0 0,0 0 1 0 0,-1 0 0 0 0,0 0-1 0 0,0 1 1 0 0,-7-9-1 0 0,9 13-322 0 0,0-1 0 0 0,0 1 0 0 0,0-1 0 0 0,0 1 0 0 0,0 0 0 0 0,0-1 0 0 0,-1 1 0 0 0,1 0 0 0 0,0 0 0 0 0,0 0 0 0 0,0 0 0 0 0,-1 0-1 0 0,1 0 1 0 0,-2 1 0 0 0,0-1 52 0 0,-4 1-12 0 0,0 0-1 0 0,1 1 1 0 0,-1 0-1 0 0,1 0 1 0 0,0 0-1 0 0,0 1 1 0 0,-1 0-1 0 0,2 0 1 0 0,-1 1-1 0 0,0-1 1 0 0,1 1-1 0 0,0 1 1 0 0,0-1-1 0 0,0 1 1 0 0,-6 6-1 0 0,-7 11 131 0 0,0 0 0 0 0,-17 30 1 0 0,35-51-210 0 0,-10 13 77 0 0,2 1 0 0 0,0 0 0 0 0,0 1 0 0 0,-6 21 0 0 0,13-35-76 0 0,0 0 1 0 0,0 0-1 0 0,1 1 1 0 0,0-1-1 0 0,-1 0 0 0 0,1 0 1 0 0,0 1-1 0 0,0-1 0 0 0,0 0 1 0 0,0 1-1 0 0,0-1 0 0 0,1 0 1 0 0,-1 0-1 0 0,1 0 0 0 0,-1 1 1 0 0,1-1-1 0 0,0 0 1 0 0,0 0-1 0 0,0 0 0 0 0,0 0 1 0 0,0 0-1 0 0,0 0 0 0 0,1 0 1 0 0,-1-1-1 0 0,1 1 0 0 0,-1 0 1 0 0,1-1-1 0 0,3 3 0 0 0,-3-2-18 0 0,1-1 0 0 0,0 1-1 0 0,0-1 1 0 0,0 0-1 0 0,0 0 1 0 0,0 0 0 0 0,0 0-1 0 0,0 0 1 0 0,0-1-1 0 0,1 0 1 0 0,-1 1 0 0 0,0-1-1 0 0,0 0 1 0 0,0-1-1 0 0,0 1 1 0 0,1 0 0 0 0,-1-1-1 0 0,0 0 1 0 0,0 0-1 0 0,3-1 1 0 0,3-2-14 0 0,0 0-1 0 0,0-1 1 0 0,-1 0-1 0 0,1 0 0 0 0,-1-1 1 0 0,-1 0-1 0 0,1 0 1 0 0,10-12-1 0 0,0-4-162 0 0,25-38-1 0 0,4-4 56 0 0,-47 63 136 0 0,0 1 0 0 0,0 0 0 0 0,0-1 0 0 0,0 1 0 0 0,1 0 0 0 0,-1 0 0 0 0,0-1 0 0 0,0 1 0 0 0,1 0 0 0 0,-1 0 0 0 0,0-1 0 0 0,0 1 0 0 0,1 0 0 0 0,-1 0 0 0 0,0-1 0 0 0,1 1 0 0 0,-1 0 0 0 0,0 0 0 0 0,1 0 0 0 0,-1 0 0 0 0,0 0 0 0 0,1 0 0 0 0,-1-1 0 0 0,0 1 0 0 0,1 0 0 0 0,-1 0 0 0 0,0 0 0 0 0,1 0 0 0 0,-1 0 0 0 0,1 0 0 0 0,-1 0 0 0 0,1 1 0 0 0,2 4 0 0 0,-3-5 0 0 0,3 6 37 0 0,-1-1 0 0 0,1 1 0 0 0,-1 0-1 0 0,0-1 1 0 0,-1 1 0 0 0,1 0 0 0 0,0 10 0 0 0,1 46 468 0 0,-2-34-353 0 0,4 114 601 0 0,6 103-450 0 0,-9-112-1016 0 0,-2-85-2053 0 0,0-47 2704 0 0,0-1-1 0 0,0 0 0 0 0,0 0 0 0 0,0 1 0 0 0,0-1 0 0 0,0 0 0 0 0,0 0 0 0 0,0 1 0 0 0,0-1 0 0 0,0 0 0 0 0,0 0 0 0 0,0 1 1 0 0,0-1-1 0 0,-1 0 0 0 0,1 0 0 0 0,0 0 0 0 0,0 1 0 0 0,0-1 0 0 0,0 0 0 0 0,0 0 0 0 0,-1 0 0 0 0,1 1 0 0 0,0-1 0 0 0,0 0 1 0 0,0 0-1 0 0,0 0 0 0 0,-1 1 0 0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48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1 568 13359 0 0,'0'0'1027'0'0,"5"11"3084"0"0,-4-9-3825 0 0,1-1 0 0 0,0 1 0 0 0,0-1 1 0 0,-1 0-1 0 0,1 1 0 0 0,0-1 1 0 0,0 0-1 0 0,0 0 0 0 0,1-1 0 0 0,-1 1 1 0 0,0 0-1 0 0,0-1 0 0 0,0 1 1 0 0,1-1-1 0 0,3 1 0 0 0,-2-2-143 0 0,1 1 0 0 0,0 0 0 0 0,-1-1 0 0 0,1 0 0 0 0,0 0 1 0 0,-1 0-1 0 0,6-3 0 0 0,5-3-54 0 0,1-1 1 0 0,-2 0 0 0 0,17-12-1 0 0,-30 19-10 0 0,25-18 68 0 0,-2-1-1 0 0,0-1 1 0 0,-2-1 0 0 0,0-1-1 0 0,23-32 1 0 0,82-134 380 0 0,-124 183-517 0 0,12-17 36 0 0,-1 0-1 0 0,-1-1 0 0 0,10-29 1 0 0,-22 51 612 0 0,-2 13-374 0 0,0-1-1 0 0,-1 1 1 0 0,-4 15-1 0 0,-2 12 10 0 0,4-10-195 0 0,2 0 0 0 0,2 51 0 0 0,1-70-82 0 0,0 1-1 0 0,0-1 1 0 0,1 1-1 0 0,0-1 1 0 0,1 0-1 0 0,0 0 1 0 0,0 0-1 0 0,1 0 1 0 0,0-1-1 0 0,1 1 1 0 0,0-1 0 0 0,6 8-1 0 0,-9-14-26 0 0,-1 0 1 0 0,1 0-1 0 0,-1-1 0 0 0,1 1 1 0 0,0-1-1 0 0,0 1 0 0 0,0-1 1 0 0,0 1-1 0 0,0-1 0 0 0,0 0 1 0 0,0 0-1 0 0,0 0 0 0 0,1 0 1 0 0,-1-1-1 0 0,0 1 0 0 0,0-1 1 0 0,1 1-1 0 0,-1-1 0 0 0,1 0 1 0 0,-1 0-1 0 0,0 0 0 0 0,1 0 1 0 0,-1 0-1 0 0,0 0 0 0 0,1-1 1 0 0,-1 1-1 0 0,0-1 0 0 0,1 0 1 0 0,-1 1-1 0 0,0-1 0 0 0,0 0 1 0 0,4-2-1 0 0,0-1-25 0 0,-1 0 1 0 0,1 0-1 0 0,-1-1 1 0 0,0 1-1 0 0,0-1 0 0 0,0 0 1 0 0,-1-1-1 0 0,0 1 0 0 0,0-1 1 0 0,4-7-1 0 0,7-15-92 0 0,-2-1 0 0 0,18-58 0 0 0,6-64-45 0 0,-24 97 42 0 0,-12 45 120 0 0,-1 8 26 0 0,0 2 80 0 0,-1 23 70 0 0,0 0 0 0 0,2 0 1 0 0,0 0-1 0 0,2 0 0 0 0,8 35 1 0 0,-7-43-147 0 0,0 0 1 0 0,2 0-1 0 0,0 0 1 0 0,0-1 0 0 0,11 18-1 0 0,-14-28-20 0 0,0-1 1 0 0,1 1-1 0 0,-1-1 0 0 0,1 0 1 0 0,0 0-1 0 0,0 0 0 0 0,0 0 0 0 0,0-1 1 0 0,1 0-1 0 0,-1 0 0 0 0,1 0 1 0 0,0 0-1 0 0,0-1 0 0 0,0 0 0 0 0,0 0 1 0 0,0 0-1 0 0,1 0 0 0 0,-1-1 1 0 0,0 0-1 0 0,1 0 0 0 0,-1-1 1 0 0,1 1-1 0 0,10-2 0 0 0,-7 0-2 0 0,0 0 0 0 0,-1-1 0 0 0,1 0 0 0 0,0-1-1 0 0,-1 0 1 0 0,0 0 0 0 0,1 0 0 0 0,-1-1 0 0 0,-1-1 0 0 0,1 1 0 0 0,-1-1-1 0 0,1-1 1 0 0,-1 1 0 0 0,6-8 0 0 0,-5 4 3 0 0,0 0 0 0 0,-1 0 0 0 0,0-1 0 0 0,-1 0 0 0 0,0-1 0 0 0,0 0 0 0 0,7-19 0 0 0,-2-5 0 0 0,9-44 0 0 0,-15 40 0 0 0,-4 36 0 0 0,-1 0 0 0 0,0 0 0 0 0,-1 0 0 0 0,1 0 0 0 0,0 0 0 0 0,-1 0 0 0 0,0 0 0 0 0,0 0 0 0 0,0 0 0 0 0,-1-4 0 0 0,1 6 0 0 0,0 0 1 0 0,0 0-1 0 0,1 0 0 0 0,-1 0 1 0 0,0 0-1 0 0,0 0 0 0 0,0 0 0 0 0,0 0 1 0 0,0 0-1 0 0,0 0 0 0 0,-1 1 1 0 0,1-1-1 0 0,0 0 0 0 0,0 1 1 0 0,0-1-1 0 0,-1 1 0 0 0,1 0 1 0 0,0-1-1 0 0,0 1 0 0 0,-2 0 0 0 0,0-1 11 0 0,0 1 0 0 0,0 1 0 0 0,0-1 0 0 0,0 0-1 0 0,0 1 1 0 0,0 0 0 0 0,0-1 0 0 0,-5 3 0 0 0,0 1 45 0 0,-1 1 0 0 0,1-1 1 0 0,-1 2-1 0 0,-11 9 0 0 0,11-7-31 0 0,0 0 0 0 0,1 0 0 0 0,0 1 0 0 0,0 0 0 0 0,1 1 0 0 0,1 0 0 0 0,-1 0 0 0 0,1 0 0 0 0,1 0 0 0 0,0 1 0 0 0,1 0 0 0 0,0 0 0 0 0,0 1 0 0 0,-3 21 0 0 0,7-28-43 0 0,0 0-1 0 0,0 0 0 0 0,0 0 1 0 0,0 0-1 0 0,1 0 1 0 0,0 0-1 0 0,0 0 1 0 0,0-1-1 0 0,1 1 1 0 0,0 0-1 0 0,0 0 1 0 0,0-1-1 0 0,0 1 1 0 0,1-1-1 0 0,2 4 1 0 0,-3-5 7 0 0,0-1 1 0 0,-1 0 0 0 0,1 0 0 0 0,0-1-1 0 0,0 1 1 0 0,0 0 0 0 0,0-1 0 0 0,0 1-1 0 0,0-1 1 0 0,0 1 0 0 0,1-1-1 0 0,-1 0 1 0 0,0 0 0 0 0,1 0 0 0 0,-1 0-1 0 0,1-1 1 0 0,-1 1 0 0 0,1-1 0 0 0,0 1-1 0 0,-1-1 1 0 0,1 0 0 0 0,-1 0 0 0 0,1 0-1 0 0,0 0 1 0 0,-1-1 0 0 0,1 1-1 0 0,-1-1 1 0 0,1 1 0 0 0,-1-1 0 0 0,4-1-1 0 0,0-1-6 0 0,1-1 0 0 0,-1 1 0 0 0,0-1 1 0 0,0-1-1 0 0,0 1 0 0 0,-1-1 0 0 0,1 0 0 0 0,-1 0 0 0 0,0-1 0 0 0,-1 1 0 0 0,6-8 0 0 0,4-10-51 0 0,19-43 0 0 0,-10 19-27 0 0,-11 24 2 0 0,3-7 29 0 0,-10 22 81 0 0,-5 8-16 0 0,0 0 0 0 0,-1 0 1 0 0,1 0-1 0 0,0 0 0 0 0,0 0 0 0 0,0 0 0 0 0,0 0 0 0 0,0 0 0 0 0,0 0 0 0 0,0 0 0 0 0,0 0 1 0 0,0 1-1 0 0,0-1 0 0 0,0 0 0 0 0,0 0 0 0 0,0 0 0 0 0,0 0 0 0 0,0 0 0 0 0,0 0 0 0 0,0 0 0 0 0,0 0 1 0 0,0 0-1 0 0,0 0 0 0 0,0 0 0 0 0,0 0 0 0 0,0 0 0 0 0,0 0 0 0 0,0 0 0 0 0,0 0 0 0 0,1 1 1 0 0,-1-1-1 0 0,0 0 0 0 0,0 0 0 0 0,0 0 0 0 0,0 0 0 0 0,0 0 0 0 0,0 0 0 0 0,0 0 0 0 0,0 0 0 0 0,0 0 1 0 0,0 0-1 0 0,0 0 0 0 0,0 0 0 0 0,0 0 0 0 0,0 0 0 0 0,0 0 0 0 0,0 0 0 0 0,0 0 0 0 0,0 0 1 0 0,1 0-1 0 0,-1 0 0 0 0,0 0 0 0 0,0 0 0 0 0,0 0 0 0 0,0 0 0 0 0,0 0 0 0 0,0 0 0 0 0,0 0 0 0 0,0 0 1 0 0,0 0-1 0 0,-1 17 145 0 0,-2 99 499 0 0,3-100-620 0 0,2 0-1 0 0,0 0 0 0 0,1 0 0 0 0,0 0 1 0 0,7 18-1 0 0,-9-31-87 0 0,1 0 0 0 0,-1 0 0 0 0,0 0 0 0 0,1-1 0 0 0,0 1 0 0 0,-1 0 1 0 0,1-1-1 0 0,0 1 0 0 0,0-1 0 0 0,1 0 0 0 0,-1 0 0 0 0,0 0 0 0 0,1 0 0 0 0,-1 0 0 0 0,6 2 0 0 0,-6-3-100 0 0,0 0 0 0 0,0 0 1 0 0,0-1-1 0 0,0 1 0 0 0,0-1 0 0 0,0 0 0 0 0,0 1 1 0 0,0-1-1 0 0,1 0 0 0 0,-1 0 0 0 0,0 0 0 0 0,0-1 0 0 0,0 1 1 0 0,0-1-1 0 0,0 1 0 0 0,0-1 0 0 0,0 1 0 0 0,0-1 1 0 0,0 0-1 0 0,0 0 0 0 0,0 0 0 0 0,0 0 0 0 0,3-3 0 0 0,1-1-576 0 0,1-1 0 0 0,-1 0 0 0 0,0 0 0 0 0,-1 0 0 0 0,0-1 0 0 0,0 0-1 0 0,6-10 1 0 0,-1-4-1233 0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48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1 16727 0 0,'-7'4'1514'0'0,"4"-2"-1371"0"0,-12 8 16 0 0,-26 22 4456 0 0,27-23-3928 0 0,1 1-1 0 0,0 0 1 0 0,1 1-1 0 0,0 0 0 0 0,1 1 1 0 0,0 0-1 0 0,-12 20 1 0 0,18-24-558 0 0,0 1 0 0 0,0 0 1 0 0,-5 18-1 0 0,10-13-65 0 0,4-2-48 0 0,5-1-16 0 0,3-2 0 0 0,1-3 0 0 0,-1-5 0 0 0,-1 0 0 0 0,1 0 0 0 0,-1-1 0 0 0,1 0 0 0 0,-1-1 0 0 0,0-1 0 0 0,15-2 0 0 0,-9 1 0 0 0,-12 1 0 0 0,20-1 0 0 0,-21 2 0 0 0,2 1 0 0 0,17 6 0 0 0,-9 1 0 0 0,-3 5 0 0 0,-7 4 0 0 0,-4-1 0 0 0,-2-11 3 0 0,1 0 0 0 0,0 1 0 0 0,-1-1 0 0 0,0 0 0 0 0,0 0 1 0 0,0 0-1 0 0,-1 0 0 0 0,0 0 0 0 0,-5 6 0 0 0,-33 31 36 0 0,33-34-37 0 0,-2 1-12 0 0,0-1 1 0 0,0-1-1 0 0,-1 1 0 0 0,-22 8 0 0 0,16-7-153 0 0,14-6 14 0 0,-8 3-571 0 0,0 0 0 0 0,0-1 0 0 0,-12 4 0 0 0,21-8-250 0 0,5-18-9404 0 0,3 5 3991 0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49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1 121 6911 0 0,'0'0'528'0'0,"16"1"13176"0"0,-15 0-13121 0 0,1 2 888 0 0,0 1-3410 0 0,2 3 2654 0 0,-2 1 0 0 0,1-1 1 0 0,-1 1-1 0 0,0-1 0 0 0,-1 1 0 0 0,2 14 1 0 0,-3 49 1024 0 0,-1-36-1198 0 0,1-6-555 0 0,1 0 1 0 0,2 0-1 0 0,8 40 0 0 0,-10-67-779 0 0</inkml:trace>
  <inkml:trace contextRef="#ctx0" brushRef="#br0" timeOffset="1">185 1 6911 0 0,'-9'3'18224'0'0,"22"-3"-18088"0"0,4 0-1312 0 0,3 0 496 0 0,-2 1-8760 0 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49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 21047 0 0,'0'0'4280'0'0,"2"0"-3599"0"0,12-2-354 0 0,1 0 0 0 0,-1-1 0 0 0,0 0-1 0 0,0-1 1 0 0,0-1 0 0 0,16-8-1 0 0,31-9-2075 0 0,-26 13-1253 0 0,-20 4 1289 0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49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1 346 8751 0 0,'0'0'674'0'0,"2"-1"4"0"0,36-15 8077 0 0,0-4-4163 0 0,-16 6-4361 0 0,0-1 0 0 0,-1 0 0 0 0,-1-2 0 0 0,-1 0 0 0 0,31-35 0 0 0,-41 41-228 0 0,-1-1 0 0 0,1 0 0 0 0,7-16 0 0 0,-12 22-3 0 0,-2-1 0 0 0,1 1 0 0 0,-1-1 0 0 0,0 0 0 0 0,0 0-1 0 0,0 0 1 0 0,-1 1 0 0 0,0-14 0 0 0,-2 5-2 0 0,-3 12 37 0 0,3 2-8 0 0,0 1-24 0 0,1-1-1 0 0,-1 1 0 0 0,0-1 1 0 0,1 1-1 0 0,-1 0 1 0 0,0-1-1 0 0,1 1 0 0 0,-1 0 1 0 0,0-1-1 0 0,1 1 1 0 0,-1 0-1 0 0,0 0 0 0 0,0 0 1 0 0,1 0-1 0 0,-1 0 1 0 0,0 0-1 0 0,1 0 0 0 0,-1 0 1 0 0,0 0-1 0 0,0 0 1 0 0,1 0-1 0 0,-1 0 1 0 0,0 1-1 0 0,1-1 0 0 0,-1 0 1 0 0,0 0-1 0 0,-1 2 1 0 0,0-1 8 0 0,-3 1 7 0 0,-1 1 1 0 0,1 0 0 0 0,-1 0-1 0 0,1 1 1 0 0,0-1 0 0 0,0 1 0 0 0,1 0-1 0 0,-1 0 1 0 0,1 1 0 0 0,-4 5-1 0 0,-5 6 68 0 0,-16 29-1 0 0,18-26-32 0 0,-14 36 0 0 0,21-46-52 0 0,1 0 1 0 0,0 1 0 0 0,1 0-1 0 0,0-1 1 0 0,0 1-1 0 0,1 11 1 0 0,2-6-2 0 0,0-12-23 0 0,0 0-1 0 0,0 0 1 0 0,0 0-1 0 0,0 0 1 0 0,0 0 0 0 0,1 0-1 0 0,-1 0 1 0 0,1-1-1 0 0,0 1 1 0 0,0 0-1 0 0,0-1 1 0 0,0 0 0 0 0,0 1-1 0 0,1-1 1 0 0,-1 0-1 0 0,1 0 1 0 0,-1 0-1 0 0,1-1 1 0 0,0 1 0 0 0,0-1-1 0 0,0 1 1 0 0,-1-1-1 0 0,1 0 1 0 0,1 0-1 0 0,-1 0 1 0 0,0-1 0 0 0,0 1-1 0 0,0-1 1 0 0,0 1-1 0 0,5-1 1 0 0,5-1-83 0 0,-1 1 0 0 0,1-1 0 0 0,-1-1 0 0 0,1-1 0 0 0,-1 1 0 0 0,18-8 0 0 0,-7 1 25 0 0,0-1 0 0 0,-1-1-1 0 0,-1-1 1 0 0,22-15 0 0 0,78-65 26 0 0,-93 69 191 0 0,-12 11 64 0 0,0-1 0 0 0,-2-1 0 0 0,1 0 1 0 0,-2-1-1 0 0,0 0 0 0 0,15-24 0 0 0,-28 38-107 0 0,1 0 0 0 0,0 0 0 0 0,-1 0 0 0 0,1 0 0 0 0,-1-1 0 0 0,1 1 0 0 0,-1 0 0 0 0,0 0-1 0 0,0-1 1 0 0,1 1 0 0 0,-1 0 0 0 0,0-1 0 0 0,0 1 0 0 0,0 0 0 0 0,-1-2 0 0 0,1 2-31 0 0,0 1-1 0 0,0-1 1 0 0,-1 1 0 0 0,1-1 0 0 0,0 1-1 0 0,0-1 1 0 0,-1 1 0 0 0,1-1-1 0 0,-1 1 1 0 0,1-1 0 0 0,0 1 0 0 0,-1 0-1 0 0,1-1 1 0 0,-1 1 0 0 0,1-1-1 0 0,-1 1 1 0 0,1 0 0 0 0,-1 0 0 0 0,0-1-1 0 0,1 1 1 0 0,-1 0 0 0 0,1 0-1 0 0,-1 0 1 0 0,1 0 0 0 0,-1-1 0 0 0,0 1-1 0 0,1 0 1 0 0,-1 0 0 0 0,1 0-1 0 0,-2 1 1 0 0,1-1-58 0 0,0 0 0 0 0,0 0 0 0 0,0 1 0 0 0,0-1 1 0 0,0 1-1 0 0,0-1 0 0 0,0 1 0 0 0,0-1 0 0 0,0 1 0 0 0,0 0 0 0 0,0-1 0 0 0,0 1 0 0 0,0 0 0 0 0,0 0 0 0 0,1 0 1 0 0,-2 1-1 0 0,-9 16-10 0 0,6-9 5 0 0,2-1 1 0 0,-1 1-1 0 0,1 1 0 0 0,0-1 1 0 0,-1 13-1 0 0,-4 49 45 0 0,5-36 76 0 0,0 29 152 0 0,6 91 0 0 0,0-67-176 0 0,4 7-59 0 0,-1 39-31 0 0,-7-123-164 0 0,0 0 1 0 0,-4 20-1 0 0,4-27-85 0 0,0-1-1 0 0,0 0 0 0 0,0 1 0 0 0,-1-1 1 0 0,1 0-1 0 0,-1 0 0 0 0,1 0 0 0 0,-1 0 0 0 0,0 0 1 0 0,0 0-1 0 0,0-1 0 0 0,-5 6 0 0 0,6-8 5 0 0,0 0-1 0 0,0 1 0 0 0,1-1 0 0 0,-1 1 0 0 0,0-1 0 0 0,0 0 1 0 0,1 1-1 0 0,-1-1 0 0 0,0 0 0 0 0,0 0 0 0 0,0 0 0 0 0,0 0 1 0 0,1 0-1 0 0,-1 0 0 0 0,0 0 0 0 0,-1 0 0 0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5:50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0 232 13823 0 0,'0'0'9499'0'0,"2"0"-8623"0"0,21-2-570 0 0,0 0 0 0 0,0-2 0 0 0,-1-1 1 0 0,1-1-1 0 0,21-8 0 0 0,28-8-2266 0 0,-46 16 52 0 0</inkml:trace>
  <inkml:trace contextRef="#ctx0" brushRef="#br0" timeOffset="1">605 0 15199 0 0,'0'0'14920'0'0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6:19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5 235 16127 0 0,'0'0'1882'0'0,"0"2"-754"0"0,-2 5-460 0 0,1-1 1 0 0,0 1 0 0 0,1 0 0 0 0,-1-1 0 0 0,1 1 0 0 0,1 0 0 0 0,0 8 0 0 0,13 51 94 0 0,-6-36-67 0 0,48 162 1639 0 0,-10-43-1386 0 0,-28-82-430 0 0,20 73 82 0 0,-21-98-297 0 0,-16-41-40 0 0,0-1-256 0 0,0-1 0 0 0,0 1-1 0 0,-1 0 1 0 0,1-1 0 0 0,0 1-1 0 0,0-1 1 0 0,-1 1 0 0 0,1-1 0 0 0,0 1-1 0 0,0-1 1 0 0,-1 1 0 0 0,1-1 0 0 0,-1 0-1 0 0,1 1 1 0 0,0-1 0 0 0,-1 0 0 0 0,1 0-1 0 0,-1 1 1 0 0,0-1 0 0 0,1-2-1 0 0,8-18 24 0 0,-8 18-21 0 0,11-38 56 0 0,-2 1 0 0 0,5-47 1 0 0,2-8-21 0 0,14-53-53 0 0,58-242-610 0 0,-76 343-522 0 0,20-51 1 0 0,-32 96 67 0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6:19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83 15199 0 0,'2'0'5346'0'0,"88"-24"-33"0"0,58-14-3781 0 0,-112 31-1852 0 0,0 1-1 0 0,43-1 0 0 0,-61 6-818 0 0,1 2 0 0 0,0 0 0 0 0,33 6 1 0 0,-29-1-808 0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6:20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13823 0 0,'0'0'1696'0'0,"1"1"-284"0"0,5 11 1104 0 0,-1 1 0 0 0,5 19 1 0 0,4 29 317 0 0,-11-40-2752 0 0,2 0 1 0 0,1-1-1 0 0,0 0 0 0 0,10 20 1 0 0,-10-25-279 0 0,-1-3-1196 0 0,-1-4-2404 0 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6:20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4143 0 0,'0'0'21259'0'0,"2"1"-20507"0"0,22 0-66 0 0,0-1 1 0 0,0-1 0 0 0,40-7 0 0 0,-34 4-461 0 0,12-2-372 0 0,-13 1-431 0 0,43 0 0 0 0,-64 4-258 0 0,-6 1 511 0 0,-1-1 0 0 0,1 1 1 0 0,0 0-1 0 0,-1 0 0 0 0,1 0 1 0 0,0 0-1 0 0,-1 0 0 0 0,1 0 1 0 0,0 0-1 0 0,-1 0 0 0 0,1 1 1 0 0,0-1-1 0 0,1 2 0 0 0,3 2-1793 0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6:20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17335 0 0,'0'0'1572'0'0,"1"1"-1182"0"0,1 1-240 0 0,0-1 1 0 0,-1 1 0 0 0,1-1 0 0 0,0 0 0 0 0,0 0 0 0 0,0 0 0 0 0,0 0 0 0 0,0 0 0 0 0,0 0 0 0 0,1 0 0 0 0,-1-1 0 0 0,0 1 0 0 0,0-1-1 0 0,0 1 1 0 0,1-1 0 0 0,-1 0 0 0 0,3 0 0 0 0,8 0 457 0 0,24-4 1 0 0,-25 3-457 0 0,27-4-274 0 0,40-11 1 0 0,-2-7-4343 0 0,-54 15-2444 0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6:21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26 103 6911 0 0,'0'1'14290'0'0,"27"118"-6754"0"0,27 58-5988 0 0,-18-66-1005 0 0,-14-44-385 0 0,58 115-1 0 0,-75-173-119 0 0,0 0-1 0 0,8 10 1 0 0,-11-17-25 0 0,-1 1-1 0 0,1-1 1 0 0,0 0 0 0 0,0 0 0 0 0,1 0 0 0 0,-1 0 0 0 0,0 0-1 0 0,1 0 1 0 0,-1-1 0 0 0,1 1 0 0 0,4 1 0 0 0,-5-3-6 0 0,0 1 1 0 0,-1-1 0 0 0,1 0-1 0 0,0-1 1 0 0,0 1-1 0 0,0 0 1 0 0,-1 0 0 0 0,1-1-1 0 0,0 1 1 0 0,0-1 0 0 0,-1 1-1 0 0,1-1 1 0 0,0 0-1 0 0,-1 0 1 0 0,1 0 0 0 0,-1 0-1 0 0,1 0 1 0 0,-1 0 0 0 0,1 0-1 0 0,-1 0 1 0 0,0-1-1 0 0,0 1 1 0 0,1 0 0 0 0,-1-1-1 0 0,0 1 1 0 0,0-1 0 0 0,1-2-1 0 0,2-4 20 0 0,1-1-1 0 0,-1 0 1 0 0,5-14 0 0 0,40-154 153 0 0,-14 45-179 0 0,4-6 6 0 0,29-88-357 0 0,-41 152-2636 0 0,-26 73 1838 0 0</inkml:trace>
  <inkml:trace contextRef="#ctx0" brushRef="#br0" timeOffset="1">0 469 12895 0 0,'2'-1'6840'0'0,"17"-9"-2537"0"0,25-11 0 0 0,59-17-4027 0 0,-74 29 302 0 0,-15 4-793 0 0,114-36 785 0 0,-63 27-1598 0 0,3 7-3363 0 0,-45 7-4469 0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6:21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15199 0 0,'1'0'8828'0'0,"7"2"-7896"0"0,0 0-1 0 0,-1-1 1 0 0,1 0-1 0 0,0 0 1 0 0,13-1-1 0 0,43-5-396 0 0,-40 3-211 0 0,41-5 88 0 0,-65 8-389 0 0,1 0 0 0 0,-1 1 0 0 0,1-1 0 0 0,-1 0-1 0 0,0 0 1 0 0,0 0 0 0 0,1 1 0 0 0,-1-1 0 0 0,0 0 0 0 0,0 0 0 0 0,0 3 0 0 0,-1-1 30 0 0,0 1-1 0 0,1-1 1 0 0,-1 1 0 0 0,-1-1 0 0 0,1 1 0 0 0,0-1 0 0 0,-1 0 0 0 0,0 0 0 0 0,0 0-1 0 0,-3 5 1 0 0,-27 28 203 0 0,8-12-151 0 0,-11 14-15 0 0,26-30-50 0 0,0 1 1 0 0,1-1-1 0 0,1 2 0 0 0,-1-1 1 0 0,2 1-1 0 0,-9 13 0 0 0,15-22-42 0 0,-1-1-4 0 0,1 1 1 0 0,0-1-1 0 0,-1 1 0 0 0,1-1 1 0 0,-1 1-1 0 0,1-1 1 0 0,0 1-1 0 0,-1-1 0 0 0,1 1 1 0 0,0 0-1 0 0,0-1 1 0 0,-1 1-1 0 0,1-1 0 0 0,0 1 1 0 0,0 0-1 0 0,0-1 1 0 0,0 1-1 0 0,0-1 1 0 0,0 1-1 0 0,0 0 0 0 0,0-1 1 0 0,0 1-1 0 0,0 0 1 0 0,0-1-1 0 0,0 1 0 0 0,0 0 1 0 0,0-1-1 0 0,1 1 1 0 0,-1-1-1 0 0,0 1 1 0 0,0-1-1 0 0,1 1 0 0 0,-1 0 1 0 0,1-1-1 0 0,-1 1 1 0 0,0-1-1 0 0,1 1 0 0 0,-1-1 1 0 0,1 0-1 0 0,-1 1 1 0 0,2 0-1 0 0,0 1 6 0 0,1 0 0 0 0,0 0 0 0 0,-1-1 0 0 0,1 1 0 0 0,0-1 0 0 0,0 1 0 0 0,1-1 0 0 0,-1 0 0 0 0,0 0 0 0 0,0 0 0 0 0,0-1 0 0 0,1 1 0 0 0,-1-1 0 0 0,7 0 0 0 0,6 0 0 0 0,29-4 0 0 0,-33 2 0 0 0,122-24-81 0 0,-22 3-23 0 0,-40 11-4028 0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6:23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71 5527 0 0,'1'-2'423'0'0,"0"-46"8557"0"0,-1 47-9223 0 0,11-19 13993 0 0,-3 20-13381 0 0,-5 1-302 0 0,-1 0 0 0 0,1 0 0 0 0,-1 0 0 0 0,1 1 0 0 0,-1-1 1 0 0,1 1-1 0 0,-1-1 0 0 0,0 1 0 0 0,1 0 0 0 0,-1 0 0 0 0,0 0 0 0 0,0 0 0 0 0,2 3 1 0 0,2 3 91 0 0,-1 0 0 0 0,7 12 0 0 0,49 120 703 0 0,-3-3-509 0 0,-46-113-301 0 0,25 41 47 0 0,-32-57-85 0 0,1 0 1 0 0,0-1-1 0 0,0 0 0 0 0,0 0 1 0 0,15 11-1 0 0,-3-6 61 0 0,-11-10-29 0 0,-3-3-32 0 0,-3 1-11 0 0,-1 0 0 0 0,1 0 0 0 0,0-1 0 0 0,-1 1 0 0 0,1 0 0 0 0,0-1 0 0 0,-1 1 0 0 0,1 0 0 0 0,0-1 0 0 0,-1 1 0 0 0,1-1 1 0 0,-1 1-1 0 0,1-1 0 0 0,-1 0 0 0 0,1 1 0 0 0,-1-1 0 0 0,1 1 0 0 0,0-2 0 0 0,0 0 8 0 0,2-2-1 0 0,-1 0 0 0 0,1 0 0 0 0,0-1 0 0 0,-1 1 0 0 0,0-1 0 0 0,0 0 0 0 0,-1 0 0 0 0,3-9 0 0 0,4-44 93 0 0,-5 34-88 0 0,6-58-55 0 0,16-102-159 0 0,-22 168 88 0 0,2-20-1227 0 0,-5 34 838 0 0,8 12-6589 0 0,0 1 5118 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6:24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17711 0 0,'0'0'3966'0'0,"1"3"-2843"0"0,63 149 6655 0 0,-48-112-7629 0 0,-15-38 388 0 0,4 9-2518 0 0,-4-11 1730 0 0,-1 1 0 0 0,1-1 0 0 0,-1 0 0 0 0,1 1 0 0 0,-1-1 0 0 0,1 0 0 0 0,-1 1 0 0 0,1-1 0 0 0,-1 0 0 0 0,1 1 1 0 0,-1-1-1 0 0,1 0 0 0 0,-1 0 0 0 0,1 0 0 0 0,-1 0 0 0 0,1 0 0 0 0,0 0 0 0 0,-1 0 0 0 0,1 0 0 0 0,-1 0 0 0 0,1 0 1 0 0,0 0-1 0 0,-1 0 0 0 0,1 0 0 0 0,11-3-8248 0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6:24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15199 0 0,'2'0'8409'0'0,"39"-9"-2778"0"0,-27 5-5030 0 0,0 1 1 0 0,23-2-1 0 0,-8 4-595 0 0,-1 1 0 0 0,30 5 0 0 0,-11 4-2417 0 0,-45-9 1440 0 0,0 1-134 0 0,9 5-1317 0 0</inkml:trace>
  <inkml:trace contextRef="#ctx0" brushRef="#br0" timeOffset="1">100 142 17303 0 0,'0'0'4182'0'0,"1"1"-2915"0"0,4 1-865 0 0,-1 1 0 0 0,1-1 0 0 0,-1 0 0 0 0,1 0-1 0 0,-1-1 1 0 0,1 1 0 0 0,0-1 0 0 0,0 0 0 0 0,0 0-1 0 0,8 0 1 0 0,9-1-56 0 0,26-3-1 0 0,-5 1-546 0 0,-26 2-838 0 0,-1 0-329 0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6:25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21 9215 0 0,'-8'-6'16368'0'0,"-2"32"-12860"0"0,9-15-3293 0 0,1 1 0 0 0,0-1 0 0 0,0 1 0 0 0,1-1 0 0 0,0 1-1 0 0,1-1 1 0 0,4 14 0 0 0,2 2 81 0 0,21 46 0 0 0,23 27 179 0 0,-43-85-437 0 0,1 0 0 0 0,1-1 0 0 0,0 0 0 0 0,17 16 0 0 0,-26-28-42 0 0,-1-1 18 0 0,0 0 0 0 0,0 0 1 0 0,0 1-1 0 0,1-1 0 0 0,-1 0 0 0 0,0 0 0 0 0,1 0 0 0 0,-1-1 0 0 0,1 1 0 0 0,-1 0 0 0 0,1 0 0 0 0,-1-1 0 0 0,1 1 0 0 0,0-1 0 0 0,-1 1 0 0 0,1-1 0 0 0,0 0 0 0 0,-1 0 0 0 0,1 0 0 0 0,2 0 0 0 0,-2 0-8 0 0,-1 0 0 0 0,1 0 1 0 0,0-1-1 0 0,0 1 1 0 0,-1-1-1 0 0,1 1 0 0 0,-1-1 1 0 0,1 0-1 0 0,0 1 1 0 0,-1-1-1 0 0,1 0 0 0 0,-1 0 1 0 0,0 0-1 0 0,1 0 1 0 0,-1-1-1 0 0,0 1 0 0 0,0 0 1 0 0,1 0-1 0 0,-1-1 0 0 0,0 1 1 0 0,0-1-1 0 0,0 1 1 0 0,-1-1-1 0 0,1 1 0 0 0,0-1 1 0 0,0-1-1 0 0,1-2 26 0 0,9-27-1 0 0,0 1 0 0 0,-3-1 0 0 0,7-40 1 0 0,-8 33 8 0 0,21-63 0 0 0,-16 64-179 0 0,-5 17-75 0 0,12-27-1 0 0,-19 46-9 0 0,4 3-2453 0 0,-3 0 2403 0 0,1 0 0 0 0,0 0 0 0 0,-1-1 1 0 0,1 1-1 0 0,-1 0 0 0 0,0 1 0 0 0,1-1 0 0 0,-1 0 0 0 0,0 0 0 0 0,0 0 0 0 0,0 1 1 0 0,2 1-1 0 0,4 9-1489 0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6:25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20215 0 0,'0'0'1832'0'0,"1"2"-1341"0"0,1 0-172 0 0,0-1 0 0 0,-1 1-1 0 0,1-1 1 0 0,0 1 0 0 0,0-1 0 0 0,0 0 0 0 0,0 1 0 0 0,0-1-1 0 0,0 0 1 0 0,0-1 0 0 0,0 1 0 0 0,1 0 0 0 0,-1-1 0 0 0,0 1 0 0 0,1-1-1 0 0,3 1 1 0 0,4-1 542 0 0,0 0 0 0 0,17-3-1 0 0,-20 2-846 0 0,-2 0 117 0 0,1 0 0 0 0,-1-1 1 0 0,9-3-1 0 0,-9 3-46 0 0,0 0 1 0 0,0 0-1 0 0,1 1 0 0 0,4-2 1 0 0,28-4 263 0 0,-36 6-277 0 0,0 1 0 0 0,6 0-1 0 0,-5 0 186 0 0,-4 3-193 0 0,0 6-20 0 0,-1 0 0 0 0,-1 0 0 0 0,1 0-1 0 0,-1 0 1 0 0,-1 0 0 0 0,-6 11 0 0 0,-15 34-31 0 0,23-50 2 0 0,-3 17 26 0 0,2-4-41 0 0,4-13 0 0 0,1-1 0 0 0,3 8 0 0 0,-2-9 0 0 0,0 0 0 0 0,1 0 0 0 0,-1 0 0 0 0,0-1 0 0 0,0 1 0 0 0,1-1 0 0 0,-1 1 0 0 0,1-1 0 0 0,-1 0 0 0 0,1-1 0 0 0,0 1 0 0 0,-1-1 0 0 0,8 1 0 0 0,2-1 0 0 0,1 0 0 0 0,18-3 0 0 0,1-3 0 0 0,-20 4 0 0 0,0 0 0 0 0,1 0 0 0 0,-1 1 0 0 0,1 1 0 0 0,-1 0 0 0 0,1 1 0 0 0,17 3 0 0 0,-25-3-2 0 0,11 3-175 0 0,-13-1-39 0 0,7 8-2721 0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6:38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18 10591 0 0,'0'-1'819'0'0,"-11"-16"9021"0"0,10 17-9776 0 0,3 25 3354 0 0,-1-15-3863 0 0,2 29 1242 0 0,2 45 342 0 0,-3 225 981 0 0,-2-300-2066 0 0,0-4-34 0 0,0 0 0 0 0,0 0 0 0 0,1-1 0 0 0,0 1 1 0 0,2 7-1 0 0,-2-10 82 0 0,1-3-250 0 0,3-2 106 0 0,-1-1-1 0 0,1 0 1 0 0,-1 1-1 0 0,0-2 1 0 0,0 1-1 0 0,-1 0 1 0 0,1-1-1 0 0,-1 1 1 0 0,0-1-1 0 0,0 0 1 0 0,-1 0-1 0 0,1 0 1 0 0,2-9-1 0 0,2-9-262 0 0,9-44 0 0 0,25-205-695 0 0,-38 240 940 0 0,-3 30 1092 0 0,2 4-824 0 0,15 17-42 0 0,1-1 0 0 0,0 0-1 0 0,2-2 1 0 0,0 0 0 0 0,1-1-1 0 0,27 14 1 0 0,-14-8-271 0 0,48 37-1 0 0,-66-45-34 0 0,-1 0 0 0 0,0 1 0 0 0,-1 1 0 0 0,22 31 0 0 0,-34-42 114 0 0,1-1 0 0 0,-1 1 0 0 0,0 0 0 0 0,-1 1 0 0 0,1-1 0 0 0,1 6 0 0 0,-3-9 25 0 0,1 1 1 0 0,-1-1 0 0 0,0 0-1 0 0,1 1 1 0 0,-1-1 0 0 0,0 1-1 0 0,0-1 1 0 0,0 0-1 0 0,0 1 1 0 0,0-1 0 0 0,0 1-1 0 0,-1-1 1 0 0,1 0 0 0 0,0 1-1 0 0,-1-1 1 0 0,1 0 0 0 0,-1 1-1 0 0,1-1 1 0 0,-1 0 0 0 0,0 1-1 0 0,1-1 1 0 0,-1 0-1 0 0,0 0 1 0 0,0 0 0 0 0,0 0-1 0 0,-1 1 1 0 0,-1 1-1 0 0,-1 1 26 0 0,-1 0-1 0 0,1-1 0 0 0,-1 1 1 0 0,0-1-1 0 0,0 0 1 0 0,0 0-1 0 0,-9 3 1 0 0,-41 12 252 0 0,1-6-125 0 0,-1-2-1 0 0,-71 3 1 0 0,71-9-432 0 0,-24 3-4128 0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6:38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20935 0 0,'0'0'3072'0'0,"2"1"-2655"0"0,4 3-209 0 0,-1-1 0 0 0,0 1 0 0 0,0 0 0 0 0,0 1 0 0 0,-1-1-1 0 0,0 1 1 0 0,1 0 0 0 0,-2 0 0 0 0,1 0 0 0 0,4 9-1 0 0,4 9 405 0 0,11 33-1 0 0,-12-28-314 0 0,40 136 465 0 0,-42-133-723 0 0,12 71 66 0 0,-4-19-1563 0 0,-16-81 638 0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6:39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61 19351 0 0,'0'0'1751'0'0,"-9"2"-1406"0"0,3 0-62 0 0,0 1 0 0 0,0 0-1 0 0,0 0 1 0 0,0 1 0 0 0,0-1 0 0 0,1 1-1 0 0,-1 0 1 0 0,1 1 0 0 0,0-1-1 0 0,1 1 1 0 0,-1 0 0 0 0,1 0 0 0 0,0 1-1 0 0,0-1 1 0 0,0 1 0 0 0,-2 6 0 0 0,-3 5 18 0 0,2 1 0 0 0,0-1 0 0 0,1 1 0 0 0,-6 29 0 0 0,10-37-201 0 0,1 1 0 0 0,-1 0 1 0 0,2 0-1 0 0,-1-1 0 0 0,2 1 0 0 0,-1 0 1 0 0,2-1-1 0 0,-1 1 0 0 0,5 16 0 0 0,-4-22-100 0 0,-1-1 0 0 0,1 1-1 0 0,0 0 1 0 0,1 0 0 0 0,-1-1 0 0 0,1 0-1 0 0,0 1 1 0 0,0-1 0 0 0,0 0-1 0 0,0 0 1 0 0,1 0 0 0 0,-1-1 0 0 0,1 1-1 0 0,0-1 1 0 0,0 0 0 0 0,1 0-1 0 0,-1-1 1 0 0,0 1 0 0 0,1-1 0 0 0,0 0-1 0 0,8 3 1 0 0,-1-2-132 0 0,1-1-1 0 0,0 0 1 0 0,0-1 0 0 0,1 0-1 0 0,-1-1 1 0 0,0 0-1 0 0,0-1 1 0 0,0-1 0 0 0,0 0-1 0 0,0-1 1 0 0,-1 0 0 0 0,1-1-1 0 0,-1 0 1 0 0,0-1 0 0 0,0-1-1 0 0,0 1 1 0 0,19-14-1 0 0,-16 8-15 0 0,0-1 0 0 0,0 0-1 0 0,-1-1 1 0 0,-1 0-1 0 0,0-1 1 0 0,-1-1-1 0 0,-1 0 1 0 0,0 0-1 0 0,-1-1 1 0 0,0-1 0 0 0,12-30-1 0 0,-15 28 105 0 0,0 0 0 0 0,-2 0 0 0 0,5-25 1 0 0,-9 35 129 0 0,0-1 1 0 0,0 1-1 0 0,-1-1 0 0 0,0 0 1 0 0,-1 1-1 0 0,0-1 1 0 0,-1 1-1 0 0,-5-18 1 0 0,7 27-50 0 0,0-1 0 0 0,0 0 0 0 0,0 0 0 0 0,0 1 0 0 0,0-1 0 0 0,-1 0 0 0 0,1 1 0 0 0,0-1 0 0 0,-1 0 0 0 0,1 1 0 0 0,0-1 0 0 0,-1 0 0 0 0,1 1 0 0 0,-1-1 0 0 0,1 1 0 0 0,-1-1 0 0 0,1 1 0 0 0,-1-1 0 0 0,0 1 0 0 0,1-1 0 0 0,-1 1 0 0 0,1-1 0 0 0,-1 1 0 0 0,0 0 0 0 0,1-1 0 0 0,-1 1 0 0 0,0 0 0 0 0,0 0 0 0 0,1 0 0 0 0,-1-1 0 0 0,0 1 0 0 0,1 0 1 0 0,-1 0-1 0 0,0 0 0 0 0,0 0 0 0 0,1 0 0 0 0,-1 0 0 0 0,0 0 0 0 0,0 1 0 0 0,1-1 0 0 0,-1 0 0 0 0,0 0 0 0 0,0 1 0 0 0,1-1 0 0 0,-1 0 0 0 0,0 1 0 0 0,1-1 0 0 0,-1 0 0 0 0,1 1 0 0 0,-1-1 0 0 0,1 1 0 0 0,-1-1 0 0 0,0 1 0 0 0,0 0 0 0 0,-3 3 50 0 0,0 0 0 0 0,1 0 1 0 0,-1 0-1 0 0,1 1 0 0 0,0-1 0 0 0,-3 6 0 0 0,-4 10 52 0 0,0 1-1 0 0,1 0 0 0 0,-10 40 0 0 0,16-49-70 0 0,1 1 0 0 0,0-1 1 0 0,1 1-1 0 0,0-1 0 0 0,1 0 0 0 0,1 1 1 0 0,0-1-1 0 0,4 20 0 0 0,-2-19-7 0 0,1 0-1 0 0,0 0 1 0 0,1-1 0 0 0,0 0-1 0 0,1 0 1 0 0,1 0 0 0 0,0 0-1 0 0,10 12 1 0 0,-11-17-56 0 0,0 0 0 0 0,1 0 0 0 0,-1-1 0 0 0,2 1 0 0 0,-1-2 0 0 0,1 1 0 0 0,0-1 0 0 0,0 0 0 0 0,0-1 0 0 0,1 0 0 0 0,-1 0 0 0 0,17 4 0 0 0,-16-6-43 0 0,0 1 0 0 0,1-2 0 0 0,-1 0 0 0 0,1 0-1 0 0,-1 0 1 0 0,1-1 0 0 0,-1-1 0 0 0,1 0 0 0 0,-1 0 0 0 0,1-1 0 0 0,-1 0 0 0 0,9-3 0 0 0,-2-1-351 0 0,-1 0 0 0 0,0-1 0 0 0,0 0 0 0 0,23-17 0 0 0,-26 16-483 0 0,-2-1 0 0 0,1 0 0 0 0,-1-1-1 0 0,-1 0 1 0 0,1 0 0 0 0,7-12 0 0 0,-4 1-1178 0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6:39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36 21391 0 0,'0'0'1943'0'0,"3"0"-1603"0"0,19-1 377 0 0,0-1 0 0 0,28-7 0 0 0,24-3 237 0 0,-36 8-1268 0 0,54-4-43 0 0,-80 8-2644 0 0,0 1 1 0 0,21 3 0 0 0</inkml:trace>
  <inkml:trace contextRef="#ctx0" brushRef="#br0" timeOffset="1">26 257 16615 0 0,'-5'0'256'0'0,"-16"8"4282"0"0,31 0-2733 0 0,-9-7-1753 0 0,0 0 1 0 0,0 0-1 0 0,0 0 0 0 0,0-1 1 0 0,0 1-1 0 0,0 0 0 0 0,0 0 1 0 0,1-1-1 0 0,-1 1 0 0 0,2 0 1 0 0,8 2 152 0 0,-1 0 0 0 0,1-1 0 0 0,0-1 1 0 0,0 0-1 0 0,1-1 0 0 0,15-1 0 0 0,69-11-958 0 0,-94 12 720 0 0,18-3-393 0 0,34-6-1811 0 0,-18 5-3058 0 0,1 1-1820 0 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6:39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12895 0 0,'3'0'6303'0'0,"62"-3"-2492"0"0,-41 1-1868 0 0,1 1 1 0 0,41 3-1 0 0,-49 0-2198 0 0,1 0-1673 0 0,0 0 0 0 0,-1 1 0 0 0,1 1 0 0 0,-1 1-1 0 0,25 10 1 0 0</inkml:trace>
  <inkml:trace contextRef="#ctx0" brushRef="#br0" timeOffset="1">84 153 13823 0 0,'0'0'608'0'0,"-9"7"5208"0"0,20 4-5144 0 0,2-6-120 0 0,3 2-24 0 0,2-4-8 0 0,2-3-1232 0 0,1-2-248 0 0,0 1-56 0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6:40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54 9215 0 0,'0'0'831'0'0,"-2"0"-230"0"0,-3 3 586 0 0,1-1 0 0 0,0 1-1 0 0,-1 0 1 0 0,1 0 0 0 0,0 0-1 0 0,1 1 1 0 0,-1-1 0 0 0,1 1 0 0 0,-6 7-1 0 0,-26 45 2462 0 0,18-27-2814 0 0,9-13-550 0 0,0-1 0 0 0,1 1 0 0 0,1 0 0 0 0,0 0 0 0 0,-6 34 0 0 0,12-47-252 0 0,1-5-605 0 0,23-41 4 0 0,38-63-886 0 0,-48 82 967 0 0,19-42 0 0 0,-6 9 156 0 0,-21 45 3500 0 0,21 54-1925 0 0,-26-41-1239 0 0,6 14 73 0 0,1 0 1 0 0,1-1-1 0 0,0 0 0 0 0,17 19 0 0 0,8 6-77 0 0,31 46-1 0 0,-53-66-58 0 0,-8-10-15 0 0,7 14-125 0 0,-10-21 116 0 0,-3 3-66 0 0,2-5 143 0 0,0 1-1 0 0,-1 0 0 0 0,1-1 1 0 0,0 1-1 0 0,0-1 1 0 0,0 1-1 0 0,0 0 0 0 0,-1-1 1 0 0,1 1-1 0 0,0-1 1 0 0,-1 1-1 0 0,1-1 0 0 0,0 1 1 0 0,-1-1-1 0 0,1 1 1 0 0,-1 0-1 0 0,-5 3-7 0 0,-1-1-1 0 0,1 1 1 0 0,-1-1-1 0 0,0 0 0 0 0,0-1 1 0 0,0 1-1 0 0,0-1 1 0 0,-14 1-1 0 0,-6 0-12 0 0,-30-1 0 0 0,6 0-315 0 0,10 1-59 0 0,12 0-2165 0 0,-45-1 0 0 0,62-4 922 0 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6:40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7 5527 0 0,'-8'-6'20236'0'0,"8"9"-19620"0"0,30 127 2275 0 0,-12-44-2235 0 0,-17-84-642 0 0,12 54 192 0 0,29 77 0 0 0,-41-131-323 0 0,-1-2 120 0 0,0 0 0 0 0,0 1 0 0 0,0-1 0 0 0,0 1-1 0 0,0-1 1 0 0,0 0 0 0 0,1 1 0 0 0,-1-1 0 0 0,0 0 0 0 0,0 1 0 0 0,0-1 0 0 0,1 0-1 0 0,-1 1 1 0 0,0-1 0 0 0,0 0 0 0 0,1 0 0 0 0,-1 1 0 0 0,0-1 0 0 0,0 0 0 0 0,1 1-1 0 0,-9-86-11111 0 0,4 61 3954 0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6:41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14279 0 0,'2'-2'10180'0'0,"6"-2"-9793"0"0,0 1 0 0 0,0-1-1 0 0,1 1 1 0 0,0 1 0 0 0,-1-1 0 0 0,1 1-1 0 0,0 1 1 0 0,0 0 0 0 0,0 0 0 0 0,0 1 0 0 0,0 0-1 0 0,10 1 1 0 0,196 26 80 0 0,-191-23-438 0 0,-11-2-29 0 0,-1 1 0 0 0,0 1 0 0 0,19 7 0 0 0,-26-9 0 0 0,0 0 0 0 0,-1 0 0 0 0,1 0 0 0 0,7 6 0 0 0,-2 6 0 0 0,-7-9 0 0 0,5 11-27 0 0,-9-11 11 0 0,0-2 6 0 0,1 2 0 0 0,-1 0 1 0 0,1 0-1 0 0,-1-1 0 0 0,-1 1 1 0 0,1 0-1 0 0,-1-1 1 0 0,0 1-1 0 0,0-1 0 0 0,0 0 1 0 0,0 1-1 0 0,-1-1 1 0 0,-5 6-1 0 0,-5 5 18 0 0,-24 23 0 0 0,31-32-14 0 0,-21 18-341 0 0,-1-2 1 0 0,-1 0-1 0 0,-33 17 0 0 0,61-38-538 0 0,-5 3-589 0 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6:41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26 18511 0 0,'0'0'3158'0'0,"1"2"-1885"0"0,1 3-835 0 0,0 0 0 0 0,0 0 1 0 0,-1 0-1 0 0,1 0 0 0 0,-1 0 0 0 0,0 0 1 0 0,0 0-1 0 0,-1 1 0 0 0,0-1 0 0 0,0 0 1 0 0,-1 9-1 0 0,-2 10 295 0 0,-8 31-1 0 0,2-13-82 0 0,5-22-335 0 0,2 1 0 0 0,-1 35-1 0 0,3-48-271 0 0,1 1-1 0 0,0-1 0 0 0,0 0 1 0 0,1 0-1 0 0,0 0 1 0 0,0 0-1 0 0,1 0 1 0 0,0 0-1 0 0,7 12 0 0 0,-1-9 22 0 0,-4-6-52 0 0,0-1 0 0 0,1 0 0 0 0,-1 0 1 0 0,1-1-1 0 0,0 0 0 0 0,0 0 0 0 0,0 0 0 0 0,1-1 0 0 0,-1 1 0 0 0,1-2 0 0 0,-1 1 0 0 0,12 1 0 0 0,-2-2-8 0 0,-1 0 1 0 0,0-1-1 0 0,0 0 1 0 0,25-4-1 0 0,-25 0-234 0 0,0 0-1 0 0,0 0 1 0 0,-1-2 0 0 0,0 1 0 0 0,0-2-1 0 0,0 0 1 0 0,-1-1 0 0 0,0 0 0 0 0,22-18-1 0 0,-30 22-187 0 0,-1 0 0 0 0,1-1 0 0 0,-1 0 0 0 0,1 0 0 0 0,5-10 0 0 0,-7 10-1639 0 0,0 0 0 0 0,-1-1 0 0 0,4-9 1 0 0,-1-3-6098 0 0</inkml:trace>
  <inkml:trace contextRef="#ctx0" brushRef="#br0" timeOffset="1">114 13 15199 0 0,'0'0'1916'0'0,"3"1"-125"0"0,15-1 1241 0 0,0 0 0 0 0,25-4 0 0 0,9-1-1782 0 0,-19 3-914 0 0,-19 0-290 0 0,-1 2 0 0 0,1 0 0 0 0,27 3 0 0 0,-40-3 62 0 0,7 1-964 0 0,-1 0-1 0 0,0 1 0 0 0,11 4 1 0 0,-16-5-528 0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6:42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45 6911 0 0,'-3'9'16823'0'0,"20"-4"-13370"0"0,26-2-3785 0 0,114-9-2660 0 0,-127 3 1328 0 0</inkml:trace>
  <inkml:trace contextRef="#ctx0" brushRef="#br0" timeOffset="1">552 33 19263 0 0,'0'0'1744'0'0,"2"-1"-1434"0"0,4-2-148 0 0,0 0 1 0 0,0 1-1 0 0,0-1 1 0 0,10-1 0 0 0,3 0 2579 0 0,29-2 0 0 0,-5 2-1325 0 0,-35 3-1356 0 0,1 0-1 0 0,-1 0 0 0 0,0 1 1 0 0,0 1-1 0 0,1-1 1 0 0,-1 1-1 0 0,0 1 1 0 0,11 2-1 0 0,-4 1-1665 0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6:42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3223 0 0,'0'0'15598'0'0,"2"0"-14500"0"0,14-2-65 0 0,8-1-108 0 0,29-7 0 0 0,-3 1-2064 0 0,-11 3-5730 0 0,-18 2 490 0 0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6:43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44 6911 0 0,'0'0'528'0'0,"-1"-2"-341"0"0,0-1 908 0 0,-1 1-1 0 0,0-1 1 0 0,0 0 0 0 0,0 1-1 0 0,0-1 1 0 0,0 1 0 0 0,0-1-1 0 0,0 1 1 0 0,-1 0 0 0 0,1 0-1 0 0,-1 0 1 0 0,0 1 0 0 0,1-1 0 0 0,-1 0-1 0 0,0 1 1 0 0,0 0 0 0 0,-5-2-1 0 0,4 2-954 0 0,0 0 0 0 0,-1 1 0 0 0,1 0 0 0 0,0-1 0 0 0,-5 2 0 0 0,0 0 99 0 0,1 0 0 0 0,-1 1 1 0 0,0 0-1 0 0,1 1 1 0 0,0 0-1 0 0,-1 0 0 0 0,1 0 1 0 0,0 1-1 0 0,-12 9 1 0 0,8-5-119 0 0,0 1 1 0 0,1 1 0 0 0,0 0-1 0 0,0 0 1 0 0,-9 13 0 0 0,9-9-97 0 0,0 0 1 0 0,2 0 0 0 0,0 1 0 0 0,0 1-1 0 0,1-1 1 0 0,1 1 0 0 0,-7 26-1 0 0,12-36-18 0 0,0 1-1 0 0,1-1 1 0 0,0 1-1 0 0,1-1 0 0 0,-1 1 1 0 0,1-1-1 0 0,0 1 1 0 0,1-1-1 0 0,-1 1 1 0 0,2 0-1 0 0,-1-1 0 0 0,0 0 1 0 0,1 1-1 0 0,1-1 1 0 0,-1 0-1 0 0,1 0 0 0 0,0 0 1 0 0,0 0-1 0 0,0-1 1 0 0,1 1-1 0 0,0-1 1 0 0,9 10-1 0 0,-7-10-13 0 0,1 1-1 0 0,0-2 1 0 0,0 1 0 0 0,0 0-1 0 0,1-1 1 0 0,0-1 0 0 0,-1 1-1 0 0,1-1 1 0 0,1-1 0 0 0,-1 1-1 0 0,14 1 1 0 0,3 0-22 0 0,-1-2-1 0 0,44-1 1 0 0,-48-2 20 0 0,0 0 0 0 0,-1-2 1 0 0,1 0-1 0 0,-1-1 0 0 0,0-1 0 0 0,35-14 1 0 0,-46 16 4 0 0,-1 0 0 0 0,1-1-1 0 0,-1-1 1 0 0,0 1 0 0 0,0-1 0 0 0,0 0 0 0 0,-1-1 0 0 0,0 1 0 0 0,0-1 0 0 0,0-1 0 0 0,-1 1 0 0 0,0-1 0 0 0,0 0 0 0 0,0 0 0 0 0,-1 0 0 0 0,0-1-1 0 0,-1 1 1 0 0,5-13 0 0 0,-7 15 4 0 0,0 0 0 0 0,0 0 0 0 0,-1 1 0 0 0,0-1 0 0 0,0 0-1 0 0,0 0 1 0 0,0 0 0 0 0,-1 1 0 0 0,0-1 0 0 0,0 0 0 0 0,0 1 0 0 0,0-1-1 0 0,-1 0 1 0 0,0 1 0 0 0,0 0 0 0 0,-4-8 0 0 0,2 5 27 0 0,-1 1 0 0 0,0-1 0 0 0,0 1 0 0 0,0 0-1 0 0,-1 1 1 0 0,0-1 0 0 0,0 1 0 0 0,0 0 0 0 0,-10-5 0 0 0,-103-52 231 0 0,99 53-222 0 0,0 2 1 0 0,-1 0-1 0 0,0 1 1 0 0,-26-3-1 0 0,17 7 34 0 0,24 2-3296 0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04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551 18 15631 0 0,'0'0'6767'0'0,"-11"-11"-3737"0"0,7 10-2802 0 0,0-1-1 0 0,0 1 1 0 0,0 0-1 0 0,-1 1 1 0 0,1-1-1 0 0,0 1 0 0 0,0-1 1 0 0,0 1-1 0 0,0 1 1 0 0,-5 0-1 0 0,-43 10 609 0 0,32-6-527 0 0,-34 10-60 0 0,1 4 0 0 0,1 1 0 0 0,-54 30 0 0 0,72-35-249 0 0,21-10 0 0 0,1 1 0 0 0,-13 7 0 0 0,13-5 0 0 0,5-2-12 0 0,6-2-36 0 0,6 5 36 0 0,-3-7 11 0 0,0-1 1 0 0,0 1-1 0 0,0-1 0 0 0,0 0 1 0 0,0 0-1 0 0,1 0 0 0 0,-1 0 1 0 0,0-1-1 0 0,1 1 1 0 0,-1 0-1 0 0,3-1 0 0 0,32 4-48 0 0,-25-4 42 0 0,65 4 7 0 0,-27-2 0 0 0,68 11 0 0 0,-103-10 0 0 0,0 1 0 0 0,0 0 0 0 0,0 1 0 0 0,-1 0 0 0 0,0 1 0 0 0,0 1 0 0 0,0 0 0 0 0,23 17 0 0 0,-30-18 2 0 0,1 0-1 0 0,-1 1 0 0 0,0 0 1 0 0,-1 1-1 0 0,0-1 1 0 0,0 1-1 0 0,-1 1 1 0 0,0-1-1 0 0,0 1 1 0 0,0-1-1 0 0,-2 1 1 0 0,1 1-1 0 0,-1-1 1 0 0,0 0-1 0 0,-1 1 1 0 0,2 13-1 0 0,-3-15 37 0 0,-1 0 1 0 0,0 0-1 0 0,0 1 0 0 0,0-1 1 0 0,-1 0-1 0 0,-1 0 0 0 0,1 0 1 0 0,-1 0-1 0 0,-1 0 1 0 0,0 0-1 0 0,0-1 0 0 0,0 1 1 0 0,-1-1-1 0 0,0 0 0 0 0,0 0 1 0 0,-1 0-1 0 0,1 0 0 0 0,-2-1 1 0 0,-10 11-1 0 0,6-9-3 0 0,-1 0 0 0 0,1-1 0 0 0,-1 0 0 0 0,-1-1 0 0 0,1 0 0 0 0,-1-1 0 0 0,0-1 0 0 0,0 1 0 0 0,0-2 0 0 0,-1 0 0 0 0,1 0 0 0 0,-15 0 0 0 0,-19 1 101 0 0,1-3 0 0 0,-47-4 0 0 0,83 3-135 0 0,-6-1-146 0 0,-1 0 0 0 0,1-1 0 0 0,0 0 0 0 0,0-1 0 0 0,0-1 0 0 0,0 0 1 0 0,1-1-1 0 0,-1-1 0 0 0,-17-9 0 0 0,30 13-137 0 0,-1 0 1 0 0,1 0 0 0 0,-1-1-1 0 0,1 1 1 0 0,0 0-1 0 0,0-1 1 0 0,0 1 0 0 0,0-1-1 0 0,1 0 1 0 0,-1 0-1 0 0,1 0 1 0 0,-1 0 0 0 0,1 0-1 0 0,0 0 1 0 0,0 0-1 0 0,0 0 1 0 0,1 0 0 0 0,-1 0-1 0 0,1 0 1 0 0,0-7-1 0 0,-1-13-8639 0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04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9215 0 0,'1'2'4543'0'0,"8"36"7542"0"0,3 22-8354 0 0,1 6-2947 0 0,0-1-29 0 0,4 20-445 0 0,-5-40-279 0 0,39 126-2483 0 0,-48-165 1816 0 0,1 4 13 0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05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14743 0 0,'1'1'5474'0'0,"1"2"-4995"0"0,-1 0 0 0 0,1-1 0 0 0,0 1 0 0 0,0-1 0 0 0,0 0 0 0 0,0 1 0 0 0,0-1 0 0 0,1 0 0 0 0,-1 0 0 0 0,4 2 0 0 0,0-1-100 0 0,0 0-1 0 0,0 0 1 0 0,0 0-1 0 0,9 2 1 0 0,0-2-47 0 0,0 0 1 0 0,0 0-1 0 0,24 0 0 0 0,-11-3-206 0 0,0-2 0 0 0,1-1 0 0 0,-1-1-1 0 0,42-11 1 0 0,106-45-195 0 0,-111 31-203 0 0,-65 42 430 0 0,-2-5-104 0 0,0-1 1 0 0,-1 0-1 0 0,0 0 1 0 0,0 0 0 0 0,0 0-1 0 0,-6 7 1 0 0,-29 38 408 0 0,4-7-15 0 0,17-21-289 0 0,-19 32 145 0 0,32-49-295 0 0,0 0-1 0 0,1 0 0 0 0,0 1 1 0 0,0-1-1 0 0,-3 16 0 0 0,6-21-88 0 0,11-2-825 0 0,-6 0 865 0 0,-1-1 0 0 0,0 0 0 0 0,0 0-1 0 0,-1-1 1 0 0,1 1 0 0 0,0-1 0 0 0,0 0 0 0 0,-1 0 0 0 0,1 0-1 0 0,-1-1 1 0 0,1 1 0 0 0,-1-1 0 0 0,5-4 0 0 0,3-6-80 0 0,20-25 1 0 0,-19 20 97 0 0,0-1 1 0 0,15-34-1 0 0,-7 12 84 0 0,-20 39 119 0 0,2 3-152 0 0,0 1 0 0 0,0-1 1 0 0,0 0-1 0 0,-1 1 0 0 0,1 0 0 0 0,-1-1 0 0 0,1 1 0 0 0,-1 0 0 0 0,0 0 0 0 0,0-1 0 0 0,0 1 0 0 0,1 3 0 0 0,1-1 32 0 0,22 41 288 0 0,-18-31-260 0 0,13 21 0 0 0,-12-24-141 0 0,0-1 1 0 0,1 1-1 0 0,0-2 1 0 0,20 18 0 0 0,-25-23-291 0 0,1-1 1 0 0,0 0-1 0 0,0 0 1 0 0,0 0-1 0 0,0-1 1 0 0,0 0 0 0 0,0 0-1 0 0,1 0 1 0 0,-1 0-1 0 0,1-1 1 0 0,-1 0-1 0 0,1 0 1 0 0,-1-1 0 0 0,9 1-1 0 0,-10-2-153 0 0,-1 1-1 0 0,0-1 0 0 0,1 0 1 0 0,-1 0-1 0 0,0 0 1 0 0,4-2-1 0 0,10-5-5440 0 0,-4 0-791 0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05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33 14887 0 0,'15'-33'5266'0'0,"-21"57"188"0"0,2-10-4539 0 0,-3 14 276 0 0,-5 28 394 0 0,-7 60 0 0 0,17-98-1518 0 0,1 0-1 0 0,1 0 1 0 0,1 0-1 0 0,0 0 1 0 0,1 0-1 0 0,1 0 1 0 0,9 28-1 0 0,-11-41-96 0 0,1 0 0 0 0,0 0 0 0 0,0 0-1 0 0,0-1 1 0 0,1 1 0 0 0,-1-1 0 0 0,1 0 0 0 0,0 0 0 0 0,1 0 0 0 0,-1 0 0 0 0,1 0-1 0 0,0-1 1 0 0,-1 1 0 0 0,1-1 0 0 0,1 0 0 0 0,-1 0 0 0 0,0-1 0 0 0,1 1-1 0 0,0-1 1 0 0,-1 0 0 0 0,1 0 0 0 0,0 0 0 0 0,0-1 0 0 0,0 0 0 0 0,0 0 0 0 0,0 0-1 0 0,0-1 1 0 0,0 1 0 0 0,8-2 0 0 0,-7 1 3 0 0,0-1 0 0 0,0 0 0 0 0,0 0 0 0 0,0 0 0 0 0,0-1-1 0 0,0 0 1 0 0,-1 0 0 0 0,1 0 0 0 0,-1-1 0 0 0,0 0 0 0 0,1 0 0 0 0,-1 0 0 0 0,0-1 0 0 0,-1 0 0 0 0,1 0 0 0 0,-1 0-1 0 0,0 0 1 0 0,0-1 0 0 0,0 1 0 0 0,0-1 0 0 0,3-8 0 0 0,-3 8-26 0 0,-1-1-1 0 0,0 1 1 0 0,-1-1-1 0 0,1 0 1 0 0,-1 0-1 0 0,-1 0 1 0 0,1 0-1 0 0,-1 0 1 0 0,0 0 0 0 0,0-9-1 0 0,-15 14 14 0 0,12 1 66 0 0,-1 1-1 0 0,1-1 1 0 0,0 1 0 0 0,0-1-1 0 0,0 1 1 0 0,0 0-1 0 0,0 0 1 0 0,0 0 0 0 0,0 0-1 0 0,0 0 1 0 0,0 1-1 0 0,0-1 1 0 0,1 1 0 0 0,-1-1-1 0 0,0 1 1 0 0,1-1 0 0 0,0 1-1 0 0,-1 0 1 0 0,1 0-1 0 0,0 0 1 0 0,0 0 0 0 0,-1 2-1 0 0,0-1 22 0 0,1 1 0 0 0,-1 0 0 0 0,1-1 0 0 0,0 1 0 0 0,0 0 0 0 0,1 0 0 0 0,-1 0-1 0 0,1 0 1 0 0,0 0 0 0 0,0-1 0 0 0,1 7 0 0 0,0-7-36 0 0,-1-1 0 0 0,1 0-1 0 0,0 0 1 0 0,0 0 0 0 0,0 0 0 0 0,0 1-1 0 0,0-1 1 0 0,1-1 0 0 0,-1 1 0 0 0,0 0-1 0 0,1 0 1 0 0,0 0 0 0 0,-1-1 0 0 0,1 1-1 0 0,0-1 1 0 0,3 3 0 0 0,-1-2-7 0 0,0 0-1 0 0,-1 0 1 0 0,1 0-1 0 0,1 0 1 0 0,-1-1 0 0 0,0 1-1 0 0,7 0 1 0 0,12 1-251 0 0,0-2 1 0 0,34-2-1 0 0,-46 0-414 0 0,0 0 0 0 0,0-1 0 0 0,-1 0-1 0 0,15-5 1 0 0,-20 5-297 0 0,1-1-1 0 0,0 1 1 0 0,0-1-1 0 0,-1 0 0 0 0,6-5 1 0 0,-4 2-753 0 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05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 23695 0 0,'0'0'2152'0'0,"2"1"-1715"0"0,8 3-158 0 0,-1-1-1 0 0,0-1 1 0 0,1 1-1 0 0,0-2 0 0 0,0 1 1 0 0,18 0-1 0 0,65-7 609 0 0,-42 2-801 0 0,233-25-429 0 0,-97-2-3988 0 0,-146 23 2118 0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06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0 24991 0 0,'0'0'1913'0'0,"-3"9"-1105"0"0,-1 2-520 0 0,1 1-1 0 0,0 0 1 0 0,1-1-1 0 0,-1 23 0 0 0,4 50 1696 0 0,0-54-1684 0 0,13 354 1002 0 0,-17-277-2018 0 0,5-101 106 0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06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83 14279 0 0,'-16'-1'465'0'0,"0"-1"0"0"0,-28-6 0 0 0,1 0 1416 0 0,12 6 10803 0 0,34 1-12372 0 0,269-6 1142 0 0,-269 7-1445 0 0,368-24 324 0 0,-97 2-289 0 0,97 15-44 0 0,-296 7-85 0 0,86 12-1 0 0,-86 6-1300 0 0,-73-18 483 0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07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11 26031 0 0,'0'0'576'0'0,"-8"-1"112"0"0,-2-6 24 0 0,2 4 168 0 0,0 3-880 0 0,7 10-2952 0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07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46 585 17967 0 0,'-15'8'1920'0'0,"7"-4"-1856"0"0,0 0 1216 0 0,0 1 240 0 0,1-2 2264 0 0,16-3-5312 0 0,5-2 656 0 0,4-3-8872 0 0</inkml:trace>
  <inkml:trace contextRef="#ctx0" brushRef="#br0" timeOffset="1">908 1 24823 0 0,'0'0'3961'0'0,"1"2"-3477"0"0,12 27 338 0 0,-2 1-1 0 0,11 47 1 0 0,1 2-444 0 0,37 121-410 0 0,-60-199-64 0 0,-14-18-11201 0 0,5 3 9466 0 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07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5 21311 0 0,'-8'-3'2267'0'0,"3"1"1025"0"0,17 2-1788 0 0,120 5 961 0 0,-33-1-2113 0 0,-8-1-256 0 0,93 16 0 0 0,-171-17-96 0 0,-1 1 0 0 0,1 0 0 0 0,-1 1 0 0 0,17 7 0 0 0,-26-10 0 0 0,0 1 0 0 0,0-1 0 0 0,0 1 0 0 0,0-1 0 0 0,0 1 0 0 0,-1 0 0 0 0,1 0 0 0 0,-1 0 0 0 0,1 0 0 0 0,-1 1 0 0 0,0-1 0 0 0,0 1 0 0 0,0-1 0 0 0,0 1 0 0 0,0 0 0 0 0,0 0 0 0 0,-1 0 0 0 0,1 0 0 0 0,-1 0 0 0 0,0 0 0 0 0,0 0 0 0 0,1 4 0 0 0,-3-3 0 0 0,1 0-1 0 0,-1 0 0 0 0,1 0 1 0 0,-1 0-1 0 0,0 0 1 0 0,0 0-1 0 0,-1-1 1 0 0,1 1-1 0 0,-1 0 1 0 0,0-1-1 0 0,0 1 1 0 0,0-1-1 0 0,-3 4 1 0 0,-6 7-29 0 0,-17 18 1 0 0,8-13-134 0 0,-1 0 0 0 0,-43 29 0 0 0,-12 1-4550 0 0,65-43 3355 0 0,-1 2-7704 0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08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0 136 16127 0 0,'0'0'1460'0'0,"1"2"-1204"0"0,1 6 1067 0 0,0 0 0 0 0,0 0 0 0 0,-1 1 0 0 0,0-1-1 0 0,0 12 1 0 0,-6 44 3068 0 0,3-44-3878 0 0,0 0 0 0 0,3 31 0 0 0,-1-47-568 0 0,0 1 0 0 0,1-1 0 0 0,0 0 0 0 0,0 1 0 0 0,0-1 0 0 0,0 0 0 0 0,1 1 0 0 0,-1-1 0 0 0,1 0 0 0 0,0 0 0 0 0,1 0 0 0 0,-1-1 0 0 0,0 1 0 0 0,1 0 0 0 0,4 4 0 0 0,-6-8-48 0 0,1 1 1 0 0,-1 0 0 0 0,0-1-1 0 0,0 1 1 0 0,0-1 0 0 0,0 0-1 0 0,1 1 1 0 0,-1-1-1 0 0,0 0 1 0 0,0 0 0 0 0,1 0-1 0 0,-1 0 1 0 0,0 0 0 0 0,0 0-1 0 0,1 0 1 0 0,-1 0 0 0 0,0 0-1 0 0,2-1 1 0 0,20-8-1889 0 0,-19 7 1623 0 0,28-17-4461 0 0,-20 10 2627 0 0</inkml:trace>
  <inkml:trace contextRef="#ctx0" brushRef="#br0" timeOffset="1">389 23 22631 0 0,'0'0'2533'0'0,"10"-2"-305"0"0,11-4-1541 0 0,0 1 0 0 0,1 2-1 0 0,-1 0 1 0 0,1 1 0 0 0,-1 1-1 0 0,28 2 1 0 0,21 4-983 0 0,-61-4-162 0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08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22895 0 0,'0'0'4005'0'0,"2"1"-3178"0"0,3 0-703 0 0,0 1-1 0 0,0-1 1 0 0,1 0 0 0 0,-1 0-1 0 0,1-1 1 0 0,-1 0 0 0 0,1 0-1 0 0,8-1 1 0 0,47-9 1010 0 0,-35 4-957 0 0,-14 4-425 0 0,-1-1 1 0 0,17-8-1 0 0,-8 3-434 0 0,-2 2-781 0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09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50 18887 0 0,'-6'-5'1971'0'0,"-5"-13"-1431"0"0,10 15 68 0 0,0 0 0 0 0,-1 0 0 0 0,0 0 0 0 0,1 0 1 0 0,-5-4-1 0 0,5 7-482 0 0,1-1 1 0 0,-1 1 0 0 0,1-1-1 0 0,-1 1 1 0 0,0 0 0 0 0,1-1-1 0 0,-1 1 1 0 0,0 0-1 0 0,1-1 1 0 0,-1 1 0 0 0,0 0-1 0 0,0 0 1 0 0,1 0 0 0 0,-1-1-1 0 0,0 1 1 0 0,0 0-1 0 0,1 0 1 0 0,-1 0 0 0 0,0 0-1 0 0,0 1 1 0 0,1-1 0 0 0,-1 0-1 0 0,0 0 1 0 0,0 0 0 0 0,1 0-1 0 0,-1 1 1 0 0,0-1-1 0 0,-1 1 1 0 0,-6 4 214 0 0,-1 1 0 0 0,1 0 1 0 0,0 0-1 0 0,0 0 0 0 0,1 1 0 0 0,-1 0 0 0 0,2 1 0 0 0,-8 9 0 0 0,-3 7-53 0 0,-21 39-1 0 0,28-44-228 0 0,1 0 0 0 0,1 0 0 0 0,-9 29 0 0 0,15-42-49 0 0,0 0-1 0 0,1 0 1 0 0,0-1 0 0 0,0 1 0 0 0,1 0 0 0 0,0 0 0 0 0,0 0-1 0 0,0 0 1 0 0,0 0 0 0 0,1 0 0 0 0,0 0 0 0 0,0 0 0 0 0,1-1-1 0 0,0 1 1 0 0,0 0 0 0 0,5 9 0 0 0,-4-11-10 0 0,0-1 0 0 0,0 1 0 0 0,0 0 0 0 0,1-1 0 0 0,0 0 0 0 0,-1 0 0 0 0,1 0 0 0 0,0 0 0 0 0,0-1 0 0 0,1 0 0 0 0,-1 0 0 0 0,8 3 0 0 0,-3-2 0 0 0,1 0 0 0 0,0 0 0 0 0,0-1 0 0 0,19 1 0 0 0,5-3 0 0 0,0-1 0 0 0,-1-2 0 0 0,1-1 0 0 0,-1-1 0 0 0,0-2 0 0 0,-1-2 0 0 0,50-19 0 0 0,-75 25-7 0 0,-1 0 0 0 0,1-1-1 0 0,0 1 1 0 0,-1-1 0 0 0,0-1 0 0 0,0 1 0 0 0,0-1-1 0 0,-1 0 1 0 0,0 0 0 0 0,1-1 0 0 0,-2 0 0 0 0,1 0-1 0 0,-1 0 1 0 0,6-10 0 0 0,-7 10 1 0 0,-1 0 0 0 0,0 1 0 0 0,0-1 0 0 0,-1 0 0 0 0,0 0 0 0 0,0 0 0 0 0,0 0 0 0 0,-1 0 0 0 0,1 0 0 0 0,-2 0 0 0 0,1 0 0 0 0,0 0 0 0 0,-1 0 0 0 0,-1 0 0 0 0,1 0 0 0 0,-1 0 0 0 0,-3-10 0 0 0,1 8 15 0 0,-1-1-1 0 0,0 1 1 0 0,0 1 0 0 0,0-1-1 0 0,-1 1 1 0 0,0 0 0 0 0,0 0 0 0 0,-1 0-1 0 0,-12-9 1 0 0,9 9-11 0 0,-1-1 0 0 0,0 2 0 0 0,0 0-1 0 0,0 0 1 0 0,-1 1 0 0 0,-18-6 0 0 0,16 7-275 0 0,1 0 0 0 0,-1 2-1 0 0,0-1 1 0 0,-1 2 0 0 0,1 0 0 0 0,0 0 0 0 0,0 2 0 0 0,-27 3-1 0 0,38-4 13 0 0,0 1 0 0 0,1 0-1 0 0,-1 0 1 0 0,1 0 0 0 0,-1 0-1 0 0,1 0 1 0 0,-3 2 0 0 0,-6 9-7396 0 0,4-1-1109 0 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09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1 367 23671 0 0,'0'0'2144'0'0,"0"2"-1763"0"0,1 4 145 0 0,0 0-1 0 0,0 0 0 0 0,1 1 1 0 0,-1-1-1 0 0,2 0 0 0 0,3 8 1 0 0,-5-12-494 0 0,0-1 0 0 0,0 1 0 0 0,0-1 0 0 0,0 0 0 0 0,1 0 1 0 0,-1 1-1 0 0,0-1 0 0 0,0 0 0 0 0,1 0 0 0 0,-1 0 0 0 0,1 0 1 0 0,1 0-1 0 0,-1 0-283 0 0,0 0-1 0 0,0-1 1 0 0,1 1 0 0 0,-1-1 0 0 0,0 0 0 0 0,0 1 0 0 0,0-1-1 0 0,0 0 1 0 0,0 0 0 0 0,1-1 0 0 0,3 0 0 0 0,7-2-1300 0 0</inkml:trace>
  <inkml:trace contextRef="#ctx0" brushRef="#br0" timeOffset="1">351 1 7367 0 0,'0'2'19223'0'0,"16"97"-13556"0"0,-3-27-5264 0 0,-4-20-376 0 0,3 0 0 0 0,2-1-1 0 0,21 50 1 0 0,-35-99-64 0 0,0-1-1 0 0,1 1 1 0 0,-1-1-1 0 0,1 1 1 0 0,-1-1-1 0 0,1 1 1 0 0,0-1-1 0 0,0 1 1 0 0,0-1-1 0 0,0 0 1 0 0,0 0-1 0 0,0 1 1 0 0,0-1-1 0 0,2 2 1 0 0,0-1-222 0 0,-2-1-419 0 0,12-5-9291 0 0,0-3 797 0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10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0 496 23615 0 0,'0'0'1801'0'0,"2"2"-1234"0"0,14 12-210 0 0,-16-13-214 0 0,1-1 0 0 0,-1 1 0 0 0,1-1-1 0 0,-1 1 1 0 0,1-1 0 0 0,-1 0-1 0 0,1 1 1 0 0,-1-1 0 0 0,1 1 0 0 0,-1-1-1 0 0,1 0 1 0 0,-1 0 0 0 0,1 1-1 0 0,0-1 1 0 0,-1 0 0 0 0,1 0 0 0 0,-1 0-1 0 0,1 0 1 0 0,0 1 0 0 0,-1-1-1 0 0,1 0 1 0 0,0 0 0 0 0,-1 0 0 0 0,1 0-1 0 0,0-1 1 0 0,-1 1 0 0 0,1 0-1 0 0,0 0 1 0 0,-1 0 0 0 0,1 0 0 0 0,-1-1-1 0 0,1 1 1 0 0,0 0 0 0 0,-1-1-1 0 0,1 1 1 0 0,-1 0 0 0 0,1-1 0 0 0,1-1-51 0 0,-1 0 1 0 0,0 1-1 0 0,0-1 0 0 0,0 0 1 0 0,0 0-1 0 0,0 0 1 0 0,0 0-1 0 0,0 0 1 0 0,0-3-1 0 0,2-8-79 0 0,-1 0-1 0 0,0 0 0 0 0,-1 0 1 0 0,0-16-1 0 0,-6-55 4 0 0,1 34-15 0 0,1-5-1 0 0,-3-57 0 0 0,3 90 0 0 0,0 0 0 0 0,-13-41 0 0 0,13 60 0 0 0,2 7 0 0 0,0 8 0 0 0,2-1 0 0 0,1 0 0 0 0,0 0 0 0 0,0 0 0 0 0,1 0 0 0 0,1 0 0 0 0,0 0 0 0 0,0-1 0 0 0,1 0 0 0 0,0 0 0 0 0,1 0 0 0 0,0-1 0 0 0,1 0 0 0 0,-1 0 0 0 0,13 12 0 0 0,-13-15 0 0 0,-3-3 0 0 0,0 0 0 0 0,0 0 0 0 0,0 0 0 0 0,0 0 0 0 0,1 0 0 0 0,-1-1 0 0 0,1 0 0 0 0,0 1 0 0 0,0-1 0 0 0,6 2 0 0 0,3-1 0 0 0,-1 0 0 0 0,1 0 0 0 0,0-1 0 0 0,21 0 0 0 0,-27-2 0 0 0,0-1 0 0 0,-1 1 0 0 0,0-1 0 0 0,1 0 0 0 0,-1-1 0 0 0,1 0 0 0 0,-1 0 0 0 0,0 0 0 0 0,0 0 0 0 0,0-1 0 0 0,6-4 0 0 0,-7 3 0 0 0,0 0 0 0 0,0-1 0 0 0,-1 1 0 0 0,0-1 0 0 0,1 0 0 0 0,-2 0 0 0 0,1-1 0 0 0,-1 1 0 0 0,0-1 0 0 0,5-10 0 0 0,1-7 0 0 0,8-33 0 0 0,-14 69 0 0 0,1 10 0 0 0,14 234 0 0 0,-16-239-95 0 0,0-1 0 0 0,2 1 0 0 0,0-1 0 0 0,1 0 1 0 0,8 20-1 0 0,-12-36-79 0 0,-1 0 0 0 0,1 0 1 0 0,-1 0-1 0 0,1 0 0 0 0,-1 0 1 0 0,1 0-1 0 0,0 0 0 0 0,-1 0 1 0 0,1 0-1 0 0,0 0 0 0 0,0-1 1 0 0,0 1-1 0 0,0 0 1 0 0,0 0-1 0 0,0-1 0 0 0,0 1 1 0 0,0 0-1 0 0,1 0 0 0 0,-1-1-149 0 0,0 0 0 0 0,0 0 1 0 0,0 0-1 0 0,0-1 0 0 0,0 1 0 0 0,0 0 0 0 0,0 0 0 0 0,0-1 0 0 0,0 1 0 0 0,0 0 0 0 0,0-1 0 0 0,0 1 0 0 0,0-1 0 0 0,0 0 1 0 0,0 1-1 0 0,-1-1 0 0 0,1 1 0 0 0,0-1 0 0 0,0 0 0 0 0,-1 0 0 0 0,1 0 0 0 0,0 0 0 0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10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20 19263 0 0,'0'-6'1744'0'0,"-2"-7"6180"0"0,9 28-6337 0 0,-2-7-1269 0 0,1 13-26 0 0,0 0-1 0 0,-1 1 0 0 0,-1-1 1 0 0,-1 1-1 0 0,1 37 0 0 0,0 6-156 0 0,3-21-21 0 0,-1 1-552 0 0,-4-15-4321 0 0,2-53-374 0 0,-2 7 2421 0 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10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24 4143 0 0,'-4'-2'337'0'0,"0"-1"0"0"0,0 0 0 0 0,0 1 0 0 0,-31-11 23795 0 0,153 44-22789 0 0,-34-11-1134 0 0,26 2-2 0 0,-18-5-147 0 0,-85-16-48 0 0,26 9 29 0 0,-25-5-41 0 0,-3 2 0 0 0,-5 1 0 0 0,-1-6 2 0 0,-1 1 0 0 0,1-1 0 0 0,-1 1 0 0 0,1-1 0 0 0,-1 0-1 0 0,0 1 1 0 0,1-1 0 0 0,-1 0 0 0 0,0 0 0 0 0,-1 0 0 0 0,1-1 0 0 0,0 1 0 0 0,-4 2 0 0 0,-37 18 33 0 0,34-19-33 0 0,-104 43-1182 0 0,67-29-874 0 0,-58 30 0 0 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11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24 11519 0 0,'0'0'1040'0'0,"1"-2"-853"0"0,2-7 7642 0 0,-10 0-1725 0 0,4 8-5877 0 0,-1 0 0 0 0,1 1 0 0 0,-1-1 0 0 0,1 1 0 0 0,-1 0 0 0 0,0 0 0 0 0,1 0 0 0 0,-1 1 0 0 0,1-1 0 0 0,-1 1 0 0 0,0 0 0 0 0,1 0 0 0 0,0 0 0 0 0,-1 0 0 0 0,-3 3 0 0 0,-8 3 143 0 0,-27 17 1 0 0,9-2 88 0 0,-44 37-1 0 0,67-51-402 0 0,1 1 0 0 0,-1 1 0 0 0,1 0-1 0 0,1 0 1 0 0,0 1 0 0 0,1-1 0 0 0,0 2-1 0 0,-7 14 1 0 0,13-24-56 0 0,0 1-1 0 0,0-1 1 0 0,1 0-1 0 0,-1 0 1 0 0,1 0-1 0 0,-1 0 1 0 0,1 1-1 0 0,0-1 1 0 0,0 0-1 0 0,0 0 1 0 0,0 1-1 0 0,0-1 1 0 0,1 0-1 0 0,-1 0 1 0 0,1 1-1 0 0,-1-1 1 0 0,1 0-1 0 0,0 0 1 0 0,0 0-1 0 0,0 0 1 0 0,1 2-1 0 0,-1-2-9 0 0,0-1-1 0 0,1 1 0 0 0,-1-1 0 0 0,1 0 0 0 0,-1 1 0 0 0,1-1 0 0 0,-1 0 0 0 0,1 0 0 0 0,0 0 1 0 0,0 0-1 0 0,0 0 0 0 0,0 0 0 0 0,-1-1 0 0 0,1 1 0 0 0,0 0 0 0 0,0-1 0 0 0,0 0 0 0 0,0 1 0 0 0,0-1 1 0 0,0 0-1 0 0,0 0 0 0 0,0 0 0 0 0,3-1 0 0 0,15-1-134 0 0,1 0-1 0 0,-1-2 1 0 0,0-1-1 0 0,21-7 1 0 0,-34 9 116 0 0,0 0 1 0 0,1 0-1 0 0,-2-1 0 0 0,1 0 1 0 0,0-1-1 0 0,-1 1 0 0 0,0-1 1 0 0,0-1-1 0 0,0 1 1 0 0,-1-1-1 0 0,1 0 0 0 0,-2 0 1 0 0,9-12-1 0 0,17-28 48 0 0,-29 45 70 0 0,-1 1-77 0 0,0 0 1 0 0,0 0-1 0 0,0 0 1 0 0,0 0-1 0 0,0 0 1 0 0,0 0-1 0 0,0 0 1 0 0,0 0-1 0 0,0 0 1 0 0,1 0-1 0 0,-1 0 0 0 0,0 0 1 0 0,0 0-1 0 0,0 0 1 0 0,0 0-1 0 0,0 0 1 0 0,0 0-1 0 0,0 0 1 0 0,0 0-1 0 0,0 0 1 0 0,1 0-1 0 0,-1 0 0 0 0,0 0 1 0 0,0 0-1 0 0,0 0 1 0 0,0 0-1 0 0,0 0 1 0 0,0-1-1 0 0,0 1 1 0 0,0 0-1 0 0,0 0 1 0 0,0 0-1 0 0,0 0 0 0 0,0 0 1 0 0,0 0-1 0 0,0 0 1 0 0,0 0-1 0 0,0 0 1 0 0,0 0-1 0 0,0 0 1 0 0,0-1-1 0 0,1 1 0 0 0,-1 0 1 0 0,0 0-1 0 0,0 0 1 0 0,0 0-1 0 0,0 0 1 0 0,0 0-1 0 0,-1 0 1 0 0,1 0-1 0 0,0 0 1 0 0,0-1-1 0 0,0 1 0 0 0,0 0 1 0 0,0 0-1 0 0,0 0 1 0 0,0 0-1 0 0,0 0 1 0 0,6 6 280 0 0,10 35-117 0 0,-12-29-112 0 0,1 0 0 0 0,0 0 0 0 0,1-1 0 0 0,0 1 0 0 0,9 10 0 0 0,-7-10-105 0 0,1-1-1 0 0,1-1 1 0 0,0 0-1 0 0,0 0 1 0 0,1-1-1 0 0,0 0 1 0 0,0-1 0 0 0,1 0-1 0 0,0-1 1 0 0,1 0-1 0 0,-1-1 1 0 0,15 5-1 0 0,-15-8-1099 0 0,-2 1-363 0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12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11519 0 0,'0'0'13831'0'0,"1"3"-12354"0"0,31 142 2225 0 0,11 38-2576 0 0,-13-91-866 0 0,4-1-1 0 0,66 126 1 0 0,-100-217-256 0 0,0 0 0 0 0,0 0 0 0 0,0 0 0 0 0,0 1 0 0 0,0-1 0 0 0,0 0-1 0 0,0 0 1 0 0,0 0 0 0 0,0 0 0 0 0,0 0 0 0 0,0 1 0 0 0,1-1 0 0 0,-1 0 0 0 0,0 0 0 0 0,0 0 0 0 0,0 0 0 0 0,0 0 0 0 0,0 0 0 0 0,0 0 0 0 0,0 0 0 0 0,1 0 0 0 0,-1 1 0 0 0,0-1 0 0 0,0 0 0 0 0,0 0 0 0 0,0 0 0 0 0,0 0 0 0 0,0 0 0 0 0,1 0 0 0 0,-1 0 0 0 0,0 0 0 0 0,0 0 0 0 0,0 0 0 0 0,0 0 0 0 0,0 0 0 0 0,1 0 0 0 0,-1 0 0 0 0,0 0 0 0 0,0 0 0 0 0,0 0 0 0 0,0 0 0 0 0,0 0-1 0 0,1 0 1 0 0,-1 0 0 0 0,0-1 0 0 0,0 1 0 0 0,0 0 0 0 0,0 0 0 0 0,0 0 0 0 0,0 0 0 0 0,0 0 0 0 0,1 0 0 0 0,-1 0 0 0 0,0 0 0 0 0,0 0 0 0 0,0-1 0 0 0,0 1 0 0 0,0 0 0 0 0,0 0 0 0 0,0 0 0 0 0,0 0 0 0 0,0 0 0 0 0,0 0 0 0 0,0-1 0 0 0,0 1 0 0 0,0 0 0 0 0,0 0 0 0 0,0 0 0 0 0,0-1 0 0 0,5-18-61 0 0,0-28-206 0 0,5-63 451 0 0,29-128-1 0 0,-26 176-636 0 0,50-195-4555 0 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12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67 24271 0 0,'0'0'3028'0'0,"3"-1"-2615"0"0,58-11 1281 0 0,87-5-1 0 0,-141 16-1677 0 0,46-3 7 0 0,80-10-435 0 0,-16 2-1111 0 0,-67 9-3675 0 0,-29 2 743 0 0,4-1-3976 0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13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22487 0 0,'0'0'2039'0'0,"0"2"-1678"0"0,3 18 2169 0 0,-2 31-1 0 0,-1-38-2217 0 0,0 0-1 0 0,1 0 1 0 0,0 0 0 0 0,1 0-1 0 0,0 0 1 0 0,1 0-1 0 0,5 13 1 0 0,1-8-581 0 0,-5-14-358 0 0,0-2 411 0 0,-3-2-296 0 0,1 0 110 0 0,1 0 1 0 0,-1-1-1 0 0,0 1 0 0 0,0-1 1 0 0,0 1-1 0 0,1-1 1 0 0,-1 0-1 0 0,0 0 0 0 0,0 0 1 0 0,0 0-1 0 0,0-1 0 0 0,0 1 1 0 0,0 0-1 0 0,-1-1 0 0 0,1 0 1 0 0,2-2-1 0 0,4-6-2306 0 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13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12895 0 0,'1'1'7659'0'0,"16"1"-2371"0"0,6 2-1749 0 0,-11-3-3087 0 0,-1 0 1 0 0,0-1-1 0 0,15-1 1 0 0,18-3 289 0 0,-8-1-931 0 0,-1 2 1 0 0,43 2-1 0 0,-73 2 235 0 0,-2-1-557 0 0,-1 0 1 0 0,1 0 0 0 0,-1 0-1 0 0,1 0 1 0 0,-1 1-1 0 0,1 0 1 0 0,2 1 0 0 0</inkml:trace>
  <inkml:trace contextRef="#ctx0" brushRef="#br0" timeOffset="1">86 185 8751 0 0,'2'1'6786'0'0,"12"0"-4211"0"0,-1 0 1 0 0,17-1 0 0 0,31-6-582 0 0,56-20-3712 0 0,-57 10-1079 0 0,-29 6 1357 0 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14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 12439 0 0,'0'0'958'0'0,"-1"1"-206"0"0,-2 2 585 0 0,0 1 1 0 0,0 0-1 0 0,0 0 0 0 0,1 0 1 0 0,0 1-1 0 0,0-1 1 0 0,-2 6-1 0 0,-11 38 2883 0 0,7-22-3356 0 0,4-9-676 0 0,1 1 0 0 0,0-1-1 0 0,1 1 1 0 0,0 0 0 0 0,2 0-1 0 0,0 0 1 0 0,1 0 0 0 0,1-1-1 0 0,1 1 1 0 0,0-1 0 0 0,9 29-1 0 0,-10-41-351 0 0,0 0 0 0 0,0 0-1 0 0,1 0 1 0 0,-1 0-1 0 0,1-1 1 0 0,0 1 0 0 0,0-1-1 0 0,7 7 1 0 0,-8-9-188 0 0,0 0 0 0 0,0 0 0 0 0,1 0 0 0 0,-1-1 0 0 0,0 1 0 0 0,1-1 0 0 0,0 1 0 0 0,-1-1 0 0 0,1 0 0 0 0,0 0 0 0 0,-1 0 1 0 0,1 0-1 0 0,0-1 0 0 0,0 1 0 0 0,0-1 0 0 0,0 0 0 0 0,5 0 0 0 0,6-1-8619 0 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14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50 19871 0 0,'0'0'1796'0'0,"-1"1"-1476"0"0,-2 4-63 0 0,-1 0 0 0 0,0-1 0 0 0,0 1 0 0 0,-9 6 0 0 0,8-6 525 0 0,0 0 0 0 0,0 0 0 0 0,0 0 1 0 0,-6 9-1 0 0,-6 14 984 0 0,-18 42 1 0 0,29-57-1495 0 0,1 1 1 0 0,1 0-1 0 0,0 0 1 0 0,0 0-1 0 0,-1 23 1 0 0,4-32-256 0 0,1 0 0 0 0,0 0 0 0 0,0 0 0 0 0,1-1 0 0 0,-1 1-1 0 0,1 0 1 0 0,0 0 0 0 0,1 0 0 0 0,-1 0 0 0 0,1-1 0 0 0,0 1 0 0 0,0-1 0 0 0,0 1 0 0 0,1-1 0 0 0,0 0 0 0 0,0 0-1 0 0,0 0 1 0 0,0 0 0 0 0,0 0 0 0 0,1-1 0 0 0,-1 1 0 0 0,1-1 0 0 0,0 0 0 0 0,6 3 0 0 0,-2-1-27 0 0,2-1 1 0 0,-1 0-1 0 0,0 0 0 0 0,1-1 1 0 0,-1 0-1 0 0,1-1 1 0 0,0 0-1 0 0,0 0 1 0 0,0-1-1 0 0,0 0 1 0 0,11-1-1 0 0,3-1-196 0 0,-1-1 0 0 0,41-9 0 0 0,-54 8 132 0 0,0 0 0 0 0,1 0 0 0 0,-1-1 0 0 0,0 0 0 0 0,-1-1 0 0 0,1 0 0 0 0,-1 0 0 0 0,12-10 0 0 0,-16 11 66 0 0,1-2 1 0 0,-1 1-1 0 0,0-1 1 0 0,-1 0-1 0 0,1 0 0 0 0,-1 0 1 0 0,0 0-1 0 0,-1-1 0 0 0,1 1 1 0 0,-1-1-1 0 0,-1 0 1 0 0,1 0-1 0 0,-1 0 0 0 0,0-1 1 0 0,-1 1-1 0 0,0 0 1 0 0,0-1-1 0 0,0 1 0 0 0,-1-1 1 0 0,-1-7-1 0 0,0 5 28 0 0,0 1-1 0 0,-1 0 1 0 0,0 0-1 0 0,-1 0 1 0 0,0 0-1 0 0,0 0 1 0 0,-1 1-1 0 0,0-1 1 0 0,-1 1-1 0 0,1 0 1 0 0,-2 0-1 0 0,1 0 1 0 0,-1 1-1 0 0,0 0 1 0 0,-12-11-1 0 0,-4 2-165 0 0,-1 0 0 0 0,0 2 0 0 0,-44-21 0 0 0,45 24-745 0 0,17 9 253 0 0,0-1 0 0 0,0 1-1 0 0,0 0 1 0 0,0 0 0 0 0,-1 1-1 0 0,1-1 1 0 0,-9 0 0 0 0,4 3-1245 0 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15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 22319 0 0,'0'0'2019'0'0,"-1"0"-1662"0"0,-2-2 982 0 0,4 17-556 0 0,1 0 1 0 0,1 0-1 0 0,0 0 0 0 0,1-1 1 0 0,0 1-1 0 0,9 18 1 0 0,-6-16-630 0 0,0 0 1 0 0,2 0-1 0 0,0-1 0 0 0,1 0 1 0 0,22 27-1 0 0,-25-37-143 0 0,-1-1 4 0 0,-5-6-4 0 0,0 0 1 0 0,0 0 0 0 0,0 0 0 0 0,0 0 0 0 0,-1 0-1 0 0,1 0 1 0 0,0 0 0 0 0,-1 0 0 0 0,1 0 0 0 0,-1 0-1 0 0,1 0 1 0 0,0-2 0 0 0,2-7 11 0 0,0-1 0 0 0,0 0 1 0 0,1-16-1 0 0,-2 16-43 0 0,0 0 0 0 0,0-1 0 0 0,7-16 0 0 0,-1 9-23 0 0,17-31 0 0 0,-21 44 24 0 0,0 0 1 0 0,0 0-1 0 0,0 0 1 0 0,1 1-1 0 0,0 0 1 0 0,0 0-1 0 0,0 0 1 0 0,12-7-1 0 0,-16 11 19 0 0,1 0 0 0 0,-1 0 0 0 0,1 1 0 0 0,-1-1 0 0 0,1 0 0 0 0,-1 1 0 0 0,1 0 0 0 0,-1-1 0 0 0,1 1 0 0 0,0 0 0 0 0,-1 0 0 0 0,1 0 0 0 0,-1 0 0 0 0,1 0 0 0 0,0 0 0 0 0,-1 0 0 0 0,1 1 0 0 0,0-1 0 0 0,-1 1 0 0 0,1-1 0 0 0,-1 1 0 0 0,1-1 0 0 0,-1 1 0 0 0,0 0 0 0 0,3 2 0 0 0,2 1 0 0 0,-1 1 0 0 0,1 0 0 0 0,-1 0 0 0 0,7 9 0 0 0,-5-6 0 0 0,-1 0 0 0 0,0 0 0 0 0,-1 0 0 0 0,0 0 0 0 0,0 1 0 0 0,5 11 0 0 0,14 50 1 0 0,-2-5 377 0 0,-16-49-384 0 0,-4-14-36 0 0,-1-2 41 0 0,0 0 1 0 0,0 0 0 0 0,0 0-1 0 0,-1 0 1 0 0,1 0 0 0 0,0-1 0 0 0,0 1-1 0 0,0 0 1 0 0,-1 0 0 0 0,1-1-1 0 0,0 1 1 0 0,0 0 0 0 0,-1-1-1 0 0,1 1 1 0 0,0-1 0 0 0,-1 1-1 0 0,1-1 1 0 0,0 1 0 0 0,-1-1 0 0 0,1 1-1 0 0,-1-1 1 0 0,1 1 0 0 0,-1-1-1 0 0,1 0 1 0 0,-1 0 0 0 0,1 1-1 0 0,-1-1 1 0 0,0 0 0 0 0,1 1 0 0 0,-1-1-1 0 0,0-1 1 0 0,2-1-1 0 0,24-49-2 0 0,-13 22-71 0 0,25-36-1 0 0,-33 58 64 0 0,0 1-1 0 0,1-1 1 0 0,0 1-1 0 0,1 0 1 0 0,0 1-1 0 0,0-1 1 0 0,0 1-1 0 0,1 1 1 0 0,9-6-1 0 0,-16 10 5 0 0,0 0 7 0 0,-1 1-1 0 0,1 0 1 0 0,-1-1 0 0 0,1 1 0 0 0,0 0 0 0 0,-1-1 0 0 0,1 1-1 0 0,0 0 1 0 0,-1 0 0 0 0,1 0 0 0 0,0 0 0 0 0,-1 0 0 0 0,1-1-1 0 0,0 1 1 0 0,-1 0 0 0 0,1 0 0 0 0,0 1 0 0 0,0-1 0 0 0,-1 0 0 0 0,1 0-1 0 0,0 0 1 0 0,-1 0 0 0 0,1 1 0 0 0,0-1 0 0 0,-1 0 0 0 0,1 0-1 0 0,-1 1 1 0 0,1-1 0 0 0,0 1 0 0 0,-1-1 0 0 0,1 0 0 0 0,-1 1-1 0 0,1-1 1 0 0,-1 1 0 0 0,1 0 0 0 0,5 5 16 0 0,-1 0-1 0 0,0 0 1 0 0,0 0 0 0 0,0 0-1 0 0,-1 1 1 0 0,0 0 0 0 0,0 0-1 0 0,-1 0 1 0 0,0 1 0 0 0,4 13-1 0 0,-4-12-69 0 0,0 0 0 0 0,1 0-1 0 0,0 0 1 0 0,0-1-1 0 0,1 1 1 0 0,0-1 0 0 0,7 8-1 0 0,12 5-1065 0 0,-23-20 910 0 0,0 0-1 0 0,0 0 1 0 0,1 0 0 0 0,-1-1 0 0 0,0 1 0 0 0,1-1-1 0 0,-1 1 1 0 0,1-1 0 0 0,-1 1 0 0 0,0-1 0 0 0,1 0 0 0 0,-1 1-1 0 0,1-1 1 0 0,-1 0 0 0 0,1 0 0 0 0,-1 0 0 0 0,1 0-1 0 0,-1-1 1 0 0,1 1 0 0 0,1-1 0 0 0,4-1-1465 0 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16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25487 0 0,'0'0'2553'0'0,"0"-2"-2338"0"0,0 1-186 0 0,0 0 1 0 0,1 1-1 0 0,-1-1 0 0 0,0 0 0 0 0,0 0 1 0 0,0 1-1 0 0,0-1 0 0 0,1 0 0 0 0,-1 0 1 0 0,0 1-1 0 0,1-1 0 0 0,-1 0 1 0 0,1 1-1 0 0,-1-1 0 0 0,1 0 0 0 0,-1 1 1 0 0,1-1-1 0 0,-1 1 0 0 0,1-1 0 0 0,-1 1 1 0 0,1-1-1 0 0,0 1 0 0 0,-1-1 0 0 0,1 1 1 0 0,0-1-1 0 0,-1 1 0 0 0,1 0 0 0 0,0 0 1 0 0,0-1-1 0 0,1 1 0 0 0,0-1 180 0 0,5-2 11 0 0,0 1 0 0 0,1 0 0 0 0,-1 0 0 0 0,1 1 0 0 0,-1-1 0 0 0,1 2 0 0 0,13-1 0 0 0,8-1-93 0 0,-18 2-114 0 0,-1 0 0 0 0,0 1 1 0 0,0 0-1 0 0,0 0 0 0 0,18 6 1 0 0,-19-5-17 0 0,1 1 3 0 0,2 3 0 0 0,-11-2 0 0 0,0-3 0 0 0,2 6 11 0 0,-2-7-9 0 0,-1 1 0 0 0,0-1 0 0 0,1 1 0 0 0,-1 0 0 0 0,0-1 0 0 0,1 1-1 0 0,-1-1 1 0 0,0 1 0 0 0,0-1 0 0 0,0 1 0 0 0,0 0 0 0 0,1-1 0 0 0,-1 1 0 0 0,0-1 0 0 0,0 1 0 0 0,0 0 0 0 0,0-1 0 0 0,0 1 0 0 0,0 0 0 0 0,-1-1 0 0 0,1 1 0 0 0,0-1 0 0 0,0 1 0 0 0,0 0 0 0 0,0-1 0 0 0,-1 1 0 0 0,1 0 0 0 0,-2 1 7 0 0,1 3 22 0 0,-1 1 1 0 0,-1-1-1 0 0,1 1 0 0 0,-1-1 1 0 0,0 0-1 0 0,0 0 1 0 0,0 0-1 0 0,-1-1 1 0 0,1 1-1 0 0,-1-1 0 0 0,-1 0 1 0 0,-6 5-1 0 0,-3 5 58 0 0,14-13-74 0 0,-1-1-9 0 0,0 1 1 0 0,0 0 0 0 0,1-1 0 0 0,-1 1-1 0 0,0 0 1 0 0,1-1 0 0 0,-1 1 0 0 0,0 0-1 0 0,1 0 1 0 0,-1 0 0 0 0,1 0 0 0 0,0-1-1 0 0,-1 1 1 0 0,1 0 0 0 0,0 0 0 0 0,-1 1-1 0 0,2 0-5 0 0,-1-1-1 0 0,1 1 1 0 0,0-1 0 0 0,0 1-1 0 0,-1-1 1 0 0,1 1-1 0 0,0-1 1 0 0,0 0-1 0 0,1 1 1 0 0,-1-1 0 0 0,0 0-1 0 0,0 0 1 0 0,1 0-1 0 0,-1 0 1 0 0,0 0-1 0 0,1 0 1 0 0,-1 0 0 0 0,1 0-1 0 0,-1-1 1 0 0,1 1-1 0 0,-1-1 1 0 0,1 1-1 0 0,0-1 1 0 0,-1 1 0 0 0,4-1-1 0 0,-1 1 8 0 0,10 3 27 0 0,0 1 0 0 0,-1 0 1 0 0,23 12-1 0 0,-29-12-26 0 0,0-1 0 0 0,0 1 0 0 0,0 0-1 0 0,-1 0 1 0 0,0 0 0 0 0,0 1 0 0 0,10 12 0 0 0,-15-16 16 0 0,0 0 1 0 0,0 0-1 0 0,0 0 1 0 0,0-1-1 0 0,0 1 1 0 0,-1 0-1 0 0,1 0 1 0 0,-1 0-1 0 0,1 0 1 0 0,-1 4-1 0 0,0-5 39 0 0,0 1 0 0 0,-1 2-60 0 0,-1-1 1 0 0,1 1-1 0 0,-1-1 0 0 0,0 0 0 0 0,0 1 1 0 0,0-1-1 0 0,0 0 0 0 0,-1 0 1 0 0,1 0-1 0 0,-1-1 0 0 0,0 1 0 0 0,0 0 1 0 0,-5 2-1 0 0,2-1 0 0 0,0-1-1 0 0,0 0 1 0 0,0 0-1 0 0,0-1 1 0 0,-1 0-1 0 0,1 0 0 0 0,-8 1 1 0 0,-25 7-42 0 0,30-7 14 0 0,0 0-1 0 0,0-1 1 0 0,-1 0-1 0 0,-17 1 1 0 0,-5 0-1340 0 0,24-1 0 0 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17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94 643 7367 0 0,'-1'8'748'0'0,"-1"25"20720"0"0,1-35-20711 0 0,-4-6-551 0 0,0 0-1 0 0,1-1 0 0 0,0 1 0 0 0,0-1 1 0 0,1 0-1 0 0,0 0 0 0 0,1 0 1 0 0,-2-12-1 0 0,-5-81 99 0 0,8 71-240 0 0,-21-209-53 0 0,10 114-11 0 0,2 36-12 0 0,9 87-36 0 0,4 36 36 0 0,4 4 12 0 0,22 69-1 0 0,-23-90 3 0 0,1 0-1 0 0,0-1 1 0 0,1 0 0 0 0,1 0-1 0 0,1 0 1 0 0,17 20 0 0 0,-20-27 3 0 0,1 0 1 0 0,0 0 0 0 0,0-1 0 0 0,1 0 0 0 0,0-1-1 0 0,0 0 1 0 0,0 0 0 0 0,1-1 0 0 0,17 8 0 0 0,-20-11-7 0 0,-1 0 1 0 0,1-1 0 0 0,-1 0 0 0 0,1 0-1 0 0,0 0 1 0 0,-1 0 0 0 0,1-1 0 0 0,0 0-1 0 0,0-1 1 0 0,-1 0 0 0 0,1 0 0 0 0,0 0-1 0 0,-1-1 1 0 0,1 1 0 0 0,-1-2 0 0 0,0 1-1 0 0,8-5 1 0 0,-7 3-3 0 0,-1 0 0 0 0,1-1 0 0 0,-1 1 0 0 0,0-2 0 0 0,-1 1 0 0 0,1-1 0 0 0,-1 1 0 0 0,0-1 0 0 0,0-1 0 0 0,-1 1 0 0 0,0-1 0 0 0,0 0 0 0 0,-1 0 0 0 0,4-10 0 0 0,3-10-20 0 0,-2-1 0 0 0,8-45 0 0 0,-4 12 9 0 0,-1 18 14 0 0,-7 35 16 0 0,0 11 24 0 0,1 12 59 0 0,-4-14-86 0 0,6 29 29 0 0,6 47 0 0 0,-1-1-46 0 0,-5-44 79 0 0,4 21-184 0 0,31 90-1 0 0,-40-138 143 0 0,40 95-294 0 0,-41-98 72 0 0,0-1-1 0 0,0 0 1 0 0,0 1 0 0 0,0-1-1 0 0,0 0 1 0 0,1 0 0 0 0,-1 0-1 0 0,0 0 1 0 0,0 0 0 0 0,1 0-1 0 0,-1 0 1 0 0,1-1 0 0 0,-1 1-1 0 0,1 0 1 0 0,-1-1 0 0 0,1 1-1 0 0,-1-1 1 0 0,1 0 0 0 0,-1 1-1 0 0,1-1 1 0 0,0 0 0 0 0,-1 0-1 0 0,1 0 1 0 0,-1 0 0 0 0,1 0-1 0 0,2-1 1 0 0,9-2-1327 0 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17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6911 0 0,'3'0'5495'0'0,"19"-2"6708"0"0,2 0-6022 0 0,93 0-4868 0 0,-68 2-1415 0 0,-30 0-702 0 0,-1 0 0 0 0,25 5-1 0 0,-1 2-3216 0 0</inkml:trace>
  <inkml:trace contextRef="#ctx0" brushRef="#br0" timeOffset="1">97 189 10135 0 0,'-1'14'16988'0'0,"4"-11"-16864"0"0,1-1 1 0 0,0 0-1 0 0,0 0 1 0 0,0-1-1 0 0,0 1 1 0 0,0-1-1 0 0,0 0 0 0 0,0 0 1 0 0,0 0-1 0 0,1 0 1 0 0,-1-1-1 0 0,8 0 0 0 0,10 0 618 0 0,27-5-1 0 0,-31 3-629 0 0,43-5-2083 0 0,68-17 1 0 0,-107 18 583 0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19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346 147 20759 0 0,'0'0'952'0'0,"-3"-8"315"0"0,-17-31 1463 0 0,20 37-2404 0 0,-1-1 0 0 0,1 0 0 0 0,-1 1-1 0 0,0-1 1 0 0,0 0 0 0 0,0 1 0 0 0,-3-4-1 0 0,4 5-133 0 0,-4-7 163 0 0,1 2 0 0 0,-1-1 0 0 0,0 0 0 0 0,-1 1 1 0 0,0 0-1 0 0,-7-8 0 0 0,10 12-299 0 0,-1 0-1 0 0,0 0 1 0 0,1 0-1 0 0,-1 0 1 0 0,0 1-1 0 0,0-1 1 0 0,0 1-1 0 0,0 0 1 0 0,-1 0-1 0 0,1 0 1 0 0,0 0-1 0 0,-1 0 1 0 0,1 1-1 0 0,0-1 0 0 0,-1 1 1 0 0,1 0-1 0 0,-4 0 1 0 0,-4 1-4 0 0,1-1 1 0 0,0 1-1 0 0,-1 1 0 0 0,1 0 1 0 0,0 1-1 0 0,0 0 0 0 0,0 0 0 0 0,1 1 1 0 0,-1 0-1 0 0,1 1 0 0 0,0 0 1 0 0,-16 11-1 0 0,15-8-39 0 0,1-1 0 0 0,0 1 1 0 0,0 1-1 0 0,-14 17 0 0 0,21-24-12 0 0,1 0 0 0 0,-1 0 0 0 0,1 0 0 0 0,0 1 0 0 0,0-1 0 0 0,0 0 0 0 0,0 1 0 0 0,0-1 0 0 0,0 1 0 0 0,1-1 0 0 0,-1 1 0 0 0,1 0 0 0 0,-1-1 0 0 0,1 1 0 0 0,0-1 0 0 0,0 1 0 0 0,0 0 0 0 0,1-1 0 0 0,-1 1 0 0 0,0-1 0 0 0,1 1 0 0 0,0-1 0 0 0,0 1 0 0 0,0-1 0 0 0,0 1 0 0 0,0-1 0 0 0,0 0 0 0 0,0 1 0 0 0,3 1 0 0 0,-1 0-10 0 0,0 0 0 0 0,1 0 0 0 0,0 0 1 0 0,0-1-1 0 0,0 1 0 0 0,0-1 0 0 0,0 0 0 0 0,1 0 0 0 0,0-1 1 0 0,-1 1-1 0 0,9 2 0 0 0,-5-2-25 0 0,0-1 1 0 0,0-1-1 0 0,0 1 0 0 0,0-1 1 0 0,0 0-1 0 0,16-2 0 0 0,-7 0-18 0 0,0-2 0 0 0,0 0 0 0 0,0 0 1 0 0,-1-2-1 0 0,0 0 0 0 0,26-13 0 0 0,-35 15 35 0 0,0-1 0 0 0,0 0 0 0 0,-1-1 0 0 0,1 0 0 0 0,-1 0 0 0 0,0 0 0 0 0,7-9 0 0 0,-3 3 25 0 0,-9 10 204 0 0,-2 12-108 0 0,0-1 0 0 0,-1 1 0 0 0,0-1 0 0 0,-6 16 1 0 0,3-9-98 0 0,-10 44 24 0 0,3 1 0 0 0,-5 67 0 0 0,15-113-138 0 0,1 0 1 0 0,1 0-1 0 0,0 0 0 0 0,1-1 1 0 0,5 31-1 0 0,-5-44-131 0 0,-1 0 1 0 0,1 0-1 0 0,-1-1 0 0 0,1 1 0 0 0,0 0 1 0 0,0 0-1 0 0,0-1 0 0 0,0 1 0 0 0,0-1 1 0 0,0 1-1 0 0,0-1 0 0 0,1 1 1 0 0,-1-1-1 0 0,1 0 0 0 0,-1 0 0 0 0,1 1 1 0 0,-1-1-1 0 0,1 0 0 0 0,-1 0 1 0 0,1-1-1 0 0,0 1 0 0 0,0 0 0 0 0,-1 0 1 0 0,1-1-1 0 0,0 1 0 0 0,3-1 0 0 0,15-1-1799 0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19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42 17047 0 0,'-3'8'1543'0'0,"-5"0"-2441"0"0,-7 5 13504 0 0,24-15-12108 0 0,5-3-1618 0 0,-1-1-1 0 0,0 0 0 0 0,0-1 1 0 0,0-1-1 0 0,16-12 0 0 0,-6 3-7792 0 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19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98 20095 0 0,'-2'-9'1826'0'0,"0"-28"-1413"0"0,2 30 618 0 0,0-1 0 0 0,-1 1 0 0 0,0 0-1 0 0,-3-16 1720 0 0,2 23-2510 0 0,1 1 0 0 0,-1-1 0 0 0,0 0-1 0 0,1 1 1 0 0,-1-1 0 0 0,1 1 0 0 0,-1-1 0 0 0,-2 2 0 0 0,-2 3-183 0 0,1-1 0 0 0,-1 1 0 0 0,1 0 1 0 0,0 0-1 0 0,0 1 0 0 0,0-1 1 0 0,1 1-1 0 0,0 0 0 0 0,0 1 0 0 0,0-1 1 0 0,1 1-1 0 0,0-1 0 0 0,-4 13 0 0 0,6-16-40 0 0,0 0 1 0 0,0 0-1 0 0,1 0 0 0 0,-1 0 0 0 0,1 0 0 0 0,0 1 0 0 0,-1-1 0 0 0,1 0 1 0 0,1 0-1 0 0,-1 0 0 0 0,0 0 0 0 0,1 0 0 0 0,0 0 0 0 0,0 0 0 0 0,0 0 0 0 0,0 0 1 0 0,0 0-1 0 0,0 0 0 0 0,1-1 0 0 0,-1 1 0 0 0,1 0 0 0 0,0-1 0 0 0,0 1 1 0 0,0-1-1 0 0,0 0 0 0 0,0 0 0 0 0,0 1 0 0 0,1-1 0 0 0,-1-1 0 0 0,1 1 0 0 0,0 0 1 0 0,-1-1-1 0 0,1 1 0 0 0,4 0 0 0 0,0 1-37 0 0,1-1 1 0 0,0 0 0 0 0,0 0-1 0 0,-1-1 1 0 0,1 0-1 0 0,0 0 1 0 0,16-1-1 0 0,-6-2-45 0 0,0 0-1 0 0,26-7 1 0 0,-37 7 49 0 0,-1 0 1 0 0,1 0-1 0 0,-1 0 0 0 0,0-1 1 0 0,0 0-1 0 0,0 0 1 0 0,0-1-1 0 0,0 0 0 0 0,-1 0 1 0 0,9-8-1 0 0,-12 10 11 0 0,0-1 0 0 0,0 1 0 0 0,0-1 0 0 0,0 1 0 0 0,-1-1 0 0 0,1 0-1 0 0,-1 1 1 0 0,0-1 0 0 0,1 0 0 0 0,-1 0 0 0 0,-1 0 0 0 0,1 0 0 0 0,0 0 0 0 0,-1 0 0 0 0,1 0 0 0 0,-1 0 0 0 0,0 0 0 0 0,0 0 0 0 0,0 0-1 0 0,-1-1 1 0 0,1 1 0 0 0,-1 0 0 0 0,0 0 0 0 0,0 0 0 0 0,-2-5 0 0 0,2 4-18 0 0,-1 1-1 0 0,0 0 1 0 0,1 0 0 0 0,-1 0-1 0 0,0 0 1 0 0,-1 0 0 0 0,1 0-1 0 0,0 1 1 0 0,-1-1 0 0 0,0 1-1 0 0,0 0 1 0 0,1-1 0 0 0,-1 1-1 0 0,-4-2 1 0 0,2 2-69 0 0,0 0 0 0 0,0 0-1 0 0,-1 0 1 0 0,1 1 0 0 0,0 0-1 0 0,-1 0 1 0 0,1 0 0 0 0,-9 0 0 0 0,2 2-132 0 0,0-1 1 0 0,0 2 0 0 0,0 0 0 0 0,0 0-1 0 0,1 1 1 0 0,-1 0 0 0 0,-20 10-1 0 0,22-8-703 0 0,-1 1 0 0 0,1 0 0 0 0,0 1 0 0 0,0 0 0 0 0,1 0 0 0 0,-13 14 0 0 0,4-2-1833 0 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20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265 119 11975 0 0,'0'0'923'0'0,"0"-1"-602"0"0,7-17 810 0 0,-6 16-577 0 0,-1 0 1 0 0,0 0 0 0 0,0 0 0 0 0,0 0 0 0 0,0 0-1 0 0,0 0 1 0 0,0-1 0 0 0,0 1 0 0 0,-1 0 0 0 0,1 0-1 0 0,-2-2 1 0 0,2 3-222 0 0,-1 0 1 0 0,1 0-1 0 0,-1 0 0 0 0,1 0 1 0 0,-1 0-1 0 0,0 0 0 0 0,0 0 1 0 0,1 0-1 0 0,-1 0 0 0 0,0 0 0 0 0,0 0 1 0 0,0 1-1 0 0,0-1 0 0 0,0 0 1 0 0,0 1-1 0 0,0-1 0 0 0,0 1 1 0 0,0-1-1 0 0,-2 0 0 0 0,1 1-218 0 0,0-1-1 0 0,1 1 1 0 0,-1 0 0 0 0,0 0-1 0 0,0 0 1 0 0,0 0-1 0 0,0 0 1 0 0,0 0-1 0 0,-3 1 1 0 0,-5 2 207 0 0,1 0-1 0 0,-1 1 1 0 0,1 0 0 0 0,0 0-1 0 0,0 1 1 0 0,0 0 0 0 0,1 1 0 0 0,0 0-1 0 0,-9 7 1 0 0,-4 7-29 0 0,-36 41 0 0 0,54-58-286 0 0,-7 10 39 0 0,-13 18 0 0 0,21-27-42 0 0,0-1 0 0 0,-1 1 0 0 0,2 0 1 0 0,-1 0-1 0 0,0 0 0 0 0,1 0 0 0 0,0 0 0 0 0,0 0 1 0 0,0 1-1 0 0,0 5 0 0 0,3 2-4 0 0,0-9-1 0 0,0 0 0 0 0,0 0 1 0 0,0 0-1 0 0,0 0 0 0 0,1-1 0 0 0,-1 1 1 0 0,1 0-1 0 0,-1-1 0 0 0,1 0 0 0 0,0 0 0 0 0,0 0 1 0 0,0 0-1 0 0,1 0 0 0 0,-1-1 0 0 0,0 1 1 0 0,0-1-1 0 0,1 0 0 0 0,-1 0 0 0 0,6 1 0 0 0,8 1-11 0 0,0-1 0 0 0,-1-1 0 0 0,18 0 0 0 0,-8-1-13 0 0,-15 0-28 0 0,0 0 0 0 0,-1-1 0 0 0,1 0 0 0 0,0-1 0 0 0,-1 0 0 0 0,1-1 0 0 0,-1 0 0 0 0,1 0 0 0 0,-1-1 0 0 0,-1 0 0 0 0,1-1 0 0 0,14-10 0 0 0,-18 11 8 0 0,0 0 0 0 0,-1-1 1 0 0,1 0-1 0 0,-1 0 0 0 0,0 0 0 0 0,-1-1 1 0 0,1 1-1 0 0,-1-1 0 0 0,0 0 0 0 0,0-1 1 0 0,-1 1-1 0 0,0-1 0 0 0,0 1 0 0 0,-1-1 0 0 0,1 0 1 0 0,-1 0-1 0 0,-1 0 0 0 0,0 0 0 0 0,1-11 1 0 0,-2 9-47 0 0,0 1 1 0 0,-1 0-1 0 0,0-1 1 0 0,0 1-1 0 0,-1 0 1 0 0,0 0-1 0 0,-1 0 1 0 0,-5-13-1 0 0,-2 1-2683 0 0,-24-37 0 0 0,27 45-2190 0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20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26 22663 0 0,'0'0'1716'0'0,"0"-1"-1165"0"0,1-5-359 0 0,-1 6-158 0 0,0-1 0 0 0,0 1 0 0 0,0-1 0 0 0,0 0 0 0 0,0 1 1 0 0,0-1-1 0 0,0 1 0 0 0,0-1 0 0 0,0 1 0 0 0,0-1 0 0 0,0 0 0 0 0,0 1 0 0 0,-1-1 1 0 0,1 1-1 0 0,0-1 0 0 0,-1 1 0 0 0,1-1 0 0 0,0 1 0 0 0,-1 0 0 0 0,1-1 0 0 0,0 1 1 0 0,-1-1-1 0 0,1 1 0 0 0,-1 0 0 0 0,1-1 0 0 0,0 1 0 0 0,-1 0 0 0 0,1-1 0 0 0,-1 1 0 0 0,0 0 1 0 0,1 0-1 0 0,-1-1 0 0 0,1 1 0 0 0,-1 0 0 0 0,1 0 0 0 0,-1 0 0 0 0,1 0 0 0 0,-1 0 1 0 0,0 0-1 0 0,-1 0 153 0 0,-4-1 171 0 0,0 0 1 0 0,-1 0 0 0 0,1 1 0 0 0,-1 0-1 0 0,1 0 1 0 0,-1 1 0 0 0,1 0 0 0 0,-1 0-1 0 0,-8 3 1 0 0,1 0-51 0 0,1 1 0 0 0,-1 1 0 0 0,-13 7-1 0 0,13-6-228 0 0,0 1-1 0 0,1 0 1 0 0,0 1-1 0 0,0 0 1 0 0,1 1-1 0 0,0 1 1 0 0,1 0 0 0 0,-10 12-1 0 0,18-19-97 0 0,1 0-1 0 0,0 0 1 0 0,0 1 0 0 0,0-1-1 0 0,1 0 1 0 0,-1 1 0 0 0,1 0-1 0 0,0-1 1 0 0,1 1 0 0 0,-1 0-1 0 0,1 7 1 0 0,0-11-14 0 0,0 0 0 0 0,0 0 0 0 0,1 0 0 0 0,-1 0 0 0 0,0 0-1 0 0,1 0 1 0 0,-1 0 0 0 0,0 0 0 0 0,1 0 0 0 0,-1 0 0 0 0,1-1 0 0 0,0 1 0 0 0,-1 0 0 0 0,1 0 0 0 0,0 0-1 0 0,-1-1 1 0 0,1 1 0 0 0,0 0 0 0 0,0-1 0 0 0,0 1 0 0 0,-1-1 0 0 0,3 1 0 0 0,19 8-169 0 0,-19-8 173 0 0,3 1 14 0 0,0-1-1 0 0,0 0 1 0 0,0 0 0 0 0,0 0-1 0 0,0-1 1 0 0,0 0-1 0 0,0 0 1 0 0,0-1 0 0 0,0 1-1 0 0,0-1 1 0 0,0 0 0 0 0,8-3-1 0 0,3-3-82 0 0,0 0 1 0 0,27-17-1 0 0,-27 15 52 0 0,0 0-1 0 0,23-8 1 0 0,-37 16 46 0 0,-1 1 0 0 0,1-1 0 0 0,0 1 1 0 0,0 0-1 0 0,0-1 0 0 0,4 2 0 0 0,0-1 27 0 0,-5 0 305 0 0,-1 1-140 0 0,0 2-126 0 0,1-1 1 0 0,0 1-1 0 0,-1-1 0 0 0,1 1 0 0 0,-1 0 1 0 0,0 0-1 0 0,0 0 0 0 0,0 0 1 0 0,-1 0-1 0 0,1 0 0 0 0,-1 0 1 0 0,1 0-1 0 0,-1 5 0 0 0,-2 45 476 0 0,1-47-500 0 0,-3 42 145 0 0,-2 27-145 0 0,2 93 0 0 0,5-160-387 0 0,-1-1-228 0 0,0-1-1 0 0,0 0 0 0 0,1 1 1 0 0,0-1-1 0 0,0 0 0 0 0,5 12 1 0 0,-2-11-1546 0 0</inkml:trace>
  <inkml:trace contextRef="#ctx0" brushRef="#br0" timeOffset="1">617 522 18431 0 0,'0'0'1415'0'0,"-2"1"-914"0"0,-6 1 4102 0 0,7-1-4263 0 0,1-1-1 0 0,-1 0 1 0 0,0 0 0 0 0,1 0 0 0 0,-1 1 0 0 0,0-1 0 0 0,1 1 0 0 0,-1-1-1 0 0,0 0 1 0 0,1 1 0 0 0,-1-1 0 0 0,1 1 0 0 0,-1-1 0 0 0,0 2-1 0 0,-9 11 1500 0 0,9-12-990 0 0,14 2-1790 0 0,3-1-8339 0 0,-4-3-411 0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20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9671 0 0,'0'0'748'0'0,"1"1"-38"0"0,5 7 1767 0 0,0-1 0 0 0,-1 1 0 0 0,0 0 0 0 0,7 16 0 0 0,-7-10-632 0 0,0 0 0 0 0,5 22 0 0 0,-3 7-896 0 0,2 50-1 0 0,-6-50 41 0 0,7 169-773 0 0,-10-211-392 0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21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4 19495 0 0,'0'0'1766'0'0,"-13"-3"-1420"0"0,10 3-41 0 0,1 0-1 0 0,-1 0 1 0 0,0 1 0 0 0,1-1-1 0 0,-1 1 1 0 0,0-1 0 0 0,1 1-1 0 0,-1 0 1 0 0,1 0-1 0 0,-1 0 1 0 0,1 1 0 0 0,0-1-1 0 0,-1 0 1 0 0,-2 3-1 0 0,-6 5 1311 0 0,-15 16 0 0 0,15-15-1207 0 0,2 0-208 0 0,0 0 0 0 0,0 1 1 0 0,1 0-1 0 0,0 0 0 0 0,1 0 1 0 0,0 1-1 0 0,1 1 0 0 0,1-1 0 0 0,0 1 1 0 0,0-1-1 0 0,1 2 0 0 0,-2 14 1 0 0,5-23-201 0 0,0 0-1 0 0,1 0 1 0 0,0 0 0 0 0,0-1 0 0 0,0 1 0 0 0,1 0 0 0 0,-1 0 0 0 0,1 0-1 0 0,1-1 1 0 0,-1 1 0 0 0,3 6 0 0 0,-2-8-6 0 0,-1 0-1 0 0,1 0 1 0 0,0 0-1 0 0,0 0 1 0 0,0 0-1 0 0,1-1 1 0 0,-1 1 0 0 0,1-1-1 0 0,-1 0 1 0 0,1 1-1 0 0,0-1 1 0 0,0 0 0 0 0,0-1-1 0 0,0 1 1 0 0,0-1-1 0 0,6 3 1 0 0,5 0-57 0 0,1 0-1 0 0,0-1 1 0 0,0-1-1 0 0,0 0 1 0 0,0-1 0 0 0,0-1-1 0 0,0 0 1 0 0,22-3-1 0 0,-4-2-208 0 0,-1-2-1 0 0,57-19 1 0 0,-74 21 185 0 0,-1-1 0 0 0,0-1 0 0 0,-1 0 0 0 0,0-1 0 0 0,0-1-1 0 0,18-14 1 0 0,-22 15 60 0 0,-1 0-1 0 0,0 0 0 0 0,0 0 0 0 0,-1-1 0 0 0,0 0 0 0 0,-1-1 1 0 0,1 0-1 0 0,-2 0 0 0 0,7-14 0 0 0,-12 22 37 0 0,1 0-1 0 0,0 1 1 0 0,-1-1 0 0 0,1 0-1 0 0,-1 0 1 0 0,1 1-1 0 0,-1-1 1 0 0,0 0 0 0 0,0 0-1 0 0,0 0 1 0 0,0 0-1 0 0,0 1 1 0 0,0-1 0 0 0,0 0-1 0 0,-1 0 1 0 0,1 0 0 0 0,-1 1-1 0 0,1-1 1 0 0,-1 0-1 0 0,0 0 1 0 0,0 1 0 0 0,0-1-1 0 0,0 1 1 0 0,0-1-1 0 0,0 1 1 0 0,0-1 0 0 0,0 1-1 0 0,0-1 1 0 0,-1 1 0 0 0,1 0-1 0 0,-2-1 1 0 0,0 0 32 0 0,1 1 1 0 0,-1 0-1 0 0,0 0 0 0 0,1 0 1 0 0,-1 0-1 0 0,0 0 1 0 0,0 0-1 0 0,1 1 1 0 0,-1 0-1 0 0,0-1 0 0 0,0 1 1 0 0,0 0-1 0 0,0 0 1 0 0,0 1-1 0 0,0-1 0 0 0,1 1 1 0 0,-1-1-1 0 0,0 1 1 0 0,-3 1-1 0 0,-2 1 6 0 0,1 1 1 0 0,-1 0-1 0 0,1 0 1 0 0,0 1-1 0 0,0-1 0 0 0,0 2 1 0 0,1-1-1 0 0,-6 7 1 0 0,10-11-46 0 0,1 0 1 0 0,0 1-1 0 0,0-1 0 0 0,0 0 1 0 0,0 1-1 0 0,0-1 1 0 0,0 1-1 0 0,0-1 1 0 0,1 1-1 0 0,-1 0 0 0 0,0-1 1 0 0,1 1-1 0 0,0 0 1 0 0,-1 0-1 0 0,1-1 1 0 0,0 1-1 0 0,0 0 1 0 0,0 0-1 0 0,0-1 0 0 0,0 1 1 0 0,0 0-1 0 0,0 0 1 0 0,1 2-1 0 0,-1-3 4 0 0,1 2-3 0 0,0 0 0 0 0,-1 0 0 0 0,1-1 0 0 0,0 1 0 0 0,1 0 0 0 0,-1-1 0 0 0,0 1 0 0 0,1-1 0 0 0,-1 1 0 0 0,1-1 0 0 0,0 0 0 0 0,0 1 0 0 0,0-1 0 0 0,0 0 0 0 0,4 3 1 0 0,3 2 0 0 0,2 3-4 0 0,1 0 0 0 0,22 14 0 0 0,-19-14 0 0 0,20 16 0 0 0,6 9 96 0 0,-14-12 177 0 0,28 29-1 0 0,-46-42-226 0 0,-1-1 0 0 0,-1 1 0 0 0,0 0 1 0 0,0 1-1 0 0,-1-1 0 0 0,-1 2 0 0 0,6 12 1 0 0,-6-9-41 0 0,0 1 0 0 0,-2-1 0 0 0,1 1-1 0 0,-2 0 1 0 0,0 0 0 0 0,-1 0 0 0 0,-1 0 0 0 0,0 0 0 0 0,-1 0 0 0 0,0 0 0 0 0,-2 0 0 0 0,-6 25 0 0 0,7-34-6 0 0,-1-1 0 0 0,1 0 1 0 0,-1 0-1 0 0,0 0 0 0 0,0 0 0 0 0,-1 0 0 0 0,0-1 1 0 0,0 1-1 0 0,0-1 0 0 0,0 0 0 0 0,-1 0 0 0 0,-9 6 1 0 0,6-5-1 0 0,0-1 0 0 0,0 0 0 0 0,-1 0 1 0 0,0-1-1 0 0,0-1 0 0 0,0 1 1 0 0,-18 3-1 0 0,1-3-4 0 0,0 0 0 0 0,-1-2 0 0 0,1-2-1 0 0,0 0 1 0 0,-40-6 0 0 0,57 5-77 0 0,-83-12-147 0 0,78 10-274 0 0,0 0 0 0 0,0-1 0 0 0,1-1 0 0 0,-20-10 0 0 0,10 1-763 0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22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1 193 10591 0 0,'0'0'819'0'0,"3"-7"1964"0"0,-1 4-1614 0 0,0 0 0 0 0,1 0 0 0 0,-1 0 1 0 0,1 0-1 0 0,2-3 0 0 0,19-12 1491 0 0,31-11-2946 0 0,-26 15 1378 0 0,15-7-532 0 0,67-22 1 0 0,-52 21-381 0 0,-51 19-181 0 0,1 0 0 0 0,0 0 0 0 0,0 1 0 0 0,1 0 0 0 0,-1 0 0 0 0,0 1-1 0 0,1 0 1 0 0,-1 1 0 0 0,1 0 0 0 0,18 3 0 0 0,-18 1-47 0 0,-8-2 54 0 0,-1 0 0 0 0,1 0-1 0 0,-1 0 1 0 0,1 0 0 0 0,-1 0 0 0 0,0 0 0 0 0,0 0-1 0 0,0 1 1 0 0,0-1 0 0 0,0 0 0 0 0,0 1 0 0 0,-1-1-1 0 0,1 0 1 0 0,-1 4 0 0 0,2 37 224 0 0,-2-39-210 0 0,-2 38 343 0 0,-2-1-1 0 0,-14 60 0 0 0,2-11 21 0 0,9-41-224 0 0,-23 176 415 0 0,18-19-400 0 0,13-168-181 0 0,0 0 0 0 0,2 0 0 0 0,13 53-1 0 0,-15-85-48 0 0,1 1 0 0 0,1-1 0 0 0,-1 0 0 0 0,6 8 0 0 0,0 0-194 0 0,-8-14 215 0 0,1 0 1 0 0,0 1 0 0 0,-1-1-1 0 0,1 0 1 0 0,0 0 0 0 0,-1 1 0 0 0,1-1-1 0 0,0 0 1 0 0,0 0 0 0 0,-1 0-1 0 0,1 0 1 0 0,0 0 0 0 0,0 0-1 0 0,-1 0 1 0 0,1 0 0 0 0,0-1-1 0 0,0 1 1 0 0,-1 0 0 0 0,1 0-1 0 0,0-1 1 0 0,-1 1 0 0 0,1 0 0 0 0,0-1-1 0 0,-1 1 1 0 0,1 0 0 0 0,0-1-1 0 0,-1 1 1 0 0,1-1 0 0 0,-1 1-1 0 0,1-1 1 0 0,-1 0 0 0 0,1 1-1 0 0,0-2 1 0 0,-1 2 29 0 0,0 0-1 0 0,0 0 0 0 0,0 0 1 0 0,1-1-1 0 0,-1 1 1 0 0,0 0-1 0 0,0 0 1 0 0,0 0-1 0 0,0-1 0 0 0,0 1 1 0 0,0 0-1 0 0,0 0 1 0 0,0-1-1 0 0,0 1 1 0 0,0 0-1 0 0,0 0 0 0 0,0-1 1 0 0,0 1-1 0 0,0 0 1 0 0,0 0-1 0 0,0 0 1 0 0,0-1-1 0 0,0 1 0 0 0,0 0 1 0 0,0 0-1 0 0,0-1 1 0 0,0 1-1 0 0,0 0 1 0 0,0 0-1 0 0,-1 0 0 0 0,1-1 1 0 0,0 1-1 0 0,0 0 1 0 0,0 0-1 0 0,-1-1 1 0 0,-7 5 67 0 0,-10 13 196 0 0,16-12-216 0 0,-1 1 0 0 0,1-1-1 0 0,0 1 1 0 0,0-1 0 0 0,0 1 0 0 0,1-1 0 0 0,0 1-1 0 0,0 0 1 0 0,0 0 0 0 0,1 0 0 0 0,0 0-1 0 0,0-1 1 0 0,0 1 0 0 0,1 0 0 0 0,0 0 0 0 0,2 8-1 0 0,3 8 109 0 0,2 1-1 0 0,15 35 1 0 0,11 10-8 0 0,60 88-1 0 0,-20-35-119 0 0,-61-99-26 0 0,-2 0 0 0 0,0 1 0 0 0,-2 0 0 0 0,0 0 0 0 0,-2 1-1 0 0,9 47 1 0 0,-15-61 19 0 0,0 0-1 0 0,-1 0 0 0 0,0 0 1 0 0,-1 0-1 0 0,0 0 1 0 0,0 0-1 0 0,-1 0 0 0 0,-5 16 1 0 0,4-19 27 0 0,0 0 1 0 0,-1 0-1 0 0,1 0 1 0 0,-1-1-1 0 0,0 0 1 0 0,-1 0-1 0 0,0 0 1 0 0,0 0-1 0 0,0-1 1 0 0,-1 1-1 0 0,1-1 1 0 0,-12 7-1 0 0,10-8-14 0 0,0-1-1 0 0,0 1 1 0 0,0-1-1 0 0,0-1 0 0 0,0 0 1 0 0,0 0-1 0 0,-1 0 1 0 0,-12 1-1 0 0,-2-1-1470 0 0,-38-3-1 0 0,44-1-5086 0 0,0-2-2065 0 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23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83 11519 0 0,'1'-8'1040'0'0,"-3"-39"15509"0"0,5 58-15251 0 0,20 96-424 0 0,-14-57-130 0 0,31 93-1 0 0,-32-123-743 0 0,0 0 0 0 0,16 25 0 0 0,-19-38 0 0 0,0 1 0 0 0,0-1 0 0 0,1 0 0 0 0,0 0 0 0 0,0-1 0 0 0,0 0 0 0 0,1 0 0 0 0,10 7 0 0 0,-15-11 0 0 0,1-1 0 0 0,-1 1 0 0 0,1-1 0 0 0,0 0 0 0 0,-1 0 0 0 0,1 0 0 0 0,0 0 0 0 0,0 0 0 0 0,0-1 0 0 0,-1 1 0 0 0,1-1 0 0 0,0 0 0 0 0,0 0 0 0 0,0 0 0 0 0,0 0 0 0 0,5-1 0 0 0,-5 0 0 0 0,-1 0 0 0 0,0 0 0 0 0,1 0 0 0 0,-1 0 0 0 0,0 0 0 0 0,0-1 0 0 0,0 1 0 0 0,0-1 0 0 0,0 1 0 0 0,-1-1 0 0 0,1 0 0 0 0,0 0 0 0 0,-1 0 0 0 0,1 0 0 0 0,-1 0 0 0 0,0 0 0 0 0,1 0 0 0 0,-1 0 0 0 0,1-4 0 0 0,7-22 0 0 0,-1 0 0 0 0,-2 0 0 0 0,-1-1 0 0 0,2-33 0 0 0,2-13 0 0 0,3-7-507 0 0,8-50-891 0 0,-20 130 782 0 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23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21135 0 0,'0'0'1913'0'0,"2"-1"-1575"0"0,4-3 2468 0 0,-4 5-2544 0 0,-1-1 0 0 0,1 1 0 0 0,-1 0-1 0 0,1-1 1 0 0,-1 1 0 0 0,1 0-1 0 0,-1 0 1 0 0,0 0 0 0 0,0 0-1 0 0,3 3 1 0 0,-2-1-43 0 0,-1 0 1 0 0,1 0-1 0 0,0 0 0 0 0,-1 0 1 0 0,0 0-1 0 0,1 1 0 0 0,-1-1 1 0 0,-1 0-1 0 0,1 1 1 0 0,0-1-1 0 0,-1 1 0 0 0,0 6 1 0 0,0 5 69 0 0,-4 25 0 0 0,1-18-143 0 0,-4 18 296 0 0,1-4-4929 0 0,17-37 1440 0 0,0-1 1363 0 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23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24823 0 0,'0'0'2247'0'0,"7"-5"-1806"0"0,1 0 15 0 0,0 0-1 0 0,0 1 0 0 0,0 1 1 0 0,0-1-1 0 0,1 1 1 0 0,0 1-1 0 0,11-3 1 0 0,7 1 102 0 0,30 0-1 0 0,-23 2-796 0 0,-5 4 190 0 0,-16-1-2663 0 0,-1 1-4945 0 0</inkml:trace>
  <inkml:trace contextRef="#ctx0" brushRef="#br0" timeOffset="1">67 130 5527 0 0,'-2'1'423'0'0,"-33"12"23478"0"0,36-12-23322 0 0,2 2-455 0 0,0-1 0 0 0,0-1 0 0 0,1 1 0 0 0,-1 0 0 0 0,1-1 0 0 0,-1 0 0 0 0,1 0 0 0 0,0 0 0 0 0,-1 0 0 0 0,1 0 0 0 0,4-1 0 0 0,46 0-32 0 0,-27 0 145 0 0,117-8-176 0 0,-82 0-3870 0 0,-48 6-3288 0 0,1 0-2130 0 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24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1 238 12895 0 0,'1'-8'1172'0'0,"0"5"-1036"0"0,0 0 0 0 0,0 0 0 0 0,0 0 0 0 0,0 0 0 0 0,0 0 0 0 0,1 0-1 0 0,2-4 1 0 0,9-8 11820 0 0,-4 23-10011 0 0,-2 1-1624 0 0,0 0-1 0 0,-1 0 0 0 0,0 0 1 0 0,-1 1-1 0 0,0 0 1 0 0,5 16-1 0 0,0-4-75 0 0,52 131 599 0 0,42 84-472 0 0,-94-218-365 0 0,-4-7-7 0 0,0 0 0 0 0,0-1 0 0 0,2 0 1 0 0,-1 0-1 0 0,10 10 0 0 0,0-1 0 0 0,-11-14 0 0 0,2-6 0 0 0,-6-1 0 0 0,0 0 0 0 0,0-1 0 0 0,0 1 0 0 0,0-1 0 0 0,0 1 0 0 0,0-1 0 0 0,-1 1 0 0 0,1-1 0 0 0,-1 0 0 0 0,1 0 0 0 0,-1 0 0 0 0,0 0 0 0 0,1 0 0 0 0,-1 0 0 0 0,0 0 0 0 0,0 0 0 0 0,0-4 0 0 0,3-5 0 0 0,-2 0 0 0 0,3-15 0 0 0,-3 15 0 0 0,80-433 0 0 0,-72 393-87 0 0,4-86-1 0 0,-13 126-58 0 0,0 1-1 0 0,3-14 0 0 0,-2 16-499 0 0,0 0 1 0 0,0-16-1 0 0,-2 23-270 0 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24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21 24479 0 0,'-2'0'561'0'0,"-1"1"-299"0"0,0 0 0 0 0,-1 0-1 0 0,1-1 1 0 0,-1 0-1 0 0,1 0 1 0 0,-1 0 0 0 0,-3 0-1 0 0,6 0-192 0 0,-1 0 289 0 0,17 0 530 0 0,144-12 1913 0 0,-149 11-2780 0 0,62-6-89 0 0,134 3 0 0 0,-187 5-693 0 0,0 2 0 0 0,36 8 0 0 0,-46-9-113 0 0,0 1 0 0 0,0 1 0 0 0,-1 0 1 0 0,14 7-1 0 0,-5 2-1769 0 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25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609 0 3679 0 0,'0'0'167'0'0,"0"2"-7"0"0,3 21 10902 0 0,-1 1-3523 0 0,-2 12-1402 0 0,-1 1-4242 0 0,2 55-1231 0 0,6-23-3459 0 0,-4-45-2590 0 0,-2-18 801 0 0</inkml:trace>
  <inkml:trace contextRef="#ctx0" brushRef="#br0" timeOffset="1">1 563 17967 0 0,'0'0'1878'0'0,"2"0"-1525"0"0,8 1 1272 0 0,1-1-1 0 0,-1 0 1 0 0,12-2-1 0 0,24 0 778 0 0,260-7 1034 0 0,-284 7-3279 0 0,15 0-137 0 0,161-7-12 0 0,-33 6-2091 0 0,-136 6-1521 0 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26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137 704 4607 0 0,'-1'-1'16528'0'0,"-5"-1"-13555"0"0,1 0-2545 0 0,1-1-1 0 0,0 0 0 0 0,-1 0 0 0 0,1 0 1 0 0,0 0-1 0 0,1-1 0 0 0,-1 0 0 0 0,1 0 0 0 0,-1 0 1 0 0,1 0-1 0 0,0 0 0 0 0,1-1 0 0 0,-1 1 1 0 0,1-1-1 0 0,-3-7 0 0 0,-3-10-160 0 0,2 1 0 0 0,-6-30 0 0 0,7 25 75 0 0,-10-53-114 0 0,-7-158 0 0 0,21 227-228 0 0,-1-14 0 0 0,2 0 0 0 0,0 0 0 0 0,1 0 0 0 0,1 0 0 0 0,7-29 0 0 0,-6 39-11 0 0,6 28-42 0 0,24 65 76 0 0,-23-51-1 0 0,25 47 1 0 0,-30-67-2 0 0,0 0 0 0 0,0 0 0 0 0,1-1 0 0 0,0 0 0 0 0,0 0 0 0 0,0-1 0 0 0,1 1-1 0 0,0-1 1 0 0,16 10 0 0 0,-20-14-20 0 0,1 0 0 0 0,0 0 0 0 0,1 0 0 0 0,-1-1 0 0 0,0 1 0 0 0,0-1 0 0 0,1 0 0 0 0,-1 0 0 0 0,1-1 0 0 0,-1 1 0 0 0,1-1 1 0 0,-1 0-1 0 0,1 0 0 0 0,-1-1 0 0 0,0 1 0 0 0,1-1 0 0 0,-1 0 0 0 0,1 0 0 0 0,-1 0 0 0 0,0-1 0 0 0,0 0 0 0 0,0 1 0 0 0,0-1 0 0 0,4-3 0 0 0,1-1-26 0 0,0-1 0 0 0,-1 0 0 0 0,0 0 1 0 0,0 0-1 0 0,-1-1 0 0 0,0 0 0 0 0,-1-1 1 0 0,12-17-1 0 0,-3 0 12 0 0,1 0 0 0 0,1 2 1 0 0,2 0-1 0 0,24-25 0 0 0,-39 45 12 0 0,-2 2 0 0 0,-1 1 0 0 0,1-1 1 0 0,0 1-1 0 0,0 0 0 0 0,0-1 0 0 0,0 1 0 0 0,0 0 1 0 0,0 0-1 0 0,0 0 0 0 0,1 0 0 0 0,3 0 0 0 0,-5 0-1 0 0,-1 1 0 0 0,1 0-1 0 0,0 0 1 0 0,-1 1 0 0 0,1-1-1 0 0,-1 0 1 0 0,1 0 0 0 0,-1 0-1 0 0,1 0 1 0 0,-1 0 0 0 0,1 1-1 0 0,0-1 1 0 0,-1 0 0 0 0,1 0 0 0 0,-1 1-1 0 0,1-1 1 0 0,-1 0 0 0 0,0 1-1 0 0,1-1 1 0 0,-1 1 0 0 0,1-1-1 0 0,-1 0 1 0 0,0 1 0 0 0,1 0-1 0 0,6 10 21 0 0,-1 2 21 0 0,-2 0 0 0 0,0 0 0 0 0,0 0 0 0 0,-1 0 0 0 0,-1 1 0 0 0,1 25 0 0 0,2 5-174 0 0,1 5-31 0 0,15 77 461 0 0,-17-108-712 0 0,-1-6 458 0 0,0 0 1 0 0,7 17-1 0 0,-9-26-425 0 0,1 1 1 0 0,-1-1 0 0 0,1 0-1 0 0,0 0 1 0 0,0 0 0 0 0,0-1-1 0 0,1 1 1 0 0,-1 0 0 0 0,1-1-1 0 0,-1 1 1 0 0,1-1 0 0 0,0 0-1 0 0,4 2 1 0 0,2 0-6406 0 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26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25423 0 0,'7'-14'2715'0'0,"-5"11"-2577"0"0,0 0 0 0 0,0 1 0 0 0,0-1 0 0 0,1 1-1 0 0,-1 0 1 0 0,1 0 0 0 0,0 0 0 0 0,-1 0 0 0 0,1 0 0 0 0,0 1 0 0 0,0-1 0 0 0,0 1 0 0 0,0 0 0 0 0,1 0 0 0 0,-1 0 0 0 0,0 0 0 0 0,0 0 0 0 0,6 0 0 0 0,-7 1-42 0 0,3-1 50 0 0,-2 0-83 0 0,1 1-1 0 0,-1 0 0 0 0,0 0 1 0 0,0 0-1 0 0,0 0 0 0 0,1 0 1 0 0,-1 0-1 0 0,0 1 0 0 0,0-1 1 0 0,5 3-1 0 0,-5-3-158 0 0,0 1 0 0 0,-1-1 0 0 0,1 1-1 0 0,0 0 1 0 0,-1 0 0 0 0,1 0 0 0 0,0 1 0 0 0,-1-1 0 0 0,3 2-1 0 0,0 1-221 0 0,-3-3-313 0 0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26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8287 0 0,'0'0'19216'0'0,"2"1"-18131"0"0,21 1-330 0 0,0-1 0 0 0,0-1-1 0 0,46-7 1 0 0,0 4-638 0 0,-15 1-439 0 0,-17 1-600 0 0,-4-1-7210 0 0,-9 0-1473 0 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37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13359 0 0,'0'0'15629'0'0,"1"2"-15021"0"0,7 27 507 0 0,6 47 0 0 0,1 0-782 0 0,-8-44-204 0 0,54 204 179 0 0,-59-229-415 0 0,0 0 0 0 0,0 0 0 0 0,1 0 0 0 0,0-1 0 0 0,1 1-1 0 0,-1-1 1 0 0,1 0 0 0 0,0 0 0 0 0,1 0 0 0 0,7 8 0 0 0,-11-14-118 0 0,1 1 0 0 0,-1 0 1 0 0,0-1-1 0 0,1 1 0 0 0,-1-1 0 0 0,1 0 1 0 0,-1 1-1 0 0,0-1 0 0 0,1 0 1 0 0,-1 0-1 0 0,1 0 0 0 0,-1 0 1 0 0,3 0-1 0 0,10-2-7261 0 0,0-3-1477 0 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37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 17503 0 0,'-1'1'803'0'0,"-4"3"-514"0"0,-29 33 2171 0 0,31-32-976 0 0,0-1-1 0 0,0 1 1 0 0,0 0-1 0 0,-2 5 0 0 0,5-9-461 0 0,2 17 156 0 0,-1-16-1237 0 0,0-1-1 0 0,1 1 0 0 0,-1-1 0 0 0,1 1 0 0 0,-1-1 0 0 0,1 0 0 0 0,-1 0 0 0 0,1 0 1 0 0,-1 0-1 0 0,1 0 0 0 0,0 0 0 0 0,0 0 0 0 0,0 0 0 0 0,-1-1 0 0 0,1 1 1 0 0,0 0-1 0 0,0-1 0 0 0,4 1 0 0 0,17 0-2261 0 0,-4-2-4924 0 0,-2-1-1365 0 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38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31 13823 0 0,'0'0'1062'0'0,"0"-1"-693"0"0,-1 0 38 0 0,0 0 1 0 0,0 0-1 0 0,0 1 1 0 0,0-1-1 0 0,0 0 1 0 0,0 1-1 0 0,-1-1 1 0 0,1 0-1 0 0,0 1 1 0 0,0 0-1 0 0,0-1 1 0 0,-1 1-1 0 0,1 0 1 0 0,0-1-1 0 0,0 1 0 0 0,-1 0 1 0 0,1 0-1 0 0,0 0 1 0 0,0 0-1 0 0,-1 0 1 0 0,1 0-1 0 0,-2 1 1 0 0,0 0 187 0 0,-1 0 1 0 0,1 0-1 0 0,-1 1 1 0 0,1 0-1 0 0,-5 2 1 0 0,6-3-359 0 0,-6 4 135 0 0,1 0 0 0 0,0 1 0 0 0,0 0 0 0 0,0 0-1 0 0,1 0 1 0 0,0 1 0 0 0,-9 13 0 0 0,-31 56 494 0 0,43-72-801 0 0,-8 16 62 0 0,-13 37-1 0 0,21-50-104 0 0,0 1-1 0 0,1 1 1 0 0,0-1-1 0 0,1 0 1 0 0,-1 0-1 0 0,2 1 1 0 0,0 16-1 0 0,0-22-21 0 0,0 0 0 0 0,1 0 0 0 0,0 1 0 0 0,0-1 0 0 0,0 0 0 0 0,0 0 0 0 0,0 0 0 0 0,0 0 0 0 0,1 0 0 0 0,-1 0 0 0 0,1 0 0 0 0,0-1 0 0 0,0 1 0 0 0,0-1 0 0 0,0 1 0 0 0,4 2 0 0 0,-2-2 0 0 0,0-1 0 0 0,0 1 0 0 0,0-1 0 0 0,1 1 0 0 0,-1-1 0 0 0,1-1 0 0 0,-1 1 0 0 0,1-1 0 0 0,9 2 0 0 0,3-1 0 0 0,1-1 0 0 0,-1-1 0 0 0,1 0 0 0 0,31-6 0 0 0,-35 4-4 0 0,0-1 0 0 0,0 0 0 0 0,0-1 0 0 0,-1 0 0 0 0,1-1 0 0 0,-1-1 0 0 0,22-13 0 0 0,-29 15 2 0 0,1-1 0 0 0,-1 1 0 0 0,-1-1 0 0 0,1 0 1 0 0,-1 0-1 0 0,1-1 0 0 0,-2 0 0 0 0,1 0 0 0 0,-1 0 0 0 0,1 0 0 0 0,-2-1 0 0 0,1 1 1 0 0,-1-1-1 0 0,0 0 0 0 0,0 0 0 0 0,2-11 0 0 0,-4 13 0 0 0,0 0 0 0 0,-1-1 0 0 0,1 1 0 0 0,-1-1-1 0 0,0 1 1 0 0,-1-1 0 0 0,1 1 0 0 0,-1-1 0 0 0,0 1 0 0 0,0 0 0 0 0,-1-1 0 0 0,1 1 0 0 0,-5-7 0 0 0,3 5 10 0 0,-2 0 0 0 0,1 0 0 0 0,-1 0 0 0 0,0 1 0 0 0,0 0 0 0 0,-1 0 0 0 0,0 0 0 0 0,-8-5 1 0 0,-5-3-185 0 0,-1 2 1 0 0,0 0-1 0 0,-1 1 1 0 0,0 1-1 0 0,-28-9 1 0 0,30 13-585 0 0,-13-6-946 0 0,12 5-7531 0 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38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 2303 0 0,'3'-8'200'0'0,"2"-3"1473"0"0,21-32 24194 0 0,-14 63-24280 0 0,-2 12-1370 0 0,-1 0 1 0 0,-1 1-1 0 0,3 33 1 0 0,7 30 49 0 0,-8-53-260 0 0,-4-13-30 0 0,12 35 0 0 0,-18-63-178 0 0,19-5-2408 0 0,-16 2 2329 0 0,0 0 1 0 0,0-1 0 0 0,-1 0 0 0 0,1 0 0 0 0,-1 0-1 0 0,0 0 1 0 0,1 0 0 0 0,-1 0 0 0 0,0-1-1 0 0,0 1 1 0 0,1-4 0 0 0,7-9-4155 0 0,-5 9 578 0 0,3-7-4046 0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39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12895 0 0,'0'0'13496'0'0,"0"1"-12336"0"0,4 6-578 0 0,-1 0-1 0 0,0 1 1 0 0,0-1 0 0 0,-1 0-1 0 0,3 13 1 0 0,4 43 543 0 0,-4-26-777 0 0,4 18-224 0 0,29 98 1 0 0,-33-140-398 0 0,1 1-1 0 0,13 19 1 0 0,-19-31 32 0 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39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24791 0 0,'0'0'2747'0'0,"2"1"-2178"0"0,1 3-363 0 0,3 1 232 0 0,0 1 0 0 0,-1 0-1 0 0,1 0 1 0 0,-1 1 0 0 0,-1 0 0 0 0,1 0-1 0 0,3 9 1 0 0,8 25-248 0 0,-1 2 1 0 0,-3 0-1 0 0,-2 0 1 0 0,9 73-1 0 0,-16-94-380 0 0,5 34-415 0 0,-8-49 390 0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40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58 8751 0 0,'0'0'674'0'0,"-7"-14"6032"0"0,5 2 1436 0 0,6 18-3338 0 0,7 24-2537 0 0,-10-28-2419 0 0,9 30 504 0 0,7 43 0 0 0,-12-51-139 0 0,0 1 1 0 0,2-1 0 0 0,18 45 0 0 0,-11-48-289 0 0,-12-19 33 0 0,-1-3 39 0 0,0 1 0 0 0,0 0 1 0 0,0-1-1 0 0,0 1 0 0 0,0-1 0 0 0,0 1 1 0 0,0-1-1 0 0,-1 0 0 0 0,1 1 1 0 0,0-1-1 0 0,0 0 0 0 0,-1 0 0 0 0,1 1 1 0 0,0-1-1 0 0,-1 0 0 0 0,1 0 1 0 0,0 0-1 0 0,-1 0 0 0 0,1 0 0 0 0,-1 0 1 0 0,1-1-1 0 0,0-1-15 0 0,7-16 17 0 0,-1 0-1 0 0,-1 0 0 0 0,-1-1 1 0 0,3-22-1 0 0,9-30-70 0 0,-13 57 20 0 0,1-1-1 0 0,1 1 1 0 0,1 0-1 0 0,14-26 1 0 0,-11 30 2 0 0,-5 11 31 0 0,-3 0 17 0 0,7 3 14 0 0,-4 0 5 0 0,-1 0 0 0 0,0 0 0 0 0,0 1 0 0 0,0-1 0 0 0,0 1 0 0 0,-1 0 0 0 0,1 1 0 0 0,-1-1 0 0 0,0 0 0 0 0,4 9 1 0 0,2 6 62 0 0,9 29 1 0 0,-7-18-18 0 0,-4-14-27 0 0,1 0 0 0 0,1-1 0 0 0,20 29 0 0 0,-22-36-36 0 0,-6-7-14 0 0,0 0 1 0 0,0 0-1 0 0,0 0 0 0 0,0 0 0 0 0,0-1 1 0 0,0 1-1 0 0,1 0 0 0 0,-1-1 0 0 0,0 1 1 0 0,0 0-1 0 0,0-1 0 0 0,1 0 0 0 0,1 1 1 0 0,-3-1 10 0 0,1 0 1 0 0,0 0-1 0 0,-1 0 1 0 0,1 0 0 0 0,0 0-1 0 0,0 0 1 0 0,-1 0-1 0 0,1 0 1 0 0,0-1-1 0 0,-1 1 1 0 0,1 0-1 0 0,0 0 1 0 0,-1-1 0 0 0,1 1-1 0 0,0-1 1 0 0,-1 1-1 0 0,1-1 1 0 0,1-1 6 0 0,0 0 1 0 0,0 0-1 0 0,0-1 1 0 0,-1 1-1 0 0,1-1 1 0 0,-1 1-1 0 0,2-6 1 0 0,-1 5-21 0 0,22-51-27 0 0,-13 26-10 0 0,1 1 0 0 0,2 0-1 0 0,29-42 1 0 0,-39 64 18 0 0,0 0 0 0 0,1 0 0 0 0,0 1 0 0 0,0 0 0 0 0,0 0 0 0 0,1 0 0 0 0,10-5 0 0 0,-16 9 32 0 0,1 0 0 0 0,-1 0 0 0 0,1 0 0 0 0,-1 0 0 0 0,0 0 0 0 0,1 0 0 0 0,-1 0 0 0 0,1 0 0 0 0,-1 0 0 0 0,0 0 0 0 0,1 0 0 0 0,-1 1 0 0 0,0-1 0 0 0,1 0 0 0 0,-1 0 0 0 0,0 0 0 0 0,1 1-1 0 0,-1-1 1 0 0,0 0 0 0 0,1 1 0 0 0,-1-1 0 0 0,0 0 0 0 0,0 1 0 0 0,1-1 0 0 0,-1 1 0 0 0,7 9 22 0 0,-7-10-20 0 0,10 20 75 0 0,0-1 0 0 0,-2 2 0 0 0,0-1 0 0 0,7 34 0 0 0,-8-28-309 0 0,1-1 0 0 0,16 36 0 0 0,-1-28-1373 0 0,-22-32 768 0 0,7 0-928 0 0,-7-1 1556 0 0,0 1-1 0 0,-1-1 1 0 0,1 0 0 0 0,0 0 0 0 0,0 0-1 0 0,0 0 1 0 0,-1 0 0 0 0,1 0 0 0 0,0 0-1 0 0,0 0 1 0 0,0 0 0 0 0,-1 0 0 0 0,1 0-1 0 0,1 0 1 0 0,6-3-1992 0 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41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33 23151 0 0,'-13'-7'2471'0'0,"8"-2"-2788"0"0,0 1 4700 0 0,28 6-4055 0 0,131-4 151 0 0,-81 14-479 0 0,-68-9 5 0 0,-3 1 0 0 0,-1 0 0 0 0,1 0 0 0 0,0 0 0 0 0,-1 0 0 0 0,1 0 0 0 0,0 1 0 0 0,-1-1 0 0 0,1 1 0 0 0,-1-1 0 0 0,1 1 1 0 0,0-1-1 0 0,1 2 0 0 0,-2-2 1036 0 0,-3 12-650 0 0,-4 0-311 0 0,0 0 0 0 0,0 0 0 0 0,-1-1 0 0 0,-1 1 0 0 0,-12 14 1 0 0,17-22-62 0 0,-2 3 23 0 0,3 1-31 0 0,0 6-11 0 0,3-11 0 0 0,-1-2 0 0 0,0-1 0 0 0,0 1 0 0 0,-1-1 0 0 0,1 1 0 0 0,0-1 0 0 0,0 1 0 0 0,0-1 0 0 0,1 1 0 0 0,-1-1 0 0 0,0 1 0 0 0,0-1 0 0 0,0 1 0 0 0,0-1 0 0 0,0 1 0 0 0,1-1 0 0 0,-1 1 0 0 0,0-1 0 0 0,0 1 0 0 0,1-1 0 0 0,-1 1 0 0 0,0-1 0 0 0,1 0 0 0 0,-1 1 0 0 0,0-1 0 0 0,1 1 0 0 0,-1-1 0 0 0,1 0 0 0 0,-1 1 0 0 0,1-1 0 0 0,1 1 0 0 0,2 3-8 0 0,1 0 0 0 0,1 0-1 0 0,-1-1 1 0 0,0 0 0 0 0,1 0 0 0 0,0 0-1 0 0,-1-1 1 0 0,1 0 0 0 0,0 0 0 0 0,0 0 0 0 0,0-1-1 0 0,9 2 1 0 0,3 0-46 0 0,30 12-1 0 0,-45-14 55 0 0,-2-1 0 0 0,0 0 0 0 0,1 0 0 0 0,-1 1 0 0 0,0-1 0 0 0,0 0 0 0 0,0 1 0 0 0,0-1 0 0 0,0 1 0 0 0,-1 0 0 0 0,1-1 0 0 0,0 1 0 0 0,0 0 0 0 0,0-1 0 0 0,0 1 0 0 0,-1 0 0 0 0,1 0 0 0 0,0 0 0 0 0,-1-1 0 0 0,1 1 0 0 0,-1 0 0 0 0,2 2 0 0 0,-1-1 6 0 0,-1 0 1 0 0,1 0-1 0 0,0 0 0 0 0,-1 0 1 0 0,0 0-1 0 0,1 0 1 0 0,-1 0-1 0 0,0 0 0 0 0,0 0 1 0 0,0 0-1 0 0,0 0 0 0 0,0 0 1 0 0,0 0-1 0 0,-1 0 0 0 0,1 0 1 0 0,-1 0-1 0 0,0 0 0 0 0,1 0 1 0 0,-1 0-1 0 0,0 0 1 0 0,0 0-1 0 0,0-1 0 0 0,0 1 1 0 0,0 0-1 0 0,-1-1 0 0 0,1 1 1 0 0,0-1-1 0 0,-3 2 0 0 0,-5 6 27 0 0,0-1 0 0 0,-1 0-1 0 0,-15 10 1 0 0,16-12-16 0 0,-14 9-38 0 0,-1-1 0 0 0,-27 11 0 0 0,45-23-161 0 0,-13 7-2950 0 0,-20 12 1 0 0,29-15 1531 0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41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1 140 27071 0 0,'0'0'2891'0'0,"2"0"-2801"0"0,138-13 796 0 0,-76 5-416 0 0,297-35 488 0 0,190-16-869 0 0,-477 51-154 0 0,-41 4-974 0 0,-1 1 0 0 0,40 2 1 0 0,-65 4-637 0 0,-10 2-1702 0 0,-15 5 137 0 0,-3-1 1425 0 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42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25775 0 0,'0'0'1956'0'0,"0"2"-1329"0"0,1 0-607 0 0,-1 0 0 0 0,1 0 0 0 0,0 0 1 0 0,0 0-1 0 0,0 0 0 0 0,0-1 0 0 0,0 1 1 0 0,0 0-1 0 0,1-1 0 0 0,-1 1 0 0 0,2 1 1 0 0,22 21 345 0 0,-9-10 526 0 0,-1 0-581 0 0,0 1 0 0 0,-2 0 0 0 0,0 2 0 0 0,0-1 0 0 0,-2 1 0 0 0,0 1 0 0 0,16 36 0 0 0,-22-41-343 0 0,0 1-1 0 0,-2 1 1 0 0,1-1-1 0 0,-2 1 1 0 0,0-1-1 0 0,-1 1 1 0 0,0 0-1 0 0,-1 0 1 0 0,-1-1-1 0 0,-3 21 1 0 0,4-33-439 0 0,6 6-1184 0 0,-3-7 1499 0 0,-1 1 0 0 0,1-1 1 0 0,0 0-1 0 0,-1 0 0 0 0,1 0 0 0 0,0-1 0 0 0,0 1 0 0 0,-1-1 0 0 0,1 1 0 0 0,0-1 0 0 0,0 0 0 0 0,0 0 0 0 0,0 0 0 0 0,0 0 0 0 0,5-2 0 0 0,8-1-852 0 0,23-8 0 0 0,-33 10 790 0 0,18-8-334 0 0,-1 0 0 0 0,-1-2 0 0 0,0 0 0 0 0,0-1 0 0 0,-1-2 0 0 0,0 0 0 0 0,31-29 0 0 0,-27 19 1430 0 0,-1-1 0 0 0,-2-2 0 0 0,30-44 0 0 0,-49 67-662 0 0,-1 1 0 0 0,0-1-1 0 0,-1 1 1 0 0,1-1 0 0 0,-1 0-1 0 0,1 0 1 0 0,-1 1 0 0 0,1-6-1 0 0,-2 8-145 0 0,0 0-1 0 0,0 0 0 0 0,0 1 0 0 0,0-1 0 0 0,0 0 0 0 0,0 0 0 0 0,0 0 0 0 0,-1 0 1 0 0,1 0-1 0 0,0 0 0 0 0,0 0 0 0 0,-1 0 0 0 0,1 0 0 0 0,-1 0 0 0 0,1 0 0 0 0,-1 0 1 0 0,1 1-1 0 0,-1-1 0 0 0,1 0 0 0 0,-1 0 0 0 0,0 1 0 0 0,1-1 0 0 0,-1 0 0 0 0,0 1 0 0 0,0-1 1 0 0,0 1-1 0 0,1-1 0 0 0,-1 1 0 0 0,0-1 0 0 0,0 1 0 0 0,0-1 0 0 0,0 1 0 0 0,0 0 1 0 0,0 0-1 0 0,0-1 0 0 0,0 1 0 0 0,-1 0 0 0 0,-5-1 129 0 0,0 1 0 0 0,0-1 1 0 0,0 1-1 0 0,0 1 0 0 0,0-1 0 0 0,0 1 1 0 0,0 1-1 0 0,0-1 0 0 0,-7 3 0 0 0,-4 3 19 0 0,0 0-1 0 0,-19 12 1 0 0,-72 47 204 0 0,86-52-338 0 0,5-2 2 0 0,1 0 0 0 0,0 1 0 0 0,0 1 0 0 0,-28 31 0 0 0,43-44-80 0 0,1 1-1 0 0,-1 0 0 0 0,1 0 1 0 0,0 0-1 0 0,0 0 0 0 0,0 0 1 0 0,0 0-1 0 0,0 0 0 0 0,0 0 1 0 0,0 1-1 0 0,1-1 0 0 0,-1 0 1 0 0,1 0-1 0 0,0 1 0 0 0,0-1 1 0 0,-1 0-1 0 0,2 3 1 0 0,-1-3-13 0 0,0-1 1 0 0,1 1-1 0 0,0-1 1 0 0,-1 1 0 0 0,1 0-1 0 0,0-1 1 0 0,0 0 0 0 0,0 1-1 0 0,0-1 1 0 0,0 0-1 0 0,0 1 1 0 0,0-1 0 0 0,0 0-1 0 0,0 0 1 0 0,1 0 0 0 0,-1 0-1 0 0,0 0 1 0 0,1 0 0 0 0,-1 0-1 0 0,1 0 1 0 0,-1-1-1 0 0,1 1 1 0 0,2 0 0 0 0,12 4-78 0 0,-1-1-1 0 0,1-1 1 0 0,0-1 0 0 0,0 0 0 0 0,0-1 0 0 0,0-1 0 0 0,1 0 0 0 0,-1-1-1 0 0,17-4 1 0 0,11-3-192 0 0,87-29-1 0 0,-93 22 227 0 0,0-2 0 0 0,42-25 1 0 0,-41 21 42 0 0,-33 18 3 0 0,30-19 16 0 0,-34 20-15 0 0,0 1-1 0 0,0-1 0 0 0,0 1 0 0 0,-1-1 0 0 0,1 0 0 0 0,0 1 0 0 0,-1-1 0 0 0,1 0 1 0 0,-1 0-1 0 0,0 0 0 0 0,0 0 0 0 0,0-1 0 0 0,0 1 0 0 0,1-4 0 0 0,-1-2 3 0 0,-3 1 71 0 0,1 6-41 0 0,0 0 1 0 0,0 1-1 0 0,-1-1 1 0 0,1 0-1 0 0,-1 1 1 0 0,1-1-1 0 0,0 1 0 0 0,-1-1 1 0 0,1 1-1 0 0,-1 0 1 0 0,1-1-1 0 0,-1 1 1 0 0,-1 0-1 0 0,2 0-2 0 0,-4 0 24 0 0,0 0 0 0 0,0 0 0 0 0,-1 1 0 0 0,1-1 0 0 0,0 1 0 0 0,0 1 0 0 0,0-1 0 0 0,0 1 0 0 0,1 0 0 0 0,-1 0 0 0 0,0 0 0 0 0,-6 4 0 0 0,5-2-7 0 0,1 0-1 0 0,-1 0 0 0 0,1 0 1 0 0,-1 1-1 0 0,1-1 1 0 0,1 1-1 0 0,-1 0 1 0 0,-7 12-1 0 0,10-13-23 0 0,0 1 0 0 0,0-1 0 0 0,0 1 0 0 0,1-1 1 0 0,0 1-1 0 0,0 0 0 0 0,0 0 0 0 0,0 9 0 0 0,3-4-7 0 0,0-7-21 0 0,-1-1 1 0 0,1 0-1 0 0,1 1 1 0 0,-1-1-1 0 0,0 0 1 0 0,0 0-1 0 0,1-1 1 0 0,-1 1-1 0 0,1 0 1 0 0,-1-1-1 0 0,1 1 1 0 0,0-1-1 0 0,0 0 0 0 0,-1 0 1 0 0,1 0-1 0 0,0 0 1 0 0,0-1-1 0 0,0 1 1 0 0,0-1-1 0 0,6 0 1 0 0,3 1-38 0 0,-1-1 0 0 0,1 0 0 0 0,0-1 0 0 0,12-3 0 0 0,-1-1-5 0 0,-1-1 0 0 0,0-1 0 0 0,-1-1 0 0 0,28-15 0 0 0,-44 21 49 0 0,-2 0 5 0 0,-1 1 0 0 0,1 0 0 0 0,-1-1 0 0 0,0 0 0 0 0,1 1 0 0 0,-1-1-1 0 0,3-4 1 0 0,-4 5 460 0 0,1 2-431 0 0,0 1-1 0 0,0 0 1 0 0,-1 0-1 0 0,1 0 1 0 0,-1 0 0 0 0,0 0-1 0 0,1 0 1 0 0,-1 0-1 0 0,1 4 1 0 0,0-2 12 0 0,37 71 82 0 0,47 129 0 0 0,-79-183-126 0 0,-1 0 0 0 0,5 36 0 0 0,-10-47 0 0 0,0 0 0 0 0,0 0 0 0 0,-1 0 0 0 0,-1 0 0 0 0,0 0 0 0 0,0 0 0 0 0,0-1 0 0 0,-4 12 0 0 0,3-18 0 0 0,1 0 0 0 0,-1-1 0 0 0,0 1 0 0 0,0 0 0 0 0,0 0 0 0 0,0-1 0 0 0,0 1 0 0 0,0-1 0 0 0,-1 0 0 0 0,1 1 0 0 0,-1-1 0 0 0,-4 2 0 0 0,-1 1 0 0 0,0-1 0 0 0,0 1 0 0 0,-12 3 0 0 0,8-5 0 0 0,0-1 0 0 0,1 0 0 0 0,-1-1 0 0 0,0 0 0 0 0,0-1 0 0 0,-15-2 0 0 0,-5 2 0 0 0,-8 0-55 0 0,-1-2 0 0 0,1-1 0 0 0,0-2 0 0 0,0-2 1 0 0,-70-22-1 0 0,82 16-1350 0 0,13 2-6714 0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49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17047 0 0,'0'0'6715'0'0,"0"3"-5201"0"0,29 333 1918 0 0,-13-210-2666 0 0,-10-81-630 0 0,-2-20-108 0 0,-1 1 0 0 0,-1-1 0 0 0,-2 45 0 0 0,-6-47-239 0 0,5-21 20 0 0,-9 6-1698 0 0,6-7 1325 0 0,-1 0-1 0 0,1 0 1 0 0,0-1 0 0 0,-1 0-1 0 0,1 0 1 0 0,0 0 0 0 0,-1 0-1 0 0,1-1 1 0 0,0 1 0 0 0,-6-3-1 0 0,-6-1-7307 0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49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23583 0 0,'0'0'2137'0'0,"2"-2"-1757"0"0,5-2-285 0 0,0 1 0 0 0,0-1 0 0 0,1 1 0 0 0,-1 1 0 0 0,1-1 0 0 0,9-1 0 0 0,54-7 834 0 0,-46 8-471 0 0,393-28 2165 0 0,-266 21-2455 0 0,-99 4-892 0 0,1 3-1 0 0,100 7 1 0 0,-145-3 109 0 0,1 1 0 0 0,-1 0 1 0 0,15 6-1 0 0,8 6-6526 0 0,-9-3-1134 0 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50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99 4143 0 0,'0'0'191'0'0,"2"-2"-11"0"0,10-12 3120 0 0,-8 10-1397 0 0,-1 0 0 0 0,-1-1 0 0 0,1 1 0 0 0,-1-1 0 0 0,0 1 0 0 0,0-1 0 0 0,2-6 0 0 0,-3 8-1642 0 0,-1 0 0 0 0,1-1-1 0 0,-1 1 1 0 0,0 0 0 0 0,0 0 0 0 0,0-1 0 0 0,0-2-1 0 0,0 5-213 0 0,0 1 0 0 0,0-1 1 0 0,0 1-1 0 0,-1-1 0 0 0,1 1 0 0 0,0-1 0 0 0,0 1 0 0 0,0-1 0 0 0,0 1 0 0 0,-1 0 0 0 0,1-1 0 0 0,0 1 0 0 0,0-1 0 0 0,-1 1 0 0 0,1 0 0 0 0,0-1 0 0 0,-1 1 0 0 0,1-1 0 0 0,0 1 0 0 0,-1 0 0 0 0,1 0 0 0 0,-1-1 0 0 0,1 1 0 0 0,0 0 0 0 0,-1 0 0 0 0,1-1 0 0 0,-1 1 0 0 0,1 0 0 0 0,-1 0 0 0 0,1 0 0 0 0,-1 0 0 0 0,1 0 0 0 0,-1 0 0 0 0,1 0 0 0 0,-1 0 0 0 0,1 0 0 0 0,-1 0 0 0 0,1 0 0 0 0,-1 0 0 0 0,1 0 0 0 0,-1 0 0 0 0,1 0 0 0 0,-1 0 0 0 0,1 1 0 0 0,-1-1 0 0 0,-20 12 865 0 0,4 0-579 0 0,0 2 0 0 0,1 0 0 0 0,1 1 0 0 0,1 0-1 0 0,0 1 1 0 0,0 1 0 0 0,2 0 0 0 0,-21 37 0 0 0,29-40-260 0 0,3-12-76 0 0,1 0-1 0 0,0 1 1 0 0,0-1-1 0 0,0 0 1 0 0,0 1-1 0 0,0-1 1 0 0,0 0-1 0 0,1 1 1 0 0,-1-1-1 0 0,1 0 1 0 0,0 0-1 0 0,-1 1 1 0 0,1-1-1 0 0,0 0 1 0 0,0 0-1 0 0,0 0 1 0 0,1 0-1 0 0,-1 0 1 0 0,0 0-1 0 0,1 0 0 0 0,0-1 1 0 0,-1 1-1 0 0,1 0 1 0 0,0-1-1 0 0,2 3 1 0 0,-1-3-38 0 0,0 1 1 0 0,0-1-1 0 0,0 1 0 0 0,0-1 0 0 0,1 0 1 0 0,-1 0-1 0 0,0 0 0 0 0,0-1 1 0 0,0 1-1 0 0,1-1 0 0 0,-1 0 1 0 0,0 0-1 0 0,1 0 0 0 0,-1 0 0 0 0,0 0 1 0 0,1-1-1 0 0,5-1 0 0 0,1-2-64 0 0,0 1-1 0 0,0-2 0 0 0,0 0 0 0 0,0 0 0 0 0,-1-1 0 0 0,0 0 1 0 0,0 0-1 0 0,0-1 0 0 0,-1 0 0 0 0,0-1 0 0 0,-1 0 0 0 0,1 0 1 0 0,-2 0-1 0 0,1-1 0 0 0,-1 0 0 0 0,0-1 0 0 0,-1 1 1 0 0,7-18-1 0 0,-11 25 126 0 0,0 4 61 0 0,9 19 171 0 0,23 37 0 0 0,-27-49-373 0 0,0 0-1 0 0,1 0 0 0 0,0-1 0 0 0,1 0 1 0 0,0 0-1 0 0,12 8 0 0 0,-17-14-69 0 0,0 0-1 0 0,0 0 1 0 0,0-1-1 0 0,0 1 1 0 0,0-1-1 0 0,0 0 1 0 0,1 0 0 0 0,-1 0-1 0 0,1 0 1 0 0,-1-1-1 0 0,5 1 1 0 0,-4-1-513 0 0,0 0 1 0 0,-1 0-1 0 0,1-1 0 0 0,-1 1 1 0 0,1-1-1 0 0,5-2 1 0 0,4-1-7143 0 0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50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12895 0 0,'0'2'8682'0'0,"4"19"-6094"0"0,8 29 0 0 0,12 20-718 0 0,-11-34-1426 0 0,12 56 0 0 0,-10-26-157 0 0,-7-33-128 0 0,4 37 0 0 0,-12-65-95 0 0,0 3 3 0 0,0-5 100 0 0,0-9-192 0 0,-1 1 0 0 0,1-1-1 0 0,1 1 1 0 0,1-12 0 0 0,-2 15 24 0 0,1-5-5 0 0,1-1-1 0 0,0 0 1 0 0,0 1-1 0 0,1 0 1 0 0,0-1 0 0 0,0 1-1 0 0,1 0 1 0 0,0 1-1 0 0,7-11 1 0 0,-7 13 1 0 0,-1-1 1 0 0,1 1-1 0 0,0 0 1 0 0,0 0-1 0 0,0 0 1 0 0,1 0-1 0 0,0 1 0 0 0,-1 0 1 0 0,1 0-1 0 0,0 0 1 0 0,1 1-1 0 0,-1-1 1 0 0,9-1-1 0 0,5 0 15 0 0,-14 6 13 0 0,0-1-3 0 0,1-1-11 0 0,21 6 57 0 0,-17-4-56 0 0,-1 1 0 0 0,1 0-1 0 0,-1 1 1 0 0,0 0 0 0 0,0 0 0 0 0,0 1-1 0 0,-1 0 1 0 0,1 1 0 0 0,-1-1 0 0 0,0 2 0 0 0,7 7-1 0 0,-13-12-20 0 0,0 1-1 0 0,-1-1 0 0 0,1 0 0 0 0,-1 1 0 0 0,0 0 1 0 0,1-1-1 0 0,-1 1 0 0 0,0 0 0 0 0,0-1 0 0 0,-1 1 0 0 0,1 0 1 0 0,-1 0-1 0 0,1 0 0 0 0,-1 0 0 0 0,0 0 0 0 0,0 0 1 0 0,0-1-1 0 0,-1 1 0 0 0,1 0 0 0 0,0 0 0 0 0,-1 0 1 0 0,0 0-1 0 0,0-1 0 0 0,0 1 0 0 0,0 0 0 0 0,0 0 1 0 0,-1-1-1 0 0,1 1 0 0 0,-4 3 0 0 0,1 0 0 0 0,-1 0 0 0 0,0 0-1 0 0,0 0 1 0 0,-1-1 0 0 0,1 0-1 0 0,-1 0 1 0 0,-1 0 0 0 0,1-1-1 0 0,-13 7 1 0 0,11-7-194 0 0,1 0 0 0 0,-1 0 0 0 0,-1-1 0 0 0,1-1 0 0 0,0 1-1 0 0,-1-1 1 0 0,0-1 0 0 0,1 1 0 0 0,-1-2 0 0 0,0 1 0 0 0,-17-2 0 0 0,15 0-245 0 0,9 1-140 0 0,-1 0 0 0 0,1 0 1 0 0,0 0-1 0 0,0-1 0 0 0,0 1 0 0 0,0-1 1 0 0,0 1-1 0 0,0-1 0 0 0,0 0 0 0 0,-4-1 1 0 0,-1-7-7084 0 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51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0 18887 0 0,'0'0'1971'0'0,"0"3"-1680"0"0,-1 23 2594 0 0,-7 34 1 0 0,0 7-976 0 0,7-54-1627 0 0,-3 107 1430 0 0,4-107-1592 0 0,1 0 1 0 0,1-1 0 0 0,0 1-1 0 0,1 0 1 0 0,0-1 0 0 0,1 0-1 0 0,6 15 1 0 0,-5-18-88 0 0,0 0 0 0 0,0 1 0 0 0,1-2 0 0 0,0 1 0 0 0,1-1 0 0 0,0 0 0 0 0,0 0-1 0 0,1-1 1 0 0,8 7 0 0 0,-10-10-52 0 0,0 0-1 0 0,-1 0 0 0 0,1-1 1 0 0,1 0-1 0 0,-1-1 0 0 0,0 1 0 0 0,1-1 1 0 0,-1 0-1 0 0,1-1 0 0 0,0 1 1 0 0,-1-1-1 0 0,1-1 0 0 0,0 1 0 0 0,0-1 1 0 0,7-1-1 0 0,-7 0-27 0 0,-1 0 0 0 0,1 0 0 0 0,-1-1 1 0 0,0 1-1 0 0,1-1 0 0 0,-1-1 0 0 0,0 1 0 0 0,0-1 0 0 0,-1-1 1 0 0,1 1-1 0 0,-1-1 0 0 0,1 1 0 0 0,-1-2 0 0 0,9-8 0 0 0,-9 7 13 0 0,1-1 0 0 0,-1 0 0 0 0,0-1-1 0 0,-1 1 1 0 0,1-1 0 0 0,-2 0 0 0 0,1 0-1 0 0,-1-1 1 0 0,0 1 0 0 0,2-13 0 0 0,-3 13 7 0 0,0-1 0 0 0,-1 1 0 0 0,0 0 0 0 0,0 0 0 0 0,-1 0 1 0 0,0-1-1 0 0,-1 1 0 0 0,0 0 0 0 0,-2-11 0 0 0,2 17-38 0 0,0 2 64 0 0,0-1-1 0 0,1 1 1 0 0,-1-1 0 0 0,0 1-1 0 0,1 0 1 0 0,-1 0 0 0 0,0-1-1 0 0,0 1 1 0 0,1 0 0 0 0,-1 0-1 0 0,0 0 1 0 0,0 0 0 0 0,1 0-1 0 0,-1 0 1 0 0,0 0 0 0 0,0 0-1 0 0,0 0 1 0 0,1 0 0 0 0,-1 0-1 0 0,0 1 1 0 0,1-1 0 0 0,-1 0-1 0 0,0 0 1 0 0,0 1 0 0 0,1-1-1 0 0,-2 1 1 0 0,-10 11 77 0 0,9-7-74 0 0,1-1-1 0 0,-1 1 1 0 0,1 0 0 0 0,0-1-1 0 0,0 1 1 0 0,1 0 0 0 0,-1 0-1 0 0,1 0 1 0 0,0 0 0 0 0,1 0-1 0 0,-1 0 1 0 0,1 1 0 0 0,0-1-1 0 0,0 0 1 0 0,0 0 0 0 0,1 0-1 0 0,0 0 1 0 0,0 0 0 0 0,0 0-1 0 0,1 0 1 0 0,0 0 0 0 0,0 0-1 0 0,0 0 1 0 0,0-1 0 0 0,1 1-1 0 0,0-1 1 0 0,0 0 0 0 0,0 0-1 0 0,0 0 1 0 0,0 0 0 0 0,1 0-1 0 0,0-1 1 0 0,0 1 0 0 0,0-1-1 0 0,0 0 1 0 0,7 3 0 0 0,0 0-354 0 0,-1-1 1 0 0,1-1-1 0 0,0 0 0 0 0,1 0 1 0 0,-1-2-1 0 0,15 3 1 0 0,-2-2-1426 0 0,0-2 1 0 0,24 0 0 0 0,-19-3-76 0 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51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35 5063 0 0,'0'0'21773'0'0,"1"2"-20733"0"0,6 12-491 0 0,0 1-1 0 0,-2-1 0 0 0,1 2 0 0 0,-2-1 1 0 0,4 20-1 0 0,-1-8-334 0 0,8 31-619 0 0,3-2 1 0 0,42 93-1 0 0,-59-148-397 0 0,2 5-1092 0 0</inkml:trace>
  <inkml:trace contextRef="#ctx0" brushRef="#br0" timeOffset="1">0 11 3679 0 0,'2'-1'22908'0'0,"11"-2"-22092"0"0,0 1-1 0 0,0 0 0 0 0,0 0 1 0 0,14 1-1 0 0,57 5-45 0 0,-25-1-277 0 0,-22-1-364 0 0,-1 1 1 0 0,61 12-1 0 0,-79-10-122 0 0,0 0-1 0 0,-1 1 1 0 0,1 0-1 0 0,-1 2 1 0 0,-1 0-1 0 0,1 1 1 0 0,17 13-1 0 0,-30-20-6 0 0,-1 1 0 0 0,1 0 0 0 0,-1 0 0 0 0,0 0 0 0 0,0 0 0 0 0,-1 0 0 0 0,1 1 0 0 0,-1-1 0 0 0,1 1 0 0 0,-1-1 0 0 0,0 1 0 0 0,0 0 0 0 0,-1 0 0 0 0,1 0 0 0 0,-1 0 0 0 0,0 1 0 0 0,0-1 0 0 0,0 0 0 0 0,-1 0 0 0 0,0 1 0 0 0,1-1 0 0 0,-1 0 0 0 0,-1 0 0 0 0,1 1 0 0 0,-1-1 0 0 0,1 0 0 0 0,-1 0 0 0 0,-1 1 0 0 0,-2 6 0 0 0,0-1 0 0 0,-1 1 0 0 0,0-1 0 0 0,-1-1 0 0 0,0 1 0 0 0,-1-1 0 0 0,0 0 0 0 0,0-1 0 0 0,-1 1 0 0 0,0-1 0 0 0,-12 9 0 0 0,-14 5-177 0 0,0-1 1 0 0,0-1-1 0 0,-69 26 0 0 0,62-29-919 0 0,37-15 587 0 0,-7 2 155 0 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51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10135 0 0,'0'0'778'0'0,"0"1"-506"0"0,-5 35 7992 0 0,0-2 1671 0 0,1-13-8575 0 0,4-19-1332 0 0,-1-1 1 0 0,1 0-1 0 0,0 1 0 0 0,0-1 0 0 0,0 0 0 0 0,0 1 0 0 0,0-1 0 0 0,0 0 0 0 0,0 1 0 0 0,0-1 0 0 0,1 0 0 0 0,-1 0 0 0 0,0 1 1 0 0,1-1-1 0 0,-1 0 0 0 0,1 0 0 0 0,-1 0 0 0 0,1 1 0 0 0,0-1 0 0 0,0 0 0 0 0,-1 0 0 0 0,1 0 0 0 0,2 2 0 0 0,11 3-2678 0 0,4-5-6329 0 0,-4-3 437 0 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52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23239 0 0,'0'0'2105'0'0,"6"-6"-1690"0"0,0 1-171 0 0,1 0 0 0 0,-1 0 0 0 0,1 0-1 0 0,0 1 1 0 0,0 0 0 0 0,1 1 0 0 0,-1 0 0 0 0,1 0 0 0 0,-1 0-1 0 0,1 1 1 0 0,13-2 0 0 0,10-1 1560 0 0,51 0-1 0 0,-65 4-1680 0 0,-7 1-101 0 0,0 0-1 0 0,-1 1 1 0 0,1 0-1 0 0,0 0 1 0 0,0 1-1 0 0,-1 0 1 0 0,1 1-1 0 0,14 5 1 0 0,-22-7-17 0 0,1 1-1 0 0,-1-1 1 0 0,1 0 0 0 0,-1 1-1 0 0,1-1 1 0 0,-1 1 0 0 0,0 0-1 0 0,0 0 1 0 0,0 0-1 0 0,0 0 1 0 0,0 0 0 0 0,0 0-1 0 0,0 1 1 0 0,-1-1 0 0 0,1 1-1 0 0,-1-1 1 0 0,0 1 0 0 0,0-1-1 0 0,0 1 1 0 0,0 0 0 0 0,0-1-1 0 0,0 1 1 0 0,-1 0 0 0 0,1 0-1 0 0,-1 0 1 0 0,0 0-1 0 0,0-1 1 0 0,0 1 0 0 0,0 0-1 0 0,-1 0 1 0 0,1 0 0 0 0,-1 0-1 0 0,0 2 1 0 0,-6 15-5 0 0,-1-1 0 0 0,-1 0 0 0 0,0 0 0 0 0,-1-1 0 0 0,-18 23 0 0 0,4-3 0 0 0,12-22 0 0 0,-20 24 0 0 0,21-27 0 0 0,0 0 0 0 0,-15 25 0 0 0,26-38 0 0 0,0 0 0 0 0,0 1 0 0 0,-1-1 0 0 0,1 1 0 0 0,0-1 0 0 0,0 0 0 0 0,0 1 0 0 0,0-1 0 0 0,0 0 0 0 0,0 1 0 0 0,0-1 0 0 0,0 0 0 0 0,0 1 0 0 0,0-1 0 0 0,0 1 0 0 0,0-1 0 0 0,0 0 0 0 0,0 1 0 0 0,0-1 0 0 0,0 0 0 0 0,0 1 0 0 0,0-1 0 0 0,1 1 0 0 0,-1-1 0 0 0,0 0 0 0 0,0 1 0 0 0,0-1 0 0 0,1 0 0 0 0,-1 0 0 0 0,0 1 0 0 0,0-1 0 0 0,1 0 0 0 0,-1 1 0 0 0,0-1 0 0 0,1 0 0 0 0,-1 0 0 0 0,1 1 0 0 0,11 3 0 0 0,-11-3 0 0 0,8 0 0 0 0,-1 1 0 0 0,1-1 0 0 0,0 0 0 0 0,0-1 0 0 0,0 0 0 0 0,0-1 0 0 0,0 0 0 0 0,-1 0 0 0 0,1 0 0 0 0,9-4 0 0 0,31-3 0 0 0,-20 5 0 0 0,-5 0 0 0 0,40 1 0 0 0,-44 2-505 0 0,0-1 0 0 0,24-4 0 0 0,-20 2-115 0 0,-10 1-573 0 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52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15199 0 0,'0'0'14325'0'0,"-1"2"-14223"0"0,0 2-533 0 0,1 0-1 0 0,-1 1 1 0 0,1-1 0 0 0,0 1 0 0 0,0-1 0 0 0,0 1 0 0 0,1-1-1 0 0,0 1 1 0 0,0-1 0 0 0,0 1 0 0 0,0-1 0 0 0,3 7-1 0 0,1 2-2205 0 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7:53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9215 0 0,'-1'2'707'0'0,"-5"49"2589"0"0,3-24 3552 0 0,0 2 4586 0 0,8-22-11542 0 0,-2-5-2866 0 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8:25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29 106 19751 0 0,'-3'-3'247'0'0,"1"0"-1"0"0,-1-1 0 0 0,1 1 0 0 0,0-1 1 0 0,0 1-1 0 0,0-1 0 0 0,1 0 1 0 0,-2-5-1 0 0,-4-7-254 0 0,7 15 47 0 0,0 1-1 0 0,0 0 0 0 0,0 0 0 0 0,-1-1 0 0 0,1 1 1 0 0,0 0-1 0 0,0 0 0 0 0,0-1 0 0 0,0 1 0 0 0,0 0 0 0 0,0 0 1 0 0,0-1-1 0 0,0 1 0 0 0,0 0 0 0 0,0-1 0 0 0,0 1 0 0 0,0 0 1 0 0,0 0-1 0 0,0-1 0 0 0,0 1 0 0 0,0 0 0 0 0,0 0 0 0 0,0-1 1 0 0,0 1-1 0 0,1 0 0 0 0,-1 0 0 0 0,0-1 0 0 0,0 1 0 0 0,0 0 1 0 0,0 0-1 0 0,1 0 0 0 0,-1-1 0 0 0,0 1 0 0 0,11-1 2372 0 0,9 8-672 0 0,-8 3-1376 0 0,-1 0 1 0 0,0 1-1 0 0,0 0 1 0 0,-1 0-1 0 0,-1 1 1 0 0,15 23-1 0 0,47 104 675 0 0,-45-87-837 0 0,37 60-1 0 0,-58-105-174 0 0,0 0-13 0 0,0 0 1 0 0,0 0 0 0 0,1-1-1 0 0,0 0 1 0 0,0 0 0 0 0,10 7-1 0 0,-7-6 11 0 0,-4-5 25 0 0,13-5 8 0 0,-14 1-28 0 0,-2 0-1 0 0,-2 2-21 0 0,1 0 0 0 0,0-1 0 0 0,-1 1 0 0 0,1-1 0 0 0,-1 1 0 0 0,1-1 0 0 0,-1 1 0 0 0,0-1 0 0 0,1 1 0 0 0,-1-1 0 0 0,1 1 0 0 0,-1-1 0 0 0,0 1 0 0 0,1-1 0 0 0,-1 0 0 0 0,0 1 1 0 0,0-1-1 0 0,0 0 0 0 0,1 0 0 0 0,0-2 14 0 0,3-11 7 0 0,1 0-1 0 0,-1 0 1 0 0,-1 0 0 0 0,-1 0-1 0 0,0-1 1 0 0,0-14 0 0 0,2-13-22 0 0,7-50-4 0 0,12-89-834 0 0,-21 168 232 0 0,1 0 0 0 0,0 0 0 0 0,7-16 0 0 0,-9 27-283 0 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8:26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178 114 5527 0 0,'0'0'423'0'0,"0"-3"-278"0"0,0 2-311 0 0,-4-35 2150 0 0,3 30-485 0 0,0 1-1 0 0,0-1 0 0 0,-1 0 0 0 0,0 0 0 0 0,0 1 0 0 0,0-1 0 0 0,-4-6 0 0 0,5 10-359 0 0,-14-6 1067 0 0,5 2-1634 0 0,6 5-448 0 0,0 0-1 0 0,0 0 1 0 0,-1 0 0 0 0,1 0-1 0 0,0 1 1 0 0,0 0 0 0 0,-1 0-1 0 0,1 0 1 0 0,0 0 0 0 0,-1 1-1 0 0,1 0 1 0 0,0 0 0 0 0,0 0-1 0 0,0 0 1 0 0,-1 1-1 0 0,-4 2 1 0 0,5-2-32 0 0,1 0-1 0 0,0 0 1 0 0,-1 0-1 0 0,1 0 0 0 0,0 0 1 0 0,0 1-1 0 0,1-1 1 0 0,-1 1-1 0 0,0 0 1 0 0,1 0-1 0 0,0 0 1 0 0,-1 0-1 0 0,1 0 1 0 0,0 1-1 0 0,1-1 1 0 0,-1 1-1 0 0,1-1 1 0 0,-2 6-1 0 0,1 1-87 0 0,1 0 1 0 0,0 0-1 0 0,0 0 0 0 0,1 1 0 0 0,1-1 1 0 0,-1 0-1 0 0,2 0 0 0 0,-1 0 0 0 0,2-1 1 0 0,-1 1-1 0 0,1 0 0 0 0,0-1 1 0 0,1 1-1 0 0,9 15 0 0 0,6 11 17 0 0,-2 0 1 0 0,16 46-1 0 0,-24-50-371 0 0,5 33-1 0 0,-11-50 124 0 0,-2 0 0 0 0,0 0 0 0 0,0 0 0 0 0,-3 22 0 0 0,2-35-650 0 0,-5 11-1790 0 0,-1-3 775 0 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8:26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80 14743 0 0,'0'0'1136'0'0,"3"-1"-445"0"0,79-15 7480 0 0,-24 10-6804 0 0,31-4-629 0 0,-21 1-576 0 0,-42 5-831 0 0,0-2 0 0 0,28-8 0 0 0,-35 9-686 0 0,7-3-332 0 0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8:27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0 19927 0 0,'0'0'4768'0'0,"-1"2"-3860"0"0,-28 50 2888 0 0,22-42-3540 0 0,0 0 1 0 0,0-1-1 0 0,-1 0 0 0 0,0 0 0 0 0,-16 12 0 0 0,-63 54 333 0 0,77-65-571 0 0,7-8-18 0 0,-13 18 0 0 0,11-13 0 0 0,4 1 0 0 0,1-6-1 0 0,0 0-1 0 0,1 1 1 0 0,-1-1-1 0 0,1 0 1 0 0,0 0-1 0 0,0 0 1 0 0,0 0 0 0 0,0 0-1 0 0,0 0 1 0 0,0 0-1 0 0,0 0 1 0 0,0 0-1 0 0,1-1 1 0 0,-1 1 0 0 0,3 1-1 0 0,-1 0 9 0 0,0 0 0 0 0,1 0 0 0 0,0-1 1 0 0,0 0-1 0 0,0 0 0 0 0,0 0 0 0 0,5 2 0 0 0,0-1-117 0 0,1 0 0 0 0,-1-1 0 0 0,1-1 0 0 0,-1 1 0 0 0,1-2 0 0 0,15 1 0 0 0,-2-2-515 0 0,-14 1-229 0 0,0 0 0 0 0,-1 0 0 0 0,1-1 0 0 0,0-1 0 0 0,11-2 0 0 0,-8-1-1221 0 0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8:27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18631 0 0,'0'0'1684'0'0,"0"1"-1198"0"0,1 16 1473 0 0,1 0 1 0 0,0 0 0 0 0,9 31-1 0 0,21 52-475 0 0,-16-55-1120 0 0,-5-8-166 0 0,-3-13-132 0 0,0 0 0 0 0,1-1-1 0 0,1 0 1 0 0,14 23 0 0 0,-23-45 159 0 0,1-1-205 0 0,0-1-1 0 0,0 0 1 0 0,0 1 0 0 0,0-1-1 0 0,0 0 1 0 0,-1 0 0 0 0,1 0 0 0 0,0 0-1 0 0,0 0 1 0 0,-1 0 0 0 0,1 0-1 0 0,-1-1 1 0 0,1 1 0 0 0,-1-1-1 0 0,1 1 1 0 0,-1-1 0 0 0,0 0-1 0 0,0 1 1 0 0,0-1 0 0 0,0 0-1 0 0,1-2 1 0 0,4-7 7 0 0,-1-1 0 0 0,4-12 1 0 0,-7 21-10 0 0,84-242 57 0 0,-80 229-823 0 0,0 1 0 0 0,2 0 0 0 0,9-15-1 0 0,-14 25 430 0 0,0 0-1 0 0,1 0 0 0 0,0 0 1 0 0,0 1-1 0 0,0-1 0 0 0,1 1 0 0 0,-1 0 1 0 0,1 0-1 0 0,0 1 0 0 0,0 0 1 0 0,11-6-1 0 0,-3 5-1379 0 0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8:27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160 135 9671 0 0,'15'-6'21135'0'0,"-18"13"-21074"0"0,1 0 1 0 0,-1 0-1 0 0,-1 0 1 0 0,1-1-1 0 0,-1 1 1 0 0,-5 6-1 0 0,-32 34 552 0 0,-2 4-279 0 0,18-23-296 0 0,-2 0-12 0 0,20-20 118 0 0,7-7-143 0 0,-1-1 0 0 0,1 0 0 0 0,0 0 0 0 0,0 1-1 0 0,-1-1 1 0 0,1 0 0 0 0,0 1 0 0 0,0-1 0 0 0,0 0 0 0 0,0 1 0 0 0,-1-1 0 0 0,1 0-1 0 0,0 1 1 0 0,0-1 0 0 0,0 0 0 0 0,0 1 0 0 0,0-1 0 0 0,0 1 0 0 0,0-1 0 0 0,0 0-1 0 0,0 1 1 0 0,0-1 0 0 0,0 1 0 0 0,11 8-86 0 0,-5-6 92 0 0,0 0-1 0 0,1-1 1 0 0,-1 0-1 0 0,1 0 1 0 0,0 0-1 0 0,0-1 1 0 0,-1 0 0 0 0,14 0-1 0 0,1 1 15 0 0,30 3-169 0 0,51 9-1275 0 0,-49-8-3942 0 0,-43-6 3437 0 0</inkml:trace>
  <inkml:trace contextRef="#ctx0" brushRef="#br0" timeOffset="1">491 132 11975 0 0,'0'0'16944'0'0,"0"1"-16272"0"0,-1 11-328 0 0,0 0 1 0 0,0-1-1 0 0,1 1 0 0 0,1-1 0 0 0,0 1 0 0 0,4 16 1 0 0,23 69-24 0 0,-13-48-228 0 0,-11-36-71 0 0,0 0-1 0 0,1-1 1 0 0,1 1 0 0 0,0-1 0 0 0,0 0-1 0 0,14 18 1 0 0,-14-22-11 0 0,-5-8-9 0 0,-1 0 1 0 0,0 0-1 0 0,1 1 0 0 0,-1-1 1 0 0,1 0-1 0 0,-1 0 1 0 0,0 0-1 0 0,1 0 0 0 0,-1 0 1 0 0,1 0-1 0 0,-1 0 1 0 0,0 0-1 0 0,1-1 1 0 0,-1 1-1 0 0,0 0 0 0 0,1 0 1 0 0,-1 0-1 0 0,1 0 1 0 0,-1 0-1 0 0,0-1 1 0 0,1 1-1 0 0,-1 0 0 0 0,0 0 1 0 0,0-1-1 0 0,1 1 1 0 0,-1 0-1 0 0,0 0 1 0 0,1-1-1 0 0,7-7 34 0 0,0-3-24 0 0,0 1-1 0 0,-1-1 0 0 0,-1-1 0 0 0,0 1 0 0 0,6-17 0 0 0,7-13 5 0 0,-2 8-16 0 0,83-155 0 0 0,-84 160-1314 0 0,0 1 0 0 0,37-45 1 0 0,-47 66-570 0 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8:28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11975 0 0,'0'2'3814'0'0,"7"14"2105"0"0,4 23 1 0 0,6 16-3839 0 0,-15-50-2225 0 0,1 1-1 0 0,0-1 1 0 0,0 1 0 0 0,0-1 0 0 0,0 0 0 0 0,1 0-1 0 0,5 5 1 0 0,1-5-6066 0 0,-7-4 3987 0 0,9 2-6444 0 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8:29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48 14543 0 0,'0'0'1314'0'0,"13"-13"1851"0"0,-12 12-2552 0 0,0 0-1 0 0,0-1 1 0 0,0 1 0 0 0,0 0-1 0 0,0-1 1 0 0,-1 1-1 0 0,1-1 1 0 0,0 1 0 0 0,-1-1-1 0 0,1 1 1 0 0,0-6 1310 0 0,-15-2-333 0 0,11 8-1486 0 0,0 0-1 0 0,0 1 1 0 0,0-1 0 0 0,0 1 0 0 0,0-1 0 0 0,0 1 0 0 0,0 0-1 0 0,-1 0 1 0 0,1 0 0 0 0,0 1 0 0 0,0-1 0 0 0,0 1-1 0 0,-5 1 1 0 0,-38 16 456 0 0,32-12-512 0 0,1 0 0 0 0,-1 2 0 0 0,1 0 0 0 0,1 0 0 0 0,0 1 0 0 0,-13 12 0 0 0,19-14-48 0 0,3-2-23 0 0,3-5 14 0 0,0 1-1 0 0,0-1 1 0 0,0 1-1 0 0,0-1 0 0 0,0 1 1 0 0,1-1-1 0 0,-1 1 1 0 0,0-1-1 0 0,0 0 0 0 0,0 1 1 0 0,1-1-1 0 0,-1 1 1 0 0,0-1-1 0 0,0 0 1 0 0,1 1-1 0 0,-1-1 0 0 0,0 0 1 0 0,1 1-1 0 0,-1-1 1 0 0,0 0-1 0 0,1 0 0 0 0,-1 1 1 0 0,1-1-1 0 0,9 6-80 0 0,-5-3 37 0 0,-1-2 0 0 0,1 1 0 0 0,0 0 0 0 0,0-1 0 0 0,0 0 0 0 0,0 0 0 0 0,1 0 0 0 0,-1-1 0 0 0,0 0-1 0 0,9 0 1 0 0,4-2-134 0 0,30-7-1 0 0,-36 6 146 0 0,-4 2 17 0 0,0-1 0 0 0,0 0 0 0 0,0-1-1 0 0,-1 0 1 0 0,1 0 0 0 0,11-8 0 0 0,-10 5 25 0 0,-3-1 1152 0 0,-1 24-824 0 0,34 62-257 0 0,-17-36-26 0 0,27 74-1 0 0,-46-109-21 0 0,-1 0 0 0 0,-1-1 0 0 0,1 1 0 0 0,-1 0 0 0 0,-1 0 0 0 0,1 0 0 0 0,-1 0-1 0 0,-2 8 1 0 0,2-13-12 0 0,0 1-1 0 0,-1-1 0 0 0,0 0 1 0 0,0 0-1 0 0,0 0 0 0 0,0 0 1 0 0,0-1-1 0 0,0 1 0 0 0,-1 0 1 0 0,1 0-1 0 0,-1-1 1 0 0,0 1-1 0 0,0-1 0 0 0,0 1 1 0 0,0-1-1 0 0,0 0 0 0 0,-1 0 1 0 0,1 0-1 0 0,-1 0 0 0 0,1 0 1 0 0,-1-1-1 0 0,0 1 0 0 0,-3 1 1 0 0,-2-1 22 0 0,-1 1 0 0 0,0-1 1 0 0,0 0-1 0 0,-1-1 1 0 0,1 0-1 0 0,0-1 0 0 0,0 0 1 0 0,-1 0-1 0 0,1-1 1 0 0,-15-3-1 0 0,-10-3-405 0 0,-47-18 0 0 0,70 21 134 0 0,-14-5-1687 0 0,16 4 810 0 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8:54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20 24735 0 0,'-1'1'1133'0'0,"-4"1"-404"0"0,7 0-295 0 0,13 0-153 0 0,24 0 38 0 0,79-15-377 0 0,-70 6-1287 0 0,-10 2-236 0 0,2 2-75 0 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8:55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3679 0 0,'0'0'167'0'0,"1"1"-7"0"0,17 69 17264 0 0,-3-12-11114 0 0,3 1-5300 0 0,0-11-252 0 0,11 35-302 0 0,-28-76-389 0 0,0-6 269 0 0,-2-1-329 0 0,0-1 0 0 0,1 1 0 0 0,-1-1 0 0 0,1 1 0 0 0,-1-1 0 0 0,1 1 0 0 0,-1-1 0 0 0,1 1 0 0 0,0-1 0 0 0,-1 0 0 0 0,1 1 0 0 0,0-1 0 0 0,-1 0 0 0 0,1 1 0 0 0,0-1 0 0 0,0 0 0 0 0,-1-1 0 0 0,-3-12 32 0 0,3 2-43 0 0,0-1-1 0 0,0 1 1 0 0,1-1-1 0 0,1 1 1 0 0,0 0-1 0 0,0-1 0 0 0,1 1 1 0 0,1 0-1 0 0,0 0 1 0 0,1 0-1 0 0,0 0 1 0 0,1 1-1 0 0,0 0 0 0 0,1 0 1 0 0,0 0-1 0 0,0 0 1 0 0,2 1-1 0 0,-1 0 1 0 0,1 1-1 0 0,18-17 0 0 0,-23 23-6 0 0,-2 2 13 0 0,0 0-1 0 0,0 0 0 0 0,0 1 0 0 0,0-1 0 0 0,0 0 1 0 0,0 0-1 0 0,0 1 0 0 0,1-1 0 0 0,-1 1 1 0 0,0-1-1 0 0,1 1 0 0 0,-1 0 0 0 0,0-1 0 0 0,1 1 1 0 0,-1 0-1 0 0,0 0 0 0 0,1 0 0 0 0,-1 0 1 0 0,0 0-1 0 0,3 1 0 0 0,-1-1 28 0 0,-1 0 1 0 0,1 1-1 0 0,0-1 1 0 0,0 1-1 0 0,-1 0 0 0 0,1 0 1 0 0,0 0-1 0 0,-1 0 1 0 0,1 0-1 0 0,-1 1 0 0 0,1-1 1 0 0,-1 1-1 0 0,0 0 1 0 0,0 0-1 0 0,0-1 0 0 0,0 1 1 0 0,0 1-1 0 0,3 3 1 0 0,3 5 95 0 0,-1 0 1 0 0,11 22-1 0 0,-12-20-60 0 0,25 52 162 0 0,-20-39-198 0 0,1-1 0 0 0,1-1 0 0 0,24 33 0 0 0,-37-57-28 0 0,0 0 0 0 0,1 0 1 0 0,-1 0-1 0 0,0 0 0 0 0,1 0 1 0 0,-1 0-1 0 0,0 0 0 0 0,1 0 1 0 0,-1 0-1 0 0,1 0 0 0 0,-1 0 1 0 0,0 0-1 0 0,1 0 0 0 0,-1 0 1 0 0,0 0-1 0 0,1 0 0 0 0,-1 0 1 0 0,0-1-1 0 0,1 1 0 0 0,-1 0 1 0 0,0 0-1 0 0,0 0 0 0 0,1-1 1 0 0,-1 1-1 0 0,1-1 0 0 0,7-5 18 0 0,-2-1-37 0 0,1 0 1 0 0,-1 0-1 0 0,-1 0 0 0 0,1-1 0 0 0,6-13 1 0 0,19-47-162 0 0,-16 33 128 0 0,24-56-169 0 0,-39 92 226 0 0,1-1 0 0 0,-1 0 0 0 0,1 1-1 0 0,-1-1 1 0 0,0 0 0 0 0,1 1 0 0 0,-1-1 0 0 0,0 1 0 0 0,0-1 0 0 0,1 0-1 0 0,-1 1 1 0 0,0-1 0 0 0,0 1 0 0 0,0-1 0 0 0,0 1 0 0 0,1-1 0 0 0,-1 1-1 0 0,0-1 1 0 0,0 1 0 0 0,0-1 0 0 0,0 1 0 0 0,0 0 0 0 0,3 17 87 0 0,1 2-25 0 0,-1-1-1 0 0,2 1 1 0 0,9 24 0 0 0,-11-39-66 0 0,-1 0 0 0 0,0 1 0 0 0,1-1 1 0 0,0 0-1 0 0,0 0 0 0 0,1-1 0 0 0,0 1 0 0 0,-1-1 1 0 0,1 0-1 0 0,1 0 0 0 0,-1 0 0 0 0,0 0 0 0 0,1-1 0 0 0,0 0 1 0 0,0 0-1 0 0,6 3 0 0 0,-8-5-20 0 0,0 0-1 0 0,1 0 1 0 0,-1-1 0 0 0,0 1-1 0 0,0-1 1 0 0,0 0 0 0 0,0 0-1 0 0,0 0 1 0 0,0 0 0 0 0,1-1 0 0 0,-1 1-1 0 0,0-1 1 0 0,0 0 0 0 0,0 0-1 0 0,0 0 1 0 0,0 0 0 0 0,-1-1-1 0 0,1 1 1 0 0,0-1 0 0 0,0 1-1 0 0,-1-1 1 0 0,5-4 0 0 0,1-1-35 0 0,-1 0 0 0 0,1 0-1 0 0,-2-1 1 0 0,1 0 0 0 0,9-15 0 0 0,15-34-122 0 0,-19 36 104 0 0,0-1 0 0 0,19-25 0 0 0,-25 41 34 0 0,-5 5 241 0 0,-1 3-30 0 0,7 13-42 0 0,6 22 0 0 0,-9-25-70 0 0,-1-1 0 0 0,2 1 0 0 0,0-1 1 0 0,11 19-1 0 0,-11-23-435 0 0,1 0 0 0 0,-1 0 0 0 0,1-1 0 0 0,14 12-1 0 0,-17-16 195 0 0,0 1-1 0 0,0-1 0 0 0,1 0 1 0 0,0 0-1 0 0,-1 0 0 0 0,1-1 1 0 0,0 1-1 0 0,0-1 0 0 0,0 0 1 0 0,0 0-1 0 0,0 0 0 0 0,7 1 1 0 0,-9-3-424 0 0,0 0 0 0 0,0 0 1 0 0,0 1-1 0 0,0-1 0 0 0,0 0 1 0 0,0 0-1 0 0,2-2 0 0 0,1-3-1454 0 0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8:56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11 12439 0 0,'-2'-6'11806'0'0,"9"3"-11305"0"0,1 2-494 0 0,1 0 1 0 0,-1 1-1 0 0,0 0 1 0 0,0 1-1 0 0,0 0 1 0 0,12 2-1 0 0,-11-1-302 0 0,26 6-1986 0 0,-18-3 186 0 0</inkml:trace>
  <inkml:trace contextRef="#ctx0" brushRef="#br0" timeOffset="1">293 21 15663 0 0,'1'1'10073'0'0,"81"84"-4204"0"0,1 1-5238 0 0,-64-67-778 0 0,2-2-1 0 0,0 0 0 0 0,1-1 0 0 0,0 0 0 0 0,38 17 1 0 0,-31-17-983 0 0,-12-5-2559 0 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8:56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275 215 10591 0 0,'-2'-1'9238'0'0,"-11"-1"-5068"0"0,8 2-3612 0 0,0 1 0 0 0,0 1 0 0 0,0-1-1 0 0,0 1 1 0 0,0-1 0 0 0,0 2 0 0 0,0-1 0 0 0,-8 6-1 0 0,-2 3-31 0 0,-17 14-1 0 0,2 0-65 0 0,-3 2-544 0 0,-44 46-1 0 0,59-55-829 0 0,17-17 350 0 0,11 1-6167 0 0,1-4 4218 0 0</inkml:trace>
  <inkml:trace contextRef="#ctx0" brushRef="#br0" timeOffset="0.49">492 70 7367 0 0,'1'-15'2096'0'0,"7"-39"19452"0"0,-9 81-21239 0 0,1 0-1 0 0,1 0 1 0 0,9 47-1 0 0,25 78-506 0 0,-30-136-344 0 0,14 29 0 0 0,-5-14-2078 0 0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8:57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20 101 1839 0 0,'-2'1'134'0'0,"1"1"561"0"0,-1-1 0 0 0,1 0 0 0 0,0 0 0 0 0,0 1-1 0 0,-1-1 1 0 0,1 0 0 0 0,0 1 0 0 0,0-1 0 0 0,0 1 0 0 0,0 0 0 0 0,1-1 0 0 0,-1 1 0 0 0,0 0 0 0 0,1-1 0 0 0,-1 1 0 0 0,1 0 0 0 0,0 0-1 0 0,-1 0 1 0 0,1-1 0 0 0,0 1 0 0 0,0 0 0 0 0,0 0 0 0 0,0 0 0 0 0,0-1 0 0 0,1 1 0 0 0,-1 0 0 0 0,1 0 0 0 0,-1 0 0 0 0,1-1 0 0 0,1 4 0 0 0,-1-2 107 0 0,1 0 0 0 0,0 0 1 0 0,0 0-1 0 0,0 0 0 0 0,0 0 0 0 0,5 4 1 0 0,-4-4-800 0 0,1-1-1 0 0,-1 1 1 0 0,0-1 0 0 0,0 0 0 0 0,1 0-1 0 0,3 1 1 0 0,4 1 187 0 0,0 0 0 0 0,1-2 0 0 0,-1 1 0 0 0,0-1 0 0 0,22 0 0 0 0,-14-1-87 0 0,1-2-1 0 0,31-4 1 0 0,-28 0-86 0 0,-1-1 0 0 0,0-2 0 0 0,0 0 0 0 0,0 0-1 0 0,-1-2 1 0 0,-1-1 0 0 0,0-1 0 0 0,0 0 0 0 0,-1-2 0 0 0,-1 0 0 0 0,27-27 0 0 0,-39 35 39 0 0,-5 5 214 0 0,-1 3-151 0 0,-6 31 183 0 0,-2 31-15 0 0,7-55-271 0 0,1-1-1 0 0,1 0 0 0 0,-1 0 0 0 0,2 0 1 0 0,-1 0-1 0 0,3 9 0 0 0,-3-13-29 0 0,0-1 1 0 0,1 1-1 0 0,-1-1 1 0 0,1 1-1 0 0,-1-1 1 0 0,1 0-1 0 0,0 0 0 0 0,0 0 1 0 0,0 0-1 0 0,1 0 1 0 0,-1 0-1 0 0,1-1 1 0 0,-1 1-1 0 0,1-1 0 0 0,0 0 1 0 0,0 0-1 0 0,0 0 1 0 0,0 0-1 0 0,1 0 1 0 0,-1-1-1 0 0,0 1 0 0 0,1-1 1 0 0,-1 0-1 0 0,1 0 1 0 0,-1 0-1 0 0,1 0 0 0 0,-1-1 1 0 0,1 0-1 0 0,0 1 1 0 0,-1-1-1 0 0,1-1 1 0 0,3 1-1 0 0,-2-1-9 0 0,0 1 0 0 0,-1-1 0 0 0,1 0 0 0 0,-1 0 0 0 0,0-1 0 0 0,1 1-1 0 0,-1-1 1 0 0,0 0 0 0 0,0 0 0 0 0,0 0 0 0 0,0-1 0 0 0,0 1 0 0 0,-1-1 0 0 0,1 0 0 0 0,-1 0 0 0 0,1-1 0 0 0,-1 1 0 0 0,0 0 0 0 0,-1-1-1 0 0,1 0 1 0 0,0 0 0 0 0,-1 0 0 0 0,0 0 0 0 0,0 0 0 0 0,2-8 0 0 0,1-3 23 0 0,0-1 0 0 0,3-27 0 0 0,-3 18 11 0 0,-5 24 42 0 0,1-3 28 0 0,-1 4-74 0 0,0 0-1 0 0,0 0 1 0 0,0 0-1 0 0,0 0 1 0 0,0 0-1 0 0,0 0 1 0 0,0 1-1 0 0,0-1 1 0 0,0 0-1 0 0,0 0 1 0 0,0 0-1 0 0,0 0 1 0 0,0 0-1 0 0,0 0 1 0 0,0 0-1 0 0,0 0 1 0 0,0 0-1 0 0,1 0 1 0 0,-1 0-1 0 0,0 0 1 0 0,0 0-1 0 0,0 0 1 0 0,0 0-1 0 0,0 0 1 0 0,0 0-1 0 0,0 0 1 0 0,0 0-1 0 0,0 0 1 0 0,0 0-1 0 0,0 0 1 0 0,0 0-1 0 0,0 0 1 0 0,0 0-1 0 0,0 0 1 0 0,0 0-1 0 0,0 0 1 0 0,1 0-1 0 0,-1 0 1 0 0,0 0-1 0 0,0 0 1 0 0,0-1-1 0 0,0 1 1 0 0,0 0-1 0 0,0 0 1 0 0,0 0-1 0 0,0 0 1 0 0,0 0-1 0 0,0 0 1 0 0,0 0-1 0 0,0 0 1 0 0,0 0-1 0 0,0 0 1 0 0,0 0-1 0 0,0 0 1 0 0,0 0-1 0 0,0 0 1 0 0,0 0-1 0 0,0 0 1 0 0,0 0-1 0 0,0 0 1 0 0,0-1-1 0 0,0 1 1 0 0,0 0-1 0 0,0 0 1 0 0,0 0-1 0 0,0 0 1 0 0,0 0-1 0 0,0 0 1 0 0,0 0-1 0 0,82 112 78 0 0,-77-106-272 0 0,1 0 0 0 0,1 1 0 0 0,-1-2-1 0 0,1 1 1 0 0,12 7 0 0 0,-14-10-540 0 0,0-1 0 0 0,0 1-1 0 0,-1-1 1 0 0,2 0 0 0 0,-1 0 0 0 0,5 0-1 0 0,-2-1-2409 0 0</inkml:trace>
  <inkml:trace contextRef="#ctx0" brushRef="#br0" timeOffset="1">968 87 2759 0 0,'5'-15'20147'0'0,"-2"20"-16407"0"0,3 7-2848 0 0,-5-11-339 0 0,22 60 2634 0 0,-17-44-2962 0 0,-1-1 1 0 0,2-1-1 0 0,0 1 0 0 0,17 25 0 0 0,-23-40 102 0 0,7-15-291 0 0,-4 2-36 0 0,-1-1 0 0 0,4-16 0 0 0,3-17 0 0 0,-6 35-17 0 0,0 0 1 0 0,1 0-1 0 0,0 1 1 0 0,0 0-1 0 0,1 0 0 0 0,1 0 1 0 0,0 0-1 0 0,13-13 1 0 0,-16 18-295 0 0,0 1 0 0 0,0 0 1 0 0,0 1-1 0 0,1-1 1 0 0,8-5-1 0 0,-10 8-140 0 0,-1 0 0 0 0,1 0 0 0 0,-1 0 1 0 0,0 0-1 0 0,1 0 0 0 0,0 1 0 0 0,-1-1 0 0 0,1 1 1 0 0,2 0-1 0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8:57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1 282 9671 0 0,'0'0'875'0'0,"2"1"-719"0"0,5 1 786 0 0,0 0 0 0 0,0 0 0 0 0,0-1 0 0 0,0 0 0 0 0,0 0 0 0 0,0-1 0 0 0,0 0 0 0 0,0 0 0 0 0,0-1 0 0 0,0 1 1 0 0,0-2-1 0 0,0 1 0 0 0,0-1 0 0 0,0 0 0 0 0,10-4 0 0 0,0-1 1062 0 0,27-15 1 0 0,8-10-1941 0 0,-38 22 21 0 0,-1 0 1 0 0,0-1-1 0 0,0-1 0 0 0,-1 0 0 0 0,-1 0 0 0 0,0-1 0 0 0,-1-1 0 0 0,-1 0 0 0 0,0 0 0 0 0,8-16 0 0 0,-16 27-51 0 0,0 0 0 0 0,1 0 0 0 0,-1 0-1 0 0,-1 0 1 0 0,1 0 0 0 0,0-1 0 0 0,-1 1-1 0 0,1 0 1 0 0,-1 0 0 0 0,-1-7 0 0 0,1 9-34 0 0,0 0-1 0 0,0 0 1 0 0,-1 0 0 0 0,1 0 0 0 0,0 0 0 0 0,-1-1-1 0 0,1 1 1 0 0,-1 0 0 0 0,0 0 0 0 0,1 0 0 0 0,-1 0 0 0 0,0 0-1 0 0,1 1 1 0 0,-1-1 0 0 0,0 0 0 0 0,0 0 0 0 0,0 0-1 0 0,0 1 1 0 0,0-1 0 0 0,0 0 0 0 0,0 1 0 0 0,0-1 0 0 0,0 1-1 0 0,0-1 1 0 0,0 1 0 0 0,0 0 0 0 0,-1-1 0 0 0,1 1-1 0 0,0 0 1 0 0,0 0 0 0 0,0 0 0 0 0,-2 0 0 0 0,-6 0 55 0 0,1 0 0 0 0,0 1-1 0 0,-1 0 1 0 0,1 0 0 0 0,0 1 0 0 0,0 0 0 0 0,0 1 0 0 0,0 0 0 0 0,1 0 0 0 0,-9 5 0 0 0,-4 3 43 0 0,0 2-1 0 0,-24 19 1 0 0,37-26-54 0 0,0 0 1 0 0,1 0-1 0 0,-1 1 0 0 0,1 0 0 0 0,1 0 1 0 0,-1 1-1 0 0,1-1 0 0 0,1 1 1 0 0,-1 0-1 0 0,1 1 0 0 0,1-1 0 0 0,-4 11 1 0 0,6-13-47 0 0,-1 0 0 0 0,1 1 1 0 0,0-1-1 0 0,0 0 0 0 0,1 1 1 0 0,0-1-1 0 0,0 0 0 0 0,0 1 1 0 0,1-1-1 0 0,0 0 0 0 0,0 0 1 0 0,1 1-1 0 0,0-1 0 0 0,0 0 1 0 0,0 0-1 0 0,1-1 0 0 0,0 1 1 0 0,4 7-1 0 0,1-3 16 0 0,-1-1-1 0 0,1 0 1 0 0,1-1 0 0 0,0 0-1 0 0,0 0 1 0 0,0-1 0 0 0,1 0-1 0 0,0-1 1 0 0,0 0 0 0 0,21 9-1 0 0,-14-8-15 0 0,0-1-1 0 0,1-1 1 0 0,-1 0 0 0 0,1-2-1 0 0,0 0 1 0 0,27 1-1 0 0,-32-4-336 0 0,-1-1-1 0 0,1 0 1 0 0,14-3-1 0 0,0-2-7964 0 0,-11 2-1607 0 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8:59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23783 0 0,'0'0'3096'0'0,"1"2"-2840"0"0,19 69 1630 0 0,10 75 0 0 0,-8 9-1562 0 0,-13-94-332 0 0,17 79 289 0 0,-18-98-522 0 0,-7-40 64 0 0,-14-2-7618 0 0,1-3-801 0 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9:00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 10135 0 0,'2'0'7588'0'0,"33"-2"-331"0"0,22 2-4394 0 0,-37-1-2273 0 0,-1 0 0 0 0,27-5-1 0 0,1-1 182 0 0,128-7 460 0 0,106-13-742 0 0,-222 21-2631 0 0,89 3 0 0 0,-130 4-750 0 0,-1 2-6276 0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9:00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1 201 15199 0 0,'1'1'3774'0'0,"4"2"-3386"0"0,1-1 1 0 0,-1 1 0 0 0,1-2-1 0 0,0 1 1 0 0,0 0 0 0 0,-1-1-1 0 0,1 0 1 0 0,0 0 0 0 0,0-1-1 0 0,0 0 1 0 0,6 0 0 0 0,14-2 2556 0 0,33-7 0 0 0,-16 2-1657 0 0,0 1-3390 0 0,0 3 0 0 0,57 2-1 0 0,-90 3-4114 0 0,0-1-1691 0 0</inkml:trace>
  <inkml:trace contextRef="#ctx0" brushRef="#br0" timeOffset="1">150 347 1839 0 0,'-23'16'18939'0'0,"23"-15"-18805"0"0,0-1 0 0 0,0 1 0 0 0,0-1 1 0 0,-1 1-1 0 0,1-1 0 0 0,0 0 0 0 0,0 1 0 0 0,0-1 0 0 0,0 1 1 0 0,0-1-1 0 0,0 1 0 0 0,0-1 0 0 0,0 0 0 0 0,1 1 1 0 0,-1-1-1 0 0,0 1 0 0 0,0-1 0 0 0,0 1 0 0 0,0-1 1 0 0,0 0-1 0 0,1 1 0 0 0,-1-1 0 0 0,0 0 0 0 0,0 1 0 0 0,1-1 1 0 0,-1 0-1 0 0,0 1 0 0 0,1-1 0 0 0,-1 0 0 0 0,0 1 1 0 0,1-1-1 0 0,-1 0 0 0 0,0 0 0 0 0,1 0 0 0 0,-1 1 0 0 0,1-1 1 0 0,15 9 893 0 0,-9-6-805 0 0,1-1 1 0 0,0-1-1 0 0,0 1 0 0 0,0-1 1 0 0,0-1-1 0 0,12 0 0 0 0,53-6-208 0 0,-47 3-56 0 0,161-24-5249 0 0,-158 20 3711 0 0</inkml:trace>
  <inkml:trace contextRef="#ctx0" brushRef="#br0" timeOffset="2">998 0 9671 0 0,'0'2'16677'0'0,"5"12"-14931"0"0,1-1 0 0 0,12 21 1 0 0,-2-2-1312 0 0,9 25-539 0 0,-2 2 0 0 0,-3 1 1 0 0,20 100-1 0 0,-39-153-37 0 0,0 1-725 0 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9:01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 19351 0 0,'0'0'2352'0'0,"2"-1"-1125"0"0,12-2 1585 0 0,28-2 1 0 0,-13 3-1848 0 0,153-9 1159 0 0,-12 2-1713 0 0,-132 5-404 0 0,28-5-1055 0 0,127 2 0 0 0,-184 7 332 0 0,0 1 0 0 0,0 1 0 0 0,17 4 0 0 0,-4 2-1531 0 0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9:01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11 13359 0 0,'0'0'1736'0'0,"-7"-3"2571"0"0,-2 1-2591 0 0,0 0 0 0 0,0 0 0 0 0,0 1 0 0 0,-16 0 0 0 0,10 1-739 0 0,-1 2 0 0 0,-18 3 0 0 0,-1 3-430 0 0,-53 19 0 0 0,44-11-419 0 0,37-12-128 0 0,1 3 0 0 0,4 3 0 0 0,2-7 1 0 0,0 0 0 0 0,1 0 0 0 0,-1 0 0 0 0,1 0 0 0 0,0 0 1 0 0,0 0-1 0 0,0 0 0 0 0,0-1 0 0 0,0 1 0 0 0,1 0 0 0 0,-1-1 0 0 0,1 1 0 0 0,0-1 0 0 0,-1 1 0 0 0,1-1 0 0 0,0 0 1 0 0,1 0-1 0 0,-1 0 0 0 0,0 0 0 0 0,1 0 0 0 0,3 2 0 0 0,6 3 8 0 0,0-1 0 0 0,1 1-1 0 0,18 5 1 0 0,-5-2-4 0 0,31 13-5 0 0,-20-9 0 0 0,45 25 0 0 0,-78-38 0 0 0,-3 0 0 0 0,0-1 0 0 0,0 1 0 0 0,0 0 0 0 0,1-1 0 0 0,-1 1 0 0 0,0 0 0 0 0,0 0 0 0 0,0 0 0 0 0,-1 0 0 0 0,1 0 0 0 0,0 0 0 0 0,1 2 0 0 0,0-1 0 0 0,-1-2 0 0 0,0 0 0 0 0,-1 1 0 0 0,1-1 0 0 0,-1 1 0 0 0,1-1 0 0 0,-1 1 0 0 0,1 0 0 0 0,-1-1 0 0 0,1 1 0 0 0,-1-1 0 0 0,1 1 0 0 0,-1 0 0 0 0,0-1 0 0 0,1 1 0 0 0,-1 0 0 0 0,0-1 0 0 0,0 1 0 0 0,1 0 0 0 0,-1 0 0 0 0,0-1 0 0 0,0 2 0 0 0,0 7 0 0 0,-1-7-4 0 0,0 1 0 0 0,0-1 0 0 0,0 1 0 0 0,-1-1 0 0 0,1 0 0 0 0,-1 0 0 0 0,0 1 0 0 0,1-1 0 0 0,-1 0 0 0 0,0 0 0 0 0,0-1 0 0 0,0 1 0 0 0,0 0 1 0 0,-1-1-1 0 0,1 1 0 0 0,0-1 0 0 0,-1 0 0 0 0,1 0 0 0 0,-1 0 0 0 0,1 0 0 0 0,-6 1 0 0 0,-5 1-36 0 0,-1 0 1 0 0,0-1-1 0 0,-14 0 1 0 0,12-1 4 0 0,-4 0-377 0 0,-26-2-1 0 0,8 0-2521 0 0,46-2-4399 0 0,34-11 2672 0 0,-9 3 2294 0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9:02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151 245 12895 0 0,'0'0'1648'0'0,"6"-15"6428"0"0,-6 14-7943 0 0,0 0-1 0 0,0 0 0 0 0,0 0 1 0 0,0 1-1 0 0,0-1 1 0 0,-1 0-1 0 0,1 0 1 0 0,0 0-1 0 0,0 1 1 0 0,-1-1-1 0 0,1 0 0 0 0,-1 1 1 0 0,1-1-1 0 0,-1 0 1 0 0,1 1-1 0 0,-1-1 1 0 0,1 1-1 0 0,-1-1 1 0 0,1 1-1 0 0,-1-1 0 0 0,0 1 1 0 0,1-1-1 0 0,-1 1 1 0 0,0-1-1 0 0,0 1 1 0 0,1 0-1 0 0,-1-1 1 0 0,0 1-1 0 0,0 0 0 0 0,1 0 1 0 0,-1 0-1 0 0,0 0 1 0 0,0-1-1 0 0,0 1 1 0 0,1 0-1 0 0,-1 0 0 0 0,0 1 1 0 0,0-1-1 0 0,0 0 1 0 0,-1 0-1 0 0,-2 1 57 0 0,0-1-1 0 0,0 1 1 0 0,-1 0-1 0 0,1 0 1 0 0,0 1-1 0 0,-4 1 0 0 0,-1 2-16 0 0,1-1-1 0 0,0 2 0 0 0,0-1 0 0 0,0 1 0 0 0,1 0 0 0 0,-9 9 0 0 0,12-11-152 0 0,0 1-1 0 0,1 0 0 0 0,-1 0 1 0 0,1 0-1 0 0,0 0 1 0 0,0 1-1 0 0,1-1 0 0 0,-1 1 1 0 0,1 0-1 0 0,-2 9 0 0 0,4-14-54 0 0,0-1 0 0 0,0 1 0 0 0,0-1-1 0 0,0 1 1 0 0,0 0 0 0 0,0-1 0 0 0,0 1 0 0 0,0 0-1 0 0,0-1 1 0 0,0 1 0 0 0,0-1 0 0 0,0 1-1 0 0,1 0 1 0 0,-1-1 0 0 0,0 1 0 0 0,0-1 0 0 0,1 1-1 0 0,-1 0 1 0 0,0-1 0 0 0,1 1 0 0 0,-1-1-1 0 0,1 1 1 0 0,-1-1 0 0 0,1 0 0 0 0,-1 1 0 0 0,1-1-1 0 0,0 1 1 0 0,1 0-51 0 0,0 0 0 0 0,0 0 1 0 0,0 0-1 0 0,0 0 0 0 0,0-1 0 0 0,0 1 0 0 0,0-1 0 0 0,4 1 1 0 0,-1-1-102 0 0,1 0 0 0 0,-1 1 1 0 0,1-2-1 0 0,-1 1 1 0 0,11-3-1 0 0,-9 1 47 0 0,-1-1 0 0 0,1 0 0 0 0,-1-1 0 0 0,1 1 0 0 0,-1-1 0 0 0,0 0 0 0 0,-1-1 0 0 0,1 1 0 0 0,5-7 0 0 0,-1-1 157 0 0,-1 1 1 0 0,0-2 0 0 0,9-15-1 0 0,-17 27 793 0 0,4 19-290 0 0,-3-6-383 0 0,0 0 0 0 0,1 0 0 0 0,0-1 0 0 0,1 1-1 0 0,1-1 1 0 0,0 0 0 0 0,0 0 0 0 0,8 11 0 0 0,-11-18-232 0 0,1 0 1 0 0,1 0 0 0 0,-1 0-1 0 0,1 0 1 0 0,-1 0-1 0 0,1-1 1 0 0,0 0 0 0 0,1 0-1 0 0,-1 0 1 0 0,0 0-1 0 0,1 0 1 0 0,-1-1 0 0 0,1 0-1 0 0,0 0 1 0 0,0 0-1 0 0,0-1 1 0 0,0 1 0 0 0,0-1-1 0 0,0-1 1 0 0,0 1-1 0 0,7 0 1 0 0,-4-2-604 0 0,0 1 0 0 0,-1-1 1 0 0,1-1-1 0 0,0 1 0 0 0,12-5 0 0 0,16-11-7532 0 0,-21 8 1931 0 0</inkml:trace>
  <inkml:trace contextRef="#ctx0" brushRef="#br0" timeOffset="1">534 62 2759 0 0,'-7'-12'772'0'0,"-26"-37"24437"0"0,31 74-23407 0 0,2-17-1571 0 0,-1 1-1 0 0,2 15 1 0 0,37 147 391 0 0,-21-102-575 0 0,0-18-118 0 0,-11-34-862 0 0,5 22 0 0 0,-11-37 321 0 0</inkml:trace>
  <inkml:trace contextRef="#ctx0" brushRef="#br0" timeOffset="2">271 174 22575 0 0,'0'0'2047'0'0,"2"0"-1686"0"0,25 3 533 0 0,-1-2 0 0 0,1-1 0 0 0,44-6 0 0 0,-40 3-705 0 0,20-2-217 0 0,79-17-1 0 0,-55-1-3927 0 0,-53 13-5052 0 0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9:02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51 24359 0 0,'0'0'2209'0'0,"2"-1"-1821"0"0,24-6-258 0 0,-24 7 879 0 0,13-2 156 0 0,112-16 1846 0 0,-77 10-2762 0 0,-34 4-225 0 0,27-1-1 0 0,2 0-43 0 0,-43 5-73 0 0,6 0-87 0 0</inkml:trace>
  <inkml:trace contextRef="#ctx0" brushRef="#br0" timeOffset="1">11 129 8287 0 0,'-10'14'14551'0'0,"13"-11"-14096"0"0,1 0-1 0 0,0 0 1 0 0,0 0 0 0 0,1-1-1 0 0,-1 0 1 0 0,0 0 0 0 0,1 0-1 0 0,-1 0 1 0 0,1-1 0 0 0,0 0-1 0 0,-1 0 1 0 0,1 0 0 0 0,0 0 0 0 0,5 0-1 0 0,12-1 418 0 0,40-3 0 0 0,-45 1-531 0 0,92-11 254 0 0,-29 2-510 0 0,-15 0-3145 0 0,-63 10 1643 0 0,0 1-50 0 0,9-4-5 0 0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9:11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8 169 3223 0 0,'-1'-2'240'0'0,"-5"-9"1648"0"0,6-6 9781 0 0,5-2-1009 0 0,0 6-10568 0 0,-1 7 8 0 0,0 0 0 0 0,0 0 0 0 0,0 0 0 0 0,0 0 0 0 0,1 1 0 0 0,0-1 0 0 0,0 1 0 0 0,0 0 0 0 0,1 1 0 0 0,0-1 0 0 0,0 1 0 0 0,0 1-1 0 0,0-1 1 0 0,1 1 0 0 0,7-4 0 0 0,1 2-10 0 0,1 0-1 0 0,-1 1 0 0 0,0 1 0 0 0,1 0 1 0 0,30-1-1 0 0,-45 4-86 0 0,17-1 17 0 0,0 0 0 0 0,0 2 1 0 0,1 0-1 0 0,-1 0 0 0 0,21 6 0 0 0,-18 3-20 0 0,-13-4-13 0 0,-3 3-41 0 0,-5-6 54 0 0,0-1-1 0 0,0 1 0 0 0,1 0 1 0 0,-2 0-1 0 0,1-1 0 0 0,0 1 0 0 0,0 0 1 0 0,-1 0-1 0 0,0-1 0 0 0,1 1 1 0 0,-1 0-1 0 0,0-1 0 0 0,0 1 1 0 0,-1-1-1 0 0,1 1 0 0 0,0-1 0 0 0,-1 0 1 0 0,1 1-1 0 0,-1-1 0 0 0,0 0 1 0 0,-3 3-1 0 0,-5 4 3 0 0,0 0 0 0 0,-1 0 1 0 0,-12 8-1 0 0,11-10 3 0 0,-61 36 102 0 0,10-7 66 0 0,61-34 346 0 0,12 5-346 0 0,-2-4-163 0 0,-1 0-1 0 0,1 0 1 0 0,0-1-1 0 0,0-1 1 0 0,0 1 0 0 0,0-1-1 0 0,15 0 1 0 0,7 2-7 0 0,-15-1-3 0 0,13 1 0 0 0,42 12 0 0 0,-63-13 0 0 0,0 0 0 0 0,-1 0 0 0 0,1 1 0 0 0,0 0 0 0 0,-1 0 0 0 0,0 1 0 0 0,0 0 0 0 0,0 0 0 0 0,0 0 0 0 0,-1 1 0 0 0,8 7 0 0 0,1 10 0 0 0,-7-7 0 0 0,-8-10 0 0 0,0-3 0 0 0,0 3 9 0 0,-1 0-1 0 0,1 0 1 0 0,-1 0 0 0 0,0 0-1 0 0,0 0 1 0 0,-1 0 0 0 0,1-1-1 0 0,-1 1 1 0 0,0-1 0 0 0,0 0-1 0 0,0 0 1 0 0,-1 0 0 0 0,0 0-1 0 0,1-1 1 0 0,-6 4 0 0 0,-8 6 36 0 0,-1-1 1 0 0,-26 13 0 0 0,39-22-42 0 0,-19 10-5 0 0,0-1-1 0 0,-1-1 1 0 0,0-2-1 0 0,-1 0 1 0 0,0-2-1 0 0,0-1 1 0 0,-42 5-1 0 0,61-11-104 0 0,0 0-1 0 0,1 0 1 0 0,-1-1-1 0 0,-13-2 1 0 0,19 2 34 0 0,0 1 0 0 0,0-1 0 0 0,1 0 1 0 0,-1 0-1 0 0,0 1 0 0 0,1-1 0 0 0,-1 0 0 0 0,0 0 0 0 0,1 0 0 0 0,-1 0 0 0 0,1 0 0 0 0,-1 0 1 0 0,1 0-1 0 0,0 0 0 0 0,0 0 0 0 0,-1 0 0 0 0,1 0 0 0 0,0 0 0 0 0,0 0 0 0 0,0 0 0 0 0,0 0 1 0 0,0-1-1 0 0,0-2-373 0 0,1 0 0 0 0,0 0-1 0 0,0 0 1 0 0,0 0 0 0 0,0 1 0 0 0,1-1 0 0 0,-1 0 0 0 0,1 1 0 0 0,0-1 0 0 0,0 1 0 0 0,3-4-1 0 0,9-13-8319 0 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9:12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 11055 0 0,'0'0'17107'0'0,"2"-1"-16473"0"0,5-4-259 0 0,0 0 0 0 0,1 1 0 0 0,0-1 0 0 0,0 2-1 0 0,17-6 1 0 0,47-10 141 0 0,-66 18-523 0 0,15-4 47 0 0,-9 1-36 0 0,-1 2 0 0 0,1-1 0 0 0,0 2 1 0 0,0-1-1 0 0,0 2 0 0 0,22 0 0 0 0,-31 1 18 0 0,1-1 0 0 0,-1 1 0 0 0,0-1 0 0 0,0 1 0 0 0,0 0 0 0 0,0 0 0 0 0,0 1 0 0 0,0-1-1 0 0,4 3 1 0 0,-5-2 1 0 0,0-1-1 0 0,-1 1 0 0 0,1-1 1 0 0,-1 1-1 0 0,0-1 0 0 0,1 1 0 0 0,-1 0 1 0 0,0 0-1 0 0,0 0 0 0 0,0 0 1 0 0,0 0-1 0 0,-1 0 0 0 0,1 0 0 0 0,-1 0 1 0 0,2 4-1 0 0,0 14 44 0 0,-1 1 0 0 0,0 0 0 0 0,-1 0 0 0 0,-1 0 1 0 0,-5 20-1 0 0,-1 51 105 0 0,7-58-183 0 0,2 67-173 0 0,-2-100-16 0 0,0-1 1 0 0,0 1 0 0 0,1-1 0 0 0,-1 1 0 0 0,0-1-1 0 0,0 1 1 0 0,0-1 0 0 0,0 1 0 0 0,0 0 0 0 0,0-1-1 0 0,0 1 1 0 0,-1-1 0 0 0,1 1 0 0 0,0-1 0 0 0,0 1-1 0 0,0-1 1 0 0,0 1 0 0 0,-1-1 0 0 0,1 1 0 0 0,0-1-1 0 0,-1 1 1 0 0,1-1-318 0 0,-1 0 1 0 0,0 0-1 0 0,0 0 0 0 0,1-1 0 0 0,-1 1 0 0 0,1 0 0 0 0,-1-1 0 0 0,0 1 1 0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9:12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1 197 23439 0 0,'0'0'2576'0'0,"2"0"-2155"0"0,104-7 2781 0 0,-54 3-3021 0 0,-3 0-2038 0 0,60-12 1 0 0,-87 12 469 0 0</inkml:trace>
  <inkml:trace contextRef="#ctx0" brushRef="#br0" timeOffset="1">521 22 3679 0 0,'2'0'23305'0'0,"15"-6"-22232"0"0,-10 3-673 0 0,0 0 0 0 0,0 1 0 0 0,1 0 1 0 0,-1 0-1 0 0,1 1 0 0 0,10-1 0 0 0,-2 2-244 0 0,-1 0 1 0 0,0 1-1 0 0,0 1 1 0 0,0 1-1 0 0,0 0 1 0 0,0 0-1 0 0,16 8 1 0 0,-30-11-151 0 0,0 0 1 0 0,0 0 0 0 0,0 1 0 0 0,0-1-1 0 0,0 1 1 0 0,0-1 0 0 0,0 1 0 0 0,0-1-1 0 0,0 1 1 0 0,0 0 0 0 0,0-1-1 0 0,0 1 1 0 0,0 0 0 0 0,0 0 0 0 0,0 0-1 0 0,-1 0 1 0 0,1 0 0 0 0,0 0 0 0 0,-1 0-1 0 0,1 0 1 0 0,0 1 0 0 0,1 3 9 0 0,-1-4-11 0 0,0-1 1 0 0,-1 1-1 0 0,1 0 1 0 0,-1 0-1 0 0,1 0 1 0 0,-1 0 0 0 0,1 0-1 0 0,-1 0 1 0 0,0 0-1 0 0,1 0 1 0 0,-1 0-1 0 0,0 0 1 0 0,0 0-1 0 0,0 0 1 0 0,0 0 0 0 0,0 0-1 0 0,0 0 1 0 0,0 0-1 0 0,0 0 1 0 0,0 0-1 0 0,0 0 1 0 0,0 0-1 0 0,-1 2 1 0 0,0 1 10 0 0,-1 3 0 0 0,0 0 1 0 0,0 0-1 0 0,-1 0 1 0 0,0 0-1 0 0,0 0 1 0 0,0 0-1 0 0,-1-1 1 0 0,0 0-1 0 0,0 0 1 0 0,-8 9-1 0 0,-8 6 65 0 0,-27 23 1 0 0,45-42-82 0 0,-22 18 0 0 0,14-13 0 0 0,1 1 0 0 0,-12 12 0 0 0,17-13 0 0 0,10 2 0 0 0,-4-8 0 0 0,1 1 0 0 0,0-1 0 0 0,0 1 0 0 0,-1-1 0 0 0,1 0 0 0 0,0 0 0 0 0,0 0 0 0 0,0 0 0 0 0,0-1 0 0 0,0 1 0 0 0,6-1 0 0 0,36-1 0 0 0,-32 1 0 0 0,37-6-2893 0 0,94-21 0 0 0,-142 27 2860 0 0,45-16-5062 0 0,-14 8 2481 0 0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9:13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1 338 14743 0 0,'0'1'10227'0'0,"4"17"-5596"0"0,7 7-2565 0 0,-9-23-2102 0 0,0-1 0 0 0,0 1 0 0 0,0-1 0 0 0,0 1 0 0 0,1-1 0 0 0,-1 0 1 0 0,0 0-1 0 0,1 0 0 0 0,-1 0 0 0 0,1 0 0 0 0,-1-1 0 0 0,1 1 0 0 0,3 0 0 0 0,1 0-162 0 0,-3 0-126 0 0,-1 0 0 0 0,0-1 1 0 0,1 1-1 0 0,-1-1 0 0 0,1 0 1 0 0,4-1-1 0 0,12-2-7945 0 0,-8-1-539 0 0</inkml:trace>
  <inkml:trace contextRef="#ctx0" brushRef="#br0" timeOffset="1">300 70 6447 0 0,'0'0'23903'0'0,"2"0"-23393"0"0,159-45 1373 0 0,-143 39-1882 0 0,1 1 0 0 0,1 0-1 0 0,-1 2 1 0 0,36-2 0 0 0,-55 5 0 0 0,1 0 0 0 0,-1 1 0 0 0,1-1 0 0 0,-1 1 0 0 0,0-1 0 0 0,1 1 0 0 0,-1-1 0 0 0,0 1 0 0 0,0-1 0 0 0,1 1 0 0 0,-1 0 0 0 0,0-1 0 0 0,0 1 1 0 0,0-1-1 0 0,0 1 0 0 0,0-1 0 0 0,0 1 0 0 0,0 0 0 0 0,0 0-1 0 0,1 8 0 0 0,0-1 0 0 0,-1 1 0 0 0,-1 0 0 0 0,1-1 0 0 0,-1 1 0 0 0,-1-1 0 0 0,0 1 0 0 0,0-1 0 0 0,-6 16 0 0 0,-3 13 0 0 0,1 10 0 0 0,-7 84 0 0 0,18-93-364 0 0,-1-37-51 0 0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9:13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1 109 11975 0 0,'1'1'4119'0'0,"24"13"4528"0"0,2-4-4574 0 0,-9-5-3358 0 0,1 0 0 0 0,30 2 0 0 0,-27-5-597 0 0,1-1 0 0 0,-1-1 0 0 0,0-1 0 0 0,0-1 0 0 0,0-1 0 0 0,0 0 0 0 0,31-11 0 0 0,-27 6-118 0 0,1-3 0 0 0,-1 0 0 0 0,-1-1 0 0 0,0-1 0 0 0,35-26 0 0 0,-56 36 3 0 0,1 0-1 0 0,-1-1 1 0 0,0 0 0 0 0,0 0-1 0 0,-1 0 1 0 0,1 0 0 0 0,3-6-1 0 0,-6 9 106 0 0,-16 18 287 0 0,3-4-362 0 0,1 1-1 0 0,0 0 1 0 0,2 1-1 0 0,-1 0 1 0 0,-13 31-1 0 0,20-38-22 0 0,0 0 1 0 0,0 1-1 0 0,0-1 0 0 0,1 1 1 0 0,0-1-1 0 0,1 1 1 0 0,0 0-1 0 0,1 0 0 0 0,-1 0 1 0 0,2 0-1 0 0,-1-1 0 0 0,1 1 1 0 0,4 16-1 0 0,-4-22-10 0 0,1 1 0 0 0,-1 0 0 0 0,1 0 0 0 0,0 0 0 0 0,0-1 0 0 0,0 1 0 0 0,1-1 0 0 0,-1 0 0 0 0,1 0 0 0 0,0 0 0 0 0,0 0 0 0 0,6 5 0 0 0,-3-5 0 0 0,-1 1 0 0 0,1-1 0 0 0,-1 0 0 0 0,1-1 0 0 0,0 0 0 0 0,0 0 0 0 0,12 3 0 0 0,-6-3 0 0 0,1-1 0 0 0,0 0 0 0 0,0-1 0 0 0,0 0 0 0 0,0-1 0 0 0,-1-1 0 0 0,24-5 0 0 0,-28 5 0 0 0,-1 0 0 0 0,0-1 0 0 0,0 0 0 0 0,0 0 0 0 0,-1-1 0 0 0,1 1 0 0 0,-1-2 0 0 0,1 1 0 0 0,-2-1 0 0 0,1 0 0 0 0,0 0 0 0 0,-1 0 0 0 0,0-1 0 0 0,0 0 0 0 0,-1 0 0 0 0,1 0 0 0 0,-1 0 0 0 0,-1-1 0 0 0,1 0 0 0 0,-1 0 0 0 0,0 0 0 0 0,-1 0 0 0 0,4-13 0 0 0,-6 17-3 0 0,1 0 0 0 0,-1 0 0 0 0,1 0 1 0 0,-1 0-1 0 0,0 0 0 0 0,0 0 0 0 0,-1-1 0 0 0,1 1 0 0 0,-1 0 0 0 0,1 0 1 0 0,-1 0-1 0 0,0 0 0 0 0,-1-3 0 0 0,1 5 2 0 0,0 0-1 0 0,1-1 1 0 0,-1 1 0 0 0,0 0 0 0 0,0 0-1 0 0,0 0 1 0 0,0 0 0 0 0,0 0-1 0 0,0 0 1 0 0,0 0 0 0 0,0 0 0 0 0,-1 1-1 0 0,1-1 1 0 0,0 0 0 0 0,0 1-1 0 0,-1-1 1 0 0,1 1 0 0 0,0-1-1 0 0,-1 1 1 0 0,1-1 0 0 0,0 1 0 0 0,-1 0-1 0 0,1 0 1 0 0,-1 0 0 0 0,1 0-1 0 0,0 0 1 0 0,-1 0 0 0 0,1 0 0 0 0,-1 0-1 0 0,-2 1 1 0 0,-2 1 15 0 0,0 0 0 0 0,0 1 0 0 0,0-1 0 0 0,1 1 1 0 0,-1 0-1 0 0,1 0 0 0 0,-1 1 0 0 0,1 0 0 0 0,0 0 0 0 0,0 0 0 0 0,1 1 0 0 0,-1-1 0 0 0,1 1 1 0 0,0 0-1 0 0,-4 8 0 0 0,5-10-142 0 0,1 1 1 0 0,-1 0 0 0 0,1-1 0 0 0,1 1 0 0 0,-1 0-1 0 0,0 0 1 0 0,1 1 0 0 0,0-1 0 0 0,0 0-1 0 0,0 0 1 0 0,1 1 0 0 0,-1-1 0 0 0,1 0-1 0 0,0 1 1 0 0,0-1 0 0 0,1 0 0 0 0,-1 1-1 0 0,1-1 1 0 0,0 0 0 0 0,0 0 0 0 0,0 0 0 0 0,1 0-1 0 0,2 6 1 0 0,-3-9-54 0 0,0 1 0 0 0,0-1 0 0 0,0 0 0 0 0,1 1 0 0 0,-1-1 0 0 0,0 0 1 0 0,1 0-1 0 0,-1 0 0 0 0,0 0 0 0 0,1 0 0 0 0,0 0 0 0 0,-1-1 0 0 0,1 1 0 0 0,-1 0 0 0 0,1-1 0 0 0,0 1 0 0 0,-1-1 0 0 0,1 0 0 0 0,2 1 0 0 0,12 1-1788 0 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9:14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 22687 0 0,'0'-2'1043'0'0,"0"-2"-862"0"0,0 0 1 0 0,0 0-1 0 0,1 0 1 0 0,-1 0-1 0 0,1-1 1 0 0,0 1-1 0 0,0 0 1 0 0,1 1-1 0 0,-1-1 1 0 0,1 0-1 0 0,0 0 1 0 0,0 1-1 0 0,0-1 1 0 0,0 1-1 0 0,5-6 1 0 0,-7 8 7 0 0,1 1-1 0 0,-1-1 1 0 0,0 1 0 0 0,1 0 0 0 0,-1-1 0 0 0,1 1-1 0 0,-1-1 1 0 0,1 1 0 0 0,-1 0 0 0 0,1-1 0 0 0,-1 1 0 0 0,1 0-1 0 0,-1 0 1 0 0,1-1 0 0 0,0 1 0 0 0,-1 0 0 0 0,1 0-1 0 0,-1 0 1 0 0,1 0 0 0 0,-1 0 0 0 0,1 0 0 0 0,0 0 0 0 0,-1 0-1 0 0,2 0 1 0 0,0 0-61 0 0,-1 1 0 0 0,1-1 0 0 0,-1 1 0 0 0,1 0 0 0 0,-1-1 0 0 0,1 1 0 0 0,-1 0 0 0 0,0 0-1 0 0,2 1 1 0 0,1 2-107 0 0,-1-1-1 0 0,1 1 1 0 0,-1-1-1 0 0,0 1 1 0 0,4 6-1 0 0,2 7-17 0 0,-1 1 0 0 0,-1 0 0 0 0,9 31 1 0 0,7 59-10 0 0,-13-59-3 0 0,-7-34 6 0 0,-1 1 0 0 0,0-1 1 0 0,-1 1-1 0 0,-1 23 0 0 0,-4-17 14 0 0,3-16-1225 0 0,3-11-1460 0 0,1-6-810 0 0,2 0 912 0 0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9:14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1 12439 0 0,'9'0'19672'0'0,"-24"18"-19586"0"0,-1 0-1 0 0,0-1 1 0 0,-1 0-1 0 0,-1-2 1 0 0,-25 19-1 0 0,-42 37 58 0 0,76-62-143 0 0,5-6 0 0 0,1 0 0 0 0,0 0 0 0 0,0 0 0 0 0,1 0 0 0 0,-1 0 0 0 0,0 1 0 0 0,1 0 0 0 0,0-1 0 0 0,0 1 0 0 0,0 0 0 0 0,0 0 0 0 0,1 0 0 0 0,-2 5 0 0 0,2 1 0 0 0,5 1 0 0 0,-3-8 0 0 0,1 0 0 0 0,1 0 0 0 0,-1 0 0 0 0,0 0 0 0 0,1-1 0 0 0,-1 1 0 0 0,1-1 0 0 0,0 1 0 0 0,0-1 0 0 0,0 0 0 0 0,0 0 0 0 0,0 0 0 0 0,1-1 0 0 0,-1 1 0 0 0,0-1 0 0 0,1 0 0 0 0,4 2 0 0 0,8 0 0 0 0,0 0 0 0 0,27 1 0 0 0,-22-2 0 0 0,29 0 0 0 0,0-2 0 0 0,74-11 0 0 0,-97 9 0 0 0,8-4-29 0 0,-34 5-123 0 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9:15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0 15199 0 0,'0'0'1172'0'0,"-1"3"-765"0"0,-6 21 296 0 0,1 1 1 0 0,2 0-1 0 0,0 1 0 0 0,2-1 1 0 0,0 1-1 0 0,3 29 0 0 0,22 158-149 0 0,-16-158-706 0 0,44 252 152 0 0,-34-214 0 0 0,82 334 46 0 0,-27-132-580 0 0,-56-229-866 0 0,-15-64 846 0 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9:16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18687 0 0,'0'0'2034'0'0,"0"3"-1788"0"0,4 7 519 0 0,-1 0-1 0 0,-1 1 1 0 0,0 0-1 0 0,1 16 1 0 0,-1-1 410 0 0,7 29-1 0 0,0-22-1485 0 0,-8-30-140 0 0,0 1 318 0 0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9:18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 8751 0 0,'0'0'3783'0'0,"2"0"-2211"0"0,44 3 334 0 0,-1-3-1 0 0,62-7 1 0 0,-58 3-1234 0 0,128 0 229 0 0,-66 3-611 0 0,700 6 405 0 0,-521 0-405 0 0,-43 1-91 0 0,174 1 122 0 0,93-5 23 0 0,-12-1-16 0 0,431-1 200 0 0,-11 0-128 0 0,-559 2-313 0 0,66-2-94 0 0,154-2 46 0 0,-151 1-14 0 0,691-13 39 0 0,-937 11-66 0 0,236 3 15 0 0,154-3 216 0 0,-415-6-345 0 0,-120 5 58 0 0,77-18 0 0 0,-20-3-33 0 0,-93 24 49 0 0,5-1 20 0 0,-8 2 265 0 0,-3 2-163 0 0,-8 24-24 0 0,1 0 1 0 0,1 0-1 0 0,1 1 0 0 0,-3 39 1 0 0,2-13 26 0 0,-38 480 378 0 0,46 3-407 0 0,-4-376-62 0 0,1-129 33 0 0,-2 1 1 0 0,-1-1-1 0 0,-10 33 0 0 0,13-58 5 0 0,0 0-1 0 0,0 0 0 0 0,-1-1 0 0 0,1 1 0 0 0,-1-1 0 0 0,-6 8 0 0 0,8-10-19 0 0,-1-1-1 0 0,0 0 1 0 0,0 0-1 0 0,0 0 1 0 0,0-1-1 0 0,-1 1 1 0 0,1 0-1 0 0,0-1 1 0 0,-1 1-1 0 0,1-1 1 0 0,-1 0-1 0 0,1 0 1 0 0,-1 0-1 0 0,0 0 1 0 0,1-1-1 0 0,-6 2 1 0 0,-18-1 61 0 0,-1-1 1 0 0,0-1 0 0 0,1-1-1 0 0,-33-7 1 0 0,-47-4 103 0 0,-217 21-299 0 0,161-1 80 0 0,-595 32 10 0 0,62-3 4 0 0,-22-6 94 0 0,-569 28 447 0 0,35-1 58 0 0,666-27 36 0 0,-130 4 198 0 0,658-32-743 0 0,-689 10 557 0 0,-45-13 125 0 0,573 8-332 0 0,-124-4 230 0 0,317-3-627 0 0,-22-2-15 0 0,39 1-11 0 0,6 1-107 0 0,10 16-5131 0 0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9:42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672 25 7831 0 0,'0'0'706'0'0,"-2"0"-578"0"0,-45-11 8670 0 0,30 6-3354 0 0,-25-3-1 0 0,35 7-5507 0 0,-1 1-1 0 0,1 0 1 0 0,-13 1-1 0 0,-28 7 1080 0 0,-89 27-1 0 0,-43 32-455 0 0,167-61-547 0 0,-13 4 43 0 0,1 1-1 0 0,-44 27 0 0 0,58-30-54 0 0,5 3 0 0 0,6-9-3 0 0,0-1 1 0 0,0 1-1 0 0,0 0 0 0 0,0 0 0 0 0,1 0 1 0 0,-1 0-1 0 0,1-1 0 0 0,-1 1 0 0 0,1 0 1 0 0,0 0-1 0 0,-1-1 0 0 0,1 1 1 0 0,0 0-1 0 0,0-1 0 0 0,0 1 0 0 0,0-1 1 0 0,1 1-1 0 0,-1-1 0 0 0,0 0 0 0 0,1 1 1 0 0,-1-1-1 0 0,1 0 0 0 0,-1 0 1 0 0,1 0-1 0 0,2 1 0 0 0,4 3-17 0 0,1-1 0 0 0,1 0 0 0 0,12 4 0 0 0,-18-7 19 0 0,31 9-22 0 0,1-2 0 0 0,63 6 0 0 0,12 2 30 0 0,-92-12-7 0 0,-1 1-1 0 0,0 0 1 0 0,0 2-1 0 0,16 8 1 0 0,-23-10-1 0 0,-1 1 0 0 0,0 0 1 0 0,0 1-1 0 0,0 0 0 0 0,-1 0 0 0 0,0 1 1 0 0,-1 0-1 0 0,0 1 0 0 0,11 14 0 0 0,-15-18 23 0 0,-1 1 0 0 0,1 0-1 0 0,-1 0 1 0 0,-1 1-1 0 0,1-1 1 0 0,-1 1 0 0 0,0-1-1 0 0,0 1 1 0 0,-1-1-1 0 0,0 1 1 0 0,0 0 0 0 0,0 0-1 0 0,-1 0 1 0 0,0 0 0 0 0,-1-1-1 0 0,1 1 1 0 0,-4 12-1 0 0,2-10-24 0 0,-2-1-1 0 0,1 1 0 0 0,-1-1 0 0 0,0 0 0 0 0,-1 0 1 0 0,0 0-1 0 0,0 0 0 0 0,-1-1 0 0 0,0 0 0 0 0,0 0 1 0 0,-1 0-1 0 0,0-1 0 0 0,0 0 0 0 0,0-1 0 0 0,-15 9 1 0 0,1-1-15 0 0,-1-2 0 0 0,0-1 0 0 0,-1 0 1 0 0,-41 10-1 0 0,41-13 8 0 0,-1-2 0 0 0,1-1-1 0 0,-1 0 1 0 0,0-2 0 0 0,0-1 0 0 0,0-1-1 0 0,0-1 1 0 0,-40-6 0 0 0,58 5-99 0 0,-1 1 0 0 0,1-1 0 0 0,-1-1 0 0 0,1 1-1 0 0,0-1 1 0 0,0 0 0 0 0,0 0 0 0 0,-8-7 0 0 0,12 8-82 0 0,-1 0 0 0 0,1 0-1 0 0,-1-1 1 0 0,1 1 0 0 0,0-1 0 0 0,0 1 0 0 0,0-1-1 0 0,0 0 1 0 0,0 0 0 0 0,1 0 0 0 0,-1 0 0 0 0,1 0 0 0 0,0 0-1 0 0,0-1 1 0 0,0 1 0 0 0,0 0 0 0 0,1 0 0 0 0,-1-6-1 0 0,3-16-1973 0 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9:43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18887 0 0,'0'0'1712'0'0,"1"2"-1409"0"0,4 12 461 0 0,-1 1-1 0 0,0-1 1 0 0,0 1 0 0 0,-2 0-1 0 0,2 26 1 0 0,-1-11 306 0 0,29 279 2474 0 0,-29-286-3535 0 0,10 66-194 0 0,-12-84-58 0 0,0 0 1 0 0,-1 0-1 0 0,0 0 1 0 0,0 10-1 0 0,-1 4-6527 0 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9:43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21743 0 0,'0'0'1965'0'0,"2"1"-1531"0"0,13 5 65 0 0,0-2 1 0 0,0 0 0 0 0,1 0 0 0 0,-1-1-1 0 0,1-1 1 0 0,-1-1 0 0 0,1 0-1 0 0,25-2 1 0 0,13-4 140 0 0,60-14 0 0 0,28-16-397 0 0,-96 22-222 0 0,-34 10-10 0 0,-12 3-10 0 0,1 0 1 0 0,-1 0-1 0 0,0 1 1 0 0,0-1-1 0 0,0 0 1 0 0,0 0 0 0 0,1 0-1 0 0,-1 0 1 0 0,0 0-1 0 0,0 0 1 0 0,0 0-1 0 0,0 1 1 0 0,1-1-1 0 0,-1 0 1 0 0,0 0-1 0 0,0 0 1 0 0,0 0 0 0 0,0 1-1 0 0,0-1 1 0 0,0 0-1 0 0,0 0 1 0 0,0 0-1 0 0,0 0 1 0 0,1 1-1 0 0,-1-1 1 0 0,0 0 0 0 0,0 0-1 0 0,0 0 1 0 0,0 1-1 0 0,0-1 1 0 0,0 0-1 0 0,0 0 1 0 0,0 0-1 0 0,0 1 1 0 0,-1-1-1 0 0,1 7-3 0 0,-2 0 27 0 0,0 1-1 0 0,-1-1 1 0 0,0 0-1 0 0,0-1 1 0 0,-1 1-1 0 0,0 0 1 0 0,0-1-1 0 0,-1 0 1 0 0,-6 7-1 0 0,-4 7 67 0 0,-13 18 97 0 0,-19 31 130 0 0,41-60-284 0 0,1 1 0 0 0,1-1 0 0 0,0 1-1 0 0,0-1 1 0 0,-4 20 0 0 0,7-18-38 0 0,2-10-10 0 0,-1 0-1 0 0,0-1 1 0 0,1 1 0 0 0,-1 0-1 0 0,0-1 1 0 0,1 1-1 0 0,-1 0 1 0 0,1-1-1 0 0,-1 1 1 0 0,1 0-1 0 0,0-1 1 0 0,-1 1-1 0 0,1-1 1 0 0,0 1-1 0 0,-1-1 1 0 0,1 0-1 0 0,0 1 1 0 0,0-1 0 0 0,-1 0-1 0 0,1 1 1 0 0,0-1-1 0 0,0 0 1 0 0,-1 0-1 0 0,1 0 1 0 0,0 1-1 0 0,0-1 1 0 0,0 0-1 0 0,0 0 1 0 0,-1 0-1 0 0,1 0 1 0 0,0-1-1 0 0,0 1 1 0 0,0 0 0 0 0,1-1-1 0 0,3 0-36 0 0,0 0 0 0 0,0 0 0 0 0,0-1 0 0 0,6-2 0 0 0,1-2-73 0 0,-1-1 0 0 0,1 0-1 0 0,-1-1 1 0 0,-1 0 0 0 0,11-10 0 0 0,45-50-363 0 0,-55 55 460 0 0,-1-1 1 0 0,0-1-1 0 0,-1 0 0 0 0,-1 0 1 0 0,9-24-1 0 0,-7 18 344 0 0,-9 20-32 0 0,-1 4-14 0 0,1 4-51 0 0,5 10-141 0 0,1 0 0 0 0,0-1 0 0 0,1 1 1 0 0,18 27-1 0 0,-20-36-87 0 0,-1 0 1 0 0,2 0-1 0 0,-1-1 1 0 0,1 0-1 0 0,1 0 1 0 0,-1-1-1 0 0,1 0 1 0 0,0 0 0 0 0,0 0-1 0 0,12 5 1 0 0,-14-9-201 0 0,-1 0 1 0 0,1-1 0 0 0,-1 1 0 0 0,1-1 0 0 0,-1 0-1 0 0,1-1 1 0 0,0 1 0 0 0,-1-1 0 0 0,1 0-1 0 0,0 0 1 0 0,-1-1 0 0 0,9-1 0 0 0,11-7-3304 0 0,-1-4-3417 0 0,-11 2-594 0 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9:44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0 11975 0 0,'0'0'11307'0'0,"0"2"-9905"0"0,-10 52-824 0 0,0-2 1102 0 0,-3 62 0 0 0,12-98-1439 0 0,1 0 0 0 0,1 0 0 0 0,0 0 0 0 0,1 0 0 0 0,1-1 0 0 0,0 1 0 0 0,1 0 0 0 0,8 19 0 0 0,-8-28-289 0 0,-1 1-1 0 0,1-1 1 0 0,1-1 0 0 0,0 1-1 0 0,0-1 1 0 0,0 1 0 0 0,0-1-1 0 0,1-1 1 0 0,0 1 0 0 0,10 6-1 0 0,-14-10 20 0 0,1-1 0 0 0,0 1 0 0 0,0-1 0 0 0,0 1 0 0 0,0-1 0 0 0,0 0 0 0 0,0 0 0 0 0,0-1 0 0 0,0 1 0 0 0,0 0 0 0 0,1-1 0 0 0,4 0 0 0 0,-6 0 18 0 0,1-1 0 0 0,0 1 0 0 0,-1-1 0 0 0,1 1 1 0 0,-1-1-1 0 0,0 0 0 0 0,1 0 0 0 0,-1-1 0 0 0,0 1 0 0 0,1 0 0 0 0,-1-1 0 0 0,0 1 0 0 0,0-1 0 0 0,0 0 0 0 0,0 1 1 0 0,-1-1-1 0 0,4-4 0 0 0,0-3-54 0 0,1 0 0 0 0,-2-1 0 0 0,1 0 0 0 0,-1 0 0 0 0,0 0 0 0 0,-1 0 1 0 0,-1-1-1 0 0,3-20 0 0 0,-3 2-262 0 0,-3 29 342 0 0,0 1-1 0 0,-1-1 1 0 0,1 0-1 0 0,0 1 1 0 0,0 0-1 0 0,0-1 1 0 0,0 1-1 0 0,0 0 1 0 0,-2 1-1 0 0,2-1 19 0 0,-1 1 1 0 0,1 0-1 0 0,0-1 0 0 0,-1 1 0 0 0,1 0 0 0 0,0 0 0 0 0,0 0 0 0 0,0 0 0 0 0,1 0 0 0 0,-1 0 0 0 0,0 0 1 0 0,1 1-1 0 0,-1-1 0 0 0,1 0 0 0 0,0 0 0 0 0,0 0 0 0 0,0 1 0 0 0,0-1 0 0 0,0 0 0 0 0,0 0 0 0 0,0 0 1 0 0,1 0-1 0 0,1 5 0 0 0,-1-3 6 0 0,1 1 0 0 0,0 0 0 0 0,0 0 0 0 0,0-1 0 0 0,0 1 0 0 0,1-1-1 0 0,0 1 1 0 0,0-1 0 0 0,5 5 0 0 0,-1-3-18 0 0,0 0 0 0 0,1 0 0 0 0,-1-1 0 0 0,1 0-1 0 0,0-1 1 0 0,1 0 0 0 0,-1 0 0 0 0,1-1-1 0 0,-1 0 1 0 0,14 3 0 0 0,-14-4-314 0 0,0 0 1 0 0,1-1-1 0 0,-1 0 0 0 0,0-1 0 0 0,1 0 1 0 0,-1 0-1 0 0,0-1 0 0 0,1 0 1 0 0,-1 0-1 0 0,0-1 0 0 0,14-4 0 0 0,-20 5-326 0 0,9-4 143 0 0,-4-7-6618 0 0</inkml:trace>
  <inkml:trace contextRef="#ctx0" brushRef="#br0" timeOffset="1">1 161 15199 0 0,'2'1'11748'0'0,"4"1"-11500"0"0,1 0 0 0 0,-1 0 0 0 0,1 0 0 0 0,-1-1 0 0 0,1 0 0 0 0,-1 0 0 0 0,1-1 0 0 0,0 0 0 0 0,8 0 0 0 0,67-11 208 0 0,-65 8-372 0 0,201-40-1487 0 0,-75 7-4267 0 0,-107 26-2761 0 0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9:44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2180 1 21023 0 0,'0'0'6189'0'0,"1"1"-5370"0"0,3 1-556 0 0,-1 0 1 0 0,0 0-1 0 0,1-1 0 0 0,-1 1 1 0 0,1-1-1 0 0,0 0 0 0 0,-1 1 1 0 0,1-2-1 0 0,6 2 0 0 0,40 2 541 0 0,-26-3-545 0 0,18 1-148 0 0,-25-2-42 0 0,0 1 0 0 0,1 1 0 0 0,-1 0 0 0 0,0 1 0 0 0,28 9 0 0 0,-43-11-61 0 0,0 0 0 0 0,0 0 1 0 0,0 0-1 0 0,0 0 0 0 0,0 0 0 0 0,-1 1 0 0 0,1-1 0 0 0,0 0 0 0 0,-1 1 0 0 0,1-1 0 0 0,-1 1 0 0 0,1 0 0 0 0,-1-1 0 0 0,0 1 0 0 0,0 0 0 0 0,0 0 0 0 0,0 0 0 0 0,2 3 0 0 0,-2-1 5 0 0,-1 0 0 0 0,1 0-1 0 0,-1-1 1 0 0,1 1 0 0 0,-1 0-1 0 0,0 0 1 0 0,0 0-1 0 0,-1-1 1 0 0,1 1 0 0 0,-2 4-1 0 0,-1 4 7 0 0,-1 0 0 0 0,-1-1 1 0 0,0 1-1 0 0,0-1 0 0 0,-10 16 0 0 0,-15 15 10 0 0,-2-1 0 0 0,-62 62 0 0 0,15-18-8 0 0,71-77-21 0 0,5-5 0 0 0,0 0 0 0 0,0 0 0 0 0,1 0 0 0 0,-1 0 0 0 0,1 1 0 0 0,0-1 0 0 0,0 0 0 0 0,-2 8 0 0 0,3-11 0 0 0,1 1 0 0 0,0 0 0 0 0,-1-1 0 0 0,1 1 0 0 0,0 0 0 0 0,0-1 0 0 0,-1 1 0 0 0,1 0 0 0 0,0-1 0 0 0,0 1 0 0 0,0 0 0 0 0,0-1 0 0 0,0 1 0 0 0,0 0 0 0 0,0-1 0 0 0,0 1 0 0 0,0 0 0 0 0,1-1 0 0 0,-1 1 0 0 0,0 0 0 0 0,0-1 0 0 0,0 1 0 0 0,1 0 0 0 0,-1-1 0 0 0,0 1 0 0 0,1-1 0 0 0,-1 1 0 0 0,1-1 0 0 0,-1 1 0 0 0,1-1 0 0 0,-1 1 0 0 0,1-1 0 0 0,-1 1 0 0 0,1-1 0 0 0,-1 1 0 0 0,1-1 0 0 0,-1 0 0 0 0,1 1 0 0 0,1-1 0 0 0,-1 1 0 0 0,3 1 0 0 0,1 0 0 0 0,-1 0 0 0 0,0 0 0 0 0,1-1 0 0 0,-1 0 0 0 0,0 0 0 0 0,1 0 0 0 0,0 0 0 0 0,-1-1 0 0 0,6 0 0 0 0,48-3 0 0 0,-45 1 0 0 0,127-18 0 0 0,55-4 0 0 0,-183 24-69 0 0,43 0-1294 0 0,-49 0 1189 0 0,-1 1 0 0 0,0 0-1 0 0,0 0 1 0 0,0 0-1 0 0,0 1 1 0 0,0-1 0 0 0,0 1-1 0 0,5 3 1 0 0,-9-4-92 0 0,0-1 1 0 0,0 1 0 0 0,0 0-1 0 0,0 0 1 0 0,0 0 0 0 0,0 0-1 0 0,0 0 1 0 0,0 0 0 0 0,0 0-1 0 0,-1 0 1 0 0,1 0 0 0 0,0 0-1 0 0,-1 0 1 0 0,1 2 0 0 0,3 8-9186 0 0</inkml:trace>
  <inkml:trace contextRef="#ctx0" brushRef="#br0" timeOffset="0.55">85 1139 16127 0 0,'-11'2'386'0'0,"0"0"-1"0"0,0 0 0 0 0,-16 0 0 0 0,14-2 3215 0 0,1 0 4040 0 0,1123-10-3781 0 0,-618 13-3859 0 0,-230-3 0 0 0,309 12 0 0 0,-510-4-13 0 0,-60-8-57 0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9:45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18431 0 0,'-2'1'6435'0'0,"-10"6"-3308"0"0,7-3-5630 0 0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9:46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7367 0 0,'0'0'568'0'0,"0"3"-373"0"0,-4 6 496 0 0,3-4 2447 0 0,0-1 0 0 0,1 0 0 0 0,-1 1 0 0 0,1 8 0 0 0,0-4 386 0 0,-1-7-2889 0 0,0 11-526 0 0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9:46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13 23471 0 0,'0'0'1075'0'0,"-1"-1"-27"0"0,-6-3-670 0 0,-2-2-252 0 0,7 4 1391 0 0,-3 14-349 0 0,3-3-851 0 0,0-1 0 0 0,1 1 0 0 0,0 0 0 0 0,0 0 1 0 0,1 9-1 0 0,4 47 317 0 0,-2-49-515 0 0,51 315 827 0 0,-50-313-908 0 0,1 2-17 0 0,1 21-1 0 0,-2-3-2445 0 0,-15-44 441 0 0,10 4 1485 0 0,-1 0-1 0 0,1-1 1 0 0,0 0-1 0 0,0 0 1 0 0,0 0-1 0 0,-3-4 1 0 0,3 3-386 0 0,-9-14-7870 0 0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9:47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14279 0 0,'0'0'14383'0'0,"2"0"-14022"0"0,38-2 676 0 0,52-9 0 0 0,-12 0-767 0 0,-35 6-248 0 0,81-5 48 0 0,-103 9-61 0 0,0 1 0 0 0,0 2 0 0 0,33 6 0 0 0,-51-8-16 0 0,0 2 0 0 0,0-1-1 0 0,0 0 1 0 0,-1 1 0 0 0,1 0 0 0 0,0 0-1 0 0,-1 1 1 0 0,1-1 0 0 0,-1 1 0 0 0,1 0-1 0 0,-1 0 1 0 0,0 1 0 0 0,6 6 0 0 0,-9-8 0 0 0,0 0 0 0 0,-1 0 0 0 0,1-1-1 0 0,-1 1 1 0 0,1 0 0 0 0,-1 0 0 0 0,0 0 0 0 0,0-1 0 0 0,0 1 0 0 0,0 0 0 0 0,0 0 0 0 0,0 0 0 0 0,-1 0 0 0 0,1-1 0 0 0,-1 3 0 0 0,1-1-14 0 0,-1 2 20 0 0,-1-1-1 0 0,1 0 0 0 0,-1 1 0 0 0,1-1 0 0 0,-1 0 1 0 0,0 0-1 0 0,-1 0 0 0 0,1 0 0 0 0,-4 4 0 0 0,-30 31 48 0 0,31-35-27 0 0,-11 12-86 0 0,-2-2 0 0 0,0 0 0 0 0,0-1 0 0 0,-1 0 1 0 0,-25 10-1 0 0,-26 18-2755 0 0,57-35 1188 0 0,2 1-57 0 0</inkml:trace>
  <inkml:trace contextRef="#ctx0" brushRef="#br0" timeOffset="1">594 490 17503 0 0,'0'0'1831'0'0,"3"0"-1463"0"0,96 0 10120 0 0,-93 1-10198 0 0,0-1 1 0 0,1 1 0 0 0,-1 0 0 0 0,0 1-1 0 0,7 1 1 0 0,4 2 227 0 0,-12-4-379 0 0,-3 0-126 0 0,0 0-1 0 0,0-1 1 0 0,0 1 0 0 0,1 0-1 0 0,-1 0 1 0 0,-1 0-1 0 0,1 1 1 0 0,0-1 0 0 0,3 2-1 0 0,-2 1-2 0 0,5 8-26 0 0,-6-9 17 0 0,-1 0-1 0 0,0 1 1 0 0,0 0-1 0 0,0-1 1 0 0,0 1-1 0 0,-1 0 1 0 0,1-1-1 0 0,-1 1 1 0 0,0 0-1 0 0,0 0 1 0 0,0-1-1 0 0,-1 1 1 0 0,1 0-1 0 0,-1-1 1 0 0,0 1-1 0 0,0 0 1 0 0,0-1 0 0 0,-1 1-1 0 0,1-1 1 0 0,-1 0-1 0 0,0 1 1 0 0,-2 2-1 0 0,-6 8 11 0 0,0-1-1 0 0,0 0 1 0 0,-21 19 0 0 0,22-23-10 0 0,-33 29-1 0 0,-11 11 0 0 0,46-40 0 0 0,6-8 0 0 0,1-1 0 0 0,0 1 0 0 0,0-1 0 0 0,-1 0 0 0 0,1 1 0 0 0,0-1 0 0 0,0 1 0 0 0,-1-1 0 0 0,1 1 0 0 0,0 0 0 0 0,0-1 0 0 0,0 1 0 0 0,0-1 0 0 0,0 1 0 0 0,0-1 0 0 0,0 1 0 0 0,0-1 0 0 0,0 1 0 0 0,0 0 0 0 0,1 1 0 0 0,0-1 0 0 0,0 1 0 0 0,0-1 0 0 0,0 1 0 0 0,0-1 0 0 0,0 0 0 0 0,0 1 0 0 0,0-1 0 0 0,1 0 0 0 0,-1 0 0 0 0,0 0 0 0 0,1 0 0 0 0,-1 0 0 0 0,1 0 0 0 0,-1 0 0 0 0,1-1 0 0 0,0 1 0 0 0,-1 0 0 0 0,1-1 0 0 0,0 1 0 0 0,-1-1 0 0 0,1 0 0 0 0,3 1 0 0 0,5 0 0 0 0,0-1 0 0 0,20-1 0 0 0,-23 1 0 0 0,29-3-17 0 0,0-2-1 0 0,-1-2 1 0 0,61-19 0 0 0,-69 17-1913 0 0,40-21 1 0 0,-48 19-263 0 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9:47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10591 0 0,'2'1'17732'0'0,"7"1"-17050"0"0,1-1 0 0 0,0 0 0 0 0,0 0 1 0 0,0-1-1 0 0,15-1 0 0 0,5 0-342 0 0,69-3-297 0 0,57 2-1151 0 0,-139 3-513 0 0,-15-1 485 0 0</inkml:trace>
  <inkml:trace contextRef="#ctx0" brushRef="#br0" timeOffset="1">37 124 21511 0 0,'-1'1'985'0'0,"-1"-1"-662"0"0,-1 1 1 0 0,-6 7 335 0 0,8-8-514 0 0,1 1 0 0 0,0-1 1 0 0,0 0-1 0 0,-1 0 0 0 0,1 1 1 0 0,0-1-1 0 0,0 0 0 0 0,0 0 1 0 0,-1 1-1 0 0,1-1 0 0 0,0 0 1 0 0,0 1-1 0 0,0-1 0 0 0,0 0 1 0 0,0 1-1 0 0,-1-1 0 0 0,1 0 1 0 0,0 1-1 0 0,0-1 0 0 0,0 0 1 0 0,0 1-1 0 0,0-1 0 0 0,0 1 1 0 0,0-1-1 0 0,0 0 0 0 0,0 1 1 0 0,1-1-1 0 0,-1 0 0 0 0,0 1 1 0 0,0-1-1 0 0,0 0 0 0 0,1 1 1 0 0,11 8 1353 0 0,18 0-490 0 0,-17-8-799 0 0,1 0 1 0 0,-1-1 0 0 0,1 0 0 0 0,-1-1-1 0 0,20-3 1 0 0,67-20-1134 0 0,-75 17-130 0 0,-1 0-6353 0 0,1-1-2479 0 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9:48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60 18079 0 0,'0'0'828'0'0,"-6"-13"304"0"0,0 1-1127 0 0,5 9 740 0 0,0 0 1 0 0,-1 0 0 0 0,1 0 0 0 0,-1 0-1 0 0,0 0 1 0 0,0 0 0 0 0,0 1 0 0 0,0-1 0 0 0,-1 0-1 0 0,-3-2 1 0 0,5 4-634 0 0,-1 1 0 0 0,1 0 1 0 0,0 0-1 0 0,-1 0 0 0 0,1 0 0 0 0,0 1 1 0 0,0-1-1 0 0,-1 0 0 0 0,1 0 0 0 0,0 1 0 0 0,-1-1 1 0 0,1 1-1 0 0,0-1 0 0 0,0 1 0 0 0,0 0 0 0 0,0-1 1 0 0,0 1-1 0 0,-2 1 0 0 0,-8 8 124 0 0,1 0 0 0 0,0 0-1 0 0,1 1 1 0 0,0 0 0 0 0,0 1 0 0 0,1 0 0 0 0,-6 13 0 0 0,3-6-59 0 0,-12 18-73 0 0,-32 71-1 0 0,50-96-92 0 0,0 1-1 0 0,1-1 1 0 0,0 1 0 0 0,1 0-1 0 0,1 0 1 0 0,0 0-1 0 0,1 1 1 0 0,0-1 0 0 0,1 0-1 0 0,2 17 1 0 0,-1-24-11 0 0,0 0 0 0 0,1 0 0 0 0,-1 0 0 0 0,1-1 0 0 0,0 1 0 0 0,1-1 0 0 0,0 1 0 0 0,0-1 0 0 0,0 0 0 0 0,0 0 0 0 0,1 0 0 0 0,-1 0 0 0 0,1-1 0 0 0,1 1 0 0 0,7 5 0 0 0,-6-5 0 0 0,1-1 0 0 0,0 0 0 0 0,0 0 0 0 0,0 0 0 0 0,0-1 0 0 0,0 0 0 0 0,1-1 0 0 0,-1 0 0 0 0,1 0 0 0 0,0 0 0 0 0,9 0 0 0 0,22-1 0 0 0,-1-1 0 0 0,1-1 0 0 0,-1-3 0 0 0,0-1 0 0 0,58-15 0 0 0,-85 17 0 0 0,-1 0 0 0 0,1 0 0 0 0,-1-1 0 0 0,0 0 0 0 0,0-1 0 0 0,18-11 0 0 0,-25 13 0 0 0,0 1 0 0 0,-1 0 0 0 0,1-1 0 0 0,0 0 0 0 0,-1 1 0 0 0,1-1 0 0 0,-1 0 0 0 0,0 0 0 0 0,0-1 0 0 0,0 1 0 0 0,-1 0 0 0 0,1-1 0 0 0,-1 1 0 0 0,0-1 0 0 0,0 1 0 0 0,0-1 0 0 0,0 1 0 0 0,0-1 0 0 0,-1 0 0 0 0,0 1 0 0 0,0-1 0 0 0,0 0 0 0 0,-1-6 0 0 0,-1 0-35 0 0,0 0 1 0 0,-1 0-1 0 0,0 0 1 0 0,-1 0-1 0 0,0 0 1 0 0,0 1-1 0 0,-1 0 1 0 0,0 0-1 0 0,-1 0 1 0 0,0 0-1 0 0,0 1 0 0 0,-1 0 1 0 0,-10-9-1 0 0,-4-2-150 0 0,-1 1 0 0 0,0 1-1 0 0,-44-24 1 0 0,60 37-444 0 0,0 1 1 0 0,0 0-1 0 0,-1 0 1 0 0,1 0 0 0 0,-10-2-1 0 0</inkml:trace>
  <inkml:trace contextRef="#ctx0" brushRef="#br0" timeOffset="1">736 295 3223 0 0,'1'2'240'0'0,"5"6"4376"0"0,-1 1 0 0 0,0 0 0 0 0,0 1 0 0 0,4 13 0 0 0,-2 7-2145 0 0,-1 21 205 0 0,-6-50-2778 0 0,0 0 1 0 0,0 0-1 0 0,0 0 1 0 0,1 0-1 0 0,-1-1 1 0 0,0 1-1 0 0,0 0 1 0 0,1 0-1 0 0,-1-1 1 0 0,1 1-1 0 0,-1 0 1 0 0,1 0-1 0 0,-1-1 1 0 0,1 1-1 0 0,-1 0 0 0 0,1-1 1 0 0,-1 1-1 0 0,1-1 1 0 0,0 1-1 0 0,-1-1 1 0 0,1 1-1 0 0,0-1 1 0 0,0 1-1 0 0,-1-1 1 0 0,1 0-1 0 0,0 1 1 0 0,0-1-1 0 0,0 0 1 0 0,-1 0-1 0 0,1 1 1 0 0,0-1-1 0 0,0 0 1 0 0,0 0-1 0 0,0 0 1 0 0,0 0-1 0 0,-1 0 1 0 0,1 0-1 0 0,0 0 1 0 0,0-1-1 0 0,0 1 1 0 0,0 0-1 0 0,1-1 1 0 0,0 0-109 0 0,9-1-2226 0 0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9:48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96 23439 0 0,'0'0'2123'0'0,"5"-14"-1702"0"0,-3 10-183 0 0,1 1 0 0 0,-1 0 0 0 0,1 0 0 0 0,-1 0 0 0 0,1 0 0 0 0,0 1 0 0 0,0-1 0 0 0,1 1 0 0 0,-1 0 0 0 0,0 0 0 0 0,7-3 0 0 0,5-2 1552 0 0,24-6 0 0 0,-31 10-1646 0 0,9-2-122 0 0,-1 0 1 0 0,1 1-1 0 0,0 0 1 0 0,0 2-1 0 0,0 0 1 0 0,26 0-1 0 0,-34 5 16 0 0,-8-2-38 0 0,-1 0 1 0 0,0 0-1 0 0,1 0 0 0 0,-1 0 1 0 0,0 0-1 0 0,1 1 1 0 0,-1-1-1 0 0,0 0 1 0 0,0 0-1 0 0,0 0 0 0 0,0 0 1 0 0,0 0-1 0 0,0 0 1 0 0,0 0-1 0 0,0 0 1 0 0,-1 0-1 0 0,1 0 0 0 0,0 0 1 0 0,-1 0-1 0 0,1 0 1 0 0,0 0-1 0 0,-1 0 1 0 0,1 0-1 0 0,-1 0 0 0 0,0 0 1 0 0,0 1-1 0 0,-21 26-2 0 0,19-25 2 0 0,-40 41 0 0 0,29-31 0 0 0,-23 26 0 0 0,33-32 0 0 0,3 1 0 0 0,4 0 0 0 0,0-4 0 0 0,0 0 0 0 0,0 0 0 0 0,1-1 0 0 0,0 1 0 0 0,0-1 0 0 0,0 0 0 0 0,0 0 0 0 0,0 0 0 0 0,0-1 0 0 0,7 3 0 0 0,9 4 0 0 0,22 6 0 0 0,-25-9 0 0 0,-9-3 0 0 0,15 4 0 0 0,-1 1 0 0 0,0 1 0 0 0,0 1 0 0 0,-1 1 0 0 0,21 14 0 0 0,-38-21 0 0 0,1-1 0 0 0,-1 1 0 0 0,1 0 0 0 0,-1 0 0 0 0,-1 1 0 0 0,1-1 0 0 0,-1 1 0 0 0,1 0 0 0 0,3 9 0 0 0,-6-13 0 0 0,0 1 0 0 0,-1 0 0 0 0,1 0 0 0 0,-1 0 0 0 0,1 0 0 0 0,-1 1 0 0 0,0-1 0 0 0,0 0 0 0 0,0 0 0 0 0,0 0 0 0 0,0 0 0 0 0,0 0 0 0 0,-1 0 0 0 0,1 0 0 0 0,-1 0 0 0 0,1 0 0 0 0,-1 0 0 0 0,0 0 0 0 0,0 0 0 0 0,0 0 0 0 0,0-1 0 0 0,0 1 0 0 0,0 0 0 0 0,0 0 0 0 0,0-1 0 0 0,-1 1 0 0 0,1-1 0 0 0,-1 1 0 0 0,-3 1 0 0 0,0 1 0 0 0,-1 0 0 0 0,0-1 0 0 0,0 1 0 0 0,0-2 0 0 0,0 1 0 0 0,-1-1 0 0 0,1 0 0 0 0,-1 0 0 0 0,1 0 0 0 0,-12 0 0 0 0,-9 0 0 0 0,-37-1 0 0 0,35-1 0 0 0,9 0-12 0 0,-73-3-227 0 0,83 2 191 0 0,-1 0 1 0 0,0-1-1 0 0,1-1 1 0 0,-1 0-1 0 0,1 0 1 0 0,-13-6-1 0 0,22 9-17 0 0,0-1 1 0 0,0 1-1 0 0,0-1 1 0 0,0 1-1 0 0,0-1 1 0 0,1 1-1 0 0,-1-1 1 0 0,0 1-1 0 0,0-1 1 0 0,0 0-1 0 0,1 0 1 0 0,-1 1-1 0 0,0-1 1 0 0,1 0-1 0 0,-1 0 0 0 0,0 0 1 0 0,1 0-1 0 0,-1 0 1 0 0,1 0-1 0 0,0 0 1 0 0,-1 0-1 0 0,1 0 1 0 0,0 0-1 0 0,-1 0 1 0 0,1 0-1 0 0,0 0 1 0 0,0 0-1 0 0,0 0 0 0 0,0 0 1 0 0,0 0-1 0 0,0 0 1 0 0,0 0-1 0 0,1 0 1 0 0,-1 0-1 0 0,0 0 1 0 0,0 0-1 0 0,1 0 1 0 0,-1 0-1 0 0,1 0 1 0 0,0-1-1 0 0,1-2-385 0 0,0 1 0 0 0,1 0 0 0 0,-1 0 0 0 0,1 0 0 0 0,0 1 0 0 0,0-1 1 0 0,0 0-1 0 0,0 1 0 0 0,6-4 0 0 0,13-5-2317 0 0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9:49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92 473 12439 0 0,'0'1'958'0'0,"0"35"18379"0"0,-1-37-19308 0 0,-5-10-28 0 0,1 0 0 0 0,0 0 0 0 0,0 0 0 0 0,-4-19 0 0 0,-6-49-1 0 0,0 2-1 0 0,6 41 1 0 0,1 0 0 0 0,2 0 0 0 0,2-1 0 0 0,1 0 0 0 0,3-49 0 0 0,0 78 0 0 0,-1 8 0 0 0,1 0 0 0 0,0 0 0 0 0,0 0 0 0 0,0-1 0 0 0,0 1 0 0 0,0 0 0 0 0,0 0 0 0 0,0 0 0 0 0,0 0 0 0 0,0 0 0 0 0,0 0 0 0 0,0 0 0 0 0,0 0 0 0 0,0 0 0 0 0,0 0 0 0 0,0 0 0 0 0,0 0 0 0 0,0 0 0 0 0,0 0 0 0 0,0 0 0 0 0,0 0 0 0 0,0 0 0 0 0,0 0 0 0 0,0-1 0 0 0,1 1 0 0 0,-1 0 0 0 0,0 0 0 0 0,0 0 0 0 0,0 0 0 0 0,0 0 0 0 0,0 0 0 0 0,0 0 0 0 0,0 0 0 0 0,0 0 0 0 0,0 0 0 0 0,0 0 0 0 0,0 0 0 0 0,0 0 0 0 0,0 0 0 0 0,0 0 0 0 0,0 0 0 0 0,0 0 0 0 0,0 0 0 0 0,0 0 0 0 0,0 0 0 0 0,0 0 0 0 0,1 0 0 0 0,-1 0 0 0 0,0 0 0 0 0,0 0 0 0 0,0 0 0 0 0,0 0 0 0 0,0 0 0 0 0,0 0 0 0 0,0 0 0 0 0,0 0 0 0 0,0 0 0 0 0,0 0 0 0 0,0 0 0 0 0,0 0 0 0 0,0 0 0 0 0,0 0 0 0 0,0 0 0 0 0,0 0 0 0 0,0 0 0 0 0,6 4 0 0 0,3 6 0 0 0,29 43 0 0 0,-27-36 0 0 0,0 0 0 0 0,2-2 0 0 0,0 1 0 0 0,1-2 0 0 0,17 16 0 0 0,-20-21 0 0 0,0-1 0 0 0,1 0 0 0 0,0-1 0 0 0,0 0 0 0 0,20 7 0 0 0,-28-12 0 0 0,1-1 0 0 0,-1 0 0 0 0,1 0 0 0 0,-1 0 0 0 0,1 0 0 0 0,0-1 0 0 0,-1 0 0 0 0,1 0 0 0 0,-1 0 0 0 0,1-1 0 0 0,0 1 0 0 0,-1-1 0 0 0,1 0 0 0 0,-1 0 0 0 0,0-1 0 0 0,1 1 0 0 0,-1-1 0 0 0,0 0 0 0 0,0 0 0 0 0,6-4 0 0 0,-3 1 0 0 0,-1-1 0 0 0,1 0 0 0 0,-1 0 0 0 0,0 0 0 0 0,0-1 0 0 0,4-7 0 0 0,26-45 0 0 0,-6 8 0 0 0,-18 30 0 0 0,-9 17 0 0 0,-1 6 0 0 0,-1 5 0 0 0,-1-7 0 0 0,0 17 0 0 0,-1 0 0 0 0,-4 27 0 0 0,-1 14 0 0 0,5-38 0 0 0,-1 97 0 0 0,3-94 0 0 0,1 0 0 0 0,1 0 0 0 0,7 25 0 0 0,-9-42-257 0 0,1-1 0 0 0,0 1 1 0 0,0-1-1 0 0,0 1 0 0 0,4 5 0 0 0,-5-9 21 0 0,0-1 0 0 0,1 1 0 0 0,-1-1 0 0 0,0 1 0 0 0,0-1 0 0 0,1 1 0 0 0,-1-1 0 0 0,1 0 1 0 0,-1 0-1 0 0,1 0 0 0 0,0 0 0 0 0,-1 0 0 0 0,1 0 0 0 0,0 0 0 0 0,0 0 0 0 0,0-1 0 0 0,-1 1 0 0 0,1 0 0 0 0,4-1 0 0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9:49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5 20647 0 0,'-3'-5'8527'0'0,"9"93"-5003"0"0,-3-42-3492 0 0,9 57 1 0 0,-7-69-29 0 0,-3-17-4 0 0,3 15 0 0 0,9 34 0 0 0,-13-58-64 0 0,0-6-263 0 0,0-7-2573 0 0,0 2 2500 0 0,0 1 1 0 0,-1-1-1 0 0,1 0 0 0 0,-1-3 1 0 0,1-7-1487 0 0,0-4-347 0 0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9:50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34 22951 0 0,'-7'-3'2077'0'0,"-1"-5"-425"0"0,10 1 916 0 0,11 0-133 0 0,-13 7-2807 0 0,9-2 528 0 0,-1 0 0 0 0,1 0 0 0 0,-1 1 0 0 0,1 0-1 0 0,-1 1 1 0 0,1 0 0 0 0,13 2 0 0 0,6-1-78 0 0,3-1-53 0 0,-1 2 1 0 0,42 8-1 0 0,-55-7-16 0 0,0 1 0 0 0,1 1 0 0 0,-2 1 1 0 0,1 1-1 0 0,22 11 0 0 0,-36-16-9 0 0,0 0 0 0 0,0 1 0 0 0,0-1 0 0 0,-1 0 0 0 0,1 1 0 0 0,-1-1 0 0 0,4 6 0 0 0,-5-7 0 0 0,0 1 0 0 0,-1-1 0 0 0,1 0 0 0 0,0 1 0 0 0,-1-1 0 0 0,1 0 0 0 0,-1 1 0 0 0,1-1 0 0 0,-1 1 0 0 0,1-1 0 0 0,-1 1 0 0 0,0-1 0 0 0,0 1 0 0 0,0-1 0 0 0,0 1 0 0 0,0-1 0 0 0,0 1 0 0 0,0-1 0 0 0,-1 1 0 0 0,1-1 0 0 0,0 1 0 0 0,-1-1 0 0 0,1 1 0 0 0,-1-1 0 0 0,0 0 0 0 0,1 1 0 0 0,-1-1 0 0 0,0 0 0 0 0,0 0 0 0 0,-1 2 0 0 0,1-1 0 0 0,-4 5 0 0 0,-1 0 0 0 0,1-1 0 0 0,-1 1 0 0 0,0-1 0 0 0,0-1 0 0 0,-1 1 0 0 0,0-1 0 0 0,-14 8 0 0 0,-6 1 0 0 0,-33 13 0 0 0,8-5 0 0 0,22-9-253 0 0,-19 10-617 0 0,47-22 94 0 0,6 7-2278 0 0,-3-6 2746 0 0,1-1 0 0 0,-1 1 0 0 0,0-1 0 0 0,1 0 0 0 0,-1 0 1 0 0,1 1-1 0 0,-1-1 0 0 0,1 0 0 0 0,0 0 0 0 0,3 1 0 0 0,10 3-1528 0 0</inkml:trace>
  <inkml:trace contextRef="#ctx0" brushRef="#br0" timeOffset="1">665 300 2759 0 0,'2'0'126'0'0,"6"0"-109"0"0,1 0 0 0 0,-1-1 1 0 0,31-9 23311 0 0,-59 14-20384 0 0,-4 3-2622 0 0,0 1 1 0 0,1 1-1 0 0,0 1 0 0 0,0 2 0 0 0,1 0 1 0 0,1 1-1 0 0,0 1 0 0 0,0 1 0 0 0,2 1 1 0 0,-26 26-1 0 0,40-35-325 0 0,-1-1 0 0 0,2 1 0 0 0,-1 0 0 0 0,1 1 0 0 0,0-1 1 0 0,-4 13-1 0 0,8-19-6 0 0,0 0 0 0 0,0 0 1 0 0,0 0-1 0 0,0-1 1 0 0,0 1-1 0 0,0 0 0 0 0,0 0 1 0 0,0 0-1 0 0,0 0 1 0 0,0 0-1 0 0,1 0 1 0 0,-1 0-1 0 0,0 0 0 0 0,1 0 1 0 0,-1-1-1 0 0,1 1 1 0 0,-1 0-1 0 0,1 0 0 0 0,-1 0 1 0 0,1-1-1 0 0,-1 1 1 0 0,1 0-1 0 0,0-1 0 0 0,-1 1 1 0 0,1 0-1 0 0,0-1 1 0 0,0 1-1 0 0,0-1 0 0 0,-1 1 1 0 0,1-1-1 0 0,1 1 1 0 0,2 1-6 0 0,0 0 0 0 0,0-1 0 0 0,0 1 0 0 0,1-1 0 0 0,4 1 1 0 0,-2-1 5 0 0,0-1 0 0 0,0 0 0 0 0,0 0 0 0 0,0-1 0 0 0,0 0 0 0 0,0 0 0 0 0,0 0 0 0 0,0-1 1 0 0,-1 0-1 0 0,14-6 0 0 0,5-4-24 0 0,32-21-1 0 0,-52 30 32 0 0,20-13-14 0 0,-18 10 10 0 0,0 1-1 0 0,0 1 1 0 0,1-1-1 0 0,-1 1 0 0 0,1 1 1 0 0,0-1-1 0 0,11-2 0 0 0,-18 6 23 0 0,0 0-1 0 0,0 0 1 0 0,0 0-1 0 0,0 0 1 0 0,-1 1-1 0 0,1-1 1 0 0,0 0-1 0 0,0 0 1 0 0,0 1-1 0 0,0-1 0 0 0,0 1 1 0 0,0-1-1 0 0,-1 1 1 0 0,1-1-1 0 0,0 1 1 0 0,0-1-1 0 0,-1 1 1 0 0,1 0-1 0 0,1 1 1 0 0,9 14 148 0 0,-6-6-163 0 0,-1 1 0 0 0,3 13 0 0 0,-4-14-4 0 0,0 0 1 0 0,1 0-1 0 0,6 11 1 0 0,-2-6 0 0 0,1 0 0 0 0,14 18 0 0 0,-18-27 0 0 0,1-1 0 0 0,-1 1 0 0 0,1-1 0 0 0,0 0 0 0 0,0-1 0 0 0,1 1 0 0 0,11 5 0 0 0,-3-4-2396 0 0,0-1-4719 0 0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9:51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4 115 12895 0 0,'-3'-11'14876'0'0,"4"28"-13896"0"0,1-1-1 0 0,1 1 1 0 0,9 30-1 0 0,-9-35-677 0 0,10 34-60 0 0,22 50 0 0 0,-24-71-169 0 0,1-1 0 0 0,1-1 0 0 0,26 36 0 0 0,-33-51-73 0 0,1 0 0 0 0,0 0 0 0 0,1 0 0 0 0,-1-1 0 0 0,1-1 0 0 0,11 8 0 0 0,-9-10 0 0 0,0-5 0 0 0,0-5 0 0 0,-7 3 0 0 0,0-1 0 0 0,0 0 0 0 0,0 1 0 0 0,0-1 0 0 0,-1 0 0 0 0,0-1 0 0 0,0 1 0 0 0,0 0 0 0 0,0-1 0 0 0,1-6 0 0 0,2-10 0 0 0,2-22 0 0 0,-3 13 0 0 0,15-85-17 0 0,21-98-163 0 0,-37 201-287 0 0,0 0 0 0 0,1 0 1 0 0,10-19-1 0 0,-12 29-514 0 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9:51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15663 0 0,'3'1'5916'0'0,"1"0"-4707"0"0,0 0-1 0 0,1 0 1 0 0,-1 0-1 0 0,8 0 1 0 0,36-5 1767 0 0,-35 2-2647 0 0,0 1 0 0 0,16 1 1 0 0,-16-1-232 0 0,-9 1-71 0 0,-1-1 0 0 0,1 1 0 0 0,0 0 0 0 0,0 0 0 0 0,0 1 0 0 0,-1-1 0 0 0,1 1 0 0 0,4 1 0 0 0,-4 0 40 0 0,11 14-53 0 0,-13-8-13 0 0,-2-4 10 0 0,0-2-2 0 0,0 0-1 0 0,0 0 1 0 0,0 0-1 0 0,0 0 1 0 0,0 0 0 0 0,-1 0-1 0 0,1 0 1 0 0,-1 0-1 0 0,1-1 1 0 0,-1 1-1 0 0,0 0 1 0 0,0 0-1 0 0,-1 2 1 0 0,0 1 18 0 0,-6 10 52 0 0,-1 0 0 0 0,-12 16-1 0 0,15-22-38 0 0,0-1 0 0 0,0 1 0 0 0,0 1 0 0 0,1-1 0 0 0,1 1 0 0 0,0 0 0 0 0,0 0 0 0 0,-4 19 0 0 0,7-19-36 0 0,2 1-4 0 0,6 0 0 0 0,-5-9 0 0 0,1 1 0 0 0,-1-1 0 0 0,1 0 0 0 0,0 0 0 0 0,0 0 0 0 0,0-1 0 0 0,0 1 0 0 0,0-1 0 0 0,1 0 0 0 0,-1 0 0 0 0,0 0 0 0 0,1 0 0 0 0,-1 0 0 0 0,0-1 0 0 0,1 1 0 0 0,-1-1 0 0 0,1 0 0 0 0,6-1 0 0 0,5-1 0 0 0,0 0 0 0 0,-1-1 0 0 0,16-5 0 0 0,-16 3 0 0 0,14-4-923 0 0,-2-1 1 0 0,1-1-1 0 0,-1-2 0 0 0,26-17 1 0 0,-32 19-1345 0 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9:52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13823 0 0,'0'0'16041'0'0,"3"-1"-15209"0"0,151-25 1306 0 0,1 15-3744 0 0,-152 11 276 0 0,11 4-3849 0 0</inkml:trace>
  <inkml:trace contextRef="#ctx0" brushRef="#br0" timeOffset="1">80 128 10591 0 0,'-10'5'17492'0'0,"23"-2"-16697"0"0,-8-2-661 0 0,15 1 41 0 0,0 0 0 0 0,1-2-1 0 0,-1-1 1 0 0,27-4 0 0 0,79-19-4661 0 0,-106 19 2829 0 0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9:52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22775 0 0,'0'0'1043'0'0,"2"-8"345"0"0,1 1 3673 0 0,15 27-3156 0 0,-9-2-1790 0 0,0 0 0 0 0,-1 1 1 0 0,6 22-1 0 0,13 27 19 0 0,-14-39-134 0 0,2 0 0 0 0,1-1 0 0 0,2-1 0 0 0,0 0 0 0 0,40 43 0 0 0,-46-58 0 0 0,0-1 0 0 0,16 11 0 0 0,-18-16 0 0 0,1-5 0 0 0,-8-2 0 0 0,0 0 0 0 0,-1 0 0 0 0,1 0 0 0 0,-1 0 0 0 0,1-1 0 0 0,-1 1 0 0 0,1-1 0 0 0,-1 1 0 0 0,0-1 0 0 0,0 0 0 0 0,0 0 0 0 0,0 0 0 0 0,0 0 0 0 0,0 0 0 0 0,0 0 0 0 0,-1-1 0 0 0,1 1 0 0 0,-1-1 0 0 0,1 1 0 0 0,-1-1 0 0 0,0 1 0 0 0,1-4 0 0 0,2-8 0 0 0,1 0 0 0 0,3-28 0 0 0,-7 35 0 0 0,24-208-276 0 0,-17 129 65 0 0,-8 53-1967 0 0,0 31 1267 0 0</inkml:trace>
  <inkml:trace contextRef="#ctx0" brushRef="#br0" timeOffset="1">615 360 11975 0 0,'2'1'10451'0'0,"-1"0"-9884"0"0,0 0 1 0 0,0-1 0 0 0,1 1-1 0 0,-1 0 1 0 0,0 0-1 0 0,0 0 1 0 0,0 0 0 0 0,0 0-1 0 0,-1 0 1 0 0,1 0-1 0 0,1 2 1 0 0,6 18 2214 0 0,-2 28-2581 0 0,-4-32 342 0 0,-1-13-789 0 0,8 57 494 0 0,-1-27-5430 0 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9:53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10135 0 0,'0'1'19233'0'0,"1"1"-19098"0"0,0 0 0 0 0,0 0-1 0 0,0-1 1 0 0,1 1 0 0 0,-1-1-1 0 0,0 1 1 0 0,1-1 0 0 0,-1 1-1 0 0,1-1 1 0 0,-1 0 0 0 0,1 0-1 0 0,-1 0 1 0 0,1 0 0 0 0,0 0-1 0 0,0 0 1 0 0,-1 0 0 0 0,1 0-1 0 0,0-1 1 0 0,0 1 0 0 0,0-1-1 0 0,0 1 1 0 0,0-1 0 0 0,0 0-1 0 0,3 0 1 0 0,112-2-103 0 0,-81 1-32 0 0,16-4-294 0 0,-37 3 45 0 0,0 0 0 0 0,0 2 0 0 0,0-1 0 0 0,29 4 0 0 0,-43-2-485 0 0,-8 8-6385 0 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9:53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35 5063 0 0,'-5'6'22756'0'0,"9"-4"-22617"0"0,0 0-1 0 0,1 0 1 0 0,-1 0-1 0 0,0-1 1 0 0,0 1-1 0 0,1-1 1 0 0,-1 0-1 0 0,1-1 0 0 0,-1 1 1 0 0,1-1-1 0 0,0 1 1 0 0,4-2-1 0 0,11 0 898 0 0,30-7 0 0 0,-16 2-640 0 0,34-7-3198 0 0,-1-6-4483 0 0,-45 12-2188 0 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9:54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15 9671 0 0,'-15'-14'19296'0'0,"15"15"-18132"0"0,-3 9-776 0 0,1 0 0 0 0,0 0 0 0 0,0 0 0 0 0,1 0 0 0 0,1 1 0 0 0,0 12 0 0 0,10 65-655 0 0,-5-52 269 0 0,3 25-183 0 0,12 112 412 0 0,-20-171-412 0 0,2 11 280 0 0,2-7-3370 0 0,4 0 911 0 0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9:54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26 254 5063 0 0,'-1'2'390'0'0,"-8"21"2886"0"0,0-2 10177 0 0,3-4-5781 0 0,5-16-6740 0 0,1 1-859 0 0,0 0 0 0 0,0 0 0 0 0,1-1 0 0 0,-1 1 0 0 0,0 0 0 0 0,1-1 0 0 0,-1 1 0 0 0,1-1 0 0 0,-1 1 0 0 0,1 0 0 0 0,0-1 0 0 0,0 1 1 0 0,-1-1-1 0 0,1 0 0 0 0,0 1 0 0 0,0-1 0 0 0,1 0 0 0 0,0 2 0 0 0,0-1-14 0 0,1-1 0 0 0,-1 1 1 0 0,1-1-1 0 0,-1 1 0 0 0,1-1 1 0 0,-1 0-1 0 0,1 0 0 0 0,0 0 1 0 0,5 1-1 0 0,-1-1-766 0 0,-1 0 0 0 0,1-1 0 0 0,10 0 0 0 0,15-5-8169 0 0,-17 1-204 0 0</inkml:trace>
  <inkml:trace contextRef="#ctx0" brushRef="#br0" timeOffset="1">587 80 13359 0 0,'-3'-17'18495'0'0,"2"17"-18481"0"0,0-1 1 0 0,0 1-1 0 0,-1-1 1 0 0,1 1-1 0 0,0 0 1 0 0,-1 0 0 0 0,1-1-1 0 0,0 1 1 0 0,-1 0-1 0 0,1 0 1 0 0,0 0-1 0 0,-1 0 1 0 0,1 1-1 0 0,0-1 1 0 0,-1 0 0 0 0,1 0-1 0 0,-2 2 1 0 0,0-1 25 0 0,0 0 1 0 0,0 1 0 0 0,0 0 0 0 0,0 0 0 0 0,0 0 0 0 0,-4 4 0 0 0,-2 4 79 0 0,0 0 0 0 0,-13 19 1 0 0,20-25-117 0 0,-12 16-4 0 0,1 1 0 0 0,-13 26 0 0 0,23-39 0 0 0,-1 0 0 0 0,1 1 0 0 0,1-1 0 0 0,-1 1 0 0 0,1-1 0 0 0,1 1 0 0 0,0 0 0 0 0,0 0 0 0 0,1 12 0 0 0,3-11 0 0 0,-1-7 0 0 0,0 0 0 0 0,1 0 0 0 0,-1 0 0 0 0,1 0 0 0 0,0-1 0 0 0,0 1 0 0 0,0-1 0 0 0,0 0 0 0 0,1 0 0 0 0,-1 0 0 0 0,1 0 0 0 0,-1 0 0 0 0,1-1 0 0 0,-1 0 0 0 0,1 0 0 0 0,0 0 0 0 0,6 1 0 0 0,2 0 0 0 0,1-1 0 0 0,0 0 0 0 0,25-2 0 0 0,-10-2 0 0 0,1 0 0 0 0,-2-2 0 0 0,35-11 0 0 0,-50 12 0 0 0,0 0 0 0 0,0-1 0 0 0,0 0 0 0 0,-1-1 0 0 0,0 0 0 0 0,0-1 0 0 0,0 0 0 0 0,-1-1 0 0 0,14-14 0 0 0,-21 19 0 0 0,0 0 0 0 0,-1 0 0 0 0,1 0 0 0 0,-1 0 0 0 0,0-1 0 0 0,0 1 0 0 0,0-1 0 0 0,0 0 0 0 0,-1 1 0 0 0,0-1 0 0 0,1 0 0 0 0,-1 0 0 0 0,-1 0 0 0 0,1 0 0 0 0,0 0 0 0 0,-1 0 0 0 0,0 0 0 0 0,0 0 0 0 0,-1-6 0 0 0,0 5 0 0 0,0 0 0 0 0,-1 0 0 0 0,0 1 0 0 0,1-1 0 0 0,-2 0 0 0 0,1 0 0 0 0,0 1 0 0 0,-1 0 0 0 0,0-1 0 0 0,0 1 0 0 0,0 0 0 0 0,-1 0 0 0 0,1 1 0 0 0,-8-7 0 0 0,-13-8-378 0 0,0 0 0 0 0,-29-16 0 0 0,37 26 54 0 0,0 0 1 0 0,-1 0-1 0 0,0 2 1 0 0,-31-8-1 0 0,36 12-1257 0 0,7 2-2659 0 0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9:56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15 24071 0 0,'0'0'2180'0'0,"-1"-7"-1752"0"0,1 0 4975 0 0,0 9-5126 0 0,10 39-93 0 0,5 64 1 0 0,-9-62-146 0 0,0 12-67 0 0,0 77 0 0 0,-6-131-263 0 0,23-34-13491 0 0,-8 8 10999 0 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9:56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7367 0 0,'0'0'22084'0'0,"0"2"-21496"0"0,1 17-177 0 0,1 1 0 0 0,7 37 0 0 0,17 40 957 0 0,-17-67-1241 0 0,-5-19-491 0 0,0-1 0 0 0,0 0 1 0 0,1 0-1 0 0,0 0 0 0 0,1-1 0 0 0,12 16 0 0 0,-17-24-369 0 0</inkml:trace>
  <inkml:trace contextRef="#ctx0" brushRef="#br0" timeOffset="1">281 0 5063 0 0,'0'0'21131'0'0,"0"2"-19923"0"0,5 7-397 0 0,-1 1 1 0 0,-1 0 0 0 0,0 1 0 0 0,4 19-1 0 0,0 47 289 0 0,1 1-933 0 0,12 16 81 0 0,-17-79-756 0 0,2-1 1 0 0,0 0 0 0 0,1 0-1 0 0,9 17 1 0 0,-4-28-5532 0 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9:57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79 23119 0 0,'0'0'3264'0'0,"0"2"-2445"0"0,27 142 4009 0 0,-3-4-4124 0 0,-14-160-671 0 0,-1-3-33 0 0,5-13 0 0 0,25-46 0 0 0,-33 72 0 0 0,0 0 0 0 0,1 1 0 0 0,0 0 0 0 0,0 0 0 0 0,1 0 0 0 0,0 1 0 0 0,0 0 0 0 0,1 1 0 0 0,10-8 0 0 0,-10 10 0 0 0,-9 5 0 0 0,1 0 0 0 0,-1-1 0 0 0,0 1 0 0 0,1 0 0 0 0,-1 0 0 0 0,1-1 0 0 0,-1 1 0 0 0,0 0 0 0 0,1 0 0 0 0,-1 0 0 0 0,1-1 0 0 0,-1 1 0 0 0,1 0 0 0 0,-1 0 0 0 0,1 0 0 0 0,-1 0 0 0 0,1 0 0 0 0,-1 0 0 0 0,1 0 0 0 0,-1 0 0 0 0,1 0 0 0 0,-1 0 0 0 0,1 0 0 0 0,-1 0 0 0 0,0 1 0 0 0,1-1 0 0 0,-1 0 0 0 0,1 0 0 0 0,-1 0 0 0 0,1 1 0 0 0,-1-1 0 0 0,0 0 0 0 0,1 0 0 0 0,-1 1 0 0 0,1-1 0 0 0,-1 0 0 0 0,0 1 0 0 0,1 0 0 0 0,-1-1 0 0 0,3 3 0 0 0,0-1 0 0 0,-1 0 0 0 0,0 1 0 0 0,0 0 0 0 0,0-1 0 0 0,0 1 0 0 0,0 0 0 0 0,0 0 0 0 0,2 6 0 0 0,10 33 0 0 0,-4-14 0 0 0,-5-13 0 0 0,-4-11 0 0 0,0 0 0 0 0,0 0 0 0 0,1 0 0 0 0,0 0 0 0 0,0-1 0 0 0,0 1 0 0 0,0 0 0 0 0,0-1 0 0 0,1 0 0 0 0,3 4 0 0 0,-6-6 0 0 0,0-1 0 0 0,1 1 0 0 0,-1-1 0 0 0,0 1 0 0 0,1-1 0 0 0,-1 0 0 0 0,0 1 0 0 0,1-1 0 0 0,-1 1 0 0 0,1-1 0 0 0,-1 0 0 0 0,0 0 0 0 0,1 1 0 0 0,-1-1 0 0 0,1 0 0 0 0,-1 1 0 0 0,1-1 0 0 0,-1 0 0 0 0,1 0 0 0 0,-1 0 0 0 0,1 0 0 0 0,0 0 0 0 0,-1 1 0 0 0,1-1 0 0 0,-1 0 0 0 0,1 0 0 0 0,-1 0 0 0 0,1-1 0 0 0,-1 1 0 0 0,1 0 0 0 0,-1 0 0 0 0,1 0 0 0 0,-1 0 0 0 0,1 0 0 0 0,-1-1 0 0 0,1 1 0 0 0,-1 0 0 0 0,1 0 0 0 0,-1-1 0 0 0,1 1 0 0 0,-1 0 0 0 0,1-1 0 0 0,-1 1 0 0 0,0 0 0 0 0,1-1 0 0 0,1 0 0 0 0,2-3 0 0 0,0 0 0 0 0,0 0 0 0 0,0 0 0 0 0,-1 0 0 0 0,1-1 0 0 0,-1 1 0 0 0,0-1 0 0 0,0 0 0 0 0,3-8 0 0 0,6-9 0 0 0,-11 21 0 0 0,26-44 0 0 0,3 2 0 0 0,38-44 0 0 0,-48 70 0 0 0,-12 13 0 0 0,-7 4 0 0 0,1 1 0 0 0,-1-1 0 0 0,0 0 0 0 0,0 1 0 0 0,0-1 0 0 0,1 1 0 0 0,-1 0 0 0 0,0-1 0 0 0,0 1 0 0 0,0 0 0 0 0,0 0 0 0 0,0 0 0 0 0,0-1 0 0 0,-1 1 0 0 0,1 0 0 0 0,0 0 0 0 0,0 0 0 0 0,-1 0 0 0 0,1 1 0 0 0,0-1 0 0 0,-1 0 0 0 0,1 0 0 0 0,-1 0 0 0 0,1 3 0 0 0,1 4 0 0 0,0 0 0 0 0,2 14 0 0 0,-3-12 0 0 0,1 14-29 0 0,0-1 0 0 0,-3 33 1 0 0,0-13-67 0 0,1-41-109 0 0,3-2-1912 0 0,-1 0 1723 0 0,1 0 0 0 0,-1 0 1 0 0,1-1-1 0 0,-1 1 0 0 0,1 0 0 0 0,-1-1 0 0 0,1 0 0 0 0,-1 0 0 0 0,1 1 0 0 0,3-3 0 0 0,5-5-1376 0 0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9:57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71 9671 0 0,'0'0'748'0'0,"0"-1"-492"0"0,-1 0 634 0 0,0-1 1 0 0,1 1-1 0 0,0 0 0 0 0,-1-1 0 0 0,1 1 0 0 0,0-1 0 0 0,-1 1 0 0 0,1-1 0 0 0,0 1 1 0 0,0-1-1 0 0,0 1 0 0 0,1-1 0 0 0,-1 1 0 0 0,0-1 0 0 0,0 1 0 0 0,1 0 0 0 0,-1-1 0 0 0,1 1 1 0 0,1-3-1 0 0,-1 2-695 0 0,0-1-1 0 0,1 1 1 0 0,-1 0 0 0 0,1-1 0 0 0,0 1 0 0 0,0 0-1 0 0,0 0 1 0 0,0 1 0 0 0,0-1 0 0 0,0 0 0 0 0,0 1-1 0 0,1-1 1 0 0,-1 1 0 0 0,3-2 0 0 0,-1 1-99 0 0,1 1-1 0 0,0-1 1 0 0,0 1 0 0 0,0 0 0 0 0,-1 0 0 0 0,1 1 0 0 0,6-1-1 0 0,5 2-89 0 0,0 0-1 0 0,-1 1 1 0 0,29 8-1 0 0,-42-10 1 0 0,0 1-1 0 0,0-1 1 0 0,1 1 0 0 0,-1 0-1 0 0,0 0 1 0 0,0-1-1 0 0,-1 1 1 0 0,1 1-1 0 0,0-1 1 0 0,0 0-1 0 0,0 0 1 0 0,-1 1 0 0 0,1-1-1 0 0,-1 1 1 0 0,3 2-1 0 0,-3-2 6 0 0,0-1-1 0 0,-1 1 1 0 0,1-1 0 0 0,0 1-1 0 0,-1-1 1 0 0,0 1 0 0 0,1 0-1 0 0,-1-1 1 0 0,0 1-1 0 0,0-1 1 0 0,0 1 0 0 0,0 0-1 0 0,0-1 1 0 0,0 1 0 0 0,-1 0-1 0 0,1 1 1 0 0,-3 4 32 0 0,0 0 0 0 0,0 0 0 0 0,0 0 1 0 0,-1 0-1 0 0,0-1 0 0 0,-6 9 0 0 0,6-10-36 0 0,-7 9-7 0 0,0 0 0 0 0,-14 13 0 0 0,19-20 0 0 0,3 1 0 0 0,3-7 0 0 0,0 1 0 0 0,0 0 0 0 0,0 0 0 0 0,1-1 0 0 0,-1 1 0 0 0,0 0 0 0 0,1-1 0 0 0,-1 1 0 0 0,1-1 0 0 0,0 1 0 0 0,0-1 0 0 0,0 1 0 0 0,-1-1 0 0 0,1 1 0 0 0,0-1 0 0 0,1 0 0 0 0,-1 1 0 0 0,0-1 0 0 0,0 0 0 0 0,0 0 0 0 0,1 0 0 0 0,-1 0 0 0 0,1 0 0 0 0,2 1 0 0 0,4 3 0 0 0,1-1 0 0 0,0-1 0 0 0,11 4 0 0 0,-11-4 0 0 0,16 4 0 0 0,-15-4 0 0 0,0 0 0 0 0,0 0 0 0 0,12 7 0 0 0,-13-5 0 0 0,-3 3 0 0 0,-4 1 0 0 0,-2-6 0 0 0,-1 0 0 0 0,0 0 0 0 0,1-1 0 0 0,-1 1 0 0 0,0 0 0 0 0,-1-1 0 0 0,1 1 0 0 0,0-1 0 0 0,-1 1 0 0 0,1-1 0 0 0,-1 0 0 0 0,0 1 0 0 0,1-1 0 0 0,-1 0 0 0 0,-4 3 0 0 0,-3 3 0 0 0,0-1 0 0 0,-14 9 0 0 0,-114 70 0 0 0,102-65-1766 0 0,1 3 0 0 0,-48 42 1 0 0,64-50-8258 0 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9:58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1 110 27039 0 0,'0'0'2448'0'0,"2"-1"-2005"0"0,37-9 42 0 0,1 1 1 0 0,0 3-1 0 0,56-3 1 0 0,-60 6-296 0 0,423-42 515 0 0,-185 21-705 0 0,-247 22-122 0 0,1 2 0 0 0,-1 1 0 0 0,33 5 0 0 0,-55-5-229 0 0,0 0 0 0 0,-1 0-1 0 0,1 0 1 0 0,6 4 0 0 0,-10-5-510 0 0,-4 8-5378 0 0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1:59:59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7831 0 0,'0'0'603'0'0,"-1"1"-396"0"0,-4 11 8034 0 0,10 3-2215 0 0,13 31 1928 0 0,-10-27-7493 0 0,-1-1 1 0 0,0 2-1 0 0,5 28 0 0 0,-9-24-447 0 0,-1 0 0 0 0,0 0 0 0 0,-2 0 0 0 0,-3 30 0 0 0,-2-22-38 0 0,-1 0 0 0 0,-19 60 1 0 0,24-91-296 0 0,23-6-3154 0 0,8-4 806 0 0,0-2 0 0 0,-1-2 0 0 0,-1 0 0 0 0,42-27 0 0 0,16-19-1758 0 0,-5-5 4217 0 0,-12 1 4365 0 0,-59 52-1890 0 0,-1 0 0 0 0,10-15 0 0 0,-18 25-2108 0 0,-1 0 0 0 0,1 0-1 0 0,0 0 1 0 0,-1 1 0 0 0,1-1-1 0 0,-1 0 1 0 0,0 0-1 0 0,1 0 1 0 0,-1 0 0 0 0,0 0-1 0 0,1 0 1 0 0,-1 0-1 0 0,0 0 1 0 0,0 0 0 0 0,0 0-1 0 0,0 0 1 0 0,0 0-1 0 0,0 0 1 0 0,0 0 0 0 0,0 0-1 0 0,-1 0 1 0 0,1 0-1 0 0,0 0 1 0 0,0 0 0 0 0,-1 0-1 0 0,1 0 1 0 0,-1 0-1 0 0,1 0 1 0 0,-1 0 0 0 0,1 0-1 0 0,-1 0 1 0 0,0 0-1 0 0,1 1 1 0 0,-1-1 0 0 0,0 0-1 0 0,0 1 1 0 0,1-1-1 0 0,-1 0 1 0 0,0 1 0 0 0,0-1-1 0 0,0 1 1 0 0,0-1-1 0 0,0 1 1 0 0,0 0 0 0 0,-1-1-1 0 0,-3-1 105 0 0,0 1 0 0 0,0-1-1 0 0,0 1 1 0 0,0 0 0 0 0,0 0-1 0 0,0 1 1 0 0,-9 0 0 0 0,4 1-184 0 0,-1 1 1 0 0,1 0-1 0 0,0 1 1 0 0,0 0 0 0 0,0 0-1 0 0,0 1 1 0 0,1 0-1 0 0,0 1 1 0 0,-10 6-1 0 0,-9 8 256 0 0,-37 32 0 0 0,59-46-335 0 0,0 0 0 0 0,1 1 0 0 0,0 0 0 0 0,0 0 0 0 0,0 0 0 0 0,1 0 0 0 0,-1 1 0 0 0,-2 7 0 0 0,6-12 0 0 0,0-1 0 0 0,0 1 0 0 0,1 0 0 0 0,-1 0 0 0 0,1 0 0 0 0,-1 0 0 0 0,1 0 0 0 0,-1 0 0 0 0,1 0 0 0 0,0 0 0 0 0,0 0 0 0 0,0 0 0 0 0,0 0 0 0 0,1 0 0 0 0,-1 0 0 0 0,0 0 0 0 0,1 0 0 0 0,-1 0 0 0 0,1 0 0 0 0,0 0 0 0 0,0-1 0 0 0,0 1 0 0 0,0 0 0 0 0,0 0 0 0 0,0-1 0 0 0,0 1 0 0 0,0-1 0 0 0,1 1 0 0 0,-1-1 0 0 0,1 1 0 0 0,-1-1 0 0 0,1 0 0 0 0,-1 0 0 0 0,1 0 0 0 0,3 2 0 0 0,2 1-25 0 0,1-1 1 0 0,0 0-1 0 0,0 0 0 0 0,0-1 1 0 0,1 0-1 0 0,-1-1 0 0 0,1 1 1 0 0,-1-2-1 0 0,17 1 0 0 0,7-3-129 0 0,39-7 0 0 0,-67 8 149 0 0,24-3-82 0 0,-1-2 0 0 0,50-18-1 0 0,-59 17 36 0 0,-1-1-1 0 0,-1 0 1 0 0,1-1-1 0 0,-2-1 0 0 0,21-15 1 0 0,-28 17-8 0 0,-4 1 49 0 0,-4-1 22 0 0,-1 7 1 0 0,0 0 1 0 0,0 0-1 0 0,-1 0 1 0 0,1 0-1 0 0,0 0 0 0 0,-1 1 1 0 0,1-1-1 0 0,0 0 1 0 0,-1 0-1 0 0,1 1 1 0 0,-1-1-1 0 0,1 1 1 0 0,-1 0-1 0 0,1-1 1 0 0,-1 1-1 0 0,1 0 1 0 0,-3 0-1 0 0,0-1 16 0 0,-1 1-1 0 0,1 0 1 0 0,-1 0-1 0 0,1 1 1 0 0,-6 0-1 0 0,2 2 65 0 0,0-1 0 0 0,1 1 0 0 0,-15 7 0 0 0,19-9-84 0 0,1 0 0 0 0,0 1 0 0 0,-1-1 0 0 0,1 1 0 0 0,0 0 0 0 0,0 0 0 0 0,0-1 0 0 0,0 1 0 0 0,0 1 0 0 0,0-1 0 0 0,1 0 0 0 0,-1 0 0 0 0,1 1 0 0 0,-1-1 0 0 0,0 4 0 0 0,1-4-8 0 0,0 0 0 0 0,1 0 0 0 0,0 0 0 0 0,-1 0 0 0 0,1 0 0 0 0,0 0 0 0 0,0 0 0 0 0,0 0 0 0 0,0 1 0 0 0,0-1 0 0 0,1 0 0 0 0,-1 0-1 0 0,1 0 1 0 0,-1 0 0 0 0,1 0 0 0 0,0 0 0 0 0,-1 0 0 0 0,1-1 0 0 0,0 1 0 0 0,0 0 0 0 0,3 3 0 0 0,-1-1 1 0 0,1-1 0 0 0,0 1 0 0 0,0-1 1 0 0,0 0-1 0 0,1 0 0 0 0,4 2 0 0 0,-2-1 5 0 0,2 2 32 0 0,1-1 0 0 0,0-1 1 0 0,1 1-1 0 0,20 4 0 0 0,44 5-147 0 0,-51-11 111 0 0,-1 1 0 0 0,34 11 0 0 0,-53-13 2 0 0,0 0 1 0 0,0 0-1 0 0,0 0 0 0 0,-1 0 0 0 0,1 0 0 0 0,0 1 0 0 0,-1-1 0 0 0,0 1 0 0 0,1 0 1 0 0,-1 0-1 0 0,0 1 0 0 0,-1-1 0 0 0,4 5 0 0 0,-2-1 5 0 0,-1-1-1 0 0,0 1 1 0 0,0-1 0 0 0,0 1 0 0 0,-1 0-1 0 0,0 0 1 0 0,1 10 0 0 0,-1 3 7 0 0,0 0 1 0 0,-2 0 0 0 0,0-1-1 0 0,-7 40 1 0 0,5-47-17 0 0,0 0 0 0 0,-1 0 0 0 0,-1 0 0 0 0,0 0 0 0 0,0-1 0 0 0,-1 0 0 0 0,-1 0 0 0 0,0 0 0 0 0,0-1 0 0 0,-14 18 0 0 0,13-21 0 0 0,0 0 0 0 0,0 0 0 0 0,0-1 0 0 0,-1 0 0 0 0,0 0 0 0 0,0 0 0 0 0,-1-1 0 0 0,0-1 0 0 0,1 0 0 0 0,-2 0 0 0 0,1 0 0 0 0,0-1 0 0 0,-19 3 0 0 0,11-3 0 0 0,0-2 0 0 0,0 0 0 0 0,0-1 0 0 0,0 0 0 0 0,0-1 0 0 0,-31-7 0 0 0,18 0 0 0 0,0-1 0 0 0,-53-24 0 0 0,42 12-121 0 0,17 2-2858 0 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0:01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0 11519 0 0,'0'0'887'0'0,"-16"2"-62"0"0,15-2-130 0 0,0 0 0 0 0,0 0 0 0 0,0 0 0 0 0,-1 0 0 0 0,1 1 0 0 0,0-1 0 0 0,0 0 0 0 0,0 1 0 0 0,0-1 0 0 0,0 1 0 0 0,-1-1 0 0 0,1 1 0 0 0,0 0 0 0 0,0-1 0 0 0,1 1 0 0 0,-1 0 0 0 0,0 0 0 0 0,-1 1 0 0 0,0 0-306 0 0,1 0 0 0 0,-1 1 0 0 0,1-1 1 0 0,-1 1-1 0 0,1-1 0 0 0,0 1 0 0 0,-1 4 0 0 0,-1 3-554 0 0,1 1-1 0 0,0 0 1 0 0,0 12 0 0 0,2-19 929 0 0,-3 109 114 0 0,12 128-1 0 0,-2-116-1405 0 0,-7-125 429 0 0,0 0 1 0 0,0 1-1 0 0,0-1 0 0 0,0 0 0 0 0,0 1 1 0 0,0-1-1 0 0,0 0 0 0 0,0 1 1 0 0,0-1-1 0 0,0 0 0 0 0,0 1 1 0 0,0-1-1 0 0,0 0 0 0 0,0 1 0 0 0,-1-1 1 0 0,1 0-1 0 0,0 0 0 0 0,0 1 1 0 0,0-1-1 0 0,0 0 0 0 0,-1 0 0 0 0,1 1 1 0 0,0-1-1 0 0,0 0 0 0 0,0 0 1 0 0,-1 1-1 0 0,1-1 0 0 0,0 0 1 0 0,0 0-1 0 0,-1 1 0 0 0,-10-2-1499 0 0,9-1 1286 0 0,-1 1 1 0 0,0 0 0 0 0,1-1 0 0 0,-1 1 0 0 0,1-1 0 0 0,-4-2 0 0 0,-3-8-1609 0 0,-1-2-316 0 0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0:01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56 117 12439 0 0,'-11'-3'1315'0'0,"-1"-1"-1"0"0,-20-9 10997 0 0,33 14-12219 0 0,0-1 0 0 0,0 0-1 0 0,0 0 1 0 0,0 0 0 0 0,1 0 0 0 0,-1 0 0 0 0,0-1-1 0 0,0 1 1 0 0,0 0 0 0 0,0 0 0 0 0,2-2-1 0 0,2 1 108 0 0,134-15 2185 0 0,262-38-1257 0 0,-392 53-1126 0 0,92-11-1009 0 0,154 1 0 0 0,-249 11 589 0 0,0 1 0 0 0,0-1-1 0 0,0 1 1 0 0,-1 0 0 0 0,1 0-1 0 0,-1 1 1 0 0,1-1 0 0 0,-1 1 0 0 0,1 1-1 0 0,7 3 1 0 0,-1 4-1737 0 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0:01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56 7367 0 0,'0'0'1158'0'0,"9"-15"9207"0"0,-9 13-10010 0 0,1 0 0 0 0,-1 0 1 0 0,1 0-1 0 0,-1 1 0 0 0,0-1 1 0 0,0 0-1 0 0,0 0 0 0 0,0 0 0 0 0,0 0 1 0 0,0 0-1 0 0,0 0 0 0 0,0 0 1 0 0,-1 0-1 0 0,0-2 0 0 0,1 3-217 0 0,-1 0-1 0 0,1 1 0 0 0,0-1 1 0 0,-1 1-1 0 0,1-1 1 0 0,-1 1-1 0 0,1-1 0 0 0,-1 1 1 0 0,1-1-1 0 0,-1 1 1 0 0,1-1-1 0 0,-1 1 0 0 0,1 0 1 0 0,-1-1-1 0 0,1 1 1 0 0,-1 0-1 0 0,0 0 0 0 0,0-1 1 0 0,0 1-64 0 0,-1 0 0 0 0,1 0 0 0 0,0 0 1 0 0,-1 0-1 0 0,1 0 0 0 0,0 0 0 0 0,0 0 0 0 0,-1 0 0 0 0,1 1 1 0 0,0-1-1 0 0,0 0 0 0 0,-1 1 0 0 0,0 0 0 0 0,-7 3 213 0 0,0 1-1 0 0,0 0 0 0 0,1 1 0 0 0,0 0 0 0 0,0 0 0 0 0,-11 11 0 0 0,-38 48 447 0 0,42-46-531 0 0,0-1 20 0 0,-20 33-1 0 0,30-42-172 0 0,0-1 0 0 0,1 1 0 0 0,0 0 0 0 0,1 0-1 0 0,0 1 1 0 0,-3 16 0 0 0,5-24-60 0 0,1 1 1 0 0,-1-1-1 0 0,1 1 1 0 0,0-1-1 0 0,0 0 1 0 0,0 1-1 0 0,0-1 0 0 0,1 1 1 0 0,-1-1-1 0 0,1 1 1 0 0,-1-1-1 0 0,1 0 0 0 0,0 1 1 0 0,0-1-1 0 0,0 0 1 0 0,0 1-1 0 0,1-1 1 0 0,-1 0-1 0 0,0 0 0 0 0,1 0 1 0 0,-1 0-1 0 0,1-1 1 0 0,2 3-1 0 0,-1-2-5 0 0,-1-1 1 0 0,1 0-1 0 0,-1 1 0 0 0,1-1 1 0 0,0 0-1 0 0,0 0 0 0 0,0-1 0 0 0,0 1 1 0 0,-1-1-1 0 0,1 1 0 0 0,0-1 1 0 0,0 0-1 0 0,0 0 0 0 0,0 0 1 0 0,0 0-1 0 0,0-1 0 0 0,0 1 0 0 0,0-1 1 0 0,3-1-1 0 0,5-1-54 0 0,-1-1 0 0 0,-1-1 0 0 0,1 1 1 0 0,-1-1-1 0 0,1-1 0 0 0,-1 0 0 0 0,-1 0 0 0 0,1-1 0 0 0,12-13 0 0 0,-10 7 22 0 0,1 0-1 0 0,-2-1 0 0 0,1 0 0 0 0,-2-1 0 0 0,9-18 0 0 0,-18 33 49 0 0,0 0 0 0 0,0-1 0 0 0,0 1 0 0 0,0 0 0 0 0,0-1 0 0 0,0 1 0 0 0,0 0 0 0 0,0 0 0 0 0,0-1 0 0 0,1 1 0 0 0,-1 0 0 0 0,0 0 0 0 0,0-1 0 0 0,0 1 0 0 0,0 0 0 0 0,1 0 0 0 0,-1 0 0 0 0,0-1 0 0 0,0 1 0 0 0,0 0 0 0 0,1 0 0 0 0,-1 0 0 0 0,0-1 0 0 0,0 1 0 0 0,1 0 0 0 0,-1 0 0 0 0,0 0 0 0 0,0 0 0 0 0,1 0 0 0 0,-1 0 0 0 0,0 0 0 0 0,0 0 0 0 0,1 0 0 0 0,-1 0 0 0 0,0 0 0 0 0,1 0 0 0 0,-1 0 0 0 0,0 0 0 0 0,0 0 0 0 0,1 0 0 0 0,-1 0 0 0 0,0 0 0 0 0,1 0 0 0 0,-1 0 0 0 0,0 0 0 0 0,0 0 0 0 0,1 0 0 0 0,-1 1 0 0 0,0-1 0 0 0,0 0 0 0 0,1 0 0 0 0,-1 0 0 0 0,0 0 0 0 0,0 1 0 0 0,0-1 0 0 0,0 0 0 0 0,1 0 0 0 0,-1 1 0 0 0,0-1 0 0 0,0 0 0 0 0,0 0 0 0 0,0 1 0 0 0,1-1 0 0 0,8 10 41 0 0,-1 1 0 0 0,0 0 0 0 0,7 12 0 0 0,-6-10-1264 0 0,16 21 0 0 0,-21-29-546 0 0,1-1 0 0 0,-1 0 0 0 0,1 0-1 0 0,7 5 1 0 0,-1-2-6391 0 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0:02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21743 0 0,'0'0'1965'0'0,"3"8"-926"0"0,94 231 2520 0 0,-74-170-1948 0 0,21 111-1 0 0,-43-173-1622 0 0,11-24-115 0 0,3-13 72 0 0,1 2 0 0 0,1 0-1 0 0,24-30 1 0 0,-37 53 55 0 0,0 0 0 0 0,0 0 0 0 0,1 0 0 0 0,0 1 0 0 0,-1-1 0 0 0,1 1 0 0 0,1 0 0 0 0,-1 1 0 0 0,1-1 0 0 0,-1 1 0 0 0,1 0 0 0 0,0 1 0 0 0,0-1 0 0 0,0 1 0 0 0,1 0 0 0 0,-1 1 0 0 0,0 0 0 0 0,1 0 0 0 0,11-1 0 0 0,-13 2 2 0 0,-1 0 0 0 0,0 1 1 0 0,1-1-1 0 0,-1 1 0 0 0,0 0 0 0 0,1 0 0 0 0,-1 0 1 0 0,0 1-1 0 0,0-1 0 0 0,0 1 0 0 0,0 0 1 0 0,0 0-1 0 0,-1 1 0 0 0,1-1 0 0 0,0 1 0 0 0,-1 0 1 0 0,0 0-1 0 0,0 0 0 0 0,0 0 0 0 0,0 0 0 0 0,0 1 1 0 0,-1-1-1 0 0,1 1 0 0 0,-1 0 0 0 0,0-1 0 0 0,0 1 1 0 0,0 0-1 0 0,1 5 0 0 0,0 0-3 0 0,-1 0 1 0 0,1 0-1 0 0,-1 0 1 0 0,-1 0-1 0 0,0 0 1 0 0,0 0-1 0 0,-1 0 0 0 0,0 1 1 0 0,-3 16-1 0 0,2-19-10 0 0,0 0 0 0 0,-1 0 0 0 0,0-1 0 0 0,-1 1 0 0 0,1-1 0 0 0,-1 1-1 0 0,-1-1 1 0 0,1 0 0 0 0,-1 0 0 0 0,0 0 0 0 0,0-1 0 0 0,-1 1 0 0 0,-8 7 0 0 0,5-7-50 0 0,0 0 0 0 0,0 0 1 0 0,-1 0-1 0 0,0-1 0 0 0,0 0 1 0 0,0-1-1 0 0,-1 0 0 0 0,-16 4 1 0 0,21-6-128 0 0,1-1 1 0 0,-1 0 0 0 0,0-1 0 0 0,1 1-1 0 0,-1-1 1 0 0,0 0 0 0 0,1 0 0 0 0,-1 0 0 0 0,0-1-1 0 0,0 1 1 0 0,1-1 0 0 0,-1 0 0 0 0,1-1-1 0 0,-1 1 1 0 0,1-1 0 0 0,-1 0 0 0 0,1 0-1 0 0,0 0 1 0 0,0-1 0 0 0,0 1 0 0 0,-4-4-1 0 0,7 4-138 0 0,-1 1 0 0 0,0-1 0 0 0,1 0 0 0 0,0 0 0 0 0,-1 0 0 0 0,1 0 0 0 0,0 0 0 0 0,0-1-1 0 0,-1-2 1 0 0,-2-13-5774 0 0,4 0-1264 0 0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0:02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18831 0 0,'0'0'1706'0'0,"1"1"-1405"0"0,2 10 557 0 0,-1-1 0 0 0,0 1 0 0 0,0-1-1 0 0,-1 1 1 0 0,0 14 0 0 0,-6 56 2379 0 0,3-62-2959 0 0,2-1 0 0 0,0 1 0 0 0,1-1 0 0 0,0 1 0 0 0,2-1 0 0 0,0 0 1 0 0,1 0-1 0 0,1 0 0 0 0,9 21 0 0 0,-12-34-275 0 0,1 0 0 0 0,-1 0 1 0 0,1 0-1 0 0,0 0 0 0 0,1 0 0 0 0,-1-1 1 0 0,1 0-1 0 0,0 0 0 0 0,0 0 0 0 0,0 0 1 0 0,0 0-1 0 0,1-1 0 0 0,0 0 0 0 0,0 0 1 0 0,-1 0-1 0 0,2 0 0 0 0,-1-1 0 0 0,0 0 1 0 0,9 2-1 0 0,-6-2-16 0 0,-1-1 0 0 0,0 0-1 0 0,0-1 1 0 0,1 1 0 0 0,-1-2 0 0 0,0 1 0 0 0,0-1 0 0 0,1 0 0 0 0,-1 0 0 0 0,0-1 0 0 0,0 0-1 0 0,0 0 1 0 0,0-1 0 0 0,12-6 0 0 0,-7 1-35 0 0,0 1 0 0 0,-1-2 0 0 0,0 0 0 0 0,-1 0 0 0 0,1-1 0 0 0,-2 0 0 0 0,0-1 0 0 0,0 0 0 0 0,-1-1 0 0 0,0 1 0 0 0,-1-1 0 0 0,0-1 0 0 0,-1 0 0 0 0,9-26 0 0 0,-13 34 42 0 0,-1 1 1 0 0,0-1-1 0 0,0 0 1 0 0,-1 0-1 0 0,1 0 1 0 0,-1-6-1 0 0,0 10 8 0 0,0 0-1 0 0,0 0 1 0 0,0 0 0 0 0,0 0-1 0 0,0 0 1 0 0,0 0 0 0 0,-1 0-1 0 0,1 0 1 0 0,0 0 0 0 0,0 0-1 0 0,-1 0 1 0 0,1 0 0 0 0,-1 0-1 0 0,1 0 1 0 0,-1 0 0 0 0,1 0-1 0 0,-1 1 1 0 0,0-1 0 0 0,1 0-1 0 0,-1 0 1 0 0,0 1 0 0 0,0-1-1 0 0,1 0 1 0 0,-1 1 0 0 0,0-1-1 0 0,0 1 1 0 0,0-1 0 0 0,0 1-1 0 0,0-1 1 0 0,0 1 0 0 0,0 0-1 0 0,0-1 1 0 0,0 1 0 0 0,0 0-1 0 0,0 0 1 0 0,-1 0 0 0 0,0 0 21 0 0,0 0 1 0 0,-1 1-1 0 0,1 0 1 0 0,0-1-1 0 0,1 1 0 0 0,-1 0 1 0 0,0 0-1 0 0,0 0 1 0 0,0 0-1 0 0,0 0 1 0 0,1 0-1 0 0,-1 1 1 0 0,0-1-1 0 0,1 1 1 0 0,-1-1-1 0 0,1 1 1 0 0,-2 2-1 0 0,-2 3 69 0 0,-1 0-1 0 0,-6 14 1 0 0,8-13-49 0 0,0 1 0 0 0,1 0 0 0 0,0-1 0 0 0,0 1 1 0 0,1 0-1 0 0,0 1 0 0 0,1-1 0 0 0,-1 0 0 0 0,2 17 0 0 0,0-21-48 0 0,0-1 0 0 0,0 0-1 0 0,1 0 1 0 0,0 0 0 0 0,0 1-1 0 0,0-1 1 0 0,0 0 0 0 0,1 0-1 0 0,-1-1 1 0 0,1 1 0 0 0,0 0 0 0 0,0 0-1 0 0,1-1 1 0 0,-1 1 0 0 0,1-1-1 0 0,-1 0 1 0 0,1 0 0 0 0,0 0 0 0 0,0 0-1 0 0,1 0 1 0 0,-1-1 0 0 0,1 0-1 0 0,6 4 1 0 0,-1-2-208 0 0,1 0 1 0 0,0-1-1 0 0,0 0 0 0 0,0-1 0 0 0,1 0 1 0 0,-1-1-1 0 0,0 0 0 0 0,1 0 1 0 0,-1-1-1 0 0,13-2 0 0 0,3-1-1625 0 0,0-2 1 0 0,48-14-1 0 0,-41 8-45 0 0</inkml:trace>
  <inkml:trace contextRef="#ctx0" brushRef="#br0" timeOffset="1">1075 8 7831 0 0,'-2'-8'16251'0'0,"2"26"-12051"0"0,7 80-558 0 0,18 49-3351 0 0,-13-81-163 0 0,6 25-787 0 0,-16-85 732 0 0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0:03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21191 0 0,'0'0'1920'0'0,"2"0"-1581"0"0,25 2 2150 0 0,47 9-1 0 0,-42-6-1457 0 0,185 39 1205 0 0,-182-34-2186 0 0,0 2 0 0 0,-1 1-1 0 0,0 2 1 0 0,33 19 0 0 0,-63-31-50 0 0,1 0 1 0 0,-1 0-1 0 0,0 1 0 0 0,0-1 0 0 0,0 1 1 0 0,-1 0-1 0 0,1 0 0 0 0,-1 0 0 0 0,0 0 1 0 0,0 0-1 0 0,-1 1 0 0 0,1 0 0 0 0,-1-1 1 0 0,0 1-1 0 0,0 0 0 0 0,0 0 1 0 0,-1 0-1 0 0,0 0 0 0 0,0 1 0 0 0,0-1 1 0 0,-1 0-1 0 0,0 0 0 0 0,1 1 0 0 0,-2-1 1 0 0,1 0-1 0 0,-1 0 0 0 0,0 1 0 0 0,0-1 1 0 0,0 0-1 0 0,-1 0 0 0 0,1 0 1 0 0,-1 0-1 0 0,-1-1 0 0 0,1 1 0 0 0,-1 0 1 0 0,1-1-1 0 0,-1 0 0 0 0,-1 1 0 0 0,-4 4 1 0 0,-4 3 7 0 0,-1 0 0 0 0,0 0 1 0 0,-1-2-1 0 0,0 1 0 0 0,-1-2 0 0 0,-18 10 1 0 0,-6-1-12 0 0,-55 18 1 0 0,77-31-118 0 0,0-1 1 0 0,-28 3-1 0 0,9-1-348 0 0,32-5 311 0 0,-2 0-715 0 0</inkml:trace>
  <inkml:trace contextRef="#ctx0" brushRef="#br0" timeOffset="1">716 416 13359 0 0,'0'0'1027'0'0,"-1"1"-670"0"0,-16 19 10511 0 0,10-4-6613 0 0,5-9-3970 0 0,1-6 27 0 0,2 0-846 0 0,0 0 47 0 0,-1 0 1 0 0,1-1 0 0 0,0 1-1 0 0,0 0 1 0 0,0-1-1 0 0,0 1 1 0 0,0-1 0 0 0,0 1-1 0 0,0-1 1 0 0,0 0 0 0 0,0 1-1 0 0,0-1 1 0 0,0 0 0 0 0,0 0-1 0 0,0 0 1 0 0,0 0-1 0 0,1 0 1 0 0,0 0 0 0 0,-2 0-127 0 0,15 1-8047 0 0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0:03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0 103 14279 0 0,'0'0'1103'0'0,"2"-9"-678"0"0,0 6 216 0 0,-1-1 0 0 0,1 1 0 0 0,0-1 0 0 0,0 1 0 0 0,0 0 0 0 0,0 0-1 0 0,1 0 1 0 0,-1 0 0 0 0,1 0 0 0 0,0 0 0 0 0,0 1 0 0 0,0-1 0 0 0,0 1 0 0 0,5-2-1 0 0,2-3 407 0 0,1 1 0 0 0,1 1 0 0 0,13-5 0 0 0,-11 5-758 0 0,-1 1 0 0 0,1 1-1 0 0,0 0 1 0 0,0 1 0 0 0,0 1-1 0 0,1 0 1 0 0,-1 0 0 0 0,0 2-1 0 0,18 2 1 0 0,-30-3-286 0 0,0 1 0 0 0,0-1 1 0 0,-1 1-1 0 0,1-1 0 0 0,0 1 0 0 0,-1 0 0 0 0,1-1 1 0 0,-1 1-1 0 0,1 0 0 0 0,-1 0 0 0 0,1 0 0 0 0,-1 0 1 0 0,0 0-1 0 0,1 1 0 0 0,-1-1 0 0 0,0 0 0 0 0,0 1 1 0 0,0-1-1 0 0,0 1 0 0 0,1 1 0 0 0,-1 0 6 0 0,0 0-1 0 0,0 0 0 0 0,0 0 0 0 0,-1 0 1 0 0,1 0-1 0 0,-1 1 0 0 0,1-1 0 0 0,-1 0 1 0 0,0 0-1 0 0,-1 5 0 0 0,-1 3 15 0 0,0 1 0 0 0,-1 0-1 0 0,0-1 1 0 0,-10 21 0 0 0,0-8-23 0 0,-1 0 0 0 0,-1 0 0 0 0,-1-2 0 0 0,-21 23 0 0 0,0 2 0 0 0,0-1 0 0 0,20-26 0 0 0,0 1 0 0 0,-21 37 0 0 0,34-49 0 0 0,3-8 0 0 0,1-1 0 0 0,0 1 0 0 0,-1-1 0 0 0,1 0 0 0 0,0 1 0 0 0,0-1 0 0 0,0 1 0 0 0,-1-1 0 0 0,1 1 0 0 0,0-1 0 0 0,0 1 0 0 0,0 0 0 0 0,0-1 0 0 0,0 1 0 0 0,0-1 0 0 0,0 1 0 0 0,0-1 0 0 0,0 1 0 0 0,0-1 0 0 0,0 1 0 0 0,0-1 0 0 0,0 1 0 0 0,0-1 0 0 0,1 1 0 0 0,-1-1 0 0 0,0 1 0 0 0,0-1 0 0 0,1 1 0 0 0,-1-1 0 0 0,0 1 0 0 0,1-1 0 0 0,0 1 0 0 0,-1 0 0 0 0,7 6 0 0 0,-3-5 0 0 0,0-1 0 0 0,-1 1 0 0 0,1-1 0 0 0,0 1 0 0 0,0-1 0 0 0,0 0 0 0 0,1-1 0 0 0,-1 1 0 0 0,5-1 0 0 0,42-1 0 0 0,-32 0 0 0 0,44-4 0 0 0,75-17 0 0 0,-137 22 0 0 0,129-21-2399 0 0,-116 18 1238 0 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0:04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31 17503 0 0,'-2'-1'1352'0'0,"-20"-7"-809"0"0,-3-2 3606 0 0,1 1 2576 0 0,24 9-6735 0 0,-1-1 0 0 0,0 1 0 0 0,1 0 0 0 0,-1 0 0 0 0,0-1 0 0 0,1 1 0 0 0,-1 0 0 0 0,0 0 0 0 0,1 0 0 0 0,-1-1 0 0 0,0 1 0 0 0,1 0 0 0 0,-1 0 0 0 0,0 0 0 0 0,1 0 0 0 0,-1 0 0 0 0,0 1-1 0 0,1-1 1 0 0,-1 0 0 0 0,0 0 0 0 0,1 0 0 0 0,-1 1 0 0 0,0-1 0 0 0,1 0 0 0 0,-1 0 0 0 0,0 1 0 0 0,1-1 0 0 0,-2 1 0 0 0,2 1-224 0 0,-1-1 1 0 0,1 0-1 0 0,-1 1 1 0 0,1-1-1 0 0,0 1 1 0 0,-1-1-1 0 0,1 0 0 0 0,0 1 1 0 0,0-1-1 0 0,0 1 1 0 0,0-1-1 0 0,0 1 1 0 0,1 1-1 0 0,0 6-1406 0 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0:05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20271 0 0,'0'0'3512'0'0,"1"10"-416"0"0,1 0-624 0 0,3-2-2264 0 0,3-3-104 0 0,3-4-2472 0 0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0:28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37 193 13183 0 0,'-5'-7'1195'0'0,"-10"-14"-1438"0"0,13 17 954 0 0,-1-1 0 0 0,1 1-1 0 0,0-1 1 0 0,0 0 0 0 0,-1-6 0 0 0,2 9-296 0 0,0 0 1 0 0,1-1 0 0 0,0 1 0 0 0,0-1-1 0 0,0 1 1 0 0,0-1 0 0 0,0 1 0 0 0,0 0-1 0 0,0-1 1 0 0,1 1 0 0 0,-1-1 0 0 0,1 1-1 0 0,0 0 1 0 0,0-1 0 0 0,0 1 0 0 0,0 0-1 0 0,0 0 1 0 0,0 0 0 0 0,0 0 0 0 0,1 0-1 0 0,-1 0 1 0 0,5-4 1236 0 0,1 5-432 0 0,2 1-656 0 0,-6 1-504 0 0,1 1 1 0 0,-1-1 0 0 0,0 1-1 0 0,0 0 1 0 0,0 0 0 0 0,-1 0-1 0 0,1 0 1 0 0,0 1 0 0 0,-1-1-1 0 0,1 1 1 0 0,-1 0 0 0 0,0-1-1 0 0,0 1 1 0 0,0 0 0 0 0,1 4-1 0 0,4 7 25 0 0,-1 0-1 0 0,5 18 0 0 0,-3-9 22 0 0,28 86 127 0 0,-21-59-126 0 0,38 83 0 0 0,-44-116-98 0 0,-9-17-9 0 0,0 0 0 0 0,0 1 0 0 0,1-1 0 0 0,-1 0 0 0 0,0 0 0 0 0,0 1 0 0 0,0-1 0 0 0,0 0 0 0 0,1 0 0 0 0,-1 0 0 0 0,0 1 0 0 0,0-1 0 0 0,1 0 0 0 0,-1 0 0 0 0,0 0 0 0 0,0 0 0 0 0,1 0 0 0 0,-1 1 0 0 0,0-1 0 0 0,0 0 0 0 0,1 0 0 0 0,-1 0 0 0 0,0 0 0 0 0,1 0 0 0 0,-1 0 0 0 0,0 0 0 0 0,0 0 0 0 0,1 0 0 0 0,-1 0 0 0 0,0 0 0 0 0,1 0 0 0 0,-1 0 0 0 0,0 0 0 0 0,0 0 0 0 0,1 0 0 0 0,-1 0 0 0 0,0-1 0 0 0,1 1 0 0 0,-1 0 0 0 0,0 0 0 0 0,0 0 0 0 0,1 0 0 0 0,-1-1 0 0 0,0 1 0 0 0,0 0 0 0 0,0 0 0 0 0,1 0 0 0 0,-1-1 0 0 0,0 1 0 0 0,0 0 0 0 0,0 0 0 0 0,0-1 0 0 0,0 1 0 0 0,1 0 0 0 0,-1-1 0 0 0,5-5 0 0 0,-1-1 0 0 0,1-1 0 0 0,-1 1 0 0 0,0-1 0 0 0,-1 1 0 0 0,0-1 0 0 0,0 0 0 0 0,1-11 0 0 0,0 7 0 0 0,26-93 6 0 0,-14 43-28 0 0,44-106 1 0 0,-57 161-119 0 0,1 0 0 0 0,0 0 1 0 0,0 1-1 0 0,1 0 0 0 0,0-1 1 0 0,0 1-1 0 0,6-5 1 0 0,-9 8-183 0 0,1 1 1 0 0,-1 0 0 0 0,1 0-1 0 0,0 0 1 0 0,-1 1 0 0 0,1-1 0 0 0,0 1-1 0 0,0-1 1 0 0,0 1 0 0 0,0 0 0 0 0,1 0-1 0 0,-1 0 1 0 0,0 1 0 0 0,0-1-1 0 0,0 1 1 0 0,1-1 0 0 0,-1 1 0 0 0,0 0-1 0 0,5 1 1 0 0,5 3-2323 0 0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0:28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14279 0 0,'0'0'11983'0'0,"1"1"-10765"0"0,5 3-953 0 0,0-2 0 0 0,-1 1 0 0 0,1 0 0 0 0,0-1-1 0 0,0 0 1 0 0,1-1 0 0 0,-1 1 0 0 0,0-1 0 0 0,0 0-1 0 0,1-1 1 0 0,-1 0 0 0 0,1 0 0 0 0,-1 0 0 0 0,12-2-1 0 0,-5 1-141 0 0,1 1 0 0 0,-1 0 1 0 0,27 5-1 0 0,-37-5-122 0 0,-3 1 2 0 0,1-1 1 0 0,0 0 0 0 0,0 0 0 0 0,-1 1-1 0 0,1-1 1 0 0,0 0 0 0 0,-1 1 0 0 0,1-1-1 0 0,0 1 1 0 0,-1-1 0 0 0,1 1 0 0 0,-1-1-1 0 0,1 1 1 0 0,-1 0 0 0 0,1-1 0 0 0,-1 1-1 0 0,1 0 1 0 0,-1-1 0 0 0,1 1-1 0 0,-1 0 1 0 0,0 0 0 0 0,0-1 0 0 0,1 1-1 0 0,-1 0 1 0 0,0 0 0 0 0,0-1 0 0 0,0 2-1 0 0,1 21 81 0 0,-1-23-82 0 0,0 6 26 0 0,-1 0-1 0 0,0 0 0 0 0,-1 0 0 0 0,1-1 1 0 0,-1 1-1 0 0,0 0 0 0 0,-5 8 0 0 0,-1 1 71 0 0,-14 18-1 0 0,15-24-65 0 0,1 0-1 0 0,0 0 0 0 0,0 1 0 0 0,1 0 0 0 0,-7 21 0 0 0,11-30-14 0 0,0 0-17 0 0,1-1 1 0 0,0 1-1 0 0,-1-1 1 0 0,1 1-1 0 0,0-1 1 0 0,0 1 0 0 0,0-1-1 0 0,-1 1 1 0 0,1 0-1 0 0,0-1 1 0 0,0 1-1 0 0,0-1 1 0 0,0 1-1 0 0,0-1 1 0 0,0 1-1 0 0,0 0 1 0 0,0-1 0 0 0,0 1-1 0 0,1-1 1 0 0,-1 1-1 0 0,0-1 1 0 0,0 1-1 0 0,0-1 1 0 0,1 1-1 0 0,-1 0 1 0 0,5 7-1 0 0,-1-5 0 0 0,-1-1 0 0 0,1 1 0 0 0,0-1 0 0 0,-1 0 0 0 0,1 0 0 0 0,0 0 0 0 0,0-1 0 0 0,0 1 0 0 0,1-1 0 0 0,-1 0 0 0 0,0 0 0 0 0,0-1 0 0 0,8 1 0 0 0,-1 0 0 0 0,1-2 0 0 0,-1 1 0 0 0,0-1 0 0 0,13-3 0 0 0,-7 0-118 0 0,18-3-1805 0 0,-1-1 0 0 0,49-20 0 0 0,-60 19 50 0 0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0:29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 23695 0 0,'-6'-3'7263'0'0,"7"4"-6590"0"0,98 50-204 0 0,118 54 198 0 0,-162-83-667 0 0,-45-18 0 0 0,-9-4 0 0 0,-1 1 0 0 0,0-1 0 0 0,1 0 0 0 0,-1 0 0 0 0,1 1 0 0 0,-1-1 0 0 0,0 0 0 0 0,1 0 0 0 0,-1 1 0 0 0,1-1 0 0 0,-1 0 0 0 0,0 1 0 0 0,1-1 0 0 0,-1 0 0 0 0,0 1 0 0 0,0-1 0 0 0,1 1 0 0 0,-1-1 0 0 0,0 1 0 0 0,0-1 0 0 0,0 0 0 0 0,0 1 0 0 0,1 0 0 0 0,-4 3 0 0 0,3-3 0 0 0,-2 2 0 0 0,0 1 0 0 0,0-1 0 0 0,-1 0 0 0 0,1 1 0 0 0,-1-1 0 0 0,0 0 0 0 0,0 0 0 0 0,0-1 0 0 0,0 1 0 0 0,0-1 0 0 0,-1 1 0 0 0,-4 1 0 0 0,-8 4 0 0 0,-27 10 0 0 0,10-6 0 0 0,-72 33 0 0 0,77-33-99 0 0,27-12 23 0 0,9 5-6693 0 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0:29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88 22199 0 0,'0'0'3301'0'0,"-1"1"-2318"0"0,0 5-520 0 0,0-1 0 0 0,0 1 1 0 0,1-1-1 0 0,-1 1 0 0 0,1 0 0 0 0,0-1 0 0 0,1 1 1 0 0,-1 0-1 0 0,3 7 0 0 0,16 53 615 0 0,-16-55-993 0 0,22 55 149 0 0,62 121 1 0 0,-81-175-231 0 0,1 0 0 0 0,0-1 0 0 0,1 1 0 0 0,13 13 0 0 0,-15-19-4 0 0,2-1 0 0 0,-7-5 0 0 0,-1 0 0 0 0,0 1 0 0 0,1-1 0 0 0,-1 0 0 0 0,1 1 0 0 0,-1-1 0 0 0,0 0 0 0 0,1 0 0 0 0,-1 1 0 0 0,1-1 0 0 0,-1 0 0 0 0,1 0 0 0 0,-1 0 0 0 0,1 0 0 0 0,-1 0 0 0 0,1 0 0 0 0,-1 0 0 0 0,1 0 0 0 0,-1 0 0 0 0,1 0 0 0 0,-1 0 0 0 0,1 0 0 0 0,-1 0 0 0 0,1 0 0 0 0,-1 0 0 0 0,1 0 0 0 0,-1 0 0 0 0,1-1 0 0 0,-1 1 0 0 0,1 0 0 0 0,-1 0 0 0 0,1-1 0 0 0,0 0 0 0 0,0 1 0 0 0,4-3 0 0 0,0 0 0 0 0,0 0 0 0 0,0-1 0 0 0,0 0 0 0 0,-1 1 0 0 0,1-1 0 0 0,-1-1 0 0 0,0 1 0 0 0,0-1 0 0 0,4-6 0 0 0,3-7 0 0 0,15-30 0 0 0,-15 25 0 0 0,12-24-14 0 0,-2-2 0 0 0,-2 0 0 0 0,-2-1 0 0 0,-3 0 0 0 0,-1-1-1 0 0,5-58 1 0 0,-18 88-204 0 0,0 19-248 0 0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0:30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372 131 5063 0 0,'3'-7'451'0'0,"4"-19"-967"0"0,-2-3 6396 0 0,-5 25-4749 0 0,0 1 0 0 0,1-1 0 0 0,-1 1 0 0 0,-1-1 1 0 0,1 1-1 0 0,0-1 0 0 0,-1 1 0 0 0,0-1 0 0 0,1 1 0 0 0,-1-1 0 0 0,-1 1 1 0 0,1 0-1 0 0,-4-7 0 0 0,4 9-991 0 0,0 0-1 0 0,0 0 1 0 0,-1 0 0 0 0,1-1 0 0 0,0 1-1 0 0,-1 0 1 0 0,1 1 0 0 0,-1-1 0 0 0,1 0-1 0 0,-1 0 1 0 0,0 1 0 0 0,1-1 0 0 0,-1 1 0 0 0,0-1-1 0 0,1 1 1 0 0,-1 0 0 0 0,0 0 0 0 0,1-1-1 0 0,-1 1 1 0 0,0 0 0 0 0,0 1 0 0 0,1-1 0 0 0,-3 0-1 0 0,-5 2 103 0 0,0 0 0 0 0,0 0 0 0 0,-9 5-1 0 0,12-5-125 0 0,-12 5 92 0 0,1 1 1 0 0,0 0-1 0 0,-25 18 0 0 0,30-18-80 0 0,-20 19-1 0 0,27-23-115 0 0,1 1 0 0 0,0-1 1 0 0,0 1-1 0 0,0 0 1 0 0,1 0-1 0 0,-1 1 0 0 0,-2 5 1 0 0,3 4 41 0 0,5-10-66 0 0,-1-4 8 0 0,1 2-15 0 0,0 0 0 0 0,0-1 1 0 0,0 0-1 0 0,0 1 0 0 0,0-1 0 0 0,1 0 0 0 0,-1 0 0 0 0,1 0 0 0 0,-1 0 0 0 0,1 0 0 0 0,0-1 0 0 0,-1 1 0 0 0,1-1 0 0 0,0 0 0 0 0,0 0 0 0 0,0 0 0 0 0,0 0 0 0 0,0 0 0 0 0,1 0 1 0 0,4-1-1 0 0,1 1-31 0 0,0 0 0 0 0,0-1 1 0 0,0 0-1 0 0,0-1 0 0 0,-1 0 1 0 0,14-3-1 0 0,-14 2 32 0 0,-1-1-1 0 0,1 0 1 0 0,-1 0-1 0 0,1-1 1 0 0,-1 0-1 0 0,0 0 1 0 0,-1-1-1 0 0,1 0 1 0 0,-1 0-1 0 0,0-1 1 0 0,0 1-1 0 0,0-1 1 0 0,-1-1-1 0 0,5-6 1 0 0,-9 12 807 0 0,5 22-629 0 0,19 60-152 0 0,16 62 27 0 0,-36-122-31 0 0,-2 0 0 0 0,0 1 0 0 0,-1-1 1 0 0,-3 41-1 0 0,1-55 3 0 0,-1 0-1 0 0,0-1 1 0 0,-1 1 0 0 0,1 0-1 0 0,-1-1 1 0 0,0 0 0 0 0,-1 1 0 0 0,0-1-1 0 0,0 0 1 0 0,-6 8 0 0 0,7-11 3 0 0,0 0 1 0 0,0 0 0 0 0,-1-1 0 0 0,1 0-1 0 0,-1 1 1 0 0,0-1 0 0 0,0 0-1 0 0,0 0 1 0 0,0-1 0 0 0,0 1-1 0 0,0 0 1 0 0,0-1 0 0 0,-1 0 0 0 0,1 0-1 0 0,0 0 1 0 0,-1 0 0 0 0,1-1-1 0 0,-1 1 1 0 0,1-1 0 0 0,-1 0 0 0 0,-5 0-1 0 0,-14-2 59 0 0,0-1 0 0 0,-1-1 0 0 0,2-2 0 0 0,-1 0 0 0 0,-30-13 1 0 0,16 3-1502 0 0,0-2 0 0 0,-43-28 0 0 0,63 35-8988 0 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1:00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0 115 5063 0 0,'3'0'15706'0'0,"73"-21"-13929"0"0,0 4 1 0 0,1 4-1 0 0,118-7 1 0 0,88-6-6735 0 0,-232 15-2495 0 0,-28 4 757 0 0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1:01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 10591 0 0,'-18'-1'11781'0'0,"20"2"-11658"0"0,-1 1 0 0 0,0-1 0 0 0,1 0 0 0 0,0 1 0 0 0,-1-1 0 0 0,1 0-1 0 0,0 0 1 0 0,0 0 0 0 0,2 1 0 0 0,-2-1 51 0 0,20 10 199 0 0,0-1-1 0 0,34 10 1 0 0,18 7-471 0 0,-64-22 58 0 0,0 0 0 0 0,-1 0 0 0 0,1 1 0 0 0,-1 0 0 0 0,9 9 0 0 0,-16-13 26 0 0,0-1-1 0 0,-1 1 1 0 0,1 0-1 0 0,-1-1 1 0 0,1 1 0 0 0,-1 0-1 0 0,0 0 1 0 0,0 0-1 0 0,0 0 1 0 0,0 0 0 0 0,0 0-1 0 0,0 0 1 0 0,0 0-1 0 0,-1 0 1 0 0,1 0 0 0 0,-1 0-1 0 0,0 1 1 0 0,0-1-1 0 0,1 4 1 0 0,-2-3 14 0 0,0 0 0 0 0,1 0 0 0 0,-1 0 0 0 0,0 0 0 0 0,0 0 1 0 0,-1-1-1 0 0,1 1 0 0 0,0 0 0 0 0,-1-1 0 0 0,0 0 0 0 0,0 1 0 0 0,1-1 0 0 0,-1 0 0 0 0,-5 4 0 0 0,-32 25 149 0 0,24-19-490 0 0,-16 15 0 0 0,26-20-2764 0 0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1:01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10135 0 0,'0'0'778'0'0,"1"2"-506"0"0,11 73 13061 0 0,8-3-9593 0 0,-14-54-3609 0 0,1 0-1 0 0,1-1 1 0 0,1 0 0 0 0,1 0-1 0 0,0-1 1 0 0,13 16-1 0 0,-10-16-87 0 0,0-1-1 0 0,2-1 0 0 0,29 24 1 0 0,-38-33-34 0 0,1 0 1 0 0,0-1 0 0 0,0 0 0 0 0,0 0-1 0 0,1 0 1 0 0,-1-1 0 0 0,1 0 0 0 0,0-1-1 0 0,0 0 1 0 0,0 0 0 0 0,0-1 0 0 0,12 1-1 0 0,-18-2 6 0 0,1 0 0 0 0,-1-1 0 0 0,1 1-1 0 0,-1-1 1 0 0,1 1 0 0 0,-1-1 0 0 0,0 0-1 0 0,0 0 1 0 0,1 0 0 0 0,-1 0 0 0 0,0 0-1 0 0,0-1 1 0 0,0 1 0 0 0,0-1 0 0 0,0 1-1 0 0,0-1 1 0 0,-1 0 0 0 0,1 1 0 0 0,-1-1-1 0 0,1 0 1 0 0,-1 0 0 0 0,1 0 0 0 0,-1 0-1 0 0,0-1 1 0 0,0 1 0 0 0,0 0 0 0 0,1-5-1 0 0,2-5 46 0 0,-1-1 0 0 0,-1 1 0 0 0,3-26-1 0 0,-4 26-60 0 0,4-100-5 0 0,0 3-2804 0 0,-5 105 2321 0 0,1 0 1 0 0,0 0-1 0 0,0 0 0 0 0,0 0 0 0 0,0 0 1 0 0,0 0-1 0 0,1 0 0 0 0,1-4 0 0 0,4-1-1408 0 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1:02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404 76 6911 0 0,'0'0'528'0'0,"-2"0"-341"0"0,-21-2 822 0 0,14 1 1628 0 0,0 1-1 0 0,1 1 1 0 0,-1-1-1 0 0,-13 4 1 0 0,-3 2-1359 0 0,-1 1 0 0 0,1 1 0 0 0,-33 15 0 0 0,35-12-792 0 0,0 1 1 0 0,2 0-1 0 0,-1 2 1 0 0,2 0-1 0 0,-31 28 0 0 0,47-39-444 0 0,2-1-35 0 0,0 0 0 0 0,0 1 1 0 0,0-1-1 0 0,0 0 0 0 0,0 1 1 0 0,0-1-1 0 0,0 1 0 0 0,1-1 1 0 0,-2 5-1 0 0,0 8 13 0 0,4-12-54 0 0,0-2 15 0 0,-1 0-6 0 0,1 1 1 0 0,-1-1-1 0 0,1 0 1 0 0,-1 0-1 0 0,1 0 1 0 0,0 0-1 0 0,-1 0 1 0 0,1 0 0 0 0,0 0-1 0 0,0 0 1 0 0,0-1-1 0 0,0 1 1 0 0,0 0-1 0 0,0 0 1 0 0,0-1-1 0 0,0 1 1 0 0,0 0-1 0 0,0-1 1 0 0,2 1-1 0 0,20 7-473 0 0,-13-7 282 0 0,-1 0 0 0 0,1 0 0 0 0,-1-1 0 0 0,1 0 0 0 0,-1 0 0 0 0,1-1 0 0 0,-1 0 0 0 0,1-1 0 0 0,-1 0 0 0 0,0-1 0 0 0,17-7 0 0 0,-13 5-52 0 0,0-2 0 0 0,-1 0 0 0 0,0 0 0 0 0,0-1 1 0 0,-1-1-1 0 0,0 0 0 0 0,12-12 0 0 0,-12 9-1 0 0,-1 0 0 0 0,0 0-1 0 0,-1-1 1 0 0,8-14 0 0 0,-14 21 222 0 0,0 0 1 0 0,0 0 0 0 0,-1 0 0 0 0,0 0-1 0 0,0 0 1 0 0,0 0 0 0 0,-1 0-1 0 0,0-1 1 0 0,0 1 0 0 0,-1 0 0 0 0,1-1-1 0 0,-2-9 1 0 0,1 15 67 0 0,0 0-1 0 0,0 0 1 0 0,0 0-1 0 0,0 0 0 0 0,0 0 1 0 0,-1 1-1 0 0,1-1 1 0 0,0 0-1 0 0,0 0 1 0 0,-1 0-1 0 0,1 1 1 0 0,-1-1-1 0 0,1 0 1 0 0,0 0-1 0 0,-1 1 0 0 0,1-1 1 0 0,-1 0-1 0 0,0 1 1 0 0,0-2-1 0 0,1 2 6 0 0,-1 0 0 0 0,1 0-1 0 0,-1 0 1 0 0,1 1-1 0 0,-1-1 1 0 0,1 0 0 0 0,0 0-1 0 0,-1 0 1 0 0,1 0-1 0 0,-1 1 1 0 0,1-1 0 0 0,0 0-1 0 0,-1 0 1 0 0,1 1 0 0 0,0-1-1 0 0,-1 0 1 0 0,1 1-1 0 0,0-1 1 0 0,-1 0 0 0 0,1 1-1 0 0,0-1 1 0 0,0 0-1 0 0,-1 1 1 0 0,1-1 0 0 0,0 1-1 0 0,-3 4 68 0 0,0 0-1 0 0,1 1 1 0 0,0-1-1 0 0,-2 9 0 0 0,3-8-84 0 0,0 0-1 0 0,0-1 0 0 0,1 1 0 0 0,0 0 0 0 0,0 0 1 0 0,1-1-1 0 0,0 1 0 0 0,0 0 0 0 0,0-1 0 0 0,1 1 0 0 0,-1-1 1 0 0,1 0-1 0 0,1 1 0 0 0,-1-1 0 0 0,4 6 0 0 0,3 3-37 0 0,0-1-1 0 0,0 0 1 0 0,2-1 0 0 0,12 13-1 0 0,-10-14-218 0 0,-1-1 1 0 0,2 0-1 0 0,0-1 0 0 0,0 0 1 0 0,27 12-1 0 0,-33-17 43 0 0,1 0 0 0 0,-1-1 0 0 0,1 0 0 0 0,0-1-1 0 0,0 0 1 0 0,14 2 0 0 0,-18-4 60 0 0,-1 1 0 0 0,0-2 0 0 0,0 1-1 0 0,0 0 1 0 0,0-1 0 0 0,0 1 0 0 0,0-1 0 0 0,0 0-1 0 0,0-1 1 0 0,0 1 0 0 0,0-1 0 0 0,0 0 0 0 0,-1 0-1 0 0,1 0 1 0 0,-1 0 0 0 0,1 0 0 0 0,3-4 0 0 0,-1 0 14 0 0,0-1 0 0 0,-1 0 0 0 0,0 0 1 0 0,0 0-1 0 0,0-1 0 0 0,-1 1 0 0 0,0-1 1 0 0,-1 0-1 0 0,5-17 0 0 0,-3 8 299 0 0,-1-1-1 0 0,-1-1 0 0 0,2-29 1 0 0,-5 37 469 0 0,0 0 0 0 0,0-1 0 0 0,-1 1 0 0 0,-4-18 2926 0 0,4 31-3399 0 0,0-1 0 0 0,0 1 0 0 0,0-1 0 0 0,0 1 0 0 0,0-1 0 0 0,1 1 0 0 0,-1 0 0 0 0,1 0 0 0 0,-1 1-1 0 0,0 5 32 0 0,0 1-1 0 0,0-1 0 0 0,1 0 0 0 0,0 1 0 0 0,1-1 0 0 0,0 0 1 0 0,0 1-1 0 0,1-1 0 0 0,4 15 0 0 0,5 7 145 0 0,18 35 1 0 0,-24-54-253 0 0,33 68 176 0 0,49 113-40 0 0,-85-185-225 0 0,1 1 0 0 0,-1-1 0 0 0,0 1 0 0 0,0 9 0 0 0,-2-15-66 0 0,-1-3-486 0 0,0 1 501 0 0,0 0-1 0 0,-1-1 1 0 0,1 1 0 0 0,0-1 0 0 0,0 1 0 0 0,0-1 0 0 0,-1 0 0 0 0,1 1 0 0 0,0-1-1 0 0,0 0 1 0 0,0 0 0 0 0,0 0 0 0 0,0 0 0 0 0,0-1 0 0 0,-14-17-553 0 0,15 18 569 0 0,-10-16-587 0 0,1 0 0 0 0,0-1-1 0 0,-8-25 1 0 0,6 14-538 0 0,-18-47-1970 0 0,-32-73-852 0 0,-7 3 5769 0 0,63 138-408 0 0,2-1 1 0 0,-1 1 0 0 0,-2-13-1 0 0,5 20-453 0 0,18-7 1499 0 0,-5 5-2253 0 0,0 2 0 0 0,-1-1 0 0 0,1 2-1 0 0,0-1 1 0 0,0 2 0 0 0,0 0 0 0 0,21 4-1 0 0,3-1-119 0 0,-5-1-44 0 0,-1 2 0 0 0,33 9 0 0 0,-52-11-5 0 0,0 0-1 0 0,0 1 1 0 0,0 1 0 0 0,0 0-1 0 0,-1 0 1 0 0,0 1 0 0 0,0 1-1 0 0,14 11 1 0 0,-22-16-3 0 0,0 0 0 0 0,0 0-1 0 0,0 0 1 0 0,0 0 0 0 0,-1 0 0 0 0,1 0-1 0 0,-1 1 1 0 0,1-1 0 0 0,-1 1 0 0 0,0-1 0 0 0,0 1-1 0 0,0-1 1 0 0,0 1 0 0 0,0 0 0 0 0,-1-1-1 0 0,1 1 1 0 0,-1 0 0 0 0,0-1 0 0 0,0 1-1 0 0,0 0 1 0 0,0 0 0 0 0,0-1 0 0 0,-1 1 0 0 0,1 0-1 0 0,-1-1 1 0 0,0 1 0 0 0,1 0 0 0 0,-1-1-1 0 0,-3 5 1 0 0,2-2-5 0 0,-1-1 1 0 0,0 1-1 0 0,0-1 0 0 0,-1 0 1 0 0,1 0-1 0 0,-1 0 0 0 0,0 0 1 0 0,0-1-1 0 0,0 1 0 0 0,-1-1 1 0 0,1 0-1 0 0,-1-1 0 0 0,0 1 1 0 0,-7 2-1 0 0,-76 20-912 0 0,62-19-865 0 0,24-5 1379 0 0,-2 0 334 0 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1:02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2 11519 0 0,'0'0'1040'0'0,"-2"-1"-426"0"0,-2 1 664 0 0,-1-1 1 0 0,1 1 0 0 0,0 0-1 0 0,-1 1 1 0 0,1-1-1 0 0,0 1 1 0 0,0-1 0 0 0,-7 3-1 0 0,4-1-582 0 0,0 1 0 0 0,1 0 0 0 0,-1 0 0 0 0,-10 7 0 0 0,10-5-592 0 0,-1 1 1 0 0,1 0-1 0 0,0 0 0 0 0,1 0 0 0 0,0 1 0 0 0,0-1 0 0 0,0 2 1 0 0,-7 12-1 0 0,9-13-66 0 0,0 0 0 0 0,0 1 0 0 0,1-1 0 0 0,1 1 0 0 0,-1 0 0 0 0,-1 11 0 0 0,3-15-49 0 0,1-1-1 0 0,0 0 0 0 0,0 0 0 0 0,0 0 0 0 0,0 0 1 0 0,1 0-1 0 0,-1 0 0 0 0,1 1 0 0 0,0-1 0 0 0,-1 0 1 0 0,2 0-1 0 0,-1-1 0 0 0,0 1 0 0 0,0 0 0 0 0,1 0 1 0 0,0 0-1 0 0,-1-1 0 0 0,1 1 0 0 0,4 3 0 0 0,-3-3-31 0 0,-1 0-1 0 0,1-1 0 0 0,-1 0 0 0 0,1 1 0 0 0,0-1 0 0 0,0 0 1 0 0,0 0-1 0 0,0-1 0 0 0,0 1 0 0 0,0-1 0 0 0,1 1 1 0 0,-1-1-1 0 0,0 0 0 0 0,5 1 0 0 0,7 0-157 0 0,-10 0 95 0 0,1-1 1 0 0,-1 0-1 0 0,0-1 0 0 0,1 1 0 0 0,-1-1 0 0 0,1 0 0 0 0,-1-1 1 0 0,11-1-1 0 0,-10 1-7 0 0,-1-1 0 0 0,1 0-1 0 0,-1 0 1 0 0,0 0 0 0 0,0 0 0 0 0,0-1 0 0 0,0 0 0 0 0,-1 0 0 0 0,1 0 0 0 0,-1-1 0 0 0,8-7 0 0 0,-9 8 33 0 0,-1 0 0 0 0,0 0-1 0 0,0 0 1 0 0,0-1 0 0 0,0 1 0 0 0,0-1 0 0 0,-1 0 0 0 0,0 1 0 0 0,1-1 0 0 0,-1 0 0 0 0,-1 0 0 0 0,1 0 0 0 0,-1 1-1 0 0,1-1 1 0 0,-1 0 0 0 0,0 0 0 0 0,-1-7 0 0 0,-1 4-70 0 0,0 0 0 0 0,0 0 0 0 0,0 0 0 0 0,-1 0 0 0 0,0 0 0 0 0,0 0 0 0 0,-1 1 0 0 0,0-1 0 0 0,0 1 0 0 0,-8-9 0 0 0,4 5-1105 0 0,1 0 1 0 0,-6-12 0 0 0,11 14-3967 0 0,5 1-57 0 0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1:02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90 5063 0 0,'0'0'232'0'0,"1"2"-13"0"0,2 9 3176 0 0,17 66 11270 0 0,-12-50-12596 0 0,1 1 0 0 0,16 30-1 0 0,7-5-1472 0 0,-15-25-405 0 0,-16-27 396 0 0,13-32-7 0 0,-10 7-368 0 0,-1 9-138 0 0,-1 0 0 0 0,2 1 0 0 0,0-1 1 0 0,1 1-1 0 0,10-22 0 0 0,-4 15-79 0 0,-6 12 16 0 0,0 0 1 0 0,0 1-1 0 0,0-1 1 0 0,1 1-1 0 0,8-8 1 0 0,-2 3-17 0 0,1 1-1 0 0,0 1 1 0 0,0 0-1 0 0,2 1 1 0 0,-1 0-1 0 0,1 1 1 0 0,1 1-1 0 0,-1 0 1 0 0,1 2-1 0 0,31-10 1 0 0,-21 10-386 0 0,0 2 0 0 0,0 0 0 0 0,1 2 0 0 0,-1 1 1 0 0,33 3-1 0 0,-36 0-644 0 0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1:36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19 11519 0 0,'0'0'887'0'0,"-2"-1"-583"0"0,-4-3 87 0 0,-13-6 224 0 0,4 7 8813 0 0,15 3-9334 0 0,-1 0 0 0 0,0 0 0 0 0,0 1 0 0 0,1-1-1 0 0,-1 0 1 0 0,0 1 0 0 0,0-1 0 0 0,1 0-1 0 0,-1 1 1 0 0,0-1 0 0 0,1 1 0 0 0,-1-1-1 0 0,1 1 1 0 0,-1-1 0 0 0,1 1 0 0 0,-1 0-1 0 0,1-1 1 0 0,-1 1 0 0 0,1 0 0 0 0,-1-1-1 0 0,0 2 1 0 0,-6 16 801 0 0,7-17-789 0 0,-4 13 490 0 0,1 1 0 0 0,0 0 0 0 0,1 0 0 0 0,0 23-1 0 0,6 64 245 0 0,-2-79-676 0 0,37 263-1004 0 0,-38-280 230 0 0,1 4 331 0 0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1:36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29 112 14743 0 0,'-29'-11'11783'0'0,"40"6"-10417"0"0,7-1-753 0 0,1 2-1 0 0,25-4 1 0 0,-7 2-135 0 0,445-49 195 0 0,-350 45-984 0 0,-131 10 291 0 0,106-6-1029 0 0,-88 6-171 0 0,-1 1-1 0 0,0 0 1 0 0,31 8-1 0 0,-33-4-5012 0 0,-3 1-1706 0 0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1:37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310 292 4143 0 0,'3'-6'367'0'0,"-1"0"0"0"0,1-1-1 0 0,1-8 1 0 0,-3 10 1031 0 0,0 0 1 0 0,0 0-1 0 0,-1 0 1 0 0,1 0-1 0 0,-1 0 1 0 0,0 1 0 0 0,0-1-1 0 0,-1 0 1 0 0,-1-7-1 0 0,1 10-1212 0 0,1 1-1 0 0,-1 0 1 0 0,0 0-1 0 0,0-1 1 0 0,1 1-1 0 0,-1 0 1 0 0,0 0-1 0 0,0 0 0 0 0,0 0 1 0 0,0 0-1 0 0,0 0 1 0 0,0 0-1 0 0,-1 1 1 0 0,1-1-1 0 0,0 0 1 0 0,0 0-1 0 0,-1 1 1 0 0,1-1-1 0 0,0 1 1 0 0,-1-1-1 0 0,1 1 1 0 0,-1 0-1 0 0,1 0 1 0 0,0-1-1 0 0,-1 1 0 0 0,1 0 1 0 0,-1 0-1 0 0,1 0 1 0 0,0 0-1 0 0,-1 1 1 0 0,1-1-1 0 0,-1 0 1 0 0,-1 1-1 0 0,-6 1 312 0 0,0 1 0 0 0,1-1 0 0 0,-16 8-1 0 0,23-10-445 0 0,-24 12 357 0 0,1 1-1 0 0,0 1 1 0 0,1 1 0 0 0,1 0-1 0 0,0 2 1 0 0,-22 22-1 0 0,39-34-369 0 0,0 1-1 0 0,0 0 1 0 0,0 1 0 0 0,0-1-1 0 0,1 1 1 0 0,-5 12-1 0 0,8-17-53 0 0,-1 1-1 0 0,1 1 1 0 0,0-1 0 0 0,0 0-1 0 0,1 0 1 0 0,-1 0 0 0 0,1 0-1 0 0,-1 1 1 0 0,1-1-1 0 0,0 0 1 0 0,0 0 0 0 0,1 1-1 0 0,-1-1 1 0 0,0 0-1 0 0,1 0 1 0 0,0 0 0 0 0,2 6-1 0 0,-2-8-3 0 0,0 0-1 0 0,-1 0 0 0 0,1 0 0 0 0,0 0 0 0 0,0 0 1 0 0,0 0-1 0 0,0-1 0 0 0,0 1 0 0 0,0 0 1 0 0,0-1-1 0 0,0 1 0 0 0,0-1 0 0 0,0 1 0 0 0,0-1 1 0 0,1 1-1 0 0,-1-1 0 0 0,0 0 0 0 0,0 1 1 0 0,0-1-1 0 0,1 0 0 0 0,-1 0 0 0 0,2 0 0 0 0,2 0-69 0 0,-1 0 0 0 0,1-1 0 0 0,0 1-1 0 0,5-2 1 0 0,3-2-110 0 0,-1 0-1 0 0,0-1 1 0 0,0-1 0 0 0,0 1-1 0 0,17-13 1 0 0,-11 5-57 0 0,-1 0 1 0 0,25-25-1 0 0,-30 24 184 0 0,3-10-39 0 0,-10 17 112 0 0,-4 5 310 0 0,6 16 17 0 0,0 3-238 0 0,-3-5 1 0 0,0-1 1 0 0,2 0-1 0 0,-1 0 0 0 0,1 0 0 0 0,1-1 0 0 0,9 13 0 0 0,-8-15-512 0 0,0 0 0 0 0,0 0 0 0 0,0-1 0 0 0,1 0 0 0 0,16 9-1 0 0,-20-13 142 0 0,0 0 0 0 0,0-1 0 0 0,0 0-1 0 0,1 0 1 0 0,-1 0 0 0 0,1-1-1 0 0,-1 0 1 0 0,1 0 0 0 0,0 0 0 0 0,-1-1-1 0 0,1 0 1 0 0,11-1 0 0 0,0-2-2042 0 0</inkml:trace>
  <inkml:trace contextRef="#ctx0" brushRef="#br0" timeOffset="1">510 0 12439 0 0,'0'0'958'0'0,"-2"1"-625"0"0,0 1 137 0 0,-1-1-1 0 0,1 1 1 0 0,0 0 0 0 0,0 0 0 0 0,1 0-1 0 0,-1 0 1 0 0,0 0 0 0 0,0 0-1 0 0,1 0 1 0 0,0 1 0 0 0,-1-1 0 0 0,1 0-1 0 0,0 1 1 0 0,0-1 0 0 0,0 1 0 0 0,0 0-1 0 0,1-1 1 0 0,-1 1 0 0 0,1-1-1 0 0,-1 1 1 0 0,1 0 0 0 0,0 0 0 0 0,1 3-1 0 0,-1 9 535 0 0,1 1 0 0 0,7 28-1 0 0,-7-37-778 0 0,14 61 683 0 0,2-1 0 0 0,34 84 0 0 0,-42-134-837 0 0,-8-18-66 0 0,0 1-1 0 0,-1-1 1 0 0,1 1 0 0 0,0-1 0 0 0,0 0 0 0 0,0 1 0 0 0,0-1-1 0 0,-1 0 1 0 0,1 0 0 0 0,1-1 0 0 0,7-12-4 0 0,12-25-1 0 0,-4 5-14 0 0,-9 19-20 0 0,-1 3-4 0 0,0 0 1 0 0,0 0 0 0 0,1 0-1 0 0,1 1 1 0 0,-1 1-1 0 0,13-12 1 0 0,-17 20 29 0 0,0-1 1 0 0,0 1-1 0 0,0 0 1 0 0,0 0-1 0 0,0 0 1 0 0,1 1-1 0 0,-1 0 1 0 0,1 0 0 0 0,8-1-1 0 0,-13 1 8 0 0,20-1 0 0 0,-14 4 0 0 0,-2 0 0 0 0,24 9 0 0 0,-25-9 0 0 0,1-1 0 0 0,-1 1 0 0 0,0 0 0 0 0,0-1 0 0 0,1 1 0 0 0,-1 1 0 0 0,0-1 0 0 0,-1 0 0 0 0,1 1 0 0 0,0-1 0 0 0,-1 1 0 0 0,1 0 0 0 0,1 4 0 0 0,8 16 0 0 0,-12-10 0 0 0,0-6 0 0 0,-1-1-17 0 0,1-1 1 0 0,0 1-1 0 0,-1-1 0 0 0,0 0 0 0 0,0 1 1 0 0,-1-1-1 0 0,0 0 0 0 0,0 0 0 0 0,0 1 1 0 0,0-1-1 0 0,-1-1 0 0 0,0 1 0 0 0,0 0 1 0 0,0-1-1 0 0,0 1 0 0 0,-1-1 0 0 0,0 0 1 0 0,0 0-1 0 0,-8 6 0 0 0,7-7-132 0 0,-1 1 0 0 0,0-1 0 0 0,0 0 0 0 0,0 0 0 0 0,0 0 0 0 0,-1-1 0 0 0,1 0 0 0 0,-1 0 0 0 0,1-1 0 0 0,-1 0 0 0 0,0 0 0 0 0,1 0 0 0 0,-1-1 0 0 0,0 0 0 0 0,-12-2 0 0 0,-9-4-2333 0 0,10-1-4442 0 0,4-1-1095 0 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1:37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14743 0 0,'0'0'1136'0'0,"2"2"-436"0"0,8 12 1480 0 0,18 30 4677 0 0,-14-10-5085 0 0,18 88 1161 0 0,6 18-2334 0 0,-31-117-591 0 0,-5-14-33 0 0,1 0 0 0 0,0 0 0 0 0,1-1 0 0 0,0 1 0 0 0,10 15 0 0 0,-9-16-121 0 0,-4-6-80 0 0,10-14-8310 0 0,-4 0 433 0 0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1:38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20471 0 0,'0'0'5201'0'0,"2"1"-4183"0"0,119 58 2570 0 0,124 67-2883 0 0,-235-120-700 0 0,0 0-1 0 0,0 0 1 0 0,0 1-1 0 0,-1 1 1 0 0,1-1-1 0 0,13 17 1 0 0,-19-19-3 0 0,0 0 0 0 0,0 0 0 0 0,-1 0 1 0 0,0 1-1 0 0,0-1 0 0 0,0 1 0 0 0,0 0 0 0 0,-1 0 0 0 0,0 0 0 0 0,0 0 0 0 0,-1 1 1 0 0,0-1-1 0 0,0 0 0 0 0,0 9 0 0 0,-1-11-2 0 0,0-1-1 0 0,0 1 1 0 0,-1 0-1 0 0,1 0 1 0 0,-1-1-1 0 0,0 1 1 0 0,-1 0-1 0 0,1-1 1 0 0,0 1-1 0 0,-1-1 1 0 0,0 1 0 0 0,0-1-1 0 0,0 0 1 0 0,-4 5-1 0 0,2-3 3 0 0,-1-1 0 0 0,1 0 0 0 0,-1 0 0 0 0,0-1 0 0 0,0 1 0 0 0,0-1 0 0 0,0 0-1 0 0,-9 3 1 0 0,-1-1 15 0 0,1 0 0 0 0,-1-2 0 0 0,1 1 0 0 0,-1-2-1 0 0,0 0 1 0 0,-24 0 0 0 0,-67-7-50 0 0,88 3-759 0 0,-1-1 0 0 0,2-1 0 0 0,-30-9 0 0 0,36 7-1721 0 0,9 3 1807 0 0,-7-5-1786 0 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1:38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0 5527 0 0,'0'0'14554'0'0,"-1"2"-13382"0"0,-9 16-241 0 0,0 0 1 0 0,2 0 0 0 0,0 0 0 0 0,1 1-1 0 0,1 0 1 0 0,0 1 0 0 0,-2 22 0 0 0,5-28-768 0 0,2 1 0 0 0,0 0 0 0 0,1 0 0 0 0,0 0 0 0 0,1 0 0 0 0,0 0 0 0 0,2 0 0 0 0,0-1 0 0 0,0 1 0 0 0,9 20 0 0 0,-7-24-128 0 0,0-1-1 0 0,0 1 1 0 0,1-1 0 0 0,1-1 0 0 0,0 1-1 0 0,0-1 1 0 0,1 0 0 0 0,0 0 0 0 0,1-1-1 0 0,-1 0 1 0 0,2-1 0 0 0,-1 0 0 0 0,1-1-1 0 0,13 8 1 0 0,-18-12-32 0 0,0-1 0 0 0,0 1-1 0 0,0-1 1 0 0,1 0 0 0 0,-1 0 0 0 0,0-1 0 0 0,1 1-1 0 0,-1-1 1 0 0,0-1 0 0 0,1 1 0 0 0,-1-1 0 0 0,0 1-1 0 0,0-2 1 0 0,1 1 0 0 0,-1 0 0 0 0,0-1-1 0 0,0 0 1 0 0,-1 0 0 0 0,10-6 0 0 0,-1 0-18 0 0,0 0 0 0 0,0-1 0 0 0,-1-1 0 0 0,0 0 0 0 0,16-19 0 0 0,-19 18 4 0 0,-1 0 0 0 0,0 0 0 0 0,-1-1 0 0 0,0 0 0 0 0,9-21 0 0 0,18-67-70 0 0,-31 89 72 0 0,1 1-4 0 0,-2-1 0 0 0,1 0 0 0 0,-1 0 0 0 0,0-18 0 0 0,-2 28 17 0 0,1 0 0 0 0,-1 0-1 0 0,0 0 1 0 0,0 0 0 0 0,-1 0-1 0 0,1 0 1 0 0,0 0 0 0 0,0 0 0 0 0,0 0-1 0 0,-1 0 1 0 0,1 0 0 0 0,-1 0 0 0 0,1 0-1 0 0,-1 0 1 0 0,1 0 0 0 0,-1 0 0 0 0,0-1-1 0 0,0 2-1 0 0,1-1 0 0 0,-1 1-1 0 0,1 0 1 0 0,-1-1 0 0 0,1 1-1 0 0,-1 0 1 0 0,1 0 0 0 0,-1 0-1 0 0,0 0 1 0 0,1 0 0 0 0,-1 0 0 0 0,1 0-1 0 0,-1 0 1 0 0,1 0 0 0 0,-1 0-1 0 0,0 0 1 0 0,1 0 0 0 0,-1 0-1 0 0,1 0 1 0 0,-1 0 0 0 0,0 1-1 0 0,-3 0 10 0 0,1 1 1 0 0,0 0-1 0 0,0 0 0 0 0,0 0 0 0 0,-6 5 0 0 0,9-6-6 0 0,-5 3 17 0 0,1 1 0 0 0,0 0 0 0 0,0 0 0 0 0,1 0 0 0 0,0 0 0 0 0,-1 0 0 0 0,2 1 0 0 0,-1 0 0 0 0,1-1 1 0 0,0 1-1 0 0,0 0 0 0 0,-1 7 0 0 0,0 1 27 0 0,1 0 1 0 0,0 1 0 0 0,1-1-1 0 0,1 18 1 0 0,1-27-40 0 0,-1 1-1 0 0,1-1 1 0 0,0 0 0 0 0,0 1-1 0 0,1-1 1 0 0,-1 0 0 0 0,1 0-1 0 0,0 0 1 0 0,1 0 0 0 0,-1 0-1 0 0,1 0 1 0 0,0 0-1 0 0,1-1 1 0 0,-1 0 0 0 0,1 1-1 0 0,-1-1 1 0 0,1-1 0 0 0,0 1-1 0 0,1 0 1 0 0,-1-1 0 0 0,1 0-1 0 0,-1 0 1 0 0,7 3 0 0 0,1-1-241 0 0,0 0 0 0 0,0-1 0 0 0,1 0 0 0 0,0-1 0 0 0,-1 0 0 0 0,1-1 0 0 0,0 0 1 0 0,23-1-1 0 0,-18-1-401 0 0,-6 1-372 0 0,0-2 0 0 0,16-1 0 0 0,-4-3-1128 0 0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1:39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78 7367 0 0,'-1'-2'334'0'0,"-4"-10"1090"0"0,-27-51 19595 0 0,26 134-19464 0 0,8-39-1366 0 0,2 0 1 0 0,8 37-1 0 0,23 62 123 0 0,-13-52-163 0 0,14 42-1105 0 0,-35-118 508 0 0,-26-38-10681 0 0,14 18 3557 0 0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1:40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41 11055 0 0,'-7'-3'797'0'0,"2"0"-353"0"0,0 1 0 0 0,1-1 0 0 0,-1 0 0 0 0,1-1 1 0 0,-10-8 11322 0 0,19 10-11357 0 0,-1 0 0 0 0,1 0 0 0 0,0 1 0 0 0,0 0 0 0 0,0 0 0 0 0,-1 0 0 0 0,1 1 0 0 0,0 0 0 0 0,6 0 0 0 0,8 1-120 0 0,20 5 1 0 0,-19-3 59 0 0,206 46 439 0 0,-200-42-769 0 0,-1 2-1 0 0,37 17 0 0 0,-52-21-2 0 0,-1 1-1 0 0,0-1 0 0 0,0 1 0 0 0,0 1 0 0 0,-1-1 1 0 0,1 2-1 0 0,-2-1 0 0 0,1 1 0 0 0,6 10 0 0 0,-11-13-17 0 0,0-1 0 0 0,-1 1 0 0 0,0 0 0 0 0,0 1 0 0 0,0-1 0 0 0,0 0 0 0 0,-1 0 1 0 0,0 1-1 0 0,0-1 0 0 0,-1 1 0 0 0,1-1 0 0 0,-1 1 0 0 0,-1-1 0 0 0,1 1 0 0 0,-1-1 0 0 0,1 0 0 0 0,-3 8 0 0 0,1-6-7 0 0,-1 0 1 0 0,1 1 0 0 0,-1-1-1 0 0,0 0 1 0 0,-1 0 0 0 0,0-1 0 0 0,0 1-1 0 0,0-1 1 0 0,-1 1 0 0 0,0-2-1 0 0,-9 10 1 0 0,-2-2 0 0 0,0 0 0 0 0,-1-1 0 0 0,-1-1 0 0 0,0 0 0 0 0,0-2 1 0 0,-1 0-1 0 0,0-1 0 0 0,-1-1 0 0 0,0 0 0 0 0,-20 3 0 0 0,32-9-143 0 0,0 0 0 0 0,0 0 1 0 0,0-1-1 0 0,-15-1 0 0 0,3-4-4281 0 0</inkml:trace>
  <inkml:trace contextRef="#ctx0" brushRef="#br0" timeOffset="1">760 304 7831 0 0,'0'0'603'0'0,"1"3"293"0"0,3 22 13424 0 0,1 3-7250 0 0,3-1-6522 0 0,-7-24-708 0 0,1 1 0 0 0,-1-1 0 0 0,1 1 0 0 0,0-1-1 0 0,0 0 1 0 0,0 1 0 0 0,1-1 0 0 0,-1 0 0 0 0,1-1-1 0 0,-1 1 1 0 0,1 0 0 0 0,5 3 0 0 0,-8-6 8 0 0,1 1 1 0 0,-1-1 0 0 0,1 0-1 0 0,-1 0 1 0 0,1 1-1 0 0,-1-1 1 0 0,1 0 0 0 0,0 0-1 0 0,-1 1 1 0 0,1-1 0 0 0,-1 0-1 0 0,1 0 1 0 0,0 0-1 0 0,-1 0 1 0 0,1 0 0 0 0,-1 0-1 0 0,1 0 1 0 0,0 0 0 0 0,0-1-1 0 0,1 1-1058 0 0,11-1-7971 0 0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1:40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1 106 11519 0 0,'0'0'887'0'0,"0"-3"-583"0"0,0-1-1806 0 0,0-6 4365 0 0,0 8-1854 0 0,0 0 0 0 0,0 1 0 0 0,0-1 0 0 0,0 0 0 0 0,1 0 0 0 0,-1 1 0 0 0,1-1 0 0 0,-1 0 0 0 0,1 1 1 0 0,0-1-1 0 0,0 0 0 0 0,0 1 0 0 0,1-3 0 0 0,2 0-776 0 0,0 0 0 0 0,1 1 0 0 0,-1-1 0 0 0,1 1 1 0 0,-1 0-1 0 0,1 0 0 0 0,0 1 0 0 0,0-1 0 0 0,1 1 0 0 0,-1 0 1 0 0,0 1-1 0 0,1-1 0 0 0,-1 1 0 0 0,1 0 0 0 0,-1 0 0 0 0,11 1 1 0 0,-3 0-195 0 0,0 0 1 0 0,0 1 0 0 0,-1 1 0 0 0,1 0 0 0 0,0 1 0 0 0,17 6-1 0 0,-16-4-97 0 0,-2 1 43 0 0,-1 3 15 0 0,-5 3 0 0 0,-5-10 0 0 0,-1 1 0 0 0,0-1 0 0 0,0 0 0 0 0,0 1 0 0 0,0-1 0 0 0,-1 0 0 0 0,1 0 0 0 0,-1 1 0 0 0,1-1 0 0 0,-1 0 0 0 0,0 0 0 0 0,0 0 0 0 0,0 1 0 0 0,0-1 0 0 0,0 0 0 0 0,0-1 0 0 0,-1 1 0 0 0,1 0 0 0 0,-1 0 0 0 0,1 0 0 0 0,-4 2 0 0 0,-4 4 0 0 0,0 0 0 0 0,-19 11 0 0 0,25-17 0 0 0,-17 11 0 0 0,14-10 11 0 0,5-2-7 0 0,-1 0 0 0 0,0 1 0 0 0,1-1-1 0 0,-1 0 1 0 0,1 0 0 0 0,0 1 0 0 0,-1-1-1 0 0,1 1 1 0 0,0-1 0 0 0,0 1 0 0 0,0-1-1 0 0,0 1 1 0 0,-2 3 0 0 0,-1 7-4 0 0,6 0 0 0 0,0-9 4 0 0,-1 0 0 0 0,1-1 0 0 0,0 1 0 0 0,0-1 0 0 0,0 0 0 0 0,0 1 0 0 0,1-1 0 0 0,-1 0 0 0 0,1 0 0 0 0,-1 0 1 0 0,5 1-1 0 0,36 19 66 0 0,-29-16-61 0 0,-5-2-9 0 0,23 10 53 0 0,-16-5-49 0 0,-1 0-1 0 0,26 20 1 0 0,-27-15-4 0 0,-11-10 0 0 0,-2 1 0 0 0,4 8 0 0 0,-4-10 0 0 0,-1 0 0 0 0,0 0 0 0 0,0 0 0 0 0,0 0 0 0 0,-1 0 0 0 0,1 1 0 0 0,-1-1 0 0 0,0 0 0 0 0,1-1 0 0 0,-1 1 0 0 0,-1 0 0 0 0,1 0 0 0 0,0 0 0 0 0,-1 0 0 0 0,1-1 0 0 0,-1 1 0 0 0,0-1 0 0 0,0 1 0 0 0,0-1 0 0 0,0 0 0 0 0,0 0 0 0 0,-5 4 0 0 0,-2 1 0 0 0,-1 0 0 0 0,0 0 0 0 0,0-1 0 0 0,-18 8 0 0 0,16-9 19 0 0,0-1-1 0 0,0 0 1 0 0,-1 0-1 0 0,-19 2 1 0 0,25-5-57 0 0,-1 0-1 0 0,1-1 1 0 0,-1 0 0 0 0,1 0-1 0 0,0-1 1 0 0,-1 0-1 0 0,1 0 1 0 0,-1 0 0 0 0,-7-4-1 0 0,13 4-133 0 0,-1 0-1 0 0,1 0 0 0 0,0 0 0 0 0,0 0 1 0 0,0-1-1 0 0,1 1 0 0 0,-1-1 0 0 0,0 1 1 0 0,0-1-1 0 0,1 0 0 0 0,-1 1 0 0 0,1-1 1 0 0,-1 0-1 0 0,1 0 0 0 0,0 0 0 0 0,-2-3 1 0 0,3 3-165 0 0,-1 0 0 0 0,1 0 1 0 0,-1 0-1 0 0,1 1 1 0 0,0-1-1 0 0,-1 0 0 0 0,1 0 1 0 0,0 0-1 0 0,0 0 1 0 0,0 0-1 0 0,1 0 0 0 0,-1 0 1 0 0,1-2-1 0 0,5-11-8755 0 0</inkml:trace>
  <inkml:trace contextRef="#ctx0" brushRef="#br0" timeOffset="1">513 0 17503 0 0,'0'0'11516'0'0,"1"3"-10776"0"0,7 15-123 0 0,0 0 1 0 0,-2 0-1 0 0,7 32 0 0 0,0 18-347 0 0,29 91-1 0 0,-21-112-269 0 0,-5-6-3659 0 0,-8-55-5214 0 0,-3-2 149 0 0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1:41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49 9215 0 0,'-2'-10'12276'0'0,"6"6"-10650"0"0,0 1-1 0 0,1-1 0 0 0,8-5 1 0 0,-8 6-1352 0 0,-1 1 0 0 0,2 0 0 0 0,-1 0 0 0 0,0 0 0 0 0,0 1 0 0 0,1 0 1 0 0,6-1-1 0 0,17-1 78 0 0,1 2 0 0 0,42 4 0 0 0,-3-1-35 0 0,5 0-1756 0 0,-63-1 1033 0 0,0 0 0 0 0,1 1 1 0 0,-1 1-1 0 0,13 4 0 0 0</inkml:trace>
  <inkml:trace contextRef="#ctx0" brushRef="#br0" timeOffset="1">5 239 13359 0 0,'2'1'10405'0'0,"4"3"-10179"0"0,1-1-1 0 0,-1 1 1 0 0,1-1 0 0 0,0-1-1 0 0,0 1 1 0 0,0-1-1 0 0,0 0 1 0 0,0-1-1 0 0,12 2 1 0 0,9-1 969 0 0,34-2 1 0 0,-12-1-664 0 0,28 1-2389 0 0,37-8-5876 0 0,-81 4-605 0 0</inkml:trace>
  <inkml:trace contextRef="#ctx0" brushRef="#br0" timeOffset="2">797 140 21135 0 0,'0'0'9047'0'0,"1"2"-8469"0"0,15 36-110 0 0,-13-31-613 0 0,-1-1 0 0 0,0 0 0 0 0,0 0 0 0 0,0 1 0 0 0,1 11 0 0 0,-3-2-2837 0 0,0-2-3853 0 0</inkml:trace>
  <inkml:trace contextRef="#ctx0" brushRef="#br0" timeOffset="3">814 449 23239 0 0,'0'0'9284'0'0,"0"2"-9176"0"0,6 26-452 0 0,-4-16-9063 0 0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1:59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 12439 0 0,'0'0'1126'0'0,"-2"1"-929"0"0,0 1 306 0 0,0 0 1 0 0,0 0-1 0 0,0 0 0 0 0,0 0 1 0 0,0 0-1 0 0,0 1 0 0 0,1-1 1 0 0,-1 1-1 0 0,1-1 0 0 0,-1 1 1 0 0,1-1-1 0 0,0 1 1 0 0,0 0-1 0 0,0 0 0 0 0,1 0 1 0 0,-1-1-1 0 0,1 1 0 0 0,-1 0 1 0 0,1 0-1 0 0,0 3 0 0 0,-1 5 832 0 0,-3 53-85 0 0,2 0-1 0 0,11 96 1 0 0,-5-114-971 0 0,19 142 74 0 0,-16-140-487 0 0,-7-46-54 0 0,-11-10-8627 0 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1:59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82 4607 0 0,'-2'-1'354'0'0,"0"1"-279"0"0,-27-20 16946 0 0,26 15-13179 0 0,15-3-2407 0 0,-5 5-1145 0 0,0 0 0 0 0,0 0-1 0 0,0 1 1 0 0,0 0 0 0 0,1 0 0 0 0,12 0 0 0 0,49 0 277 0 0,-21 1-335 0 0,331-15 896 0 0,-314 12-1367 0 0,123-3 645 0 0,-144 7-1910 0 0,0 3 0 0 0,56 10-1 0 0,-96-13 963 0 0,3 1-62 0 0,0 2-2743 0 0,4 4-4993 0 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1:59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22055 0 0,'0'0'3705'0'0,"2"0"-3001"0"0,67-1 2176 0 0,103 3-1172 0 0,-130 0-2924 0 0,82 15-1 0 0,-115-13 317 0 0,-6-2-955 0 0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2:00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0 15375 0 0,'0'0'2642'0'0,"1"2"-1558"0"0,4 0-484 0 0,0 0 0 0 0,-1 0 1 0 0,1 0-1 0 0,0 0 0 0 0,0 0 1 0 0,0-1-1 0 0,0 0 0 0 0,11 1 1 0 0,46-1 2562 0 0,-39-2-2640 0 0,145-8 1519 0 0,-84 3-2948 0 0,-1 3-3389 0 0,-70 3 2383 0 0</inkml:trace>
  <inkml:trace contextRef="#ctx0" brushRef="#br0" timeOffset="1">0 276 20703 0 0,'0'0'951'0'0,"2"0"-25"0"0,16-6-258 0 0,1 2 0 0 0,-1 0-1 0 0,0 2 1 0 0,1 0 0 0 0,0 1-1 0 0,33 2 1 0 0,-51-1-629 0 0,0 0 0 0 0,0 0 0 0 0,0 0 0 0 0,0 1 1 0 0,0-1-1 0 0,0 0 0 0 0,0 0 0 0 0,0 1 0 0 0,0-1 1 0 0,0 1-1 0 0,0-1 0 0 0,0 1 0 0 0,-1-1 0 0 0,1 1 0 0 0,0 0 1 0 0,0-1-1 0 0,-1 1 0 0 0,1 0 0 0 0,0-1 0 0 0,-1 1 1 0 0,1 0-1 0 0,-1 0 0 0 0,1 0 0 0 0,-1 0 0 0 0,1 0 0 0 0,-1-1 1 0 0,1 1-1 0 0,-1 0 0 0 0,0 0 0 0 0,0 0 0 0 0,1 0 1 0 0,-1 0-1 0 0,0 0 0 0 0,0 0 0 0 0,0 0 0 0 0,0 0 0 0 0,0 0 1 0 0,0 0-1 0 0,-1 0 0 0 0,1 0 0 0 0,0 0 0 0 0,0 0 1 0 0,-1 0-1 0 0,1 0 0 0 0,-1 1 0 0 0,-1 4 73 0 0,-1-1 0 0 0,0 1 0 0 0,1-1 0 0 0,-2 1 0 0 0,-5 7 0 0 0,-2 0 153 0 0,-17 15 0 0 0,20-21-170 0 0,0 1 1 0 0,1 0 0 0 0,-1 0-1 0 0,2 1 1 0 0,-1 0-1 0 0,-5 11 1 0 0,11-18-71 0 0,0 0 0 0 0,0-1 1 0 0,0 1-1 0 0,0 0 0 0 0,1 0 0 0 0,-1 0 1 0 0,0 0-1 0 0,1 0 0 0 0,0 0 0 0 0,-1 0 0 0 0,1 0 1 0 0,0 0-1 0 0,0 0 0 0 0,0 0 0 0 0,1 0 1 0 0,-1 0-1 0 0,1 4 0 0 0,0-4-4 0 0,0 0 0 0 0,0-1 0 0 0,1 1 1 0 0,-1-1-1 0 0,0 1 0 0 0,1-1 0 0 0,-1 0 0 0 0,1 1 0 0 0,-1-1 1 0 0,1 0-1 0 0,0 0 0 0 0,-1 0 0 0 0,1 0 0 0 0,0-1 0 0 0,0 1 1 0 0,-1 0-1 0 0,1-1 0 0 0,3 1 0 0 0,4 1-20 0 0,0 0 0 0 0,-1-1 0 0 0,1-1 0 0 0,0 1-1 0 0,14-2 1 0 0,45-8-27 0 0,128-36-3838 0 0,-174 38-3048 0 0,-1-1-2131 0 0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2:00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7 10135 0 0,'-8'-6'11021'0'0,"-4"14"-5949"0"0,6 1-4571 0 0,0 0-1 0 0,0 1 1 0 0,1 0-1 0 0,0 0 0 0 0,1 0 1 0 0,0 0-1 0 0,1 1 0 0 0,0-1 1 0 0,-2 17-1 0 0,2-6-372 0 0,1 1 0 0 0,1 0-1 0 0,3 39 1 0 0,-1-45-89 0 0,2-1 1 0 0,-1 0-1 0 0,2 0 1 0 0,0 0-1 0 0,1 0 1 0 0,7 14-1 0 0,-8-21-37 0 0,0-1-1 0 0,0 1 1 0 0,0-1-1 0 0,1 0 1 0 0,0-1-1 0 0,1 1 1 0 0,0-1-1 0 0,0 0 1 0 0,0 0-1 0 0,0-1 1 0 0,1 0-1 0 0,12 8 1 0 0,-14-11-19 0 0,-1 0 1 0 0,1-1-1 0 0,0 1 0 0 0,-1-1 1 0 0,1 0-1 0 0,0 0 1 0 0,0 0-1 0 0,0-1 0 0 0,0 0 1 0 0,0 0-1 0 0,0 0 0 0 0,0 0 1 0 0,0-1-1 0 0,0 0 0 0 0,-1 0 1 0 0,1 0-1 0 0,0-1 1 0 0,0 0-1 0 0,-1 0 0 0 0,1 0 1 0 0,-1 0-1 0 0,5-3 0 0 0,0-1-23 0 0,0 0 0 0 0,0-1 0 0 0,-1 0 0 0 0,0-1 0 0 0,0 0-1 0 0,-1 0 1 0 0,0 0 0 0 0,12-18 0 0 0,-14 16 21 0 0,1 1 0 0 0,-2-1 0 0 0,1 0 0 0 0,-1 0 0 0 0,-1-1 1 0 0,0 1-1 0 0,0-1 0 0 0,-1 0 0 0 0,0 1 0 0 0,0-14 0 0 0,-2 23 20 0 0,0 0 1 0 0,0 0-1 0 0,0 0 0 0 0,0-1 1 0 0,0 1-1 0 0,0 0 0 0 0,-1 0 0 0 0,1 0 1 0 0,0 0-1 0 0,0 0 0 0 0,-1 0 1 0 0,1 0-1 0 0,-1 0 0 0 0,1 0 1 0 0,-1 0-1 0 0,1 0 0 0 0,-1 0 1 0 0,0 1-1 0 0,1-1 0 0 0,-1 0 0 0 0,-1-1 1 0 0,1 2 8 0 0,0-1-1 0 0,0 1 1 0 0,0 0 0 0 0,0-1 0 0 0,0 1-1 0 0,0 0 1 0 0,0 0 0 0 0,0 0 0 0 0,0 0-1 0 0,0 0 1 0 0,0 0 0 0 0,0 0 0 0 0,0 0 0 0 0,0 0-1 0 0,0 0 1 0 0,0 1 0 0 0,-2-1 0 0 0,-2 2 27 0 0,1 0 1 0 0,0 0-1 0 0,0 1 1 0 0,0-1-1 0 0,0 1 1 0 0,0-1 0 0 0,0 1-1 0 0,-4 5 1 0 0,2-3-73 0 0,1 1 0 0 0,0 0 1 0 0,1 0-1 0 0,-1 0 0 0 0,1 1 1 0 0,0 0-1 0 0,1-1 0 0 0,0 1 1 0 0,0 1-1 0 0,0-1 0 0 0,1 0 1 0 0,0 1-1 0 0,0-1 0 0 0,1 1 1 0 0,0-1-1 0 0,0 1 0 0 0,1 13 1 0 0,0-19-381 0 0,2 0 141 0 0,-1 0-1 0 0,0 0 1 0 0,1 0-1 0 0,-1 0 1 0 0,1-1-1 0 0,-1 1 1 0 0,1-1-1 0 0,0 1 1 0 0,0-1-1 0 0,-1 1 1 0 0,1-1-1 0 0,0 0 1 0 0,5 2-1 0 0,8 2-7454 0 0,-4-3-483 0 0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2:01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 22375 0 0,'0'0'2025'0'0,"-1"1"-1666"0"0,-5 3 85 0 0,1 0 0 0 0,0 1 0 0 0,0 0 0 0 0,0-1-1 0 0,1 2 1 0 0,0-1 0 0 0,0 0 0 0 0,-4 8 0 0 0,-4 10 165 0 0,1 1 1 0 0,1 1 0 0 0,1-1-1 0 0,-11 51 1 0 0,18-65-588 0 0,0 0 0 0 0,1 0-1 0 0,0 1 1 0 0,1-1 0 0 0,0 1 0 0 0,1-1 0 0 0,0 0-1 0 0,0 1 1 0 0,1-1 0 0 0,1 0 0 0 0,-1 0 0 0 0,2 0 0 0 0,-1 0-1 0 0,1-1 1 0 0,8 13 0 0 0,-9-18-25 0 0,0 1 0 0 0,1-1 1 0 0,0 0-1 0 0,0 0 0 0 0,0 0 0 0 0,0 0 0 0 0,1-1 0 0 0,0 1 1 0 0,-1-1-1 0 0,1-1 0 0 0,0 1 0 0 0,1-1 0 0 0,-1 1 0 0 0,0-1 1 0 0,1-1-1 0 0,-1 1 0 0 0,1-1 0 0 0,-1 0 0 0 0,1 0 0 0 0,-1-1 1 0 0,1 0-1 0 0,0 0 0 0 0,-1 0 0 0 0,9-2 0 0 0,-4 1-13 0 0,1-1 0 0 0,0-1 0 0 0,0 0 0 0 0,-1 0 0 0 0,0-1 0 0 0,0 0 0 0 0,0-1-1 0 0,0 0 1 0 0,0-1 0 0 0,-1 0 0 0 0,14-11 0 0 0,-20 14 16 0 0,48-47-75 0 0,-46 45 68 0 0,-1 0 0 0 0,0 0 0 0 0,-1 0 0 0 0,1-1 0 0 0,-1 1 1 0 0,0-1-1 0 0,-1 0 0 0 0,1 1 0 0 0,1-8 0 0 0,-4 12 8 0 0,0 1 1 0 0,1-1-1 0 0,-1 1 0 0 0,0-1 0 0 0,0 0 1 0 0,0 1-1 0 0,0-1 0 0 0,0 0 0 0 0,0 1 1 0 0,1-1-1 0 0,-2 0 0 0 0,1 1 0 0 0,0-1 1 0 0,0 0-1 0 0,0 1 0 0 0,0-1 0 0 0,0 1 1 0 0,0-1-1 0 0,-1 0 0 0 0,1 1 0 0 0,0-1 1 0 0,0 1-1 0 0,-1-1 0 0 0,1 0 0 0 0,-1 1 1 0 0,1-1-1 0 0,0 1 0 0 0,-1-1 0 0 0,1 1 1 0 0,-1 0-1 0 0,1-1 0 0 0,-1 1 0 0 0,1-1 1 0 0,-1 1-1 0 0,0 0 0 0 0,1-1 0 0 0,-1 1 1 0 0,1 0-1 0 0,-1 0 0 0 0,0 0 0 0 0,1-1 1 0 0,-1 1-1 0 0,0 0 0 0 0,1 0 0 0 0,-2 0 1 0 0,-1 0 9 0 0,0 0 0 0 0,0 0 1 0 0,0 1-1 0 0,0-1 1 0 0,1 1-1 0 0,-6 1 0 0 0,-2 2 14 0 0,1 1 1 0 0,-1 0-1 0 0,1 0 0 0 0,0 1 0 0 0,0 0 0 0 0,-14 12 0 0 0,-42 49-26 0 0,57-58-176 0 0,8-9 112 0 0,-1 1 0 0 0,1-1 0 0 0,0 0 0 0 0,-1 0 0 0 0,1 1 0 0 0,0-1 0 0 0,-1 0 0 0 0,1 1 0 0 0,0-1 0 0 0,0 0 0 0 0,-1 1-1 0 0,1-1 1 0 0,0 1 0 0 0,0-1 0 0 0,0 0 0 0 0,0 1 0 0 0,-1-1 0 0 0,1 1 0 0 0,0-1 0 0 0,0 0 0 0 0,0 1 0 0 0,0-1-1 0 0,0 1 1 0 0,0-1 47 0 0,6 9-2945 0 0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2:01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42 21511 0 0,'0'0'1949'0'0,"0"-1"-1607"0"0,1-1-91 0 0,-1 1 0 0 0,1-1 0 0 0,0 1 0 0 0,-1-1 0 0 0,0 1 1 0 0,1-1-1 0 0,-1 0 0 0 0,0 1 0 0 0,0-1 0 0 0,0 0 0 0 0,0 1 0 0 0,0-1 0 0 0,0 1 0 0 0,-1-3 1 0 0,1 3-116 0 0,-1 1 0 0 0,1-1 0 0 0,0 0 1 0 0,-1 0-1 0 0,1 0 0 0 0,-1 1 1 0 0,1-1-1 0 0,-1 0 0 0 0,0 1 0 0 0,1-1 1 0 0,-1 1-1 0 0,0-1 0 0 0,1 0 1 0 0,-1 1-1 0 0,0-1 0 0 0,0 1 1 0 0,1 0-1 0 0,-3-1 0 0 0,1 0-2 0 0,-1 0-1 0 0,1 1 1 0 0,-1 0 0 0 0,1-1-1 0 0,-1 1 1 0 0,1 0-1 0 0,-1 0 1 0 0,1 0 0 0 0,-1 1-1 0 0,1-1 1 0 0,-1 1-1 0 0,-4 1 1 0 0,-8 4 2 0 0,1 1 0 0 0,0 0 0 0 0,1 1 0 0 0,-16 13 0 0 0,-47 41 23 0 0,62-49-149 0 0,0 1-1 0 0,-24 29 1 0 0,33-36-9 0 0,1 0-1 0 0,0-1 0 0 0,0 2 1 0 0,0-1-1 0 0,1 0 1 0 0,0 1-1 0 0,0 0 0 0 0,1-1 1 0 0,-3 15-1 0 0,5-19 0 0 0,-1 0 0 0 0,1 0 0 0 0,0 0 0 0 0,0 0 0 0 0,1 0 0 0 0,-1 0 0 0 0,1 0 0 0 0,-1 0 0 0 0,1-1 0 0 0,0 1 0 0 0,0 0 0 0 0,0 0 0 0 0,0-1 0 0 0,1 1 0 0 0,-1 0 0 0 0,4 3 0 0 0,-2-2 0 0 0,1-1 0 0 0,-1 1 0 0 0,1-1 0 0 0,0 0 0 0 0,0 0 0 0 0,0 0 0 0 0,0-1 0 0 0,1 0 0 0 0,5 3 0 0 0,4 0 0 0 0,0-1 0 0 0,1 0 0 0 0,-1-1 0 0 0,1-1 0 0 0,25 2 0 0 0,-28-4-4 0 0,0 0 1 0 0,0-1-1 0 0,0 0 1 0 0,0-1-1 0 0,0 0 1 0 0,0-1-1 0 0,-1 0 1 0 0,1-1-1 0 0,-1 0 1 0 0,0 0-1 0 0,0-2 1 0 0,-1 1-1 0 0,1-1 1 0 0,-1-1-1 0 0,0 0 1 0 0,13-13-1 0 0,-19 17-14 0 0,-1-1-1 0 0,1 1 1 0 0,-1-1-1 0 0,0 0 1 0 0,0 0-1 0 0,-1 0 1 0 0,1-1-1 0 0,-1 1 1 0 0,0-1-1 0 0,0 1 1 0 0,-1-1-1 0 0,1 0 1 0 0,1-7-1 0 0,-3 5 52 0 0,1 0 1 0 0,-1 1-1 0 0,0-1 0 0 0,-1 0 1 0 0,1 0-1 0 0,-1 1 0 0 0,-1-1 0 0 0,-3-12 1 0 0,-2 2-810 0 0,-1-1 1 0 0,-1 1-1 0 0,0 0 1 0 0,-2 1-1 0 0,-21-28 1 0 0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2:02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42 455 0 0,'0'-5'-1002'0'0,"7"-31"32229"0"0,-5 36-31149 0 0,0 1 0 0 0,1-1 0 0 0,-1 1 0 0 0,0 0 0 0 0,0 0 0 0 0,0 0 0 0 0,0 0 0 0 0,0 0 0 0 0,0 0 0 0 0,0 1 0 0 0,0-1 0 0 0,0 1 0 0 0,-1-1 0 0 0,2 3 0 0 0,0-1 4 0 0,0 1 0 0 0,0 0 0 0 0,-1 0 0 0 0,0 0 0 0 0,0 0 0 0 0,3 8 0 0 0,0 5 8 0 0,-1 0 1 0 0,3 33 0 0 0,-4-29-25 0 0,4 39-85 0 0,2 114 0 0 0,-9-173-203 0 0,36-37-8473 0 0,-22 22 6231 0 0</inkml:trace>
  <inkml:trace contextRef="#ctx0" brushRef="#br0" timeOffset="1">501 57 22487 0 0,'0'0'2551'0'0,"-2"1"-1735"0"0,-65 38 4310 0 0,40-25-4419 0 0,-30 21 0 0 0,11-6-520 0 0,-5 4-97 0 0,-65 54 6 0 0,107-78-96 0 0,3-1 0 0 0,4 3 0 0 0,3-9 0 0 0,0 0 0 0 0,-1 0 0 0 0,1 0 0 0 0,0 0 0 0 0,0 0 0 0 0,1 0 0 0 0,-1 0 0 0 0,0 0 0 0 0,0 0 0 0 0,1-1 0 0 0,-1 1 0 0 0,1-1 0 0 0,0 1 0 0 0,-1-1 0 0 0,1 0 0 0 0,0 1 0 0 0,0-1 0 0 0,0 0 0 0 0,0 0 0 0 0,3 1 0 0 0,5 2 0 0 0,1-1 0 0 0,20 4 0 0 0,-17-4 0 0 0,133 17 0 0 0,-19-3 0 0 0,-109-14 1 0 0,4 2-7 0 0,36 11 0 0 0,-33-7-1623 0 0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2:04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10591 0 0,'0'0'5268'0'0,"3"1"-4593"0"0,2 2-484 0 0,-1 0 1 0 0,1 0-1 0 0,-1 1 0 0 0,1-1 0 0 0,-1 1 1 0 0,0 0-1 0 0,-1 0 0 0 0,1 0 1 0 0,-1 1-1 0 0,1 0 0 0 0,-1-1 0 0 0,-1 1 1 0 0,1 0-1 0 0,2 8 0 0 0,3 6 367 0 0,-2 0 1 0 0,8 37-1 0 0,30 210 2484 0 0,18 82-1040 0 0,-1-102-1749 0 0,-40-150-196 0 0,-21-94-138 0 0,16-24-6140 0 0,-9 5 4402 0 0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2:06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1 233 12607 0 0,'2'-1'579'0'0,"2"-2"-457"0"0,0 0 0 0 0,1 0 0 0 0,-1 1 0 0 0,1-1 0 0 0,0 1 0 0 0,10-3 0 0 0,35-6-17 0 0,-27 6 269 0 0,73-12 2209 0 0,157-7 1 0 0,-182 19-2256 0 0,307-19 737 0 0,23 6-543 0 0,-52 3-392 0 0,243-12-7 0 0,-90 5-42 0 0,-174 15 14 0 0,-58 1-8 0 0,64 2-27 0 0,-12 1-46 0 0,96-2-283 0 0,-309 8 196 0 0,186-17-1 0 0,-160 9 74 0 0,-49 3 0 0 0,-59 3 0 0 0,0 1 0 0 0,0 0 0 0 0,-1 2 0 0 0,46 13 0 0 0,-52-10-10 0 0,-12-4 14 0 0,0 0 0 0 0,0 0-1 0 0,1-1 1 0 0,-1-1 0 0 0,14 2-1 0 0,-13-2 99 0 0,-7-1 167 0 0,11 4 532 0 0,-10-1-666 0 0,1 1 1 0 0,-1-1-1 0 0,0 1 0 0 0,0 0 0 0 0,-1 0 0 0 0,1 0 1 0 0,-1 0-1 0 0,0 1 0 0 0,0-1 0 0 0,0 1 0 0 0,0-1 1 0 0,1 7-1 0 0,1 9 76 0 0,4 33 0 0 0,-7-40-83 0 0,95 593 1240 0 0,-90-567-1361 0 0,41 165 51 0 0,-26-120-60 0 0,18 140-1 0 0,-38-192 59 0 0,-1-1 0 0 0,-6 49 0 0 0,4-67 19 0 0,-3 10 32 0 0,0-16-43 0 0,1-3-9 0 0,-3 4 1 0 0,-4-1-45 0 0,-1-1-22 0 0,7-4 0 0 0,-1 0-1 0 0,0 0 0 0 0,0 0 0 0 0,0-1 0 0 0,-7 1 0 0 0,-1 0-43 0 0,-53 13-162 0 0,-1-2 0 0 0,-104 4 0 0 0,-488 20 204 0 0,499-27 14 0 0,-540 38-897 0 0,530-32 163 0 0,-72 4 1399 0 0,-273 21 744 0 0,257-18-1305 0 0,51-3-23 0 0,-112 7 39 0 0,-146 8-40 0 0,150-10-45 0 0,254-21-27 0 0,-266 26 150 0 0,236-23 25 0 0,-123-6 0 0 0,154-4-99 0 0,-36 0 285 0 0,89 4 104 0 0,7 0-850 0 0,0-1 0 0 0,0 1 0 0 0,0-1 1 0 0,1 1-1 0 0,-1 0 0 0 0,0-1 0 0 0,0 1 0 0 0,1 0 0 0 0,-1-1 0 0 0,0 1 1 0 0,1 0-1 0 0,-1 1 0 0 0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2:32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0 19519 0 0,'-15'2'3689'0'0,"12"6"-2395"0"0,-2 20-9 0 0,0 0 0 0 0,-1 43-1 0 0,2-11-845 0 0,-3 137-62 0 0,9-181-266 0 0,0-4-1803 0 0,-2-4-3457 0 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2:33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11 17535 0 0,'0'0'1987'0'0,"-2"1"-1364"0"0,-1 1-335 0 0,0 0 0 0 0,0 0 0 0 0,0 0 0 0 0,0 0 0 0 0,0 1 0 0 0,1-1 0 0 0,-1 1 1 0 0,1 0-1 0 0,0 0 0 0 0,-1 0 0 0 0,1 0 0 0 0,0 0 0 0 0,1 0 0 0 0,-1 0 0 0 0,-1 4 1 0 0,-3 11 379 0 0,-8 31 0 0 0,8-27-251 0 0,-4 15 130 0 0,1 0 0 0 0,2 1 0 0 0,-2 49 0 0 0,8-70-454 0 0,1 0 0 0 0,1 0 0 0 0,0 0 1 0 0,1 0-1 0 0,1 0 0 0 0,1 0 1 0 0,0-1-1 0 0,1 0 0 0 0,13 29 0 0 0,-14-38-95 0 0,1 0 0 0 0,-1-1 0 0 0,1 1 0 0 0,1-1-1 0 0,-1 0 1 0 0,1 0 0 0 0,0-1 0 0 0,0 1 0 0 0,1-2-1 0 0,-1 1 1 0 0,1-1 0 0 0,0 0 0 0 0,1 0-1 0 0,-1 0 1 0 0,0-1 0 0 0,1-1 0 0 0,0 1 0 0 0,0-1-1 0 0,0 0 1 0 0,0-1 0 0 0,0 0 0 0 0,0 0 0 0 0,0-1-1 0 0,0 0 1 0 0,0 0 0 0 0,0-1 0 0 0,0 0 0 0 0,13-4-1 0 0,-9 2-8 0 0,0 0 0 0 0,0-1 0 0 0,0-1-1 0 0,0 0 1 0 0,-1-1 0 0 0,0 0 0 0 0,0-1 0 0 0,0 0-1 0 0,-1-1 1 0 0,0 0 0 0 0,-1 0 0 0 0,0-1-1 0 0,0 0 1 0 0,0-1 0 0 0,-1 0 0 0 0,-1 0 0 0 0,0-1-1 0 0,0 0 1 0 0,-1 0 0 0 0,-1 0 0 0 0,0-1-1 0 0,0 0 1 0 0,3-13 0 0 0,-6 13 27 0 0,0 0-1 0 0,-1 0 1 0 0,0 0-1 0 0,0 1 1 0 0,-2-1 0 0 0,1 0-1 0 0,-2 0 1 0 0,1 0-1 0 0,-2 0 1 0 0,1 1 0 0 0,-2-1-1 0 0,1 1 1 0 0,-2 0-1 0 0,1 0 1 0 0,-2 0-1 0 0,-10-17 1 0 0,6 14-2 0 0,-1 0 1 0 0,0 1-1 0 0,-1 0 1 0 0,0 1-1 0 0,-1 0 1 0 0,0 1-1 0 0,-1 0 1 0 0,0 2-1 0 0,0-1 1 0 0,-31-13-1 0 0,-47-14-373 0 0,64 27 105 0 0,-15-4-1190 0 0,39 14 1001 0 0,0-1 1 0 0,1 0-1 0 0,-1 1 0 0 0,0 0 1 0 0,0 0-1 0 0,0 0 0 0 0,1 0 1 0 0,-1 0-1 0 0,-6 2 0 0 0,1 3-2049 0 0</inkml:trace>
  <inkml:trace contextRef="#ctx0" brushRef="#br0" timeOffset="1">401 285 11975 0 0,'0'0'923'0'0,"0"2"-602"0"0,6 95 11818 0 0,-1-21-9454 0 0,-3-53-2402 0 0,0-1 0 0 0,2 1-1 0 0,6 22 1 0 0,-6-30-1092 0 0,1 1 0 0 0,11 22 0 0 0,-15-37-303 0 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2:34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11519 0 0,'2'0'3788'0'0,"30"-4"4270"0"0,20-8-5068 0 0,-16 3-2003 0 0,-20 5-654 0 0,-1 1 1 0 0,1 1 0 0 0,-1 0 0 0 0,1 1-1 0 0,0 1 1 0 0,23 2 0 0 0,-37-1-181 0 0,8 7 320 0 0,-9-6-429 0 0,0 1-1 0 0,-1-1 1 0 0,1 1-1 0 0,-1 0 1 0 0,1-1-1 0 0,-1 1 1 0 0,0-1-1 0 0,0 1 1 0 0,-1 0-1 0 0,1-1 0 0 0,0 1 1 0 0,-1-1-1 0 0,0 1 1 0 0,1-1-1 0 0,-1 1 1 0 0,0-1-1 0 0,0 1 1 0 0,0-1-1 0 0,-2 3 1 0 0,-6 10 210 0 0,-16 24 0 0 0,19-31-180 0 0,-8 12 17 0 0,3-5-6 0 0,0 2 0 0 0,1-1 1 0 0,0 2-1 0 0,-10 26 1 0 0,18-32-44 0 0,2-11-41 0 0,0 0 0 0 0,1 0 0 0 0,-1 0 0 0 0,0 0-1 0 0,1 0 1 0 0,-1 0 0 0 0,1 0 0 0 0,-1 0 0 0 0,1 0 0 0 0,-1-1-1 0 0,1 1 1 0 0,0 1 0 0 0,2 0 2 0 0,0 0 1 0 0,0 1-1 0 0,0-1 1 0 0,0 0-1 0 0,0-1 0 0 0,0 1 1 0 0,0 0-1 0 0,1-1 0 0 0,-1 0 1 0 0,1 0-1 0 0,-1 0 1 0 0,1 0-1 0 0,0-1 0 0 0,6 1 1 0 0,6 0 2 0 0,0-1 0 0 0,16-2 0 0 0,-23 1-11 0 0,31-3-185 0 0,-1-1 0 0 0,0-2 0 0 0,0-2-1 0 0,58-21 1 0 0,-77 22-1018 0 0,2 1-345 0 0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2:34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54 1839 0 0,'0'0'83'0'0,"-2"0"-6"0"0,-22-1-61 0 0,-15-6 28417 0 0,41 8-28045 0 0,5 2-263 0 0,-1 0-1 0 0,1 0 1 0 0,-1-1 0 0 0,1 0-1 0 0,0-1 1 0 0,0 0-1 0 0,10 1 1 0 0,54 0 181 0 0,-52-2-209 0 0,220-14 144 0 0,-92 4-183 0 0,54-4-482 0 0,-183 13-180 0 0,1-1 0 0 0,-1 0 0 0 0,32-10 0 0 0,-36 10 29 0 0,6-2-3306 0 0,-8 0 1857 0 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2:35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12895 0 0,'0'0'998'0'0,"-2"1"-657"0"0,-23 3 14747 0 0,26-1-14946 0 0,0 0 0 0 0,0-1 0 0 0,1 1 1 0 0,-1-1-1 0 0,1 1 0 0 0,-1-1 0 0 0,1 0 0 0 0,0 1 0 0 0,0-1 1 0 0,0 0-1 0 0,3 2 0 0 0,-2-1-67 0 0,4 2 2 0 0,-1 1 0 0 0,1-1 0 0 0,0-1 0 0 0,0 1-1 0 0,0-1 1 0 0,0-1 0 0 0,14 6 0 0 0,1-2 16 0 0,34 7-1 0 0,70 5-28 0 0,-106-14-64 0 0,-16-3 0 0 0,-1 1 0 0 0,6 3 0 0 0,-8-5 4 0 0,-1-1-2 0 0,0 1 0 0 0,1-1 0 0 0,-1 0 0 0 0,0 1 0 0 0,1-1 0 0 0,-1 1 0 0 0,0-1 0 0 0,0 1 0 0 0,1-1 0 0 0,-1 1 0 0 0,0-1 0 0 0,0 1 0 0 0,0-1 1 0 0,0 1-1 0 0,0 0 0 0 0,0-1 0 0 0,0 1 0 0 0,0-1 0 0 0,0 1 0 0 0,0-1 0 0 0,0 1 0 0 0,0-1 0 0 0,0 2 0 0 0,-1 0 5 0 0,0 1 0 0 0,-1 0 0 0 0,1-1 0 0 0,0 0-1 0 0,-1 1 1 0 0,1-1 0 0 0,-1 0 0 0 0,0 1 0 0 0,0-1-1 0 0,0 0 1 0 0,0-1 0 0 0,0 1 0 0 0,0 0 0 0 0,-1 0-1 0 0,-2 1 1 0 0,-1 1 20 0 0,-15 10-9 0 0,9-5-5 0 0,0 0 0 0 0,-1-1 0 0 0,0-1 0 0 0,-18 8 0 0 0,27-14-143 0 0,1 0 0 0 0,-1 1-1 0 0,1 0 1 0 0,-1 0 0 0 0,1 0 0 0 0,0 0 0 0 0,0 0 0 0 0,0 1-1 0 0,0-1 1 0 0,-5 6 0 0 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2:35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0 18055 0 0,'0'0'7545'0'0,"-1"3"-6563"0"0,-16 44 1242 0 0,-24 85-284 0 0,27-82-1301 0 0,-22 52 0 0 0,29-81-531 0 0,5-17-97 0 0,2-7-19 0 0,4-13-48 0 0,7-26-135 0 0,35-121-357 0 0,-43 151 535 0 0,0-3-31 0 0,-1 9 27 0 0,-1 0 1 0 0,1 0-1 0 0,0 0 1 0 0,0 0-1 0 0,1 0 1 0 0,0 0-1 0 0,7-9 1 0 0,-5 6 27 0 0,-4 8 42 0 0,36 59 387 0 0,-30-46-410 0 0,1 0 1 0 0,0-1-1 0 0,0 0 0 0 0,1 0 1 0 0,1-1-1 0 0,-1 0 0 0 0,2-1 1 0 0,-1 0-1 0 0,1 0 0 0 0,1-1 1 0 0,18 10-1 0 0,5-1 1 0 0,55 21 1 0 0,1-1-35 0 0,-82-32 3 0 0,-5-4 0 0 0,0 1 0 0 0,0 0 0 0 0,0 0 0 0 0,-1 1 0 0 0,1-1 0 0 0,-1 1 0 0 0,1-1 0 0 0,-1 1 0 0 0,4 5 0 0 0,0 1 0 0 0,-5 3 0 0 0,-2-10 0 0 0,-1 0 0 0 0,0 0 0 0 0,0 1 0 0 0,0-1 0 0 0,0 0 0 0 0,0 0 0 0 0,0 0 0 0 0,-1 0 0 0 0,1-1 0 0 0,-1 1 0 0 0,1 0 0 0 0,-1-1 0 0 0,0 1 0 0 0,1 0 0 0 0,-1-1 0 0 0,0 0 0 0 0,0 0 0 0 0,0 1 0 0 0,-3 0 0 0 0,-7 4 0 0 0,1-1 0 0 0,-16 4 0 0 0,19-7 0 0 0,-32 10 25 0 0,0-2-1 0 0,-48 6 1 0 0,-83 1-249 0 0,135-14 107 0 0,14-1-624 0 0,0-2-1 0 0,-37-3 0 0 0,57 3-231 0 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2:36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2759 0 0,'8'-22'22635'0'0,"-6"24"-21530"0"0,2 8-639 0 0,0 1-1 0 0,-1-1 1 0 0,0 0-1 0 0,0 1 1 0 0,1 14-1 0 0,3 61 585 0 0,-4-40-618 0 0,3 19-20 0 0,14 67-1 0 0,-15-109-316 0 0,1 0 1 0 0,1-1-1 0 0,1 1 0 0 0,2-2 0 0 0,0 1 0 0 0,17 27 0 0 0,-22-42-95 0 0,0 0 0 0 0,1 0 0 0 0,0 0 0 0 0,0-1 0 0 0,1 0 0 0 0,0 0 0 0 0,0-1 0 0 0,0 0 0 0 0,0 0 0 0 0,1 0 0 0 0,0-1 0 0 0,0 0 0 0 0,0-1 0 0 0,0 0 0 0 0,1 0 0 0 0,8 1 0 0 0,-13-4-25 0 0,0 0 1 0 0,0 0-1 0 0,0 0 1 0 0,0 0-1 0 0,0-1 0 0 0,0 0 1 0 0,0 0-1 0 0,0 0 1 0 0,0 0-1 0 0,-1-1 0 0 0,1 1 1 0 0,-1-1-1 0 0,1 0 0 0 0,-1 0 1 0 0,1 0-1 0 0,-1-1 1 0 0,5-4-1 0 0,-2 1-37 0 0,1 0 0 0 0,-1 0 0 0 0,-1-1 0 0 0,1 0-1 0 0,-1 0 1 0 0,-1 0 0 0 0,5-10 0 0 0,5-14-111 0 0,-2-1 0 0 0,15-60 1 0 0,4-69-57 0 0,-19 92 116 0 0,-7 41 146 0 0,3-54-1 0 0,-8 80 783 0 0,1 5-714 0 0,6 27 79 0 0,5 39-1 0 0,6 25-28 0 0,-5-52-243 0 0,2-1 1 0 0,39 75-1 0 0,-45-95-1256 0 0,-8-19 680 0 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2:37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7 116 23095 0 0,'0'0'1059'0'0,"-1"-1"-26"0"0,-5-4-596 0 0,7 5-390 0 0,-1-1 0 0 0,0 0 0 0 0,0 1 0 0 0,1-1 0 0 0,-1 1 0 0 0,0-1 0 0 0,1 1 0 0 0,-1-1 0 0 0,0 1 0 0 0,1-1 0 0 0,-1 1 0 0 0,1-1 0 0 0,-1 1-1 0 0,1-1 1 0 0,0 0 0 0 0,-1 1 10 0 0,5-3 158 0 0,0-1-1 0 0,0 1 0 0 0,0 0 1 0 0,0 0-1 0 0,0 1 0 0 0,0 0 0 0 0,1 0 1 0 0,8-2-1 0 0,50-8 1219 0 0,-49 10-1305 0 0,109-13 311 0 0,67-13-3900 0 0,-157 20-3217 0 0,0-1-2033 0 0</inkml:trace>
  <inkml:trace contextRef="#ctx0" brushRef="#br0" timeOffset="1">873 15 6911 0 0,'0'0'623'0'0,"2"0"-514"0"0,32 5 6627 0 0,10 2 5849 0 0,-12-6-10690 0 0,173-5-259 0 0,-182 4-2867 0 0,0 1-1 0 0,25 4 0 0 0,-33-3-560 0 0,11 2-7409 0 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2:37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8287 0 0,'2'0'13172'0'0,"5"2"-11213"0"0,0 0 0 0 0,1 0 0 0 0,10 0 0 0 0,24-2 1101 0 0,45-12-3672 0 0,-41 4 888 0 0,11-1-3048 0 0</inkml:trace>
  <inkml:trace contextRef="#ctx0" brushRef="#br0" timeOffset="1">13 187 9671 0 0,'-11'15'15939'0'0,"12"-15"-15671"0"0,-1 1 0 0 0,0 0 0 0 0,1 0 0 0 0,-1-1 0 0 0,0 1 0 0 0,1-1 0 0 0,-1 1 0 0 0,1 0 1 0 0,0-1-1 0 0,-1 1 0 0 0,1-1 0 0 0,-1 1 0 0 0,2 0 0 0 0,21 9 95 0 0,-16-8-172 0 0,1-1 1 0 0,0 0 0 0 0,-1 0-1 0 0,1-1 1 0 0,0 0 0 0 0,10-2-1 0 0,47-9 28 0 0,-24 3-190 0 0,82-20-2318 0 0,-92 18 1070 0 0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2:58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12 11055 0 0,'-19'-11'18229'0'0,"21"12"-18142"0"0,0 1-1 0 0,-1-1 1 0 0,1 1 0 0 0,0 0-1 0 0,-1 0 1 0 0,1 0-1 0 0,-1 0 1 0 0,1 0-1 0 0,0 3 1 0 0,-2-5-58 0 0,5 9 91 0 0,0 0 1 0 0,-1 0-1 0 0,0 1 0 0 0,-1-1 0 0 0,4 18 1 0 0,3 49 847 0 0,-5-31-3328 0 0,3-1-4011 0 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2:58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21943 0 0,'0'0'1987'0'0,"0"2"-1514"0"0,1 21 626 0 0,1 0-1 0 0,1-1 1 0 0,1 0 0 0 0,1 1-1 0 0,12 33 1 0 0,3-6-670 0 0,31 60 1 0 0,-3-25-296 0 0,-41-74-131 0 0,1 1 0 0 0,1-2 0 0 0,0 1 1 0 0,0-1-1 0 0,11 9 0 0 0,-18-17-3 0 0,-1-1 0 0 0,0 0 0 0 0,0 0 0 0 0,0-1 0 0 0,0 1 0 0 0,0 0 0 0 0,-1 0 0 0 0,1-1 0 0 0,0 1 0 0 0,0-1 0 0 0,1 1 0 0 0,-1-1 0 0 0,0 0 0 0 0,0 1 0 0 0,0-1 0 0 0,0 0 0 0 0,0 0 0 0 0,0 1 0 0 0,0-1 0 0 0,1 0 0 0 0,-1 0 0 0 0,0 0 0 0 0,0 0 0 0 0,0-1 0 0 0,0 1 0 0 0,0 0 0 0 0,1 0 0 0 0,-1-1 0 0 0,0 1 0 0 0,0-1 0 0 0,0 1 0 0 0,0-1 0 0 0,1 0 0 0 0,0-1-4 0 0,0 1 0 0 0,-1-1 0 0 0,1 1 0 0 0,0-1-1 0 0,-1 0 1 0 0,0 0 0 0 0,1 0 0 0 0,-1 0 0 0 0,0 0 0 0 0,0 0 0 0 0,0 0 0 0 0,1-5 0 0 0,8-31-71 0 0,-8 27 67 0 0,20-115-67 0 0,11-47-91 0 0,-30 164 148 0 0,-1 0 0 0 0,1 1 1 0 0,5-10-1 0 0,-8 18 18 0 0,0 0 0 0 0,0 0 0 0 0,1-1 0 0 0,-1 1 0 0 0,0 0 0 0 0,0 0 0 0 0,0-1 0 0 0,0 1 0 0 0,0 0 0 0 0,1 0 0 0 0,-1-1 0 0 0,0 1 0 0 0,0 0 0 0 0,1 0 0 0 0,-1 0 0 0 0,0 0 0 0 0,0-1 0 0 0,1 1 0 0 0,-1 0 0 0 0,0 0 0 0 0,0 0 0 0 0,1 0 0 0 0,-1 0 0 0 0,0 0 0 0 0,0 0 0 0 0,1 0 0 0 0,1 0 4 0 0,-1 1-1 0 0,0-1 1 0 0,1 1-1 0 0,-1 0 1 0 0,0 0-1 0 0,1-1 1 0 0,-1 1-1 0 0,0 0 1 0 0,0 0-1 0 0,0 0 1 0 0,0 1-1 0 0,0-1 1 0 0,0 0-1 0 0,0 0 1 0 0,0 0-1 0 0,0 1 1 0 0,1 1-1 0 0,12 27 85 0 0,-14-29-87 0 0,29 77 195 0 0,-21-53-165 0 0,1 0 1 0 0,1 0-1 0 0,1-1 0 0 0,28 44 0 0 0,-33-60-31 0 0,0-1 0 0 0,0-1 0 0 0,0 1 0 0 0,1-1 0 0 0,0 0 0 0 0,0 0 0 0 0,1-1 0 0 0,-1 0 0 0 0,17 7 0 0 0,-23-11 0 0 0,0-1 0 0 0,0 1 0 0 0,0-1 0 0 0,0 1 0 0 0,0-1 0 0 0,0 1 0 0 0,0-1 0 0 0,0 0 0 0 0,0 0 0 0 0,0 0 0 0 0,0 0 0 0 0,0 1 0 0 0,0-1 0 0 0,1-1 0 0 0,-1 1 0 0 0,0 0 0 0 0,0 0 0 0 0,0 0 0 0 0,0-1 0 0 0,0 1 0 0 0,0 0 0 0 0,0-1 0 0 0,0 1 0 0 0,2-2 0 0 0,-1 1 0 0 0,1-1 0 0 0,0 0 1 0 0,0 0-1 0 0,-1 1 1 0 0,1-2-1 0 0,-1 1 1 0 0,0 0-1 0 0,1 0 0 0 0,-1-1 1 0 0,0 1-1 0 0,-1-1 1 0 0,1 0-1 0 0,0 0 0 0 0,-1 1 1 0 0,1-1-1 0 0,-1 0 1 0 0,0 0-1 0 0,0 0 1 0 0,1-5-1 0 0,1-7-42 0 0,-1 0 1 0 0,2-25-1 0 0,-3 27-48 0 0,1-7-501 0 0,-1-1-1 0 0,-1 1 1 0 0,-1-1-1 0 0,-1 1 0 0 0,0 0 1 0 0,-10-35-1 0 0,3 31-1260 0 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2:59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 7831 0 0,'0'0'603'0'0,"1"-1"230"0"0,29-12 12503 0 0,23 0-8124 0 0,-12 4-5088 0 0,167-32-2310 0 0,-189 38 1020 0 0,18-3-7766 0 0</inkml:trace>
  <inkml:trace contextRef="#ctx0" brushRef="#br0" timeOffset="1">771 7 13823 0 0,'1'2'9571'0'0,"1"0"-9211"0"0,0 0 0 0 0,1 0 1 0 0,-1 0-1 0 0,1 0 0 0 0,-1-1 0 0 0,1 1 1 0 0,0-1-1 0 0,-1 1 0 0 0,1-1 1 0 0,0 0-1 0 0,0 0 0 0 0,0 0 0 0 0,0-1 1 0 0,0 1-1 0 0,0-1 0 0 0,0 1 1 0 0,4-1-1 0 0,9 0-286 0 0,0-1 0 0 0,20-2 0 0 0,-6-1 100 0 0,-18 4-631 0 0,68-3 62 0 0,-41 6-2428 0 0,-2 6-5108 0 0,-20-1-131 0 0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2:59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19263 0 0,'0'0'1744'0'0,"2"1"-1434"0"0,2 2-206 0 0,0 0 0 0 0,1 0 1 0 0,-1 0-1 0 0,1-1 1 0 0,4 2-1 0 0,-1-1 616 0 0,-1-1 0 0 0,0-1 0 0 0,0 1 0 0 0,1-2 0 0 0,-1 1 0 0 0,0 0 0 0 0,1-1 0 0 0,-1-1 0 0 0,12-1 0 0 0,31-3 687 0 0,-49 5-1262 0 0,2 1 54 0 0,-3-1-179 0 0,0 0 1 0 0,0 0 0 0 0,0-1-1 0 0,1 1 1 0 0,-1 0 0 0 0,0 0-1 0 0,0 0 1 0 0,0 0 0 0 0,0 0-1 0 0,1 0 1 0 0,-1 0 0 0 0,0 1-1 0 0,0-1 1 0 0,0 0-1 0 0,1 0 1 0 0,-1 0 0 0 0,0 0-1 0 0,0 0 1 0 0,0 0 0 0 0,1 0-1 0 0,-1 0 1 0 0,0 0 0 0 0,0 0-1 0 0,0 1 1 0 0,0-1 0 0 0,0 0-1 0 0,1 0 1 0 0,-1 0-1 0 0,0 0 1 0 0,0 1 0 0 0,0-1-1 0 0,0 0 1 0 0,0 0 0 0 0,0 1-1 0 0,1 6 35 0 0,-2 1-1 0 0,1 0 0 0 0,-1 0 1 0 0,0-1-1 0 0,-1 1 0 0 0,0 0 1 0 0,0-1-1 0 0,0 1 0 0 0,-1-1 1 0 0,-4 8-1 0 0,-11 33 328 0 0,17-43-363 0 0,0 0 0 0 0,0 0 0 0 0,1 0 0 0 0,-1 0 0 0 0,1 0 0 0 0,0 0 0 0 0,0 0 0 0 0,2 5 0 0 0,0-2-19 0 0,-2-7 0 0 0,0 0 0 0 0,0-1 0 0 0,1 1 0 0 0,-1 0 0 0 0,0-1 0 0 0,1 1 0 0 0,-1 0 0 0 0,0-1 0 0 0,1 1 0 0 0,-1-1 0 0 0,0 1 0 0 0,1 0 0 0 0,-1-1 0 0 0,1 1 0 0 0,-1-1 0 0 0,1 1 0 0 0,0-1 0 0 0,-1 1 0 0 0,1-1 0 0 0,-1 0 0 0 0,1 1 0 0 0,0-1 0 0 0,-1 0 0 0 0,2 1 0 0 0,0-1 0 0 0,2 2-45 0 0,0 0 1 0 0,0-1-1 0 0,0 1 0 0 0,0-1 1 0 0,1 0-1 0 0,-1-1 0 0 0,0 1 0 0 0,0-1 1 0 0,1 0-1 0 0,-1 0 0 0 0,0 0 1 0 0,0 0-1 0 0,1-1 0 0 0,-1 1 1 0 0,0-1-1 0 0,8-3 0 0 0,6-3-436 0 0,1 0-1 0 0,23-14 0 0 0,-22 10 104 0 0,1 0-1004 0 0,0 0-53 0 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3:00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13823 0 0,'0'0'16652'0'0,"2"0"-16035"0"0,76-5 590 0 0,-54 2-1614 0 0,0 2 0 0 0,47 2 0 0 0,-63 1 568 0 0</inkml:trace>
  <inkml:trace contextRef="#ctx0" brushRef="#br0" timeOffset="1">62 177 19783 0 0,'0'0'903'0'0,"-3"8"302"0"0,3-7-994 0 0,-1 1-1 0 0,1-1 1 0 0,-1 0-1 0 0,1 0 1 0 0,0 0-1 0 0,-1 1 1 0 0,1-1-1 0 0,0 0 1 0 0,0 0-1 0 0,0 1 1 0 0,0-1-1 0 0,0 0 0 0 0,0 0 1 0 0,1 1-1 0 0,-1-1 1 0 0,0 0-1 0 0,0 0 1 0 0,1 1-1 0 0,-1-1 1 0 0,1 0-1 0 0,-1 0 1 0 0,1 0-1 0 0,0 0 1 0 0,-1 0-1 0 0,1 0 1 0 0,0 0-1 0 0,0 0 1 0 0,0 0-1 0 0,0 0 1 0 0,0 0-1 0 0,0 0 1 0 0,0-1-1 0 0,1 2 1 0 0,1-1-68 0 0,0 1 0 0 0,0-1 1 0 0,-1 0-1 0 0,1 0 0 0 0,0 0 1 0 0,0 0-1 0 0,0-1 0 0 0,0 1 1 0 0,0-1-1 0 0,5 1 0 0 0,14-3-171 0 0,-1-1-1 0 0,41-11 1 0 0,-19 0-8324 0 0,-13 2-1188 0 0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3:00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173 167 2759 0 0,'0'-2'207'0'0,"0"-20"2962"0"0,-3-62 16094 0 0,-3 50-18246 0 0,6 32-947 0 0,0 1-1 0 0,-1 0 1 0 0,1 0 0 0 0,0 0-1 0 0,-1-1 1 0 0,1 1 0 0 0,-1 0-1 0 0,1 0 1 0 0,-1 0 0 0 0,0 0-1 0 0,1 0 1 0 0,-1 0 0 0 0,0 0-1 0 0,0 0 1 0 0,0 0 0 0 0,0 1 0 0 0,0-1-1 0 0,0 0 1 0 0,0 0 0 0 0,0 1-1 0 0,0-1 1 0 0,-1 0 0 0 0,0 1 12 0 0,0-1 0 0 0,0 1 1 0 0,1 0-1 0 0,-1 0 1 0 0,0 0-1 0 0,1 0 1 0 0,-1 0-1 0 0,0 0 1 0 0,0 1-1 0 0,1-1 1 0 0,-1 1-1 0 0,0-1 1 0 0,1 1-1 0 0,-2 0 1 0 0,-3 2 54 0 0,1 0 0 0 0,0 0 0 0 0,0 0-1 0 0,1 0 1 0 0,-1 1 0 0 0,1 0 0 0 0,-1 0 0 0 0,-4 6 0 0 0,0 4-28 0 0,1-1 0 0 0,0 1 0 0 0,1 0 1 0 0,0 1-1 0 0,1-1 0 0 0,1 1 0 0 0,0 0 0 0 0,-3 24 0 0 0,4-15-15 0 0,1 0 1 0 0,2 1-1 0 0,0-1 0 0 0,5 45 0 0 0,3-20 5 0 0,3 0 1 0 0,16 51-1 0 0,42 90-10 0 0,-56-158-74 0 0,-1 0-1 0 0,10 54 1 0 0,-18-67-3 0 0,-1 0 0 0 0,0 0 0 0 0,-1 1 0 0 0,-2-1 0 0 0,0 0 0 0 0,-3 20 0 0 0,1-24-8 0 0,0-1-1 0 0,-2 0 1 0 0,-7 20 0 0 0,9-28-34 0 0,0 0 1 0 0,0 0-1 0 0,-1 0 1 0 0,0 0-1 0 0,0-1 1 0 0,0 0-1 0 0,-1 1 1 0 0,1-2-1 0 0,-10 8 1 0 0,13-11-92 0 0,0 0 0 0 0,0 0-1 0 0,0-1 1 0 0,-1 1 0 0 0,1-1 0 0 0,0 1-1 0 0,0-1 1 0 0,-1 0 0 0 0,1 1 0 0 0,0-1-1 0 0,0 0 1 0 0,-1 0 0 0 0,1 0 0 0 0,0 0 0 0 0,-1 0-1 0 0,1 0 1 0 0,0 0 0 0 0,-1 0 0 0 0,1-1-1 0 0,0 1 1 0 0,0-1 0 0 0,-1 1 0 0 0,1-1-1 0 0,0 1 1 0 0,0-1 0 0 0,0 1 0 0 0,0-1 0 0 0,0 0-1 0 0,-1 0 1 0 0,1 0 0 0 0,1 1 0 0 0,-1-1-1 0 0,0 0 1 0 0,0 0 0 0 0,0 0 0 0 0,0 0-1 0 0,1-1 1 0 0,-1 1 0 0 0,0-1 0 0 0,-4-9-2014 0 0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3: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9215 0 0,'6'-21'24070'0'0,"2"27"-27172"0"0,-4-3 3249 0 0,0 1-1 0 0,0 0 1 0 0,0 0 0 0 0,0 0-1 0 0,-1 1 1 0 0,0 0 0 0 0,0-1-1 0 0,0 1 1 0 0,0 0 0 0 0,-1 0-1 0 0,2 6 1 0 0,3 9 37 0 0,8 38 0 0 0,0 21-28 0 0,9 41-72 0 0,-12-70 1132 0 0,-9-33-3812 0 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3:01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78 8287 0 0,'-17'-19'17291'0'0,"32"5"-13609"0"0,-5 9-3391 0 0,0 1-1 0 0,1 1 0 0 0,-1 0 0 0 0,1 1 1 0 0,0 0-1 0 0,17-1 0 0 0,-6 0-98 0 0,50-7-63 0 0,0 4 0 0 0,74 3 0 0 0,-135 3-134 0 0,-1 1 1 0 0,1 1-1 0 0,18 4 0 0 0,-25-4 2 0 0,1-1 1 0 0,-1 1-1 0 0,0-1 0 0 0,1 1 0 0 0,-1 1 0 0 0,0-1 0 0 0,0 1 0 0 0,0-1 0 0 0,-1 1 0 0 0,1 0 1 0 0,3 4-1 0 0,-6-5-1 0 0,0 0 1 0 0,1 0-1 0 0,-1 0 1 0 0,-1 1 0 0 0,1-1-1 0 0,0 0 1 0 0,-1 0-1 0 0,1 1 1 0 0,-1-1 0 0 0,1 0-1 0 0,-1 1 1 0 0,0-1-1 0 0,0 0 1 0 0,0 1-1 0 0,-1-1 1 0 0,1 0 0 0 0,0 1-1 0 0,-1-1 1 0 0,1 0-1 0 0,-1 0 1 0 0,0 1 0 0 0,0-1-1 0 0,0 0 1 0 0,-2 4-1 0 0,-3 4-13 0 0,0 0 0 0 0,-1 0-1 0 0,-12 13 1 0 0,4-7-96 0 0,-1-2 0 0 0,-1 0 0 0 0,0-1 1 0 0,-24 14-1 0 0,23-15-23 0 0,-36 23-948 0 0,-26 17-5159 0 0,63-40-2498 0 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3:01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288 162 10135 0 0,'0'0'778'0'0,"-1"-1"-506"0"0,-3-16 448 0 0,3 14 410 0 0,-1 0 0 0 0,1 0 0 0 0,-1-1 0 0 0,0 1 0 0 0,-3-4 0 0 0,3 5-391 0 0,1 1-1 0 0,-1-1 1 0 0,0 1-1 0 0,1-1 1 0 0,-1 1-1 0 0,0-1 1 0 0,0 1-1 0 0,0 0 1 0 0,-3-2-1 0 0,-13 1 1059 0 0,11 2-1635 0 0,0 1 0 0 0,0 1 0 0 0,0 0 0 0 0,1-1 0 0 0,-1 2 0 0 0,0-1 0 0 0,1 1-1 0 0,0 0 1 0 0,0 1 0 0 0,0-1 0 0 0,0 1 0 0 0,1 0 0 0 0,-10 9 0 0 0,-2 5-36 0 0,0 0 0 0 0,-21 30-1 0 0,35-43-85 0 0,-6 7 6 0 0,0 0 0 0 0,1 1 0 0 0,1 0-1 0 0,-10 24 1 0 0,15-32-44 0 0,0 0 0 0 0,1 0 0 0 0,0 0 0 0 0,0 0-1 0 0,0 0 1 0 0,1 0 0 0 0,0 9 0 0 0,0-11-18 0 0,1 0 0 0 0,-1 0 1 0 0,1 0-1 0 0,0 0 0 0 0,0 0 1 0 0,0-1-1 0 0,0 1 0 0 0,0 0 0 0 0,1-1 1 0 0,-1 1-1 0 0,1-1 0 0 0,0 1 0 0 0,-1-1 1 0 0,4 4-1 0 0,-2-4-43 0 0,0 0-1 0 0,0 0 1 0 0,0-1-1 0 0,0 1 1 0 0,0-1-1 0 0,1 1 1 0 0,-1-1-1 0 0,0 0 1 0 0,1 0-1 0 0,-1 0 1 0 0,0-1-1 0 0,1 1 1 0 0,-1-1-1 0 0,1 0 1 0 0,-1 0-1 0 0,1 0 1 0 0,5-1-1 0 0,-1 0-110 0 0,0 0-1 0 0,-1-1 1 0 0,1 0-1 0 0,0 0 1 0 0,-1-1-1 0 0,13-6 1 0 0,-11 4 104 0 0,0 0-1 0 0,-1-1 1 0 0,1 0-1 0 0,-2-1 1 0 0,1 1 0 0 0,-1-2-1 0 0,0 1 1 0 0,0-1-1 0 0,-1 0 1 0 0,0 0 0 0 0,0-1-1 0 0,-1 0 1 0 0,0 0-1 0 0,-1 0 1 0 0,0 0 0 0 0,0-1-1 0 0,-1 1 1 0 0,0-1-1 0 0,1-13 1 0 0,3-13 392 0 0,3-49 0 0 0,-10 68-60 0 0,0 0-1 0 0,0 0 0 0 0,-2 0 1 0 0,0 0-1 0 0,-5-19 0 0 0,17 79 910 0 0,41 131-2051 0 0,-45-159 105 0 0,-2-5-190 0 0,-1-1 0 0 0,1 1 0 0 0,1-1 0 0 0,0 0 0 0 0,7 10-1 0 0,-4-10-1451 0 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3:02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98 18575 0 0,'-4'-9'9051'0'0,"5"11"-8178"0"0,8 19-48 0 0,-2 0 0 0 0,0 0 1 0 0,6 35-1 0 0,6 20-451 0 0,58 145 56 0 0,-75-216-427 0 0,3 8-2 0 0,1 0 1 0 0,0-1-1 0 0,1 0 0 0 0,1 0 1 0 0,10 14-1 0 0,-11-20-1 0 0,1-5 0 0 0,-7-1 0 0 0,0-1 0 0 0,1 0 0 0 0,-1 1 0 0 0,0-1 0 0 0,0 0 0 0 0,0 0 0 0 0,1 1 0 0 0,-1-1 0 0 0,0 0 0 0 0,0 0 0 0 0,0 0 0 0 0,-1-1 0 0 0,1 1 0 0 0,0 0 0 0 0,0 0 0 0 0,0 0 0 0 0,-1-1 0 0 0,1 1 0 0 0,-1 0 0 0 0,1-3 0 0 0,8-31 0 0 0,-7 29 0 0 0,11-78-64 0 0,7-26-99 0 0,-3 26 35 0 0,6-20-405 0 0,12 1-1727 0 0,-19 58-7264 0 0,-12 32 924 0 0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3:02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57 6447 0 0,'-5'4'17622'0'0,"11"0"-15726"0"0,-4-2-530 0 0,7 1-837 0 0,-1 1 1 0 0,0-1-1 0 0,1-1 0 0 0,0 0 0 0 0,-1 0 0 0 0,1 0 1 0 0,0-1-1 0 0,15 0 0 0 0,3-2-278 0 0,41-6-1 0 0,206-40-90 0 0,-207 35-148 0 0,-48 8-64 0 0,6-1-370 0 0,1 0 0 0 0,0 2 0 0 0,30 0 0 0 0,-37 5-534 0 0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3:03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1 172 1839 0 0,'0'0'83'0'0,"1"-1"-6"0"0,1-4-42 0 0,23-25 14537 0 0,-14 27-6178 0 0,-9 3-7797 0 0,0 1 1 0 0,0-1-1 0 0,0 0 0 0 0,0 1 1 0 0,1-1-1 0 0,-1 1 0 0 0,0-1 1 0 0,3 3-1 0 0,2 0-1108 0 0,-1 1 1 0 0,0-1 0 0 0,6 6-1 0 0,-2 0 2128 0 0,-8-8-994 0 0,13 14-323 0 0,-1 0 0 0 0,0 1 0 0 0,-1 1 0 0 0,0 0 0 0 0,16 32 1 0 0,20 27 16 0 0,-45-71-298 0 0,1 1 0 0 0,0-1-1 0 0,10 8 1 0 0,-8-8-19 0 0,-7-5 0 0 0,1 1 0 0 0,-1-1 0 0 0,0 0 0 0 0,1 0 0 0 0,-1 1 0 0 0,1-1 0 0 0,-1 0 0 0 0,1 0 0 0 0,-1 1 0 0 0,1-1 0 0 0,-1 0 0 0 0,1 0 0 0 0,-1 0 0 0 0,1 0 0 0 0,-1 0 0 0 0,1 0 0 0 0,-1 0 0 0 0,1 0 0 0 0,-1 0 0 0 0,1 0 0 0 0,-1 0 0 0 0,1 0 0 0 0,-1 0 0 0 0,1-1 0 0 0,-1 1 0 0 0,1 0 0 0 0,-1 0 0 0 0,2-1 0 0 0,-1 0 0 0 0,1 1 0 0 0,0-1 0 0 0,0 1 0 0 0,0-1 0 0 0,0 0 0 0 0,0 0 0 0 0,0 0 0 0 0,0 0 0 0 0,0 0 0 0 0,0 0 0 0 0,0-1 0 0 0,-1 1 0 0 0,1-1 0 0 0,0 1 0 0 0,-1-1 0 0 0,1 0 0 0 0,-1 1 0 0 0,0-1 0 0 0,0 0 0 0 0,0 0 0 0 0,0 0 0 0 0,0 0 0 0 0,0 0 0 0 0,0 0 0 0 0,0 0 0 0 0,-1 0 0 0 0,1 0 0 0 0,0-4 0 0 0,2-4 0 0 0,2-8 0 0 0,-1-1 0 0 0,4-28 0 0 0,3-13 0 0 0,4-1-319 0 0,16-70-1042 0 0,-31 130 999 0 0,2-13 143 0 0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3:03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0 102 17047 0 0,'0'0'12708'0'0,"2"0"-11955"0"0,15-4-126 0 0,31-10-1 0 0,-6 1-188 0 0,54-11-2911 0 0,48-10-6671 0 0,-123 29 273 0 0</inkml:trace>
  <inkml:trace contextRef="#ctx0" brushRef="#br0" timeOffset="1.01">539 0 9215 0 0,'0'0'707'0'0,"-1"2"-464"0"0,0 13 4105 0 0,1 1 1 0 0,0-1 0 0 0,4 31-1 0 0,0-2-2764 0 0,-4-36-1404 0 0,0-5-112 0 0,0 0-1 0 0,0 0 1 0 0,1 0-1 0 0,-1 0 1 0 0,1 0-1 0 0,0 0 1 0 0,-1 0 0 0 0,4 5-1 0 0,2 6 62 0 0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3:03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42 10591 0 0,'0'0'13284'0'0,"-1"1"-12227"0"0,1 6-714 0 0,0 0-1 0 0,0-1 0 0 0,0 1 0 0 0,1 0 0 0 0,0-1 0 0 0,0 1 0 0 0,1-1 0 0 0,-1 1 0 0 0,2-1 0 0 0,-1 0 0 0 0,6 11 1 0 0,-2-5-241 0 0,2 1 0 0 0,-1-1 1 0 0,2 0-1 0 0,14 16 1 0 0,-20-25-81 0 0,0 1 0 0 0,0 0 0 0 0,0-1 0 0 0,1 0 0 0 0,0 0 1 0 0,0 0-1 0 0,0 0 0 0 0,0-1 0 0 0,0 1 0 0 0,0-1 0 0 0,1 0 0 0 0,-1 0 0 0 0,1-1 1 0 0,6 2-1 0 0,2-3 113 0 0,-11-1-104 0 0,-1 1 388 0 0,10-11-23 0 0,16-29-195 0 0,23-45-1 0 0,-24 40-705 0 0,3 2-1172 0 0,-8 19-2619 0 0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3:04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11 125 12895 0 0,'0'0'595'0'0,"-1"0"-18"0"0,1 0-108 0 0,-1-1-1 0 0,0 1 1 0 0,1-1 0 0 0,-1 1-1 0 0,0-1 1 0 0,1 1-1 0 0,-1-1 1 0 0,1 1-1 0 0,-1-1 1 0 0,1 0 0 0 0,-1 1-1 0 0,1-1 1 0 0,0 1-1 0 0,-1-1 1 0 0,1 0 0 0 0,0 0-1 0 0,-1 1 1 0 0,1-1-1 0 0,0 0 1 0 0,0 0-1 0 0,0 1 1 0 0,-1-1 0 0 0,1 0-1 0 0,0 0 1 0 0,1-1-236 0 0,-1 1 0 0 0,0 0-1 0 0,1 0 1 0 0,-1 0 0 0 0,1 0 0 0 0,-1 0 0 0 0,1-1 0 0 0,-1 1 0 0 0,1 0 0 0 0,0 0 0 0 0,0 0 0 0 0,0 1 0 0 0,1-3-1 0 0,3-1-126 0 0,0 0 0 0 0,0 1 0 0 0,0-1 1 0 0,7-2-1 0 0,-12 6-48 0 0,28-13-254 0 0,1 1 0 0 0,0 2-1 0 0,0 0 1 0 0,1 2 0 0 0,39-5 0 0 0,-28 9-2568 0 0,-20 4 1169 0 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3:04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0 6447 0 0,'0'0'17825'0'0,"13"2"-14685"0"0,-12-2-3019 0 0,1 0 1 0 0,-1 0-1 0 0,0 0 0 0 0,1 0 0 0 0,-1 0 0 0 0,0 0 0 0 0,1 0 0 0 0,-1 1 0 0 0,0-1 0 0 0,0 0 0 0 0,1 1 0 0 0,-1 0 0 0 0,0-1 0 0 0,0 1 0 0 0,0-1 0 0 0,0 1 0 0 0,1 0 0 0 0,-1 0 0 0 0,0 0 0 0 0,0 0 0 0 0,-1 0 1 0 0,2 1-1 0 0,-1 0-101 0 0,0 0 1 0 0,0 1 0 0 0,0-1-1 0 0,-1 0 1 0 0,1 0-1 0 0,-1 1 1 0 0,1-1 0 0 0,-1 0-1 0 0,0 1 1 0 0,0-1 0 0 0,0 5-1 0 0,-1 1 75 0 0,-1 1-1 0 0,1-1 1 0 0,-1 0-1 0 0,-1 0 0 0 0,1 1 1 0 0,-8 13-1 0 0,-28 44 618 0 0,18-36-394 0 0,19-28-78 0 0,3-1-231 0 0,-1 0 0 0 0,1 0 0 0 0,0 0 0 0 0,-1 0-1 0 0,1 0 1 0 0,0 0 0 0 0,0-1 0 0 0,3 2 0 0 0,-2-1-9 0 0,1-1 0 0 0,0 1 0 0 0,0-1 0 0 0,0 0 0 0 0,0 0 0 0 0,-1 0 0 0 0,1-1 0 0 0,0 0 0 0 0,7-1 0 0 0,36-15 0 0 0,-26 9 0 0 0,47-22 8 0 0,-51 21-43 0 0,1 1 1 0 0,0 0-1 0 0,0 2 0 0 0,28-7 1 0 0,-44 13-175 0 0,1-1 1 0 0,0 1-1 0 0,0 0 1 0 0,0 1-1 0 0,-1-1 1 0 0,1 0-1 0 0,0 1 1 0 0,0-1 0 0 0,-1 1-1 0 0,6 2 1 0 0,-1 0-789 0 0,2 0-380 0 0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3:13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77 11055 0 0,'9'-3'10796'0'0,"16"-4"-7799"0"0,45-10-1961 0 0,91-14-115 0 0,-53 16-5602 0 0,-93 13-918 0 0,-1 0-1535 0 0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3:13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6 5983 0 0,'-2'1'464'0'0,"0"0"-443"0"0,0-1 0 0 0,0 1-1 0 0,-1 0 1 0 0,1-1-1 0 0,0 1 1 0 0,-1-1-1 0 0,-16 1 13871 0 0,21 0-13142 0 0,1 1-519 0 0,1-1 0 0 0,0 0 0 0 0,-1 0 1 0 0,1 0-1 0 0,0-1 0 0 0,0 1 0 0 0,0-1 0 0 0,5 0 0 0 0,37-4 569 0 0,-21 2-542 0 0,35-3 13 0 0,68-3 197 0 0,-42 8-2908 0 0,-54 2-174 0 0,-19-2 695 0 0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3:20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449 61 21391 0 0,'0'0'984'0'0,"-13"-6"352"0"0,-10-15 18 0 0,19 16-536 0 0,-1 1-1 0 0,1 0 1 0 0,-1 0 0 0 0,-9-6-1 0 0,12 9-671 0 0,0 0 0 0 0,0 0 0 0 0,-1 1 0 0 0,1-1 0 0 0,0 0 0 0 0,-1 1 0 0 0,1-1 0 0 0,0 1 0 0 0,-1 0 0 0 0,1 0 0 0 0,0 0 0 0 0,-1 0 0 0 0,1 0 0 0 0,0 1 0 0 0,-1-1 0 0 0,-3 2 0 0 0,-3 1-46 0 0,0 1 0 0 0,0 0 0 0 0,0 0 0 0 0,0 1 0 0 0,1 1 1 0 0,-1-1-1 0 0,-12 13 0 0 0,-49 53 127 0 0,65-66-219 0 0,-24 27 16 0 0,-41 62 0 0 0,56-72-14 0 0,1 1-1 0 0,0 0 1 0 0,2 1-1 0 0,-9 27 1 0 0,18-43-10 0 0,0 0 0 0 0,0 1 0 0 0,1-1 0 0 0,0 0 0 0 0,0 0 0 0 0,1 1 0 0 0,0-1 0 0 0,0 1 0 0 0,1-1 0 0 0,3 15 0 0 0,-3-18 0 0 0,1 1 0 0 0,0-1 0 0 0,0 1 0 0 0,1-1 0 0 0,-1 0 0 0 0,1 0 0 0 0,0 0 0 0 0,0 0 0 0 0,1 0 0 0 0,0-1 0 0 0,0 1 0 0 0,0-1 0 0 0,0 0 0 0 0,1 0 0 0 0,9 6 0 0 0,0-2 0 0 0,0-1 0 0 0,1-1 0 0 0,0 0 0 0 0,0-1 0 0 0,1 0 0 0 0,0-1 0 0 0,0-1 0 0 0,0-1 0 0 0,0 0 0 0 0,0-1 0 0 0,0 0 0 0 0,0-2 0 0 0,20-2 0 0 0,-10-1 0 0 0,-1 0 0 0 0,1-2 0 0 0,-1-1 0 0 0,0-2 0 0 0,0 0 0 0 0,-1-1 0 0 0,34-20 0 0 0,-50 24 0 0 0,1 1 0 0 0,-1-2 0 0 0,0 1 0 0 0,-1-1 0 0 0,1-1 0 0 0,-2 1 0 0 0,1-1 0 0 0,-1 0 0 0 0,0-1 0 0 0,0 0 0 0 0,-1 0 0 0 0,0 0 0 0 0,-1 0 0 0 0,5-16 0 0 0,-6 17 0 0 0,-1 0 0 0 0,0-1 0 0 0,-1 0 0 0 0,1 1 0 0 0,-2-1 0 0 0,1 0 0 0 0,-1 0 0 0 0,0 0 0 0 0,-1 1 0 0 0,0-1 0 0 0,-1 0 0 0 0,0 1 0 0 0,0-1 0 0 0,0 1 0 0 0,-1-1 0 0 0,-1 1 0 0 0,-5-11 0 0 0,1 6 0 0 0,-1-1 0 0 0,-1 1 0 0 0,0 1 0 0 0,0 0 0 0 0,-1 0 0 0 0,-1 1 0 0 0,0 1 0 0 0,0 0 0 0 0,-1 0 0 0 0,-1 1 0 0 0,1 1 0 0 0,-1 0 0 0 0,-18-6 0 0 0,0 1-288 0 0,-56-13 0 0 0,14 5-307 0 0,72 20-438 0 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2:38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1 481 21455 0 0,'0'0'4848'0'0,"0"3"-3963"0"0,2 12-100 0 0,0 0 0 0 0,-2 25-1 0 0,0-19 99 0 0,0 0 0 0 0,7 41 0 0 0,-4-51-908 0 0,-3-10-64 0 0,0 0 1 0 0,1 0-1 0 0,-1 0 0 0 0,1-1 1 0 0,-1 1-1 0 0,1 0 1 0 0,-1 0-1 0 0,1 0 1 0 0,-1 0-1 0 0,1 0 1 0 0,0-1-1 0 0,-1 1 0 0 0,1 0 1 0 0,0-1-1 0 0,0 1 1 0 0,-1-1-1 0 0,1 1 1 0 0,0 0-1 0 0,0-1 1 0 0,0 0-1 0 0,0 1 0 0 0,0-1 1 0 0,0 0-1 0 0,0 1 1 0 0,0-1-1 0 0,0 0 1 0 0,0 0-1 0 0,0 0 1 0 0,0 0-1 0 0,1 0 0 0 0,3 0-458 0 0,0 0 0 0 0,1-1 0 0 0,-1 0-1 0 0,7-2 1 0 0,-9 2-106 0 0,14-3-1763 0 0</inkml:trace>
  <inkml:trace contextRef="#ctx0" brushRef="#br0" timeOffset="1">557 82 16127 0 0,'0'0'1242'0'0,"0"-2"-812"0"0,0-3 313 0 0,1 0 0 0 0,0 0-1 0 0,0-1 1 0 0,2-6 2017 0 0,-3 3 3980 0 0,-7 16-6471 0 0,0 1 0 0 0,1 0 0 0 0,-1 0 0 0 0,1 0 1 0 0,1 0-1 0 0,-8 16 0 0 0,-23 57 16 0 0,34-74-276 0 0,-40 114 188 0 0,38-105-177 0 0,0-1 1 0 0,1 2-1 0 0,1-1 0 0 0,0 0 1 0 0,1 27-1 0 0,2-38-20 0 0,-1 1 0 0 0,1-1 1 0 0,0 1-1 0 0,1-1 0 0 0,-1 0 0 0 0,1 0 0 0 0,0 1 0 0 0,1-1 0 0 0,-1-1 1 0 0,1 1-1 0 0,0 0 0 0 0,5 7 0 0 0,-3-7 0 0 0,0 0 1 0 0,1 1-1 0 0,-1-2 0 0 0,1 1 0 0 0,0-1 1 0 0,1 0-1 0 0,-1 0 0 0 0,10 4 0 0 0,0-2-2 0 0,0 0-1 0 0,1-2 0 0 0,-1 0 0 0 0,1 0 1 0 0,0-2-1 0 0,0 0 0 0 0,22-1 1 0 0,-18-1-39 0 0,0 0 1 0 0,0-2 0 0 0,0-1 0 0 0,0 0 0 0 0,-1-2-1 0 0,0 0 1 0 0,0-1 0 0 0,0-1 0 0 0,0-1 0 0 0,-1-1-1 0 0,-1-1 1 0 0,27-17 0 0 0,-40 23 34 0 0,1-1 0 0 0,-1 0 0 0 0,0 0 0 0 0,0 0 0 0 0,0 0 0 0 0,-1-1 0 0 0,0 1 0 0 0,0-1 0 0 0,-1 0 0 0 0,1-1 0 0 0,2-6 0 0 0,-3 4 10 0 0,0 0 0 0 0,-1-1 0 0 0,0 1 0 0 0,0-1 0 0 0,-1 1 0 0 0,0-1 0 0 0,-1-14 0 0 0,-1 8 14 0 0,-1-1 0 0 0,-1 0 0 0 0,-1 1 0 0 0,0-1 0 0 0,-1 1 0 0 0,0 0 0 0 0,-2 1 0 0 0,0 0 0 0 0,-9-15 0 0 0,10 20-14 0 0,0 0 0 0 0,-1 1 0 0 0,0 0 0 0 0,-1 0 0 0 0,0 1 0 0 0,0 0 0 0 0,-19-13 0 0 0,14 13 1 0 0,1 0 1 0 0,-2 1-1 0 0,1 1 0 0 0,-1 0 1 0 0,-24-6-1 0 0,0 1-165 0 0,0 2 1 0 0,-50-4-1 0 0,70 11 49 0 0,0 1 1 0 0,0 1-1 0 0,-1 1 1 0 0,1 1-1 0 0,0 0 0 0 0,0 1 1 0 0,-20 7-1 0 0,33-8-354 0 0,-1 0 1 0 0,1 0-1 0 0,-1 1 0 0 0,-7 5 1 0 0,-7 9-7131 0 0,5 0-1515 0 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2:39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10135 0 0,'0'0'778'0'0,"2"2"52"0"0,23 37 11888 0 0,-12-17-8230 0 0,1 0-3545 0 0,38 68 993 0 0,-46-80-2114 0 0,2 0 0 0 0,-1 0-1 0 0,1-1 1 0 0,1 0-1 0 0,0-1 1 0 0,0 0 0 0 0,16 11-1 0 0,-18-15-2478 0 0,0 0 0 0 0,0 0 1 0 0,17 5-1 0 0,-13-6-5870 0 0</inkml:trace>
  <inkml:trace contextRef="#ctx0" brushRef="#br0" timeOffset="1">514 92 21655 0 0,'0'0'2547'0'0,"12"2"877"0"0,39-4 228 0 0,25 1-2363 0 0,-64 1-1267 0 0,-1 1 1 0 0,0 0-1 0 0,1 1 1 0 0,15 5-1 0 0,-15 0-21 0 0,-10-3 3 0 0,-1-2 2 0 0,-1 0-4 0 0,1 0 0 0 0,0 0-1 0 0,-1 0 1 0 0,0 0 0 0 0,1 0 0 0 0,-1 0 0 0 0,0 0 0 0 0,0 0 0 0 0,0 0 0 0 0,0 0 0 0 0,0 0 0 0 0,-1 0 0 0 0,1 0 0 0 0,-1 0-1 0 0,1 0 1 0 0,-1 0 0 0 0,0 0 0 0 0,0 0 0 0 0,0 0 0 0 0,-1 2 0 0 0,-4 5 10 0 0,0 0-1 0 0,-13 14 1 0 0,11-14-10 0 0,-7 9-2 0 0,1-3 0 0 0,1 2 0 0 0,1-1 0 0 0,-21 36 0 0 0,30-42 0 0 0,3-10 0 0 0,-1 1 0 0 0,1-1 0 0 0,0 1 0 0 0,0-1 0 0 0,0 1 0 0 0,-1 0 0 0 0,1-1 0 0 0,0 1 0 0 0,0-1 0 0 0,0 1 0 0 0,0-1 0 0 0,0 1 0 0 0,0-1 0 0 0,0 1 0 0 0,0-1 0 0 0,0 1 0 0 0,0 0 0 0 0,0-1 0 0 0,1 1 0 0 0,-1-1 0 0 0,0 1 0 0 0,0-1 0 0 0,0 1 0 0 0,1-1 0 0 0,-1 1 0 0 0,0-1 0 0 0,1 0 0 0 0,-1 1 0 0 0,0-1 0 0 0,1 1 0 0 0,-1-1 0 0 0,1 1 0 0 0,0 0 0 0 0,0 0 0 0 0,1 1 0 0 0,-1-1 0 0 0,0 1 0 0 0,1-1 0 0 0,-1 0 0 0 0,1 0 0 0 0,-1 1 0 0 0,1-1 0 0 0,0 0 0 0 0,-1 0 0 0 0,1-1 0 0 0,0 1 0 0 0,0 0 0 0 0,-1-1 0 0 0,1 1 0 0 0,0-1 0 0 0,0 1 0 0 0,0-1 0 0 0,3 0 0 0 0,5 0 0 0 0,-1 0 0 0 0,19-3 0 0 0,-12 1 0 0 0,14-2 0 0 0,39-11 0 0 0,-22 3 0 0 0,-29 9-512 0 0,1 0 0 0 0,29 0 0 0 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2:39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7831 0 0,'0'7'20950'0'0,"18"-3"-17443"0"0,10 0-6399 0 0,-13-3 4787 0 0,20-1-1627 0 0,70-11-1 0 0,-20 1-887 0 0,-8 4-2336 0 0,-60 6 1713 0 0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2:40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22607 0 0,'0'0'2047'0'0,"2"1"-1686"0"0,2 4-278 0 0,0-2 359 0 0,0 1 0 0 0,0 0 0 0 0,0 0 0 0 0,-1 0 0 0 0,0 1 0 0 0,0-1 0 0 0,0 1 0 0 0,4 9 0 0 0,20 81 2599 0 0,2 10-2988 0 0,-28-104-257 0 0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2:40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364 247 17967 0 0,'0'0'11757'0'0,"1"2"-11182"0"0,8 21 2 0 0,0 0 0 0 0,-1 0 0 0 0,5 34 1 0 0,10 29-479 0 0,-18-72-94 0 0,32 86 31 0 0,-30-85-32 0 0,0 0 0 0 0,1-1 0 0 0,1 0-1 0 0,14 18 1 0 0,-20-28-4 0 0,-2-2 0 0 0,0-1 0 0 0,0 0 0 0 0,0 0 0 0 0,0 1 0 0 0,0-1 0 0 0,1 0 0 0 0,-1 0 0 0 0,0 0 0 0 0,1 0 0 0 0,-1-1 0 0 0,1 1 0 0 0,-1 0 0 0 0,1-1 0 0 0,1 2 0 0 0,11 1 0 0 0,-9-6 0 0 0,-4 2 0 0 0,1-1 0 0 0,0 1 0 0 0,0-1 0 0 0,1 0 0 0 0,-1 0 0 0 0,0-1 0 0 0,-1 1 0 0 0,1 0 0 0 0,0-1 0 0 0,-1 1 0 0 0,1-1 0 0 0,-1 1 0 0 0,2-5 0 0 0,10-39 0 0 0,-8 27 0 0 0,25-62 0 0 0,-6 16 0 0 0,36-98 0 0 0,-60 162 0 0 0,0 1 0 0 0,0 0 0 0 0,0 0 0 0 0,0 0 0 0 0,0-1 0 0 0,0 1 0 0 0,0 0 0 0 0,0 0 0 0 0,0 0 0 0 0,1 0 0 0 0,-1-1 0 0 0,0 1 0 0 0,0 0 0 0 0,0 0 0 0 0,0 0 0 0 0,0 0 0 0 0,1 0 0 0 0,-1 0 0 0 0,0-1 0 0 0,0 1 0 0 0,0 0 0 0 0,0 0 0 0 0,1 0 0 0 0,-1 0 0 0 0,0 0 0 0 0,0 0 0 0 0,0 0 0 0 0,1 0 0 0 0,-1 0 0 0 0,0 0 0 0 0,0 0 0 0 0,0 0 0 0 0,1 0 0 0 0,-1 0 0 0 0,0 0 0 0 0,0 0 0 0 0,0 0 0 0 0,1 0 0 0 0,-1 0 0 0 0,0 0 0 0 0,0 0 0 0 0,0 0 0 0 0,1 0 0 0 0,-1 0 0 0 0,0 1 0 0 0,0-1 0 0 0,0 0 0 0 0,0 0 0 0 0,1 0 0 0 0,-1 0 0 0 0,0 0 0 0 0,0 1 0 0 0,0-1 0 0 0,0 0 0 0 0,0 0 0 0 0,0 0 0 0 0,0 0 0 0 0,1 1 0 0 0,-1-1 0 0 0,0 0 0 0 0,0 0 0 0 0,0 0 0 0 0,0 1 0 0 0,0-1 0 0 0,0 0 0 0 0,0 0 0 0 0,0 1 0 0 0,7 13 0 0 0,-7-13 0 0 0,9 25 0 0 0,9 44 0 0 0,-11-41 0 0 0,10 30 0 0 0,-10-40 0 0 0,1-1 0 0 0,1-1 0 0 0,0 0 0 0 0,1 0 0 0 0,25 30 0 0 0,-28-38 0 0 0,0-1 0 0 0,1 0 0 0 0,1-1 0 0 0,-1 1 0 0 0,1-2 0 0 0,0 1 0 0 0,1-1 0 0 0,-1-1 0 0 0,1 1 0 0 0,0-2 0 0 0,21 7 0 0 0,-22-8 0 0 0,0-2 0 0 0,0 1 0 0 0,17 0 0 0 0,-22-2 0 0 0,-1 0 0 0 0,1-1 0 0 0,0 1 0 0 0,0-1 0 0 0,0 1 0 0 0,0-1 0 0 0,-1-1 0 0 0,1 1 0 0 0,0 0 0 0 0,-1-1 0 0 0,5-3 0 0 0,-5 4 0 0 0,0-1 0 0 0,0 0 0 0 0,0 0 0 0 0,-1-1 0 0 0,1 1 0 0 0,-1-1 0 0 0,0 1 0 0 0,0-1 0 0 0,1 0 0 0 0,-2 1 0 0 0,1-1 0 0 0,0 0 0 0 0,-1 0 0 0 0,1-1 0 0 0,-1 1 0 0 0,0 0 0 0 0,0 0 0 0 0,0-1 0 0 0,0-5 0 0 0,4-21-7 0 0,-2 0 1 0 0,0-38-1 0 0,-7-62-53 0 0,0 63 12 0 0,4 58-102 0 0,-1-1 1 0 0,0 1-1 0 0,-4-18 1 0 0,3 23-487 0 0,1 0 1 0 0,-1 0-1 0 0,0 0 0 0 0,0 0 0 0 0,0 0 1 0 0,-4-5-1 0 0</inkml:trace>
  <inkml:trace contextRef="#ctx0" brushRef="#br0" timeOffset="1">1 105 8751 0 0,'1'-1'9955'0'0,"42"-12"-591"0"0,2 4-5648 0 0,49 1-4710 0 0,-24 3 1325 0 0,131-23-3340 0 0,-161 22 1710 0 0</inkml:trace>
  <inkml:trace contextRef="#ctx0" brushRef="#br0" timeOffset="2">1060 1 19351 0 0,'0'0'7901'0'0,"1"1"-6853"0"0,5 0-612 0 0,0 1-1 0 0,0-1 0 0 0,0 1 0 0 0,0-2 1 0 0,1 1-1 0 0,-1-1 0 0 0,0 0 0 0 0,12-1 1 0 0,22 0-131 0 0,38 4-256 0 0,2-1-808 0 0,-70-1-69 0 0,0 1 1 0 0,1 0-1 0 0,-1 0 0 0 0,0 1 0 0 0,16 7 0 0 0,-13-2-635 0 0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2:41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16583 0 0,'0'0'1506'0'0,"1"2"-904"0"0,7 10 6295 0 0,2-1-3492 0 0,-6-8-3061 0 0,0 0 0 0 0,0 0-1 0 0,0-1 1 0 0,0 0 0 0 0,0 1 0 0 0,1-1-1 0 0,7 2 1 0 0,3 1-99 0 0,-1 0 1 0 0,1 1-1 0 0,18 11 0 0 0,-31-16-243 0 0,-1 0 0 0 0,0 0-1 0 0,0-1 1 0 0,0 1 0 0 0,0 0-1 0 0,0 0 1 0 0,0 0-1 0 0,0 0 1 0 0,0 0 0 0 0,0 1-1 0 0,0-1 1 0 0,0 0 0 0 0,-1 0-1 0 0,1 0 1 0 0,0 1-1 0 0,-1-1 1 0 0,1 0 0 0 0,-1 1-1 0 0,0-1 1 0 0,1 1 0 0 0,-1-1-1 0 0,0 0 1 0 0,0 1 0 0 0,0-1-1 0 0,0 2 1 0 0,0 1-2 0 0,0 1 0 0 0,0-1 0 0 0,0 1 0 0 0,-1-1 0 0 0,0 1 0 0 0,0-1 0 0 0,0 1 0 0 0,0-1 0 0 0,-1 0 0 0 0,1 0 0 0 0,-1 0 0 0 0,0 0 0 0 0,-3 5 0 0 0,-5 5 0 0 0,-20 24 0 0 0,13-18 0 0 0,-17 22 0 0 0,34-41 0 0 0,-1-1 0 0 0,1 1 0 0 0,0-1 0 0 0,-1 1 0 0 0,1-1 0 0 0,0 1 0 0 0,0-1 0 0 0,-1 1 0 0 0,1-1 0 0 0,0 1 0 0 0,0 0 0 0 0,0-1 0 0 0,0 1 0 0 0,0-1 0 0 0,0 1 0 0 0,0 0 0 0 0,0-1 0 0 0,0 1 0 0 0,0-1 0 0 0,0 1 0 0 0,0 0 0 0 0,0-1 0 0 0,0 1 0 0 0,1-1 0 0 0,-1 1 0 0 0,0-1 0 0 0,0 1 0 0 0,1-1 0 0 0,-1 1 0 0 0,0-1 0 0 0,1 1 0 0 0,-1-1 0 0 0,1 1 0 0 0,-1-1 0 0 0,0 1 0 0 0,1-1 0 0 0,-1 0 0 0 0,1 1 0 0 0,-1-1 0 0 0,1 0 0 0 0,-1 1 0 0 0,1-1 0 0 0,-1 0 0 0 0,2 1 0 0 0,-1-1 0 0 0,2 2 0 0 0,0 0 0 0 0,1 0 0 0 0,-1 0 0 0 0,0 0 0 0 0,1-1 0 0 0,-1 1 0 0 0,1-1 0 0 0,0 0 0 0 0,-1 0 0 0 0,1-1 0 0 0,0 1 0 0 0,0-1 0 0 0,4 0 0 0 0,7 0 0 0 0,0-1 0 0 0,16-4 0 0 0,5 1 0 0 0,21-1 0 0 0,74-3 0 0 0,-77 3 184 0 0,-40 3-1245 0 0,1 0-1 0 0,23 1 1 0 0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3:22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927 1 18887 0 0,'-3'0'234'0'0,"1"0"0"0"0,-1 0 0 0 0,1 0 0 0 0,-1 0 0 0 0,0 0 0 0 0,1 1 0 0 0,-1 0 0 0 0,1-1 0 0 0,-1 1 0 0 0,1 0 0 0 0,0 0 0 0 0,-1 0 0 0 0,1 1 0 0 0,0-1 0 0 0,0 1 0 0 0,-1-1 0 0 0,1 1 0 0 0,1-1 0 0 0,-1 1 0 0 0,0 0 0 0 0,-3 4 0 0 0,-3 5 511 0 0,-1 0 0 0 0,-11 24 0 0 0,14-24-544 0 0,-45 87 1267 0 0,-42 116-1 0 0,-2 4-746 0 0,60-143-489 0 0,-140 265 275 0 0,-149 156-254 0 0,311-478-232 0 0,0 1 1 0 0,-14 29-1 0 0,23-40-32 0 0,5-7 6 0 0,-1 0-1 0 0,0-1 1 0 0,1 1-1 0 0,-1 0 1 0 0,1-1-1 0 0,-1 1 0 0 0,1-1 1 0 0,-1 1-1 0 0,1-1 1 0 0,-1 1-1 0 0,1-1 1 0 0,-1 0-1 0 0,1 1 1 0 0,0-1-1 0 0,-1 0 1 0 0,1 1-1 0 0,1-1 0 0 0,-2 1 0 0 0,3 0 0 0 0,-1 0 1 0 0,1-1 0 0 0,-1 1 0 0 0,1 0-1 0 0,-1-1 1 0 0,1 1 0 0 0,-1-1-1 0 0,1 0 1 0 0,-1 0 0 0 0,1 0 0 0 0,-1 0-1 0 0,1 0 1 0 0,2-1 0 0 0,35-11-86 0 0,-23 7 77 0 0,264-85-50 0 0,-168 51-5442 0 0,-32 11-1389 0 0,-64 21-1056 0 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3:22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0 5983 0 0,'-5'5'105'0'0,"4"-3"-77"0"0,0-1 0 0 0,0 0 0 0 0,0 0 0 0 0,-1 0 0 0 0,1 0 0 0 0,0 0 0 0 0,-1 0 0 0 0,1 0 0 0 0,-1 0 0 0 0,-24 4 22408 0 0,26-4-22395 0 0,0 0-1 0 0,0-1 1 0 0,0 1 0 0 0,0 0-1 0 0,0 0 1 0 0,0-1-1 0 0,0 1 1 0 0,0 0-1 0 0,0 0 1 0 0,0-1-1 0 0,1 1 1 0 0,-1 0 0 0 0,0-1-1 0 0,0 1 1 0 0,1 0-1 0 0,-1-1 1 0 0,0 1-1 0 0,1 0 1 0 0,-1-1-1 0 0,1 1 1 0 0,-1-1-1 0 0,1 1 1 0 0,-1-1 0 0 0,1 1-1 0 0,-1-1 1 0 0,1 1-1 0 0,-1-1 1 0 0,1 1-1 0 0,0-1 1 0 0,-1 0-1 0 0,1 1 1 0 0,0-1-1 0 0,1 1 1 0 0,6 1-21 0 0,0 1 0 0 0,0-1-1 0 0,1 0 1 0 0,-1-1 0 0 0,18 1 0 0 0,-5-1-3 0 0,1 0-69 0 0,-17-2 32 0 0,-1 1 0 0 0,1 0 0 0 0,-1 1 0 0 0,1-1-1 0 0,-1 1 1 0 0,0 0 0 0 0,1 0 0 0 0,-1 0 0 0 0,0 1-1 0 0,0-1 1 0 0,0 1 0 0 0,0 0 0 0 0,0 0 0 0 0,7 6-1 0 0,-2-2-72 0 0,-8-4 87 0 0,0-1 1 0 0,0 1-1 0 0,0-1 0 0 0,-1 1 1 0 0,1 0-1 0 0,-1-1 1 0 0,1 1-1 0 0,-1 0 0 0 0,1-1 1 0 0,-1 1-1 0 0,0 0 0 0 0,0 0 1 0 0,0 0-1 0 0,0-1 0 0 0,0 1 1 0 0,-1 3-1 0 0,0 0 9 0 0,0 1 0 0 0,0-1 0 0 0,-1 0 0 0 0,0 0 0 0 0,0 0 1 0 0,0 0-1 0 0,0-1 0 0 0,-6 9 0 0 0,-3 2 48 0 0,-15 16 0 0 0,10-13-25 0 0,-15 16-165 0 0,30-32-78 0 0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3:23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1 9671 0 0,'-1'2'748'0'0,"-18"33"3080"0"0,8-14 1639 0 0,-8 16-331 0 0,-18 16-2472 0 0,8-12-1308 0 0,20-27-1066 0 0,0 0 1 0 0,1 0 0 0 0,1 0 0 0 0,-5 17-1 0 0,10-27-236 0 0,1 0 0 0 0,0 0 0 0 0,0 0 0 0 0,0 0 0 0 0,0 0 0 0 0,1 1 0 0 0,-1-1-1 0 0,1 0 1 0 0,0 0 0 0 0,1 0 0 0 0,-1 1 0 0 0,1-1 0 0 0,0 0 0 0 0,0 0 0 0 0,0 0 0 0 0,0 0-1 0 0,1 0 1 0 0,-1 0 0 0 0,1 0 0 0 0,4 6 0 0 0,-3-8-59 0 0,0 1-1 0 0,-1 0 1 0 0,1-1 0 0 0,0 1-1 0 0,0-1 1 0 0,1 0 0 0 0,-1 0-1 0 0,0-1 1 0 0,1 1 0 0 0,-1 0 0 0 0,1-1-1 0 0,-1 0 1 0 0,1 0 0 0 0,0 0-1 0 0,0 0 1 0 0,-1-1 0 0 0,1 0-1 0 0,0 1 1 0 0,0-1 0 0 0,4-1-1 0 0,4 0-24 0 0,1-1-1 0 0,-1 0 0 0 0,0 0 0 0 0,23-9 1 0 0,-24 6-3 0 0,-1 0 0 0 0,0 0 0 0 0,-1-1 0 0 0,1-1 1 0 0,-1 1-1 0 0,0-1 0 0 0,13-14 0 0 0,-19 17 26 0 0,-1 0 1 0 0,1 0-1 0 0,-1 0 1 0 0,0 0-1 0 0,0 0 1 0 0,0-1-1 0 0,0 1 1 0 0,-1-1-1 0 0,0 1 1 0 0,1-7-1 0 0,0 2-7 0 0,-1 0-1 0 0,-1 0 1 0 0,1 0-1 0 0,-2-11 1 0 0,0 16 15 0 0,1 0-1 0 0,-1 0 1 0 0,0 0-1 0 0,0 1 1 0 0,0-1-1 0 0,-1 0 1 0 0,0 1-1 0 0,1-1 1 0 0,-1 1-1 0 0,0-1 1 0 0,-1 1-1 0 0,1 0 1 0 0,0 0-1 0 0,-1 0 1 0 0,0 0-1 0 0,-3-2 1 0 0,-3-2-122 0 0,-1 0 0 0 0,1 1 0 0 0,-1 1 0 0 0,-14-6 0 0 0,-11-3-2025 0 0,16 8-4820 0 0,3-1-2102 0 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3:35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 19927 0 0,'0'0'1803'0'0,"-1"1"-1482"0"0,1 1-249 0 0,-6 13 1323 0 0,2 0-1 0 0,0 0 1 0 0,-2 21 0 0 0,-2 160 1750 0 0,8-167-3117 0 0,-1-20-161 0 0,1 0 1 0 0,0 0 0 0 0,1 0-1 0 0,0 0 1 0 0,0 0 0 0 0,4 12-1 0 0,-4-19-392 0 0,-1-2 244 0 0,0 1 0 0 0,0-1 0 0 0,0 0 0 0 0,1 1 0 0 0,-1-1 0 0 0,0 1 1 0 0,0-1-1 0 0,1 0 0 0 0,-1 1 0 0 0,0-1 0 0 0,1 0 0 0 0,-1 1 0 0 0,0-1 0 0 0,1 0 0 0 0,-1 1 0 0 0,1-1 0 0 0,-1 0 0 0 0,1 0 0 0 0,-1 1 0 0 0,0-1 1 0 0,1 0-1 0 0,-1 0 0 0 0,1 0 0 0 0,-1 0 0 0 0,1 0 0 0 0,-1 0 0 0 0,1 0 0 0 0,-1 0 0 0 0,1 0 0 0 0,-1 0 0 0 0,1 0 0 0 0,-1 0 0 0 0,1 0 0 0 0,-1 0 1 0 0,1 0-1 0 0,-1 0 0 0 0,0 0 0 0 0,1-1 0 0 0,0 1 0 0 0,10-3-7578 0 0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3:35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176 133 8287 0 0,'0'0'382'0'0,"-10"-9"140"0"0,9 7-373 0 0,0 1-1 0 0,0 0 0 0 0,0 0 1 0 0,0 0-1 0 0,-1 0 0 0 0,1 0 1 0 0,0 0-1 0 0,-1 0 0 0 0,1 0 1 0 0,0 0-1 0 0,-3 0 0 0 0,3 1 183 0 0,0-1 0 0 0,-1 1 0 0 0,1 0 0 0 0,0 0 0 0 0,0 0 0 0 0,0 0 0 0 0,0 0 0 0 0,0 0 0 0 0,0 1 0 0 0,-1-1 0 0 0,1 0 0 0 0,0 0 0 0 0,0 1 0 0 0,0-1 1 0 0,0 1-1 0 0,0-1 0 0 0,0 1 0 0 0,0-1 0 0 0,0 1 0 0 0,-1 1 0 0 0,-2 1 1132 0 0,0 1 0 0 0,1 1 0 0 0,-1-1 1 0 0,1 0-1 0 0,0 1 0 0 0,-3 5 0 0 0,4-7-1273 0 0,-13 24 133 0 0,1 1 0 0 0,2 1 1 0 0,0 0-1 0 0,2 0 0 0 0,2 1 0 0 0,0 0 0 0 0,2 1 1 0 0,2 0-1 0 0,-2 47 0 0 0,6-61-269 0 0,0 0-1 0 0,2 0 1 0 0,0-1 0 0 0,5 24 0 0 0,-4-30-67 0 0,1 1 1 0 0,0 0 0 0 0,0-1 0 0 0,1 0 0 0 0,0 0 0 0 0,1 0 0 0 0,10 14 0 0 0,-12-20 1 0 0,0 0 0 0 0,0 0 0 0 0,0 0 0 0 0,1-1 0 0 0,-1 1 0 0 0,1-1 0 0 0,0 0 0 0 0,0-1 0 0 0,0 1-1 0 0,0-1 1 0 0,0 0 0 0 0,0 0 0 0 0,1-1 0 0 0,-1 1 0 0 0,1-1 0 0 0,-1 0 0 0 0,1-1 0 0 0,-1 1 0 0 0,1-1 0 0 0,7-1 0 0 0,0 0-20 0 0,1-1-1 0 0,-1 0 1 0 0,0-1 0 0 0,-1-1-1 0 0,1 0 1 0 0,-1-1 0 0 0,19-9-1 0 0,-20 8 23 0 0,-1-1-1 0 0,0 0 1 0 0,0-1 0 0 0,-1 0-1 0 0,0 0 1 0 0,0-1-1 0 0,-1 0 1 0 0,0-1-1 0 0,-1 0 1 0 0,0 0-1 0 0,-1-1 1 0 0,0 1-1 0 0,0-1 1 0 0,-1-1 0 0 0,-1 1-1 0 0,5-16 1 0 0,-3 6-7 0 0,-2 0 0 0 0,0 0 1 0 0,-1 0-1 0 0,-1-1 1 0 0,-1 1-1 0 0,0-1 0 0 0,-2 1 1 0 0,-5-33-1 0 0,3 41 10 0 0,0 1 1 0 0,0 0-1 0 0,-1 0 0 0 0,-1 1 1 0 0,0-1-1 0 0,-1 1 0 0 0,0 0 1 0 0,0 0-1 0 0,-1 1 0 0 0,-1 0 1 0 0,1 0-1 0 0,-2 0 0 0 0,1 1 1 0 0,-1 1-1 0 0,-11-9 0 0 0,0 1-292 0 0,-1 1 0 0 0,0 1 0 0 0,-1 1-1 0 0,-1 1 1 0 0,-37-14 0 0 0,35 17-1563 0 0,0 1-1 0 0,-49-8 1 0 0,47 12-163 0 0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3:35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15199 0 0,'0'0'1172'0'0,"0"2"-765"0"0,-1 2 204 0 0,0 0-1 0 0,1 0 1 0 0,-1 1-1 0 0,1-1 1 0 0,0 0 0 0 0,0 0-1 0 0,1 1 1 0 0,-1-1-1 0 0,2 7 1 0 0,14 42 5644 0 0,-12-42-6318 0 0,8 21 612 0 0,1-2 0 0 0,1 0-1 0 0,21 33 1 0 0,-18-42-540 0 0,-15-18-78 0 0,1 0 1 0 0,-1-1-1 0 0,0 1 1 0 0,0 0-1 0 0,0 0 1 0 0,0 1-1 0 0,0-1 0 0 0,-1 0 1 0 0,1 0-1 0 0,0 5 1 0 0,-2-6-331 0 0,5 4-1335 0 0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3:36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14279 0 0,'0'0'1298'0'0,"2"1"-665"0"0,3 2 1262 0 0,1-1 0 0 0,-1 0 0 0 0,1 0 0 0 0,-1-1 0 0 0,7 1 0 0 0,6 0-8 0 0,29-1 0 0 0,-31-1-1865 0 0,-1 0 0 0 0,0 1 0 0 0,17 4 0 0 0,-25-4-2 0 0,-2 0-9 0 0,0 0 1 0 0,1 1-1 0 0,-1-1 1 0 0,0 1-1 0 0,7 4 1 0 0,-10-6-4 0 0,-1 1 1 0 0,0 0-1 0 0,0 0 1 0 0,1 0-1 0 0,-1 0 1 0 0,0 0-1 0 0,0 0 1 0 0,0 0-1 0 0,-1 1 0 0 0,1-1 1 0 0,0 0-1 0 0,0 0 1 0 0,0 1-1 0 0,-1-1 1 0 0,1 1-1 0 0,-1-1 1 0 0,1 0-1 0 0,-1 1 1 0 0,0-1-1 0 0,0 1 1 0 0,1-1-1 0 0,-1 1 1 0 0,0-1-1 0 0,0 1 1 0 0,-1 1-1 0 0,1 3 30 0 0,-1-1 1 0 0,0 0-1 0 0,0 0 0 0 0,-1 0 0 0 0,1 0 1 0 0,-1 0-1 0 0,0-1 0 0 0,-1 1 0 0 0,1 0 1 0 0,-6 7-1 0 0,-3 1 53 0 0,0-1-1 0 0,-13 12 1 0 0,11-11-53 0 0,-14 17-1 0 0,13-12-13 0 0,-1-1 0 0 0,-29 28 0 0 0,33-36-13 0 0,4 2 31 0 0,5 1-20 0 0,3-11-19 0 0,-1-1 0 0 0,0 1 1 0 0,0 0-1 0 0,1 0 1 0 0,-1-1-1 0 0,0 1 0 0 0,1 0 1 0 0,-1-1-1 0 0,1 1 0 0 0,-1-1 1 0 0,1 1-1 0 0,-1 0 1 0 0,1-1-1 0 0,1 2 0 0 0,0-1 0 0 0,1 0 0 0 0,0 1 0 0 0,-1-1 0 0 0,1 0 0 0 0,0 0 0 0 0,0 0 0 0 0,0-1 0 0 0,-1 1 0 0 0,1-1 0 0 0,5 1 0 0 0,33-2 13 0 0,-19 1-14 0 0,-1-2-2 0 0,1 0 0 0 0,-1-1 0 0 0,22-7 0 0 0,15-1 0 0 0,16 5-2168 0 0,-70 5 801 0 0,7-3-58 0 0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3:36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 6911 0 0,'3'0'14246'0'0,"42"-17"-6883"0"0,-20 7-6910 0 0,0 2 0 0 0,31-7 0 0 0,49-8-1597 0 0,-91 20-149 0 0,-11 3 895 0 0,0 0-990 0 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3:37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3223 0 0,'-9'6'20320'0'0,"17"5"-17281"0"0,-5-9-2878 0 0,0 1 1 0 0,0-1-1 0 0,0 0 0 0 0,0-1 1 0 0,1 1-1 0 0,-1 0 0 0 0,1-1 1 0 0,-1 0-1 0 0,1 0 1 0 0,-1 0-1 0 0,7 1 0 0 0,44 2 661 0 0,-43-3-674 0 0,40-1-268 0 0,80-8-1 0 0,-53-4-9213 0 0,-50 8 756 0 0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3:37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4 9215 0 0,'-5'-4'14736'0'0,"-15"43"-13012"0"0,1 1-1 0 0,-13 44 1 0 0,2-8-863 0 0,-57 102 351 0 0,82-168-1215 0 0,4-8-66 0 0,1-5-479 0 0,70-157-1299 0 0,-40 96 1286 0 0,-16 33 384 0 0,37-73-241 0 0,-44 93 386 0 0,-6 9 752 0 0,0 5-370 0 0,6 28 390 0 0,-2-11-18 0 0,13 37 0 0 0,-11-44-670 0 0,0 0 1 0 0,1-1-1 0 0,0 1 1 0 0,1-1-1 0 0,1-1 1 0 0,0 0-1 0 0,0 0 1 0 0,1-1-1 0 0,20 14 1 0 0,-23-17-53 0 0,2-2 0 0 0,-1 1 1 0 0,1-1-1 0 0,12 4 0 0 0,-2 0-6 0 0,36 21-1 0 0,-30-14-65 0 0,-26-16 70 0 0,0 1 0 0 0,0-1 0 0 0,0 1 0 0 0,1-1 0 0 0,-1 0-1 0 0,0 1 1 0 0,0-1 0 0 0,0 1 0 0 0,0-1 0 0 0,0 1 0 0 0,0-1 0 0 0,0 1 0 0 0,0-1 0 0 0,0 1 0 0 0,0-1 0 0 0,0 0-1 0 0,0 1 1 0 0,-1-1 0 0 0,1 1 0 0 0,0-1 0 0 0,0 1 0 0 0,0-1 0 0 0,-1 0 0 0 0,1 1 0 0 0,0-1 0 0 0,-1 1 0 0 0,1-1-2 0 0,-1 2 4 0 0,-1 0 0 0 0,1 0 0 0 0,0 0 1 0 0,-1 0-1 0 0,0 0 0 0 0,1 0 0 0 0,-1-1 0 0 0,0 1 0 0 0,0-1 0 0 0,0 1 0 0 0,0-1 0 0 0,0 0 1 0 0,0 0-1 0 0,-1 0 0 0 0,1 0 0 0 0,0 0 0 0 0,-1 0 0 0 0,-2 0 0 0 0,-7 2 14 0 0,0-2 1 0 0,-18 2-1 0 0,13-2 5 0 0,-37 7 40 0 0,30-4-42 0 0,1-2 1 0 0,-1 0-1 0 0,-37-2 0 0 0,47 0-79 0 0,-1 0 0 0 0,0 0 0 0 0,-21 5 0 0 0,-7 0-154 0 0,36-5-122 0 0,-1-1 1 0 0,0 1-1 0 0,0-1 1 0 0,0-1-1 0 0,-13-3 1 0 0,19 4-458 0 0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3:38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53 104 11519 0 0,'-8'-5'13761'0'0,"3"11"-13278"0"0,1-1 0 0 0,1 0 0 0 0,-1 1 0 0 0,1 0 0 0 0,0 0 0 0 0,0 0 0 0 0,1 0 0 0 0,-1 0-1 0 0,1 1 1 0 0,-1 10 0 0 0,-1 5-192 0 0,1-1-1 0 0,0 24 0 0 0,3-27-188 0 0,1 1 1 0 0,0-1-1 0 0,1 1 0 0 0,1-1 1 0 0,1 0-1 0 0,1 0 0 0 0,9 26 1 0 0,-9-33-91 0 0,0-1 0 0 0,0 1 0 0 0,1-1 0 0 0,0 0 1 0 0,1 0-1 0 0,0-1 0 0 0,1 0 0 0 0,0 0 1 0 0,0 0-1 0 0,1-1 0 0 0,0-1 0 0 0,17 12 0 0 0,-20-16-34 0 0,1 0 0 0 0,-1 0 0 0 0,1-1 0 0 0,0 1 0 0 0,-1-2 0 0 0,1 1 0 0 0,0-1 0 0 0,0 0 0 0 0,0 0 0 0 0,0-1 0 0 0,0 0 0 0 0,1 0 0 0 0,-1-1 0 0 0,0 0 0 0 0,0 0 0 0 0,12-4 0 0 0,-6 0-14 0 0,0 1 0 0 0,0-2 0 0 0,0 0 0 0 0,0 0 0 0 0,-1-2 0 0 0,0 1 0 0 0,16-14 0 0 0,-14 8 2 0 0,-1-1 1 0 0,0 0-1 0 0,-1-1 0 0 0,0 0 1 0 0,-1-1-1 0 0,-1 0 1 0 0,15-34-1 0 0,-2-4-49 0 0,19-70 0 0 0,-34 97 122 0 0,-1 0-1 0 0,-1-1 1 0 0,-2 1 0 0 0,2-48-1 0 0,-6 74 297 0 0,-3 23 28 0 0,0-4-330 0 0,1 1 1 0 0,0 0 0 0 0,2-1-1 0 0,1 20 1 0 0,13 76 5 0 0,-6-55-25 0 0,10 37-21 0 0,-5-30-1001 0 0,-13-65 364 0 0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3:38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0 120 18431 0 0,'0'0'3643'0'0,"2"0"-1813"0"0,32 1 2193 0 0,-9 0-3279 0 0,1-2-1 0 0,26-3 1 0 0,53-7-410 0 0,-97 10-331 0 0,31-5-1527 0 0,-1-1 0 0 0,52-17 0 0 0,-86 23 1228 0 0,27-9-9076 0 0</inkml:trace>
  <inkml:trace contextRef="#ctx0" brushRef="#br0" timeOffset="1">767 10 11055 0 0,'2'1'17533'0'0,"13"2"-16952"0"0,1-1-1 0 0,0 0 1 0 0,0-1-1 0 0,0-1 1 0 0,16-1-1 0 0,29-1-263 0 0,135-10-418 0 0,-168 11-248 0 0,8-2-3495 0 0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3:47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25079 0 0,'0'0'2276'0'0,"2"0"-1876"0"0,95-21 476 0 0,20 3-1285 0 0,-37 15-4006 0 0,-65 3 2207 0 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3:48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0 17967 0 0,'-23'10'10463'0'0,"35"-7"-10073"0"0,7 1-398 0 0,0-1-1 0 0,1 0 0 0 0,-1-2 0 0 0,25-1 1 0 0,80-11-3619 0 0,-78 6 287 0 0,-15 2-4751 0 0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3:48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146 591 7367 0 0,'-7'27'24208'0'0,"9"-33"-24128"0"0,-2 0-1 0 0,1-1 1 0 0,-1 1 0 0 0,0-1-1 0 0,0 1 1 0 0,-1-1 0 0 0,-1-10-1 0 0,-15-45 426 0 0,15 55-495 0 0,-34-155 7 0 0,26 110-5 0 0,-27-89-1 0 0,33 131-11 0 0,0 0 0 0 0,-1 1 0 0 0,-9-15 0 0 0,14 24 0 0 0,0 0 0 0 0,0 0 0 0 0,0 0 0 0 0,0 1 0 0 0,0-1 0 0 0,0 0 0 0 0,0 0 0 0 0,0 0 0 0 0,0 0 0 0 0,0 1 0 0 0,0-1 0 0 0,0 0 0 0 0,-1 0 0 0 0,1 0 0 0 0,0 0 0 0 0,0 1 0 0 0,0-1 0 0 0,0 0 0 0 0,0 0 0 0 0,0 0 0 0 0,0 0 0 0 0,0 0 0 0 0,-1 0 0 0 0,1 0 0 0 0,0 1 0 0 0,0-1 0 0 0,0 0 0 0 0,0 0 0 0 0,0 0 0 0 0,-1 0 0 0 0,1 0 0 0 0,0 0 0 0 0,0 0 0 0 0,0 0 0 0 0,0 0 0 0 0,-1 0 0 0 0,1 0 0 0 0,0 0 0 0 0,0 0 0 0 0,0 0 0 0 0,0 0 0 0 0,-1 0 0 0 0,1 0 0 0 0,0 0 0 0 0,0 0 0 0 0,0 0 0 0 0,0 0 0 0 0,-1 0 0 0 0,1 0 0 0 0,0 0 0 0 0,0 0 0 0 0,0 0 0 0 0,0-1 0 0 0,0 1 0 0 0,-1 0 0 0 0,1 0 0 0 0,0 0 0 0 0,0 0 0 0 0,0 0 0 0 0,0 0 0 0 0,0 0 0 0 0,0-1 0 0 0,0 1 0 0 0,0 0 0 0 0,-1 0 0 0 0,1 0 0 0 0,0 0 0 0 0,0-1 0 0 0,0 1 0 0 0,-2 10 0 0 0,2-2 0 0 0,1 0 0 0 0,-1 0 0 0 0,2-1 0 0 0,-1 1 0 0 0,1 0 0 0 0,0-1 0 0 0,0 0 0 0 0,1 1 0 0 0,0-1 0 0 0,0 0 0 0 0,1 0 0 0 0,0-1 0 0 0,0 1 0 0 0,7 8 0 0 0,-3-5 0 0 0,0-1 0 0 0,0-1 0 0 0,1 1 0 0 0,0-1 0 0 0,0-1 0 0 0,1 0 0 0 0,0 0 0 0 0,18 9 0 0 0,-21-13-7 0 0,1 0 0 0 0,-1-1 0 0 0,1 1 0 0 0,0-1 0 0 0,0-1 0 0 0,-1 0 0 0 0,1 0 0 0 0,0 0 0 0 0,0-1 0 0 0,0 0-1 0 0,0-1 1 0 0,0 0 0 0 0,0 0 0 0 0,0 0 0 0 0,-1-1 0 0 0,1-1 0 0 0,0 1 0 0 0,-1-1 0 0 0,0 0 0 0 0,0-1 0 0 0,0 0 0 0 0,0 0 0 0 0,0 0 0 0 0,-1-1 0 0 0,0 0 0 0 0,0 0 0 0 0,7-7 0 0 0,8-17 20 0 0,-1-1 1 0 0,-2 0-1 0 0,16-34 0 0 0,-3 5 71 0 0,-28 52-63 0 0,-2 5-19 0 0,0 1 0 0 0,0-1 0 0 0,0 0 0 0 0,0 0 0 0 0,1 0 0 0 0,-1 1 0 0 0,0-1 0 0 0,1 1 0 0 0,-1-1 0 0 0,1 1 0 0 0,0-1 0 0 0,2-1 0 0 0,4 0-45 0 0,-6 3 44 0 0,-1 0 0 0 0,0 1 0 0 0,1-1 0 0 0,-1 1 0 0 0,0-1 0 0 0,0 1 0 0 0,0-1 0 0 0,1 1 0 0 0,-1 0 0 0 0,0-1 0 0 0,0 1 0 0 0,0 0 0 0 0,0 0 0 0 0,0 0 0 0 0,0 0 0 0 0,-1 0 0 0 0,1 0 0 0 0,0 0 0 0 0,0 0 0 0 0,-1 1 0 0 0,2 0 0 0 0,11 29 32 0 0,-11-27-32 0 0,6 23-1 0 0,-1 1 0 0 0,-1-1 0 0 0,3 43 0 0 0,-3-27 0 0 0,39 268-85 0 0,-45-309-355 0 0,8-6-5409 0 0,-7 3 5529 0 0,1 0 0 0 0,-1 0 0 0 0,0 0-1 0 0,0-1 1 0 0,1 1 0 0 0,-1 0 0 0 0,0 0 0 0 0,1-3 0 0 0,-1 2-262 0 0,11-12-2013 0 0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3:49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82 11055 0 0,'0'0'852'0'0,"1"-2"-560"0"0,22-27 4015 0 0,-11 13 550 0 0,17-18 4306 0 0,-30 36-8829 0 0,-7 23-40 0 0,-1 0 1 0 0,-1 0-1 0 0,-1-1 0 0 0,-22 37 0 0 0,4-9-102 0 0,17-29-182 0 0,-89 187 132 0 0,90-181-127 0 0,1 0 0 0 0,1 1 1 0 0,1 0-1 0 0,2 0 1 0 0,-3 47-1 0 0,8-64-15 0 0,1 0 0 0 0,0-1 0 0 0,1 1 0 0 0,1 0 0 0 0,0-1 0 0 0,1 0 0 0 0,0 1 0 0 0,8 18 0 0 0,-8-24 0 0 0,1 0 0 0 0,-1-1 0 0 0,1 1 0 0 0,1-1 0 0 0,-1 0 0 0 0,1 0 0 0 0,0 0 0 0 0,0-1 0 0 0,0 0 0 0 0,1 0 0 0 0,0 0 0 0 0,0-1 0 0 0,0 0 0 0 0,1 0 0 0 0,10 5 0 0 0,-6-4-20 0 0,0-1 0 0 0,0 0 0 0 0,0 0 0 0 0,1-1 0 0 0,-1-1 1 0 0,1 0-1 0 0,0 0 0 0 0,-1-1 0 0 0,1-1 0 0 0,0 0 0 0 0,0-1 0 0 0,-1 0 0 0 0,14-3 0 0 0,-10 1-1006 0 0,-1 0-333 0 0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3:49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83 20415 0 0,'1'-2'935'0'0,"6"-78"7563"0"0,-6 81-8022 0 0,3 42 409 0 0,-3 61-1 0 0,0-3-507 0 0,1-84-317 0 0,0-1-1 0 0,7 33 1 0 0,-7-42-54 0 0,1 0-1 0 0,-1 0 0 0 0,1-1 1 0 0,0 1-1 0 0,0-1 1 0 0,1 0-1 0 0,0 1 0 0 0,0-2 1 0 0,7 9-1 0 0,-10-13-7 0 0,1 1-1 0 0,-1-1 1 0 0,1 1-1 0 0,0-1 1 0 0,0 0-1 0 0,-1 0 1 0 0,1 0-1 0 0,0 0 1 0 0,0 0-1 0 0,0 0 1 0 0,0 0 0 0 0,0-1-1 0 0,0 1 1 0 0,1-1-1 0 0,-1 1 1 0 0,0-1-1 0 0,0 0 1 0 0,0 0-1 0 0,0 0 1 0 0,0 0 0 0 0,1 0-1 0 0,-1-1 1 0 0,0 1-1 0 0,0 0 1 0 0,0-1-1 0 0,0 0 1 0 0,0 1-1 0 0,0-1 1 0 0,0 0-1 0 0,0 0 1 0 0,0 0 0 0 0,2-2-1 0 0,2-2-20 0 0,-1 1-1 0 0,1-1 1 0 0,-1 0 0 0 0,0 0 0 0 0,-1 0-1 0 0,1-1 1 0 0,-1 0 0 0 0,5-9-1 0 0,4-6-7 0 0,-2-1 0 0 0,0 0-1 0 0,13-44 1 0 0,-22 58 4 0 0,1 0-1 0 0,6-15 1 0 0,4-7 40 0 0,-13 29 208 0 0,2 13-61 0 0,-1 18-76 0 0,1 19-35 0 0,0-36-21 0 0,1 1 0 0 0,1-1 0 0 0,8 22 0 0 0,-10-30-159 0 0,0 0 0 0 0,0 0 0 0 0,1 0 0 0 0,-1 0 0 0 0,1-1 0 0 0,1 1 0 0 0,-1-1 0 0 0,1 0 0 0 0,-1 0 0 0 0,1 0 0 0 0,8 6 0 0 0,-10-9-168 0 0,-1-1 0 0 0,0 1 0 0 0,1-1 0 0 0,-1 0-1 0 0,0 1 1 0 0,1-1 0 0 0,-1 0 0 0 0,1 0 0 0 0,-1 0-1 0 0,0 0 1 0 0,1 0 0 0 0,1 0 0 0 0,0-1-1102 0 0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3:50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11519 0 0,'0'0'18316'0'0,"2"0"-17872"0"0,16 2 172 0 0,0-1-1 0 0,20-2 1 0 0,-31 0-588 0 0,-2 1-12 0 0,0 0 1 0 0,0 0-1 0 0,0 0 1 0 0,0 0-1 0 0,0 1 1 0 0,0 0-1 0 0,-1 0 1 0 0,1 0-1 0 0,7 4 1 0 0,0 1-17 0 0,-10-1 0 0 0,-2-3 0 0 0,1 0 5 0 0,0 1 0 0 0,0 0 0 0 0,0-1 0 0 0,-1 1 0 0 0,1 0 0 0 0,-1 0 0 0 0,0-1 0 0 0,0 1 0 0 0,0 0 0 0 0,0 0 0 0 0,-1-1 0 0 0,1 1 0 0 0,-1 0 0 0 0,1 0 0 0 0,-1-1 1 0 0,0 1-1 0 0,-2 3 0 0 0,-2 6 23 0 0,-2 0 0 0 0,-9 14 0 0 0,10-15-42 0 0,-5 2-82 0 0,8-11 139 0 0,1 0 1 0 0,0 1-1 0 0,0-1 0 0 0,1 1 0 0 0,-1-1 1 0 0,-2 5-1 0 0,4-7-41 0 0,0 1 0 0 0,-1 0 0 0 0,1-1-1 0 0,0 1 1 0 0,0 0 0 0 0,-1-1 0 0 0,1 1 0 0 0,0 0 0 0 0,0-1 0 0 0,0 1 0 0 0,0 0-1 0 0,0 0 1 0 0,0-1 0 0 0,0 1 0 0 0,0 0 0 0 0,0-1 0 0 0,0 1 0 0 0,0 0-1 0 0,1-1 1 0 0,-1 1 0 0 0,0 0 0 0 0,0-1 0 0 0,1 1 0 0 0,-1 0 0 0 0,1-1-1 0 0,-1 1 1 0 0,0-1 0 0 0,1 1 0 0 0,-1-1 0 0 0,1 1 0 0 0,-1-1 0 0 0,1 1 0 0 0,0 0-1 0 0,1 0-17 0 0,1 0-1 0 0,-1 0 0 0 0,0 0 0 0 0,0-1 0 0 0,1 1 0 0 0,-1 0 0 0 0,3-1 0 0 0,0 1-31 0 0,0 0 47 0 0,1 0-1 0 0,-1 0 1 0 0,0-1 0 0 0,0 1-1 0 0,0-2 1 0 0,0 1 0 0 0,1 0-1 0 0,-1-1 1 0 0,0 0-1 0 0,0 0 1 0 0,6-2 0 0 0,6-4-267 0 0,29-15 1 0 0,-29 14-239 0 0,24-18-1842 0 0,-19 11 273 0 0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3:50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24879 0 0,'0'0'2804'0'0,"2"1"-2273"0"0,17 3 46 0 0,0 0 0 0 0,0-1 0 0 0,0-1 0 0 0,20-1 0 0 0,79-8-2342 0 0,-71 1-694 0 0,-24 3 383 0 0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3:50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6447 0 0,'0'2'19727'0'0,"-8"24"-19128"0"0,2 0 1 0 0,1 1-1 0 0,2-1 0 0 0,0 1 1 0 0,1 0-1 0 0,2 0 0 0 0,1 0 1 0 0,1 0-1 0 0,2 0 1 0 0,8 36-1 0 0,-11-59-599 0 0,0 1 0 0 0,1-1 0 0 0,-1 0 0 0 0,1 0 0 0 0,-1 0 0 0 0,1 0 0 0 0,0-1 0 0 0,1 1 0 0 0,-1 0 0 0 0,1-1 0 0 0,-1 1 0 0 0,1-1 0 0 0,6 5 0 0 0,-7-5 0 0 0,-1-3 0 0 0,-1 1 0 0 0,1 0 0 0 0,0-1 0 0 0,-1 1 0 0 0,1 0 0 0 0,0-1 0 0 0,0 1 0 0 0,0 0 0 0 0,-1-1 0 0 0,1 0 0 0 0,0 1 0 0 0,0-1 0 0 0,0 1 0 0 0,0-1 0 0 0,0 0 0 0 0,0 0 0 0 0,0 1 0 0 0,0-1 0 0 0,0 0 0 0 0,0 0 0 0 0,0 0 0 0 0,0 0 0 0 0,2-1 0 0 0,-1 1-2 0 0,1 0-1 0 0,-1-1 1 0 0,1 1-1 0 0,-1-1 1 0 0,1 1-1 0 0,-1-1 1 0 0,1 0-1 0 0,-1 0 1 0 0,0 0-1 0 0,0-1 1 0 0,1 1-1 0 0,-1-1 1 0 0,0 1-1 0 0,0-1 1 0 0,0 1-1 0 0,-1-1 1 0 0,1 0 0 0 0,0 0-1 0 0,-1 0 1 0 0,1 0-1 0 0,1-3 1 0 0,3-6-16 0 0,0 0 1 0 0,-1 0-1 0 0,5-14 1 0 0,-6 13 13 0 0,67-138-60 0 0,-57 125 76 0 0,-13 24 47 0 0,0 12 6 0 0,5 66-44 0 0,-6-53-9 0 0,2 1-1 0 0,7 36 1 0 0,-8-55-46 0 0,0 1-213 0 0,0-1 1 0 0,1 1 0 0 0,0-1-1 0 0,0 1 1 0 0,1-1-1 0 0,0 0 1 0 0,0 0-1 0 0,0 0 1 0 0,5 7-1 0 0,2-8-3142 0 0</inkml:trace>
  <inkml:trace contextRef="#ctx0" brushRef="#br0" timeOffset="1">523 285 23695 0 0,'0'0'1091'0'0,"-8"2"351"0"0,7-2-1422 0 0,0 0-1 0 0,1 0 1 0 0,-1 1-1 0 0,0-1 1 0 0,0 1-1 0 0,0-1 1 0 0,0 0-1 0 0,0 1 1 0 0,0 0-1 0 0,1-1 1 0 0,-1 1-1 0 0,0 0 0 0 0,0-1 1 0 0,1 1-1 0 0,-1 0 1 0 0,0 0-1 0 0,1-1 1 0 0,-1 1-1 0 0,0 1 1 0 0,-1 2 288 0 0,0-1-20 0 0,-1 1 0 0 0,1 0 0 0 0,0 0 1 0 0,0 0-1 0 0,0 0 0 0 0,1 0 0 0 0,-1 1 0 0 0,1-1 1 0 0,0 0-1 0 0,0 1 0 0 0,0-1 0 0 0,1 1 0 0 0,0 7 1 0 0,0-4-201 0 0,0 0 1 0 0,1 0 0 0 0,0 0-1 0 0,0 0 1 0 0,1 0-1 0 0,0 0 1 0 0,4 7 0 0 0,6 3-833 0 0,5-3-3303 0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3:51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 24391 0 0,'-3'-4'4051'0'0,"36"29"-2253"0"0,33 32 1 0 0,-2-6-1358 0 0,-3-2-242 0 0,-21-14-166 0 0,-26-24-24 0 0,0 1 0 0 0,0 1 0 0 0,-1 1 1 0 0,-1 0-1 0 0,21 30 0 0 0,-25-29-9 0 0,-1 0 0 0 0,0 0 0 0 0,-2 1 0 0 0,0 0 0 0 0,0 0 0 0 0,-1 0 0 0 0,-2 0 0 0 0,1 0 0 0 0,-2 1 0 0 0,0 0 0 0 0,-1-1 0 0 0,-1 1 0 0 0,0-1 0 0 0,-5 23 0 0 0,3-22 0 0 0,-2 0 0 0 0,0-1 0 0 0,0 1 0 0 0,-2-1 0 0 0,0 0 0 0 0,-1-1 0 0 0,0 0 0 0 0,-1 0 0 0 0,-1 0 0 0 0,0-1 0 0 0,-1-1 0 0 0,-1 0 0 0 0,-21 19 0 0 0,9-14-22 0 0,-37 21 1 0 0,53-35-17 0 0,7-3-385 0 0,0-1-149 0 0,-5-2-32 0 0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3:59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579 1 15199 0 0,'-2'1'696'0'0,"-1"0"-366"0"0,1 0-261 0 0,-1 0 0 0 0,1 0 0 0 0,-1 0 0 0 0,1 0 1 0 0,-1 0-1 0 0,1-1 0 0 0,-1 1 0 0 0,-4-1 0 0 0,4 0 677 0 0,0 0 1 0 0,0 0-1 0 0,-1 0 0 0 0,1 0 0 0 0,0 0 1 0 0,0 1-1 0 0,0-1 0 0 0,0 1 0 0 0,-3 1 1 0 0,5-1-383 0 0,0-1 0 0 0,0 1 0 0 0,-1-1 0 0 0,1 0 1 0 0,0 0-1 0 0,-1 1 0 0 0,1-1 0 0 0,0 0 1 0 0,0 0-1 0 0,-1 0 0 0 0,1 0 0 0 0,-2-1 0 0 0,-10-1 72 0 0,0 1-1 0 0,0 1 1 0 0,0 0-1 0 0,-16 2 1 0 0,-6-2-160 0 0,25 0-193 0 0,0 0 0 0 0,1 0 0 0 0,-18 4 0 0 0,18-2-46 0 0,-74 17 251 0 0,-86 33 1 0 0,162-49-263 0 0,-1 1 0 0 0,1 0 0 0 0,-7 5 0 0 0,13-8 14 0 0,10 5-176 0 0,-5-3 126 0 0,12 4-23 0 0,0-1 0 0 0,0 0 0 0 0,0-1 0 0 0,1 0 0 0 0,29 3-1 0 0,-34-6 30 0 0,-11-2 4 0 0,154 34-64 0 0,-130-27 64 0 0,-11-3 0 0 0,0-1 0 0 0,-1 2 0 0 0,0 0 0 0 0,0 0 0 0 0,0 2 0 0 0,19 11 0 0 0,-19-8-5 0 0,-1-1 1 0 0,0 2-1 0 0,-1 0 1 0 0,0 0-1 0 0,-1 1 1 0 0,13 18-1 0 0,-20-25 4 0 0,0-1-1 0 0,0 1 1 0 0,-1 0-1 0 0,1 0 1 0 0,-1 0-1 0 0,-1 0 1 0 0,1 0-1 0 0,-1 1 1 0 0,0-1-1 0 0,0 1 1 0 0,0-1 0 0 0,-1 0-1 0 0,0 1 1 0 0,0-1-1 0 0,0 1 1 0 0,-1-1-1 0 0,0 1 1 0 0,0-1-1 0 0,0 0 1 0 0,-1 1-1 0 0,-3 8 1 0 0,2-9 9 0 0,0 0-1 0 0,0 0 1 0 0,-1-1 0 0 0,0 0 0 0 0,1 0-1 0 0,-1 0 1 0 0,-1 0 0 0 0,1 0-1 0 0,0-1 1 0 0,-1 0 0 0 0,0 0 0 0 0,0 0-1 0 0,0 0 1 0 0,0-1 0 0 0,-8 3-1 0 0,-5 1 29 0 0,0-1 0 0 0,0-1 0 0 0,-25 3 0 0 0,-2-3 2 0 0,-89-3 1 0 0,95-5-295 0 0,0-2-1 0 0,-41-11 1 0 0,79 16 233 0 0,-3 1-67 0 0,0-1 1 0 0,0-1-1 0 0,0 1 1 0 0,0 0-1 0 0,1-1 1 0 0,-1 0-1 0 0,0 0 1 0 0,1 0-1 0 0,-1 0 1 0 0,1-1-1 0 0,-6-5 1 0 0,7 7-183 0 0,1-1 1 0 0,0 0 0 0 0,0 0 0 0 0,-1 0 0 0 0,1 0 0 0 0,0 0 0 0 0,0 0 0 0 0,1 0-1 0 0,-2-3 1 0 0,1 1-601 0 0,1 1 1 0 0,0 0-1 0 0,0 0 0 0 0,0 0 0 0 0,0 0 1 0 0,0 0-1 0 0,0 0 0 0 0,2-3 0 0 0,3-18-7776 0 0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00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15199 0 0,'0'0'1172'0'0,"2"3"-398"0"0,3 6 1418 0 0,-1 1 0 0 0,1 0 0 0 0,2 13 0 0 0,-2-6-227 0 0,2 23 1 0 0,0 81-1085 0 0,-5-56 65 0 0,10 36-691 0 0,0-1-935 0 0,-11-96 188 0 0,-1 1 687 0 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00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84 9671 0 0,'0'0'15605'0'0,"3"1"-14074"0"0,17 2-893 0 0,1-1 0 0 0,0-1 0 0 0,30-1 0 0 0,64-12 394 0 0,192-46-232 0 0,-223 40-792 0 0,-72 15 3 0 0,-12 4-7 0 0,0-1 0 0 0,1 1 0 0 0,-1 0 0 0 0,0-1 0 0 0,0 1 0 0 0,1-1 0 0 0,-1 1 0 0 0,0 0 0 0 0,0-1 0 0 0,0 1 0 0 0,0 0 0 0 0,0-1 0 0 0,0 1 0 0 0,0 0 0 0 0,0-1 0 0 0,0 1 0 0 0,-1 1 0 0 0,0 2 20 0 0,0 0 0 0 0,-1 0 0 0 0,1 0 0 0 0,-1-1-1 0 0,0 1 1 0 0,0 0 0 0 0,-1-1 0 0 0,1 1 0 0 0,-4 2 0 0 0,-28 31 110 0 0,23-27-86 0 0,-15 18 51 0 0,2 0 0 0 0,1 2 1 0 0,1 0-1 0 0,-19 38 0 0 0,36-57-99 0 0,5 0-24 0 0,0-9-91 0 0,2-2 89 0 0,1 0 0 0 0,-1 0 0 0 0,0 0-1 0 0,1-1 1 0 0,-1 1 0 0 0,0 0 0 0 0,1-1-1 0 0,-1 0 1 0 0,0 1 0 0 0,4-3-1 0 0,-3 2-9 0 0,4-2-12 0 0,0 0-1 0 0,-1 0 1 0 0,0-1-1 0 0,1 0 1 0 0,-1 0-1 0 0,-1 0 1 0 0,9-9-1 0 0,33-40-179 0 0,-41 46 208 0 0,-2 0-1 0 0,1-1 1 0 0,7-14 0 0 0,-8 11 11 0 0,2 1 0 0 0,-1 0 0 0 0,1 0 1 0 0,12-13-1 0 0,-18 23 15 0 0,1 0 0 0 0,0-1 0 0 0,-1 1 0 0 0,1 0 0 0 0,-1 0 0 0 0,1 0 0 0 0,0 0 0 0 0,-1 1 0 0 0,1-1 0 0 0,-1 0 0 0 0,1 0 0 0 0,0 0 0 0 0,-1 0 0 0 0,1 1 0 0 0,-1-1 0 0 0,1 0 0 0 0,-1 0 0 0 0,1 1 1 0 0,-1-1-1 0 0,1 0 0 0 0,-1 1 0 0 0,1 0 0 0 0,0-1 4 0 0,4 4 31 0 0,0 1 1 0 0,0-1-1 0 0,0 1 1 0 0,-1 1-1 0 0,1-1 1 0 0,4 8-1 0 0,11 14 74 0 0,-12-19-123 0 0,1 0-1 0 0,-1 0 0 0 0,1 0 0 0 0,0-1 1 0 0,1 0-1 0 0,0-1 0 0 0,14 7 0 0 0,-19-11-214 0 0,-1 0 0 0 0,1-1 0 0 0,0 1 0 0 0,-1-1 0 0 0,1 0 0 0 0,0 0 0 0 0,0-1 0 0 0,0 0 0 0 0,0 0 0 0 0,-1 0 0 0 0,1 0 0 0 0,0-1 0 0 0,0 1 0 0 0,0-1 0 0 0,-1-1 0 0 0,1 1 0 0 0,0-1 0 0 0,-1 1 0 0 0,1-1 0 0 0,4-4 0 0 0,6-3-2145 0 0,-2-3-3805 0 0,0 0-1714 0 0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01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1 4607 0 0,'-1'1'14206'0'0,"-6"14"-13488"0"0,1 0 0 0 0,1 0 1 0 0,0 0-1 0 0,1 0 1 0 0,1 1-1 0 0,1 0 1 0 0,0 0-1 0 0,0 0 1 0 0,2 0-1 0 0,2 26 1 0 0,-1-29-332 0 0,1 1 1 0 0,1-1 0 0 0,0 0-1 0 0,0 0 1 0 0,2 0 0 0 0,-1 0-1 0 0,2-1 1 0 0,0 0 0 0 0,0 0-1 0 0,1 0 1 0 0,0-1 0 0 0,1 0-1 0 0,10 11 1 0 0,-13-18-418 0 0,0 1 0 0 0,0-1 0 0 0,1 0-1 0 0,-1 0 1 0 0,1 0 0 0 0,0-1 0 0 0,0 0 0 0 0,0 0 0 0 0,0-1 0 0 0,0 1 0 0 0,1-2-1 0 0,-1 1 1 0 0,1 0 0 0 0,0-1 0 0 0,-1 0 0 0 0,1-1 0 0 0,11 0 0 0 0,-12 0 2 0 0,0-1 1 0 0,-1 0-1 0 0,1 0 1 0 0,0 0-1 0 0,0-1 1 0 0,-1 0 0 0 0,1 0-1 0 0,-1 0 1 0 0,1-1-1 0 0,-1 0 1 0 0,0 0-1 0 0,0 0 1 0 0,0 0-1 0 0,-1-1 1 0 0,1 0 0 0 0,-1 0-1 0 0,0 0 1 0 0,0 0-1 0 0,0-1 1 0 0,4-7-1 0 0,0-1-37 0 0,-1 0-1 0 0,-1-1 1 0 0,7-19-1 0 0,-11 25 2 0 0,0 1 1 0 0,0-2-1 0 0,0 1 0 0 0,-1 0 0 0 0,0 0 1 0 0,-1 0-1 0 0,0-12 0 0 0,0 19 41 0 0,0 0-1 0 0,0 0 1 0 0,0 1-1 0 0,0-1 0 0 0,0 0 1 0 0,0 0-1 0 0,-1 1 1 0 0,1-1-1 0 0,0 0 1 0 0,0 1-1 0 0,-1-1 0 0 0,1 0 1 0 0,0 1-1 0 0,-1-1 1 0 0,1 0-1 0 0,-1 1 1 0 0,1-1-1 0 0,0 1 0 0 0,-1-1 1 0 0,1 1-1 0 0,-2-1 1 0 0,2 0 22 0 0,-1 0 1 0 0,0 1 0 0 0,0-1 0 0 0,0 1-1 0 0,0-1 1 0 0,0 1 0 0 0,0-1 0 0 0,0 1-1 0 0,0-1 1 0 0,0 1 0 0 0,0 0-1 0 0,0 0 1 0 0,0-1 0 0 0,0 1 0 0 0,0 0-1 0 0,0 0 1 0 0,0 0 0 0 0,0 0-1 0 0,0 0 1 0 0,0 1 0 0 0,0-1 0 0 0,-1 0-1 0 0,1 0 1 0 0,0 1 0 0 0,0-1 0 0 0,0 0-1 0 0,1 1 1 0 0,-3 0 0 0 0,1 1 28 0 0,0-1 1 0 0,0 1 0 0 0,0-1-1 0 0,0 1 1 0 0,1 0 0 0 0,-1 0-1 0 0,-2 3 1 0 0,0 1 63 0 0,0 1 0 0 0,0 0-1 0 0,0 0 1 0 0,1 0 0 0 0,0 0-1 0 0,0 0 1 0 0,1 1 0 0 0,0-1 0 0 0,0 1-1 0 0,-1 14 1 0 0,3-16-77 0 0,0 0 0 0 0,1 0-1 0 0,-1 0 1 0 0,1 0 0 0 0,0 0 0 0 0,1 0 0 0 0,0 0-1 0 0,0-1 1 0 0,0 1 0 0 0,0-1 0 0 0,1 1-1 0 0,0-1 1 0 0,0 0 0 0 0,6 8 0 0 0,-4-7-114 0 0,0 0 0 0 0,1 0 0 0 0,-1-1 1 0 0,1 1-1 0 0,0-1 0 0 0,1-1 1 0 0,-1 1-1 0 0,1-1 0 0 0,0 0 0 0 0,0-1 1 0 0,0 0-1 0 0,0 0 0 0 0,1 0 0 0 0,-1-1 1 0 0,1 0-1 0 0,0-1 0 0 0,-1 1 1 0 0,1-1-1 0 0,12-1 0 0 0,-18 0-117 0 0,0 0 0 0 0,0 0 1 0 0,0 0-1 0 0,1-1 0 0 0,-1 1 0 0 0,0-1 0 0 0,0 1 0 0 0,0-1 1 0 0,2-1-1 0 0,-3 1-176 0 0,0 0 1 0 0,0 1-1 0 0,-1-1 0 0 0,1 1 1 0 0,0-1-1 0 0,-1 0 1 0 0,1 0-1 0 0,-1 1 0 0 0,1-1 1 0 0,-1 0-1 0 0,1 0 1 0 0,-1 0-1 0 0,1 0 0 0 0,-1 0 1 0 0,1-1-1 0 0</inkml:trace>
  <inkml:trace contextRef="#ctx0" brushRef="#br0" timeOffset="1">1 163 22487 0 0,'0'0'2039'0'0,"3"0"-1678"0"0,121-7 579 0 0,26-1 1216 0 0,66-20-1672 0 0,-56 6-5080 0 0,-126 19 2780 0 0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01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2298 0 22807 0 0,'0'0'1043'0'0,"-6"7"345"0"0,1 0-1098 0 0,1 0 0 0 0,0 0 0 0 0,0 0 0 0 0,0 0 0 0 0,-3 14 0 0 0,-9 40 2679 0 0,16-60-2952 0 0,-5 23 338 0 0,2 0-1 0 0,0 0 1 0 0,2 0-1 0 0,0 0 1 0 0,2 0-1 0 0,1 0 0 0 0,6 31 1 0 0,0-19-664 0 0,1 0 0 0 0,2 0 0 0 0,32 67 0 0 0,-28-64-878 0 0,-11-19-1507 0 0,-5-1-5507 0 0,-2-9-202 0 0</inkml:trace>
  <inkml:trace contextRef="#ctx0" brushRef="#br0" timeOffset="1">153 1030 18431 0 0,'-22'2'677'0'0,"1"-1"-1"0"0,-43-4 1 0 0,18-5 9049 0 0,48 6-9139 0 0,1 0-483 0 0,0 0 0 0 0,0 0 1 0 0,0 0-1 0 0,0 0 0 0 0,0 0 0 0 0,0 1 1 0 0,1 0-1 0 0,-1-1 0 0 0,1 1 1 0 0,-1 1-1 0 0,5-2 0 0 0,46-4 15 0 0,-35 5-7 0 0,931-72 399 0 0,-565 56-511 0 0,-200 10 0 0 0,119 6 0 0 0,-166 18 0 0 0,-135-17 0 0 0,9 3-33 0 0,-10-3-141 0 0,-9 5-3352 0 0,-1-2 1995 0 0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01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23039 0 0,'0'0'4712'0'0,"-8"1"-1072"0"0,2 6-4552 0 0</inkml:trace>
  <inkml:trace contextRef="#ctx0" brushRef="#br0" timeOffset="1">93 242 21191 0 0,'-6'3'319'0'0,"-7"5"1282"0"0,12-7-1079 0 0,0 1-1 0 0,0 0 1 0 0,0 0-1 0 0,0 0 1 0 0,0 0-1 0 0,0 0 1 0 0,0 0-1 0 0,1 0 1 0 0,-1 0-1 0 0,1 0 1 0 0,-1 0 0 0 0,1 3-1 0 0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04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83 7831 0 0,'0'0'13942'0'0,"1"1"-12663"0"0,4 7-453 0 0,-1-1-1 0 0,0 0 0 0 0,-1 1 0 0 0,0-1 0 0 0,3 10 0 0 0,10 46 771 0 0,-5-14-751 0 0,43 156 334 0 0,-54-201-1181 0 0,7 11 15 0 0,1-36-135 0 0,19-104-272 0 0,0 3 95 0 0,-21 101 238 0 0,1 0 0 0 0,1 0 0 0 0,16-31 0 0 0,-8 18-6 0 0,-13 25 40 0 0,1 1 0 0 0,0 0-1 0 0,9-13 1 0 0,-5 12-53 0 0,-4 8-16 0 0,9 6 28 0 0,-10-3 79 0 0,0 0-1 0 0,-1 0 1 0 0,1 0 0 0 0,-1 1-1 0 0,1-1 1 0 0,-1 1 0 0 0,0-1 0 0 0,0 1-1 0 0,-1 0 1 0 0,1 0 0 0 0,0 0-1 0 0,-1 0 1 0 0,0 0 0 0 0,1 0-1 0 0,0 5 1 0 0,1 5 79 0 0,0 1 1 0 0,1 19-1 0 0,-2-18-8 0 0,2 30 136 0 0,-3-26-122 0 0,1-1 0 0 0,0 1 0 0 0,2-1 1 0 0,8 30-1 0 0,-10-44-93 0 0,-1 1 0 0 0,1-1 0 0 0,0 0 0 0 0,0 0-1 0 0,0 0 1 0 0,0 0 0 0 0,1 0 0 0 0,0 0 0 0 0,-1 0 0 0 0,2-1 0 0 0,-1 1 0 0 0,0-1 0 0 0,1 0 0 0 0,-1 0 0 0 0,1 0 0 0 0,0-1 0 0 0,6 4 0 0 0,3-3 0 0 0,-10-5-8 0 0,-2 1-8 0 0,4-1-8 0 0,0-1-1 0 0,-1 1 0 0 0,1-1 0 0 0,-1 0 1 0 0,0 0-1 0 0,0-1 0 0 0,0 1 0 0 0,-1-1 1 0 0,1 0-1 0 0,-1 0 0 0 0,0 0 0 0 0,4-7 1 0 0,3-7-72 0 0,15-36 1 0 0,-14 27 22 0 0,6-12-1 0 0,18-38-210 0 0,-32 71 230 0 0,1 1 0 0 0,-1 0-1 0 0,1 0 1 0 0,8-9 0 0 0,-11 13-37 0 0,7 33 33 0 0,-6-15 214 0 0,-1 23-1 0 0,-2-28-98 0 0,1-1 0 0 0,1 1 0 0 0,0-1 0 0 0,1 1 0 0 0,4 16-1 0 0,-3-17-38 0 0,2 1 0 0 0,-1-1 0 0 0,1 0 0 0 0,1-1 0 0 0,0 1 0 0 0,7 9 0 0 0,-10-16-52 0 0,0 0 0 0 0,0-1 0 0 0,1 1 0 0 0,-1-1 0 0 0,1 0 0 0 0,0 0-1 0 0,0 0 1 0 0,0 0 0 0 0,0-1 0 0 0,0 1 0 0 0,1-1 0 0 0,-1 0 0 0 0,1-1 0 0 0,-1 1-1 0 0,1-1 1 0 0,0 0 0 0 0,8 1 0 0 0,-10-2-10 0 0,0 0 0 0 0,-1 0 0 0 0,1 0 0 0 0,0 0 0 0 0,-1-1-1 0 0,1 0 1 0 0,0 1 0 0 0,-1-1 0 0 0,1 0 0 0 0,-1 0 0 0 0,1 0 0 0 0,-1-1 0 0 0,1 1 0 0 0,-1-1-1 0 0,0 1 1 0 0,0-1 0 0 0,0 0 0 0 0,0 0 0 0 0,0 0 0 0 0,0 0 0 0 0,0 0 0 0 0,-1 0 0 0 0,3-4 0 0 0,3-5-41 0 0,-2-1 1 0 0,1 1 0 0 0,6-24 0 0 0,-6 17 92 0 0,-3 7-27 0 0,0 0 0 0 0,0 0 1 0 0,-1 0-1 0 0,0-16 0 0 0,0 10-11 0 0,0 0 1 0 0,8-29-1 0 0,0 75 434 0 0,26 96 489 0 0,-30-109-964 0 0,1 1 1 0 0,1-1-1 0 0,0-1 0 0 0,1 0 0 0 0,14 18 0 0 0,-22-31-1044 0 0,3 3 1632 0 0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05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23615 0 0,'-1'0'2137'0'0,"-4"0"-1737"0"0,4 0 495 0 0,3 1-892 0 0,6 8-904 0 0,8 7-1709 0 0,-6-6-3428 0 0,1-1-1520 0 0</inkml:trace>
  <inkml:trace contextRef="#ctx0" brushRef="#br0" timeOffset="1">172 75 12895 0 0,'2'1'3767'0'0,"44"29"5780"0"0,-15-8-7504 0 0,-6-4-985 0 0,40 38 0 0 0,-19-15-708 0 0,104 95-1622 0 0,-148-134 663 0 0,5 6 312 0 0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05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298 166 14279 0 0,'0'0'1298'0'0,"-13"7"-1044"0"0,8-2 748 0 0,0-1 0 0 0,1 1 0 0 0,-1-1 0 0 0,1 1-1 0 0,-7 11 1 0 0,-3 3 2035 0 0,-7 6-1401 0 0,-108 121 915 0 0,105-122-3385 0 0,-30 39 0 0 0,48-53 60 0 0,3-4-3052 0 0</inkml:trace>
  <inkml:trace contextRef="#ctx0" brushRef="#br0" timeOffset="1">446 1 15663 0 0,'0'0'1207'0'0,"0"2"-788"0"0,-1 69 10860 0 0,4 76-8333 0 0,-2-110-3464 0 0,2-1 0 0 0,2 1 0 0 0,16 59 0 0 0,-20-94 0 0 0,0 2 248 0 0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06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46 13823 0 0,'-1'1'1062'0'0,"1"2"-644"0"0,-1-1 1 0 0,1 1 0 0 0,-1-1 0 0 0,1 1 0 0 0,0 0 0 0 0,0-1 0 0 0,0 1 0 0 0,0-1-1 0 0,0 1 1 0 0,0 0 0 0 0,1-1 0 0 0,-1 1 0 0 0,1-1 0 0 0,0 1 0 0 0,0-1-1 0 0,0 1 1 0 0,0-1 0 0 0,0 0 0 0 0,1 1 0 0 0,1 1 0 0 0,-2-2 75 0 0,2 2-228 0 0,0 0 0 0 0,0-1 0 0 0,0 1 0 0 0,1-1 0 0 0,-1 0 0 0 0,1 0-1 0 0,0 0 1 0 0,0 0 0 0 0,0 0 0 0 0,0-1 0 0 0,1 0 0 0 0,-1 0 0 0 0,1 0 0 0 0,-1-1 0 0 0,1 1 0 0 0,-1-1 0 0 0,1 0-1 0 0,5 0 1 0 0,2 0-190 0 0,0 0 0 0 0,-1 0 0 0 0,1-1-1 0 0,0-1 1 0 0,0 0 0 0 0,16-4 0 0 0,-14 1-20 0 0,0 0 1 0 0,0-1-1 0 0,0-1 1 0 0,-1-1-1 0 0,0 0 1 0 0,19-13-1 0 0,-1-2 119 0 0,36-36 0 0 0,-52 45-163 0 0,-14 12 63 0 0,-4 12 222 0 0,-5 10-6 0 0,1 0 0 0 0,-6 37 0 0 0,12-51-267 0 0,0-1 1 0 0,1 1-1 0 0,0 0 1 0 0,0 0-1 0 0,0 0 1 0 0,1-1-1 0 0,0 1 1 0 0,0 0-1 0 0,0-1 1 0 0,1 1-1 0 0,0-1 1 0 0,1 1-1 0 0,3 7 1 0 0,-4-12-33 0 0,-1 0-1 0 0,1 0 1 0 0,0 0-1 0 0,0 0 1 0 0,0 0 0 0 0,0 0-1 0 0,0-1 1 0 0,0 1-1 0 0,0-1 1 0 0,0 0 0 0 0,1 1-1 0 0,-1-1 1 0 0,1 0-1 0 0,-1 0 1 0 0,0-1 0 0 0,1 1-1 0 0,0 0 1 0 0,-1-1 0 0 0,1 0-1 0 0,-1 1 1 0 0,1-1-1 0 0,0 0 1 0 0,-1 0 0 0 0,1-1-1 0 0,-1 1 1 0 0,1 0-1 0 0,4-2 1 0 0,-3 1-39 0 0,1 0 1 0 0,0-1-1 0 0,-1 0 0 0 0,1 1 1 0 0,-1-1-1 0 0,1-1 1 0 0,-1 1-1 0 0,0-1 0 0 0,0 1 1 0 0,0-1-1 0 0,0-1 0 0 0,-1 1 1 0 0,1 0-1 0 0,2-5 0 0 0,3-4-3 0 0,-1 0 0 0 0,-1-1 0 0 0,0 0-1 0 0,0 0 1 0 0,5-17 0 0 0,21-60 58 0 0,-33 89 284 0 0,7 22-28 0 0,3 16-108 0 0,-5-16-153 0 0,0-1-1 0 0,2 0 0 0 0,13 28 0 0 0,-18-45-179 0 0,0 0-1 0 0,0 1 1 0 0,1-1-1 0 0,-1 0 0 0 0,1 0 1 0 0,0 0-1 0 0,0 0 1 0 0,0-1-1 0 0,0 1 0 0 0,0-1 1 0 0,4 2-1 0 0,-5-3-1007 0 0,-1 0-1 0 0,1 0 1 0 0,0 0 0 0 0,0-1-1 0 0,0 1 1 0 0,0-1-1 0 0,0 0 1 0 0,4 1 0 0 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06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17447 0 0,'1'2'7003'0'0,"3"3"-6294"0"0,0 1 1 0 0,0 0-1 0 0,-1 0 1 0 0,0 0-1 0 0,0 0 1 0 0,2 7-1 0 0,11 44 1192 0 0,1 5-979 0 0,-12-53-789 0 0,-1-1-95 0 0,-2-6 16 0 0,3 1 18 0 0,-2-3-6 0 0,-1 0-66 0 0,-1 0 1 0 0,0 0-1 0 0,0 0 1 0 0,1-1 0 0 0,-1 1-1 0 0,0 0 1 0 0,0-1-1 0 0,0 1 1 0 0,0-1 0 0 0,0 0-1 0 0,1 1 1 0 0,-1-1-1 0 0,0 0 1 0 0,0 1-1 0 0,-1-1 1 0 0,1 0 0 0 0,0 0-1 0 0,0 0 1 0 0,0 0-1 0 0,1-2 1 0 0,0-1 0 0 0,14-17-219 0 0,25-44 0 0 0,-30 46-282 0 0,1-1 0 0 0,0 2 1 0 0,23-26-1 0 0,4 6-2536 0 0,-22 23-4934 0 0,-7 6-309 0 0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06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0 274 4143 0 0,'2'0'319'0'0,"29"-4"357"0"0,-21 1 1699 0 0,1 0 0 0 0,14-7 0 0 0,21-13 4864 0 0,-18 7-6360 0 0,-10 4-100 0 0,-1-2 0 0 0,0 0 0 0 0,-1-1 0 0 0,-1 0 1 0 0,0-1-1 0 0,23-34 0 0 0,-31 40-561 0 0,-1 0 0 0 0,-1 0 0 0 0,1-1 1 0 0,7-21-1 0 0,-13 31 103 0 0,-11-2 451 0 0,9 3-706 0 0,1 0 1 0 0,0-1-1 0 0,-1 1 1 0 0,1 0 0 0 0,0-1-1 0 0,-1 1 1 0 0,1 0-1 0 0,-1 0 1 0 0,1 0-1 0 0,-2 1 1 0 0,-1 0 55 0 0,0 0 1 0 0,0 1-1 0 0,0-1 0 0 0,0 1 1 0 0,0 0-1 0 0,0 1 1 0 0,0-1-1 0 0,1 1 0 0 0,-1-1 1 0 0,-4 6-1 0 0,-5 5 267 0 0,-13 18-1 0 0,12-14-152 0 0,6-8-128 0 0,1 0 1 0 0,0 1 0 0 0,1 0 0 0 0,0 0 0 0 0,0 1-1 0 0,1 0 1 0 0,1 0 0 0 0,0 0 0 0 0,-5 19 0 0 0,8-26-101 0 0,0 0 0 0 0,1 1 1 0 0,-1-1-1 0 0,1 1 0 0 0,0-1 1 0 0,0 1-1 0 0,1-1 1 0 0,-1 0-1 0 0,1 1 0 0 0,0-1 1 0 0,0 0-1 0 0,1 1 0 0 0,-1-1 1 0 0,1 0-1 0 0,0 0 1 0 0,0 0-1 0 0,0 0 0 0 0,0-1 1 0 0,1 1-1 0 0,-1 0 0 0 0,1-1 1 0 0,0 0-1 0 0,0 0 0 0 0,1 0 1 0 0,-1 0-1 0 0,1 0 1 0 0,-1-1-1 0 0,7 4 0 0 0,-4-3-68 0 0,-1 0-1 0 0,1-1 0 0 0,0 0 1 0 0,0-1-1 0 0,0 1 0 0 0,0-1 1 0 0,0 0-1 0 0,6 0 0 0 0,28-2-3503 0 0,-19 0-6695 0 0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07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18431 0 0,'0'0'7571'0'0,"2"-1"-5767"0"0,18-4-730 0 0,-1 0 0 0 0,41-4 1 0 0,44 2-328 0 0,-7 2-516 0 0,141-15-195 0 0,-198 17-628 0 0,-12 1-733 0 0,-1-2 0 0 0,30-6-1 0 0,-39 5-102 0 0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07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0 5527 0 0,'-31'7'21840'0'0,"33"-6"-21140"0"0,20 11-210 0 0,1 0 1 0 0,0-2-1 0 0,49 15 1 0 0,-50-17-454 0 0,86 18 16 0 0,-98-23-53 0 0,1 4 1 0 0,-10-3 4 0 0,-1-3 0 0 0,1 0 57 0 0,-1 1 50 0 0,0 1-81 0 0,-1 1 1 0 0,1-1-1 0 0,-1 1 0 0 0,0-1 0 0 0,0 1 0 0 0,0-1 0 0 0,0 0 0 0 0,0 1 0 0 0,-1-1 0 0 0,0 0 0 0 0,0 0 0 0 0,0 0 0 0 0,0 0 0 0 0,0 0 0 0 0,0-1 1 0 0,-1 1-1 0 0,1-1 0 0 0,-1 1 0 0 0,-3 1 0 0 0,-7 5 170 0 0,0 0 1 0 0,0-1 0 0 0,-17 7-1 0 0,6-3-110 0 0,-34 17-6190 0 0,39-19 2005 0 0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10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24479 0 0,'0'0'4520'0'0,"3"1"-3881"0"0,35 24 825 0 0,-14-11-852 0 0,36 29 1 0 0,12 25-434 0 0,82 98 0 0 0,-56-56-97 0 0,-80-93-102 0 0,-16-16-73 0 0,-7-19-12774 0 0,0 6 4335 0 0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11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461 1 11055 0 0,'0'0'1002'0'0,"-1"1"-824"0"0,-2 4 370 0 0,2-3 222 0 0,0-1 0 0 0,0 1 0 0 0,0-1 0 0 0,0 0-1 0 0,0 0 1 0 0,-1 0 0 0 0,1 0 0 0 0,0 1 0 0 0,-1-2-1 0 0,-1 2 1 0 0,-10 9 4601 0 0,-33 50-579 0 0,-15 37-3991 0 0,41-66-698 0 0,0 0-1 0 0,-36 40 1 0 0,-57 52 141 0 0,100-110-404 0 0,-1-1 0 0 0,0-1 1 0 0,-1 0-1 0 0,0-1 0 0 0,-25 14 0 0 0,39-24-434 0 0,2-3-355 0 0,0 1 616 0 0,1-1 0 0 0,-1 1 0 0 0,1 0 0 0 0,-1-1 0 0 0,1 1 0 0 0,0 0 0 0 0,-1 0 1 0 0,1 0-1 0 0,2-1 0 0 0,3-2-644 0 0,12-8-1191 0 0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11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41 20735 0 0,'0'0'8519'0'0,"2"0"-7746"0"0,135-26 1967 0 0,-113 24-2740 0 0,15-4 0 0 0,-26 3-143 0 0,1 1 0 0 0,0 1-1 0 0,24 0 1 0 0,-33 1 91 0 0,-3 0-515 0 0,0 12-7929 0 0</inkml:trace>
  <inkml:trace contextRef="#ctx0" brushRef="#br0" timeOffset="1">1 205 15199 0 0,'0'1'8849'0'0,"3"2"-8474"0"0,-1-1-1 0 0,0 1 0 0 0,1-1 1 0 0,0 0-1 0 0,-1 0 0 0 0,1 0 0 0 0,0 0 1 0 0,0 0-1 0 0,0-1 0 0 0,0 1 0 0 0,1-1 1 0 0,-1 0-1 0 0,0 0 0 0 0,1 0 0 0 0,-1 0 1 0 0,0 0-1 0 0,1-1 0 0 0,5 0 0 0 0,7 1-44 0 0,0 0-1 0 0,28-5 0 0 0,132-21 338 0 0,-78 10-1537 0 0,-90 15 599 0 0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12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4 7367 0 0,'0'0'784'0'0,"-8"-4"-1424"0"0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13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6447 0 0,'0'0'24132'0'0,"1"1"-23800"0"0,122 208 1053 0 0,-59-95-914 0 0,-57-102-471 0 0,0 0 0 0 0,1-1 0 0 0,1 0 0 0 0,16 17 0 0 0,-18-23 0 0 0,1-4 0 0 0,-6-2 0 0 0,1 0 0 0 0,-1 0 0 0 0,0 1 0 0 0,0-2 0 0 0,-1 1 0 0 0,1 0 0 0 0,0 0 0 0 0,0-1 0 0 0,0 1 0 0 0,-1 0 0 0 0,1-1 0 0 0,-1 0 0 0 0,1 1 0 0 0,-1-1 0 0 0,0 0 0 0 0,1 0 0 0 0,-1 0 0 0 0,0 0 0 0 0,0 0 0 0 0,0-3 0 0 0,4-6 0 0 0,-2 0 0 0 0,4-18 0 0 0,-6 25 0 0 0,21-91-21 0 0,24-132-213 0 0,-33 167-1662 0 0,-8 54-226 0 0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13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80 8287 0 0,'1'0'19048'0'0,"5"-5"-17989"0"0,0 1-773 0 0,0 0 1 0 0,1 0-1 0 0,-1 1 1 0 0,1-1-1 0 0,0 2 1 0 0,0-1 0 0 0,0 1-1 0 0,1 0 1 0 0,12-2-1 0 0,14-4 230 0 0,-8 2-1229 0 0,1 1 0 0 0,37-2 0 0 0,15-2-2384 0 0,-56 5-3573 0 0,-1 1-1904 0 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13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31 12895 0 0,'-1'0'13384'0'0,"-4"7"-12476"0"0,5-6-756 0 0,-1 1 0 0 0,1-1 0 0 0,0 1 0 0 0,-1-1 0 0 0,1 1 1 0 0,0-1-1 0 0,0 1 0 0 0,0-1 0 0 0,0 1 0 0 0,0-1 0 0 0,0 1 0 0 0,0 0 0 0 0,0-1 0 0 0,1 1 0 0 0,-1-1 0 0 0,1 2 0 0 0,12 26 1067 0 0,-10-23-1083 0 0,74 125 1049 0 0,-33-58-1021 0 0,-40-67-158 0 0,6 11 56 0 0,0 0 0 0 0,18 21 0 0 0,-14-24 6 0 0,-14-14-66 0 0,0 0-1 0 0,1-1 1 0 0,-1 1-1 0 0,1 0 1 0 0,-1 0-1 0 0,1 0 1 0 0,-1-1-1 0 0,0 1 0 0 0,1 0 1 0 0,-1-1-1 0 0,1 1 1 0 0,-1 0-1 0 0,0-1 1 0 0,1 1-1 0 0,-1 0 1 0 0,0-1-1 0 0,0 1 1 0 0,1-1-1 0 0,-1 1 1 0 0,0-1-1 0 0,0 1-1 0 0,8-15 0 0 0,-1 1 0 0 0,0-1 0 0 0,-1 0 0 0 0,7-32 0 0 0,-1 9 0 0 0,11-42-78 0 0,20-54-156 0 0,-28 104-962 0 0,-14 29 600 0 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14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98 12439 0 0,'0'0'958'0'0,"0"-2"-625"0"0,5-6 2049 0 0,-2-1-1 0 0,1-1 1 0 0,-1 1 0 0 0,0 0-1 0 0,1-16 1 0 0,-2 19-2063 0 0,-2 5-262 0 0,0 0 0 0 0,0 1-1 0 0,0-1 1 0 0,0 0 0 0 0,0 1 0 0 0,-1-1 0 0 0,1 0 0 0 0,0 1-1 0 0,0-1 1 0 0,0 1 0 0 0,-1-1 0 0 0,1 0 0 0 0,0 1-1 0 0,0-1 1 0 0,-1 1 0 0 0,1-1 0 0 0,-1 1 0 0 0,1-1-1 0 0,0 1 1 0 0,-1-1 0 0 0,1 1 0 0 0,-1-1 0 0 0,1 1-1 0 0,-1-1 1 0 0,0 1 0 0 0,1 0 0 0 0,-1-1 0 0 0,1 1 0 0 0,-1 0-1 0 0,0 0 1 0 0,1 0 0 0 0,-1-1 0 0 0,1 1 0 0 0,-1 0-1 0 0,0 0 1 0 0,0 0 0 0 0,-25-2 734 0 0,25 2-809 0 0,-2 0 41 0 0,0 1 0 0 0,0-1 0 0 0,1 1 0 0 0,-1 0 0 0 0,0 0 0 0 0,1 0 0 0 0,-1 1 0 0 0,0-1 0 0 0,1 1 1 0 0,0-1-1 0 0,-1 1 0 0 0,1 0 0 0 0,0 0 0 0 0,0 0 0 0 0,0 0 0 0 0,-3 4 0 0 0,2-2 9 0 0,-1 1-1 0 0,1 0 0 0 0,-1 0 1 0 0,1 0-1 0 0,1 0 1 0 0,-1 0-1 0 0,-2 8 1 0 0,3-2-6 0 0,1-1 1 0 0,-1 0-1 0 0,2 0 1 0 0,-1 1-1 0 0,1-1 1 0 0,3 18-1 0 0,15 62 168 0 0,-16-82-192 0 0,24 88-2 0 0,-12-33-1099 0 0,-14-61 598 0 0</inkml:trace>
  <inkml:trace contextRef="#ctx0" brushRef="#br0" timeOffset="1">0 291 16583 0 0,'0'0'12439'0'0,"2"0"-11623"0"0,8 3-412 0 0,1 0 0 0 0,0-1 0 0 0,0-1 0 0 0,17 1 0 0 0,49-3-417 0 0,-44-1 95 0 0,41-1-122 0 0,79 0-4081 0 0,-135 4 2322 0 0,-3 2-65 0 0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14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96 8287 0 0,'-13'2'2418'0'0,"-16"-1"-5940"0"0,0-2 27305 0 0,92-2-22175 0 0,431-30-1431 0 0,-324 17-161 0 0,292-16-16 0 0,-5 19 0 0 0,-438 13 0 0 0,14 0-266 0 0,0 1 0 0 0,49 9 1 0 0,-81-10-622 0 0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15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31 11519 0 0,'0'0'528'0'0,"-2"-1"-16"0"0,-3-2-66 0 0,-7-2-749 0 0,-15 2 13025 0 0,27 3-12522 0 0,-1 11 2996 0 0,6 10-1706 0 0,-5-21-1469 0 0,4 8 184 0 0,0 1-1 0 0,1-1 1 0 0,0 0-1 0 0,0-1 1 0 0,1 1-1 0 0,0-1 1 0 0,11 10-1 0 0,-1 1 27 0 0,140 141 338 0 0,-149-152-569 0 0,-4-4 0 0 0,0 0 0 0 0,0-1 0 0 0,0 0 0 0 0,1 1 0 0 0,-1-1 0 0 0,1 0 0 0 0,-1 0 0 0 0,1-1 0 0 0,6 3 0 0 0,1-1 0 0 0,-10-3 0 0 0,0 1 0 0 0,0-1 0 0 0,0 0 0 0 0,0 0 0 0 0,0 0 0 0 0,0 0 0 0 0,0 0 0 0 0,0 0 0 0 0,0 0 0 0 0,0 0 0 0 0,0 0 0 0 0,1-1 0 0 0,1-3 0 0 0,-2 4 0 0 0,2-4 0 0 0,0 0 0 0 0,0 0 0 0 0,-1 0 0 0 0,1 0 0 0 0,-1 0 0 0 0,0 0 0 0 0,0-1 0 0 0,0 1 0 0 0,0-1 0 0 0,-1 1 0 0 0,0-1 0 0 0,1-5 0 0 0,0-8 0 0 0,0-35 0 0 0,-2 22 0 0 0,1-16-561 0 0,-1 18-461 0 0,2 1-1 0 0,5-35 1 0 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15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26 14367 0 0,'0'0'1306'0'0,"1"0"-1077"0"0,14-10 11319 0 0,-20 9-10208 0 0,-2 2-1020 0 0,1 0 0 0 0,-1 1 0 0 0,1 0 0 0 0,0 0 0 0 0,0 0 1 0 0,-10 5-1 0 0,-34 22 347 0 0,38-21-529 0 0,-1 0-62 0 0,0 2-1 0 0,1-1 0 0 0,0 2 0 0 0,-12 14 0 0 0,20-17-64 0 0,5-7-13 0 0,-1 0 1 0 0,1 0-1 0 0,0-1 0 0 0,0 1 1 0 0,0 0-1 0 0,0 0 0 0 0,0 0 0 0 0,-1-1 1 0 0,1 1-1 0 0,0 0 0 0 0,1-1 1 0 0,-1 1-1 0 0,0-1 0 0 0,0 1 1 0 0,0-1-1 0 0,0 0 0 0 0,0 1 0 0 0,0-1 1 0 0,1 0-1 0 0,-1 0 0 0 0,2 0 1 0 0,27 2-53 0 0,-23-2 34 0 0,-1-1 0 0 0,0 0 0 0 0,0 0-1 0 0,0-1 1 0 0,10-4 0 0 0,36-20-93 0 0,-46 22 113 0 0,-5 3 57 0 0,7 5 123 0 0,-5-2-138 0 0,-1 0-1 0 0,1 0 1 0 0,-1 0 0 0 0,0 0 0 0 0,1 0-1 0 0,-1 1 1 0 0,0-1 0 0 0,0 1-1 0 0,1 3 1 0 0,15 27 59 0 0,-13-23-95 0 0,3 4 9 0 0,1-1 1 0 0,0 0-1 0 0,1 0 0 0 0,18 18 1 0 0,18 23 15 0 0,-41-48-31 0 0,6 10 0 0 0,17 30 0 0 0,-25-41 0 0 0,-1 1 0 0 0,0-1 0 0 0,0 1 0 0 0,0 0 0 0 0,-1 0 0 0 0,1-1 0 0 0,-2 1 0 0 0,1 0 0 0 0,0 0 0 0 0,-1 7 0 0 0,-1-9 0 0 0,0-1 0 0 0,1 1 0 0 0,-1-1 0 0 0,-1 1 0 0 0,1 0 0 0 0,0-1 0 0 0,-1 0 0 0 0,0 1 0 0 0,0-1 0 0 0,0 0 0 0 0,0 0 0 0 0,0 0 0 0 0,-1 0 0 0 0,1-1 0 0 0,-1 1 0 0 0,0 0 0 0 0,0-1 0 0 0,0 0 0 0 0,-5 3 0 0 0,-5 3 0 0 0,0-1 0 0 0,-1 0 0 0 0,-18 6 0 0 0,21-10-293 0 0,1 0 0 0 0,-1 0-1 0 0,0-1 1 0 0,1 0 0 0 0,-1 0 0 0 0,0-2 0 0 0,-16 1-1 0 0,23-2 106 0 0,0 1 0 0 0,-1-1 0 0 0,1 0 0 0 0,0 0-1 0 0,0 0 1 0 0,-1-1 0 0 0,1 1 0 0 0,0-1 0 0 0,-5-3-1 0 0,7 3 100 0 0,-1 1 1 0 0,1-1-1 0 0,0 0 0 0 0,0 0 0 0 0,0 0 0 0 0,0 0 0 0 0,1-1 1 0 0,-1 1-1 0 0,0 0 0 0 0,1-1 0 0 0,0 1 0 0 0,-1-1 0 0 0,1 0 0 0 0,0 1 1 0 0,-1-6-1 0 0,-1-11-1846 0 0</inkml:trace>
  <inkml:trace contextRef="#ctx0" brushRef="#br0" timeOffset="1">311 51 23983 0 0,'0'0'2173'0'0,"1"-1"-1789"0"0,21-5 1650 0 0,45-9 0 0 0,26 7-1386 0 0,-92 8-677 0 0,98-6-1561 0 0,-34-4-3695 0 0,-42 5-3708 0 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16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21711 0 0,'0'0'4428'0'0,"1"2"-3295"0"0,34 67 3100 0 0,-10-23-3476 0 0,-12-21-581 0 0,20 24-1 0 0,4 9-21 0 0,23 35-154 0 0,-53-86 0 0 0,1-3 0 0 0,1-4 0 0 0,-1-5 0 0 0,-5 3 0 0 0,-1 0 0 0 0,0 0 0 0 0,0-1 0 0 0,0 1 0 0 0,0-1 0 0 0,-1 1 0 0 0,1-1 0 0 0,-1 0 0 0 0,1 1 0 0 0,-1-1 0 0 0,1-5 0 0 0,8-36 0 0 0,-7 26 0 0 0,26-156-677 0 0,-14 85 273 0 0,-14 82 673 0 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16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348 82 21799 0 0,'0'0'995'0'0,"3"-8"331"0"0,-1 3-921 0 0,1-1-1 0 0,-1 0 1 0 0,-1 1-1 0 0,1-1 0 0 0,-1 0 1 0 0,1-9-1 0 0,-2 14 543 0 0,-6-16 1749 0 0,4 16-2617 0 0,-1 0 1 0 0,1 0 0 0 0,-1 0-1 0 0,1 0 1 0 0,-1 1 0 0 0,1-1-1 0 0,-1 1 1 0 0,1-1-1 0 0,-1 1 1 0 0,0 0 0 0 0,1 0-1 0 0,-1 0 1 0 0,1 1 0 0 0,-1-1-1 0 0,0 0 1 0 0,1 1 0 0 0,-1 0-1 0 0,1 0 1 0 0,0 0 0 0 0,-1 0-1 0 0,1 0 1 0 0,-3 2-1 0 0,-2 0-38 0 0,0 1 0 0 0,1 0 0 0 0,-1 0 0 0 0,1 1-1 0 0,0 0 1 0 0,-9 10 0 0 0,10-9-38 0 0,1 0-1 0 0,0 0 1 0 0,0 1-1 0 0,0-1 1 0 0,1 1-1 0 0,0 0 1 0 0,1 0-1 0 0,-1 0 1 0 0,1 0-1 0 0,1 0 1 0 0,-1 0 0 0 0,1 1-1 0 0,1-1 1 0 0,-1 0-1 0 0,1 1 1 0 0,0-1-1 0 0,1 1 1 0 0,0-1-1 0 0,0 0 1 0 0,1 1-1 0 0,3 9 1 0 0,16 56-3 0 0,49 186 0 0 0,-64-241-5681 0 0</inkml:trace>
  <inkml:trace contextRef="#ctx0" brushRef="#br0" timeOffset="0.49">1 385 24159 0 0,'0'0'2188'0'0,"1"0"-1803"0"0,12-6 346 0 0,0 1-1 0 0,0 0 1 0 0,1 1-1 0 0,20-3 1 0 0,61-5 892 0 0,-22 4-1088 0 0,108-17-2799 0 0,-166 23 608 0 0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24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 11975 0 0,'1'-1'9723'0'0,"6"-4"-8670"0"0,-1 1 1 0 0,0 0 0 0 0,1 0-1 0 0,12-4 1 0 0,-7 3-474 0 0,1 1 0 0 0,14-2-1 0 0,80-8-1272 0 0,-101 14 687 0 0,15-1-2015 0 0,0 1 0 0 0,27 3 0 0 0,-33-2-3 0 0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24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15 9215 0 0,'-2'2'422'0'0,"0"0"-292"0"0,-1 1 10 0 0,-26 5 10494 0 0,42-7-5822 0 0,1 3-3466 0 0,15 0-797 0 0,56-10-38 0 0,-44 3-988 0 0,68-13-1776 0 0,-70 9 608 0 0,1 1-380 0 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24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0 7831 0 0,'0'2'17140'0'0,"-6"29"-14425"0"0,-14 106 1355 0 0,16-101-3977 0 0,2 66 1 0 0,2-95-164 0 0,1-1 0 0 0,-1 0 0 0 0,1 0 0 0 0,1 0 0 0 0,-1 1 1 0 0,4 8-1 0 0,-4-13-117 0 0,0-1 1 0 0,0 1-1 0 0,0 0 0 0 0,0-1 1 0 0,0 1-1 0 0,0-1 1 0 0,0 1-1 0 0,1-1 1 0 0,-1 0-1 0 0,0 1 0 0 0,1-1 1 0 0,-1 0-1 0 0,1 0 1 0 0,-1 0-1 0 0,1 0 1 0 0,0 0-1 0 0,-1-1 1 0 0,1 1-1 0 0,0 0 0 0 0,0-1 1 0 0,-1 1-1 0 0,1-1 1 0 0,0 0-1 0 0,0 1 1 0 0,0-1-1 0 0,2 0 0 0 0,8 0-1478 0 0</inkml:trace>
  <inkml:trace contextRef="#ctx0" brushRef="#br0" timeOffset="1">271 201 12895 0 0,'0'0'16020'0'0,"1"2"-15352"0"0,14 45-80 0 0,-14-45-857 0 0,0-1-19 0 0,4 5-139 0 0,-4-5 78 0 0,1 1-1 0 0,-1 0 0 0 0,1-1 1 0 0,0 1-1 0 0,-1-1 0 0 0,1 1 0 0 0,0-1 1 0 0,0 0-1 0 0,0 0 0 0 0,0 0 1 0 0,0 0-1 0 0,0 0 0 0 0,0 0 1 0 0,3 1-1 0 0,7-2-8473 0 0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25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80 4607 0 0,'4'-17'15259'0'0,"-3"17"-15135"0"0,-1 0 0 0 0,0-1 0 0 0,0 1 0 0 0,0-1 0 0 0,0 1 0 0 0,-1 0 1 0 0,1-1-1 0 0,0 1 0 0 0,0 0 0 0 0,0-1 0 0 0,0 1 0 0 0,0-1 0 0 0,0 1 0 0 0,0 0 0 0 0,-1-1 0 0 0,1 1 1 0 0,0 0-1 0 0,0 0 0 0 0,-1-1 0 0 0,1 1 0 0 0,0 0 0 0 0,0-1 0 0 0,-1 1 0 0 0,1 0 0 0 0,0 0 1 0 0,-1-1-1 0 0,1 1 0 0 0,0 0 0 0 0,-1 0 0 0 0,1 0 0 0 0,0 0 0 0 0,-1 0 0 0 0,1-1 0 0 0,0 1 0 0 0,-1 0 1 0 0,1 0-1 0 0,-1 0 0 0 0,1 0 0 0 0,0 0 0 0 0,-1 0 0 0 0,1 0 0 0 0,0 0 0 0 0,-1 0 0 0 0,1 0 0 0 0,-1 0 1 0 0,1 1-1 0 0,0-1 0 0 0,-1 0 0 0 0,1 0 0 0 0,-20 15 2292 0 0,-42 47 165 0 0,53-52-2345 0 0,0 1 0 0 0,1 0 0 0 0,0 1 0 0 0,-7 16 0 0 0,12-23-210 0 0,1 0 0 0 0,0 0 0 0 0,1 0 0 0 0,-1 1 0 0 0,1-1-1 0 0,0 1 1 0 0,0 10 0 0 0,3-6-26 0 0,0-7 1 0 0,-1 0 0 0 0,1 0 0 0 0,0 0 0 0 0,0 0 1 0 0,0 0-1 0 0,1-1 0 0 0,-1 1 0 0 0,0-1 0 0 0,1 0 0 0 0,0 1 0 0 0,-1-1 0 0 0,1 0 0 0 0,4 1 1 0 0,-1 0-20 0 0,-1-1 1 0 0,1 1-1 0 0,0-2 1 0 0,0 1-1 0 0,0-1 1 0 0,12 2 0 0 0,-4-3-82 0 0,0 1 1 0 0,1-2 0 0 0,-1 0 0 0 0,0-1-1 0 0,24-6 1 0 0,-30 5 65 0 0,0 0 0 0 0,0 0 0 0 0,-1 0-1 0 0,0-1 1 0 0,1 0 0 0 0,-1-1 0 0 0,-1 1 0 0 0,1-1 0 0 0,-1 0-1 0 0,0-1 1 0 0,0 0 0 0 0,0 0 0 0 0,6-10 0 0 0,-9 13 26 0 0,-1 0 1 0 0,0-1 0 0 0,0 1 0 0 0,0-1 0 0 0,-1 1-1 0 0,1-1 1 0 0,-1 0 0 0 0,0 0 0 0 0,0 1 0 0 0,0-1-1 0 0,-1 0 1 0 0,1 0 0 0 0,-1 0 0 0 0,0 0 0 0 0,0 0-1 0 0,0 0 1 0 0,-1 0 0 0 0,1 0 0 0 0,-1 1-1 0 0,0-1 1 0 0,0 0 0 0 0,0 0 0 0 0,-1 1 0 0 0,1-1-1 0 0,-1 0 1 0 0,0 1 0 0 0,0 0 0 0 0,0-1 0 0 0,-5-5-1 0 0,-1 1-100 0 0,1-1 0 0 0,-1 2 0 0 0,0-1-1 0 0,-1 1 1 0 0,0 0 0 0 0,0 1 0 0 0,0 0-1 0 0,-1 0 1 0 0,0 1 0 0 0,0 0 0 0 0,0 1 0 0 0,0 0-1 0 0,-14-3 1 0 0,12 4-292 0 0,-17-2-3043 0 0</inkml:trace>
  <inkml:trace contextRef="#ctx0" brushRef="#br0" timeOffset="1">497 0 12439 0 0,'1'2'13745'0'0,"2"3"-13162"0"0,0 1-1 0 0,-1-1 1 0 0,1 1-1 0 0,-1 0 1 0 0,0 0-1 0 0,-1 0 1 0 0,2 7-1 0 0,4 50 367 0 0,-2-11-507 0 0,-1-24-396 0 0,-1-10-118 0 0,0 1-1 0 0,1-1 1 0 0,7 21-1 0 0,-10-37-55 0 0,10-3-4363 0 0,-8-2 3797 0 0,1 1-1 0 0,-1-1 0 0 0,0 1 1 0 0,0-1-1 0 0,0 0 0 0 0,-1 0 1 0 0,1-1-1 0 0,-1 1 1 0 0,0 0-1 0 0,0-1 0 0 0,2-3 1 0 0,1-6-6456 0 0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25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8751 0 0,'6'-9'936'0'0,"7"-4"8551"0"0,-1 9-3467 0 0,-11 4-5788 0 0,0 0 0 0 0,0 0 1 0 0,0 0-1 0 0,0 0 1 0 0,0 0-1 0 0,0 1 0 0 0,0-1 1 0 0,0 0-1 0 0,0 1 0 0 0,0-1 1 0 0,0 1-1 0 0,0-1 1 0 0,0 1-1 0 0,0-1 0 0 0,0 1 1 0 0,-1 0-1 0 0,1-1 0 0 0,0 1 1 0 0,1 1-1 0 0,0 1-154 0 0,1 1 1 0 0,-1 0-1 0 0,0-1 0 0 0,1 1 0 0 0,-2 0 0 0 0,1 1 0 0 0,0-1 1 0 0,-1 0-1 0 0,1 5 0 0 0,2 13 217 0 0,-2 1 1 0 0,0 29-1 0 0,-1-28-295 0 0,5 42-1 0 0,-4-60-137 0 0,-1 0-1 0 0,1 1 1 0 0,1-1 0 0 0,-1-1-1 0 0,6 11 1 0 0,-7-14-157 0 0,-1-2 239 0 0,0 0 1 0 0,0 0-1 0 0,0 0 0 0 0,1 1 0 0 0,-1-1 0 0 0,0 0 1 0 0,0 0-1 0 0,0 1 0 0 0,0-1 0 0 0,0 0 1 0 0,0 0-1 0 0,0 0 0 0 0,1 1 0 0 0,-1-1 1 0 0,0 0-1 0 0,0 0 0 0 0,0 0 0 0 0,1 0 1 0 0,-1 1-1 0 0,0-1 0 0 0,0 0 0 0 0,0 0 1 0 0,1 0-1 0 0,-1 0 0 0 0,0 0 0 0 0,0 0 1 0 0,1 0-1 0 0,-1 0 0 0 0,0 0 0 0 0,0 0 0 0 0,1 0 1 0 0,-1 0-1 0 0,0 0 0 0 0,10-3-2846 0 0,7-10-6024 0 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26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17135 0 0,'0'0'1551'0'0,"1"-1"-1276"0"0,1-1-547 0 0,0 0 680 0 0,0 0 1 0 0,0 1-1 0 0,0-1 0 0 0,1 0 1 0 0,-1 1-1 0 0,0 0 0 0 0,1-1 0 0 0,-1 1 1 0 0,1 0-1 0 0,-1 0 0 0 0,1 1 1 0 0,-1-1-1 0 0,1 1 0 0 0,5-1 1 0 0,-7 1-211 0 0,1 1 1 0 0,-1 0 0 0 0,1 0-1 0 0,-1 0 1 0 0,1 0-1 0 0,-1 0 1 0 0,0 1-1 0 0,1-1 1 0 0,-1 0 0 0 0,0 1-1 0 0,0-1 1 0 0,0 1-1 0 0,0-1 1 0 0,-1 1 0 0 0,1-1-1 0 0,1 3 1 0 0,1 4 183 0 0,1 0 0 0 0,-2 1 0 0 0,1-1-1 0 0,-1 1 1 0 0,0 0 0 0 0,1 11 0 0 0,-1 56 633 0 0,-1-8-783 0 0,1-48-214 0 0,-2-9-113 0 0,1 1 0 0 0,1 0 0 0 0,0-1 0 0 0,5 19-1 0 0,-6-29-221 0 0,18 2-5858 0 0,-10-4 3630 0 0</inkml:trace>
  <inkml:trace contextRef="#ctx0" brushRef="#br0" timeOffset="1">395 135 3223 0 0,'0'0'26220'0'0,"1"0"-25301"0"0,27 2 648 0 0,-18-1-1391 0 0,0-1-1 0 0,-1 0 1 0 0,16-2-1 0 0,41-4-102 0 0,-42 5-42 0 0,38-7 1 0 0,-52 6-32 0 0,0 0 0 0 0,13 0 0 0 0,13 0 0 0 0,-29 1-35 0 0,-6 1-141 0 0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38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253 131 6447 0 0,'0'0'298'0'0,"-2"-2"-10"0"0,-6-19-1235 0 0,2-4 5024 0 0,3 13 1770 0 0,-7-22 0 0 0,9 32-5428 0 0,0-1 0 0 0,-1 1 0 0 0,1-1 0 0 0,-1 1 0 0 0,1-1 0 0 0,-1 1 0 0 0,0 0 1 0 0,0-1-1 0 0,1 1 0 0 0,-2 0 0 0 0,1 1 0 0 0,0-1 0 0 0,-3-2 0 0 0,4 4-315 0 0,-1-1-1 0 0,1 0 0 0 0,-1 1 0 0 0,1 0 1 0 0,-1-1-1 0 0,0 1 0 0 0,1 0 0 0 0,-1 0 1 0 0,1 0-1 0 0,-1 0 0 0 0,0 0 1 0 0,1 0-1 0 0,-1 0 0 0 0,1 0 0 0 0,-1 1 1 0 0,0-1-1 0 0,1 1 0 0 0,-1-1 0 0 0,1 1 1 0 0,-1 0-1 0 0,1-1 0 0 0,0 1 0 0 0,-3 1 1 0 0,-3 3 94 0 0,0 1 1 0 0,1-1 0 0 0,-8 8-1 0 0,8-6-61 0 0,-9 7 35 0 0,1 1 1 0 0,1 0 0 0 0,1 1-1 0 0,-15 24 1 0 0,22-31-143 0 0,0 0 1 0 0,0 1-1 0 0,1 0 0 0 0,0 0 1 0 0,1 0-1 0 0,0 0 0 0 0,0 1 1 0 0,1-1-1 0 0,-1 22 0 0 0,3-27-29 0 0,0-1 0 0 0,1 1-1 0 0,-1 0 1 0 0,1-1-1 0 0,0 1 1 0 0,0-1 0 0 0,1 0-1 0 0,-1 1 1 0 0,1-1-1 0 0,0 0 1 0 0,0 0 0 0 0,1 0-1 0 0,-1 0 1 0 0,1 0-1 0 0,0-1 1 0 0,0 1 0 0 0,0-1-1 0 0,4 4 1 0 0,-3-4-1 0 0,1 1 0 0 0,-1-2 0 0 0,1 1 0 0 0,0 0 0 0 0,-1-1 0 0 0,1 0 0 0 0,0 0-1 0 0,1 0 1 0 0,-1-1 0 0 0,0 1 0 0 0,0-1 0 0 0,1 0 0 0 0,-1-1 0 0 0,1 0 0 0 0,5 0 0 0 0,1 0-32 0 0,-1-1 0 0 0,1-1 0 0 0,0 0 0 0 0,-1-1 0 0 0,1 0-1 0 0,20-9 1 0 0,-25 9 6 0 0,0-1 0 0 0,0 0-1 0 0,-1 0 1 0 0,1 0-1 0 0,-1-1 1 0 0,0 0 0 0 0,0 0-1 0 0,-1-1 1 0 0,1 0-1 0 0,-1 0 1 0 0,6-9 0 0 0,-9 10 22 0 0,0 0 1 0 0,0 1-1 0 0,0-1 1 0 0,0 0-1 0 0,-1 0 1 0 0,0 0-1 0 0,0 0 1 0 0,-1-1-1 0 0,1 1 1 0 0,-1 0-1 0 0,0 0 1 0 0,0 0-1 0 0,-1-1 1 0 0,1 1-1 0 0,-1 0 1 0 0,-1 0-1 0 0,-1-7 1 0 0,-4-8-153 0 0,-1-1 0 0 0,-19-32 0 0 0,25 49 84 0 0,-23-37-1401 0 0,23 38 928 0 0,0 0 1 0 0,-1 1-1 0 0,1-1 0 0 0,-1 0 1 0 0,0 1-1 0 0,1-1 1 0 0,-1 1-1 0 0,-1 0 0 0 0,1 0 1 0 0,-3-2-1 0 0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39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12439 0 0,'0'0'17829'0'0,"-5"9"-16726"0"0,5-7-1159 0 0,0-1 0 0 0,0 1 1 0 0,0-1-1 0 0,0 1 0 0 0,0-1 0 0 0,0 1 0 0 0,0-1 1 0 0,0 1-1 0 0,1-1 0 0 0,-1 1 0 0 0,1-1 0 0 0,-1 1 1 0 0,1-1-1 0 0,-1 0 0 0 0,1 1 0 0 0,0-1 1 0 0,0 0-1 0 0,0 0 0 0 0,-1 1 0 0 0,1-1 0 0 0,0 0 1 0 0,1 0-1 0 0,-1 0 0 0 0,1 1 0 0 0,1-1-370 0 0,-1 1 0 0 0,0-1 0 0 0,1 0-1 0 0,-1 0 1 0 0,1 0 0 0 0,-1 0 0 0 0,1 0 0 0 0,-1-1 0 0 0,1 1-1 0 0,0-1 1 0 0,-1 1 0 0 0,1-1 0 0 0,4 0 0 0 0,6-2-1745 0 0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39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78 10591 0 0,'0'0'819'0'0,"3"-8"4185"0"0,-3 7-4492 0 0,1 0 0 0 0,-1 0 0 0 0,0 0 0 0 0,0 0 0 0 0,0 0 0 0 0,0 0 0 0 0,0 0 0 0 0,-1 0 0 0 0,1 1 0 0 0,0-1 0 0 0,0 0 0 0 0,-1 0 0 0 0,1 0 0 0 0,0 0 0 0 0,-1 0 0 0 0,1 0 0 0 0,-1 0 0 0 0,1 1 1 0 0,-2-2-1 0 0,1 1-201 0 0,0-1 0 0 0,-1 1 1 0 0,1 0-1 0 0,0 0 0 0 0,-1 0 1 0 0,1 0-1 0 0,-1 0 0 0 0,0 0 1 0 0,-3-1-1 0 0,3 1-241 0 0,-1 0 0 0 0,0 1 0 0 0,1-1 0 0 0,-1 0 0 0 0,0 1 0 0 0,0 0 0 0 0,0 0-1 0 0,0 0 1 0 0,1 0 0 0 0,-1 0 0 0 0,0 0 0 0 0,0 1 0 0 0,-5 1 0 0 0,-5 5 96 0 0,0 0-1 0 0,1 1 1 0 0,0 1-1 0 0,0 0 1 0 0,0 1-1 0 0,1 0 1 0 0,-11 14-1 0 0,-8 5 43 0 0,23-22-174 0 0,0 1 1 0 0,1 0-1 0 0,0 0 0 0 0,0 1 0 0 0,0-1 1 0 0,1 1-1 0 0,-7 18 0 0 0,10-23-19 0 0,1 0 0 0 0,0 1 0 0 0,0-1 0 0 0,0 0 0 0 0,1 0-1 0 0,-1 1 1 0 0,1-1 0 0 0,0 0 0 0 0,1 7 0 0 0,0-8-11 0 0,-1-1-1 0 0,1 1 1 0 0,0-1-1 0 0,0 0 1 0 0,0 1 0 0 0,0-1-1 0 0,0 0 1 0 0,0 0 0 0 0,1 1-1 0 0,-1-1 1 0 0,1 0-1 0 0,-1 0 1 0 0,1-1 0 0 0,0 1-1 0 0,0 0 1 0 0,0-1-1 0 0,3 3 1 0 0,1-1-12 0 0,0 0 0 0 0,0 0 1 0 0,1 0-1 0 0,0-1 0 0 0,-1 0 0 0 0,1 0 0 0 0,0 0 1 0 0,0-1-1 0 0,0 0 0 0 0,0-1 0 0 0,0 1 0 0 0,0-1 1 0 0,0-1-1 0 0,0 1 0 0 0,0-1 0 0 0,8-3 0 0 0,3 0-17 0 0,-1-1-1 0 0,1-1 1 0 0,-1-1 0 0 0,-1 0-1 0 0,17-10 1 0 0,-28 14 13 0 0,0 0 1 0 0,0-1-1 0 0,0 0 1 0 0,-1 1 0 0 0,1-2-1 0 0,-1 1 1 0 0,0 0-1 0 0,-1-1 1 0 0,1 0 0 0 0,-1 0-1 0 0,0 0 1 0 0,0 0 0 0 0,0 0-1 0 0,-1 0 1 0 0,1-1-1 0 0,-1 0 1 0 0,-1 1 0 0 0,2-7-1 0 0,-2 5-11 0 0,0 0 1 0 0,0 1-1 0 0,-1-1 1 0 0,0 0-1 0 0,-1 1 0 0 0,1-1 1 0 0,-1 0-1 0 0,0 1 0 0 0,-1-1 1 0 0,0 1-1 0 0,0 0 1 0 0,0-1-1 0 0,-1 1 0 0 0,1 0 1 0 0,-7-10-1 0 0,1 5-276 0 0,-1 0 0 0 0,-18-20 1 0 0,23 28-23 0 0,1-1 0 0 0,-1 1 0 0 0,0 0 0 0 0,-1 0 0 0 0,1 0 1 0 0,-1 0-1 0 0,1 1 0 0 0,-1 0 0 0 0,0 0 0 0 0,1 0 0 0 0,-8-1 0 0 0,11 2 108 0 0,0 1-1 0 0,0 0 0 0 0,0 0 0 0 0,0 0 1 0 0,0 0-1 0 0,0 0 0 0 0,0 0 0 0 0,0 1 1 0 0,0-1-1 0 0,0 0 0 0 0,0 0 0 0 0,0 1 1 0 0,0-1-1 0 0,0 1 0 0 0,-1 0 0 0 0,-5 5-1683 0 0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40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20 2303 0 0,'16'-12'23515'0'0,"-17"15"-22155"0"0,-62 97 2844 0 0,55-86-4131 0 0,-4 8 317 0 0,-16 39 0 0 0,26-55-342 0 0,-1 2 0 0 0,2-1 1 0 0,-1 0-1 0 0,1 0 1 0 0,0 1-1 0 0,0-1 0 0 0,1 0 1 0 0,0 1-1 0 0,0-1 1 0 0,2 9-1 0 0,2-1-48 0 0,-1-11 0 0 0,0-3 0 0 0,-1 2-5 0 0,0-1-1 0 0,1 1 1 0 0,-1-1 0 0 0,1 0-1 0 0,-1 0 1 0 0,1 0-1 0 0,0 0 1 0 0,0 0 0 0 0,0-1-1 0 0,0 0 1 0 0,0 1 0 0 0,0-1-1 0 0,1 0 1 0 0,3 1 0 0 0,-2-2-18 0 0,1 1 1 0 0,0-1-1 0 0,-1 0 1 0 0,1 0-1 0 0,0 0 1 0 0,0-1-1 0 0,9-2 1 0 0,-2 0-19 0 0,0-2 1 0 0,-1 0-1 0 0,1 0 1 0 0,-1-1-1 0 0,0 0 1 0 0,14-11-1 0 0,-20 12 31 0 0,0 1 0 0 0,0-1 1 0 0,-1 0-1 0 0,0-1 0 0 0,0 1 0 0 0,0-1 0 0 0,-1 0 1 0 0,0 0-1 0 0,0-1 0 0 0,-1 1 0 0 0,1-1 0 0 0,3-12 0 0 0,-5 13 5 0 0,0 0 0 0 0,-1 0-1 0 0,0 0 1 0 0,0 0 0 0 0,-1 0-1 0 0,0 0 1 0 0,0 0 0 0 0,0 0-1 0 0,-1 0 1 0 0,0 0-1 0 0,0 0 1 0 0,0 1 0 0 0,-1-1-1 0 0,0 0 1 0 0,0 0 0 0 0,-4-7-1 0 0,1 6-27 0 0,-1-1 0 0 0,0 1 0 0 0,0 0 0 0 0,-1 0 0 0 0,0 0 0 0 0,0 1-1 0 0,-1 0 1 0 0,0 1 0 0 0,0 0 0 0 0,0 0 0 0 0,0 1 0 0 0,-13-6 0 0 0,-21 0-383 0 0,24 6 44 0 0,16 3 57 0 0,-6 2-727 0 0,13 8-6331 0 0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40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5983 0 0,'0'0'464'0'0,"2"-1"-305"0"0,9-5-88 0 0,17-7 8799 0 0,-27 12-8530 0 0,0 1 0 0 0,0 0-1 0 0,0 0 1 0 0,0 0 0 0 0,0 0-1 0 0,0 0 1 0 0,0 0 0 0 0,0 0-1 0 0,0 1 1 0 0,0-1 0 0 0,-1 0-1 0 0,1 0 1 0 0,0 1 0 0 0,0-1-1 0 0,0 1 1 0 0,0-1 0 0 0,0 1 0 0 0,-1-1-1 0 0,1 1 1 0 0,0-1 0 0 0,0 1-1 0 0,-1 0 1 0 0,1-1 0 0 0,0 1-1 0 0,-1 0 1 0 0,1-1 0 0 0,-1 1-1 0 0,1 0 1 0 0,-1 0 0 0 0,1 1-1 0 0,13 27 2670 0 0,-6 0-2021 0 0,0 0-1 0 0,2 33 1 0 0,2 5-649 0 0,-4-26-281 0 0,-6-25-277 0 0,1-1 0 0 0,1 0 0 0 0,0 0 0 0 0,11 24 0 0 0,-15-38 6 0 0,1 1-1 0 0,0-1 1 0 0,0 0 0 0 0,0 0 0 0 0,0 0-1 0 0,0 0 1 0 0,0-1 0 0 0,0 1-1 0 0,0 0 1 0 0,0 0 0 0 0,1-1 0 0 0,-1 1-1 0 0,0 0 1 0 0,1-1 0 0 0,-1 1-1 0 0,0-1 1 0 0,1 0 0 0 0,-1 1 0 0 0,0-1-1 0 0,1 0 1 0 0,-1 0 0 0 0,0 0-1 0 0,1 0 1 0 0,-1 0 0 0 0,1 0-1 0 0,-1 0 1 0 0,0-1 0 0 0,1 1 0 0 0,-1 0-1 0 0,0-1 1 0 0,1 1 0 0 0,0-2-1 0 0,8-2-2515 0 0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41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86 6911 0 0,'-1'2'17195'0'0,"-3"9"-15330"0"0,-1-1 1 0 0,-10 16-1 0 0,-1 4-772 0 0,10-19-1017 0 0,-41 92 1050 0 0,43-92-1030 0 0,0 1 1 0 0,1-1-1 0 0,0 1 0 0 0,1 0 0 0 0,0 0 1 0 0,1 1-1 0 0,0 12 0 0 0,2-21-97 0 0,-1-1-1 0 0,0 0 1 0 0,1 0 0 0 0,-1 0-1 0 0,1 0 1 0 0,0 0 0 0 0,0 0-1 0 0,0 0 1 0 0,1 0-1 0 0,-1-1 1 0 0,1 1 0 0 0,-1 0-1 0 0,1-1 1 0 0,0 1 0 0 0,0-1-1 0 0,3 3 1 0 0,-2-2-4 0 0,1-1 0 0 0,-1 1 1 0 0,1-1-1 0 0,0 0 0 0 0,0 0 0 0 0,0 0 0 0 0,0 0 0 0 0,0 0 1 0 0,0-1-1 0 0,7 1 0 0 0,-2 0-4 0 0,0-1 0 0 0,0-1 0 0 0,1 1 0 0 0,-1-1 0 0 0,0-1-1 0 0,0 0 1 0 0,1 0 0 0 0,-1-1 0 0 0,0 0 0 0 0,12-5 0 0 0,-6 1-36 0 0,-6 3 20 0 0,0-1 0 0 0,0 0 0 0 0,12-8 0 0 0,-17 10 19 0 0,-1-1 0 0 0,0 1 0 0 0,0-1 0 0 0,-1 0 0 0 0,1 0 0 0 0,-1 0 0 0 0,1 0 0 0 0,-1-1-1 0 0,0 1 1 0 0,0-1 0 0 0,0 1 0 0 0,1-5 0 0 0,0 0 1 0 0,0 0-1 0 0,-1 0 1 0 0,0-1 0 0 0,0 1-1 0 0,-1-1 1 0 0,0 1 0 0 0,0-1-1 0 0,-1-9 1 0 0,-1 12-16 0 0,1 1 1 0 0,-1-1-1 0 0,0 1 1 0 0,-1 0-1 0 0,1 0 1 0 0,-1 0 0 0 0,0-1-1 0 0,-1 1 1 0 0,1 1-1 0 0,-1-1 1 0 0,0 0-1 0 0,0 1 1 0 0,-7-9-1 0 0,2 6-77 0 0,1 1-1 0 0,-1 0 0 0 0,0 0 0 0 0,-1 1 0 0 0,1 0 0 0 0,-1 0 1 0 0,-16-5-1 0 0,-6-5-779 0 0,26 13 1900 0 0,-6-4-5978 0 0,11 6 4823 0 0,0-1 0 0 0,0 1 0 0 0,0 0 0 0 0,-1 0 0 0 0,1 0 1 0 0,0-1-1 0 0,0 1 0 0 0,0 0 0 0 0,0 0 0 0 0,0 0 0 0 0,0-1 0 0 0,0 1 1 0 0,0 0-1 0 0,0 0 0 0 0,0 0 0 0 0,0-1 0 0 0,0 1 0 0 0,0 0 1 0 0,0 0-1 0 0,0 0 0 0 0,0-1 0 0 0,0 1 0 0 0,0 0 0 0 0,1 0 0 0 0,-1 0 1 0 0,0 0-1 0 0,0-1 0 0 0,0 1 0 0 0,0 0 0 0 0,0 0 0 0 0,1-1-664 0 0,-1 1 664 0 0,0 0 0 0 0,1 0 1 0 0,-1 0-1 0 0,0 0 0 0 0,0 0 0 0 0,0 0 0 0 0,1-1 0 0 0,-1 1 1 0 0,0 0-1 0 0,0 0 0 0 0,0 0 0 0 0,1 0 0 0 0,-1 0 0 0 0,0 0 0 0 0,0 0 1 0 0,11-3-7154 0 0</inkml:trace>
  <inkml:trace contextRef="#ctx0" brushRef="#br0" timeOffset="1">530 0 2303 0 0,'2'0'24544'0'0,"7"3"-20481"0"0,-6-2-3992 0 0,-1 1 0 0 0,0-1 1 0 0,0 1-1 0 0,0 0 0 0 0,0 0 0 0 0,-1 0 1 0 0,1 0-1 0 0,0 0 0 0 0,-1 0 1 0 0,1 1-1 0 0,-1-1 0 0 0,0 0 1 0 0,0 1-1 0 0,0-1 0 0 0,0 1 0 0 0,0-1 1 0 0,-1 1-1 0 0,1 0 0 0 0,-1-1 1 0 0,1 1-1 0 0,-1 0 0 0 0,0-1 0 0 0,0 4 1 0 0,-1 3-53 0 0,0 0 0 0 0,0 0 0 0 0,-1 0 0 0 0,-1 0 0 0 0,-4 13 0 0 0,-3 2-10 0 0,-1 0 1 0 0,-15 23-1 0 0,12-23-7 0 0,-15 38 0 0 0,27-59-2 0 0,-2 14 0 0 0,5-8 0 0 0,0-7 0 0 0,0-1 0 0 0,1 1 0 0 0,-1-1 0 0 0,0 0 0 0 0,0 0 0 0 0,1 1 0 0 0,-1-1 0 0 0,1 0 0 0 0,-1 0 0 0 0,1 0 0 0 0,-1 0 0 0 0,1-1 0 0 0,0 1 0 0 0,-1 0 0 0 0,1-1 0 0 0,0 1 0 0 0,0-1 0 0 0,-1 1 0 0 0,4-1 0 0 0,38 3 0 0 0,-38-3 0 0 0,14-1 0 0 0,-1 0 0 0 0,1-2 0 0 0,-1 0 0 0 0,0 0 0 0 0,27-11 0 0 0,-25 9-599 0 0,-17 5 338 0 0,1-1-1 0 0,0 0 0 0 0,-1 0 1 0 0,1 0-1 0 0,-1 0 1 0 0,1-1-1 0 0,-1 1 0 0 0,1-1 1 0 0,-1 0-1 0 0,0 0 1 0 0,0 0-1 0 0,0 0 0 0 0,4-4 1 0 0,-2-2-1126 0 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41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17047 0 0,'1'1'4036'0'0,"7"29"2957"0"0,0 3-3724 0 0,7 67-1931 0 0,-11-56-1313 0 0,-2-20-15 0 0,0 0 0 0 0,2 0 0 0 0,0-1-1 0 0,2 1 1 0 0,8 23 0 0 0,-11-41-206 0 0,0 1 0 0 0,0-1 1 0 0,1 0-1 0 0,-1 0 0 0 0,9 9 0 0 0,1-12-4181 0 0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42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 15663 0 0,'1'0'8030'0'0,"6"-3"-5976"0"0,39-19 3165 0 0,2 4-3864 0 0,-39 16-1356 0 0,0-1-1 0 0,0 1 1 0 0,1 1 0 0 0,-1 0 0 0 0,1 0 0 0 0,-1 0 0 0 0,0 2 0 0 0,17 1 0 0 0,-14 0 12 0 0,-11-1-2 0 0,0-1 0 0 0,0 0 0 0 0,0 1-1 0 0,0-1 1 0 0,0 0 0 0 0,0 1 0 0 0,0-1 0 0 0,0 1 0 0 0,0 0 0 0 0,0-1 0 0 0,-1 1 0 0 0,1 0 0 0 0,0 0 0 0 0,0-1 0 0 0,0 1 0 0 0,-1 0 0 0 0,1 0 0 0 0,0 0 0 0 0,-1 0 0 0 0,1 0 0 0 0,-1 0 0 0 0,1 0-1 0 0,-1 0 1 0 0,0 0 0 0 0,1 0 0 0 0,-1 0 0 0 0,0 0 0 0 0,0 0 0 0 0,0 1 0 0 0,0-1 0 0 0,0 0 0 0 0,0 0 0 0 0,0 0 0 0 0,0 0 0 0 0,0 0 0 0 0,0 0 0 0 0,-1 0 0 0 0,1 1 0 0 0,0-1 0 0 0,-2 2-1 0 0,0 1 2 0 0,0 1-1 0 0,0 0 0 0 0,0 0 1 0 0,-1-1-1 0 0,0 1 0 0 0,0-1 1 0 0,-4 5-1 0 0,-46 39-4 0 0,36-33-5 0 0,1 0-1 0 0,0 0 1 0 0,-17 23 0 0 0,32-38 0 0 0,1 0 0 0 0,0 0 0 0 0,0 1 0 0 0,-1-1 0 0 0,1 0 0 0 0,0 0 0 0 0,0 1 0 0 0,-1-1 0 0 0,1 0 0 0 0,0 0 0 0 0,0 1 0 0 0,0-1 0 0 0,0 0 0 0 0,-1 1 0 0 0,1-1 0 0 0,0 0 0 0 0,0 1 0 0 0,0-1 0 0 0,0 0 0 0 0,0 1 0 0 0,0-1 0 0 0,0 0 0 0 0,0 1 0 0 0,0-1 0 0 0,0 0 0 0 0,0 1 0 0 0,0-1 0 0 0,0 0 0 0 0,0 1 0 0 0,0-1 0 0 0,0 0 0 0 0,1 1 0 0 0,-1-1 0 0 0,0 0 0 0 0,0 1 0 0 0,0-1 0 0 0,0 0 0 0 0,1 1 0 0 0,-1-1 0 0 0,0 0 0 0 0,0 0 0 0 0,1 1 0 0 0,-1-1 0 0 0,0 0 0 0 0,0 0 0 0 0,1 0 0 0 0,-1 1 0 0 0,0-1 0 0 0,1 0 0 0 0,0 0 0 0 0,1 2 0 0 0,0 0 0 0 0,1 0 0 0 0,-1 0 0 0 0,1-1 0 0 0,0 1 0 0 0,-1-1 0 0 0,1 0 0 0 0,0 0 0 0 0,0 0 0 0 0,0 0 0 0 0,4 0 0 0 0,3 0 0 0 0,-1 0 0 0 0,13-2 0 0 0,-14 1 0 0 0,-1 0 0 0 0,1 0 0 0 0,-1 1 0 0 0,15 2 0 0 0,17 6 0 0 0,-26-6 0 0 0,0 0 0 0 0,1 1 0 0 0,-1 0 0 0 0,20 10 0 0 0,-24-9 0 0 0,3 6 0 0 0,-10-7 0 0 0,-2-1 0 0 0,5 10 0 0 0,-7-8 0 0 0,1-4 0 0 0,0 4 0 0 0,0-1 0 0 0,-1 0 0 0 0,1 0 0 0 0,-1 0 0 0 0,0-1 0 0 0,0 1 0 0 0,0 0 0 0 0,-1-1 0 0 0,1 1 0 0 0,-1-1 0 0 0,0 0 0 0 0,0 0 0 0 0,-4 4 0 0 0,-5 1 0 0 0,1 0 0 0 0,-23 11 0 0 0,17-10 0 0 0,-49 21 0 0 0,43-20 0 0 0,18-8-131 0 0,-1 0 0 0 0,0 0-1 0 0,1-1 1 0 0,-1 0 0 0 0,0 0 0 0 0,0 0 0 0 0,0 0-1 0 0,0-1 1 0 0,-7 0 0 0 0,11-1-473 0 0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42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 13359 0 0,'0'0'1210'0'0,"1"-1"-996"0"0,5-2 469 0 0,13-8 7433 0 0,33-16-1 0 0,-18 16-7888 0 0,-19 8-111 0 0,-1 0-1 0 0,1 1 0 0 0,22-1 1 0 0,-28 3-72 0 0,-1 1 1 0 0,1-1 0 0 0,-1 2-1 0 0,0-1 1 0 0,1 1 0 0 0,-1 0-1 0 0,14 6 1 0 0,-21-8-45 0 0,1 1 1 0 0,-1 0-1 0 0,1 0 0 0 0,-1-1 0 0 0,0 1 1 0 0,1 0-1 0 0,-1 0 0 0 0,0 0 1 0 0,0 0-1 0 0,1 0 0 0 0,-1 1 0 0 0,0-1 1 0 0,0 0-1 0 0,0 1 0 0 0,-1-1 1 0 0,1 0-1 0 0,0 1 0 0 0,0-1 0 0 0,-1 1 1 0 0,1-1-1 0 0,-1 1 0 0 0,1-1 0 0 0,-1 1 1 0 0,0 0-1 0 0,1-1 0 0 0,-1 1 1 0 0,0 0-1 0 0,0-1 0 0 0,0 1 0 0 0,0-1 1 0 0,-1 1-1 0 0,1 0 0 0 0,-1 1 1 0 0,-1 5 1 0 0,-1 0 0 0 0,-1 0 0 0 0,1 0 0 0 0,-1-1 1 0 0,-6 9-1 0 0,2-2-1 0 0,-64 92-1 0 0,47-71 0 0 0,-26 44 0 0 0,49-75 0 0 0,1-3 0 0 0,0 0 0 0 0,1 0 0 0 0,-1 0 0 0 0,0 0 0 0 0,1 0 0 0 0,-1 1 0 0 0,1-1 0 0 0,0 0 0 0 0,-1 0 0 0 0,1 0 0 0 0,0 1 0 0 0,0-1 0 0 0,0 0 0 0 0,0 1 0 0 0,0-1 0 0 0,0 0 0 0 0,0 0 0 0 0,0 1 0 0 0,1 0 0 0 0,-1 0 0 0 0,0-1 0 0 0,0 0 0 0 0,0 0 0 0 0,1 1 0 0 0,-1-1 0 0 0,1 0 0 0 0,-1 0 0 0 0,1 0 0 0 0,-1 0 0 0 0,1 0 0 0 0,0 0 0 0 0,-1 0 0 0 0,1 0 0 0 0,0 0 0 0 0,0 0 0 0 0,0 0 0 0 0,-1 0 0 0 0,3 1 0 0 0,-1-1 0 0 0,1 1 0 0 0,-1-1 0 0 0,1 0 0 0 0,-1 0 0 0 0,1 0 0 0 0,0 0 0 0 0,4 1 0 0 0,4-1 0 0 0,0 0 0 0 0,-1 0 0 0 0,14-2 0 0 0,-22 1 0 0 0,43-4 0 0 0,73-16 0 0 0,-71 11 0 0 0,-36 7-687 0 0,0 1 0 0 0,20 0 0 0 0,22 5-5176 0 0,-41-3 4003 0 0,6 1-8020 0 0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42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1 520 5983 0 0,'0'0'542'0'0,"0"-2"-446"0"0,1-10 1118 0 0,5-1 5078 0 0,-4 11-5150 0 0,0 0 0 0 0,0 0 0 0 0,0 0 0 0 0,0 0 0 0 0,0 1 1 0 0,1-1-1 0 0,-1 1 0 0 0,5-2 0 0 0,8-4-749 0 0,1 1 0 0 0,0 1 1 0 0,0 1-1 0 0,17-3 0 0 0,68-6 181 0 0,-43 8-50 0 0,462-47 773 0 0,-326 33-1297 0 0,115-7 0 0 0,175-6 1 0 0,-194 11-14 0 0,700-36-172 0 0,-182 15 81 0 0,60-4 5 0 0,-150 10 259 0 0,-167 6-21 0 0,-59 2 5 0 0,-114 11 145 0 0,126-5 671 0 0,-359 25-806 0 0,-131-2-133 0 0,26-2 26 0 0,9 2-9 0 0,-32 2-450 0 0,-12 1-593 0 0,-6-4 854 0 0,1 1 1 0 0,-1 0-1 0 0,1-1 1 0 0,0 1-1 0 0,-1-1 1 0 0,1 1-1 0 0,-1-1 1 0 0,1 0 0 0 0,-1 1-1 0 0,1-1 1 0 0,-1 0-1 0 0,1 1 1 0 0,-1-1-1 0 0,0 0 1 0 0,0 1-1 0 0,-1 0-377 0 0,-8 7-996 0 0,-2-3-47 0 0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44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14855 0 0,'3'-13'13667'0'0,"-2"12"-13019"0"0,4 9 2181 0 0,2 24-4226 0 0,-7-30 2122 0 0,15 121 349 0 0,2 14-900 0 0,-11-110-184 0 0,-1-1-29 0 0,0 0 0 0 0,1 34 0 0 0,-6-58-82 0 0,11-1-4903 0 0,2-3 2896 0 0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44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0 9215 0 0,'0'0'707'0'0,"-1"2"-464"0"0,-3 7 1298 0 0,-3 16 15507 0 0,7-24-17044 0 0,1 0 1 0 0,-1-1-1 0 0,0 1 0 0 0,0 0 1 0 0,1 0-1 0 0,-1 0 1 0 0,1-1-1 0 0,-1 1 1 0 0,0 0-1 0 0,1 0 1 0 0,0-1-1 0 0,-1 1 0 0 0,1 0 1 0 0,-1-1-1 0 0,1 1 1 0 0,0 0-1 0 0,-1-1 1 0 0,1 1-1 0 0,0-1 0 0 0,0 0 1 0 0,-1 1-1 0 0,1-1 1 0 0,0 1-1 0 0,0-1 1 0 0,0 0-1 0 0,23 6-1355 0 0,-19-6 661 0 0,-1 1 1 0 0,1-1 0 0 0,0-1-1 0 0,8-1 1 0 0,2-2-1287 0 0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45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7 12895 0 0,'-8'-7'11511'0'0,"1"19"-8687"0"0,3-2-2235 0 0,0 0 1 0 0,0 0-1 0 0,1 0 0 0 0,1 0 1 0 0,0 1-1 0 0,-1 16 0 0 0,2-7-249 0 0,1 0 0 0 0,3 31 0 0 0,0-29-299 0 0,1 0 1 0 0,1 0-1 0 0,1-1 0 0 0,1 0 1 0 0,16 34-1 0 0,-17-43-28 0 0,1 0 0 0 0,0 0 0 0 0,0-1 0 0 0,1 0 0 0 0,1-1 1 0 0,0 0-1 0 0,0 0 0 0 0,1-1 0 0 0,0 0 0 0 0,19 12 0 0 0,-22-17-17 0 0,1 0 0 0 0,0 0 1 0 0,0-1-1 0 0,0 0 0 0 0,0-1 0 0 0,1 0 1 0 0,-1 0-1 0 0,0 0 0 0 0,1-1 0 0 0,-1-1 0 0 0,1 0 1 0 0,0 0-1 0 0,-1 0 0 0 0,1-1 0 0 0,-1 0 1 0 0,1-1-1 0 0,-1 0 0 0 0,0 0 0 0 0,0-1 0 0 0,0 0 1 0 0,0 0-1 0 0,0-1 0 0 0,-1 0 0 0 0,1-1 1 0 0,-1 1-1 0 0,0-1 0 0 0,0-1 0 0 0,-1 1 0 0 0,12-14 1 0 0,-10 10-62 0 0,0-2 1 0 0,-1 1 0 0 0,0-1-1 0 0,-1 0 1 0 0,8-19 0 0 0,-11 23 42 0 0,-1 1 0 0 0,0-1 0 0 0,0 0 0 0 0,-1-1-1 0 0,0 1 1 0 0,0 0 0 0 0,0 0 0 0 0,-1-1 0 0 0,0 1 0 0 0,-1 0 0 0 0,-1-9 0 0 0,-1 5-26 0 0,-3 3 36 0 0,4 7 17 0 0,0 0 0 0 0,0 0 0 0 0,0 0 0 0 0,0 0 0 0 0,0 0 0 0 0,0 1 0 0 0,0-1 0 0 0,-1 1 0 0 0,1-1 0 0 0,0 1 0 0 0,0 0 0 0 0,0 0 0 0 0,-1 0 0 0 0,1 0 0 0 0,0 1 0 0 0,0-1 0 0 0,0 0 0 0 0,-1 1 0 0 0,1 0 0 0 0,0-1 0 0 0,0 1 0 0 0,0 0 0 0 0,0 0 0 0 0,-2 2 0 0 0,-5 2 57 0 0,1 0 0 0 0,0 0-1 0 0,0 1 1 0 0,-9 9-1 0 0,5-3-21 0 0,2 0-1 0 0,0 0 0 0 0,0 1 0 0 0,1 1 0 0 0,1 0 0 0 0,0 0 1 0 0,-11 29-1 0 0,19-42-49 0 0,-1 0 0 0 0,1 0 0 0 0,0 1 0 0 0,0-1 0 0 0,0 0 0 0 0,0 1 0 0 0,0-1 0 0 0,0 0 0 0 0,0 1 0 0 0,1-1 0 0 0,-1 0 0 0 0,0 1 0 0 0,1-1 0 0 0,-1 0 0 0 0,1 0 0 0 0,0 2 0 0 0,-1-2-11 0 0,1 1-243 0 0,1-1-856 0 0,15 8-920 0 0,-15-9 1158 0 0,0 0 0 0 0,0 1 0 0 0,-1-1 0 0 0,1 0 0 0 0,0 0 0 0 0,0 0-1 0 0,0 0 1 0 0,0 0 0 0 0,2-2 0 0 0,11-2-7853 0 0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46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95 6911 0 0,'0'0'528'0'0,"9"-9"-332"0"0,-6 5 2400 0 0,0 2-1095 0 0,0-1 0 0 0,-1 0 0 0 0,1 0 0 0 0,-1-1-1 0 0,0 1 1 0 0,0 0 0 0 0,0-1 0 0 0,1-4 0 0 0,-2 7-1226 0 0,0-1 1 0 0,-1 0-1 0 0,0 1 1 0 0,1-1 0 0 0,-1 0-1 0 0,0 0 1 0 0,0 1 0 0 0,0-1-1 0 0,0 0 1 0 0,0 0 0 0 0,0 1-1 0 0,-1-1 1 0 0,1 0 0 0 0,-1 0-1 0 0,1 1 1 0 0,-1-1-1 0 0,1 0 1 0 0,-1 1 0 0 0,0-1-1 0 0,-1-1 1 0 0,0 2-199 0 0,1 0 1 0 0,-1-1-1 0 0,0 1 0 0 0,0 0 1 0 0,0 0-1 0 0,0 0 0 0 0,0 0 1 0 0,0 1-1 0 0,0-1 0 0 0,0 1 0 0 0,0-1 1 0 0,0 1-1 0 0,0 0 0 0 0,0-1 1 0 0,-1 1-1 0 0,1 0 0 0 0,-3 1 1 0 0,3-1-31 0 0,-3 0 31 0 0,-1 1 1 0 0,0 0 0 0 0,0 0 0 0 0,0 0-1 0 0,1 1 1 0 0,-1 0 0 0 0,1 0 0 0 0,-1 0-1 0 0,1 1 1 0 0,-7 4 0 0 0,-7 6 110 0 0,-24 20-1 0 0,17-12-62 0 0,13-12-85 0 0,1 1 1 0 0,1 0-1 0 0,0 1 0 0 0,0 0 1 0 0,-15 22-1 0 0,22-22-41 0 0,4-10-4 0 0,0 1 0 0 0,0-1 0 0 0,0 1 0 0 0,0-1 0 0 0,0 0 0 0 0,1 1 0 0 0,-1-1-1 0 0,0 1 1 0 0,1-1 0 0 0,-1 0 0 0 0,1 1 0 0 0,0-1 0 0 0,-1 0 0 0 0,1 0 0 0 0,0 0 0 0 0,0 1 0 0 0,0-1 0 0 0,1 1 0 0 0,9 6-67 0 0,-7-7 50 0 0,0 0 0 0 0,0-1 1 0 0,0 1-1 0 0,0-1 0 0 0,0 0 0 0 0,0 0 1 0 0,0 0-1 0 0,0 0 0 0 0,0-1 0 0 0,0 0 1 0 0,0 0-1 0 0,5-1 0 0 0,5-3-53 0 0,0-1 0 0 0,13-6 0 0 0,21-15-44 0 0,-32 17 60 0 0,1 1 0 0 0,0 1 0 0 0,0 0 0 0 0,23-6 0 0 0,-38 13 58 0 0,2-1 0 0 0,9 5 0 0 0,-11-2 19 0 0,1 0-1 0 0,-1 1 1 0 0,0-1-1 0 0,1 1 1 0 0,-1-1 0 0 0,0 1-1 0 0,0 0 1 0 0,0 0-1 0 0,0 0 1 0 0,0 0 0 0 0,0 0-1 0 0,-1 0 1 0 0,1 1-1 0 0,-1-1 1 0 0,1 0-1 0 0,-1 1 1 0 0,0-1 0 0 0,0 1-1 0 0,0 0 1 0 0,-1-1-1 0 0,2 5 1 0 0,0 6 114 0 0,0 0-1 0 0,0 1 1 0 0,-1 14 0 0 0,-1-19-106 0 0,1 47 158 0 0,-1-26-260 0 0,1 0 0 0 0,1 0 0 0 0,9 41 0 0 0,-11-70 21 0 0,0 0 0 0 0,0 0 0 0 0,1-1 0 0 0,-1 1 0 0 0,0 0 0 0 0,0 0 0 0 0,1-1 0 0 0,-1 1 0 0 0,0 0 0 0 0,1-1 0 0 0,-1 1 0 0 0,1 0 0 0 0,-1-1 0 0 0,1 1 0 0 0,-1-1 0 0 0,1 1-1 0 0,0-1 1 0 0,-1 1 0 0 0,1-1 0 0 0,-1 1 0 0 0,1-1 0 0 0,0 0 0 0 0,0 1 0 0 0,-1-1 0 0 0,1 0 0 0 0,0 0 0 0 0,0 1 0 0 0,-1-1 0 0 0,1 0 0 0 0,0 0 0 0 0,0 0 0 0 0,-1 0 0 0 0,2 0 0 0 0,12-3-2925 0 0,0-3-3718 0 0,0-2-2306 0 0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46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 14743 0 0,'1'-1'4166'0'0,"20"-19"2810"0"0,3 5-3476 0 0,-14 10-3201 0 0,0 0 0 0 0,1 1 0 0 0,-1 1 0 0 0,1 0 0 0 0,0 0 0 0 0,11-1 0 0 0,6-1-82 0 0,-18 3-180 0 0,-1 0 0 0 0,1 0-1 0 0,0 2 1 0 0,-1-1-1 0 0,20 2 1 0 0,-21 0 23 0 0,-6 0 15 0 0,2 9 74 0 0,-4-8-141 0 0,0 0-1 0 0,0-1 1 0 0,0 1-1 0 0,0 0 1 0 0,0-1-1 0 0,0 1 1 0 0,-1 0-1 0 0,1-1 1 0 0,-1 1-1 0 0,1-1 1 0 0,-1 1 0 0 0,0-1-1 0 0,0 1 1 0 0,1-1-1 0 0,-1 1 1 0 0,0-1-1 0 0,-2 2 1 0 0,2-2 0 0 0,-6 9 31 0 0,-1-2 0 0 0,0 1-1 0 0,-1-1 1 0 0,-11 8 0 0 0,9-7-21 0 0,0 1 0 0 0,-12 13 0 0 0,7-5 35 0 0,14-17-46 0 0,-1 1-3 0 0,-3 10-4 0 0,3 0 0 0 0,3-11 0 0 0,0 0 0 0 0,0 0 0 0 0,0 0 0 0 0,0-1 0 0 0,0 1 0 0 0,0 0 0 0 0,0 0 0 0 0,0 0 0 0 0,0-1 0 0 0,0 1 0 0 0,1 0 0 0 0,-1 0 0 0 0,0-1 0 0 0,1 2 0 0 0,0 1 0 0 0,3 1 0 0 0,17 5 0 0 0,-7-4 0 0 0,0-2 0 0 0,0 1 0 0 0,0-2 0 0 0,18 1 0 0 0,16 3 0 0 0,-43-5 0 0 0,8 1 0 0 0,1 1 0 0 0,-1 0 0 0 0,19 8 0 0 0,-29-10 0 0 0,1 1 0 0 0,0 0 0 0 0,-1 0 0 0 0,1 0 0 0 0,-1 0 0 0 0,0 1 0 0 0,0 0 0 0 0,0-1 0 0 0,0 1 0 0 0,0 0 0 0 0,0 0 0 0 0,-1 1 0 0 0,1-1 0 0 0,-1 0 0 0 0,0 1 0 0 0,2 4 0 0 0,-3-5 0 0 0,-1-1 0 0 0,1 1 0 0 0,-1 0 0 0 0,1 0 0 0 0,-1-1 0 0 0,0 1 0 0 0,0 0 0 0 0,0 0 0 0 0,0-1 0 0 0,-1 1 0 0 0,1 0 0 0 0,-1 0 0 0 0,0-1 0 0 0,1 1 0 0 0,-1 0 0 0 0,0-1 0 0 0,-1 1 0 0 0,1-1 0 0 0,0 0 0 0 0,-1 1 0 0 0,1-1 0 0 0,-1 0 0 0 0,0 0 0 0 0,-3 4 0 0 0,-3 2 0 0 0,-1 0 0 0 0,0-1 0 0 0,0 0 0 0 0,-17 10 0 0 0,17-12-48 0 0,0-1 1 0 0,-1 0-1 0 0,0 0 1 0 0,1-1-1 0 0,-1 0 1 0 0,0-1-1 0 0,-1 0 1 0 0,1 0-1 0 0,0-1 0 0 0,0-1 1 0 0,-1 0-1 0 0,1 0 1 0 0,0-1-1 0 0,-15-3 1 0 0,23 4-279 0 0,5-22-4240 0 0,6 9 2582 0 0,5-1-59 0 0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47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29 20879 0 0,'0'0'1892'0'0,"1"-1"-1557"0"0,-1 1-210 0 0,0-1 0 0 0,1 1 0 0 0,-1 0 1 0 0,1-1-1 0 0,-1 1 0 0 0,0-1 0 0 0,1 1 0 0 0,-1-1 1 0 0,0 1-1 0 0,0-1 0 0 0,1 1 0 0 0,-1-1 0 0 0,0 0 1 0 0,0 1-1 0 0,0-1 0 0 0,1 1 0 0 0,-1-1 0 0 0,0 1 1 0 0,0-1-1 0 0,0 0 0 0 0,0 1 0 0 0,0-1 0 0 0,0 1 1 0 0,-1-1-1 0 0,1 1 0 0 0,0-1 0 0 0,0 0 0 0 0,0 1 1 0 0,0-1-1 0 0,-1 1 0 0 0,1-1 0 0 0,0 1 0 0 0,0-1 1 0 0,-1 1-1 0 0,1-1 0 0 0,0 1 0 0 0,-1-1 0 0 0,1 1 1 0 0,-1 0-1 0 0,1-1 0 0 0,-1 1 0 0 0,1-1 0 0 0,-1 1 1 0 0,1 0-1 0 0,-1 0 0 0 0,1-1 0 0 0,-1 1 0 0 0,0 0 1 0 0,-2-1 43 0 0,1 0 0 0 0,-1 0 0 0 0,1 1 0 0 0,-1-1-1 0 0,0 1 1 0 0,1-1 0 0 0,-4 1 0 0 0,-3 1 30 0 0,0 1 0 0 0,0 0 0 0 0,0 0 0 0 0,1 1 0 0 0,-13 6 0 0 0,-40 22 219 0 0,47-22-390 0 0,0 0-1 0 0,1 0 0 0 0,0 1 0 0 0,-23 24 0 0 0,35-33-113 0 0,3 0 8 0 0,1 2 68 0 0,1 0 0 0 0,0-1 0 0 0,0 1 0 0 0,0-1 0 0 0,0 0 0 0 0,0-1 0 0 0,0 1 0 0 0,1-1 0 0 0,-1 1 0 0 0,0-1 0 0 0,1 0 0 0 0,-1-1 0 0 0,1 1 0 0 0,-1-1 0 0 0,9 0 0 0 0,4-2-79 0 0,1-1 0 0 0,32-8 0 0 0,-36 7 59 0 0,-1 0 0 0 0,1 2-1 0 0,0-1 1 0 0,0 2-1 0 0,19-1 1 0 0,-31 3 55 0 0,0-1-1 0 0,1 1 1 0 0,-1 0 0 0 0,0-1 0 0 0,0 1-1 0 0,0 0 1 0 0,0 0 0 0 0,0 0-1 0 0,-1 0 1 0 0,1 1 0 0 0,0-1-1 0 0,0 0 1 0 0,-1 1 0 0 0,1-1 0 0 0,-1 1-1 0 0,1 0 1 0 0,-1-1 0 0 0,0 1-1 0 0,0 0 1 0 0,1 0 0 0 0,0 3-1 0 0,2 5 126 0 0,0 0-1 0 0,0 0 0 0 0,2 12 1 0 0,-6-22-150 0 0,10 50 20 0 0,-3 0-1 0 0,3 98 1 0 0,-7-79-20 0 0,-3-60 14 0 0,2 15-100 0 0,-2-22-287 0 0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47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80 23871 0 0,'0'0'3221'0'0,"2"0"-2537"0"0,10-1 377 0 0,0 0 0 0 0,21-6-1 0 0,5-1-63 0 0,133-26-547 0 0,-100 14-9781 0 0,-45 12-592 0 0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48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14 19807 0 0,'0'0'910'0'0,"-1"0"-24"0"0,-5-5-566 0 0,4 4-103 0 0,1 0 0 0 0,0 1 0 0 0,-1-1 0 0 0,1 0 0 0 0,0 0 0 0 0,-1 1 1 0 0,1-1-1 0 0,-1 0 0 0 0,1 1 0 0 0,-1 0 0 0 0,1-1 0 0 0,-1 1 0 0 0,1 0 0 0 0,-1 0 0 0 0,1 0 0 0 0,-1 0 0 0 0,1 0 0 0 0,-1 0 0 0 0,0 0 0 0 0,-1 1 0 0 0,0 0 66 0 0,-1 0-1 0 0,1 1 1 0 0,0-1-1 0 0,0 1 0 0 0,0 0 1 0 0,-3 2-1 0 0,1-1 203 0 0,-8 8 35 0 0,0 0 0 0 0,0 1 0 0 0,1 1 0 0 0,-11 14 0 0 0,10-12-180 0 0,-6 7-170 0 0,1 0 1 0 0,-20 33-1 0 0,34-47-141 0 0,-1 0-1 0 0,2-1 1 0 0,-1 1 0 0 0,1 1-1 0 0,0-1 1 0 0,0 0 0 0 0,1 1 0 0 0,1 0-1 0 0,-1-1 1 0 0,1 1 0 0 0,1 0-1 0 0,0 9 1 0 0,0-15-29 0 0,0 0 0 0 0,1 1 0 0 0,0-1 0 0 0,-1 0 0 0 0,1 0 0 0 0,0 0 0 0 0,1 0 0 0 0,-1 0 0 0 0,1 0 0 0 0,-1 0 0 0 0,1 0 0 0 0,0-1 0 0 0,0 1 0 0 0,4 4 0 0 0,-3-4 0 0 0,1 0 0 0 0,0 0 0 0 0,0-1 0 0 0,0 1 0 0 0,0-1 0 0 0,1 0 0 0 0,-1 0 0 0 0,10 3 0 0 0,3-1 0 0 0,0-1 0 0 0,0-1 0 0 0,0 0 0 0 0,26-1 0 0 0,-23-3-7 0 0,1 1 1 0 0,-1-2-1 0 0,0-1 0 0 0,0-1 1 0 0,0 0-1 0 0,-1-1 0 0 0,0-1 1 0 0,34-18-1 0 0,-48 22 0 0 0,0 0 0 0 0,1-1-1 0 0,-2 1 1 0 0,1-1 0 0 0,0 0 0 0 0,-1 0-1 0 0,0-1 1 0 0,7-7 0 0 0,-9 8 5 0 0,0 1 1 0 0,0-1 0 0 0,0 0-1 0 0,-1 0 1 0 0,0 0 0 0 0,1 0-1 0 0,-1 0 1 0 0,-1 0 0 0 0,1 0-1 0 0,0 0 1 0 0,-1-1 0 0 0,0 1-1 0 0,-1-7 1 0 0,0 3-11 0 0,0 0 0 0 0,0 1 0 0 0,-1-1 0 0 0,0 1 0 0 0,-1 0 0 0 0,0 0 1 0 0,0-1-1 0 0,0 2 0 0 0,-1-1 0 0 0,0 0 0 0 0,0 1 0 0 0,-1 0 0 0 0,0 0 0 0 0,0 0 0 0 0,0 0 0 0 0,-8-5 0 0 0,-3-3-392 0 0,-34-23 0 0 0,45 33 51 0 0,-1 1 0 0 0,0 0 1 0 0,0 0-1 0 0,0 0 0 0 0,0 1 0 0 0,0 0 0 0 0,-1 0 0 0 0,1 1 0 0 0,-1 0 0 0 0,-10-1 0 0 0,15 2-96 0 0,1 0 1 0 0,-1 1 0 0 0,0-1 0 0 0,0 1-1 0 0,1-1 1 0 0,-1 1 0 0 0,0-1 0 0 0,1 1-1 0 0,-3 1 1 0 0,3-1 389 0 0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48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0 173 6911 0 0,'0'0'528'0'0,"1"2"-341"0"0,3 5-1249 0 0,-1 0 3288 0 0,9 29 20882 0 0,-9-20-23280 0 0,10 5 598 0 0,-11-20-581 0 0,-1 0-1 0 0,1 0 1 0 0,0 0 0 0 0,-1-1-1 0 0,1 1 1 0 0,0 0-1 0 0,-1-1 1 0 0,1 1-1 0 0,0-1 1 0 0,0 1-1 0 0,-1-1 1 0 0,1 0-1 0 0,0 0 1 0 0,2 0 0 0 0,27-3-2647 0 0,-27 3 2425 0 0,27-8-8243 0 0,-13 1 829 0 0</inkml:trace>
  <inkml:trace contextRef="#ctx0" brushRef="#br0" timeOffset="1">445 9 1839 0 0,'8'-5'28847'0'0,"-13"14"-24638"0"0,2-4-4227 0 0,1 0-3484 0 0,-21 37 4287 0 0,12-23-605 0 0,1 0 0 0 0,-9 25 0 0 0,16-37-176 0 0,1 0-1 0 0,0 1 1 0 0,1-1-1 0 0,0 1 1 0 0,0-1-1 0 0,0 1 0 0 0,1 0 1 0 0,0-1-1 0 0,1 1 1 0 0,-1-1-1 0 0,3 10 1 0 0,-2-14-3 0 0,0 1 0 0 0,0-1 0 0 0,1 1 0 0 0,-1-1 0 0 0,1 1 0 0 0,0-1 0 0 0,0 0 0 0 0,0 0 0 0 0,0 0 0 0 0,0 0 0 0 0,1 0 0 0 0,0-1 0 0 0,-1 1 0 0 0,1-1 0 0 0,0 1 0 0 0,0-1 0 0 0,0 0 0 0 0,0 0 0 0 0,1-1 0 0 0,-1 1 0 0 0,0 0 0 0 0,1-1 0 0 0,-1 0 0 0 0,8 2 0 0 0,3-1-9 0 0,0 0 0 0 0,0-1 0 0 0,0-1 0 0 0,1 0 0 0 0,-1-1 0 0 0,27-5 0 0 0,-29 4-2 0 0,0-1 0 0 0,0-1 1 0 0,0 0-1 0 0,-1 0 0 0 0,1-1 0 0 0,-1-1 1 0 0,0 0-1 0 0,12-9 0 0 0,-18 12-3 0 0,-1-1 0 0 0,0 0 0 0 0,0 1 0 0 0,0-2 0 0 0,0 1 1 0 0,-1 0-1 0 0,0-1 0 0 0,0 0 0 0 0,0 1 0 0 0,0-1 0 0 0,-1-1 0 0 0,0 1 0 0 0,0 0 0 0 0,0 0 0 0 0,1-7 1 0 0,-3 8-3 0 0,1-1 0 0 0,-1 1-1 0 0,0 0 1 0 0,0-1 0 0 0,-1 1 0 0 0,1-1 0 0 0,-1 1 0 0 0,0 0 0 0 0,0-1 0 0 0,0 1 0 0 0,0 0 0 0 0,-1 0 0 0 0,0 0 0 0 0,0 0 0 0 0,0 0 0 0 0,0 0 0 0 0,-1 1 0 0 0,0-1 0 0 0,-4-4 0 0 0,-3-2-136 0 0,0 1 0 0 0,0 0 0 0 0,-1 1-1 0 0,-1 0 1 0 0,1 0 0 0 0,-1 2-1 0 0,0-1 1 0 0,-1 2 0 0 0,1-1 0 0 0,-1 2-1 0 0,0 0 1 0 0,-26-5 0 0 0,38 9 22 0 0,0 0 1 0 0,0 0 0 0 0,0-1-1 0 0,1 1 1 0 0,-1 0 0 0 0,0 0-1 0 0,0 0 1 0 0,0 0-1 0 0,0 0 1 0 0,0 1 0 0 0,0-1-1 0 0,1 0 1 0 0,-3 1 0 0 0,3-1 18 0 0,0 0 0 0 0,0 0 0 0 0,0 0 0 0 0,0 1 0 0 0,0-1 0 0 0,0 0 0 0 0,0 0 0 0 0,0 0-1 0 0,0 1 1 0 0,0-1 0 0 0,0 0 0 0 0,0 0 0 0 0,0 0 0 0 0,0 1 0 0 0,0-1 0 0 0,0 0 0 0 0,0 0 0 0 0,1 0 0 0 0,-1 1 0 0 0,0-1 0 0 0,0 0 0 0 0,0 0 0 0 0,0 0 0 0 0,0 0 0 0 0,0 1 0 0 0,1-1 0 0 0,-1 0 0 0 0,0 0 0 0 0,0 0 0 0 0,0 0 0 0 0,0 0 0 0 0,0 0 0 0 0,1 1 0 0 0,-1-1 0 0 0,3 2-833 0 0,1 1-1 0 0,0-1 1 0 0,-1 0 0 0 0,8 3 0 0 0,4 1-4097 0 0,3 0-1339 0 0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48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0 8751 0 0,'-1'1'14935'0'0,"-11"7"-14008"0"0,1 0 1 0 0,0 1 0 0 0,1 0-1 0 0,0 0 1 0 0,0 2 0 0 0,-14 18-1 0 0,14-15-641 0 0,0 1-1 0 0,1 1 1 0 0,0-1-1 0 0,-11 32 1 0 0,19-43-273 0 0,-1-1-1 0 0,1 1 1 0 0,0 0 0 0 0,0-1 0 0 0,1 1-1 0 0,-1 0 1 0 0,1 0 0 0 0,0-1-1 0 0,0 1 1 0 0,0 0 0 0 0,0 0 0 0 0,1-1-1 0 0,0 1 1 0 0,-1 0 0 0 0,1-1-1 0 0,1 1 1 0 0,-1-1 0 0 0,0 1 0 0 0,1-1-1 0 0,0 0 1 0 0,0 1 0 0 0,0-1 0 0 0,0 0-1 0 0,0 0 1 0 0,1 0 0 0 0,-1 0-1 0 0,1-1 1 0 0,0 1 0 0 0,0-1 0 0 0,0 0-1 0 0,0 0 1 0 0,0 0 0 0 0,0 0-1 0 0,0 0 1 0 0,1 0 0 0 0,-1-1 0 0 0,1 0-1 0 0,4 2 1 0 0,3-1-26 0 0,0 0 1 0 0,-1-1-1 0 0,1 0 0 0 0,0-1 0 0 0,0 0 1 0 0,0 0-1 0 0,0-1 0 0 0,0-1 0 0 0,0 0 1 0 0,12-4-1 0 0,-10 2-4 0 0,0 0-1 0 0,0-2 1 0 0,-1 1-1 0 0,0-1 1 0 0,0-1-1 0 0,0-1 1 0 0,18-14-1 0 0,-27 20 13 0 0,-1-1 0 0 0,1 0 0 0 0,-1 0 1 0 0,1-1-1 0 0,-1 1 0 0 0,0 0 0 0 0,0-1 0 0 0,-1 0 0 0 0,1 1 1 0 0,-1-1-1 0 0,0 0 0 0 0,1 1 0 0 0,-2-1 0 0 0,1 0 0 0 0,0 0 0 0 0,-1 0 1 0 0,0 0-1 0 0,0 0 0 0 0,0 0 0 0 0,0 0 0 0 0,-1 0 0 0 0,1 0 0 0 0,-1 0 1 0 0,0 1-1 0 0,0-1 0 0 0,-1 0 0 0 0,1 0 0 0 0,-1 1 0 0 0,1-1 1 0 0,-1 1-1 0 0,-1-1 0 0 0,-2-3 0 0 0,-1 1-51 0 0,0 0-1 0 0,-1 1 1 0 0,0 0-1 0 0,0 0 1 0 0,0 0-1 0 0,0 1 1 0 0,-13-5-1 0 0,7 3-431 0 0,-1 1 1 0 0,0 1-1 0 0,-22-4 0 0 0,35 8-433 0 0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49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20703 0 0,'0'0'2384'0'0,"2"2"-1452"0"0,2 2-360 0 0,0 1 0 0 0,0 0 0 0 0,-1 1 0 0 0,1-1 1 0 0,-1 1-1 0 0,0-1 0 0 0,-1 1 0 0 0,0 0 0 0 0,1 0 0 0 0,-2 0 0 0 0,3 11 0 0 0,0 8 266 0 0,0 44 0 0 0,-1-4-679 0 0,0-41-224 0 0,-2-9-71 0 0,1-1 0 0 0,0 1 0 0 0,1-1 1 0 0,1 0-1 0 0,10 26 0 0 0,-14-39 26 0 0,1 0 1 0 0,-1-1-1 0 0,1 1 0 0 0,-1-1 0 0 0,1 1 1 0 0,-1-1-1 0 0,1 1 0 0 0,0-1 0 0 0,-1 1 1 0 0,1-1-1 0 0,0 0 0 0 0,0 1 1 0 0,-1-1-1 0 0,1 0 0 0 0,0 1 0 0 0,0-1 1 0 0,-1 0-1 0 0,1 0 0 0 0,2 0 0 0 0,13 0-1436 0 0,-16 0 1538 0 0,23-4-3514 0 0,-10 0 1569 0 0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49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113 146 10591 0 0,'20'-21'15871'0'0,"-26"27"-12121"0"0,-1 1-3357 0 0,-11 12 115 0 0,1 1 0 0 0,1 0-1 0 0,-26 41 1 0 0,38-53-499 0 0,0 0-1 0 0,0 0 0 0 0,1 0 1 0 0,0 0-1 0 0,1 1 1 0 0,0-1-1 0 0,0 1 0 0 0,0 9 1 0 0,1-15-7 0 0,1 1 1 0 0,0 0-1 0 0,1 0 1 0 0,-1-1-1 0 0,1 1 1 0 0,-1 0-1 0 0,1-1 1 0 0,0 1-1 0 0,1 0 1 0 0,-1-1-1 0 0,0 0 1 0 0,1 1-1 0 0,0-1 1 0 0,0 0-1 0 0,0 0 1 0 0,0 0-1 0 0,1 0 1 0 0,-1 0-1 0 0,1 0 1 0 0,-1-1-1 0 0,6 4 1 0 0,-3-2-3 0 0,0-1 0 0 0,0-1 0 0 0,1 1 0 0 0,-1-1 0 0 0,1 1 0 0 0,0-2 0 0 0,0 1 0 0 0,10 1 0 0 0,-1-1 0 0 0,-1-1 0 0 0,23 0 0 0 0,-23-2-12 0 0,1-1 0 0 0,-1 0 0 0 0,0 0 0 0 0,1-2 0 0 0,14-5 0 0 0,-24 8 8 0 0,-1-1 0 0 0,1 1 1 0 0,-1-2-1 0 0,1 1 0 0 0,-1 0 0 0 0,0-1 0 0 0,0 0 1 0 0,0 1-1 0 0,0-2 0 0 0,-1 1 0 0 0,1 0 1 0 0,-1-1-1 0 0,0 0 0 0 0,0 1 0 0 0,0-1 0 0 0,0 0 1 0 0,-1-1-1 0 0,4-8 0 0 0,-5 10 6 0 0,0 0 0 0 0,0-1 0 0 0,-1 1 0 0 0,0 0 0 0 0,1 0 0 0 0,-1-1 0 0 0,0 1 0 0 0,-1 0 0 0 0,1-1 0 0 0,0 1 0 0 0,-1 0 0 0 0,0-1 0 0 0,-1-3 0 0 0,0 2-31 0 0,-1 0-1 0 0,1 0 1 0 0,-1 1 0 0 0,0-1-1 0 0,0 1 1 0 0,-1-1 0 0 0,-4-4-1 0 0,-5-3-450 0 0,0 1-1 0 0,-1 0 0 0 0,-28-17 1 0 0,24 18-304 0 0,9 5-512 0 0,1 0-1 0 0,0 0 0 0 0,-13-11 0 0 0,33-6-8299 0 0</inkml:trace>
  <inkml:trace contextRef="#ctx0" brushRef="#br0" timeOffset="1">565 15 18799 0 0,'2'0'862'0'0,"23"-6"332"0"0,-18 4-582 0 0,0 0 0 0 0,0 0-1 0 0,13 0 1 0 0,-18 2 742 0 0,0 0-51 0 0,9 0 3752 0 0,-10 1-4686 0 0,0 4-311 0 0,0-1 0 0 0,0 0-1 0 0,0 0 1 0 0,0 1 0 0 0,0-1 0 0 0,-1 1 0 0 0,0-1-1 0 0,0 0 1 0 0,0 1 0 0 0,-1-1 0 0 0,0 0 0 0 0,1 1-1 0 0,-2-1 1 0 0,1 0 0 0 0,-2 6 0 0 0,-4 6 39 0 0,-1 0 0 0 0,-14 23 0 0 0,17-30-71 0 0,-2-1-1 0 0,-8 10 1 0 0,8-9-8 0 0,-1 0 0 0 0,1 0 0 0 0,1 1 1 0 0,-8 14-1 0 0,11-16-18 0 0,3 0 0 0 0,7-2-11 0 0,-2-4 6 0 0,0 0-1 0 0,0 0 1 0 0,1-1-1 0 0,-1 0 1 0 0,1 0-1 0 0,-1 0 0 0 0,1 0 1 0 0,-1-1-1 0 0,7 0 1 0 0,52-8-8 0 0,-46 5-25 0 0,160-20-137 0 0,-153 20-816 0 0,49-14 1 0 0,-72 17 382 0 0,0-2-112 0 0,1 0-913 0 0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50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6911 0 0,'0'0'623'0'0,"1"2"-514"0"0,4 7-983 0 0,0-1 3303 0 0,6 23 13720 0 0,-8-15-12852 0 0,-2 3-2169 0 0,0 0-1 0 0,-1 22 1 0 0,-15 79-514 0 0,3-36-576 0 0,12-46 124 0 0,0-19-3680 0 0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50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92 11519 0 0,'0'0'1040'0'0,"0"-2"-853"0"0,0 0 385 0 0,0-1-1 0 0,1 0 1 0 0,-1 0 0 0 0,1 0-1 0 0,0 1 1 0 0,0-1 0 0 0,0 0-1 0 0,0 1 1 0 0,0-1-1 0 0,1 1 1 0 0,-1-1 0 0 0,1 1-1 0 0,-1-1 1 0 0,1 1 0 0 0,0 0-1 0 0,0 0 1 0 0,0 0 0 0 0,0 0-1 0 0,0 0 1 0 0,1 1 0 0 0,-1-1-1 0 0,1 1 1 0 0,-1-1 0 0 0,1 1-1 0 0,4-2 1 0 0,7-2 504 0 0,1 0 1 0 0,-1 1-1 0 0,26-4 0 0 0,-30 7-1439 0 0,4-2 442 0 0,1 1-1 0 0,0 1 1 0 0,0 0 0 0 0,0 1-1 0 0,16 2 1 0 0,-29-2 65 0 0,-2 0-138 0 0,1 0 0 0 0,-1 0 0 0 0,1-1 0 0 0,-1 1 0 0 0,1 0 0 0 0,-1 0 0 0 0,1 1 1 0 0,-1-1-1 0 0,1 0 0 0 0,-1 0 0 0 0,1 0 0 0 0,-1 0 0 0 0,1 0 0 0 0,-1 1 0 0 0,1-1 0 0 0,-1 0 0 0 0,1 0 0 0 0,-1 1 0 0 0,1-1 0 0 0,-1 0 0 0 0,1 1 0 0 0,-1-1 1 0 0,0 0-1 0 0,1 1 0 0 0,-1-1 0 0 0,1 1 0 0 0,-1-1 0 0 0,0 0 0 0 0,0 1 0 0 0,1-1 0 0 0,-1 1 0 0 0,0-1 0 0 0,0 1 0 0 0,0-1 0 0 0,1 1 0 0 0,-1-1 0 0 0,0 1 1 0 0,0 0-1 0 0,0-1 0 0 0,0 1 0 0 0,0-1 0 0 0,0 1 0 0 0,0-1 0 0 0,0 1 0 0 0,0-1 0 0 0,0 1 0 0 0,-1-1 0 0 0,1 1 0 0 0,0-1 0 0 0,0 2 0 0 0,-3 2 9 0 0,0 1-1 0 0,0-1 0 0 0,0 0 0 0 0,-1 0 0 0 0,1 0 1 0 0,-1 0-1 0 0,0 0 0 0 0,-8 5 0 0 0,-4 2 31 0 0,-20 9 0 0 0,1 1-65 0 0,3 1 64 0 0,-41 37 0 0 0,66-53-39 0 0,3 3-5 0 0,7-1 0 0 0,-1-6 0 0 0,0 0 0 0 0,-1-1 0 0 0,1 1 0 0 0,0-1 0 0 0,0 0 0 0 0,1 0 0 0 0,-1 1 0 0 0,0-1 0 0 0,0-1 0 0 0,1 1 0 0 0,-1 0 0 0 0,4 0 0 0 0,31 5 0 0 0,-34-6 0 0 0,14 2-4 0 0,5 0-19 0 0,0 0 0 0 0,0 2 0 0 0,42 12 0 0 0,-56-13 24 0 0,-8-3-1 0 0,1 0 0 0 0,-1 1 0 0 0,1-1 0 0 0,-1 0 0 0 0,1 0 0 0 0,0 0 0 0 0,-1 0 0 0 0,1 1-1 0 0,-1-1 1 0 0,1 0 0 0 0,-1 1 0 0 0,0-1 0 0 0,1 0 0 0 0,-1 1 0 0 0,1-1 0 0 0,-1 0 0 0 0,1 1 0 0 0,-1-1 0 0 0,0 1 0 0 0,1 0 0 0 0,6 9 12 0 0,-7-9-8 0 0,0 0-1 0 0,1 1 1 0 0,-1-1 0 0 0,0 0-1 0 0,0 1 1 0 0,0-1 0 0 0,-1 1-1 0 0,1-1 1 0 0,0 0 0 0 0,0 0 0 0 0,-1 1-1 0 0,1-1 1 0 0,-1 0 0 0 0,1 1-1 0 0,-2 1 1 0 0,2-2-3 0 0,-4 6-8 0 0,0-1-1 0 0,1 1 1 0 0,-2-1 0 0 0,1 0-1 0 0,-1 0 1 0 0,0-1 0 0 0,0 1 0 0 0,-1-1-1 0 0,1 0 1 0 0,-1-1 0 0 0,0 1-1 0 0,-11 5 1 0 0,-8 3-95 0 0,-51 20-1 0 0,59-28-656 0 0,16-4 314 0 0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51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11055 0 0,'0'0'852'0'0,"7"-14"30"0"0,5 2 8617 0 0,2 3-3557 0 0,-9 7-5079 0 0,-1 0 1 0 0,1 0 0 0 0,0 1-1 0 0,7-2 1 0 0,2 1-814 0 0,1 0 0 0 0,23 1 0 0 0,-38 1 16 0 0,18 1-65 0 0,0 0 0 0 0,-1 1 0 0 0,21 4 0 0 0,-29-4-1 0 0,0 1 0 0 0,0 0-1 0 0,-1 0 1 0 0,1 0 0 0 0,-1 1 0 0 0,0 1 0 0 0,15 9 0 0 0,-22-13 0 0 0,0-1 0 0 0,-1 1 0 0 0,1 0 0 0 0,0-1 0 0 0,0 1 0 0 0,0 0 0 0 0,0 0 0 0 0,-1-1 0 0 0,1 1 0 0 0,0 0 0 0 0,-1 0 0 0 0,1 0 0 0 0,0 0 0 0 0,-1 0 0 0 0,0 0 0 0 0,1 0 0 0 0,-1 0 0 0 0,1 0 0 0 0,-1 0 0 0 0,0 0 0 0 0,0 0 0 0 0,0 0 0 0 0,1 2 0 0 0,-1 0 0 0 0,0 0 0 0 0,0 0 0 0 0,-1 1 0 0 0,1-1 0 0 0,0-1 0 0 0,-1 1 0 0 0,0 0 0 0 0,0 0 0 0 0,0 0 0 0 0,0 0 0 0 0,0 0 0 0 0,0-1 0 0 0,-1 1 0 0 0,0 0 0 0 0,-3 4 0 0 0,-1 1 0 0 0,-1 0 0 0 0,-15 14 0 0 0,-69 51 0 0 0,72-59 0 0 0,7-5 0 0 0,2-2 0 0 0,1 1 0 0 0,-18 17 0 0 0,23-18 0 0 0,6 2 0 0 0,-1-8 0 0 0,1 1 0 0 0,0-1 0 0 0,0 0 0 0 0,0 1 0 0 0,0-1 0 0 0,0 0 0 0 0,0 0 0 0 0,0 0 0 0 0,0 0 0 0 0,0-1 0 0 0,0 1 0 0 0,0-1 0 0 0,5 1 0 0 0,29 2 0 0 0,13-5 0 0 0,0-1 0 0 0,0-3 0 0 0,59-14 0 0 0,-84 15 291 0 0,24-6-3218 0 0,-31 6-7877 0 0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51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16 2759 0 0,'1'1'22781'0'0,"37"0"-18255"0"0,24-9-2574 0 0,4 0-1606 0 0,96 6-1183 0 0,-156 2 211 0 0,0 0-1 0 0,0 1 1 0 0,1 0-1 0 0,-1 0 1 0 0,0 0-1 0 0,7 3 1 0 0</inkml:trace>
  <inkml:trace contextRef="#ctx0" brushRef="#br0" timeOffset="1">1 148 9671 0 0,'0'0'12973'0'0,"2"0"-11725"0"0,40 0 2113 0 0,50 0-535 0 0,17-14-1820 0 0,-37 2-5311 0 0,-60 10 2728 0 0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52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18 18511 0 0,'0'0'1683'0'0,"-5"-4"-1358"0"0,3 3-144 0 0,1-1 0 0 0,0 1 0 0 0,-1 0 0 0 0,1 0 0 0 0,-1 0 0 0 0,1 0-1 0 0,-1 0 1 0 0,0 0 0 0 0,1 1 0 0 0,-1-1 0 0 0,0 1 0 0 0,1-1 0 0 0,-1 1 0 0 0,0-1 0 0 0,0 1 0 0 0,0 0-1 0 0,1 0 1 0 0,-3 0 0 0 0,0 0 183 0 0,1 1 0 0 0,0 0 0 0 0,-1-1 0 0 0,1 1 0 0 0,0 1 0 0 0,0-1-1 0 0,0 0 1 0 0,0 1 0 0 0,-4 2 0 0 0,-2 3 307 0 0,-1 0 1 0 0,1 1-1 0 0,0 0 0 0 0,-12 15 0 0 0,1 2-9 0 0,-23 34-1 0 0,34-45-576 0 0,1 0 1 0 0,1 1-1 0 0,0 0 0 0 0,-7 23 0 0 0,13-33-82 0 0,-1 1-1 0 0,1 0 1 0 0,0 0-1 0 0,0 0 1 0 0,1 0-1 0 0,0 0 1 0 0,0 0-1 0 0,0 0 1 0 0,1-1-1 0 0,0 1 0 0 0,0 0 1 0 0,0 0-1 0 0,1 0 1 0 0,0-1-1 0 0,0 1 1 0 0,0-1-1 0 0,1 1 1 0 0,0-1-1 0 0,0 0 1 0 0,0 0-1 0 0,1 0 1 0 0,-1 0-1 0 0,1-1 1 0 0,0 0-1 0 0,1 1 1 0 0,7 5-1 0 0,-2-4-2 0 0,1-1 0 0 0,-1 0 0 0 0,1 0 0 0 0,0-1 0 0 0,0-1 0 0 0,0 1 0 0 0,0-2 0 0 0,1 0 0 0 0,-1 0 0 0 0,1-1 0 0 0,0 0 0 0 0,13-2 0 0 0,12-2 0 0 0,0-1 0 0 0,53-14 0 0 0,-77 15 0 0 0,0 0 0 0 0,-1-1 0 0 0,0 0 0 0 0,0-1 0 0 0,0-1 0 0 0,-1 0 0 0 0,1 0 0 0 0,9-9 0 0 0,-18 13 0 0 0,1-1 0 0 0,-1 0 0 0 0,0 1 0 0 0,0-1 0 0 0,-1 0 0 0 0,1 0 0 0 0,-1-1 0 0 0,0 1 0 0 0,1-1 0 0 0,-1 1 0 0 0,-1-1 0 0 0,1 0 0 0 0,0 1 0 0 0,-1-1 0 0 0,0 0 0 0 0,0 0 0 0 0,0 0 0 0 0,-1 0 0 0 0,1 0 0 0 0,-1 0 0 0 0,0 0 0 0 0,0 0 0 0 0,0 0 0 0 0,0 0 0 0 0,-1 0 0 0 0,0 0 0 0 0,0 0 0 0 0,0 0 0 0 0,-2-5 0 0 0,-1 0-5 0 0,-1 0 0 0 0,1 1 0 0 0,-2 0 0 0 0,1 0 0 0 0,-1 0 0 0 0,0 0 0 0 0,-1 1 0 0 0,1 0 0 0 0,-2 1 0 0 0,1-1 0 0 0,-1 1 0 0 0,0 1 0 0 0,-16-10 0 0 0,2 4-16 0 0,0 1 0 0 0,-1 0 0 0 0,0 2 0 0 0,-32-7 0 0 0,36 10-818 0 0,0 2-1 0 0,-39-4 1 0 0,56 7-272 0 0,17 14-5985 0 0,-12-12 6503 0 0,0 1 0 0 0,0-1 0 0 0,0-1 0 0 0,0 1 0 0 0,6 2 0 0 0,17 7-2333 0 0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52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16127 0 0,'0'0'1242'0'0,"1"2"-812"0"0,1 0-95 0 0,0 0 0 0 0,-1 1 0 0 0,1-1 0 0 0,-1 1-1 0 0,1-1 1 0 0,-1 1 0 0 0,0 0 0 0 0,0-1 0 0 0,0 1-1 0 0,0 0 1 0 0,-1 0 0 0 0,1 0 0 0 0,-1 5 0 0 0,0 0 1531 0 0,-1 1 0 0 0,0-1-1 0 0,-4 15 1 0 0,-3 13-33 0 0,6-21-2333 0 0,2-13-83 0 0,3-1-1310 0 0,5 3 936 0 0,1-3-3194 0 0,4-2-4613 0 0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53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61 13823 0 0,'0'0'1062'0'0,"1"-2"-693"0"0,0-15 780 0 0,-1 15-396 0 0,0 0 0 0 0,-1-1 0 0 0,1 1 0 0 0,-1-1 1 0 0,1 1-1 0 0,-1 0 0 0 0,0-1 0 0 0,-1-1 0 0 0,2 3-355 0 0,-1-1 1 0 0,0 1 0 0 0,0 0 0 0 0,1 0-1 0 0,-1 0 1 0 0,0 0 0 0 0,0 0-1 0 0,0 0 1 0 0,0 0 0 0 0,0 0-1 0 0,0 1 1 0 0,-1-1 0 0 0,1 0-1 0 0,0 0 1 0 0,-2 0 0 0 0,1 1-350 0 0,0-1 0 0 0,1 1 0 0 0,-1-1 0 0 0,0 1 0 0 0,0 0 0 0 0,0 0-1 0 0,0 0 1 0 0,-2 0 0 0 0,-15 2 622 0 0,0 1 1 0 0,-25 8-1 0 0,35-8-632 0 0,1 1 0 0 0,0-1 0 0 0,0 2 0 0 0,0-1 0 0 0,1 1 0 0 0,-1 0 0 0 0,1 1 0 0 0,0-1 0 0 0,-9 12 0 0 0,14-15-36 0 0,0 0 0 0 0,1 1 0 0 0,-1-1 0 0 0,1 1 0 0 0,-1 0 0 0 0,1-1 0 0 0,0 1 0 0 0,0 0 0 0 0,0-1 0 0 0,1 1 0 0 0,-1 0 0 0 0,0 0 0 0 0,1 0 0 0 0,0 0 0 0 0,0 0 0 0 0,0 0 1 0 0,0 0-1 0 0,0 0 0 0 0,1-1 0 0 0,0 6 0 0 0,0-4-3 0 0,1 0 1 0 0,-1 1 0 0 0,1-1 0 0 0,0 0 0 0 0,0 0 0 0 0,0 0 0 0 0,1-1 0 0 0,-1 1-1 0 0,1-1 1 0 0,0 1 0 0 0,0-1 0 0 0,6 5 0 0 0,12 7 10 0 0,1-1 0 0 0,0-2-1 0 0,1 0 1 0 0,1-1 0 0 0,34 10 0 0 0,13 6-12 0 0,-58-21-1 0 0,0 1 1 0 0,12 8-1 0 0,-20-12 10 0 0,-1 0-1 0 0,1 1 0 0 0,0-1 0 0 0,-1 1 1 0 0,0 0-1 0 0,0 1 0 0 0,6 8 0 0 0,-10-13-4 0 0,1 1 0 0 0,0 0 0 0 0,-1 0 0 0 0,0-1 0 0 0,1 1 0 0 0,-1 0 0 0 0,1 0 0 0 0,-1 0 0 0 0,0 0-1 0 0,1-1 1 0 0,-1 1 0 0 0,0 0 0 0 0,0 0 0 0 0,0 0 0 0 0,0 0 0 0 0,0 0 0 0 0,0 0 0 0 0,0 0 0 0 0,0 0 0 0 0,0-1 0 0 0,0 1-1 0 0,-1 0 1 0 0,1 0 0 0 0,-1 1 0 0 0,0 2-1 0 0,0-1 0 0 0,0 0 1 0 0,0 0-1 0 0,-1 1 1 0 0,1-1-1 0 0,-1 0 0 0 0,0-1 1 0 0,1 1-1 0 0,-2 0 1 0 0,1 0-1 0 0,0-1 0 0 0,0 0 1 0 0,-1 1-1 0 0,1-1 1 0 0,-1 0-1 0 0,0 0 0 0 0,1 0 1 0 0,-1 0-1 0 0,0-1 1 0 0,-6 3-1 0 0,2-1 3 0 0,0 0 1 0 0,0-1-1 0 0,0 0 0 0 0,0 0 1 0 0,0-1-1 0 0,0 0 0 0 0,-1 0 1 0 0,-9-1-1 0 0,9 0-259 0 0,0-1 1 0 0,1-1-1 0 0,-1 1 1 0 0,0-1-1 0 0,1-1 1 0 0,-1 1-1 0 0,1-1 1 0 0,0 0-1 0 0,0-1 1 0 0,0 0-1 0 0,0 0 1 0 0,1-1-1 0 0,-9-6 1 0 0,1-3-1022 0 0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53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1 101 9671 0 0,'0'0'748'0'0,"2"0"-492"0"0,-2-1-225 0 0,11-3 2634 0 0,0 1 0 0 0,1 0-1 0 0,-1 0 1 0 0,1 1 0 0 0,21-1 0 0 0,100 4 692 0 0,120-2-2922 0 0,-121 1-3227 0 0,25 0-3929 0 0,-77 0 3013 0 0,-46 1 1066 0 0,61-6 0 0 0,-42-7 2062 0 0,1 0 3612 0 0,-46 10-1655 0 0,1 0-1 0 0,0-1 1 0 0,-1 0-1 0 0,0 0 1 0 0,14-8-1 0 0,-15 8 2393 0 0,-7 1-3425 0 0,0 0 0 0 0,0 0 0 0 0,-1 0 0 0 0,1 0 1 0 0,-1 0-1 0 0,0 1 0 0 0,0-3 0 0 0,-6 2-151 0 0,-1 0 0 0 0,1 0 1 0 0,0 1-1 0 0,-1 0 0 0 0,1 0 0 0 0,0 1 0 0 0,-1 0 0 0 0,1 0 1 0 0,-1 1-1 0 0,1-1 0 0 0,-10 4 0 0 0,-11 3 81 0 0,-42 17 0 0 0,58-20-172 0 0,-20 8 4 0 0,2 1-1 0 0,-1 2 1 0 0,2 0-1 0 0,-30 22 1 0 0,56-35-106 0 0,1 0 0 0 0,-1 0 0 0 0,1 0 0 0 0,0 0 0 0 0,0 0 0 0 0,0 1 0 0 0,0-1 0 0 0,0 1 0 0 0,0-1 0 0 0,1 1 0 0 0,-1-1 0 0 0,1 1 0 0 0,0 0 0 0 0,-2 3 0 0 0,4 3-15 0 0,0-8 2 0 0,1 1 1 0 0,-1 0-1 0 0,1-1 0 0 0,0 1 0 0 0,0-1 0 0 0,-1 0 0 0 0,1 1 0 0 0,0-1 0 0 0,0 0 0 0 0,0 0 1 0 0,1 0-1 0 0,-1 0 0 0 0,3 0 0 0 0,33 8-136 0 0,-34-9 133 0 0,8 2-17 0 0,1-1 0 0 0,-1-1 1 0 0,1 0-1 0 0,-1 0 0 0 0,0-2 0 0 0,1 1 0 0 0,17-6 0 0 0,83-31-123 0 0,-86 28 132 0 0,-23 9 15 0 0,17-11-23 0 0,-20 11 36 0 0,1 0 83 0 0,8 8 322 0 0,-6-1-392 0 0,-1 1-1 0 0,0 0 1 0 0,-1 0 0 0 0,1 0-1 0 0,-1 0 1 0 0,-1 0 0 0 0,0 1-1 0 0,0-1 1 0 0,0 14 0 0 0,-1 7 77 0 0,-6 37 1 0 0,0-12-51 0 0,4-8-44 0 0,0-5 0 0 0,-1 0 0 0 0,-2 0 0 0 0,-15 58 0 0 0,17-91-52 0 0,3-6-213 0 0,10-12-6393 0 0,1-2-2831 0 0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54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8 24415 0 0,'0'0'561'0'0,"0"-2"74"0"0,0 2-590 0 0,0 0 1 0 0,0-1-1 0 0,0 1 0 0 0,0 0 0 0 0,0 0 1 0 0,0 0-1 0 0,0 0 0 0 0,0-1 0 0 0,0 1 1 0 0,0 0-1 0 0,0 0 0 0 0,0 0 1 0 0,0-1-1 0 0,0 1 0 0 0,0 0 0 0 0,0 0 1 0 0,0 0-1 0 0,0 0 0 0 0,0-1 0 0 0,0 1 1 0 0,0 0-1 0 0,-1 0 0 0 0,1 0 0 0 0,0 0 1 0 0,0 0-1 0 0,0-1 0 0 0,0 1 0 0 0,0 0 1 0 0,0 0-1 0 0,-1 0 0 0 0,1 0 1 0 0,0 0-1 0 0,0 0 0 0 0,0 0 0 0 0,0-1 1 0 0,-1 1-1 0 0,1 0 0 0 0,0 0 0 0 0,0 0 1 0 0,0 0-1 0 0,0 0 0 0 0,-1 0 0 0 0,1 0 1 0 0,0 0-1 0 0,0 0 0 0 0,0 0 0 0 0,-1 0 1 0 0,1 0-1 0 0,0 0 0 0 0,0 0 0 0 0,-1 0 1 0 0,-6 11 3254 0 0,1 0-3579 0 0,-4 5 445 0 0,0 0 1 0 0,2 1 0 0 0,0 0 0 0 0,1 0 0 0 0,-6 21-1 0 0,10-26-79 0 0,0 1 0 0 0,0-1 0 0 0,2 1-1 0 0,-1-1 1 0 0,2 1 0 0 0,0 0 0 0 0,0 0-1 0 0,4 18 1 0 0,-2-19-87 0 0,2 0 0 0 0,-1 0 0 0 0,2-1 0 0 0,-1 1 0 0 0,2-1 0 0 0,-1-1 0 0 0,2 1 0 0 0,13 17 0 0 0,-14-20 0 0 0,1 0 0 0 0,0-1 0 0 0,0 0 0 0 0,1 0 0 0 0,0 0 0 0 0,0-1 0 0 0,1-1 0 0 0,-1 1 0 0 0,1-1 0 0 0,18 7 0 0 0,-11-7 0 0 0,1 0 0 0 0,0-1 0 0 0,0-1 0 0 0,0 0 0 0 0,23 0 0 0 0,-29-3 0 0 0,1 0 0 0 0,0-1 0 0 0,0-1 0 0 0,-1 0 0 0 0,1-1 0 0 0,-1 0 0 0 0,1 0 0 0 0,17-9 0 0 0,-23 9 0 0 0,0 0 0 0 0,0-1 0 0 0,0 1 0 0 0,-1-1 0 0 0,1 0 0 0 0,-1-1 0 0 0,0 1 0 0 0,0-1 0 0 0,-1 0 0 0 0,1 0 0 0 0,-1 0 0 0 0,0-1 0 0 0,0 0 0 0 0,-1 0 0 0 0,0 0 0 0 0,4-10 0 0 0,-4 10 0 0 0,0 0 0 0 0,0-1 0 0 0,-1 1 0 0 0,0-1 0 0 0,-1 0 0 0 0,1 0 0 0 0,0-8 0 0 0,-5 5 0 0 0,2 9 0 0 0,0 0 0 0 0,0 0 0 0 0,0-1 0 0 0,0 1 0 0 0,0 0 0 0 0,0 0 0 0 0,0 0 0 0 0,0 0 0 0 0,-1 1 0 0 0,1-1 0 0 0,0 0 0 0 0,-1 0 0 0 0,1 1 0 0 0,0-1 0 0 0,-1 1 0 0 0,1-1 0 0 0,-3 1 0 0 0,1-1 0 0 0,-1 1 0 0 0,1 0 0 0 0,-1 0 0 0 0,1 0 0 0 0,-1 0 0 0 0,1 0 0 0 0,-5 2 0 0 0,-2 1 0 0 0,0 0 0 0 0,0 1 0 0 0,0 0 0 0 0,-9 6 0 0 0,3-1-28 0 0,1 0 0 0 0,0 1 1 0 0,-16 14-1 0 0,27-20 23 0 0,0-1 0 0 0,0 1 0 0 0,0 0 0 0 0,0 1 1 0 0,1-1-1 0 0,-1 1 0 0 0,1 0 0 0 0,0-1 0 0 0,1 2 1 0 0,-1-1-1 0 0,1 0 0 0 0,0 0 0 0 0,-2 10 0 0 0,4-13-9 0 0,0-1-1 0 0,0 1 1 0 0,0 0-1 0 0,0-1 1 0 0,0 1-1 0 0,1 0 1 0 0,-1-1-1 0 0,1 1 1 0 0,-1-1-1 0 0,1 1 1 0 0,0-1-1 0 0,-1 1 1 0 0,1-1-1 0 0,0 1 1 0 0,0-1-1 0 0,0 1 1 0 0,0-1-1 0 0,0 0 1 0 0,0 0-1 0 0,1 0 1 0 0,-1 0-1 0 0,2 2 0 0 0,-1-1-134 0 0,1-1-1 0 0,0 1 0 0 0,-1 0 0 0 0,1-1 0 0 0,0 1 0 0 0,0-1 0 0 0,0 0 0 0 0,0 0 0 0 0,0 0 1 0 0,4 0-1 0 0,19-3-2351 0 0,-9-1-2777 0 0,-12 2 2794 0 0,15-4-6292 0 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54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25 21823 0 0,'0'-8'2469'0'0,"0"7"-2305"0"0,-1 1-1 0 0,1-1 0 0 0,0 0 0 0 0,0 0 0 0 0,0 0 1 0 0,-1 0-1 0 0,1 1 0 0 0,0-1 0 0 0,-1 0 0 0 0,1 0 1 0 0,0 1-1 0 0,-1-1 0 0 0,1 0 0 0 0,-1 1 0 0 0,0-1 1 0 0,1 0-1 0 0,-1 1 0 0 0,1-1 0 0 0,-1 1 0 0 0,0-1 0 0 0,0 1 1 0 0,0-1-1 0 0,-1 1 1 0 0,1 0-1 0 0,0 0 1 0 0,-1 0 0 0 0,1 0 0 0 0,0 0 0 0 0,-1 0 0 0 0,1 1-1 0 0,0-1 1 0 0,0 1 0 0 0,-1-1 0 0 0,1 1 0 0 0,0-1-1 0 0,0 1 1 0 0,-3 1 0 0 0,-8 7-13 0 0,0 0 0 0 0,0 0 0 0 0,1 1 0 0 0,0 0 0 0 0,0 1 0 0 0,1 1 0 0 0,1-1-1 0 0,0 2 1 0 0,1-1 0 0 0,0 1 0 0 0,1 0 0 0 0,0 1 0 0 0,1 0 0 0 0,-5 14 0 0 0,9-20-151 0 0,0-1 0 0 0,1 1 0 0 0,0 0 0 0 0,0 0 0 0 0,0 0 0 0 0,1 0 0 0 0,1 0 0 0 0,-1 0 0 0 0,1-1 0 0 0,0 1 0 0 0,1 0 0 0 0,4 12 0 0 0,-3-11 0 0 0,1 1 0 0 0,1-1 0 0 0,0 0 0 0 0,0-1 0 0 0,1 1 0 0 0,0-1 0 0 0,0 0 0 0 0,1-1 0 0 0,9 9 0 0 0,-6-7 0 0 0,0-1 0 0 0,1 0 0 0 0,0 0 0 0 0,1-1 0 0 0,0-1 0 0 0,0 0 0 0 0,0 0 0 0 0,1-1 0 0 0,-1-1 0 0 0,1 0 0 0 0,0-1 0 0 0,1 0 0 0 0,-1-1 0 0 0,0-1 0 0 0,16 0 0 0 0,-14-1-8 0 0,-1-1 0 0 0,0 0 1 0 0,0-2-1 0 0,0 1 0 0 0,-1-2 0 0 0,1 0 1 0 0,-1 0-1 0 0,1-1 0 0 0,-1-1 0 0 0,-1 0 0 0 0,17-11 1 0 0,-5 0-115 0 0,29-25 1 0 0,-45 34 32 0 0,0 1 1 0 0,-1-1-1 0 0,0-1 1 0 0,0 1-1 0 0,-1-1 1 0 0,10-19-1 0 0,-15 27 81 0 0,0-1-1 0 0,-1 1 1 0 0,1-1 0 0 0,0 1-1 0 0,-1-1 1 0 0,1 1-1 0 0,-1-1 1 0 0,0 0 0 0 0,0 1-1 0 0,1-1 1 0 0,-1 1 0 0 0,0-1-1 0 0,0 0 1 0 0,-1 1 0 0 0,1-1-1 0 0,0 0 1 0 0,-1-2 0 0 0,0 3 14 0 0,1 0 0 0 0,-1 1 1 0 0,1-1-1 0 0,-1 0 0 0 0,0 0 1 0 0,0 0-1 0 0,0 0 0 0 0,1 0 1 0 0,-1 1-1 0 0,0-1 0 0 0,0 0 1 0 0,0 1-1 0 0,0-1 0 0 0,0 1 1 0 0,0-1-1 0 0,0 1 0 0 0,0-1 1 0 0,0 1-1 0 0,-2 0 0 0 0,-1-1 40 0 0,-1 0 1 0 0,1 1-1 0 0,-1 0 0 0 0,1 0 0 0 0,-1 0 0 0 0,1 1 0 0 0,-1-1 1 0 0,1 1-1 0 0,0 0 0 0 0,-9 3 0 0 0,-8 6 21 0 0,1 0 1 0 0,0 1-1 0 0,1 1 1 0 0,1 1-1 0 0,0 1 1 0 0,-23 22-1 0 0,31-27-67 0 0,1 1 0 0 0,0 0 0 0 0,1 1 0 0 0,0 0 0 0 0,0 1 0 0 0,1-1 0 0 0,1 1 0 0 0,0 0 0 0 0,0 1 0 0 0,-6 23 0 0 0,11-33-301 0 0,1 1 1 0 0,-1-1-1 0 0,1 0 0 0 0,0 0 0 0 0,0 1 1 0 0,0-1-1 0 0,1 5 0 0 0,-1-6-144 0 0,1-1 0 0 0,-1 1 0 0 0,1 0 0 0 0,-1-1-1 0 0,1 1 1 0 0,0 0 0 0 0,0-1 0 0 0,0 1 0 0 0,0-1 0 0 0,0 1 0 0 0,0-1 0 0 0,0 0-1 0 0,0 1 1 0 0,0-1 0 0 0,3 1 0 0 0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59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50 11975 0 0,'0'0'923'0'0,"-1"-1"-602"0"0,-4-16 13771 0 0,10 43-13244 0 0,-1 0 1 0 0,2 44-1 0 0,-5-45-526 0 0,1 0-1 0 0,1 0 1 0 0,11 41 0 0 0,-12-61-314 0 0,-1 0 0 0 0,1 0-1 0 0,0 0 1 0 0,1-1 0 0 0,-1 1-1 0 0,1-1 1 0 0,0 0 0 0 0,0 0 0 0 0,0 0-1 0 0,1 0 1 0 0,0 0 0 0 0,-1-1 0 0 0,1 1-1 0 0,0-1 1 0 0,1 0 0 0 0,7 4 0 0 0,-6-5-10 0 0,-1 0 0 0 0,1 0 1 0 0,-1 0-1 0 0,1-1 0 0 0,-1 0 1 0 0,1 0-1 0 0,0 0 0 0 0,0-1 1 0 0,0 0-1 0 0,0 0 0 0 0,-1 0 1 0 0,1-1-1 0 0,0 0 0 0 0,9-3 1 0 0,-6 2-12 0 0,-1-1 1 0 0,0 0 0 0 0,-1-1-1 0 0,1 0 1 0 0,-1 0 0 0 0,1-1-1 0 0,-1 0 1 0 0,-1 0 0 0 0,1 0 0 0 0,-1-1-1 0 0,0 0 1 0 0,0-1 0 0 0,0 1-1 0 0,-1-1 1 0 0,0 0 0 0 0,-1 0-1 0 0,1-1 1 0 0,-2 1 0 0 0,1-1-1 0 0,3-11 1 0 0,22-78-53 0 0,-22 68-35 0 0,1 0 1 0 0,2 1-1 0 0,16-35 0 0 0,-21 92 224 0 0,3 69 505 0 0,-6-60-427 0 0,11 69 0 0 0,-9-90-221 0 0,0 0 0 0 0,1 0 1 0 0,1-1-1 0 0,13 28 0 0 0,-17-42-261 0 0,0 1 0 0 0,0-1 1 0 0,0 0-1 0 0,0 0 0 0 0,1 0 1 0 0,-1 0-1 0 0,1 0 1 0 0,-1 0-1 0 0,1-1 0 0 0,0 1 1 0 0,-1-1-1 0 0,1 1 0 0 0,0-1 1 0 0,0 0-1 0 0,0 0 0 0 0,0-1 1 0 0,0 1-1 0 0,4 0 0 0 0,7-3-1521 0 0,0-3-43 0 0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4:59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8751 0 0,'0'0'674'0'0,"1"2"11"0"0,25 33 11048 0 0,-9 1-5737 0 0,10 56-3321 0 0,-23-73-2587 0 0,-3-17-815 0 0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00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3223 0 0,'3'0'15838'0'0,"20"3"-7260"0"0,-21-3-7583 0 0,0 0-117 0 0,107-6 1424 0 0,-79 4-2181 0 0,30 2-357 0 0,-45 2 407 0 0,-9-1-2987 0 0</inkml:trace>
  <inkml:trace contextRef="#ctx0" brushRef="#br0" timeOffset="1">36 132 2759 0 0,'2'1'21403'0'0,"3"1"-20984"0"0,0 0 1 0 0,0 0-1 0 0,0-1 0 0 0,0 0 1 0 0,1 0-1 0 0,-1 0 1 0 0,0-1-1 0 0,11 0 0 0 0,48-7 693 0 0,-32 3-746 0 0,-9 2-877 0 0,41-5 1322 0 0,-42 3-3619 0 0,-1-1-3461 0 0,-8 2-2609 0 0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04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11519 0 0,'2'1'15035'0'0,"51"54"-14386"0"0,82 77 2226 0 0,-99-100-1990 0 0,78 53-1 0 0,-49-43-1684 0 0,-63-41 415 0 0,3 2-484 0 0,5 1 224 0 0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04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1 13359 0 0,'0'0'1027'0'0,"-3"7"1841"0"0,-4 6 547 0 0,1 1 0 0 0,-7 20 1 0 0,-5 31-316 0 0,13-45-3001 0 0,0 1 0 0 0,-2-1 0 0 0,0 0 0 0 0,-20 37 0 0 0,-9-3-348 0 0,-51 61-1 0 0,85-113-346 0 0,-5 7 1025 0 0</inkml:trace>
  <inkml:trace contextRef="#ctx0" brushRef="#br0" timeOffset="1">467 302 21599 0 0,'0'0'1957'0'0,"1"2"-1506"0"0,27 86 5214 0 0,-11-31-5829 0 0,-16-56-804 0 0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05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42 18575 0 0,'0'0'5432'0'0,"-3"8"-3267"0"0,1 1-1240 0 0,1 0-1 0 0,0-1 0 0 0,-1 17 0 0 0,8 54 454 0 0,-4-67-1311 0 0,0 0 1 0 0,1 1-1 0 0,1-1 0 0 0,-1 0 0 0 0,2-1 1 0 0,0 1-1 0 0,0-1 0 0 0,8 11 0 0 0,-11-18-77 0 0,1 0 0 0 0,0 0 0 0 0,0 0 0 0 0,0 0-1 0 0,0 0 1 0 0,1-1 0 0 0,-1 0 0 0 0,1 0 0 0 0,0 0 0 0 0,0 0-1 0 0,0 0 1 0 0,0-1 0 0 0,0 0 0 0 0,1 0 0 0 0,-1 0 0 0 0,1 0-1 0 0,0-1 1 0 0,-1 1 0 0 0,1-1 0 0 0,0 0 0 0 0,0-1 0 0 0,0 1-1 0 0,7-1 1 0 0,-9-1-13 0 0,0 1 0 0 0,0-1 0 0 0,0 0 0 0 0,0 0 0 0 0,0 0 0 0 0,0 0 0 0 0,0 0 0 0 0,0-1 0 0 0,0 1-1 0 0,0-1 1 0 0,-1 0 0 0 0,1 0 0 0 0,0 0 0 0 0,-1 0 0 0 0,0 0 0 0 0,0-1 0 0 0,1 1 0 0 0,-1-1 0 0 0,-1 1 0 0 0,1-1 0 0 0,0 0-1 0 0,-1 0 1 0 0,1 0 0 0 0,1-5 0 0 0,2-7-47 0 0,-1 0 0 0 0,0 0 0 0 0,3-31 0 0 0,-5 27-10 0 0,16-174 795 0 0,-17 219-409 0 0,5 25 0 0 0,-3-29-217 0 0,0-5-70 0 0,0 1 0 0 0,2-1 0 0 0,0 0 0 0 0,0 0 0 0 0,2 0 0 0 0,0-1 0 0 0,14 23 0 0 0,-20-36-199 0 0,0-1 0 0 0,1 0 0 0 0,-1 1 0 0 0,0-1 0 0 0,1 0 0 0 0,0 0 0 0 0,-1 0 0 0 0,1 0 0 0 0,0 0-1 0 0,0 0 1 0 0,0-1 0 0 0,0 1 0 0 0,0-1 0 0 0,1 1 0 0 0,-1-1 0 0 0,0 0 0 0 0,1 0 0 0 0,-1 0 0 0 0,1 0 0 0 0,-1 0 0 0 0,1-1 0 0 0,-1 1 0 0 0,1-1 0 0 0,5 1 0 0 0,16-1-3414 0 0,-11-2 1585 0 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05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46 7831 0 0,'0'0'706'0'0,"0"-2"-578"0"0,-1-13 3061 0 0,1 13-2108 0 0,0 0 0 0 0,-1 1 1 0 0,1-1-1 0 0,0 0 0 0 0,-1 1 0 0 0,0-1 0 0 0,1 0 1 0 0,-2-2-1 0 0,1 3-616 0 0,0 1-1 0 0,1-1 1 0 0,-1 0 0 0 0,0 0 0 0 0,1 1 0 0 0,-1-1-1 0 0,0 0 1 0 0,0 1 0 0 0,0-1 0 0 0,0 1 0 0 0,0-1-1 0 0,1 1 1 0 0,-1 0 0 0 0,0-1 0 0 0,-2 0-1 0 0,-14 0-1353 0 0,11 2 1084 0 0,0 1 0 0 0,-1-1 0 0 0,1 1 0 0 0,0 0-1 0 0,0 0 1 0 0,0 1 0 0 0,0 0 0 0 0,1 0-1 0 0,-1 0 1 0 0,-8 8 0 0 0,4-3-32 0 0,0 0 1 0 0,0 1-1 0 0,1 1 1 0 0,-10 13-1 0 0,16-19-141 0 0,0 1-1 0 0,0-1 0 0 0,1 1 1 0 0,-3 6-1 0 0,3-2-21 0 0,2-8-9 0 0,0 0-1 0 0,-1 0 1 0 0,1 0 0 0 0,0 0-1 0 0,0 0 1 0 0,0 0-1 0 0,0 0 1 0 0,1 0 0 0 0,-1 1-1 0 0,0-1 1 0 0,0 0 0 0 0,1 0-1 0 0,-1 0 1 0 0,0 0 0 0 0,1 0-1 0 0,-1 0 1 0 0,1 0-1 0 0,-1 0 1 0 0,1 0 0 0 0,0-1-1 0 0,-1 1 1 0 0,1 0 0 0 0,0 0-1 0 0,0 0 1 0 0,0-1 0 0 0,0 1-1 0 0,-1 0 1 0 0,1-1-1 0 0,0 1 1 0 0,0-1 0 0 0,0 1-1 0 0,0-1 1 0 0,0 1 0 0 0,0-1-1 0 0,2 1 1 0 0,-1-1-6 0 0,3 2-42 0 0,0-1 1 0 0,-1 0-1 0 0,1 0 0 0 0,0 0 0 0 0,0-1 1 0 0,-1 1-1 0 0,1-1 0 0 0,0 0 1 0 0,0-1-1 0 0,0 1 0 0 0,-1-1 0 0 0,9-2 1 0 0,-1-2-65 0 0,1 0 1 0 0,-1 0 0 0 0,24-15 1266 0 0,-35 23-1078 0 0,-1 0 0 0 0,1 0 0 0 0,0 0 0 0 0,0 0 0 0 0,0 0 0 0 0,3 5 1 0 0,2 6 62 0 0,1 5-91 0 0,1-2-1 0 0,0 1 1 0 0,2-1-1 0 0,0-1 1 0 0,21 28-1 0 0,-16-25-79 0 0,-1 1 0 0 0,20 40 0 0 0,-30-52 1 0 0,-1 1 0 0 0,0-1-1 0 0,0 0 1 0 0,-1 1-1 0 0,0 0 1 0 0,0-1 0 0 0,-1 1-1 0 0,-1 0 1 0 0,1 0-1 0 0,-3 17 1 0 0,2-23 38 0 0,-1 1 1 0 0,0-1-1 0 0,-1 0 1 0 0,1 0-1 0 0,0 0 1 0 0,-1 0-1 0 0,0 0 1 0 0,0 0-1 0 0,0 0 1 0 0,0-1-1 0 0,0 1 0 0 0,-1-1 1 0 0,1 1-1 0 0,-1-1 1 0 0,1 0-1 0 0,-1 0 1 0 0,0 0-1 0 0,0 0 1 0 0,0-1-1 0 0,0 1 1 0 0,0-1-1 0 0,0 1 0 0 0,-5 0 1 0 0,-8 3 0 0 0,0-1 1 0 0,0-1-1 0 0,-24 2 1 0 0,34-5-2 0 0,-10 1-132 0 0,1 0 1 0 0,0-1-1 0 0,-1-1 0 0 0,1-1 0 0 0,-25-5 1 0 0,30 4-1071 0 0,0 0 1 0 0,-15-7-1 0 0,12 3-5491 0 0,3-4-1968 0 0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06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22951 0 0,'0'0'4793'0'0,"1"1"-4007"0"0,4 9-335 0 0,-1-1-1 0 0,0 0 1 0 0,0 1 0 0 0,-1 0 0 0 0,-1 0 0 0 0,3 12-1 0 0,4 64-248 0 0,-6-49-142 0 0,4 80-343 0 0,-10-92-2958 0 0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06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6911 0 0,'2'1'4750'0'0,"36"2"5601"0"0,1-2-3984 0 0,42-8-2122 0 0,78-23-5459 0 0,-146 27 1866 0 0,71-18-2675 0 0,-69 16 679 0 0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06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21 17391 0 0,'0'0'795'0'0,"-1"-1"-16"0"0,-1-1-726 0 0,0 0 0 0 0,0 0 0 0 0,-1 0 0 0 0,1 1 0 0 0,0-1 0 0 0,-1 1 1 0 0,1 0-1 0 0,-1-1 0 0 0,0 1 0 0 0,-3-1 0 0 0,4 2 240 0 0,0-1 0 0 0,-1 1 0 0 0,1 0 0 0 0,-1 0 0 0 0,1 0 0 0 0,-1 0 0 0 0,1 0 0 0 0,-1 0 0 0 0,1 1 0 0 0,-1-1 0 0 0,1 1 0 0 0,0 0 0 0 0,-1 0 0 0 0,1 0 0 0 0,0 0 0 0 0,-1 0 0 0 0,1 0 0 0 0,0 0 0 0 0,0 1 0 0 0,0-1 0 0 0,0 1 0 0 0,0 0 0 0 0,1-1 0 0 0,-1 1 0 0 0,0 0 0 0 0,1 0 0 0 0,-1 0 0 0 0,1 0 0 0 0,0 0 0 0 0,-1 3 0 0 0,-12 23 582 0 0,2 0-1 0 0,-13 45 0 0 0,-8 61-19 0 0,25-94-704 0 0,1-1-1 0 0,1 1 1 0 0,1 41 0 0 0,5-66-153 0 0,1-1 0 0 0,0 0 0 0 0,1 1 0 0 0,0-1 0 0 0,1 0 0 0 0,1 0 0 0 0,0 0 0 0 0,1-1 1 0 0,0 1-1 0 0,1-1 0 0 0,15 24 0 0 0,-15-30-107 0 0,-1-1 0 0 0,1 0 0 0 0,0 1 0 0 0,1-2 0 0 0,-1 1 0 0 0,1-1 1 0 0,0 0-1 0 0,0 0 0 0 0,1-1 0 0 0,10 5 0 0 0,-13-7-282 0 0,1 0-1 0 0,0 0 0 0 0,-1 0 1 0 0,1-1-1 0 0,0 1 0 0 0,0-1 1 0 0,0-1-1 0 0,0 1 0 0 0,0-1 1 0 0,0 0-1 0 0,0 0 0 0 0,0-1 1 0 0,0 0-1 0 0,-1 0 0 0 0,11-3 1 0 0,1-4-1372 0 0</inkml:trace>
  <inkml:trace contextRef="#ctx0" brushRef="#br0" timeOffset="1">531 102 23551 0 0,'0'0'1083'0'0,"-2"1"-29"0"0,0 1-966 0 0,-1 0-1 0 0,1-1 0 0 0,0 1 1 0 0,0 0-1 0 0,1 0 0 0 0,-1 0 0 0 0,0 0 1 0 0,0 1-1 0 0,1-1 0 0 0,0 0 1 0 0,-1 1-1 0 0,1-1 0 0 0,0 1 0 0 0,0-1 1 0 0,0 1-1 0 0,1 0 0 0 0,-1-1 0 0 0,1 1 1 0 0,-1 0-1 0 0,1 4 0 0 0,-1 0 256 0 0,-2 28 980 0 0,1 1 0 0 0,6 68 0 0 0,0-35-1062 0 0,-3-59-294 0 0,3 66 297 0 0,-3-67-428 0 0,1 1 0 0 0,0-1 0 0 0,0 0 0 0 0,1 0 0 0 0,5 15-1 0 0,-7-23-107 0 0,0 0 0 0 0,-1 0 0 0 0,1 0-1 0 0,0 1 1 0 0,0-1 0 0 0,0 0 0 0 0,0 0-1 0 0,0 0 1 0 0,0 0 0 0 0,2 1 0 0 0,-2-1-449 0 0,0-1 1 0 0,0 1-1 0 0,0-1 1 0 0,0 0-1 0 0,0 1 0 0 0,1-1 1 0 0,-1 0-1 0 0,0 1 1 0 0,0-1-1 0 0,0 0 1 0 0,2 0-1 0 0,9-1-7779 0 0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07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0 213 23927 0 0,'0'0'3088'0'0,"2"1"-2559"0"0,7 1-58 0 0,0-1-1 0 0,0 0 1 0 0,1 0-1 0 0,-1 0 1 0 0,0-1-1 0 0,13-2 1 0 0,11 0-247 0 0,64-1-857 0 0,-33-5-3692 0 0,-50 5 2212 0 0</inkml:trace>
  <inkml:trace contextRef="#ctx0" brushRef="#br0" timeOffset="1">482 1 22607 0 0,'0'0'2047'0'0,"8"8"-902"0"0,19 17 1143 0 0,14 12-40 0 0,121 73-616 0 0,-149-101-1937 0 0,1 0 0 0 0,17 8 0 0 0,-24-11 338 0 0,0-2-1344 0 0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07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1 10135 0 0,'0'0'464'0'0,"-8"3"151"0"0,5-2-214 0 0,1 0 0 0 0,-1 0-1 0 0,1 1 1 0 0,-1-1 0 0 0,1 1 0 0 0,-1-1 0 0 0,1 1-1 0 0,0 0 1 0 0,-1 0 0 0 0,-1 2 0 0 0,-3 3 2790 0 0,-7 6 2115 0 0,-18 20 0 0 0,-30 45-2824 0 0,12-13-2011 0 0,40-53-484 0 0,-19 22-350 0 0,-40 62-1 0 0,68-95 19 0 0,5 3-1658 0 0,-1-3 1604 0 0,0 1 1 0 0,0 0-1 0 0,0-1 0 0 0,0 0 1 0 0,0 1-1 0 0,0-1 0 0 0,1-1 1 0 0,5 2-1 0 0,8 0-1897 0 0</inkml:trace>
  <inkml:trace contextRef="#ctx0" brushRef="#br0" timeOffset="1">480 213 13823 0 0,'0'0'1247'0'0,"0"2"-579"0"0,3 6 2253 0 0,-1 0 0 0 0,-1 0 0 0 0,2 11 0 0 0,-2 26 1027 0 0,0-26-3595 0 0,2 25 0 0 0,0-34-186 0 0,6 7-5439 0 0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08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13823 0 0,'1'3'4192'0'0,"1"1"-3125"0"0,-1 0-1 0 0,1 0 1 0 0,1 0-1 0 0,-1 0 1 0 0,0 0-1 0 0,1-1 1 0 0,0 1 0 0 0,4 4-1 0 0,31 24 2419 0 0,-35-29-3526 0 0,44 32 807 0 0,-16-13-509 0 0,53 50 0 0 0,-74-61-245 0 0,0 1 0 0 0,-1-1 0 0 0,0 2 0 0 0,-1-1 0 0 0,0 1 0 0 0,-1 0 0 0 0,-1 1 0 0 0,0 0 0 0 0,0 0 1 0 0,-2 0-1 0 0,0 1 0 0 0,0-1 0 0 0,-1 1 0 0 0,0 19 0 0 0,-1-17-12 0 0,-2-1 0 0 0,0 1 0 0 0,0 0 0 0 0,-2 0 0 0 0,0-1 0 0 0,-1 1 0 0 0,-10 28 0 0 0,-27 62-657 0 0,36-94-160 0 0,3-8-2418 0 0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08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 4607 0 0,'-1'1'19461'0'0,"-6"9"-18939"0"0,1-1 0 0 0,0 1-1 0 0,1 0 1 0 0,0 1-1 0 0,1-1 1 0 0,0 1-1 0 0,1 0 1 0 0,0 0-1 0 0,-2 14 1 0 0,1-2 349 0 0,2-1-1 0 0,1 1 1 0 0,2 39 0 0 0,0-55-871 0 0,0 0 0 0 0,0-1 0 0 0,1 1 0 0 0,-1-1 0 0 0,1 1 0 0 0,1-1 0 0 0,-1 0 0 0 0,1 0 0 0 0,0 0 0 0 0,1 0 0 0 0,-1-1 0 0 0,1 1 0 0 0,0-1 0 0 0,8 8 0 0 0,-9-11 0 0 0,0 1 0 0 0,0-1 0 0 0,0 0 0 0 0,0 0 0 0 0,0 0 0 0 0,1 0 0 0 0,-1 0 0 0 0,1-1 0 0 0,-1 1 0 0 0,1-1 0 0 0,0 0 0 0 0,-1 0 0 0 0,1-1 0 0 0,0 1 0 0 0,0-1 0 0 0,-1 1 0 0 0,1-1 0 0 0,0-1 0 0 0,0 1 0 0 0,0 0 0 0 0,-1-1 0 0 0,1 0 0 0 0,0 0 0 0 0,0 0 0 0 0,-1 0 0 0 0,7-3 0 0 0,-4 0-28 0 0,1 1 0 0 0,0-1 1 0 0,-1-1-1 0 0,0 1 0 0 0,1-1 0 0 0,-2 0 1 0 0,1-1-1 0 0,-1 1 0 0 0,0-1 0 0 0,0 0 1 0 0,0 0-1 0 0,-1-1 0 0 0,0 1 0 0 0,0-1 1 0 0,-1 0-1 0 0,4-10 0 0 0,7-18-166 0 0,-1-1 0 0 0,-2 0 0 0 0,12-68 0 0 0,-23 102 578 0 0,-1 5-335 0 0,0-1 0 0 0,1 1 1 0 0,-1 0-1 0 0,0 0 0 0 0,1 5 0 0 0,-1-7-32 0 0,-2 26 55 0 0,0 1 0 0 0,2-1 1 0 0,1 1-1 0 0,1-1 0 0 0,1 1 0 0 0,8 35 0 0 0,-9-58-53 0 0,1 1 0 0 0,-1-1-1 0 0,1 0 1 0 0,1 0 0 0 0,-1-1-1 0 0,1 1 1 0 0,0 0-1 0 0,0-1 1 0 0,0 0 0 0 0,1 0-1 0 0,-1 0 1 0 0,1 0 0 0 0,0 0-1 0 0,4 3 1 0 0,-4-5-217 0 0,-1 0 0 0 0,1 0 1 0 0,0 0-1 0 0,-1 0 0 0 0,1 0 0 0 0,0-1 1 0 0,0 0-1 0 0,0 0 0 0 0,0 0 1 0 0,0 0-1 0 0,0 0 0 0 0,0-1 0 0 0,1 0 1 0 0,-1 0-1 0 0,0 0 0 0 0,0 0 0 0 0,0-1 1 0 0,7-1-1 0 0,4-3-7039 0 0,0-1-2242 0 0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09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268 132 11055 0 0,'0'0'1002'0'0,"1"-1"-338"0"0,13-21 11459 0 0,-13 20-11312 0 0,1-1 0 0 0,-1 0 1 0 0,-1 0-1 0 0,1 0 0 0 0,1-6 1 0 0,-2 7-723 0 0,0-1 1 0 0,0 1 0 0 0,0-1-1 0 0,0 0 1 0 0,-1 1 0 0 0,1-1-1 0 0,-1 1 1 0 0,0-1 0 0 0,1 1-1 0 0,-1-1 1 0 0,0 1 0 0 0,-1 0-1 0 0,1-1 1 0 0,0 1 0 0 0,-1 0-1 0 0,1 0 1 0 0,-4-4 0 0 0,5 6-76 0 0,-3-3 12 0 0,1 0 1 0 0,0 0-1 0 0,-1 0 0 0 0,0 1 0 0 0,1-1 0 0 0,-1 1 1 0 0,0-1-1 0 0,0 1 0 0 0,0 0 0 0 0,-1 0 0 0 0,1 1 1 0 0,0-1-1 0 0,-1 1 0 0 0,1-1 0 0 0,-1 1 1 0 0,0 0-1 0 0,1 0 0 0 0,-1 1 0 0 0,0-1 0 0 0,1 1 1 0 0,-1 0-1 0 0,-4 0 0 0 0,7 0-26 0 0,0 0 0 0 0,0 0 0 0 0,0 0 0 0 0,0 0 0 0 0,0 0 0 0 0,0 1 0 0 0,0-1 0 0 0,0 0 0 0 0,0 0 0 0 0,0 1 0 0 0,0-1 0 0 0,1 0 0 0 0,-1 1 0 0 0,0-1 0 0 0,0 1 0 0 0,0 0 0 0 0,0-1 0 0 0,1 1 0 0 0,-1 0 0 0 0,0-1 0 0 0,1 1 0 0 0,-1 0 0 0 0,0 0 0 0 0,1-1 0 0 0,-1 2 0 0 0,-1 1 0 0 0,0 0 13 0 0,0 0 0 0 0,1 0 0 0 0,-1 0 1 0 0,1 1-1 0 0,-1-1 0 0 0,1 0 0 0 0,0 1 0 0 0,0-1 0 0 0,0 1 0 0 0,1 0 0 0 0,-1 6 1 0 0,1 4 70 0 0,3 24 0 0 0,-2-29-53 0 0,5 36 160 0 0,13 44-1 0 0,-7-35-104 0 0,2 40-198 0 0,-6-27-17 0 0,-7-66-6 0 0,-1 6-1117 0 0</inkml:trace>
  <inkml:trace contextRef="#ctx0" brushRef="#br0" timeOffset="1">1 335 10591 0 0,'2'-1'15260'0'0,"27"-5"-12707"0"0,30-4 0 0 0,-39 8-1895 0 0,125-11 706 0 0,-48 11-4051 0 0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12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20503 0 0,'0'0'5465'0'0,"2"0"-4370"0"0,110-4 2585 0 0,6 0-3775 0 0,-54 2-2830 0 0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12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19263 0 0,'-2'1'884'0'0,"2"-1"-741"0"0,0 0-1 0 0,0 0 1 0 0,-1 0-1 0 0,1 0 1 0 0,0 0-1 0 0,0 0 1 0 0,-1 0-1 0 0,1 1 1 0 0,0-1-1 0 0,0 0 1 0 0,0 0-1 0 0,-1 0 1 0 0,1 0-1 0 0,0 1 1 0 0,0-1-1 0 0,0 0 1 0 0,0 0-1 0 0,-1 1 1 0 0,1-1-1 0 0,0 0 1 0 0,0 0-1 0 0,0 1 1 0 0,0-1-1 0 0,0 0 1 0 0,0 0-1 0 0,0 1 1 0 0,0-1-1 0 0,0 0 1 0 0,0 0-1 0 0,0 1 1 0 0,0-1-1 0 0,0 0 1 0 0,0 0-1 0 0,0 1 1 0 0,0-1-1 0 0,0 0 1 0 0,0 0-1 0 0,0 1 1 0 0,0-1-1 0 0,0 0 1 0 0,0 0-1 0 0,1 1 1 0 0,-1-1-1 0 0,0 0 1 0 0,15 8 1607 0 0,-9-7-1609 0 0,1 1 0 0 0,0-1 0 0 0,10 1 0 0 0,2-2-22 0 0,41 0-1031 0 0,65-8 1 0 0,-100 5-308 0 0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13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11 5527 0 0,'0'0'423'0'0,"-7"-7"6253"0"0,7 6-6002 0 0,-1 1-1 0 0,0-1 1 0 0,0 1-1 0 0,0 0 1 0 0,0-1-1 0 0,1 1 1 0 0,-1 0-1 0 0,0 0 1 0 0,0 0-1 0 0,0 0 1 0 0,0 0-1 0 0,0 0 1 0 0,0 0-1 0 0,0 0 1 0 0,-1 0-1 0 0,-18 8 2550 0 0,16-6-3014 0 0,0 1 0 0 0,1-1 1 0 0,-1 1-1 0 0,0 0 0 0 0,1 1 0 0 0,-6 5 1 0 0,-6 15 290 0 0,1 0 1 0 0,2 1-1 0 0,0 1 1 0 0,-9 29-1 0 0,12-31-280 0 0,-46 142 887 0 0,47-135-966 0 0,1 1 1 0 0,2 0-1 0 0,-2 45 0 0 0,7-58-111 0 0,0 0 0 0 0,2 0 0 0 0,6 33 0 0 0,-5-41-28 0 0,0 0-1 0 0,1 0 0 0 0,0-1 1 0 0,0 1-1 0 0,1-1 0 0 0,1 0 1 0 0,10 14-1 0 0,-16-23-7 0 0,43 50-32 0 0,-39-46-151 0 0,0-1 0 0 0,1 0 0 0 0,0-1 0 0 0,-1 1 0 0 0,2-1 0 0 0,-1 0 0 0 0,0 0 0 0 0,9 4 0 0 0,-12-7 16 0 0,-1 1 1 0 0,0-1-1 0 0,1 0 1 0 0,-1 0-1 0 0,0 1 1 0 0,1-1-1 0 0,-1 0 1 0 0,0 0-1 0 0,1 0 1 0 0,-1 0-1 0 0,0-1 1 0 0,1 1-1 0 0,-1 0 1 0 0,0-1 0 0 0,1 1-1 0 0,-1 0 1 0 0,0-1-1 0 0,0 0 1 0 0,1 1-1 0 0,-1-1 1 0 0,0 0-1 0 0,0 1 1 0 0,0-1-1 0 0,1-1 1 0 0,8-9-7483 0 0,-4 2-497 0 0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13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0 4143 0 0,'-9'3'9426'0'0,"4"4"-7144"0"0,0 0 1 0 0,0 0-1 0 0,1 0 1 0 0,0 1-1 0 0,-4 9 0 0 0,4-4-1043 0 0,0 0-1 0 0,-5 24 0 0 0,7-16-1043 0 0,0 1-1 0 0,1 0 1 0 0,3 42-1 0 0,-1-54-163 0 0,1 0 0 0 0,0 1 0 0 0,0-1 0 0 0,1 0 1 0 0,0-1-1 0 0,0 1 0 0 0,1 0 0 0 0,7 11 0 0 0,-8-17-22 0 0,-1 0 0 0 0,1 0-1 0 0,0-1 1 0 0,0 1 0 0 0,0-1 0 0 0,1 0 0 0 0,-1 0 0 0 0,1 0 0 0 0,0-1 0 0 0,-1 1 0 0 0,1-1 0 0 0,1 0 0 0 0,-1 0 0 0 0,0 0-1 0 0,0 0 1 0 0,1-1 0 0 0,-1 0 0 0 0,1 0 0 0 0,-1 0 0 0 0,10 0 0 0 0,-10 0-13 0 0,1-1 0 0 0,0-1 1 0 0,0 1-1 0 0,-1 0 0 0 0,1-1 0 0 0,0 0 0 0 0,-1 0 1 0 0,1-1-1 0 0,-1 1 0 0 0,1-1 0 0 0,-1 0 1 0 0,0 0-1 0 0,1-1 0 0 0,-1 1 0 0 0,0-1 0 0 0,-1 0 1 0 0,1 0-1 0 0,3-3 0 0 0,-3 2 0 0 0,-1-1-1 0 0,1 1 1 0 0,-1 0-1 0 0,-1-1 1 0 0,1 0-1 0 0,0 0 1 0 0,-1 0-1 0 0,0 0 1 0 0,0 0-1 0 0,-1 0 1 0 0,0 0-1 0 0,1 0 1 0 0,-2-1-1 0 0,1 1 1 0 0,0-9-1 0 0,-1-2-9 0 0,-1 1-1 0 0,0 0 1 0 0,-1 0 0 0 0,0 0-1 0 0,-1 1 1 0 0,-5-16 0 0 0,6 24-46 0 0,-1 1 0 0 0,1 0 1 0 0,-1 0-1 0 0,0 0 1 0 0,0 0-1 0 0,0 0 0 0 0,0 0 1 0 0,-1 1-1 0 0,0 0 0 0 0,0 0 1 0 0,0 0-1 0 0,-1 0 0 0 0,1 0 1 0 0,-1 1-1 0 0,0 0 1 0 0,0 0-1 0 0,0 0 0 0 0,-11-3 1 0 0,-27-9-1795 0 0,15 7-2428 0 0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14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1 251 22175 0 0,'0'0'2009'0'0,"0"2"-1657"0"0,13 97 6664 0 0,-13-96-6984 0 0,4 12 59 0 0,-4-14-170 0 0,0 1 0 0 0,1-1 0 0 0,-1 0 0 0 0,1 1 0 0 0,-1-1-1 0 0,1 0 1 0 0,0 1 0 0 0,0-1 0 0 0,-1 0 0 0 0,1 0 0 0 0,0 0 0 0 0,0 0 0 0 0,0 1 0 0 0,0-1 0 0 0,0-1-1 0 0,0 1 1 0 0,1 0 0 0 0,-1 0 0 0 0,0 0 0 0 0,0-1 0 0 0,1 1 0 0 0,-1 0 0 0 0,0-1 0 0 0,1 1 0 0 0,-1-1-1 0 0,0 0 1 0 0,1 1 0 0 0,-1-1 0 0 0,1 0 0 0 0,-1 0 0 0 0,1 0 0 0 0,-1 0 0 0 0,1 0 0 0 0,1 0 0 0 0,1-1-513 0 0,1-1-1 0 0,-1 1 1 0 0,1-1 0 0 0,-1 0 0 0 0,0 0 0 0 0,1 0 0 0 0,-1-1 0 0 0,6-5 0 0 0,4-3-1379 0 0</inkml:trace>
  <inkml:trace contextRef="#ctx0" brushRef="#br0" timeOffset="1">416 0 11055 0 0,'-3'0'12689'0'0,"0"1"-12287"0"0,-1-1-1 0 0,1 1 0 0 0,0 0 1 0 0,-1 0-1 0 0,1 0 0 0 0,0 0 0 0 0,0 0 1 0 0,0 1-1 0 0,0 0 0 0 0,-3 2 0 0 0,-32 24 1610 0 0,33-24-1846 0 0,-3 2-19 0 0,1 1 0 0 0,0 0-1 0 0,1 0 1 0 0,-1 0 0 0 0,1 1 0 0 0,1 0 0 0 0,0 0 0 0 0,-7 13 0 0 0,11-19-134 0 0,1 0-1 0 0,-1 0 1 0 0,1 0-1 0 0,0 0 1 0 0,0 0-1 0 0,-1 1 1 0 0,1-1-1 0 0,1 0 1 0 0,-1 0 0 0 0,0 0-1 0 0,0 0 1 0 0,1 0-1 0 0,-1 0 1 0 0,1 0-1 0 0,0 0 1 0 0,0 0 0 0 0,-1-1-1 0 0,1 1 1 0 0,1 0-1 0 0,-1 0 1 0 0,0-1-1 0 0,0 1 1 0 0,2 2-1 0 0,1-1-3 0 0,-1 1 0 0 0,0-1 0 0 0,1 0 0 0 0,0 0 0 0 0,-1 0-1 0 0,1 0 1 0 0,0 0 0 0 0,9 3 0 0 0,16 3 22 0 0,1 0-1 0 0,33 4 1 0 0,16 5 5 0 0,-65-15-32 0 0,-5 0 7 0 0,1-1 0 0 0,-1 1 0 0 0,0 1 0 0 0,13 5 0 0 0,-13-2 1 0 0,-3 1-11 0 0,0 5-2 0 0,-6-9 4 0 0,-1-2 9 0 0,1 2 31 0 0,-6 12-29 0 0,1-11-14 0 0,2-3 0 0 0,-2 3-56 0 0,-1 0 0 0 0,-1-1 0 0 0,1 0 0 0 0,-1 0 1 0 0,1 0-1 0 0,-1-1 0 0 0,0 1 0 0 0,0-2 0 0 0,-1 1 0 0 0,1-1 0 0 0,-13 2 0 0 0,8-2-351 0 0,-1-1 0 0 0,0 0-1 0 0,0 0 1 0 0,1-2-1 0 0,-1 1 1 0 0,-14-4 0 0 0,6-1-6668 0 0,-2-3-2235 0 0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14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15663 0 0,'0'0'1207'0'0,"3"0"-788"0"0,105 7 10700 0 0,-55-3-9593 0 0,18 2-615 0 0,91 3-472 0 0,-141-10-541 0 0,0 0 0 0 0,0-1-1 0 0,0-2 1 0 0,0 0 0 0 0,33-11 0 0 0,-44 11 46 0 0,2 0 12 0 0,-1-1 0 0 0,0-1 0 0 0,0 1 0 0 0,10-9 0 0 0,-19 13 105 0 0,-12 0 157 0 0,6 2-173 0 0,0 0 1 0 0,0 0 0 0 0,0 0 0 0 0,0 0-1 0 0,0 1 1 0 0,0-1 0 0 0,1 1 0 0 0,-1 0-1 0 0,-3 3 1 0 0,-32 25 134 0 0,28-21-148 0 0,-4 2-19 0 0,1 1 1 0 0,0 0-1 0 0,1 1 0 0 0,1 0 1 0 0,-16 21-1 0 0,23-23-13 0 0,0-2-13 0 0,5-9 10 0 0,-1 0 1 0 0,1 1 0 0 0,0-1 0 0 0,0 0-1 0 0,0 0 1 0 0,0 1 0 0 0,0-1 0 0 0,0 0-1 0 0,0 0 1 0 0,0 1 0 0 0,0-1 0 0 0,0 0-1 0 0,0 0 1 0 0,0 1 0 0 0,0-1-1 0 0,0 0 1 0 0,0 0 0 0 0,1 1 0 0 0,-1-1-1 0 0,0 0 1 0 0,0 0 0 0 0,0 1 0 0 0,0-1-1 0 0,0 0 1 0 0,1 0 0 0 0,-1 0 0 0 0,0 1-1 0 0,0-1 1 0 0,0 0 0 0 0,0 0 0 0 0,1 0-1 0 0,-1 0 1 0 0,0 1 0 0 0,0-1-1 0 0,1 0 1 0 0,-1 0 0 0 0,0 0 0 0 0,0 0-1 0 0,1 0 1 0 0,-1 0 0 0 0,11 3-49 0 0,-2-3 44 0 0,0-1 0 0 0,0 0 0 0 0,0 0 0 0 0,0-1 0 0 0,0-1 0 0 0,0 1 0 0 0,-1-1 0 0 0,1-1 0 0 0,9-5 0 0 0,-5 3 8 0 0,-1 1 0 0 0,1 0-1 0 0,14-2 1 0 0,-25 6-1 0 0,1 0 0 0 0,-1 1 1 0 0,0-1-1 0 0,0 1 0 0 0,1 0 0 0 0,-1-1 0 0 0,0 1 0 0 0,0 1 1 0 0,3-1-1 0 0,0 1 17 0 0,-4-1-4 0 0,-1 0 0 0 0,1 0 0 0 0,0 1 0 0 0,0-1 0 0 0,-1 0 0 0 0,1 1 0 0 0,0-1 0 0 0,0 0 0 0 0,-1 1 0 0 0,1-1 0 0 0,0 1 0 0 0,-1-1 0 0 0,1 1 0 0 0,-1 0 0 0 0,1-1 0 0 0,-1 1 0 0 0,1 0 0 0 0,0 1 0 0 0,7 12 196 0 0,-6-3-102 0 0,0-1 0 0 0,0 1 0 0 0,-1-1 1 0 0,0 1-1 0 0,-1 0 0 0 0,0-1 0 0 0,0 1 0 0 0,-4 14 1 0 0,1 14-65 0 0,-7 75 49 0 0,3-43-150 0 0,7-71-89 0 0,0 1 0 0 0,0-1-1 0 0,0 0 1 0 0,0 1 0 0 0,0-1 0 0 0,0 1-1 0 0,0-1 1 0 0,0 0 0 0 0,0 1-1 0 0,0-1 1 0 0,0 1 0 0 0,0-1 0 0 0,0 0-1 0 0,0 1 1 0 0,1-1 0 0 0,-1 0-1 0 0,0 1 1 0 0,0-1 0 0 0,0 0 0 0 0,1 1-1 0 0,-1-1 1 0 0,0 0 0 0 0,0 0-1 0 0,1 1 1 0 0,-1-1 0 0 0,0 0 0 0 0,1 0-1 0 0,-1 1 1 0 0,0-1 0 0 0,1 0-1 0 0,-1 0 1 0 0,0 0 0 0 0,1 0 0 0 0,-1 0-1 0 0,1 1 1 0 0,-1-1 0 0 0,0 0-1 0 0,1 0 1 0 0,-1 0 0 0 0,0 0 0 0 0,1 0-1 0 0,-1 0 1 0 0,1 0 0 0 0,-1 0-1 0 0,0 0 1 0 0,1-1 0 0 0,20-5-2135 0 0,-6-1 113 0 0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14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 11519 0 0,'0'0'1040'0'0,"-1"1"-853"0"0,-14 26 1480 0 0,7 5 5526 0 0,3-10-2695 0 0,1-8-3624 0 0,0 0 0 0 0,2 0 0 0 0,-1 0 0 0 0,2 0 1 0 0,0 19-1 0 0,1-25-779 0 0,0 0 0 0 0,1-1 1 0 0,1 1-1 0 0,-1 0 1 0 0,1-1-1 0 0,0 0 1 0 0,1 1-1 0 0,0-1 0 0 0,0 0 1 0 0,0 0-1 0 0,6 8 1 0 0,-5-10-92 0 0,0 0 0 0 0,0 0 0 0 0,0 0 0 0 0,0 0 0 0 0,1-1 0 0 0,0 1 0 0 0,0-1 0 0 0,0-1 0 0 0,1 1 0 0 0,-1-1 0 0 0,1 0 0 0 0,0 0 0 0 0,-1 0 1 0 0,1-1-1 0 0,1 0 0 0 0,-1 0 0 0 0,0 0 0 0 0,0-1 0 0 0,1 0 0 0 0,-1 0 0 0 0,12-1 0 0 0,-9-1-17 0 0,-1 1-1 0 0,0-2 1 0 0,1 1-1 0 0,-1-1 1 0 0,0-1-1 0 0,0 1 1 0 0,0-1 0 0 0,0-1-1 0 0,-1 1 1 0 0,1-1-1 0 0,-1-1 1 0 0,0 1-1 0 0,0-1 1 0 0,0-1 0 0 0,-1 1-1 0 0,0-1 1 0 0,0 0-1 0 0,0 0 1 0 0,-1-1-1 0 0,0 0 1 0 0,0 0 0 0 0,-1 0-1 0 0,0 0 1 0 0,0-1-1 0 0,-1 0 1 0 0,0 0-1 0 0,4-14 1 0 0,-6 20-1 0 0,-1 0 0 0 0,1 0 0 0 0,-1 0 1 0 0,0-1-1 0 0,1 1 0 0 0,-1 0 0 0 0,0 0 0 0 0,0 0 0 0 0,-1-1 0 0 0,1 1 0 0 0,0 0 1 0 0,-1 0-1 0 0,1 0 0 0 0,-2-4 0 0 0,1 5 8 0 0,0 0 0 0 0,1 1 0 0 0,-1-1 1 0 0,0 0-1 0 0,0 0 0 0 0,0 0 0 0 0,0 1 0 0 0,0-1 0 0 0,0 0 0 0 0,0 1 0 0 0,0-1 1 0 0,0 1-1 0 0,0-1 0 0 0,0 1 0 0 0,0 0 0 0 0,0-1 0 0 0,0 1 0 0 0,0 0 1 0 0,0 0-1 0 0,-1 0 0 0 0,1 0 0 0 0,0 0 0 0 0,0 0 0 0 0,0 0 0 0 0,0 0 0 0 0,0 0 1 0 0,-1 0-1 0 0,1 1 0 0 0,-2 0 0 0 0,-5 1 12 0 0,0 1-1 0 0,0 0 1 0 0,1 1-1 0 0,-1 0 1 0 0,1 0-1 0 0,0 0 1 0 0,0 1-1 0 0,0 0 1 0 0,0 1-1 0 0,1-1 1 0 0,0 1-1 0 0,-10 14 1 0 0,10-13 0 0 0,0 1 0 0 0,1 0 0 0 0,0 0 0 0 0,0 0 0 0 0,1 1 0 0 0,0 0 0 0 0,1 0 0 0 0,0 0 0 0 0,0 0 0 0 0,1 0 0 0 0,-1 12 0 0 0,2-19-89 0 0,1 0 0 0 0,0-1 0 0 0,0 1 0 0 0,0 0 1 0 0,0-1-1 0 0,0 1 0 0 0,1 0 0 0 0,-1-1 0 0 0,1 1 0 0 0,-1 0 0 0 0,1-1 0 0 0,-1 1 1 0 0,1 0-1 0 0,0-1 0 0 0,0 1 0 0 0,0-1 0 0 0,0 0 0 0 0,0 1 0 0 0,0-1 0 0 0,0 0 0 0 0,0 1 1 0 0,0-1-1 0 0,1 0 0 0 0,-1 0 0 0 0,0 0 0 0 0,1 0 0 0 0,-1 0 0 0 0,1-1 0 0 0,-1 1 0 0 0,1 0 1 0 0,0-1-1 0 0,1 1 0 0 0,1 1-362 0 0,1-2-1 0 0,-1 1 1 0 0,1-1 0 0 0,-1 1 0 0 0,1-1 0 0 0,-1 0 0 0 0,1-1-1 0 0,-1 1 1 0 0,0-1 0 0 0,1 0 0 0 0,4-1 0 0 0,9-4-1766 0 0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15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0 19263 0 0,'-1'1'4639'0'0,"-25"44"528"0"0,-12 27-3077 0 0,12-25-1466 0 0,20-36-536 0 0,0 1 1 0 0,1-1-1 0 0,1 1 1 0 0,-1 0-1 0 0,2 0 0 0 0,0 1 1 0 0,-3 22-1 0 0,6-30-84 0 0,0 0 1 0 0,0 1-1 0 0,0-1 1 0 0,1 1-1 0 0,-1-1 1 0 0,1 0-1 0 0,1 1 0 0 0,-1-1 1 0 0,1 0-1 0 0,0 0 1 0 0,0 0-1 0 0,0 0 1 0 0,1-1-1 0 0,0 1 0 0 0,0 0 1 0 0,0-1-1 0 0,0 0 1 0 0,1 0-1 0 0,0 0 1 0 0,6 6-1 0 0,-3-5-27 0 0,0-1-1 0 0,0 1 1 0 0,0-1 0 0 0,1-1 0 0 0,-1 1-1 0 0,1-1 1 0 0,0 0 0 0 0,0-1-1 0 0,0 0 1 0 0,0 0 0 0 0,1-1-1 0 0,-1 0 1 0 0,0-1 0 0 0,1 1 0 0 0,-1-2-1 0 0,16-1 1 0 0,-17 1 3 0 0,1-1 0 0 0,-1 1 1 0 0,-1-1-1 0 0,1 0 0 0 0,0-1 0 0 0,0 0 0 0 0,-1 0 1 0 0,1 0-1 0 0,-1-1 0 0 0,0 0 0 0 0,0 0 0 0 0,-1 0 1 0 0,1-1-1 0 0,-1 0 0 0 0,0 0 0 0 0,0 0 0 0 0,0-1 1 0 0,-1 0-1 0 0,7-12 0 0 0,-9 14 20 0 0,0 0 0 0 0,0 0 0 0 0,-1-1 0 0 0,0 1 0 0 0,0 0 0 0 0,0-1 0 0 0,0 1 0 0 0,-1-1 0 0 0,1-4 0 0 0,-2 8 0 0 0,1 1 0 0 0,0-1 0 0 0,-1 0 0 0 0,1 1 0 0 0,0-1 0 0 0,-1 1 0 0 0,1-1 0 0 0,-1 1 0 0 0,1-1 0 0 0,-1 1 0 0 0,1-1 0 0 0,-1 1 0 0 0,1-1 0 0 0,-1 1 0 0 0,1 0 0 0 0,-1-1 0 0 0,0 1 0 0 0,1 0 0 0 0,-1 0 0 0 0,0-1 0 0 0,1 1 0 0 0,-1 0 0 0 0,0 0 0 0 0,1 0 0 0 0,-1 0 0 0 0,0 0 0 0 0,1 0 0 0 0,-1 0 0 0 0,0 0 0 0 0,1 0 0 0 0,-2 0 0 0 0,1 0 0 0 0,-3 0 0 0 0,0 0 0 0 0,0 1 0 0 0,0 0 0 0 0,0-1 0 0 0,0 1 0 0 0,0 1 0 0 0,0-1 0 0 0,0 0 0 0 0,0 1 0 0 0,1 0 0 0 0,-1 0 0 0 0,-3 3 0 0 0,-8 4 0 0 0,-18 18 0 0 0,31-25 0 0 0,-7 5-9 0 0,5-4-26 0 0,0 0 1 0 0,1 1-1 0 0,-1 0 1 0 0,0-1-1 0 0,1 1 0 0 0,0 1 1 0 0,0-1-1 0 0,0 0 1 0 0,1 1-1 0 0,-3 4 1 0 0,3 2-738 0 0,2-9 621 0 0,-1 0-456 0 0,13 5-4839 0 0,1-4-3565 0 0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15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18367 0 0,'0'0'1668'0'0,"1"2"-1188"0"0,2 6 398 0 0,1 0 1 0 0,-1-1-1 0 0,2 1 0 0 0,-1-1 0 0 0,1 0 0 0 0,0 0 0 0 0,1 0 0 0 0,-1-1 1 0 0,9 7-1 0 0,11 9 32 0 0,30 19-1 0 0,-24-19-555 0 0,15 12-52 0 0,-14-12-116 0 0,-1 2 0 0 0,31 31-1 0 0,-53-46-148 0 0,-1 1 0 0 0,0-1-1 0 0,0 2 1 0 0,-1-1 0 0 0,-1 1-1 0 0,1 0 1 0 0,-2 0-1 0 0,0 1 1 0 0,0 0 0 0 0,5 20-1 0 0,-7-17-32 0 0,-1-1 0 0 0,0 1-1 0 0,-1 0 1 0 0,-1 0-1 0 0,0-1 1 0 0,-4 25 0 0 0,0-13-1 0 0,-2-1 0 0 0,-17 46 0 0 0,18-51-84 0 0,4-16 43 0 0,0 0 0 0 0,0 0 0 0 0,0 0-1 0 0,-4 6 1 0 0,5-8-207 0 0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16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18 15663 0 0,'0'0'1207'0'0,"-1"-1"-788"0"0,-15-13 3381 0 0,14 13-3412 0 0,0 1 1 0 0,0-1 0 0 0,-1 1 0 0 0,1 0 0 0 0,-1 0 0 0 0,1 0 0 0 0,0 0 0 0 0,-1 0 0 0 0,1 0 0 0 0,0 1 0 0 0,-1-1 0 0 0,1 1 0 0 0,0-1 0 0 0,-4 3 0 0 0,2-1-118 0 0,1 0 1 0 0,-1 0-1 0 0,1 0 0 0 0,0 1 1 0 0,0-1-1 0 0,0 1 0 0 0,0 0 1 0 0,-3 3-1 0 0,-3 8-81 0 0,0-1 0 0 0,0 2 1 0 0,-9 21-1 0 0,9-18 290 0 0,-13 27-80 0 0,1 1 0 0 0,-17 60 0 0 0,30-79-263 0 0,2 1 0 0 0,0 0 0 0 0,2 0 0 0 0,1 0 0 0 0,1 44 0 0 0,3-54-128 0 0,1 0 0 0 0,1-1-1 0 0,1 1 1 0 0,0-1-1 0 0,1 0 1 0 0,1 0-1 0 0,0 0 1 0 0,15 24 0 0 0,-15-29-5 0 0,1-2 1 0 0,0 1 0 0 0,1-1 0 0 0,0 0-1 0 0,1 0 1 0 0,0-1 0 0 0,0 0-1 0 0,1-1 1 0 0,0 0 0 0 0,0 0 0 0 0,1-1-1 0 0,19 9 1 0 0,-13-9-4 0 0,-1 1-5 0 0,0-1 1 0 0,1-1 0 0 0,0 0-1 0 0,35 5 1 0 0,-51-11-123 0 0,1-1 0 0 0,0 1 0 0 0,0-1-1 0 0,-1 0 1 0 0,1 0 0 0 0,0 0 0 0 0,-1 0 0 0 0,1 0 0 0 0,-1 0-1 0 0,1 0 1 0 0,-1 0 0 0 0,1-1 0 0 0,-1 1 0 0 0,0-1 0 0 0,0 1 0 0 0,0-1-1 0 0,0 1 1 0 0,0-1 0 0 0,0 0 0 0 0,1-1 0 0 0,4-20-3702 0 0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17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21047 0 0,'0'0'6456'0'0,"2"-1"-5635"0"0,123-26 2194 0 0,-101 22-2969 0 0,1 0-1 0 0,0 2 1 0 0,42 0 0 0 0,-51 3-4 0 0,-1 5-31 0 0,-14-5-6 0 0,0 1 0 0 0,0 0 1 0 0,0 0-1 0 0,0 0 0 0 0,0 0 0 0 0,0 0 1 0 0,0 0-1 0 0,0 0 0 0 0,0 0 0 0 0,-1 0 1 0 0,1 0-1 0 0,0 1 0 0 0,-1-1 0 0 0,1 0 1 0 0,-1 0-1 0 0,1 1 0 0 0,-1-1 0 0 0,0 0 1 0 0,0 1-1 0 0,1-1 0 0 0,-1 0 0 0 0,0 1 0 0 0,0-1 1 0 0,0 1-1 0 0,-1-1 0 0 0,1 0 0 0 0,0 1 1 0 0,0-1-1 0 0,-1 0 0 0 0,1 1 0 0 0,-1-1 1 0 0,0 2-1 0 0,-2 5 43 0 0,-1-1 1 0 0,0 0 0 0 0,-1 0-1 0 0,-5 7 1 0 0,7-9-33 0 0,-20 23 184 0 0,-32 32-1 0 0,29-33-97 0 0,19-19-67 0 0,1 0 0 0 0,-8 13-1 0 0,7-9 20 0 0,4-2-30 0 0,3-8 22 0 0,0 1-19 0 0,4 7-23 0 0,6 1-4 0 0,-6-8-6 0 0,0-1-1 0 0,0 0 1 0 0,1 0-1 0 0,-1 0 1 0 0,1 0-1 0 0,-1-1 1 0 0,1 0-1 0 0,0 0 1 0 0,-1 0 0 0 0,1 0-1 0 0,0-1 1 0 0,0 0-1 0 0,0 0 1 0 0,-1 0-1 0 0,10-2 1 0 0,6-2-47 0 0,0-1 0 0 0,26-9 1 0 0,-39 12 41 0 0,3-2 19 0 0,30-9-1424 0 0,71-33 1 0 0,-51 12-2114 0 0,-31 14 1529 0 0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18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1 14279 0 0,'-2'0'1103'0'0,"-19"0"-332"0"0,13 1 443 0 0,1 0-1 0 0,0 1 1 0 0,-1 0 0 0 0,1 0 0 0 0,0 1 0 0 0,0 0 0 0 0,0 0 0 0 0,-7 5 0 0 0,0 1-216 0 0,1 0 0 0 0,-22 19 0 0 0,33-26-940 0 0,0 0 0 0 0,0 0 0 0 0,0 0 0 0 0,0 0 0 0 0,0 0-1 0 0,1 0 1 0 0,-1 0 0 0 0,1 0 0 0 0,0 1 0 0 0,0-1-1 0 0,0 1 1 0 0,0-1 0 0 0,0 1 0 0 0,0-1 0 0 0,0 1 0 0 0,0 4-1 0 0,1-5-32 0 0,1 0 0 0 0,-1 1 0 0 0,0-1 0 0 0,1 0 0 0 0,0 0 0 0 0,-1 0 0 0 0,1 0 0 0 0,0 0 0 0 0,0 0 0 0 0,0 0 0 0 0,0 0 0 0 0,0 0 0 0 0,1 0 0 0 0,-1 0 0 0 0,0-1 0 0 0,1 1 0 0 0,0-1 0 0 0,-1 1 0 0 0,1-1 0 0 0,2 2 0 0 0,2 1 2 0 0,1 0-1 0 0,-1 0 0 0 0,1-1 1 0 0,11 4-1 0 0,4 2 13 0 0,-3-1-14 0 0,0-1-1 0 0,37 7 1 0 0,-31-8 2 0 0,28 10 0 0 0,-43-11-16 0 0,-9-5-2 0 0,0 1 0 0 0,0 0 0 0 0,0-1 0 0 0,0 1 0 0 0,0 0 1 0 0,0 0-1 0 0,0 0 0 0 0,0-1 0 0 0,0 1 0 0 0,0 0 0 0 0,-1 0 1 0 0,1 0-1 0 0,0 1 0 0 0,-1-1 0 0 0,1 0 0 0 0,0 0 0 0 0,-1 0 1 0 0,0 0-1 0 0,1 1 0 0 0,-1-1 0 0 0,0 0 0 0 0,1 0 0 0 0,-1 1 1 0 0,0-1-1 0 0,0 0 0 0 0,0 0 0 0 0,0 1 0 0 0,0-1 0 0 0,0 0 0 0 0,-1 0 1 0 0,1 1-1 0 0,-1 1 0 0 0,0 0 5 0 0,-1 0 0 0 0,0 0 0 0 0,1-1 1 0 0,-1 1-1 0 0,-1 0 0 0 0,1-1 0 0 0,-5 5 0 0 0,6-6-11 0 0,-5 4 5 0 0,0 0 0 0 0,-1-1-1 0 0,1 0 1 0 0,-1 0 0 0 0,0 0-1 0 0,-1-1 1 0 0,-11 4 0 0 0,-55 12 57 0 0,74-19-64 0 0,-14 3-98 0 0,0-2 0 0 0,0 1 0 0 0,0-2-1 0 0,0 0 1 0 0,-1 0 0 0 0,-13-4-1 0 0,14 2-1310 0 0,0-1 0 0 0,0-1-1 0 0,-16-6 1 0 0,12 1-8187 0 0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18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13823 0 0,'0'0'1247'0'0,"2"0"-1023"0"0,26-5-514 0 0,15-4 5583 0 0,7-1 2131 0 0,-17 5-5917 0 0,14-1-185 0 0,56-4-100 0 0,-84 10-1120 0 0,1 0 0 0 0,-1 1 0 0 0,26 4 0 0 0,-43-4-88 0 0,0-1 0 0 0,0 0-1 0 0,0 1 1 0 0,0 0 0 0 0,0-1-1 0 0,0 1 1 0 0,0 0 0 0 0,0 0-1 0 0,0 0 1 0 0,0 1 0 0 0,0-1-1 0 0,0 0 1 0 0,-1 1 0 0 0,1-1-1 0 0,-1 1 1 0 0,1-1 0 0 0,-1 1-1 0 0,1 0 1 0 0,-1 0 0 0 0,2 3-1 0 0,-2-2 0 0 0,0 0 0 0 0,0 0 1 0 0,-1 0-1 0 0,1 0 0 0 0,-1 0 0 0 0,1 0 0 0 0,-1 1 0 0 0,0-1 0 0 0,0 0 0 0 0,-1 0 0 0 0,1 0 0 0 0,-1 0 0 0 0,1 1 0 0 0,-2 2 0 0 0,-6 17 0 0 0,-2-1 1 0 0,0 0-1 0 0,-1 0 1 0 0,-16 22-1 0 0,13-21-4 0 0,1 0 0 0 0,1 0 1 0 0,-11 29-1 0 0,23-50-9 0 0,-1 1 0 0 0,0-1 0 0 0,1 1 0 0 0,0-1 0 0 0,-1 0 0 0 0,1 1 0 0 0,0 3 0 0 0,3 8 0 0 0,0-10 0 0 0,-1-3 0 0 0,1 2 0 0 0,0 0 0 0 0,0 0 0 0 0,0 0 0 0 0,0-1 0 0 0,0 1 0 0 0,0-1 0 0 0,1 0 0 0 0,0 0 0 0 0,-1 0 0 0 0,1-1 0 0 0,0 1 0 0 0,0-1 0 0 0,0 0 0 0 0,-1 0 0 0 0,1 0 0 0 0,0-1 0 0 0,1 1 0 0 0,-1-1 0 0 0,8 0 0 0 0,1-1 0 0 0,0 0 0 0 0,1-1 0 0 0,-1-1 0 0 0,23-6 0 0 0,-16 2 0 0 0,0 0 0 0 0,0-1 0 0 0,35-20 0 0 0,-50 25 0 0 0,0 0 0 0 0,-1 0 0 0 0,1-1 0 0 0,-1 0 0 0 0,1 1 0 0 0,-1-2 0 0 0,0 1 0 0 0,-1 0 0 0 0,1-1 0 0 0,-1 1 0 0 0,0-1 0 0 0,0 0 0 0 0,0 0 0 0 0,-1-1 0 0 0,1 1 0 0 0,-1 0 0 0 0,-1-1 0 0 0,1 1 0 0 0,1-11 0 0 0,-3 13-8 0 0,0-1-1 0 0,0 0 1 0 0,0 0 0 0 0,-1 1-1 0 0,1-1 1 0 0,-1 0 0 0 0,0 1-1 0 0,0-1 1 0 0,0 1-1 0 0,0-1 1 0 0,-1 1 0 0 0,0-1-1 0 0,-3-4 1 0 0,2 3-27 0 0,-1 0 0 0 0,0 1 0 0 0,0-1 0 0 0,-1 1 0 0 0,1 0 0 0 0,-1 1 0 0 0,-9-7-1 0 0,-5 1-122 0 0,0-1 0 0 0,-1 2 1 0 0,-36-10-1 0 0,48 16 120 0 0,-11-3-689 0 0,9 2-584 0 0,0 0-1 0 0,-16-7 1 0 0,18 7-785 0 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19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16127 0 0,'2'0'3935'0'0,"26"1"3250"0"0,1 0-3354 0 0,-8 0-3562 0 0,1 2 0 0 0,0 0 0 0 0,0 1 0 0 0,22 8 0 0 0,-41-12-268 0 0,-2 1 0 0 0,0-1-1 0 0,0 0 1 0 0,0 1 0 0 0,0-1 0 0 0,0 0 0 0 0,0 1 0 0 0,0-1 0 0 0,0 1 0 0 0,0 0 0 0 0,0-1 0 0 0,0 1-1 0 0,0 0 1 0 0,-1-1 0 0 0,1 1 0 0 0,0 0 0 0 0,1 1 0 0 0,-1 0 10 0 0,1 0-1 0 0,0 0 1 0 0,0 0-1 0 0,-1 1 1 0 0,1-1 0 0 0,-1 0-1 0 0,0 1 1 0 0,1-1 0 0 0,-1 1-1 0 0,0-1 1 0 0,0 1-1 0 0,-1 0 1 0 0,1-1 0 0 0,-1 1-1 0 0,1 0 1 0 0,-1-1-1 0 0,0 1 1 0 0,0 0 0 0 0,0-1-1 0 0,0 1 1 0 0,-1 0 0 0 0,1 0-1 0 0,-1-1 1 0 0,1 1-1 0 0,-1-1 1 0 0,-1 4 0 0 0,-4 7-17 0 0,1 0 1 0 0,-2-1-1 0 0,-14 23 1 0 0,14-26 21 0 0,-68 97 31 0 0,67-95-47 0 0,1 0 0 0 0,-7 16 0 0 0,11-19 0 0 0,3 2 0 0 0,3-2 0 0 0,5-1 0 0 0,-3-5 0 0 0,1 0 0 0 0,-1 0 0 0 0,1 0 0 0 0,-1 0 0 0 0,1-1 0 0 0,0 0 0 0 0,-1 0 0 0 0,1-1 0 0 0,0 1 0 0 0,0-1 0 0 0,0 0 0 0 0,6-2 0 0 0,8 0 0 0 0,1-2 0 0 0,20-6 0 0 0,43-16-2779 0 0,-4-7-4599 0 0,-66 26-2345 0 0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19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16127 0 0,'-1'2'11435'0'0,"1"-2"-11417"0"0,0 2 180 0 0,-1 1 0 0 0,1-1 0 0 0,0 1 0 0 0,0 0 0 0 0,0-1-1 0 0,0 1 1 0 0,0-1 0 0 0,0 1 0 0 0,1-1 0 0 0,-1 1 0 0 0,1-1 0 0 0,0 1 0 0 0,0-1-1 0 0,0 1 1 0 0,0-1 0 0 0,0 0 0 0 0,0 1 0 0 0,1-1 0 0 0,-1 0 0 0 0,1 0 0 0 0,-1 0-1 0 0,1 0 1 0 0,0 0 0 0 0,3 2 0 0 0,-4-3-237 0 0,0 0 0 0 0,0 0 0 0 0,0 0 0 0 0,0 0 0 0 0,0 0 0 0 0,1 0 0 0 0,-1 0 0 0 0,0-1 0 0 0,0 1 0 0 0,1-1 0 0 0,-1 1 0 0 0,1 0 0 0 0,-1-1 0 0 0,0 0 0 0 0,1 1 0 0 0,-1-1 0 0 0,1 0 0 0 0,-1 0 0 0 0,1 0 0 0 0,-1 0 0 0 0,1 0 0 0 0,-1 0 0 0 0,1 0 0 0 0,1-1 0 0 0,2 0-163 0 0,2 0-621 0 0,-1-1 0 0 0,0 1 1 0 0,0-1-1 0 0,0 0 0 0 0,0 0 1 0 0,8-5-1 0 0,0-1-1065 0 0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19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1 11975 0 0,'0'0'12923'0'0,"-7"3"-10289"0"0,-2 4-2060 0 0,0 0 1 0 0,1 1-1 0 0,-1 0 0 0 0,2 0 0 0 0,-1 1 0 0 0,1 0 0 0 0,-7 12 0 0 0,8-12-429 0 0,3-5-135 0 0,-14 19 91 0 0,2 0 0 0 0,-13 25-1 0 0,24-41-84 0 0,1 1-1 0 0,0-1 1 0 0,1 1-1 0 0,-1-1 0 0 0,1 1 1 0 0,1-1-1 0 0,-1 1 0 0 0,2 0 1 0 0,-1 0-1 0 0,1 0 1 0 0,1 16-1 0 0,0-20-15 0 0,0 1 0 0 0,1-1 0 0 0,0 1 0 0 0,-1-1 0 0 0,1 1 0 0 0,1-1 0 0 0,-1 0 0 0 0,1 0 0 0 0,-1 0 0 0 0,1 0 0 0 0,0-1 0 0 0,1 1 0 0 0,-1-1 0 0 0,1 1 0 0 0,-1-1 0 0 0,1-1 0 0 0,0 1 0 0 0,0 0 0 0 0,0-1 0 0 0,1 0 0 0 0,-1 0 0 0 0,9 3 0 0 0,-3-2 0 0 0,0 0 0 0 0,0 0 0 0 0,0-1 0 0 0,0-1 0 0 0,1 0 0 0 0,-1 0 0 0 0,0-1 0 0 0,1 0 0 0 0,16-3 0 0 0,-15 0-7 0 0,0 0-1 0 0,0 0 1 0 0,0-1-1 0 0,0-1 1 0 0,14-7-1 0 0,-19 8 2 0 0,-1 0 1 0 0,0 0-1 0 0,1 0 0 0 0,-2-1 0 0 0,1 0 0 0 0,0 0 0 0 0,-1-1 0 0 0,0 0 0 0 0,0 1 1 0 0,3-8-1 0 0,-1-1-63 0 0,-7 12 59 0 0,0 2 9 0 0,0-1-1 0 0,0 1 1 0 0,0-1 0 0 0,0 1-1 0 0,0 0 1 0 0,1-1-1 0 0,-1 1 1 0 0,0 0 0 0 0,0-1-1 0 0,0 1 1 0 0,0-1 0 0 0,0 1-1 0 0,0 0 1 0 0,0-1 0 0 0,0 1-1 0 0,-1 0 1 0 0,1-1 0 0 0,0 1-1 0 0,0-1 1 0 0,0 1-1 0 0,0 0 1 0 0,0-1 0 0 0,-1 1-1 0 0,1 0 1 0 0,0-1 0 0 0,0 1-1 0 0,0 0 1 0 0,-1 0 0 0 0,1-1-1 0 0,0 1 1 0 0,-1 0 0 0 0,1 0-1 0 0,0-1 1 0 0,0 1-1 0 0,-1 0 1 0 0,1 0 0 0 0,-1 0-1 0 0,1-1 1 0 0,0 1 0 0 0,-1 0-1 0 0,0 0-2 0 0,-2-2 7 0 0,0 1-1 0 0,-1-1 1 0 0,1 1-1 0 0,-1 0 1 0 0,1 0-1 0 0,-1 0 1 0 0,1 0-1 0 0,-1 1 1 0 0,0-1-1 0 0,1 1 1 0 0,-1 0-1 0 0,0 0 1 0 0,1 0-1 0 0,-1 1 1 0 0,0 0-1 0 0,1-1 1 0 0,-5 3 0 0 0,-8 2 9 0 0,0 0 0 0 0,-22 12 0 0 0,29-12-22 0 0,-6 2-190 0 0,1 2 0 0 0,-21 15 0 0 0,34-24-121 0 0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20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24935 0 0,'0'0'2261'0'0,"3"10"-1282"0"0,3-1-551 0 0,1-1 0 0 0,0 1-1 0 0,0-1 1 0 0,0-1 0 0 0,10 8 0 0 0,93 69 859 0 0,23 19-749 0 0,-106-81-517 0 0,-1 1 1 0 0,-1 1-1 0 0,-2 2 0 0 0,0 0 1 0 0,25 39-1 0 0,-27-29-9 0 0,-1 1 0 0 0,23 57 0 0 0,-37-77-7 0 0,0 1-1 0 0,-1 0 1 0 0,-1 1-1 0 0,0-1 1 0 0,-2 1-1 0 0,0 0 1 0 0,-2 35-1 0 0,-2-29-29 0 0,-2 0 1 0 0,0 1-1 0 0,-15 42 0 0 0,14-54-11 0 0,0-1 1 0 0,-1 1-1 0 0,0-2 0 0 0,-1 1 1 0 0,-1-1-1 0 0,0 0 0 0 0,0 0 1 0 0,-12 12-1 0 0,19-23-436 0 0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30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4 20383 0 0,'0'0'1848'0'0,"-2"-1"-1517"0"0,-14-2 3835 0 0,16 14-2423 0 0,8 89 1196 0 0,-3-49-2950 0 0,-2-27-217 0 0,9 34 0 0 0,-3-19-3840 0 0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30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79 12895 0 0,'0'0'13985'0'0,"2"-1"-13701"0"0,254-43 1086 0 0,-127 17-4745 0 0,-95 21 1647 0 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31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6 18287 0 0,'0'0'2090'0'0,"-6"-5"709"0"0,1 5-2417 0 0,0 1-1 0 0,0 0 0 0 0,0 0 0 0 0,0 0 0 0 0,0 1 1 0 0,1-1-1 0 0,-1 1 0 0 0,0 0 0 0 0,1 1 0 0 0,0-1 1 0 0,-1 1-1 0 0,1 0 0 0 0,0 0 0 0 0,1 0 0 0 0,-1 1 1 0 0,-5 5-1 0 0,-6 8-196 0 0,1 1 1 0 0,-16 26 0 0 0,19-26 271 0 0,-13 20-212 0 0,2 1 0 0 0,2 1 0 0 0,2 1 0 0 0,1 0 1 0 0,-12 51-1 0 0,26-82-243 0 0,1 1 0 0 0,0-1 0 0 0,1 1 0 0 0,0 0 0 0 0,0-1 0 0 0,1 1 0 0 0,1 0 0 0 0,0 0 0 0 0,0-1 0 0 0,6 20 0 0 0,-6-25-164 0 0,1-1-1 0 0,-1 1 0 0 0,1-1 1 0 0,0 0-1 0 0,1 1 0 0 0,-1-1 1 0 0,1 0-1 0 0,0 0 0 0 0,0-1 1 0 0,0 1-1 0 0,0-1 0 0 0,1 1 1 0 0,-1-1-1 0 0,1 0 0 0 0,0 0 1 0 0,0-1-1 0 0,0 1 0 0 0,0-1 1 0 0,1 0-1 0 0,-1 0 0 0 0,1 0 1 0 0,-1-1-1 0 0,1 1 0 0 0,-1-1 1 0 0,1 0-1 0 0,7 0 0 0 0,-3 0-673 0 0,0-1-1 0 0,0-1 1 0 0,0 1-1 0 0,17-5 1 0 0,-4-1-1547 0 0</inkml:trace>
  <inkml:trace contextRef="#ctx0" brushRef="#br0" timeOffset="1">452 122 15199 0 0,'0'2'5915'0'0,"-4"42"431"0"0,5 24-3425 0 0,-1 15-2156 0 0,-8 57-291 0 0,8-130-590 0 0,0 0-1 0 0,0 0 1 0 0,1 0-1 0 0,3 13 1 0 0,-4-21-95 0 0,1 1 1 0 0,0-1-1 0 0,0 0 1 0 0,0 1-1 0 0,0-1 1 0 0,0 0-1 0 0,0 0 1 0 0,1 0-1 0 0,-1 0 1 0 0,3 3 0 0 0,-3-5-20 0 0,0 1 0 0 0,0 0 0 0 0,0 0 0 0 0,0 0 1 0 0,0-1-1 0 0,0 1 0 0 0,0-1 0 0 0,0 1 0 0 0,1-1 0 0 0,-1 1 1 0 0,0-1-1 0 0,1 0 0 0 0,-1 1 0 0 0,0-1 0 0 0,0 0 1 0 0,1 0-1 0 0,-1 0 0 0 0,0 0 0 0 0,1 0 0 0 0,1-1 0 0 0,8-1-1723 0 0</inkml:trace>
  <inkml:trace contextRef="#ctx0" brushRef="#br0" timeOffset="2">702 356 22663 0 0,'0'0'3699'0'0,"2"0"-3030"0"0,153-33 3062 0 0,-61 12-4333 0 0,-57 12-2555 0 0,-22 5-4007 0 0,-2 1-1388 0 0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31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49 11455 0 0,'0'0'528'0'0,"1"-1"-16"0"0,2-3-418 0 0,1 1 0 0 0,-1 0 0 0 0,0-1 0 0 0,0 1 0 0 0,3-6-1 0 0,5-13 15175 0 0,-12 23-14502 0 0,-41 64 1663 0 0,19-31-1858 0 0,-26 50-1 0 0,44-73-561 0 0,0 0 1 0 0,0 0 0 0 0,2 0-1 0 0,-1 1 1 0 0,1-1-1 0 0,1 1 1 0 0,0 0-1 0 0,1-1 1 0 0,0 17 0 0 0,1-24-10 0 0,0 0 1 0 0,1 1 0 0 0,0-1 0 0 0,0 0-1 0 0,0-1 1 0 0,0 1 0 0 0,0 0 0 0 0,1 0-1 0 0,-1 0 1 0 0,1-1 0 0 0,0 1-1 0 0,0-1 1 0 0,1 1 0 0 0,-1-1 0 0 0,5 4-1 0 0,-4-3 0 0 0,1-1 0 0 0,0 0 0 0 0,0 0 0 0 0,0-1-1 0 0,1 1 1 0 0,-1-1 0 0 0,1 0 0 0 0,-1 0 0 0 0,1-1 0 0 0,0 1-1 0 0,-1-1 1 0 0,9 1 0 0 0,-5-1-41 0 0,0-1 1 0 0,0 0-1 0 0,-1 0 1 0 0,1-1-1 0 0,0 0 0 0 0,0 0 1 0 0,-1-1-1 0 0,1 0 1 0 0,11-4-1 0 0,-8 1-34 0 0,0 0 0 0 0,-1 0 0 0 0,0-1 0 0 0,0 0 0 0 0,17-15 0 0 0,-23 17 66 0 0,0 0 1 0 0,0-1-1 0 0,0 1 1 0 0,-1-1-1 0 0,0 0 1 0 0,1 0-1 0 0,-2-1 1 0 0,1 1-1 0 0,-1 0 1 0 0,0-1-1 0 0,0 0 0 0 0,0 1 1 0 0,1-9-1 0 0,-1-7-22 0 0,0 0 0 0 0,-1-30-1 0 0,-1 37 30 0 0,0 8-68 0 0,0 0 0 0 0,-1 0 0 0 0,0 0 0 0 0,0 0 0 0 0,-1 0 0 0 0,0 0 0 0 0,0 0 0 0 0,0 1 0 0 0,0-1 0 0 0,-1 0 0 0 0,0 1 0 0 0,-6-8 0 0 0,3 5-120 0 0,-1 0 0 0 0,0 0 0 0 0,-1 1-1 0 0,1 0 1 0 0,-2 0 0 0 0,-10-6 0 0 0,19 12-91 0 0,-1 1 0 0 0,1 0 1 0 0,-1 0-1 0 0,1 0 0 0 0,-1-1 1 0 0,1 1-1 0 0,-1 0 0 0 0,1 0 1 0 0,-1 0-1 0 0,1 0 0 0 0,-1 0 0 0 0,1 0 1 0 0,-1 0-1 0 0,1 0 0 0 0,-1 0 1 0 0,1 1-1 0 0,-1-1 0 0 0,1 0 1 0 0,-1 0-1 0 0,1 0 0 0 0,-1 0 1 0 0,1 1-1 0 0,-1-1 0 0 0,1 0 1 0 0,-1 1-1 0 0,1-1 0 0 0,0 0 1 0 0,-2 1-1 0 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32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13359 0 0,'0'0'1210'0'0,"1"1"-996"0"0,8 9 3889 0 0,-1 1 0 0 0,0 0-1 0 0,10 20 1 0 0,-8-14-4674 0 0,-9-16 601 0 0,0 1-1 0 0,0 0 1 0 0,-1-1 0 0 0,1 1 0 0 0,-1-1-1 0 0,1 1 1 0 0,-1 0 0 0 0,0-1 0 0 0,1 1-1 0 0,-1 0 1 0 0,0-1 0 0 0,0 1-1 0 0,0 0 1 0 0,0-1 0 0 0,-1 1 0 0 0,1 1-1 0 0,-2 2-1725 0 0,5-12-3169 0 0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32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42 5983 0 0,'0'0'542'0'0,"1"-1"-446"0"0,3-7 300 0 0,12-13 12074 0 0,-14 10-3362 0 0,-2 11-8997 0 0,0 0 0 0 0,0 0 0 0 0,0 0 0 0 0,0 0 0 0 0,-1 0 1 0 0,1 0-1 0 0,0 0 0 0 0,0 0 0 0 0,-1-1 310 0 0,-11 1 274 0 0,6 1-630 0 0,0 1 0 0 0,0-1 0 0 0,0 1 0 0 0,0 0 0 0 0,0 0 0 0 0,0 1 0 0 0,0 0 0 0 0,1 0 0 0 0,0 0 0 0 0,-1 1 0 0 0,1 0 0 0 0,0 0 0 0 0,1 0 0 0 0,-1 0 0 0 0,-5 8 0 0 0,5-6-65 0 0,2 2 0 0 0,1 1 0 0 0,2-8-2 0 0,0 0 0 0 0,-1 0 0 0 0,1 0 0 0 0,0 1 1 0 0,0-1-1 0 0,0 0 0 0 0,1 0 0 0 0,-1 0 0 0 0,0 1 0 0 0,0-1 0 0 0,1 0 0 0 0,-1 0 1 0 0,1 0-1 0 0,-1 0 0 0 0,1 0 0 0 0,-1 0 0 0 0,1 0 0 0 0,-1 0 0 0 0,1 0 0 0 0,0 0 0 0 0,0 0 1 0 0,0 0-1 0 0,-1 0 0 0 0,1-1 0 0 0,0 1 0 0 0,0 0 0 0 0,0 0 0 0 0,0-1 0 0 0,0 1 0 0 0,0-1 1 0 0,2 1-1 0 0,1 1-2 0 0,9 4-3 0 0,-1-1 1 0 0,1 0-1 0 0,0-1 1 0 0,0 0-1 0 0,0-1 1 0 0,16 1-1 0 0,-10-1-6 0 0,36 10 0 0 0,-39-7 33 0 0,0 0 0 0 0,0 1 0 0 0,-1 0-1 0 0,20 14 1 0 0,-31-19-11 0 0,0 1-1 0 0,0 0 0 0 0,-1 1 0 0 0,1-1 0 0 0,-1 1 1 0 0,0 0-1 0 0,0-1 0 0 0,4 9 0 0 0,-5-9-5 0 0,-1 0 0 0 0,0-1 0 0 0,0 1 0 0 0,0 0-1 0 0,-1 0 1 0 0,1 0 0 0 0,-1 0 0 0 0,1 0 0 0 0,-1 0 0 0 0,0 0-1 0 0,0 0 1 0 0,-1 0 0 0 0,1 0 0 0 0,0 0 0 0 0,-2 4 0 0 0,1-3-3 0 0,0-1 0 0 0,0 0 0 0 0,-1 0 0 0 0,1 0 0 0 0,-1 0 0 0 0,1 0 0 0 0,-1 0 1 0 0,0 0-1 0 0,0-1 0 0 0,-1 1 0 0 0,1 0 0 0 0,0-1 0 0 0,-1 0 0 0 0,0 0 0 0 0,1 0 1 0 0,-1 0-1 0 0,0 0 0 0 0,0 0 0 0 0,0-1 0 0 0,0 1 0 0 0,0-1 0 0 0,-1 0 0 0 0,1 0 0 0 0,0 0 1 0 0,-4 0-1 0 0,2 0-223 0 0,0-1-1 0 0,0 1 1 0 0,0-1 0 0 0,-1-1 0 0 0,1 1 0 0 0,0-1 0 0 0,0 1 0 0 0,0-1 0 0 0,0-1 0 0 0,0 1 0 0 0,0-1-1 0 0,1 0 1 0 0,-1 0 0 0 0,0 0 0 0 0,-7-6 0 0 0,-1-2-2542 0 0,0-1-6570 0 0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33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 24879 0 0,'0'0'1211'0'0,"2"0"-530"0"0,167-16 2111 0 0,-86 11-2001 0 0,214-21-18 0 0,-211 15-713 0 0,-80 11-36 0 0,-5 0 252 0 0,-6 1-240 0 0,0 1 0 0 0,0-1-1 0 0,0 1 1 0 0,0 0 0 0 0,1 0 0 0 0,-1 1-1 0 0,1-1 1 0 0,-8 7 0 0 0,3-3-19 0 0,-73 51 104 0 0,72-48-121 0 0,-1 0-1 0 0,1 1 0 0 0,1 0 0 0 0,0 0 1 0 0,-10 15-1 0 0,14-16 1 0 0,5 0 0 0 0,1-8-4 0 0,0 1 0 0 0,0-1-1 0 0,0 0 1 0 0,0 0 0 0 0,1 1 0 0 0,-1-1-1 0 0,0 0 1 0 0,1 0 0 0 0,-1 0 0 0 0,1 0-1 0 0,-1-1 1 0 0,1 1 0 0 0,0 0 0 0 0,-1-1 0 0 0,1 1-1 0 0,0-1 1 0 0,1 1 0 0 0,2 0-9 0 0,1 0 0 0 0,-1 0 0 0 0,0 0 0 0 0,9-1 0 0 0,29-6 2 0 0,-28 3 11 0 0,22-1-1 0 0,-33 3 3 0 0,1 1-1 0 0,-1 1 1 0 0,0-1 0 0 0,0 0 0 0 0,0 1 0 0 0,-1 0-1 0 0,1 0 1 0 0,0 0 0 0 0,0 0 0 0 0,5 3 0 0 0,-6-2 36 0 0,0 1 1 0 0,0-1 0 0 0,-1 1-1 0 0,1-1 1 0 0,0 1-1 0 0,-1 0 1 0 0,0 0 0 0 0,1 0-1 0 0,-1 1 1 0 0,-1-1-1 0 0,1 0 1 0 0,0 1 0 0 0,-1-1-1 0 0,1 1 1 0 0,-1-1-1 0 0,1 8 1 0 0,0 1 7 0 0,0 0 0 0 0,-1 0-1 0 0,0 0 1 0 0,-1 12 0 0 0,1 69-7 0 0,0-14-97 0 0,-1-78-63 0 0,5-9-5090 0 0,0-3 3530 0 0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33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16583 0 0,'0'2'3766'0'0,"-2"28"2726"0"0,-3 2-3969 0 0,2-15-1658 0 0,-2 32 0 0 0,5-31-574 0 0,1 0 0 0 0,1 0 0 0 0,1-1 0 0 0,6 25 0 0 0,-6-33-270 0 0,0 1 1 0 0,0-1-1 0 0,1 0 0 0 0,1-1 1 0 0,-1 1-1 0 0,1 0 1 0 0,1-1-1 0 0,0 0 1 0 0,10 11-1 0 0,-11-15-20 0 0,0 0 0 0 0,0 0 0 0 0,0-1 0 0 0,1 1 0 0 0,0-1-1 0 0,0 0 1 0 0,0-1 0 0 0,0 1 0 0 0,0-1 0 0 0,0 0 0 0 0,1-1 0 0 0,-1 1 0 0 0,0-1 0 0 0,1-1 0 0 0,-1 1 0 0 0,10-1-1 0 0,-10-1-9 0 0,0 1 0 0 0,-1-1-1 0 0,1 1 1 0 0,0-2 0 0 0,0 1-1 0 0,0-1 1 0 0,0 1-1 0 0,-1-2 1 0 0,1 1 0 0 0,-1-1-1 0 0,0 1 1 0 0,0-1 0 0 0,0-1-1 0 0,0 1 1 0 0,0-1-1 0 0,-1 0 1 0 0,8-7 0 0 0,-3-3-91 0 0,0 0 1 0 0,-1-1 0 0 0,0 1-1 0 0,-1-2 1 0 0,-1 1 0 0 0,0-1-1 0 0,6-30 1 0 0,-13 44 26 0 0,0 1 83 0 0,0 1 0 0 0,1-1 0 0 0,-1 0 0 0 0,0 1 0 0 0,0-1 0 0 0,0 1 0 0 0,0-1 0 0 0,0 1 0 0 0,0-1 0 0 0,0 1 0 0 0,0 0 0 0 0,0 0 0 0 0,0-1-1 0 0,0 1 1 0 0,0 0 0 0 0,0 0 0 0 0,0 0 0 0 0,0 0 0 0 0,-1 0 0 0 0,1 0 0 0 0,0 0 0 0 0,0 1 0 0 0,0-1 0 0 0,0 0 0 0 0,0 0 0 0 0,-1 2 0 0 0,-2-1 29 0 0,0 1-1 0 0,1 0 0 0 0,-1 0 0 0 0,-5 6 1 0 0,7-6-30 0 0,-6 4-5 0 0,1 2-1 0 0,0-1 0 0 0,0 1 0 0 0,1 0 1 0 0,0 0-1 0 0,0 1 0 0 0,1 0 0 0 0,0 0 0 0 0,0 0 1 0 0,1 1-1 0 0,1-1 0 0 0,0 1 0 0 0,-3 10 1 0 0,7-17-139 0 0,-1 1 1 0 0,0-1 0 0 0,0 0 0 0 0,1 0-1 0 0,0 0 1 0 0,0 0 0 0 0,0 0 0 0 0,0 0-1 0 0,0 0 1 0 0,0-1 0 0 0,1 1 0 0 0,-1 0-1 0 0,1-1 1 0 0,0 1 0 0 0,3 3 0 0 0,-4-6 29 0 0,-1 1 0 0 0,1-1 0 0 0,-1 0 1 0 0,1 1-1 0 0,0-1 0 0 0,-1 0 0 0 0,1 0 1 0 0,0 0-1 0 0,-1 1 0 0 0,1-1 0 0 0,0 0 0 0 0,0 0 1 0 0,-1 0-1 0 0,1 0 0 0 0,0 0 0 0 0,-1 0 1 0 0,2-1-1 0 0,1 1-252 0 0,15 0-2476 0 0,1-3-6362 0 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34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12 19175 0 0,'0'0'878'0'0,"6"-11"5705"0"0,-8 12-6251 0 0,0 0 0 0 0,-1 1 1 0 0,1-1-1 0 0,0 0 0 0 0,0 1 0 0 0,0 0 0 0 0,0 0 0 0 0,0-1 0 0 0,0 1 0 0 0,-2 4 0 0 0,4-6-289 0 0,-14 17 455 0 0,1 1 0 0 0,0 0-1 0 0,-17 38 1 0 0,26-47-466 0 0,0 1 0 0 0,0 1 0 0 0,1-1 0 0 0,1 0-1 0 0,0 1 1 0 0,0-1 0 0 0,0 19 0 0 0,2-22-18 0 0,0-1-1 0 0,1 1 1 0 0,0 0-1 0 0,0 0 1 0 0,0-1-1 0 0,1 1 1 0 0,0-1-1 0 0,0 0 1 0 0,1 1-1 0 0,0-1 1 0 0,0 0-1 0 0,0 0 0 0 0,6 7 1 0 0,-6-10-24 0 0,0 0 1 0 0,1 0-1 0 0,-1 0 0 0 0,1 0 0 0 0,-1-1 1 0 0,1 1-1 0 0,0-1 0 0 0,0 0 1 0 0,0 0-1 0 0,0-1 0 0 0,0 1 0 0 0,1-1 1 0 0,4 1-1 0 0,0 0-18 0 0,0-1 0 0 0,-1 0 0 0 0,1 0 0 0 0,0-1 0 0 0,15-1 0 0 0,-13-1 15 0 0,1 0-1 0 0,-1-1 1 0 0,1-1-1 0 0,-1 1 1 0 0,0-2-1 0 0,-1 1 1 0 0,1-2-1 0 0,-1 1 1 0 0,0-2-1 0 0,0 1 1 0 0,0-1-1 0 0,-1-1 1 0 0,-1 1-1 0 0,1-2 1 0 0,-1 1-1 0 0,0-1 1 0 0,-1 0-1 0 0,9-15 1 0 0,-14 22 13 0 0,-1 1 0 0 0,-1 1 0 0 0,1-1 0 0 0,-1 0 0 0 0,1 0 0 0 0,-1 1 0 0 0,0-1 0 0 0,1 0 0 0 0,-1 0 0 0 0,0 1 0 0 0,1-1 0 0 0,-1 0 0 0 0,0 0 0 0 0,0 0 0 0 0,0 0 0 0 0,0 1 0 0 0,0-1 0 0 0,0-2 0 0 0,0 3 0 0 0,0 0 0 0 0,0 0 0 0 0,0-1 0 0 0,0 1 0 0 0,0 0 0 0 0,0-1 0 0 0,0 1 0 0 0,0 0 0 0 0,0-1 0 0 0,0 1 0 0 0,0 0 0 0 0,0-1 0 0 0,0 1 0 0 0,0 0 0 0 0,0-1 0 0 0,0 1 0 0 0,0 0 0 0 0,0 0 0 0 0,-1-1 0 0 0,1 1 0 0 0,0 0 0 0 0,0-1 0 0 0,0 1 0 0 0,-1 0 0 0 0,1 0 0 0 0,0 0 0 0 0,0-1 0 0 0,0 1 0 0 0,-1 0 0 0 0,1 0 0 0 0,0 0 0 0 0,-1-1 0 0 0,1 1 0 0 0,0 0 0 0 0,0 0 0 0 0,-1 0 0 0 0,1 0 0 0 0,0 0 0 0 0,-1 0 0 0 0,1 0 0 0 0,0 0 0 0 0,-1 0 0 0 0,1 0 0 0 0,0 0 0 0 0,-1 0 0 0 0,1 0 0 0 0,-4-1 8 0 0,0 1 1 0 0,0 0-1 0 0,1 0 1 0 0,-1 0-1 0 0,0 0 0 0 0,0 1 1 0 0,1 0-1 0 0,-1-1 1 0 0,0 1-1 0 0,1 1 0 0 0,-1-1 1 0 0,1 0-1 0 0,0 1 0 0 0,-1 0 1 0 0,1 0-1 0 0,-6 4 1 0 0,-1 1 30 0 0,1 1 1 0 0,-1 0 0 0 0,-14 17-1 0 0,21-21-39 0 0,-30 37 4 0 0,31-38-43 0 0,-1 1 1 0 0,1 0-1 0 0,0 0 0 0 0,0 1 0 0 0,0-1 1 0 0,1 0-1 0 0,0 1 0 0 0,0-1 0 0 0,-1 6 0 0 0,2-9-79 0 0,0 0-1 0 0,0 0 1 0 0,0-1-1 0 0,0 1 0 0 0,0 0 1 0 0,0 0-1 0 0,1 0 1 0 0,-1 0-1 0 0,0 0 1 0 0,1-1-1 0 0,-1 1 0 0 0,0 0 1 0 0,1 0-1 0 0,-1-1 1 0 0,1 1-1 0 0,-1 0 1 0 0,1-1-1 0 0,-1 1 0 0 0,1 0 1 0 0,0-1-1 0 0,-1 1 1 0 0,1-1-1 0 0,0 1 1 0 0,-1-1-1 0 0,1 1 0 0 0,0-1 1 0 0,0 0-1 0 0,0 1 1 0 0,1-1-1 0 0,1 1-455 0 0,0 0 1 0 0,0 0-1 0 0,0 0 0 0 0,0-1 1 0 0,1 0-1 0 0,-1 0 0 0 0,4 0 1 0 0,8-1-8278 0 0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34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5983 0 0,'2'8'13255'0'0,"12"-1"-9640"0"0,-12-6-2356 0 0,107 50 2810 0 0,-51-26-3092 0 0,81 50 0 0 0,-119-62-778 0 0,-1 0 0 0 0,0 2 0 0 0,-1 0 0 0 0,-1 1 0 0 0,0 1 0 0 0,-2 0 0 0 0,15 21 0 0 0,-23-28-148 0 0,0 1 1 0 0,-1-1-1 0 0,-1 1 0 0 0,1 0 1 0 0,-2 0-1 0 0,0 1 1 0 0,0-1-1 0 0,-1 1 1 0 0,-1 0-1 0 0,0 0 0 0 0,0 0 1 0 0,-1 0-1 0 0,-1 0 1 0 0,0 1-1 0 0,-2 15 1 0 0,-1-9-21 0 0,-1 0 1 0 0,-1 0-1 0 0,0 0 1 0 0,-2-1-1 0 0,0 0 1 0 0,-1 0-1 0 0,-19 31 0 0 0,19-37-51 0 0,0-1-1 0 0,-1 1 0 0 0,0-2 0 0 0,-1 1 1 0 0,0-1-1 0 0,-1-1 0 0 0,0 0 0 0 0,-1 0 1 0 0,1-1-1 0 0,-1-1 0 0 0,-18 8 0 0 0,27-13-178 0 0,-1-1 0 0 0,1 1 0 0 0,-1-1-1 0 0,1 0 1 0 0,-1 0 0 0 0,0-1-1 0 0,1 1 1 0 0,-1-1 0 0 0,0 0 0 0 0,-4 0-1 0 0,-2-2-1393 0 0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35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30 22463 0 0,'0'0'2032'0'0,"-4"-7"-1632"0"0,3 6-246 0 0,0-1 0 0 0,0 0 1 0 0,0 1-1 0 0,0-1 0 0 0,-1 1 0 0 0,1-1 0 0 0,0 1 0 0 0,0 0 1 0 0,-1 0-1 0 0,1 0 0 0 0,-1-1 0 0 0,1 1 0 0 0,-1 1 0 0 0,0-1 0 0 0,1 0 1 0 0,-1 0-1 0 0,0 0 0 0 0,-2 0 0 0 0,2 1-19 0 0,0 0 0 0 0,1 0 0 0 0,-1 0 0 0 0,0 1 0 0 0,1-1 0 0 0,-1 0 0 0 0,0 1 0 0 0,1-1-1 0 0,-1 1 1 0 0,0-1 0 0 0,1 1 0 0 0,-1 0 0 0 0,1 0 0 0 0,-1 0 0 0 0,-2 1 0 0 0,-2 4 98 0 0,0 0 0 0 0,0 0 0 0 0,1 0 0 0 0,0 1-1 0 0,-9 12 1 0 0,0 4-87 0 0,1 1 0 0 0,0 0-1 0 0,2 0 1 0 0,1 1 0 0 0,1 1-1 0 0,-8 35 1 0 0,14-47-131 0 0,2 0-1 0 0,-1-1 1 0 0,2 1 0 0 0,-1 0 0 0 0,2 0-1 0 0,2 14 1 0 0,-1-18-16 0 0,0 0-1 0 0,1 0 0 0 0,0-1 1 0 0,0 0-1 0 0,1 1 0 0 0,0-1 1 0 0,1 0-1 0 0,0-1 1 0 0,8 11-1 0 0,-7-11-39 0 0,0 0-1 0 0,1-1 1 0 0,0 0 0 0 0,0 0 0 0 0,1 0-1 0 0,-1-1 1 0 0,2 0 0 0 0,-1-1-1 0 0,13 7 1 0 0,-16-10-295 0 0,-1 0 0 0 0,1-1 0 0 0,0 0 0 0 0,0 1 0 0 0,-1-2 1 0 0,1 1-1 0 0,0 0 0 0 0,10-1 0 0 0,-11-1-564 0 0,1 1 1 0 0,0-1 0 0 0,0 0-1 0 0,-1-1 1 0 0,1 1 0 0 0,0-1-1 0 0,-1 0 1 0 0,1 0 0 0 0,-1 0-1 0 0,5-4 1 0 0,6-5-7372 0 0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36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0 11519 0 0,'0'0'1040'0'0,"15"2"11513"0"0,-8 6-9174 0 0,-7-4-3218 0 0,1 0 1 0 0,0 0-1 0 0,-1 0 0 0 0,0 0 0 0 0,0 0 1 0 0,0 0-1 0 0,-1 0 0 0 0,1-1 0 0 0,-1 1 1 0 0,0 0-1 0 0,0 0 0 0 0,0 0 1 0 0,-1 0-1 0 0,1-1 0 0 0,-1 1 0 0 0,0-1 1 0 0,0 1-1 0 0,0-1 0 0 0,-4 5 0 0 0,-5 6 56 0 0,-1 1-1 0 0,-25 21 1 0 0,-57 52 32 0 0,76-68-249 0 0,17-20 1 0 0,1 0 0 0 0,0 0-1 0 0,-1 1 1 0 0,1-1 0 0 0,0 0 0 0 0,-1 0 0 0 0,1 0 0 0 0,0 1-1 0 0,0-1 1 0 0,-1 0 0 0 0,1 1 0 0 0,0-1 0 0 0,0 0 0 0 0,-1 1-1 0 0,1-1 1 0 0,0 0 0 0 0,0 1 0 0 0,0-1 0 0 0,0 0 0 0 0,0 1-1 0 0,0-1 1 0 0,-1 1 0 0 0,1-1 0 0 0,0 0 0 0 0,0 1-1 0 0,0-1 1 0 0,0 1 0 0 0,0-1 0 0 0,0 0 0 0 0,0 1 0 0 0,1-1-1 0 0,-1 1 1 0 0,0-1 0 0 0,0 0 0 0 0,0 1 0 0 0,0-1 0 0 0,0 0-1 0 0,1 1 1 0 0,-1-1 0 0 0,0 0 0 0 0,0 1 0 0 0,1-1 0 0 0,-1 0-1 0 0,0 0 1 0 0,0 1 0 0 0,1-1 0 0 0,-1 0 0 0 0,0 0-1 0 0,1 1 1 0 0,-1-1 0 0 0,0 0 0 0 0,1 0 0 0 0,-1 0 0 0 0,0 1-1 0 0,1-1 1 0 0,19 4 30 0 0,-20-4-33 0 0,37 2 1 0 0,-1-2-1 0 0,50-5 1 0 0,17 0-593 0 0,-60 3-2430 0 0,-42 2 2095 0 0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36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7831 0 0,'0'0'18439'0'0,"1"2"-17441"0"0,4 7-432 0 0,0 1 0 0 0,0 0-1 0 0,-1 0 1 0 0,0 0-1 0 0,0 0 1 0 0,3 19-1 0 0,6 71 377 0 0,-6-35-684 0 0,-3-35-246 0 0,11 33 0 0 0,-12-52-328 0 0,1 0 0 0 0,0 1-1 0 0,1-1 1 0 0,0-1 0 0 0,13 20 0 0 0,-7-18-1293 0 0,1-9-3086 0 0,-6-3 2588 0 0</inkml:trace>
  <inkml:trace contextRef="#ctx0" brushRef="#br0" timeOffset="1">348 33 8751 0 0,'1'1'16812'0'0,"3"4"-16304"0"0,0-1 1 0 0,-1 1-1 0 0,0 0 0 0 0,0 1 1 0 0,0-1-1 0 0,0 0 0 0 0,-1 1 0 0 0,0-1 1 0 0,0 1-1 0 0,0 0 0 0 0,1 9 0 0 0,0 11-218 0 0,2 36-1 0 0,-3-22 229 0 0,-1-24-515 0 0,-1-6-50 0 0,1 0 0 0 0,0 0 0 0 0,1 0 0 0 0,0 0 1 0 0,0 0-1 0 0,6 13 0 0 0,-7-21-344 0 0,2 1-277 0 0,-2-3 596 0 0,-1 1 0 0 0,0-1 0 0 0,0 0 0 0 0,0 0 0 0 0,0 1 0 0 0,0-1 0 0 0,0 0 1 0 0,1 0-1 0 0,-1 1 0 0 0,0-1 0 0 0,0 0 0 0 0,0 0 0 0 0,1 1 0 0 0,-1-1 0 0 0,0 0 0 0 0,0 0 0 0 0,0 0 0 0 0,1 0 0 0 0,-1 1 0 0 0,0-1 0 0 0,0 0 0 0 0,1 0 0 0 0,-1 0 0 0 0,0 0 0 0 0,1 0 0 0 0,-1 0 0 0 0,0 0 0 0 0,1 0 0 0 0,1 1-530 0 0,1-1-1 0 0,-1 0 1 0 0,1 0 0 0 0,-1 0-1 0 0,1 0 1 0 0,3-2-1 0 0,8-2-8621 0 0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37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23471 0 0,'0'0'2571'0'0,"12"-4"-1262"0"0,112-19 2861 0 0,69 2-3236 0 0,-185 20-934 0 0,-1 0-1 0 0,0 1 1 0 0,1 0 0 0 0,-1 1 0 0 0,0 0-1 0 0,0 0 1 0 0,1 1 0 0 0,8 2-1 0 0,-14-3 6 0 0,1 0 0 0 0,-1 0 0 0 0,0 0 0 0 0,0 0 0 0 0,0 0-1 0 0,-1 1 1 0 0,1-1 0 0 0,0 1 0 0 0,0-1 0 0 0,-1 1-1 0 0,1-1 1 0 0,-1 1 0 0 0,1 0 0 0 0,-1 0 0 0 0,0 0-1 0 0,0 0 1 0 0,0 0 0 0 0,0 0 0 0 0,0 0 0 0 0,0 0 0 0 0,0 0-1 0 0,-1 1 1 0 0,1-1 0 0 0,-1 0 0 0 0,0 0 0 0 0,1 1-1 0 0,-1-1 1 0 0,0 0 0 0 0,0 0 0 0 0,-1 4 0 0 0,-2 9 28 0 0,0-1 0 0 0,-1 1 1 0 0,-10 25-1 0 0,1-4-1 0 0,-41 101-17 0 0,16-48-110 0 0,38-88-321 0 0,-18-1-6845 0 0</inkml:trace>
  <inkml:trace contextRef="#ctx0" brushRef="#br0" timeOffset="1">130 203 12439 0 0,'2'0'7715'0'0,"39"4"998"0"0,25-2-6198 0 0,-5 0-2125 0 0,-3 2-1198 0 0,-20 0-2878 0 0,-24-3 1879 0 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37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0 395 17967 0 0,'0'0'2223'0'0,"0"2"-918"0"0,2 9 998 0 0,-2-6-1466 0 0,1-1 0 0 0,-1 0 0 0 0,1 0 1 0 0,0 0-1 0 0,1 1 0 0 0,2 4 0 0 0,-4-8-831 0 0,1 1 1 0 0,0-1-1 0 0,-1 0 1 0 0,1 0-1 0 0,0 0 1 0 0,0 0-1 0 0,0-1 0 0 0,0 1 1 0 0,0 0-1 0 0,0 0 1 0 0,0 0-1 0 0,1-1 1 0 0,-1 1-1 0 0,0-1 1 0 0,0 1-1 0 0,0-1 1 0 0,1 1-1 0 0,-1-1 1 0 0,0 0-1 0 0,0 1 1 0 0,1-1-1 0 0,-1 0 1 0 0,0 0-1 0 0,1 0 0 0 0,-1 0 1 0 0,3-1-1 0 0,0 1-534 0 0,1-1-1 0 0,0 0 1 0 0,-1 0-1 0 0,1-1 1 0 0,-1 0-1 0 0,9-4 1 0 0,13-8-5015 0 0,-13 6-2216 0 0</inkml:trace>
  <inkml:trace contextRef="#ctx0" brushRef="#br0" timeOffset="1">381 102 4143 0 0,'12'-15'634'0'0,"1"1"0"0"0,24-21-1 0 0,-13 18 4513 0 0,3 2 5306 0 0,-17 11-3326 0 0,-9 3-6894 0 0,0 1 0 0 0,0 0-1 0 0,0 0 1 0 0,-1-1 0 0 0,1 1-1 0 0,0 0 1 0 0,0 0 0 0 0,0 0-1 0 0,0 0 1 0 0,-1 0-1 0 0,1 1 1 0 0,0-1 0 0 0,0 0-1 0 0,1 1 1 0 0,-33 42 30 0 0,-53 61 0 0 0,30-41-262 0 0,-6-5 0 0 0,60-58 0 0 0,0 1 0 0 0,0-1 0 0 0,-1 0 0 0 0,1 0 0 0 0,0 0 0 0 0,0 0 0 0 0,0 0 0 0 0,0 0 0 0 0,0 0 0 0 0,0 0 0 0 0,0 1 0 0 0,-1-1 0 0 0,1 0 0 0 0,0 0 0 0 0,0 0 0 0 0,0 0 0 0 0,0 0 0 0 0,0 0 0 0 0,0 1 0 0 0,0-1 0 0 0,0 0 0 0 0,0 0 0 0 0,0 0 0 0 0,0 0 0 0 0,0 1 0 0 0,0-1 0 0 0,0 0 0 0 0,0 0 0 0 0,0 0 0 0 0,0 0 0 0 0,0 0 0 0 0,0 1 0 0 0,0-1 0 0 0,0 0 0 0 0,0 0 0 0 0,0 0 0 0 0,0 0 0 0 0,0 0 0 0 0,1 1 0 0 0,-1-1 0 0 0,0 0 0 0 0,0 0 0 0 0,0 0 0 0 0,0 0 0 0 0,0 0 0 0 0,0 0 0 0 0,0 0 0 0 0,1 0 0 0 0,-1 1 0 0 0,0-1 0 0 0,0 0 0 0 0,0 0 0 0 0,0 0 0 0 0,0 0 0 0 0,1 0 0 0 0,6 1 0 0 0,-7-1 0 0 0,18 2 0 0 0,1 0 0 0 0,-1-2 0 0 0,1-1 0 0 0,32-4 0 0 0,-9 0 0 0 0,46 2-636 0 0,29-4-759 0 0,-111 7 354 0 0,-4-1-248 0 0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38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1 202 24103 0 0,'0'0'2180'0'0,"1"1"-1795"0"0,10 14 716 0 0,-1 0-1 0 0,11 23 0 0 0,-1-2 330 0 0,-12-22-1324 0 0,-1 1 0 0 0,0-1 0 0 0,-1 1 0 0 0,-1 1 0 0 0,-1-1 0 0 0,0 1 0 0 0,3 24 0 0 0,-4-2 154 0 0,-2 77 0 0 0,-3-99-251 0 0,1-9-20 0 0,1-1-1 0 0,0 1 1 0 0,0 0 0 0 0,0-1 0 0 0,3 12-1 0 0,-3-17-292 0 0,1 5-529 0 0,5-4-4380 0 0,-6-2 4986 0 0,0 0 0 0 0,1 0 1 0 0</inkml:trace>
  <inkml:trace contextRef="#ctx0" brushRef="#br0" timeOffset="1">216 0 14743 0 0,'0'0'1335'0'0,"3"1"-710"0"0,60 22 10875 0 0,-30-11-10419 0 0,-1 2 1 0 0,52 31-1 0 0,-60-28-859 0 0,-1 0-1 0 0,-1 2 1 0 0,21 22-1 0 0,55 69 181 0 0,-84-93-397 0 0,-1 0-1 0 0,-1 1 1 0 0,0 1 0 0 0,-2 0-1 0 0,15 34 1 0 0,-21-41-5 0 0,0 1 1 0 0,0-1-1 0 0,-2 0 0 0 0,1 1 1 0 0,-2 0-1 0 0,1-1 0 0 0,-2 1 1 0 0,0 0-1 0 0,0 0 0 0 0,-1 0 1 0 0,-3 13-1 0 0,1-12 0 0 0,-1 0 0 0 0,0 0 0 0 0,0 0 0 0 0,-2 0 0 0 0,1-1 0 0 0,-2 0 0 0 0,0 0 0 0 0,0-1 0 0 0,-16 19 0 0 0,15-20-154 0 0,-1-1 0 0 0,-14 11 0 0 0,19-17 80 0 0,-1-1 0 0 0,1 1 0 0 0,-1-1 0 0 0,0-1 0 0 0,0 1 0 0 0,0-1 0 0 0,0 1 0 0 0,-7 1 0 0 0,6-5-2163 0 0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41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13359 0 0,'1'2'10163'0'0,"3"0"-9851"0"0,0 0 0 0 0,0 0 0 0 0,0 0 1 0 0,0 0-1 0 0,0-1 0 0 0,1 1 0 0 0,-1-1 1 0 0,1 0-1 0 0,-1-1 0 0 0,0 1 0 0 0,7-1 0 0 0,7 1 778 0 0,27-3-1 0 0,-30 0-1162 0 0,109-6-2811 0 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42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11975 0 0,'2'0'6286'0'0,"4"2"-5290"0"0,-1-1 1 0 0,0 0-1 0 0,1 0 1 0 0,-1-1-1 0 0,1 0 1 0 0,10-1-1 0 0,38-6 303 0 0,-13 0-678 0 0,76-9-292 0 0,-63 8-3790 0 0,-37 6-5260 0 0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43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 19895 0 0,'0'0'1803'0'0,"-16"7"-535"0"0,14-4-921 0 0,0-1 1 0 0,0 1-1 0 0,0 0 1 0 0,0-1-1 0 0,1 1 1 0 0,-1 0-1 0 0,1 0 1 0 0,0 0-1 0 0,-1 0 0 0 0,2 0 1 0 0,-1 0-1 0 0,0 1 1 0 0,0 2-1 0 0,0 7 250 0 0,0 0 0 0 0,2 13-1 0 0,0 6-98 0 0,-1 51 266 0 0,20 157 1 0 0,-10-121-1634 0 0,-9-117 270 0 0,0 1-208 0 0,-1-3 689 0 0,0 0 0 0 0,0 0-1 0 0,0 0 1 0 0,0 1 0 0 0,0-1 0 0 0,0 0-1 0 0,0 0 1 0 0,0 0 0 0 0,0 1-1 0 0,0-1 1 0 0,0 0 0 0 0,0 0 0 0 0,1 0-1 0 0,-1 1 1 0 0,0-1 0 0 0,0 0 0 0 0,0 0-1 0 0,0 0 1 0 0,0 0 0 0 0,0 1-1 0 0,0-1 1 0 0,1 0 0 0 0,-1 0 0 0 0,0 0-1 0 0,0 0 1 0 0,0 0 0 0 0,0 1 0 0 0,1-1-1 0 0,-1 0 1 0 0,0 0 0 0 0,7 1-1605 0 0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43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0 12439 0 0,'0'3'958'0'0,"-9"32"518"0"0,6-27 435 0 0,0 1-1 0 0,1-1 1 0 0,-2 12-1 0 0,3 4 238 0 0,0 0 0 0 0,4 25 0 0 0,-1-25-1628 0 0,2 1-1 0 0,1-1 1 0 0,15 44 0 0 0,-17-58-492 0 0,2 0 1 0 0,0-1-1 0 0,0 0 0 0 0,0 0 1 0 0,1 0-1 0 0,1 0 1 0 0,-1-1-1 0 0,2 0 0 0 0,-1-1 1 0 0,1 1-1 0 0,0-1 1 0 0,0-1-1 0 0,1 0 1 0 0,17 10-1 0 0,-18-12-44 0 0,-1-1 0 0 0,1 1 0 0 0,0-1 1 0 0,0-1-1 0 0,0 0 0 0 0,1 0 0 0 0,-1-1 0 0 0,0 1 0 0 0,1-2 1 0 0,-1 1-1 0 0,1-1 0 0 0,-1-1 0 0 0,1 0 0 0 0,-1 0 0 0 0,1 0 1 0 0,-1-1-1 0 0,0 0 0 0 0,16-7 0 0 0,-15 4-50 0 0,0 0 0 0 0,0 0 0 0 0,0-1 0 0 0,0-1 0 0 0,-1 1 0 0 0,0-1 0 0 0,0-1 0 0 0,12-15 0 0 0,-15 17 34 0 0,0-1-1 0 0,-1 0 1 0 0,1 0 0 0 0,-2-1-1 0 0,1 1 1 0 0,-1-1-1 0 0,0 0 1 0 0,-1 0 0 0 0,1 0-1 0 0,-2 0 1 0 0,3-16-1 0 0,-4 21 25 0 0,0-1-1 0 0,-1 0 0 0 0,1 0 1 0 0,-1 1-1 0 0,1-1 0 0 0,-1 0 1 0 0,0 1-1 0 0,-1-1 0 0 0,1 1 0 0 0,-1-1 1 0 0,-2-4-1 0 0,3 7 9 0 0,0-1 0 0 0,0 1 0 0 0,0-1 0 0 0,0 1 0 0 0,0 0 0 0 0,0-1 0 0 0,-1 1 0 0 0,1 0 0 0 0,0 0 0 0 0,-1 0 0 0 0,1 0 0 0 0,-1 0 0 0 0,1 0 0 0 0,-1 0-1 0 0,0 1 1 0 0,1-1 0 0 0,-1 0 0 0 0,0 1 0 0 0,1 0 0 0 0,-1-1 0 0 0,0 1 0 0 0,0 0 0 0 0,1 0 0 0 0,-1 0 0 0 0,-3 0 0 0 0,-3 2 32 0 0,1 0 0 0 0,-1 0 1 0 0,1 1-1 0 0,0 0 0 0 0,0 0 0 0 0,0 1 0 0 0,0 0 0 0 0,-10 8 1 0 0,1 0 58 0 0,1 1 1 0 0,-15 16-1 0 0,22-20-160 0 0,1-1 1 0 0,0 1-1 0 0,1 0 1 0 0,0 1-1 0 0,0-1 0 0 0,1 1 1 0 0,0 0-1 0 0,1 1 1 0 0,0-1-1 0 0,-2 13 0 0 0,5-22-78 0 0,1 1-1 0 0,0 0 0 0 0,-1-1 0 0 0,1 1 0 0 0,0 0 1 0 0,0 0-1 0 0,0-1 0 0 0,0 1 0 0 0,1 0 0 0 0,-1-1 0 0 0,0 1 1 0 0,1 0-1 0 0,-1-1 0 0 0,1 3 0 0 0,8 4-3065 0 0,5-3-3383 0 0,-3-5-1127 0 0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44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1 5527 0 0,'0'0'423'0'0,"-1"1"316"0"0,-20 19 9967 0 0,4 4-3897 0 0,10-12-5024 0 0,1 0-1 0 0,-7 22 1 0 0,4-4-942 0 0,-11 61-1 0 0,18-73-731 0 0,0 0-1 0 0,1 0 1 0 0,1 0-1 0 0,0 1 1 0 0,2-1-1 0 0,0 0 1 0 0,9 35-1 0 0,-9-45-114 0 0,1 0-1 0 0,1 0 0 0 0,-1 0 1 0 0,1 0-1 0 0,0-1 1 0 0,1 1-1 0 0,0-1 1 0 0,7 8-1 0 0,-8-11-15 0 0,1 0 0 0 0,-1 0 0 0 0,1 0 1 0 0,0 0-1 0 0,0-1 0 0 0,0 0 0 0 0,0 0 0 0 0,0-1 0 0 0,1 1 0 0 0,-1-1 0 0 0,1 0 0 0 0,0-1 0 0 0,6 2 0 0 0,-6-2-36 0 0,1-1 0 0 0,0 0 1 0 0,0 0-1 0 0,-1 0 0 0 0,1-1 0 0 0,0 0 1 0 0,-1-1-1 0 0,13-3 0 0 0,-10 2-31 0 0,0-1 0 0 0,0 0 0 0 0,0 0 0 0 0,-1-1 0 0 0,13-9 0 0 0,-13 7 58 0 0,0-1-1 0 0,-1 1 1 0 0,0-2-1 0 0,-1 1 1 0 0,0-1-1 0 0,0 0 1 0 0,-1 0-1 0 0,0 0 1 0 0,0-1-1 0 0,-1 0 1 0 0,-1 0-1 0 0,1 0 1 0 0,-2 0-1 0 0,1-1 1 0 0,-1 1-1 0 0,-1-1 1 0 0,0 1 0 0 0,-1-20-1 0 0,0 29 30 0 0,0 0 1 0 0,0-1-1 0 0,0 1 1 0 0,0 0-1 0 0,-1 0 1 0 0,1 0-1 0 0,0 0 1 0 0,0 0-1 0 0,-1 0 0 0 0,1-1 1 0 0,-1 1-1 0 0,1 0 1 0 0,-1 0-1 0 0,0 0 1 0 0,1 0-1 0 0,-1 1 1 0 0,0-1-1 0 0,1 0 1 0 0,-1 0-1 0 0,0 0 0 0 0,0 0 1 0 0,0 1-1 0 0,-1-2 1 0 0,0 2 11 0 0,1-1 1 0 0,-1 1-1 0 0,0 0 0 0 0,1-1 1 0 0,-1 1-1 0 0,0 0 1 0 0,1 0-1 0 0,-1 0 0 0 0,0 0 1 0 0,1 1-1 0 0,-1-1 1 0 0,1 0-1 0 0,-1 1 1 0 0,-2 0-1 0 0,-3 2 59 0 0,1-1 1 0 0,-1 2-1 0 0,1-1 0 0 0,0 1 0 0 0,0 0 1 0 0,-8 7-1 0 0,5-3-39 0 0,0 2 0 0 0,1-1 0 0 0,0 1 0 0 0,0 0 0 0 0,1 1 0 0 0,0-1 0 0 0,1 1 0 0 0,1 1 0 0 0,0-1 0 0 0,0 1 0 0 0,1 0 0 0 0,0 0 0 0 0,-1 15 0 0 0,4-23-117 0 0,0 1 0 0 0,1 0-1 0 0,0 0 1 0 0,0-1 0 0 0,1 1 0 0 0,-1 0 0 0 0,1 0-1 0 0,0-1 1 0 0,2 5 0 0 0,-3-7-158 0 0,1 0 1 0 0,-1 0-1 0 0,1 0 0 0 0,0 0 0 0 0,0-1 0 0 0,0 1 1 0 0,0 0-1 0 0,0-1 0 0 0,0 1 0 0 0,0-1 1 0 0,1 1-1 0 0,-1-1 0 0 0,0 1 0 0 0,1-1 1 0 0,-1 0-1 0 0,1 0 0 0 0,0 0 0 0 0,-1 0 0 0 0,1 0 1 0 0,0 0-1 0 0,0 0 0 0 0,-1-1 0 0 0,1 1 1 0 0,2 0-1 0 0,9-1-8740 0 0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44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41 20159 0 0,'-8'2'11032'0'0,"21"-3"-10848"0"0,-1-1 0 0 0,0 1 0 0 0,18-7 1 0 0,5 0 54 0 0,5-1-180 0 0,-27 5-24 0 0,-1 1 0 0 0,1 1 0 0 0,0 0 0 0 0,21 0 1 0 0,-31 2 6 0 0,4 4-31 0 0,-3 4-11 0 0,-4-6 8 0 0,1 1 0 0 0,-1 0 0 0 0,0 0 0 0 0,-1 0 1 0 0,1 0-1 0 0,0 0 0 0 0,-1 0 0 0 0,0 0 0 0 0,0 0 0 0 0,0-1 0 0 0,0 1 0 0 0,0 0 1 0 0,0-1-1 0 0,-3 5 0 0 0,-4 6 71 0 0,-15 18-1 0 0,17-23-69 0 0,1-3-23 0 0,-1 1 1 0 0,1-1-1 0 0,-1 0 0 0 0,0 0 0 0 0,-1-1 1 0 0,-6 5-1 0 0,-20 14-53 0 0,-12 9 54 0 0,37-24 13 0 0,7-8 0 0 0,1 0 0 0 0,0 1 0 0 0,-1-1 0 0 0,1 0 0 0 0,0 0 0 0 0,0 1 0 0 0,-1-1 0 0 0,1 0 0 0 0,0 1 0 0 0,0-1 0 0 0,0 0 0 0 0,-1 1 0 0 0,1-1 0 0 0,0 0 0 0 0,0 1 0 0 0,0-1 0 0 0,0 0 0 0 0,0 1 0 0 0,0-1 0 0 0,-1 1 0 0 0,1-1 0 0 0,0 1 0 0 0,1 0 0 0 0,0-1 0 0 0,0 1 0 0 0,0 0 0 0 0,-1 0 0 0 0,1-1 0 0 0,0 1 0 0 0,0-1 0 0 0,0 1 0 0 0,0-1 0 0 0,0 1 0 0 0,0-1 0 0 0,0 0 0 0 0,0 1 0 0 0,0-1 0 0 0,0 0 0 0 0,1 0 0 0 0,-1 0 0 0 0,0 0 0 0 0,0 0 0 0 0,1 0 0 0 0,29-1 0 0 0,-25 1 0 0 0,14-1-32 0 0,9-1 44 0 0,0 1 1 0 0,0 1-1 0 0,41 7 0 0 0,-66-8-23 0 0,-3 1 11 0 0,0 0-1 0 0,0 1 1 0 0,0-1 0 0 0,0 0-1 0 0,0 0 1 0 0,0 0 0 0 0,0 1-1 0 0,0-1 1 0 0,0 0 0 0 0,0 1-1 0 0,0-1 1 0 0,0 1 0 0 0,0-1-1 0 0,-1 1 1 0 0,1-1 0 0 0,0 1-1 0 0,1 1 1 0 0,7 4 0 0 0,-3 2 11 0 0,-5-4-6 0 0,0-1-1 0 0,0 1 1 0 0,0-1 0 0 0,-1 1 0 0 0,1 0 0 0 0,-1 0 0 0 0,0-1 0 0 0,0 1 0 0 0,0 0 0 0 0,-1-1-1 0 0,1 1 1 0 0,-1 0 0 0 0,0-1 0 0 0,0 1 0 0 0,0-1 0 0 0,-1 1 0 0 0,1-1 0 0 0,-1 0 0 0 0,0 0-1 0 0,-3 6 1 0 0,-2 0 10 0 0,1 0-1 0 0,-1-1 1 0 0,0 0-1 0 0,-1 0 1 0 0,-16 13-1 0 0,13-14-56 0 0,0 0-1 0 0,0-1 1 0 0,-1 0-1 0 0,0-1 1 0 0,0 0-1 0 0,0-1 1 0 0,-13 3-1 0 0,4-2-76 0 0,0-1 0 0 0,1-2 0 0 0,-33 1 0 0 0,51-3-15 0 0,1 0 1 0 0,-1 0-1 0 0,1 0 0 0 0,0 0 1 0 0,-1 0-1 0 0,1-1 0 0 0,0 1 0 0 0,-1 0 1 0 0,1-1-1 0 0,0 1 0 0 0,-1-1 1 0 0,1 0-1 0 0,0 1 0 0 0,0-1 1 0 0,-2-1-1 0 0,2 1-49 0 0,1 0 0 0 0,-1 1 0 0 0,1-1 1 0 0,-1 0-1 0 0,1 1 0 0 0,0-1 0 0 0,-1 0 0 0 0,1 0 1 0 0,0 1-1 0 0,-1-1 0 0 0,1 0 0 0 0,0 0 0 0 0,0 0 1 0 0,0 1-1 0 0,-1-1 0 0 0,1 0 0 0 0,0 0 0 0 0,0 0 1 0 0,0 0-1 0 0,1 1 0 0 0,-1-1 0 0 0,0 0 0 0 0,0-1 0 0 0,5-10-1754 0 0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45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14279 0 0,'0'0'1103'0'0,"0"2"-232"0"0,0 9 4257 0 0,0 21 5893 0 0,-1-15-10740 0 0,1-16-226 0 0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45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0 9671 0 0,'0'0'22408'0'0,"-1"3"-22147"0"0,-2 4-228 0 0,0 0-1 0 0,-1 0 0 0 0,0 0 1 0 0,0-1-1 0 0,0 1 1 0 0,-8 7-1 0 0,-38 38 152 0 0,34-37-168 0 0,-2 1-16 0 0,-2 0 0 0 0,0-2 0 0 0,-35 20 0 0 0,36-23 0 0 0,-31 20 0 0 0,50-31 0 0 0,-1 0 0 0 0,1 0 0 0 0,0 0 0 0 0,0 1 0 0 0,-1-1 0 0 0,1 0 0 0 0,0 0 0 0 0,0 0 0 0 0,0 0 0 0 0,-1 0 0 0 0,1 1 0 0 0,0-1 0 0 0,0 0 0 0 0,0 0 0 0 0,0 0 0 0 0,-1 1 0 0 0,1-1 0 0 0,0 0 0 0 0,0 0 0 0 0,0 0 0 0 0,0 1 0 0 0,0-1 0 0 0,0 0 0 0 0,0 0 0 0 0,0 1 0 0 0,0-1 0 0 0,0 0 0 0 0,-1 0 0 0 0,1 1 0 0 0,0-1 0 0 0,0 0 0 0 0,1 0 0 0 0,-1 1 0 0 0,0-1 0 0 0,1 2 0 0 0,1 0 0 0 0,0-1 0 0 0,0 1 0 0 0,-1-1 0 0 0,1 1 0 0 0,0-1 0 0 0,0 0 0 0 0,1 0 0 0 0,-1 0 0 0 0,0 0 0 0 0,0 0 0 0 0,1 0 0 0 0,-1 0 0 0 0,0-1 0 0 0,1 0 0 0 0,3 1 0 0 0,6 1 0 0 0,-1-1 0 0 0,16-1 0 0 0,83-5-54 0 0,98-3-379 0 0,-206 8-115 0 0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46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14743 0 0,'0'0'1335'0'0,"0"2"-696"0"0,11 83 7386 0 0,0 152 0 0 0,-12-193-8025 0 0,0-17 0 0 0,2 0 0 0 0,3 32 0 0 0,-2-42-269 0 0,-2-14 156 0 0,0-1 0 0 0,0 1 0 0 0,0 0 0 0 0,0-1 0 0 0,1 1 0 0 0,0-1 0 0 0,-1 1 0 0 0,1-1 0 0 0,2 4 0 0 0,-2-4-765 0 0,0-2-194 0 0,8-1-1570 0 0,2-2-3747 0 0,0-3-2407 0 0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46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22087 0 0,'0'0'2001'0'0,"1"-1"-1490"0"0,5-2 550 0 0,0 1 0 0 0,-1-1 1 0 0,1 1-1 0 0,9-3 0 0 0,51-6 1025 0 0,-28 6-1759 0 0,-32 4-310 0 0,2-2-4 0 0,1 2-1 0 0,-1-1 1 0 0,1 1-1 0 0,-1 1 1 0 0,1-1-1 0 0,0 2 1 0 0,-1-1-1 0 0,1 1 1 0 0,-1 0-1 0 0,1 1 1 0 0,-1 0-1 0 0,12 4 1 0 0,-19-5-7 0 0,0-1 0 0 0,-1 1 0 0 0,1-1 0 0 0,-1 1 0 0 0,1-1 0 0 0,0 1 0 0 0,-1 0 0 0 0,1-1 0 0 0,-1 1 0 0 0,1 0 0 0 0,-1 0 0 0 0,0-1 0 0 0,1 1 0 0 0,-1 0 0 0 0,0 0 0 0 0,0 0 0 0 0,1-1 0 0 0,-1 1 0 0 0,0 0 0 0 0,0 0 0 0 0,0 0 0 0 0,0 0 0 0 0,0 0 0 0 0,0-1 0 0 0,0 1 0 0 0,-1 2 0 0 0,-4 19 97 0 0,1-14-102 0 0,0 0-1 0 0,0 0 1 0 0,-1-1 0 0 0,0 1-1 0 0,-1-1 1 0 0,-8 9 0 0 0,-41 32-1 0 0,37-33-1 0 0,-26 26 1 0 0,38-33 0 0 0,6-8 0 0 0,-1 0 0 0 0,1 0 0 0 0,0 1 0 0 0,-1-1 0 0 0,1 0 0 0 0,0 0 0 0 0,0 1 0 0 0,-1-1 0 0 0,1 0 0 0 0,0 1 0 0 0,0-1 0 0 0,-1 1 0 0 0,1-1 0 0 0,0 0 0 0 0,0 1 0 0 0,0-1 0 0 0,0 1 0 0 0,0-1 0 0 0,0 0 0 0 0,0 1 0 0 0,0-1 0 0 0,0 1 0 0 0,0-1 0 0 0,0 0 0 0 0,0 1 0 0 0,0-1 0 0 0,0 1 0 0 0,0-1 0 0 0,0 1 0 0 0,0-1 0 0 0,0 0 0 0 0,0 1 0 0 0,1-1 0 0 0,-1 0 0 0 0,0 1 0 0 0,0-1 0 0 0,1 0 0 0 0,-1 1 0 0 0,0-1 0 0 0,0 0 0 0 0,1 1 0 0 0,-1-1 0 0 0,1 1 0 0 0,1 1 0 0 0,0 1 0 0 0,0-1 0 0 0,0 0 0 0 0,1 0 0 0 0,-1 0 0 0 0,0 0 0 0 0,1 0 0 0 0,0 0 0 0 0,-1-1 0 0 0,1 1 0 0 0,0-1 0 0 0,0 0 0 0 0,6 2 0 0 0,5 1 0 0 0,25 3 0 0 0,-18-4 0 0 0,30 3 0 0 0,-36-5 0 0 0,0 1 0 0 0,0 0 0 0 0,0 1 0 0 0,0 1 0 0 0,27 10 0 0 0,-39-13 0 0 0,-1 1 0 0 0,1-1 0 0 0,-1 1 0 0 0,1-1 0 0 0,-1 1 0 0 0,1 0 0 0 0,-1 0 0 0 0,0 0 0 0 0,0 0 0 0 0,0 1 0 0 0,0-1 0 0 0,0 1 0 0 0,-1-1 0 0 0,1 1 0 0 0,-1-1 0 0 0,0 1 0 0 0,1 0 0 0 0,-1 0 0 0 0,0 0 0 0 0,-1-1 0 0 0,1 1 0 0 0,0 6 0 0 0,-1-4 0 0 0,0 0 0 0 0,0-1 0 0 0,-1 1 0 0 0,0-1 0 0 0,0 1 0 0 0,0 0 0 0 0,0-1 0 0 0,-1 0 0 0 0,0 1 0 0 0,0-1 0 0 0,0 0 0 0 0,0 0 0 0 0,-1 0 0 0 0,-2 4 0 0 0,-1 0 0 0 0,-1 0 0 0 0,0 0 0 0 0,0-1 0 0 0,0 0 0 0 0,-1 0 0 0 0,0-1 0 0 0,0 0 0 0 0,-1-1 0 0 0,0 1 0 0 0,0-2 0 0 0,0 1 0 0 0,0-1 0 0 0,-1-1 0 0 0,1 0 0 0 0,-1 0 0 0 0,-19 3 0 0 0,16-5-565 0 0,0 0-1 0 0,0 0 1 0 0,0-1 0 0 0,-16-2-1 0 0,4-2-3139 0 0,-29-8 0 0 0,28 6-5986 0 0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47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22087 0 0,'0'0'3277'0'0,"2"0"-2301"0"0,0 0-800 0 0,1 0 0 0 0,-1 0 0 0 0,0 0 0 0 0,0 1-1 0 0,1-1 1 0 0,-1 0 0 0 0,0 1 0 0 0,0 0 0 0 0,0 0-1 0 0,0 0 1 0 0,0 0 0 0 0,0 0 0 0 0,0 0 0 0 0,0 0-1 0 0,0 0 1 0 0,0 1 0 0 0,-1-1 0 0 0,1 1-1 0 0,0-1 1 0 0,-1 1 0 0 0,1 0 0 0 0,-1 0 0 0 0,0 0-1 0 0,0-1 1 0 0,1 1 0 0 0,-1 0 0 0 0,1 3 0 0 0,3 7 55 0 0,0 0 1 0 0,-1 1 0 0 0,4 18 0 0 0,-6-26-176 0 0,6 31-1 0 0,0 0 1 0 0,-3 0 0 0 0,-1 1 0 0 0,-1 0 0 0 0,-3-1 0 0 0,-5 62-1 0 0,4-96-197 0 0,-2 4 183 0 0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47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195 116 5063 0 0,'0'0'390'0'0,"-2"0"-252"0"0,-28 8 11816 0 0,-1 5-4362 0 0,20-7-6122 0 0,1 1 0 0 0,0 0-1 0 0,-17 15 1 0 0,19-15-1387 0 0,1 0 0 0 0,1 0 0 0 0,-1 1 0 0 0,1 0 1 0 0,0 0-1 0 0,1 1 0 0 0,0-1 0 0 0,1 1 0 0 0,-1 0 0 0 0,2 0 1 0 0,-6 19-1 0 0,8-25-77 0 0,0 0 1 0 0,1 0-1 0 0,-1 0 1 0 0,1 0-1 0 0,0 1 1 0 0,0-1-1 0 0,0 0 1 0 0,0 0-1 0 0,1 0 1 0 0,-1 0-1 0 0,1 0 1 0 0,0 0-1 0 0,0 0 1 0 0,0 0-1 0 0,0 0 1 0 0,0 0-1 0 0,1 0 1 0 0,-1-1-1 0 0,1 1 1 0 0,0 0-1 0 0,0-1 1 0 0,0 1-1 0 0,0-1 1 0 0,0 0-1 0 0,0 0 1 0 0,1 0-1 0 0,-1 0 1 0 0,1 0-1 0 0,-1 0 1 0 0,1-1-1 0 0,0 1 1 0 0,0-1-1 0 0,0 0 1 0 0,0 0-1 0 0,0 0 1 0 0,0 0-1 0 0,0 0 1 0 0,3 0-1 0 0,8 1-111 0 0,0 0-1 0 0,-1-1 1 0 0,1-1 0 0 0,0 0 0 0 0,0-1-1 0 0,-1-1 1 0 0,1 0 0 0 0,-1 0-1 0 0,21-7 1 0 0,-6-1-825 0 0,0-1 1 0 0,-1-1-1 0 0,34-20 0 0 0,-42 20-345 0 0,0 0 0 0 0,-1-1 0 0 0,-1-1 0 0 0,20-20 0 0 0,-29 25 822 0 0,0 1-1 0 0,0-2 0 0 0,-1 1 1 0 0,-1-1-1 0 0,1 0 1 0 0,-2 0-1 0 0,1-1 1 0 0,-2 0-1 0 0,7-18 1 0 0,-10 23 447 0 0,0 0 0 0 0,0 0 0 0 0,0 0 0 0 0,-1 0 0 0 0,0 0 0 0 0,0 1 1 0 0,-2-12-1 0 0,1 14 333 0 0,1 0-1 0 0,-1 0 1 0 0,0-1 0 0 0,0 1 0 0 0,-1 0 0 0 0,1 0 0 0 0,0 0 0 0 0,-1 0-1 0 0,0 0 1 0 0,0 1 0 0 0,0-1 0 0 0,0 0 0 0 0,0 1 0 0 0,-5-5 1414 0 0,-3 4 2935 0 0,10 3-4585 0 0,-1 0-1 0 0,1 0 1 0 0,-1 0 0 0 0,1 0-1 0 0,0 0 1 0 0,-1 0-1 0 0,1 0 1 0 0,0 0 0 0 0,-1 0-1 0 0,1 0 1 0 0,0 1 0 0 0,-1-1-1 0 0,1 0 1 0 0,0 0-1 0 0,-1 0 1 0 0,1 1 0 0 0,0-1-1 0 0,0 0 1 0 0,-1 0-1 0 0,1 1 1 0 0,0-1 0 0 0,0 0-1 0 0,-1 0 1 0 0,1 1 0 0 0,0-1-1 0 0,0 0 1 0 0,0 1-1 0 0,0-1 1 0 0,-1 0 0 0 0,1 1-1 0 0,0-1 1 0 0,0 1-1 0 0,0-1 1 0 0,0 0 0 0 0,0 1-1 0 0,0-1 1 0 0,0 1 0 0 0,4 20 641 0 0,-1-13-758 0 0,0 0 1 0 0,1 0-1 0 0,6 9 0 0 0,-1-5 53 0 0,0-1-1 0 0,1 0 0 0 0,0-1 1 0 0,1 0-1 0 0,0 0 0 0 0,0-1 1 0 0,20 12-1 0 0,-22-15-20 0 0,0 0 0 0 0,-1 1-1 0 0,0 1 1 0 0,0-1 0 0 0,0 1-1 0 0,-1 0 1 0 0,-1 1 0 0 0,1 0 0 0 0,-2 0-1 0 0,1 0 1 0 0,-1 1 0 0 0,6 14 0 0 0,-10-18 21 0 0,1-1 0 0 0,-1 1 0 0 0,0 0 0 0 0,0 0 0 0 0,0-1 0 0 0,-1 1 0 0 0,0 0 0 0 0,0 7 0 0 0,-1-10-14 0 0,0 1 0 0 0,0-1 0 0 0,0 1 0 0 0,0-1 0 0 0,0 1 0 0 0,-1-1-1 0 0,0 1 1 0 0,1-1 0 0 0,-1 0 0 0 0,0 0 0 0 0,-1 0 0 0 0,1 0 0 0 0,0 0 0 0 0,-5 2 0 0 0,1 1 12 0 0,0-1 0 0 0,0 0 0 0 0,0-1 0 0 0,-1 0 1 0 0,0 0-1 0 0,0 0 0 0 0,0-1 0 0 0,-10 4 0 0 0,5-4-628 0 0,0-1 0 0 0,0 0 1 0 0,0 0-1 0 0,-24-1 0 0 0,26-1-2278 0 0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48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12439 0 0,'2'2'10523'0'0,"0"1"-10118"0"0,1 0-1 0 0,0-1 1 0 0,0 1 0 0 0,1 0 0 0 0,-1-1-1 0 0,0 0 1 0 0,1 0 0 0 0,-1 0 0 0 0,1 0-1 0 0,0 0 1 0 0,0-1 0 0 0,-1 0 0 0 0,1 0-1 0 0,0 0 1 0 0,0 0 0 0 0,0-1 0 0 0,0 1-1 0 0,5-1 1 0 0,12 1-54 0 0,0-2 1 0 0,27-3-1 0 0,-25 1 91 0 0,350-37 145 0 0,-128 19-610 0 0,-171 21-2321 0 0,-74 0 2268 0 0,1 0-1 0 0,-1 0 0 0 0,0 0 1 0 0,0 0-1 0 0,1 0 0 0 0,-1 0 1 0 0,0 0-1 0 0,0 1 0 0 0,0-1 1 0 0,1 0-1 0 0,-1 0 0 0 0,0 0 1 0 0,0 0-1 0 0,0 0 0 0 0,1 1 1 0 0,-1-1-1 0 0,0 0 0 0 0,0 0 1 0 0,0 0-1 0 0,0 1 0 0 0,1-1 1 0 0,-1 0-1 0 0,0 0 0 0 0,0 1 0 0 0,0-1 1 0 0,0 0-1 0 0,0 0 0 0 0,0 1 1 0 0,0-1-1 0 0,0 0 0 0 0,0 0 1 0 0,0 1-1 0 0,0-1 0 0 0,0 0 1 0 0,0 0-1 0 0,0 1 0 0 0,0-1 1 0 0,0 0-1 0 0,0 0 0 0 0,0 1 1 0 0,0-1-1 0 0,0 0 0 0 0,0 0 1 0 0,0 0-1 0 0,-1 1 0 0 0,1-1 1 0 0,0 0-1 0 0,0 0 0 0 0,0 1 1 0 0,-10 13-2569 0 0,-8 1-454 0 0,-3 1-4709 0 0</inkml:trace>
  <inkml:trace contextRef="#ctx0" brushRef="#br0" timeOffset="1">72 328 18799 0 0,'0'0'1706'0'0,"1"1"-1405"0"0,4-1-2 0 0,-1 2 1 0 0,1-1-1 0 0,-1 0 1 0 0,0 1-1 0 0,1 0 1 0 0,-1 0-1 0 0,0 0 1 0 0,0 0-1 0 0,-1 1 0 0 0,1-1 1 0 0,0 1-1 0 0,-1 0 1 0 0,1 0-1 0 0,-1 1 1 0 0,0-1-1 0 0,0 1 1 0 0,-1-1-1 0 0,1 1 1 0 0,-1 0-1 0 0,1 0 1 0 0,-1 0-1 0 0,0 0 1 0 0,1 5-1 0 0,0 1 44 0 0,0 1 0 0 0,-1 0 0 0 0,0-1 0 0 0,0 1-1 0 0,-1 0 1 0 0,-1 0 0 0 0,0 0 0 0 0,-2 19 0 0 0,-1-9-33 0 0,-1-1 1 0 0,-12 34-1 0 0,-9 33-158 0 0,20-62-575 0 0,5-22 51 0 0,15 9-2032 0 0,-12-11 2036 0 0,0-1 0 0 0,0 1 0 0 0,1-1 0 0 0,-1 0 0 0 0,0 0-1 0 0,0 0 1 0 0,1 0 0 0 0,-1 0 0 0 0,5-2 0 0 0,-8 2 354 0 0,16-3-2047 0 0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48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440 60 2759 0 0,'1'-8'248'0'0,"-1"6"-63"0"0,0 0 0 0 0,0 0 0 0 0,0-1 0 0 0,0 1 0 0 0,-1 0-1 0 0,1 0 1 0 0,-1 0 0 0 0,0 0 0 0 0,1 0 0 0 0,-1 0 0 0 0,0 0 0 0 0,0 0-1 0 0,-2-3 1 0 0,1 3 397 0 0,1 1-1 0 0,-1-1 0 0 0,0 1 1 0 0,0-1-1 0 0,0 1 0 0 0,0-1 1 0 0,0 1-1 0 0,0 0 1 0 0,-1 0-1 0 0,1 0 0 0 0,0 0 1 0 0,0 1-1 0 0,-1-1 0 0 0,1 1 1 0 0,-1-1-1 0 0,-3 1 1 0 0,-2-1 1413 0 0,1 1 0 0 0,-1 0 1 0 0,0 1-1 0 0,-11 2 1 0 0,-11 4 758 0 0,3 2-2158 0 0,0 2 0 0 0,1 1 0 0 0,0 1 0 0 0,-30 20 0 0 0,40-22-529 0 0,0 0 0 0 0,0 1 0 0 0,2 1 0 0 0,-1 1 0 0 0,2 0 0 0 0,0 0 0 0 0,0 1 1 0 0,-12 21-1 0 0,19-24-25 0 0,4 1-31 0 0,3-10-14 0 0,-1-1 0 0 0,1 1 0 0 0,0-1 0 0 0,0 0 0 0 0,0 1-1 0 0,0-1 1 0 0,1 0 0 0 0,-1 0 0 0 0,0 0 0 0 0,1 0 0 0 0,0 0 0 0 0,-1 0 0 0 0,1 0 0 0 0,0 0-1 0 0,0-1 1 0 0,0 1 0 0 0,0-1 0 0 0,1 1 0 0 0,-1-1 0 0 0,0 0 0 0 0,0 0 0 0 0,5 1 0 0 0,3 2-20 0 0,1-1 0 0 0,-1 0 0 0 0,22 3 0 0 0,13-2-27 0 0,1-2 1 0 0,-1-2-1 0 0,1-2 0 0 0,-1-2 0 0 0,0-2 0 0 0,0-1 0 0 0,-1-3 0 0 0,50-17 0 0 0,-65 17-7 0 0,39-20-1 0 0,-58 25 44 0 0,1-1 0 0 0,-1 0 0 0 0,0-1 1 0 0,-1 0-1 0 0,0 0 0 0 0,15-16 0 0 0,-22 21 14 0 0,0-1 0 0 0,0 0 0 0 0,0 0-1 0 0,-1 1 1 0 0,1-1 0 0 0,-1 0 0 0 0,1-1 0 0 0,-1 1 0 0 0,0 0-1 0 0,0 0 1 0 0,0 0 0 0 0,-1-1 0 0 0,1 1 0 0 0,-1 0 0 0 0,0-1 0 0 0,0-3-1 0 0,0 5 2 0 0,-1 1-1 0 0,1-1 1 0 0,0 0-1 0 0,-1 1 0 0 0,0-1 1 0 0,1 0-1 0 0,-1 1 1 0 0,0-1-1 0 0,0 1 0 0 0,0-1 1 0 0,0 1-1 0 0,0 0 1 0 0,0-1-1 0 0,0 1 0 0 0,0 0 1 0 0,-1 0-1 0 0,1 0 1 0 0,0 0-1 0 0,-1 0 0 0 0,1 0 1 0 0,-1 0-1 0 0,1 0 1 0 0,-1 1-1 0 0,0-1 0 0 0,1 0 1 0 0,-1 1-1 0 0,1-1 1 0 0,-1 1-1 0 0,0 0 0 0 0,0 0 1 0 0,1-1-1 0 0,-4 2 1 0 0,-3-1 37 0 0,0 0 0 0 0,-1 1 0 0 0,1 0 1 0 0,0 0-1 0 0,0 1 0 0 0,0 0 0 0 0,1 0 0 0 0,-1 1 1 0 0,0 0-1 0 0,1 1 0 0 0,-8 4 0 0 0,6-3-4 0 0,1 1-1 0 0,0 0 1 0 0,0 0-1 0 0,0 0 1 0 0,1 1-1 0 0,0 1 1 0 0,0-1-1 0 0,-10 15 1 0 0,15-18-24 0 0,-1 0 1 0 0,1 1 0 0 0,0-1-1 0 0,-2 8 1 0 0,3-4-11 0 0,4 2-12 0 0,3-3-52 0 0,-4-7 54 0 0,-1 1 0 0 0,0-1 0 0 0,0 1 0 0 0,1-1 1 0 0,-1 1-1 0 0,0-1 0 0 0,1 0 0 0 0,-1 1 0 0 0,0-1 0 0 0,1 0 0 0 0,-1 0 0 0 0,1 0 1 0 0,1 0-1 0 0,0 0-24 0 0,3 0 7 0 0,-1 0 0 0 0,1-1 0 0 0,0 1-1 0 0,-1-1 1 0 0,0 0 0 0 0,1 0 0 0 0,-1-1 0 0 0,0 0-1 0 0,1 0 1 0 0,-1 0 0 0 0,0 0 0 0 0,9-7 0 0 0,1-2-61 0 0,0-1 0 0 0,23-24 0 0 0,-37 35 601 0 0,0 7-388 0 0,0 0 0 0 0,0 0 0 0 0,1 0 1 0 0,-1 0-1 0 0,4 6 0 0 0,0 3 35 0 0,2 2-98 0 0,1 0 1 0 0,1 0-1 0 0,0-1 1 0 0,22 29-1 0 0,-7-9-13 0 0,-12-18-49 0 0,-1 1 0 0 0,-1 0 0 0 0,10 26 0 0 0,-18-39 0 0 0,1 1 0 0 0,-1 1 0 0 0,0-1 0 0 0,-1 0 0 0 0,0 0 0 0 0,0 1 0 0 0,0-1 0 0 0,-1 1 0 0 0,0-1 0 0 0,-1 0 0 0 0,0 1 0 0 0,0-1 0 0 0,-3 10 0 0 0,3-14 0 0 0,0 1 0 0 0,-1-1 0 0 0,1 1 0 0 0,-1-1 0 0 0,0 0 0 0 0,0 1 0 0 0,-1-1 0 0 0,1-1 0 0 0,0 1 0 0 0,-1 0 0 0 0,0 0 0 0 0,0-1 0 0 0,-4 4 0 0 0,2-3 0 0 0,-1 0 0 0 0,1-1 0 0 0,0 1 0 0 0,-1-1 0 0 0,0 0 0 0 0,1-1 0 0 0,-12 3 0 0 0,-4-3 0 0 0,1 0 0 0 0,-1-1 0 0 0,-38-5 0 0 0,57 5 0 0 0,1 0 0 0 0,-119-15-1362 0 0,93 10 716 0 0,0-1 0 0 0,-35-13 0 0 0,43 11-558 0 0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53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35 125 14279 0 0,'-2'1'1103'0'0,"-1"0"-904"0"0,-27-3 11064 0 0,33 2-10635 0 0,310-18 3790 0 0,-88 9-4006 0 0,294-15-108 0 0,-324 17-287 0 0,-58 2-30 0 0,537-32 57 0 0,-514 24-215 0 0,-150 13 108 0 0,-8 0-18 0 0,-20-5-3186 0 0,7 0 1193 0 0,4 4 747 0 0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50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399 161 6447 0 0,'-1'-2'298'0'0,"-30"-40"29"0"0,10 12 2030 0 0,-2 2 6257 0 0,17 22-7511 0 0,0 0 1 0 0,0 1-1 0 0,0 0 0 0 0,-1 0 0 0 0,1 0 0 0 0,-14-6 1 0 0,13 8-837 0 0,0 0 1 0 0,1 1 0 0 0,-1 0 0 0 0,0 0 0 0 0,0 1-1 0 0,0 0 1 0 0,-1 0 0 0 0,1 1 0 0 0,0-1 0 0 0,0 1-1 0 0,0 1 1 0 0,-13 2 0 0 0,3 0-99 0 0,-1 1-1 0 0,1 1 0 0 0,0 0 1 0 0,0 2-1 0 0,-25 12 1 0 0,39-17-164 0 0,0-1-1 0 0,1 1 1 0 0,0 0 0 0 0,-1 0 0 0 0,1 0 0 0 0,0 0 0 0 0,0 0 0 0 0,0 1-1 0 0,0-1 1 0 0,-2 4 0 0 0,-1 5 7 0 0,3 1 49 0 0,3-7-45 0 0,0-1-1 0 0,0 0 1 0 0,1 0-1 0 0,-1 0 1 0 0,1 0-1 0 0,0 0 1 0 0,0-1-1 0 0,0 1 1 0 0,0 0-1 0 0,1-1 1 0 0,0 0-1 0 0,-1 1 1 0 0,1-1-1 0 0,0 0 1 0 0,1-1-1 0 0,-1 1 1 0 0,0 0-1 0 0,7 2 1 0 0,6 5 31 0 0,1-2 0 0 0,34 13 0 0 0,-32-13-33 0 0,38 13 20 0 0,135 61 121 0 0,-171-71-144 0 0,-1 0-1 0 0,36 28 1 0 0,-51-35-9 0 0,0 0 0 0 0,0 0 0 0 0,-1 1 0 0 0,1-1 0 0 0,-1 1 0 0 0,0 0 0 0 0,0 1 0 0 0,-1-1 0 0 0,0 1 0 0 0,0-1 0 0 0,0 1 0 0 0,0 0 0 0 0,-1 0 0 0 0,0 1 0 0 0,2 8 0 0 0,-4-12 3 0 0,0 0 0 0 0,-1 1 0 0 0,1-1-1 0 0,0 0 1 0 0,-1 1 0 0 0,0-1 0 0 0,0 0 0 0 0,0 0 0 0 0,0 0 0 0 0,0 0-1 0 0,-1 0 1 0 0,1 0 0 0 0,-1 0 0 0 0,0 0 0 0 0,0 0 0 0 0,0-1 0 0 0,0 1-1 0 0,0-1 1 0 0,-1 1 0 0 0,1-1 0 0 0,-6 3 0 0 0,-1 2 24 0 0,-1-1 0 0 0,1 0-1 0 0,-1 0 1 0 0,-1-1 0 0 0,-12 4 0 0 0,-3-1-25 0 0,1 0 0 0 0,-1-2 0 0 0,0-1 0 0 0,-50 3 0 0 0,53-7-304 0 0,1-1 0 0 0,0-1 0 0 0,0-1 0 0 0,0-2 0 0 0,0 0 0 0 0,-29-9 0 0 0,49 12 123 0 0,-1 1 0 0 0,1-1 0 0 0,0 0 0 0 0,0 0 0 0 0,-1-1 1 0 0,1 1-1 0 0,0 0 0 0 0,0-1 0 0 0,-3-2 0 0 0,0-7-2481 0 0,5 9 2106 0 0,0 1 1 0 0,0 0-1 0 0,0-1 0 0 0,0 1 1 0 0,1 0-1 0 0,-1 0 0 0 0,0-1 0 0 0,1 1 1 0 0,-1 0-1 0 0,1-2 0 0 0,8-14-7560 0 0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51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3679 0 0,'0'0'23821'0'0,"2"1"-23191"0"0,1 0-453 0 0,1 1 0 0 0,-1-1 1 0 0,0 1-1 0 0,0 0 0 0 0,0 0 0 0 0,0 0 1 0 0,0 0-1 0 0,-1 0 0 0 0,1 1 1 0 0,-1-1-1 0 0,1 1 0 0 0,-1 0 0 0 0,0 0 1 0 0,2 4-1 0 0,5 7 33 0 0,11 29 0 0 0,-11-23-28 0 0,6 16-306 0 0,-1 0 1 0 0,-2 1-1 0 0,-2 0 0 0 0,9 57 0 0 0,-11-60-569 0 0,-6-26-487 0 0,0 1 1 0 0,0-1-1 0 0,0 1 0 0 0,-1 9 0 0 0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51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0 123 21311 0 0,'0'0'2379'0'0,"2"0"-1766"0"0,24-1 665 0 0,1-1 1 0 0,-1-1-1 0 0,38-10 0 0 0,78-29-399 0 0,-71 19-558 0 0,-32 10-297 0 0,-13 5 34 0 0,42-9 0 0 0,-34 16-35 0 0,-34 1-20 0 0,1 0 0 0 0,-1 1 0 0 0,0-1 1 0 0,1 0-1 0 0,-1 0 0 0 0,0 0 0 0 0,0 0 0 0 0,1 1 0 0 0,-1-1 1 0 0,0 0-1 0 0,0 0 0 0 0,0 1 0 0 0,1-1 0 0 0,-1 0 0 0 0,0 0 0 0 0,0 1 1 0 0,0-1-1 0 0,0 0 0 0 0,1 1 0 0 0,-1-1 0 0 0,0 0 0 0 0,0 0 0 0 0,0 1 1 0 0,0-1-1 0 0,0 0 0 0 0,0 1 0 0 0,0-1 0 0 0,0 0 0 0 0,0 1 0 0 0,0 0 1 0 0,0 9 113 0 0,-4 6 34 0 0,-1 0 1 0 0,0-1 0 0 0,-1 1-1 0 0,-15 27 1 0 0,12-24-42 0 0,-2 2-51 0 0,7-14-51 0 0,0 0-1 0 0,1 0 0 0 0,0 1 1 0 0,0-1-1 0 0,0 1 0 0 0,1 0 0 0 0,0-1 1 0 0,1 1-1 0 0,-1 0 0 0 0,1 12 1 0 0,1-19-110 0 0,17 7-215 0 0,-14-8 280 0 0,0 0 1 0 0,0 0-1 0 0,1-1 0 0 0,-1 0 0 0 0,0 1 1 0 0,0-1-1 0 0,0 0 0 0 0,1 0 0 0 0,-1-1 1 0 0,5-2-1 0 0,29-20-195 0 0,-32 20 196 0 0,10-8-23 0 0,0-2 1 0 0,-1 0-1 0 0,0 0 0 0 0,-1-1 1 0 0,-1-1-1 0 0,-1 0 0 0 0,0-1 1 0 0,15-31-1 0 0,-18 38 154 0 0,-7 10-85 0 0,-1-1-1 0 0,0 1 1 0 0,0 0 0 0 0,1 0-1 0 0,-1 0 1 0 0,0 0-1 0 0,1 0 1 0 0,-1 0 0 0 0,0 0-1 0 0,1 0 1 0 0,-1 0-1 0 0,0 0 1 0 0,1 0-1 0 0,-1 0 1 0 0,0 0 0 0 0,1 0-1 0 0,-1 0 1 0 0,0 0-1 0 0,1 0 1 0 0,-1 0 0 0 0,0 0-1 0 0,1 0 1 0 0,1 2 43 0 0,-1-1 0 0 0,1 1 0 0 0,0-1 1 0 0,-1 1-1 0 0,1 0 0 0 0,-1-1 0 0 0,3 5 0 0 0,0-1-21 0 0,2 4 3 0 0,42 50-104 0 0,-43-53-203 0 0,1 0 0 0 0,1 0 0 0 0,-1-1 1 0 0,1 0-1 0 0,0 0 0 0 0,13 7 0 0 0,-12-9-501 0 0,0-1 0 0 0,1 1 0 0 0,-1-1 0 0 0,1-1 0 0 0,0 0 0 0 0,-1 0 0 0 0,15-1 0 0 0,-7 0-1551 0 0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52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333 51 8287 0 0,'2'-17'423'0'0,"2"-16"18623"0"0,-4 38-18630 0 0,-1 1-1 0 0,0 0 0 0 0,-1 0 1 0 0,1-1-1 0 0,-4 7 0 0 0,-1 8 57 0 0,-5 25 13 0 0,-6 49 0 0 0,15-70-439 0 0,0-1 1 0 0,2 1-1 0 0,0-1 0 0 0,5 26 1 0 0,-4-44-47 0 0,0 0 0 0 0,0 1 0 0 0,0-1 0 0 0,1 0 0 0 0,0 0-1 0 0,0 0 1 0 0,1 0 0 0 0,-1 0 0 0 0,1-1 0 0 0,0 1 0 0 0,0-1 0 0 0,1 1 0 0 0,-1-1 0 0 0,1 0 0 0 0,5 4 0 0 0,-6-6-24 0 0,1 1 0 0 0,0-1-1 0 0,0 0 1 0 0,0 0 0 0 0,0 0 0 0 0,0 0-1 0 0,0-1 1 0 0,0 1 0 0 0,0-1 0 0 0,1 0 0 0 0,-1-1-1 0 0,1 1 1 0 0,-1-1 0 0 0,0 0 0 0 0,1 0-1 0 0,-1 0 1 0 0,1 0 0 0 0,-1-1 0 0 0,5-1-1 0 0,1-1-40 0 0,-1 0 0 0 0,1 0 0 0 0,-1-1 0 0 0,0-1 0 0 0,0 1 0 0 0,0-1 0 0 0,-1-1 0 0 0,1 0 0 0 0,-1 0 0 0 0,-1 0 0 0 0,13-15-1 0 0,-9 8-1 0 0,0 0-1 0 0,-1-1 0 0 0,-1-1 0 0 0,0 1 0 0 0,-1-1 0 0 0,7-19 0 0 0,-14 28 15 0 0,0 5 57 0 0,-14 25 496 0 0,12-20-508 0 0,0 0 0 0 0,0 0 0 0 0,0 0 0 0 0,1 0 0 0 0,-1 0 0 0 0,1 0 0 0 0,0 0 0 0 0,1 0 0 0 0,-1 0 0 0 0,1 0 0 0 0,-1 0 0 0 0,1 0 0 0 0,0 0 0 0 0,1 0 0 0 0,-1 0-1 0 0,1 0 1 0 0,-1-1 0 0 0,1 1 0 0 0,0-1 0 0 0,1 1 0 0 0,-1-1 0 0 0,1 0 0 0 0,-1 0 0 0 0,1 0 0 0 0,0 0 0 0 0,0 0 0 0 0,0-1 0 0 0,1 1 0 0 0,-1-1 0 0 0,0 0 0 0 0,1 0 0 0 0,0 0 0 0 0,-1 0 0 0 0,1-1 0 0 0,0 1 0 0 0,6 0 0 0 0,45 6-2051 0 0,-20-3-1458 0 0</inkml:trace>
  <inkml:trace contextRef="#ctx0" brushRef="#br0" timeOffset="1">0 83 13359 0 0,'0'0'1210'0'0,"2"2"-516"0"0,1 1 784 0 0,1 0 0 0 0,0 0 0 0 0,0 0 0 0 0,0 0 0 0 0,0-1 0 0 0,9 4 0 0 0,-5-3-431 0 0,1 0 0 0 0,0 0 1 0 0,9 0-1 0 0,10 1-663 0 0,40-1 0 0 0,-49-3 102 0 0,243-9-145 0 0,-225 6-430 0 0,14-4-1491 0 0,-21 2-7170 0 0,-13 2-289 0 0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52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 6911 0 0,'-2'1'315'0'0,"-29"16"22485"0"0,33-17-22700 0 0,0 1 1 0 0,-1-1 0 0 0,1 1 0 0 0,-1-1-1 0 0,1 1 1 0 0,-1 0 0 0 0,0 0-1 0 0,3 1 1 0 0,5 3 93 0 0,7 0-36 0 0,-1-2 1 0 0,1 0 0 0 0,0 0 0 0 0,0-2-1 0 0,33 0 1 0 0,1 0-25 0 0,-46-1-128 0 0,23 2 74 0 0,32 6 0 0 0,-51-7-72 0 0,-1 1 1 0 0,1 0 0 0 0,-1 1 0 0 0,0-1 0 0 0,0 1-1 0 0,0 1 1 0 0,0-1 0 0 0,-1 1 0 0 0,8 6 0 0 0,-12-9-6 0 0,0 1 0 0 0,-1 0 1 0 0,1-1-1 0 0,0 1 0 0 0,-1 0 0 0 0,1 0 1 0 0,-1 0-1 0 0,0 0 0 0 0,0 0 1 0 0,0 1-1 0 0,0-1 0 0 0,0 0 1 0 0,0 0-1 0 0,-1 1 0 0 0,1-1 0 0 0,0 4 1 0 0,-1-1 7 0 0,0-1 1 0 0,0 0-1 0 0,-1 1 0 0 0,1-1 1 0 0,-1 0-1 0 0,0 0 1 0 0,0 0-1 0 0,-3 7 0 0 0,-3 3 18 0 0,0-1-1 0 0,0 0 1 0 0,-2-1-1 0 0,-11 15 1 0 0,-30 30-29 0 0,-21 27 0 0 0,65-75 0 0 0,0 0 0 0 0,0 1 0 0 0,1-1 0 0 0,0 1 0 0 0,1 0 0 0 0,0 1 0 0 0,-4 16 0 0 0,8-24 0 0 0,-1-1 0 0 0,1 1 0 0 0,0 0 0 0 0,0-1 0 0 0,0 1 0 0 0,0 0 0 0 0,0-1 0 0 0,1 1 0 0 0,-1-1 0 0 0,2 5 0 0 0,3 1 0 0 0,-2-6 0 0 0,0 0 0 0 0,0 1 0 0 0,1-1 0 0 0,-1-1 0 0 0,0 1 0 0 0,1 0 0 0 0,-1-1 0 0 0,1 0 0 0 0,-1 0 0 0 0,1 0 0 0 0,0 0 0 0 0,6 0 0 0 0,3 0 0 0 0,0 0 0 0 0,18-2 0 0 0,28-7-906 0 0,106-26 0 0 0,21-5-1413 0 0,-166 37 282 0 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54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0 25799 0 0,'0'0'1183'0'0,"-9"4"387"0"0,-20 10 1197 0 0,33 16-1954 0 0,10-1-5817 0 0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54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16583 0 0,'-7'4'14873'0'0,"7"-3"-14939"0"0,1 0-1 0 0,-1-1 0 0 0,1 1 1 0 0,-1 0-1 0 0,1-1 1 0 0,-1 1-1 0 0,1-1 0 0 0,0 1 1 0 0,-1-1-1 0 0,1 1 0 0 0,0-1 1 0 0,-1 1-1 0 0,1-1 0 0 0,0 0 1 0 0,0 1-1 0 0,-1-1 1 0 0,2 1-1 0 0,14 4-8623 0 0,-3-3-598 0 0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55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8 116 8287 0 0,'0'-2'382'0'0,"-8"-40"20036"0"0,10 44-19898 0 0,5 5-260 0 0,0 0 0 0 0,-1 0 0 0 0,0 1 1 0 0,0 0-1 0 0,7 15 0 0 0,23 50 229 0 0,-21-39-260 0 0,-5-13-166 0 0,1 0-1 0 0,2-1 1 0 0,0-1 0 0 0,1 1 0 0 0,22 22 0 0 0,-33-39-56 0 0,1 1-1 0 0,-1-1 1 0 0,1 0 0 0 0,0 0-1 0 0,0-1 1 0 0,1 1 0 0 0,4 1-1 0 0,3 0 5 0 0,-1-4-11 0 0,0-4 0 0 0,-7 1 3 0 0,-1 1 0 0 0,1-1 0 0 0,-1 0 0 0 0,0 0 1 0 0,0-1-1 0 0,0 1 0 0 0,0-1 0 0 0,0 1 0 0 0,-1-1 0 0 0,0 0 0 0 0,0 0 0 0 0,0 0 0 0 0,0 0 1 0 0,2-7-1 0 0,0-5 23 0 0,0-1 0 0 0,2-23 0 0 0,-6 38-23 0 0,4-37-255 0 0,-2 1-1 0 0,-2-1 1 0 0,-4-40-1 0 0,-8-1-5634 0 0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56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397 22 19263 0 0,'-2'0'884'0'0,"-3"-4"-671"0"0,0 2 0 0 0,-1-1 0 0 0,0 1-1 0 0,1-1 1 0 0,-1 1 0 0 0,0 1 0 0 0,0-1 0 0 0,0 1 0 0 0,0 1-1 0 0,0-1 1 0 0,-10 1 0 0 0,6 1 269 0 0,1 0 0 0 0,-1 0 0 0 0,1 2-1 0 0,0-1 1 0 0,0 1 0 0 0,-17 8 0 0 0,0 1 580 0 0,1 1 1 0 0,-42 30-1 0 0,53-32-754 0 0,0 0 1 0 0,1 1-1 0 0,0 1 0 0 0,1 0 0 0 0,-17 23 0 0 0,26-31-212 0 0,0 0 1 0 0,0 1 0 0 0,0-1 0 0 0,-3 9-1 0 0,5-12-99 0 0,1 0 0 0 0,-1 0-1 0 0,1-1 1 0 0,0 1-1 0 0,-1 0 1 0 0,1 0 0 0 0,0 0-1 0 0,0 0 1 0 0,0-1 0 0 0,0 1-1 0 0,1 0 1 0 0,-1 0-1 0 0,0 0 1 0 0,1 0 0 0 0,-1-1-1 0 0,1 1 1 0 0,1 3-1 0 0,-1-4-19 0 0,0 0 0 0 0,1-1-1 0 0,-1 1 1 0 0,0 0-1 0 0,0 0 1 0 0,1-1-1 0 0,-1 1 1 0 0,1-1 0 0 0,-1 1-1 0 0,0-1 1 0 0,1 1-1 0 0,-1-1 1 0 0,1 0 0 0 0,2 0-1 0 0,-2 1-22 0 0,7 0-69 0 0,-1-1 0 0 0,0 0 0 0 0,1 0 0 0 0,-1-1 0 0 0,0 0 0 0 0,0 0 1 0 0,1-1-1 0 0,-1 0 0 0 0,0 0 0 0 0,11-5 0 0 0,-5 1-116 0 0,0-1 1 0 0,0-1 0 0 0,-1 0-1 0 0,21-16 1 0 0,-26 17 196 0 0,0-1 0 0 0,-1 1-1 0 0,0-1 1 0 0,0-1 0 0 0,-1 1 0 0 0,0-1 0 0 0,-1 0-1 0 0,0-1 1 0 0,0 1 0 0 0,-1-1 0 0 0,0 0-1 0 0,-1 0 1 0 0,0 0 0 0 0,2-15 0 0 0,-5 23 963 0 0,0 4-753 0 0,0 0-162 0 0,3 77 317 0 0,-1-68-331 0 0,0 0 0 0 0,0 0 0 0 0,1-1 0 0 0,0 1-1 0 0,7 13 1 0 0,-6-15-10 0 0,1 0-1 0 0,0 0 1 0 0,0 0 0 0 0,1-1-1 0 0,0 0 1 0 0,1 0 0 0 0,9 9-1 0 0,-10-12-49 0 0,0 0 0 0 0,0 0-1 0 0,1-1 1 0 0,-1 0 0 0 0,1-1-1 0 0,0 1 1 0 0,0-1-1 0 0,0-1 1 0 0,0 1 0 0 0,12 1-1 0 0,-5-1-86 0 0,-1-1 0 0 0,1-1 0 0 0,0 0 0 0 0,-1-1 0 0 0,1-1 0 0 0,0 0 0 0 0,-1 0 0 0 0,1-2 0 0 0,14-4 0 0 0,-22 5 109 0 0,1 0-1 0 0,-2 0 1 0 0,1-1 0 0 0,0 0-1 0 0,0 0 1 0 0,-1-1 0 0 0,0 0-1 0 0,0 0 1 0 0,7-6-1 0 0,-9 6 48 0 0,1 0 0 0 0,-1 0 0 0 0,-1 0 0 0 0,1-1 0 0 0,0 1 0 0 0,-1-1 0 0 0,0 1 0 0 0,0-1 0 0 0,-1 0-1 0 0,1 1 1 0 0,-1-1 0 0 0,0 0 0 0 0,1-7 0 0 0,-2 5 33 0 0,2 0 93 0 0,-2 0-1 0 0,1 0 1 0 0,-1 1 0 0 0,0-1 0 0 0,0 0-1 0 0,-1 0 1 0 0,1 0 0 0 0,-2 0 0 0 0,-3-13 1262 0 0,4 21-1322 0 0,0 0 1 0 0,0 1-1 0 0,0-1 0 0 0,1 0 0 0 0,-1 1 1 0 0,0-1-1 0 0,1 0 0 0 0,-1 1 0 0 0,1-1 1 0 0,-1 3-1 0 0,0 2-14 0 0,1 0 1 0 0,-1 0-1 0 0,1 0 1 0 0,0 0-1 0 0,1 0 0 0 0,-1 0 1 0 0,3 8-1 0 0,13 42 175 0 0,-13-47-199 0 0,12 29 32 0 0,2-1 0 0 0,1 0 1 0 0,29 42-1 0 0,2 5-2 0 0,-12-21-84 0 0,-20-36-14 0 0,25 55-1 0 0,-40-79 11 0 0,-1-2 6 0 0,-1-1 1 0 0,1 1-1 0 0,-1 0 0 0 0,1 0 1 0 0,-1 0-1 0 0,0-1 0 0 0,1 1 1 0 0,-1 0-1 0 0,0 0 0 0 0,0 0 1 0 0,0 0-1 0 0,0 0 0 0 0,0 0 0 0 0,0 0 1 0 0,0-1-1 0 0,0 1 0 0 0,0 2 1 0 0,-16-8-278 0 0,11 2 238 0 0,1 1 0 0 0,0-1 1 0 0,1 0-1 0 0,-1 0 1 0 0,0-1-1 0 0,1 1 0 0 0,0-1 1 0 0,-6-7-1 0 0,-19-36-195 0 0,15 24 134 0 0,-13-25-122 0 0,1-1-1 0 0,-31-91 1 0 0,56 137 225 0 0,-31-104-217 0 0,29 96 298 0 0,0-1 0 0 0,0 0 0 0 0,2 0 1 0 0,-1 0-1 0 0,1 0 0 0 0,1 1 0 0 0,3-16 0 0 0,-3 22-34 0 0,1 1 0 0 0,-1 0 1 0 0,1 0-1 0 0,0 0 0 0 0,1 0 0 0 0,-1 0 0 0 0,1 0 0 0 0,-1 1 0 0 0,1-1 1 0 0,0 1-1 0 0,0 0 0 0 0,1 0 0 0 0,-1 0 0 0 0,1 0 0 0 0,-1 0 1 0 0,9-3-1 0 0,3-2-14 0 0,0 1 0 0 0,0 0 0 0 0,19-5 1 0 0,-21 8-14 0 0,0 1 1 0 0,0 0-1 0 0,1 1 1 0 0,-1 1-1 0 0,20-1 1 0 0,-27 2-21 0 0,0 1 1 0 0,0-1 0 0 0,0 1 0 0 0,0 0 0 0 0,0 0 0 0 0,0 1 0 0 0,0-1 0 0 0,-1 1-1 0 0,1 1 1 0 0,0-1 0 0 0,-1 1 0 0 0,0 0 0 0 0,1 0 0 0 0,5 6 0 0 0,-10-8 9 0 0,1 1 0 0 0,-1-1 0 0 0,1 1 0 0 0,-1-1 0 0 0,0 1 0 0 0,1 0 0 0 0,-1 0 0 0 0,0 0 0 0 0,0 0 0 0 0,0 0 0 0 0,-1 0 0 0 0,1 0 0 0 0,0 0 0 0 0,-1 0 0 0 0,0 0 0 0 0,1 0 0 0 0,-1 0 0 0 0,0 3 0 0 0,0-1-3 0 0,-1 0 0 0 0,0 0-1 0 0,1 0 1 0 0,-1 0 0 0 0,-1 0 0 0 0,1 0 0 0 0,-1-1 0 0 0,1 1 0 0 0,-4 4 0 0 0,-2 3-7 0 0,-1 0-1 0 0,-1 0 1 0 0,0-1 0 0 0,-17 16-1 0 0,9-13-444 0 0,0 0 0 0 0,-1-1 0 0 0,0-2-1 0 0,-1 1 1 0 0,0-2 0 0 0,-24 8 0 0 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56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189 115 21823 0 0,'-5'5'1980'0'0,"-33"29"83"0"0,3 1 0 0 0,-52 66 0 0 0,84-97-1995 0 0,0 0 0 0 0,1 1-1 0 0,-1-1 1 0 0,1 0 0 0 0,0 1-1 0 0,0-1 1 0 0,1 1 0 0 0,-1 0-1 0 0,1 0 1 0 0,0-1 0 0 0,0 1-1 0 0,0 9 1 0 0,1-12-87 0 0,0 0 1 0 0,1 0 0 0 0,-1 0-1 0 0,0 0 1 0 0,1 0-1 0 0,-1 0 1 0 0,1 0-1 0 0,0 0 1 0 0,0 0-1 0 0,0 0 1 0 0,0-1-1 0 0,0 1 1 0 0,0 0 0 0 0,0 0-1 0 0,0-1 1 0 0,1 1-1 0 0,-1-1 1 0 0,1 1-1 0 0,-1-1 1 0 0,1 0-1 0 0,0 1 1 0 0,-1-1 0 0 0,1 0-1 0 0,0 0 1 0 0,0 0-1 0 0,0 0 1 0 0,0-1-1 0 0,0 1 1 0 0,0 0-1 0 0,0-1 1 0 0,0 1-1 0 0,3-1 1 0 0,6 1-437 0 0,0 0 0 0 0,0-1 0 0 0,0-1 0 0 0,0 0 0 0 0,0 0-1 0 0,0-1 1 0 0,0 0 0 0 0,0-1 0 0 0,0 0 0 0 0,-1-1 0 0 0,0 0 0 0 0,0-1 0 0 0,0 0 0 0 0,0-1-1 0 0,-1 0 1 0 0,1 0 0 0 0,11-11 0 0 0,-19 14 353 0 0,1 0 0 0 0,-1 0 0 0 0,1-1 0 0 0,-1 1 0 0 0,0-1 0 0 0,0 1 0 0 0,-1-1-1 0 0,1 0 1 0 0,-1 1 0 0 0,0-1 0 0 0,1 0 0 0 0,-2 0 0 0 0,1 0 0 0 0,0 0 0 0 0,-1 0 0 0 0,0 0 0 0 0,0 0 0 0 0,0 0-1 0 0,-1 0 1 0 0,1 0 0 0 0,-1 0 0 0 0,0 0 0 0 0,-1-4 0 0 0,0 2 303 0 0,0 0 0 0 0,0 0 1 0 0,0 1-1 0 0,0-1 0 0 0,-1 1 0 0 0,0 0 0 0 0,-1 0 1 0 0,1 0-1 0 0,-1 0 0 0 0,0 0 0 0 0,0 1 1 0 0,0 0-1 0 0,0 0 0 0 0,-8-6 0 0 0,10 9 375 0 0,2 0-376 0 0,-1 0-1 0 0,0 0 1 0 0,0 0 0 0 0,1-1-1 0 0,-1 1 1 0 0,1 0-1 0 0,-1 0 1 0 0,1-1 0 0 0,-1 1-1 0 0,1-1 1 0 0,0 1 0 0 0,0 0-1 0 0,0-3 1 0 0,0 3 84 0 0,2 1-11 0 0,3-1-184 0 0,0-1-1 0 0,1 2 1 0 0,-1-1 0 0 0,1 0-1 0 0,-1 1 1 0 0,1 0-1 0 0,-1 1 1 0 0,1-1 0 0 0,-1 1-1 0 0,0 0 1 0 0,1 0-1 0 0,-1 1 1 0 0,0 0 0 0 0,0-1-1 0 0,0 2 1 0 0,0-1 0 0 0,0 1-1 0 0,0-1 1 0 0,-1 1-1 0 0,6 5 1 0 0,2 1 106 0 0,-1 0-1 0 0,-1 1 1 0 0,0 1 0 0 0,0 0 0 0 0,-1 0-1 0 0,12 20 1 0 0,-9-11 95 0 0,0 1 0 0 0,12 32 1 0 0,-19-41 55 0 0,-4-10 258 0 0,-1-8-361 0 0,-1 0-204 0 0,-9-63 380 0 0,10 61-399 0 0,0-1 0 0 0,0 0 1 0 0,1 1-1 0 0,0-1 0 0 0,0 1 1 0 0,4-10-1 0 0,2-5-5 0 0,1 2 1 0 0,1-1-1 0 0,12-20 0 0 0,-17 33-135 0 0,1 1 0 0 0,1 0 0 0 0,-1 1 0 0 0,1-1 0 0 0,0 1 0 0 0,1 0 0 0 0,0 1 0 0 0,0-1 0 0 0,1 1 0 0 0,9-6 0 0 0,-9 8-484 0 0,0 1 0 0 0,1-1 0 0 0,0 2 0 0 0,8-3 0 0 0,-5 2-492 0 0,6-2-537 0 0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57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 24127 0 0,'0'0'3811'0'0,"2"0"-3174"0"0,13 4 28 0 0,0-2 1 0 0,1 0-1 0 0,27-1 0 0 0,49-6-105 0 0,-9-1-325 0 0,114-10 86 0 0,-107 6-314 0 0,-59 7-82 0 0,189-22-3261 0 0,-193 18-697 0 0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57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12895 0 0,'-8'8'12736'0'0,"8"-7"-12590"0"0,-1 0 1 0 0,0 0-1 0 0,1 0 0 0 0,-1 0 0 0 0,1 0 0 0 0,-1 0 1 0 0,1 0-1 0 0,-1 1 0 0 0,1-1 0 0 0,0 0 1 0 0,0 0-1 0 0,0 1 0 0 0,-1-1 0 0 0,1 0 1 0 0,0 0-1 0 0,1 1 0 0 0,-1-1 0 0 0,0 0 0 0 0,0 0 1 0 0,0 0-1 0 0,1 1 0 0 0,-1-1 0 0 0,1 0 1 0 0,-1 0-1 0 0,1 0 0 0 0,-1 0 0 0 0,1 0 0 0 0,0 1 1 0 0,-1-1-1 0 0,1 0 0 0 0,0-1 0 0 0,0 1 1 0 0,0 0-1 0 0,1 1 0 0 0,4 4-160 0 0,1 0-1 0 0,0 0 1 0 0,15 8-1 0 0,-13-8 355 0 0,4 2-231 0 0,1-1 1 0 0,21 8-1 0 0,-21-9-117 0 0,1 1 0 0 0,19 11 0 0 0,-33-17 16 0 0,0 0-1 0 0,0-1 1 0 0,0 1-1 0 0,1 0 1 0 0,-1 0-1 0 0,0 0 1 0 0,0-1-1 0 0,0 1 1 0 0,0 0-1 0 0,0 0 1 0 0,-1 1 0 0 0,1-1-1 0 0,0 0 1 0 0,0 0-1 0 0,-1 0 1 0 0,1 1-1 0 0,-1-1 1 0 0,1 0-1 0 0,-1 0 1 0 0,1 1 0 0 0,-1-1-1 0 0,0 0 1 0 0,0 1-1 0 0,1-1 1 0 0,-1 3-1 0 0,0-1 21 0 0,0 0-2 0 0,0 0 0 0 0,-1 0 0 0 0,1 0 0 0 0,0 0 0 0 0,-1-1 0 0 0,0 1 0 0 0,0 0 0 0 0,0-1 1 0 0,0 1-1 0 0,0 0 0 0 0,0-1 0 0 0,0 1 0 0 0,-4 3 0 0 0,-2 3 76 0 0,0 0 0 0 0,-10 8 0 0 0,15-14-100 0 0,-2-1-90 0 0,1 1 0 0 0,0 0 0 0 0,-1-1 1 0 0,0 0-1 0 0,1 0 0 0 0,-8 3 0 0 0,-4 0-8558 0 0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58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6447 0 0,'1'3'14942'0'0,"22"89"-6583"0"0,50 123-6996 0 0,-59-179-1960 0 0,16 73-1 0 0,-29-108 57 0 0,-10 2-4908 0 0,1-3 3750 0 0,-1-2-41 0 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58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53 10135 0 0,'-46'-21'1740'0'0,"28"10"12805"0"0,33 0-13005 0 0,-9 9-1322 0 0,0 0 0 0 0,0 0 0 0 0,0 1 0 0 0,-1 0 0 0 0,1 0 0 0 0,10 1 0 0 0,39 2 359 0 0,-35 0-325 0 0,398 43 1112 0 0,-375-37-1382 0 0,79 26 0 0 0,-105-28 11 0 0,-1 1-1 0 0,-1 0 1 0 0,0 1-1 0 0,0 0 1 0 0,0 1-1 0 0,-1 1 1 0 0,24 21-1 0 0,-35-27 5 0 0,1-1-1 0 0,-1 1 1 0 0,0 0-1 0 0,0 0 1 0 0,-1 0-1 0 0,1 0 0 0 0,-1 0 1 0 0,0 0-1 0 0,0 1 1 0 0,0-1-1 0 0,0 1 1 0 0,-1 0-1 0 0,0-1 1 0 0,0 1-1 0 0,0 0 1 0 0,-1 0-1 0 0,1-1 1 0 0,-1 1-1 0 0,0 0 1 0 0,-1 0-1 0 0,1 0 1 0 0,-1 0-1 0 0,0-1 1 0 0,0 1-1 0 0,0 0 1 0 0,-1-1-1 0 0,0 1 1 0 0,0-1-1 0 0,0 1 1 0 0,0-1-1 0 0,-1 0 1 0 0,1 0-1 0 0,-1 0 1 0 0,-3 4-1 0 0,-3 0 27 0 0,1 0 0 0 0,-1 0 1 0 0,0-1-1 0 0,0 0 0 0 0,-1-1 0 0 0,0 0 0 0 0,0 0 0 0 0,-1-1 0 0 0,0 0 0 0 0,-19 5 0 0 0,-1-1 48 0 0,-2-2 0 0 0,-50 6 0 0 0,32-9-6 0 0,-70-1 1 0 0,89-5-285 0 0,0-1 0 0 0,0-1 0 0 0,-42-12 0 0 0,67 14 88 0 0,1 0 1 0 0,0-1-1 0 0,-12-5 0 0 0,16 7-86 0 0,1 0 0 0 0,0 0-1 0 0,0 0 1 0 0,-1 0 0 0 0,1 0 0 0 0,0 0-1 0 0,0 0 1 0 0,0 0 0 0 0,0-1-1 0 0,-1-1 1 0 0,2 3-126 0 0,-1-1 0 0 0,1 1 1 0 0,0-1-1 0 0,0 0 0 0 0,0 1 0 0 0,0-1 0 0 0,0 0 1 0 0,-1 1-1 0 0,1-1 0 0 0,0 0 0 0 0,0 1 0 0 0,0-1 1 0 0,1 0-1 0 0,-1 1 0 0 0,0-1 0 0 0,0 0 1 0 0,0 1-1 0 0,0-1 0 0 0,1 0 0 0 0,-1 1 0 0 0,0-1 1 0 0,1 1-1 0 0,-1-1 0 0 0,1 0 0 0 0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5:59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14279 0 0,'0'0'18088'0'0,"0"1"-17837"0"0,0 5-153 0 0,0-4-55 0 0,-3 5-35 0 0,2-2-171 0 0,1-3-682 0 0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6:20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118 117 9671 0 0,'-6'1'451'0'0,"-1"0"-1"0"0,0-1 1 0 0,0 0-1 0 0,0 0 1 0 0,1-1-1 0 0,-8-1 1 0 0,1-1 3100 0 0,1 0 1 0 0,-14-7-1 0 0,25 10-3366 0 0,0 0-1 0 0,1-1 1 0 0,-1 1 0 0 0,0 0-1 0 0,0 0 1 0 0,1-1 0 0 0,-1 1-1 0 0,1-1 1 0 0,-1 1 0 0 0,0-1-1 0 0,1 1 1 0 0,-1-1 0 0 0,1 1-1 0 0,-1-1 1 0 0,1 1 0 0 0,-1-1-1 0 0,1 0 1 0 0,-1 0 0 0 0,1 0-84 0 0,0 1 1 0 0,0-1 0 0 0,0 1-1 0 0,0-1 1 0 0,0 1 0 0 0,0-1 0 0 0,0 1-1 0 0,0-1 1 0 0,0 1 0 0 0,1-1 0 0 0,-1 1-1 0 0,0-1 1 0 0,0 1 0 0 0,0-1 0 0 0,1 1-1 0 0,-1-1 1 0 0,0 1 0 0 0,0-1 0 0 0,1 1-1 0 0,0-1 1 0 0,2-2 139 0 0,0 0 1 0 0,1 1-1 0 0,0-1 0 0 0,6-3 1 0 0,-6 4-327 0 0,12-6 251 0 0,0 1 0 0 0,1 0 0 0 0,0 1 0 0 0,30-5 0 0 0,-9 1-107 0 0,-27 7-59 0 0,0 0 0 0 0,0 1 0 0 0,1 1 0 0 0,-1-1 0 0 0,0 2 0 0 0,1 0 0 0 0,17 2 0 0 0,-16 1 0 0 0,1 2 0 0 0,-1 3 0 0 0,-5 2 0 0 0,-3 1 0 0 0,-4 2 11 0 0,-1-10 0 0 0,0-1-8 0 0,0-1 1 0 0,0 1-1 0 0,0-1 0 0 0,0 1 0 0 0,-1-1 1 0 0,1 1-1 0 0,0-1 0 0 0,-1 1 0 0 0,0-1 0 0 0,1 0 1 0 0,-1 1-1 0 0,-1 1 0 0 0,1 1-3 0 0,-11 13 0 0 0,9-13 16 0 0,-1 0 0 0 0,0 0 1 0 0,0 0-1 0 0,-1-1 0 0 0,1 1 0 0 0,-1-1 0 0 0,1 0 1 0 0,-1 0-1 0 0,-10 4 0 0 0,5-2-18 0 0,-32 21 2 0 0,32-18 0 0 0,1-2 0 0 0,9-6 0 0 0,-1 1 0 0 0,1-1 0 0 0,0 0 0 0 0,0 0 0 0 0,-1 0 0 0 0,1 0 0 0 0,0 0 0 0 0,0 1 0 0 0,-1-1 0 0 0,1 0 0 0 0,0 0 0 0 0,0 0 0 0 0,0 1 0 0 0,-1-1 0 0 0,1 0 0 0 0,0 0 0 0 0,0 1 0 0 0,0-1 0 0 0,0 0 0 0 0,0 1 0 0 0,0-1 0 0 0,-1 0 0 0 0,1 0 0 0 0,0 1 0 0 0,0-1 0 0 0,0 0 0 0 0,0 1 0 0 0,1 0 0 0 0,0 0 0 0 0,0 0 0 0 0,0 0 0 0 0,0 0 0 0 0,0-1 0 0 0,0 1 0 0 0,0 0 0 0 0,0 0 0 0 0,0-1 0 0 0,0 1 0 0 0,1-1 0 0 0,-1 1 0 0 0,0-1 0 0 0,3 1 0 0 0,23 5 0 0 0,-18-4 0 0 0,32 7 18 0 0,-31-8-6 0 0,-1 1 1 0 0,1 1-1 0 0,-1 0 0 0 0,1 0 0 0 0,-1 1 0 0 0,0 0 1 0 0,0 0-1 0 0,11 8 0 0 0,-16-9-6 0 0,-1-1 0 0 0,1 0 0 0 0,0 1-1 0 0,-1 0 1 0 0,0 0 0 0 0,0 0 0 0 0,0 0 0 0 0,0 0 0 0 0,0 1 0 0 0,-1 0 0 0 0,1-1-1 0 0,-1 1 1 0 0,0 0 0 0 0,0 0 0 0 0,0 0 0 0 0,-1 0 0 0 0,1 0 0 0 0,-1 0 0 0 0,1 6-1 0 0,0 15 12 0 0,-6-14 8 0 0,1-6-3 0 0,2-2-16 0 0,1-1 0 0 0,-1 1 0 0 0,0-1 0 0 0,0 0 0 0 0,0 0 0 0 0,0 0 0 0 0,-1 1 0 0 0,1-1 0 0 0,-1 0 0 0 0,1-1 0 0 0,-1 1 0 0 0,0 0 0 0 0,-3 3 0 0 0,-1 0 4 0 0,-3 1 12 0 0,1 1 0 0 0,-1-1 0 0 0,0-1 0 0 0,-1 1 0 0 0,1-2 0 0 0,-1 1 0 0 0,0-1-1 0 0,0-1 1 0 0,0 0 0 0 0,-1 0 0 0 0,1-1 0 0 0,-1 0 0 0 0,1-1 0 0 0,-13 0 0 0 0,-17-1-83 0 0,0-2 0 0 0,-53-8 0 0 0,91 9 56 0 0,-8-1-307 0 0,0 0 0 0 0,-1-1 0 0 0,-18-8 0 0 0,29 11 272 0 0,-1 0 1 0 0,1 0-1 0 0,0-1 1 0 0,0 1-1 0 0,-1 0 1 0 0,1 0-1 0 0,0 0 1 0 0,0 0-1 0 0,-1 0 0 0 0,1-1 1 0 0,0 1-1 0 0,0 0 1 0 0,0 0-1 0 0,-1 0 1 0 0,1-1-1 0 0,0 1 1 0 0,0 0-1 0 0,0 0 1 0 0,0 0-1 0 0,0-1 0 0 0,0 1 1 0 0,-1 0-1 0 0,1 0 1 0 0,0-1-1 0 0,0 1 1 0 0,0 0-1 0 0,0-1 1 0 0,0 1-1 0 0,0 0 0 0 0,0 0 1 0 0,0-1-1 0 0,0 1 1 0 0,0 0-1 0 0,0 0 1 0 0,0-1-1 0 0,0 1 1 0 0,0 0-1 0 0,1 0 0 0 0,-1-1 1 0 0,0 1-1 0 0,0 0 1 0 0,0 0-1 0 0,0-1 1 0 0,0 1-1 0 0,1 0 1 0 0,-1 0-1 0 0,0 0 0 0 0,0-1 1 0 0,0 1-1 0 0,1 0 1 0 0,9-9-861 0 0,-10 9 904 0 0,11-7-1034 0 0,0 1 1 0 0,13-5-1 0 0,-4 2-461 0 0,8-6-480 0 0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6:21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10591 0 0,'2'1'11203'0'0,"1"2"-10281"0"0,1 1 0 0 0,-1-1 1 0 0,0 1-1 0 0,0 0 0 0 0,0 0 0 0 0,0 0 0 0 0,1 4 1 0 0,0 1-333 0 0,0-1 1 0 0,-1 1 0 0 0,3 10 0 0 0,0 8-505 0 0,3 41-1 0 0,-8-57 332 0 0,2 30-314 0 0,-3-20-83 0 0,2-1 1 0 0,4 21-1 0 0,-6-38 1158 0 0,2 5-1053 0 0,0 1-4422 0 0,5-32-11749 0 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6:21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54 9671 0 0,'0'0'16403'0'0,"2"0"-15198"0"0,25-2-22 0 0,0-1 0 0 0,-1-1 0 0 0,42-12 0 0 0,-35 7-1434 0 0,61-7-1 0 0,-91 16 237 0 0,17-2-1184 0 0,0 1 0 0 0,29 2 0 0 0,-40 2-1684 0 0,-8-2 2286 0 0</inkml:trace>
  <inkml:trace contextRef="#ctx0" brushRef="#br0" timeOffset="1">28 236 6911 0 0,'-2'1'528'0'0,"-23"24"20191"0"0,34-19-17383 0 0,12-1-5435 0 0,-15-4 3764 0 0,11-1-1570 0 0,0 0 0 0 0,0-1 0 0 0,0-1 0 0 0,20-5 1 0 0,18-2-181 0 0,32-6-1904 0 0,-56 9-45 0 0,-5 0-243 0 0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6:22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86 7831 0 0,'2'0'20055'0'0,"147"-6"-17254"0"0,-26-1-1225 0 0,47-5-2417 0 0,28 0-771 0 0,-163 11-801 0 0,-12-1-5157 0 0,-8 0-986 0 0</inkml:trace>
  <inkml:trace contextRef="#ctx0" brushRef="#br0" timeOffset="1">686 0 22111 0 0,'0'0'5616'0'0,"1"2"-4893"0"0,1 2-628 0 0,1 0-1 0 0,0 0 1 0 0,0 0 0 0 0,0 0 0 0 0,1 0 0 0 0,-1-1 0 0 0,1 0 0 0 0,0 0 0 0 0,0 0 0 0 0,0 0-1 0 0,0 0 1 0 0,0-1 0 0 0,8 4 0 0 0,8 1 738 0 0,40 11-1 0 0,-17-6-452 0 0,35 11-567 0 0,-76-23 118 0 0,-2 2-123 0 0,0-1 191 0 0,1 0 0 0 0,-1 0 0 0 0,0 1 0 0 0,0-1 1 0 0,0 0-1 0 0,-1 0 0 0 0,1 0 0 0 0,0 0 0 0 0,0 1 0 0 0,-1-1 0 0 0,1 0 0 0 0,0 0 1 0 0,-1 0-1 0 0,1 0 0 0 0,-1 0 0 0 0,0 0 0 0 0,1 0 0 0 0,-1 0 0 0 0,0 0 0 0 0,0 0 0 0 0,1 0 1 0 0,-1 0-1 0 0,0-1 0 0 0,0 1 0 0 0,0 0 0 0 0,0-1 0 0 0,0 1 0 0 0,0 0 0 0 0,0-1 0 0 0,-2 1 1 0 0,0 1 16 0 0,-9 5 17 0 0,-1-1 1 0 0,1-1-1 0 0,-1 0 0 0 0,-1-1 0 0 0,1 0 0 0 0,-21 3 0 0 0,-3 1-114 0 0,7 0-108 0 0,-41 10-599 0 0,25-3-3475 0 0,31-9-5349 0 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6:25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 24647 0 0,'-1'0'1127'0'0,"-7"3"-311"0"0,6-3-749 0 0,-1 1 0 0 0,0 0 0 0 0,1-1 0 0 0,0 1 0 0 0,-1 0-1 0 0,1 0 1 0 0,-1 1 0 0 0,1-1 0 0 0,0 0 0 0 0,0 1 0 0 0,0-1 0 0 0,0 1 0 0 0,0 0 0 0 0,0 0 0 0 0,0 0 0 0 0,1 0 0 0 0,-1 0 0 0 0,1 0 0 0 0,-1 0 0 0 0,1 0 0 0 0,-2 4 0 0 0,-1 5 227 0 0,1-1 0 0 0,0 1-1 0 0,1 0 1 0 0,0 0 0 0 0,0 0 0 0 0,1 0 0 0 0,1 1-1 0 0,0-1 1 0 0,2 19 0 0 0,1-9-109 0 0,1-1 0 0 0,1 1 1 0 0,0-1-1 0 0,11 25 0 0 0,-13-38-192 0 0,0 0-1 0 0,0 0 1 0 0,1-1-1 0 0,0 1 1 0 0,0-1 0 0 0,1 0-1 0 0,-1 0 1 0 0,1 0-1 0 0,1-1 1 0 0,-1 1 0 0 0,1-1-1 0 0,0 0 1 0 0,0-1-1 0 0,0 0 1 0 0,1 0-1 0 0,-1 0 1 0 0,1-1 0 0 0,0 1-1 0 0,0-2 1 0 0,0 1-1 0 0,1-1 1 0 0,-1 0 0 0 0,1-1-1 0 0,-1 0 1 0 0,1 0-1 0 0,11 0 1 0 0,-13-1-12 0 0,-1 0-1 0 0,0 0 1 0 0,1-1-1 0 0,-1 0 1 0 0,0 0 0 0 0,1 0-1 0 0,-1 0 1 0 0,0-1-1 0 0,0 0 1 0 0,0 0 0 0 0,0-1-1 0 0,-1 1 1 0 0,1-1 0 0 0,-1 0-1 0 0,1 0 1 0 0,-1 0-1 0 0,0-1 1 0 0,0 0 0 0 0,0 1-1 0 0,-1-1 1 0 0,6-9-1 0 0,4-7-19 0 0,-1 0-1 0 0,-1-1 0 0 0,-1-1 0 0 0,11-31 0 0 0,19-95 5 0 0,-34 109 160 0 0,-5 37 235 0 0,-2 3-228 0 0,-3 5-58 0 0,0 0 0 0 0,1 0-1 0 0,0 0 1 0 0,0 1 0 0 0,1-1 0 0 0,0 1 0 0 0,0-1-1 0 0,-1 12 1 0 0,0 0-14 0 0,1 1 0 0 0,0 19 0 0 0,2-13-11 0 0,1 0 0 0 0,5 26-1 0 0,-4-42-140 0 0,-1-1 0 0 0,2 1-1 0 0,-1 0 1 0 0,1-1 0 0 0,1 0-1 0 0,0 0 1 0 0,0 0-1 0 0,0 0 1 0 0,7 9 0 0 0,-8-14-121 0 0,-1-1 0 0 0,1 1 0 0 0,0 0 0 0 0,-1-1 0 0 0,1 1 0 0 0,0-1 0 0 0,1 0 0 0 0,5 3 0 0 0,17 5-3924 0 0,-11-6-5288 0 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6:25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5527 0 0,'0'0'22304'0'0,"2"0"-21467"0"0,5 2-452 0 0,0-1-1 0 0,0 0 0 0 0,0 0 0 0 0,0-1 0 0 0,9 0 0 0 0,-6 0-147 0 0,0 0 0 0 0,13 3 0 0 0,0 0-130 0 0,-18-3-92 0 0,1 1 0 0 0,-1 0 1 0 0,1 0-1 0 0,-1 0 0 0 0,1 0 0 0 0,-1 1 0 0 0,0 0 1 0 0,0 0-1 0 0,6 4 0 0 0,-1 3-15 0 0,-10-4 0 0 0,0-3 0 0 0,0 1 11 0 0,0 0 0 0 0,0 0 0 0 0,0 0 1 0 0,-1 0-1 0 0,1-1 0 0 0,0 1 0 0 0,-1 0 0 0 0,0 0 0 0 0,0 0 1 0 0,0 0-1 0 0,0-1 0 0 0,0 1 0 0 0,-1 0 0 0 0,1-1 0 0 0,-3 3 1 0 0,-3 5 81 0 0,-1 0 0 0 0,-12 11 1 0 0,9-10-14 0 0,-19 19 70 0 0,-16 16-38 0 0,41-40-111 0 0,1-1-1 0 0,0 1 1 0 0,0 0-1 0 0,0 0 0 0 0,1 1 1 0 0,-5 10-1 0 0,8-16 1 0 0,0 0-1 0 0,0 0 1 0 0,0 0 0 0 0,0 0-1 0 0,0 0 1 0 0,0 0 0 0 0,0 0-1 0 0,1 0 1 0 0,-1 0-1 0 0,0 0 1 0 0,1 0 0 0 0,-1 0-1 0 0,0-1 1 0 0,1 1 0 0 0,-1 0-1 0 0,1 0 1 0 0,0 0 0 0 0,-1-1-1 0 0,1 1 1 0 0,0 0 0 0 0,-1 0-1 0 0,1-1 1 0 0,0 1-1 0 0,0-1 1 0 0,-1 1 0 0 0,1-1-1 0 0,0 1 1 0 0,0-1 0 0 0,0 1-1 0 0,1 0 1 0 0,6 1-109 0 0,1 0-1 0 0,-1-1 1 0 0,1 1-1 0 0,0-1 1 0 0,-1-1-1 0 0,1 0 1 0 0,0 0-1 0 0,-1-1 1 0 0,1 0-1 0 0,0 0 1 0 0,8-3-1 0 0,16-6-844 0 0,45-18 0 0 0,-73 26 885 0 0,20-9-2268 0 0,-1 1-4369 0 0,-1-2-2122 0 0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6:26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0 5527 0 0,'2'0'16383'0'0,"36"5"-9549"0"0,2-3-3556 0 0,82-1-3682 0 0,-75-1 737 0 0,-23 2-1472 0 0</inkml:trace>
  <inkml:trace contextRef="#ctx0" brushRef="#br0" timeOffset="1">1 110 12439 0 0,'0'0'14551'0'0,"2"1"-13658"0"0,8 2-388 0 0,0-1 1 0 0,0 0-1 0 0,0-1 0 0 0,1 0 0 0 0,15 0 0 0 0,57-7-13 0 0,-41 2-358 0 0,-33 3-128 0 0,114-11-125 0 0,-122 11-69 0 0,8 0-723 0 0,0-1-3422 0 0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6:27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6911 0 0,'0'0'20913'0'0,"3"0"-20230"0"0,47 0-366 0 0,103 2 1289 0 0,-131 0-1406 0 0,1 1 0 0 0,-1 1 0 0 0,0 0 1 0 0,36 14-1 0 0,-52-16-200 0 0,5 2 0 0 0,6 14 0 0 0,-12-8 0 0 0,-5-7 0 0 0,0 0 0 0 0,0 0 0 0 0,0-1 0 0 0,-1 1 0 0 0,1 0 0 0 0,-1 0 0 0 0,0-1 0 0 0,0 1 0 0 0,0-1 0 0 0,0 1 0 0 0,0-1 0 0 0,-1 1 0 0 0,1-1 0 0 0,-3 3 0 0 0,-2 3 0 0 0,0 0 0 0 0,-14 11 0 0 0,-9 6 96 0 0,-1-2 0 0 0,-2-1 0 0 0,-38 20 0 0 0,56-34-40 0 0,3-2 12 0 0,0 0 0 0 0,0 0 0 0 0,1 2 0 0 0,0-1 0 0 0,-11 10 0 0 0,19-13 20 0 0,-3 4 1 0 0,4-6 6 0 0,2-1-86 0 0,0 0-1 0 0,0 0 1 0 0,-1-1 0 0 0,1 1 0 0 0,0 0-1 0 0,0 0 1 0 0,0 0 0 0 0,0-1-1 0 0,0 1 1 0 0,2 0 0 0 0,-1 0 3 0 0,3 3-6 0 0,1-1-1 0 0,0 0 1 0 0,1 0 0 0 0,-1 0-1 0 0,0-1 1 0 0,1 0 0 0 0,0 0-1 0 0,7 0 1 0 0,58 4 45 0 0,-45-4-45 0 0,5-1-999 0 0,0-1-1 0 0,0-2 1 0 0,47-8-1 0 0,-28 0-1439 0 0,69-24-1 0 0,-100 27 643 0 0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6:28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390 51 18687 0 0,'0'0'1692'0'0,"-3"-15"-1360"0"0,2 13-66 0 0,0 0 1 0 0,0 0-1 0 0,0 0 0 0 0,0 0 0 0 0,-1 1 0 0 0,1-1 1 0 0,-1 0-1 0 0,1 0 0 0 0,-1 1 0 0 0,1-1 1 0 0,-1 1-1 0 0,0-1 0 0 0,0 1 0 0 0,0 0 0 0 0,-3-2 1 0 0,1 1 103 0 0,0 1 1 0 0,0 0 0 0 0,0 0 0 0 0,0 0 0 0 0,-1 0-1 0 0,1 1 1 0 0,-8-1 0 0 0,1 2 41 0 0,0 0 0 0 0,1 0 0 0 0,-1 1 0 0 0,1 1-1 0 0,-20 6 1 0 0,-4 6-139 0 0,1 1-1 0 0,1 2 1 0 0,0 1-1 0 0,-33 26 1 0 0,62-43-267 0 0,-1 2 4 0 0,-1-1 0 0 0,1 0 0 0 0,0 1 0 0 0,0 0 0 0 0,0 0 0 0 0,-4 7 0 0 0,8-11-10 0 0,-1 1 0 0 0,1-1-1 0 0,0 1 1 0 0,-1-1 0 0 0,1 1 0 0 0,0-1 0 0 0,0 1-1 0 0,0-1 1 0 0,-1 1 0 0 0,1-1 0 0 0,0 1 0 0 0,0 0-1 0 0,0-1 1 0 0,0 1 0 0 0,0-1 0 0 0,0 1 0 0 0,0 0-1 0 0,0-1 1 0 0,0 1 0 0 0,0-1 0 0 0,0 1 0 0 0,0 0-1 0 0,1-1 1 0 0,-1 1 0 0 0,0-1 0 0 0,0 1 0 0 0,1-1-1 0 0,-1 1 1 0 0,0-1 0 0 0,1 1 0 0 0,-1-1 0 0 0,0 1-1 0 0,1-1 1 0 0,-1 1 0 0 0,1-1 0 0 0,-1 0 0 0 0,1 1-1 0 0,-1-1 1 0 0,1 0 0 0 0,-1 1 0 0 0,1-1 0 0 0,1 1-17 0 0,1 1-12 0 0,-1 0 1 0 0,1 0 0 0 0,0-1-1 0 0,0 0 1 0 0,0 1 0 0 0,0-1 0 0 0,0 0-1 0 0,0 0 1 0 0,0-1 0 0 0,0 1-1 0 0,1-1 1 0 0,-1 1 0 0 0,0-1-1 0 0,0 0 1 0 0,7-1 0 0 0,4 0 22 0 0,1-2 1 0 0,15-4-1 0 0,-24 6 5 0 0,40-12 7 0 0,40-9-19 0 0,-76 21 25 0 0,0-1 0 0 0,0 1 0 0 0,0 1 0 0 0,0 0 0 0 0,0 1 0 0 0,15 1 0 0 0,-23-1 2 0 0,0-1 0 0 0,0 1-1 0 0,0 0 1 0 0,-1 0-1 0 0,1-1 1 0 0,0 1 0 0 0,0 0-1 0 0,0 1 1 0 0,-1-1-1 0 0,1 0 1 0 0,0 0 0 0 0,-1 1-1 0 0,1-1 1 0 0,-1 1-1 0 0,0-1 1 0 0,2 3 0 0 0,-1 0 14 0 0,1 0-1 0 0,-2-1 1 0 0,1 1 0 0 0,0 1 0 0 0,-1-1 0 0 0,1 0 0 0 0,0 6 0 0 0,0 5 60 0 0,-1 1-1 0 0,0 0 1 0 0,-2 19 0 0 0,1-32-75 0 0,-9 112 143 0 0,3-52-176 0 0,20-64-9904 0 0,5-17 8440 0 0,-1-4-756 0 0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6:28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0 13823 0 0,'0'0'16375'0'0,"-1"1"-15897"0"0,-143 99 1225 0 0,14-11-1499 0 0,127-88-204 0 0,-9 11 11 0 0,12-12-10 0 0,-1 0 0 0 0,1 1 0 0 0,0-1-1 0 0,0 0 1 0 0,-1 0 0 0 0,1 0 0 0 0,0 1 0 0 0,0-1 0 0 0,-1 0 0 0 0,1 0 0 0 0,0 1 0 0 0,0-1 0 0 0,-1 0 0 0 0,1 1 0 0 0,0-1 0 0 0,0 0 0 0 0,0 1 0 0 0,0-1 0 0 0,0 0 0 0 0,0 1 0 0 0,-1-1 0 0 0,1 0 0 0 0,0 1 0 0 0,0-1 0 0 0,0 0-1 0 0,0 1 1 0 0,0-1 0 0 0,0 0 0 0 0,0 1 0 0 0,1-1 0 0 0,-1 0 0 0 0,0 1 0 0 0,0-1 0 0 0,0 0 0 0 0,0 1 0 0 0,0-1 0 0 0,0 0 0 0 0,1 1 0 0 0,-1-1 0 0 0,0 0 0 0 0,0 1 0 0 0,0-1 0 0 0,1 0 0 0 0,-1 0 0 0 0,0 1 0 0 0,1-1-1 0 0,-1 0 1 0 0,0 0 0 0 0,0 0 0 0 0,1 1 0 0 0,-1-1 0 0 0,0 0 0 0 0,1 0 0 0 0,-1 0 0 0 0,1 0 0 0 0,3 3-1 0 0,1 0 0 0 0,0-1 0 0 0,-1 0 0 0 0,1 0 0 0 0,0 0 0 0 0,0 0 0 0 0,0-1 0 0 0,10 2 0 0 0,45 0 0 0 0,-40-2 0 0 0,-2 0-31 0 0,15 1-321 0 0,0-2 1 0 0,46-5 0 0 0,-70 3 212 0 0,9-5-5766 0 0</inkml:trace>
  <inkml:trace contextRef="#ctx0" brushRef="#br0" timeOffset="1">320 8 6911 0 0,'0'2'8472'0'0,"4"4"-6395"0"0,0 2 1 0 0,-1-1-1 0 0,0 0 0 0 0,0 1 0 0 0,1 11 0 0 0,-1-6-807 0 0,-1 1-1 0 0,0 21 1 0 0,-3-5-1025 0 0,-1 0 1 0 0,-7 35-1 0 0,-17 67-181 0 0,26-115-1264 0 0,0-16 700 0 0,23-7-18904 0 0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6:29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14 3223 0 0,'0'0'27531'0'0,"-5"6"-26615"0"0,-3 3-680 0 0,0-2-1 0 0,-1 1 1 0 0,-15 9 0 0 0,-11 9-159 0 0,-8 10-54 0 0,18-16-5 0 0,1 1 0 0 0,-36 41 0 0 0,55-53-18 0 0,6 0 0 0 0,1-8 0 0 0,-1 1 0 0 0,1 0 0 0 0,0 0 0 0 0,-1-1 0 0 0,1 1 0 0 0,0-1 0 0 0,0 1 0 0 0,0-1 0 0 0,0 0 0 0 0,1 0 0 0 0,-1 0 0 0 0,0 0 0 0 0,0 0 0 0 0,1 0 0 0 0,-1-1 0 0 0,0 1 0 0 0,3-1 0 0 0,7 2 0 0 0,-1-1 0 0 0,14-1 0 0 0,-24 0 0 0 0,73-1-341 0 0,90-14-1 0 0,-148 9-2017 0 0</inkml:trace>
  <inkml:trace contextRef="#ctx0" brushRef="#br0" timeOffset="1">277 1 13359 0 0,'0'2'4030'0'0,"5"32"6639"0"0,-5 26-8111 0 0,0-28-1127 0 0,-6 59-888 0 0,2-22-366 0 0,-1-14-177 0 0,3-30 0 0 0,0 36 0 0 0,8 3-1037 0 0,0-59-1733 0 0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6:29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0 24847 0 0,'0'0'2255'0'0,"-4"8"-1814"0"0,-15 20 1295 0 0,15-23-1178 0 0,0 0-1 0 0,1 0 1 0 0,-1 1-1 0 0,-3 9 1 0 0,6-12-439 0 0,1-2-178 0 0,0 0 0 0 0,0 0 1 0 0,0 0-1 0 0,0 1 0 0 0,1-1 1 0 0,-1 0-1 0 0,0 0 0 0 0,1 0 0 0 0,-1 0 1 0 0,0 0-1 0 0,1 0 0 0 0,0 1 1 0 0,-1-1-1 0 0,1 0 0 0 0,-1-1 1 0 0,1 1-1 0 0,0 0 0 0 0,0 0 1 0 0,0 0-1 0 0,-1 0 0 0 0,1 0 1 0 0,0-1-1 0 0,0 1 0 0 0,0 0 0 0 0,0-1 1 0 0,2 2-1 0 0,1-1-326 0 0,-1 0 1 0 0,0 0-1 0 0,0-1 1 0 0,1 1-1 0 0,-1-1 0 0 0,5 1 1 0 0,-6-1-170 0 0,13 0-1970 0 0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6:30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19 25775 0 0,'0'0'1956'0'0,"-2"-1"-1329"0"0,1-1-519 0 0,-13-6 25 0 0,11 7-41 0 0,0-1 0 0 0,-1 1 0 0 0,1 0 0 0 0,0 1 0 0 0,-1-1 0 0 0,1 0 0 0 0,-1 1-1 0 0,1 0 1 0 0,-1 0 0 0 0,1 0 0 0 0,-1 0 0 0 0,1 0 0 0 0,-1 1 0 0 0,1 0 0 0 0,-1 0 0 0 0,1 0 0 0 0,0 0 0 0 0,-1 0 0 0 0,1 0 0 0 0,-4 3 0 0 0,-5 4 460 0 0,-1 0 0 0 0,2 0 0 0 0,-18 16 0 0 0,24-19-523 0 0,-1 0-29 0 0,1 0 0 0 0,0 0 0 0 0,0 1 0 0 0,0 0 0 0 0,1 0 0 0 0,0 0 0 0 0,0 0 0 0 0,1 1 0 0 0,0-1 0 0 0,-5 15 0 0 0,7-19 0 0 0,0 1 0 0 0,1 0 0 0 0,-1-1 0 0 0,1 1 0 0 0,0 0 0 0 0,0 0 0 0 0,0-1 0 0 0,0 1 0 0 0,0 0 0 0 0,0 0 0 0 0,1-1 0 0 0,-1 1 0 0 0,1 0 0 0 0,0-1 0 0 0,0 1 0 0 0,0-1 0 0 0,0 1 0 0 0,0-1 0 0 0,1 1 0 0 0,-1-1 0 0 0,1 0 0 0 0,0 1 0 0 0,-1-1 0 0 0,1 0 0 0 0,0 0 0 0 0,0 0 0 0 0,0-1 0 0 0,0 1 0 0 0,1 0 0 0 0,-1-1 0 0 0,5 3 0 0 0,0-1 0 0 0,0-1 0 0 0,0 1 0 0 0,1-1 0 0 0,-1 0 0 0 0,0-1 0 0 0,1 1 0 0 0,10-1 0 0 0,1 0 0 0 0,33-4 0 0 0,-32 1-18 0 0,-1-1 0 0 0,1-1 0 0 0,31-10 0 0 0,-45 12 14 0 0,0 0-1 0 0,0-1 1 0 0,0 0-1 0 0,-1 0 1 0 0,1 0-1 0 0,-1-1 1 0 0,1 1-1 0 0,-1-1 1 0 0,0 0-1 0 0,-1-1 1 0 0,1 1-1 0 0,-1-1 1 0 0,0 0-1 0 0,0 0 1 0 0,4-7-1 0 0,-8 10 5 0 0,1-1 0 0 0,-1 1 0 0 0,1 0 0 0 0,-1 0 0 0 0,0 0 0 0 0,0-1 0 0 0,0 1 0 0 0,0 0 0 0 0,0 0 0 0 0,0-1 0 0 0,0 1-1 0 0,-1 0 1 0 0,0 0 0 0 0,1 0 0 0 0,-1-1 0 0 0,0 1 0 0 0,0 0 0 0 0,0 0 0 0 0,0 0 0 0 0,0 0 0 0 0,-3-3 0 0 0,-1-1 2 0 0,0-1 1 0 0,0 1-1 0 0,-1 0 0 0 0,-10-9 1 0 0,9 10-68 0 0,1 0 0 0 0,-1 1 1 0 0,-1 0-1 0 0,1 0 1 0 0,-1 1-1 0 0,1-1 0 0 0,-1 2 1 0 0,0-1-1 0 0,0 1 1 0 0,0 0-1 0 0,-1 1 0 0 0,1 0 1 0 0,0 0-1 0 0,-1 1 1 0 0,1 0-1 0 0,0 1 0 0 0,-10 1 1 0 0,9-1-518 0 0,0 1 1 0 0,0 0 0 0 0,0 1 0 0 0,0 0 0 0 0,0 1-1 0 0,1 0 1 0 0,-1 0 0 0 0,1 1 0 0 0,0 0 0 0 0,0 0-1 0 0,1 1 1 0 0,-1 0 0 0 0,1 0 0 0 0,-11 13-1 0 0,8-6-1603 0 0</inkml:trace>
  <inkml:trace contextRef="#ctx0" brushRef="#br0" timeOffset="1">267 253 17015 0 0,'0'0'1543'0'0,"-2"0"-1046"0"0,-27 16 4476 0 0,-35 24 0 0 0,25-11-3291 0 0,-51 48-1 0 0,86-73-1653 0 0,-1 1-1 0 0,1 0 1 0 0,0-1-1 0 0,0 2 1 0 0,1-1-1 0 0,-1 0 1 0 0,1 1-1 0 0,-5 11 1 0 0,7-15-23 0 0,1 0 0 0 0,-1 1 1 0 0,1-1-1 0 0,-1 0 0 0 0,1 0 1 0 0,0 1-1 0 0,0-1 1 0 0,0 0-1 0 0,0 1 0 0 0,0-1 1 0 0,0 0-1 0 0,1 0 0 0 0,-1 1 1 0 0,1-1-1 0 0,0 0 0 0 0,-1 0 1 0 0,1 0-1 0 0,0 0 0 0 0,0 0 1 0 0,0 0-1 0 0,1 0 1 0 0,-1 0-1 0 0,0 0 0 0 0,1-1 1 0 0,-1 1-1 0 0,1 0 0 0 0,0-1 1 0 0,1 2-1 0 0,4 2-7 0 0,0-1 0 0 0,0 0 0 0 0,1 0-1 0 0,-1-1 1 0 0,1 1 0 0 0,0-2 0 0 0,0 1 0 0 0,0-1 0 0 0,0 0-1 0 0,11 0 1 0 0,2 0-22 0 0,0-1-1 0 0,40-3 1 0 0,-44 0-76 0 0,0-1 1 0 0,1 0 0 0 0,24-8-1 0 0,-34 8 72 0 0,-1 0 1 0 0,0 0-1 0 0,-1 0 0 0 0,1-1 0 0 0,0 0 1 0 0,-1 0-1 0 0,0-1 0 0 0,0 1 0 0 0,0-1 1 0 0,7-9-1 0 0,-12 12 21 0 0,1 1 0 0 0,-1-1-1 0 0,0 0 1 0 0,0 1 0 0 0,0-1 0 0 0,0 0 0 0 0,-1 0-1 0 0,1 0 1 0 0,0 0 0 0 0,-1 1 0 0 0,0-1 0 0 0,1 0-1 0 0,-1 0 1 0 0,0 0 0 0 0,0 0 0 0 0,0 0 0 0 0,0-2-1 0 0,-1 0 1 0 0,1 1 0 0 0,-1 0 0 0 0,0 0-1 0 0,0-1 1 0 0,-1 1 0 0 0,1 0-1 0 0,-1 0 1 0 0,1 0 0 0 0,-4-3 0 0 0,-2-2-128 0 0,0 0 0 0 0,0 0 0 0 0,0 1 1 0 0,-1 0-1 0 0,-13-8 0 0 0,-27-12-1519 0 0,30 18 130 0 0,3 1 161 0 0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6:31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24503 0 0,'0'0'2224'0'0,"1"2"-1835"0"0,3 14 2 0 0,4 14 917 0 0,0-12-974 0 0,-1 0 0 0 0,-1 1 0 0 0,0 0 0 0 0,2 22 0 0 0,7 80 1703 0 0,-11-76-1792 0 0,-3 19-239 0 0,-1-46-16 0 0,0 1 1 0 0,3 18-1 0 0,-3-35-107 0 0,5-4-3463 0 0,-4 2 3369 0 0,0-1-1 0 0,0 1 1 0 0,0-1 0 0 0,0 1 0 0 0,0-1 0 0 0,0 0 0 0 0,0 0 0 0 0,0 0 0 0 0,0 1 0 0 0,0-1 0 0 0,0 0 0 0 0,1-2 0 0 0,10-17-1776 0 0,-2 2 20 0 0,-2-1 0 0 0,9-27-1 0 0,-4 3-83 0 0,6-46-1 0 0,-19 87 1970 0 0,1-3 610 0 0,0-1 1 0 0,0 1 0 0 0,0-1 0 0 0,-1 0-1 0 0,0 1 1 0 0,-1-7 0 0 0,1 11-298 0 0,0 0 0 0 0,-1 0 0 0 0,1 1 1 0 0,0-1-1 0 0,-1 0 0 0 0,1 0 0 0 0,-1 1 0 0 0,1-1 0 0 0,-1 1 0 0 0,1-1 1 0 0,-1 0-1 0 0,1 1 0 0 0,-1-1 0 0 0,0 1 0 0 0,1-1 0 0 0,-1 1 1 0 0,0 0-1 0 0,1-1 0 0 0,-1 1 0 0 0,0 0 0 0 0,0-1 0 0 0,1 1 0 0 0,-1 0 1 0 0,0 0-1 0 0,0 0 0 0 0,0-1 0 0 0,-2 1 115 0 0,1 0-1 0 0,0 0 1 0 0,0 0 0 0 0,0 0-1 0 0,0 0 1 0 0,0 0-1 0 0,0 0 1 0 0,-2 1 0 0 0,-3 2 29 0 0,1 0 0 0 0,0 0 0 0 0,0 1 0 0 0,0 0 0 0 0,1 0 0 0 0,0 0 0 0 0,-1 0 0 0 0,1 1 1 0 0,1 0-1 0 0,-7 7 0 0 0,2-1-109 0 0,1 1-1 0 0,0 0 1 0 0,-12 25 0 0 0,18-32-245 0 0,-1 1-1 0 0,1 0 1 0 0,0-1-1 0 0,1 1 1 0 0,-1 0 0 0 0,1 0-1 0 0,1 0 1 0 0,-1 0-1 0 0,1 11 1 0 0,0-14-16 0 0,1 1-1 0 0,0-1 1 0 0,-1 1 0 0 0,1-1 0 0 0,1 0-1 0 0,-1 1 1 0 0,0-1 0 0 0,1 0 0 0 0,0 0-1 0 0,0 0 1 0 0,0 0 0 0 0,0 0 0 0 0,0 0-1 0 0,0-1 1 0 0,1 1 0 0 0,0-1 0 0 0,-1 0-1 0 0,4 3 1 0 0,2 0-59 0 0,0-1 1 0 0,-1 0-1 0 0,2 0 1 0 0,-1-1-1 0 0,0 0 1 0 0,1 0 0 0 0,0-1-1 0 0,-1 0 1 0 0,1-1-1 0 0,0 0 1 0 0,15 0-1 0 0,-1-1-161 0 0,1-1-1 0 0,-1-1 1 0 0,29-7-1 0 0,-32 4-647 0 0,-1 0 0 0 0,0-2-1 0 0,0 0 1 0 0,-1-1 0 0 0,0-1 0 0 0,0-1-1 0 0,-1 0 1 0 0,30-24 0 0 0,-35 23 47 0 0,0 1-1 0 0,-1-1 1 0 0,0-1 0 0 0,0 0-1 0 0,-1-1 1 0 0,-1 0 0 0 0,0 0-1 0 0,-1-1 1 0 0,-1 0 0 0 0,0 0-1 0 0,8-26 1 0 0,-14 36 975 0 0,0 0 0 0 0,0 0 1 0 0,-1 0-1 0 0,1 0 0 0 0,-1 0 0 0 0,0 0 1 0 0,-1 0-1 0 0,1 0 0 0 0,-1 0 0 0 0,1 0 1 0 0,-1 0-1 0 0,-2-5 0 0 0,2 5 338 0 0,-1 1 0 0 0,0-1 0 0 0,0 0 0 0 0,0 1 0 0 0,0-1 0 0 0,0 1 0 0 0,-1 0 0 0 0,1 0 0 0 0,-1 0 0 0 0,0 0 0 0 0,0 0 0 0 0,0 1-1 0 0,0-1 1 0 0,0 1 0 0 0,-1 0 0 0 0,1 0 0 0 0,-1 0 0 0 0,1 0 0 0 0,-6-1 0 0 0,8 2-292 0 0,-1 0 0 0 0,0 1 0 0 0,0-1-1 0 0,0 1 1 0 0,0-1 0 0 0,0 1 0 0 0,0 0 0 0 0,1 0-1 0 0,-1 0 1 0 0,0 0 0 0 0,0 0 0 0 0,0 0 0 0 0,0 0-1 0 0,0 1 1 0 0,0-1 0 0 0,0 1 0 0 0,0-1 0 0 0,1 1-1 0 0,-1 0 1 0 0,0 0 0 0 0,0 0 0 0 0,-1 1 0 0 0,2 0-124 0 0,0 0 1 0 0,0 0 0 0 0,0 0 0 0 0,0 0-1 0 0,0 0 1 0 0,0 0 0 0 0,1 0 0 0 0,-1 0-1 0 0,1 0 1 0 0,0 1 0 0 0,-1-1 0 0 0,1 3-1 0 0,1-1-57 0 0,0 0 0 0 0,-1 0 0 0 0,2 0 0 0 0,-1 0 0 0 0,0 0 0 0 0,1 0 0 0 0,-1 0 0 0 0,1 0 0 0 0,0-1 0 0 0,1 1 0 0 0,3 5 0 0 0,4 3 96 0 0,18 19 0 0 0,-2-7 47 0 0,30 21 0 0 0,16 13-299 0 0,-62-49 88 0 0,-1 0 0 0 0,0 1 1 0 0,0 1-1 0 0,12 20 0 0 0,-16-22 44 0 0,-3 5 0 0 0,-5-10 0 0 0,2-3 0 0 0,0 2 12 0 0,0-1 0 0 0,-1 0 0 0 0,1 0 0 0 0,-1 0 1 0 0,0 0-1 0 0,1 0 0 0 0,-1 0 0 0 0,0-1 0 0 0,0 1 0 0 0,0 0 0 0 0,0-1 0 0 0,0 0 0 0 0,-1 1 0 0 0,1-1 0 0 0,0 0 1 0 0,-1 0-1 0 0,-3 1 0 0 0,-4 0 66 0 0,-1 1 1 0 0,-20 1 0 0 0,16-2-69 0 0,-131 13-160 0 0,26-3-4000 0 0,108-10 1230 0 0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6:31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30 17047 0 0,'-5'4'11135'0'0,"14"0"-10650"0"0,-1-2 1 0 0,1 1-1 0 0,0-1 0 0 0,0-1 1 0 0,15 2-1 0 0,51-3 265 0 0,-39-1-331 0 0,539-20 85 0 0,-226-5-1720 0 0,-339 26 1964 0 0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6:32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21967 0 0,'0'0'1995'0'0,"2"1"-1645"0"0,6 1 2 0 0,-1 1-1 0 0,0 0 0 0 0,0 1 0 0 0,0-1 0 0 0,0 1 0 0 0,0 1 0 0 0,-1-1 1 0 0,0 1-1 0 0,0 0 0 0 0,0 0 0 0 0,0 1 0 0 0,-1 0 0 0 0,6 8 0 0 0,-2 0 78 0 0,0 0-1 0 0,-1 0 1 0 0,-1 1-1 0 0,-1-1 1 0 0,8 25-1 0 0,-8-20-268 0 0,-1 0 0 0 0,-1 1 0 0 0,2 21 0 0 0,-6-39-160 0 0,1 1 0 0 0,-1-1 0 0 0,0 1 0 0 0,1-1 0 0 0,-1 1 0 0 0,1-1 0 0 0,0 0 0 0 0,0 1 0 0 0,-1-1 0 0 0,2 0 0 0 0,-1 0 0 0 0,3 4 0 0 0,-3-4-3 0 0,0 0 0 0 0,1-1 1 0 0,0 1-1 0 0,-1-1 0 0 0,1 1 0 0 0,0-1 1 0 0,0 0-1 0 0,0 0 0 0 0,0 1 0 0 0,0-1 1 0 0,0-1-1 0 0,0 1 0 0 0,0 0 0 0 0,0 0 1 0 0,0-1-1 0 0,0 1 0 0 0,5-1 0 0 0,-1 1-27 0 0,9 1-105 0 0,1-1-1 0 0,0-1 1 0 0,0 0 0 0 0,-1-1 0 0 0,31-6-1 0 0,74-27-705 0 0,22-22 99 0 0,-119 45 716 0 0,-2-1 0 0 0,0-1 1 0 0,0-1-1 0 0,21-19 0 0 0,-38 30 71 0 0,-1 0 0 0 0,1 0-1 0 0,-1-1 1 0 0,0 1 0 0 0,0-1 0 0 0,0 0-1 0 0,-1 1 1 0 0,1-2 0 0 0,-1 1 0 0 0,0 0 0 0 0,2-6-1 0 0,-4 8-15 0 0,0 1 0 0 0,-1 0 0 0 0,1-1 0 0 0,-1 1 0 0 0,0 0 0 0 0,1 0 0 0 0,-1 0 0 0 0,0 0 0 0 0,0-1-1 0 0,1 1 1 0 0,-1 0 0 0 0,0 0 0 0 0,0 1 0 0 0,0-1 0 0 0,0 0 0 0 0,-1 0 0 0 0,1 0 0 0 0,0 1 0 0 0,0-1 0 0 0,0 0-1 0 0,-2 0 1 0 0,-4 0 74 0 0,0-1 1 0 0,0 1-1 0 0,1 0 0 0 0,-1 0 0 0 0,0 1 0 0 0,0 0 0 0 0,-1 0 0 0 0,-12 3 0 0 0,-58 15 109 0 0,66-15-182 0 0,-24 7 103 0 0,1 1 0 0 0,0 1 1 0 0,-63 33-1 0 0,91-41-133 0 0,0 1 0 0 0,0 0 0 0 0,1 0 0 0 0,-1 0 0 0 0,1 1 0 0 0,-11 12 0 0 0,13-9 0 0 0,4 0 0 0 0,1-7-4 0 0,-1 0 0 0 0,1 0 0 0 0,0 0 0 0 0,0 0 0 0 0,0 0 1 0 0,0 0-1 0 0,0 0 0 0 0,0 0 0 0 0,1-1 0 0 0,-1 1 0 0 0,0-1 0 0 0,1 1 0 0 0,-1-1 0 0 0,1 1 0 0 0,3 1 0 0 0,-1-1-8 0 0,0 0-1 0 0,0 0 0 0 0,0 0 0 0 0,0-1 0 0 0,0 1 0 0 0,1-1 0 0 0,4 1 0 0 0,6 0-4 0 0,0-1 0 0 0,1-1 1 0 0,19-1-1 0 0,3-1-152 0 0,-1-2-1 0 0,0-2 1 0 0,0-1 0 0 0,0-1 0 0 0,-1-2 0 0 0,42-18 0 0 0,-72 25 127 0 0,0 0 1 0 0,-1 0 0 0 0,0-1-1 0 0,9-6 1 0 0,-9 4-12 0 0,-4 5 59 0 0,-1 0 1 0 0,1 1 0 0 0,-1-1 0 0 0,1 0 0 0 0,-1 0-1 0 0,0 0 1 0 0,1 1 0 0 0,-1-1 0 0 0,0 0 0 0 0,0 0-1 0 0,1 0 1 0 0,-1 0 0 0 0,0 0 0 0 0,0 1-1 0 0,0-1 1 0 0,0 0 0 0 0,0 0 0 0 0,0 0 0 0 0,0 0-1 0 0,-1 0 1 0 0,1 1 0 0 0,0-1 0 0 0,0 0 0 0 0,-1 0-1 0 0,1 0 1 0 0,0 0 0 0 0,-1 1 0 0 0,1-1 0 0 0,-1 0-1 0 0,1 0 1 0 0,-1 1 0 0 0,1-1 0 0 0,-2 0-1 0 0,0-1 34 0 0,0 1-1 0 0,0-1 0 0 0,0 1 0 0 0,0 0 0 0 0,-1-1 0 0 0,1 1 0 0 0,-3-1 0 0 0,3 2-25 0 0,-1-1 26 0 0,1 0 1 0 0,0 0-1 0 0,-1 0 0 0 0,1 0 1 0 0,-1 1-1 0 0,0 0 0 0 0,1-1 1 0 0,-1 1-1 0 0,1 0 0 0 0,-1 0 1 0 0,-4 1-1 0 0,0 2 52 0 0,6-3-83 0 0,0 1 1 0 0,0-1-1 0 0,0 1 0 0 0,0-1 1 0 0,1 1-1 0 0,-1 0 0 0 0,0-1 1 0 0,0 1-1 0 0,0 0 0 0 0,1 0 1 0 0,-1 0-1 0 0,0 0 0 0 0,1 0 1 0 0,-1-1-1 0 0,1 1 0 0 0,-1 0 1 0 0,1 0-1 0 0,0 0 0 0 0,-1 0 1 0 0,1 0-1 0 0,0 1 0 0 0,-1-1 1 0 0,1 0-1 0 0,0 0 0 0 0,0 0 1 0 0,0 0-1 0 0,0 0 0 0 0,0 0 1 0 0,0 0-1 0 0,1 0 0 0 0,-1 0 1 0 0,0 1-1 0 0,2 2 0 0 0,-1-1 0 0 0,1 1 0 0 0,-1-1 0 0 0,1 0 0 0 0,0 0 0 0 0,3 4 0 0 0,-4-6-9 0 0,19 23 24 0 0,2-1 1 0 0,40 35 0 0 0,-42-41-18 0 0,-1 0 0 0 0,-1 1 0 0 0,-1 1 1 0 0,0 0-1 0 0,14 24 0 0 0,-26-35-7 0 0,0 0 0 0 0,-1 0 0 0 0,0 1 0 0 0,-1-1 0 0 0,5 18 0 0 0,-7-23 0 0 0,0 1 0 0 0,-1 0 0 0 0,0 0 0 0 0,0 0 0 0 0,0 0 0 0 0,0 0 0 0 0,-1 0 0 0 0,1-1 0 0 0,-1 1 0 0 0,0 0 0 0 0,0 0 0 0 0,-1-1 0 0 0,1 1 0 0 0,-1 0 0 0 0,1-1 0 0 0,-5 6 0 0 0,1-3 0 0 0,0 0-1 0 0,0 0 1 0 0,-1 0 0 0 0,0-1 0 0 0,0 0-1 0 0,0 0 1 0 0,-1-1 0 0 0,1 1 0 0 0,-1-1-1 0 0,0-1 1 0 0,-1 0 0 0 0,1 0 0 0 0,0 0-1 0 0,-1-1 1 0 0,0 0 0 0 0,1 0 0 0 0,-13 1-1 0 0,1-1 11 0 0,-1-1 0 0 0,1-1-1 0 0,-1 0 1 0 0,1-2 0 0 0,-38-7-1 0 0,31 3-32 0 0,0-1 0 0 0,1-1 0 0 0,0-1 0 0 0,-27-14-1 0 0,35 15-201 0 0,13 7-263 0 0,0-1 1 0 0,1 1-1 0 0,-1-1 0 0 0,1 0 0 0 0,-1 0 0 0 0,1 0 0 0 0,-6-6 0 0 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6:38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20759 0 0,'0'0'2268'0'0,"0"2"-1980"0"0,6 48 1639 0 0,-1-2-619 0 0,15 64 0 0 0,-8-75-1722 0 0,-12-35-130 0 0,2 0-768 0 0,-1 0 929 0 0,4 7-2294 0 0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6:38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44 7367 0 0,'1'-2'568'0'0,"1"-15"-288"0"0,-3-2 13484 0 0,-4 14-9805 0 0,1 7-3793 0 0,0 0 1 0 0,0 0-1 0 0,0 1 1 0 0,1-1-1 0 0,-1 1 1 0 0,1 0-1 0 0,0 0 1 0 0,0 0-1 0 0,0 1 1 0 0,0-1-1 0 0,1 1 1 0 0,-4 6-1 0 0,-5 9 121 0 0,-10 27-1 0 0,17-35-153 0 0,-10 20 201 0 0,3 0 1 0 0,1 2-1 0 0,-7 35 0 0 0,14-53-231 0 0,0 1 0 0 0,2 0 0 0 0,0 0-1 0 0,1 0 1 0 0,0 1 0 0 0,1-1 0 0 0,1 0 0 0 0,6 26 0 0 0,-4-33-82 0 0,-1 0 0 0 0,1 0 0 0 0,1 0 0 0 0,0 0 0 0 0,0-1 0 0 0,0 0 0 0 0,1 0 0 0 0,0 0 0 0 0,1-1 0 0 0,0 0 0 0 0,0 0 0 0 0,15 11 0 0 0,-12-11-16 0 0,1 0-1 0 0,-1-1 1 0 0,1-1 0 0 0,1 1 0 0 0,-1-2-1 0 0,0 1 1 0 0,1-2 0 0 0,0 0-1 0 0,24 4 1 0 0,-19-6-5 0 0,1-1 1 0 0,-1 0-1 0 0,1-2 0 0 0,-1 0 1 0 0,0 0-1 0 0,30-10 1 0 0,-26 5-44 0 0,0 0 1 0 0,0-2 0 0 0,-1 0 0 0 0,34-23 0 0 0,-43 25 10 0 0,0-1 0 0 0,-1 0 0 0 0,0-1 1 0 0,0-1-1 0 0,-1 1 0 0 0,11-16 0 0 0,-15 19 18 0 0,-1-1-1 0 0,0 0 1 0 0,0-1 0 0 0,0 1 0 0 0,-1 0-1 0 0,-1-1 1 0 0,1 0 0 0 0,-1 0-1 0 0,0 0 1 0 0,-1 0 0 0 0,1-13-1 0 0,-2 6-22 0 0,0 0-1 0 0,-1 0 1 0 0,-1 1 0 0 0,-1-1-1 0 0,0 1 1 0 0,-1 0-1 0 0,0-1 1 0 0,-1 2-1 0 0,0-1 1 0 0,-1 0 0 0 0,-1 1-1 0 0,0 1 1 0 0,-1-1-1 0 0,-1 1 1 0 0,1 0-1 0 0,-2 1 1 0 0,0 0 0 0 0,0 0-1 0 0,-1 1 1 0 0,0 1-1 0 0,-1 0 1 0 0,0 0-1 0 0,0 1 1 0 0,-1 0-1 0 0,-27-11 1 0 0,25 13-228 0 0,-1 1 0 0 0,0 1 0 0 0,-1 0 0 0 0,-23-3 0 0 0,30 6-184 0 0,0 1 1 0 0,-1 0 0 0 0,1 1 0 0 0,0 0 0 0 0,0 0 0 0 0,1 1 0 0 0,-1 0 0 0 0,-19 8-1 0 0,0 2-1752 0 0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6:39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2759 0 0,'0'0'126'0'0,"0"2"788"0"0,10 35 15597 0 0,-5 3-8182 0 0,1 4-7108 0 0,-5-39-1427 0 0,1 12 531 0 0,2 0 1 0 0,0 0 0 0 0,9 20 0 0 0,-11-32-617 0 0,0 0 0 0 0,1-1 1 0 0,0 1-1 0 0,0-1 0 0 0,0 1 0 0 0,5 4 1 0 0,-6-6-478 0 0,1-1-1 0 0,-1 0 1 0 0,1 0 0 0 0,-1 0 0 0 0,1-1 0 0 0,0 1 0 0 0,0-1 0 0 0,0 1 0 0 0,0-1 0 0 0,0 0 0 0 0,5 1 0 0 0,3 1-7730 0 0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6:39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1 186 17047 0 0,'0'0'6427'0'0,"1"-1"-4883"0"0,8-2-902 0 0,0 0 1 0 0,1 0 0 0 0,-1 1-1 0 0,0 0 1 0 0,1 0 0 0 0,0 1-1 0 0,16 0 1 0 0,-19 2-530 0 0,1 0-1 0 0,0 1 1 0 0,-1 0 0 0 0,1 0-1 0 0,-1 0 1 0 0,1 1 0 0 0,11 6-1 0 0,-1 5-28 0 0,-5 1-68 0 0,-12-9-18 0 0,-1-3 3 0 0,0 2 11 0 0,1-1-1 0 0,-1 1 1 0 0,0-1-1 0 0,-1 1 1 0 0,1-1 0 0 0,-1 1-1 0 0,1-1 1 0 0,-1 0-1 0 0,-1 1 1 0 0,1-1 0 0 0,-4 8-1 0 0,-1 0 65 0 0,0 0 0 0 0,-13 18 0 0 0,-3-4 29 0 0,13-17-35 0 0,1 0 1 0 0,-11 17-1 0 0,15-21-2 0 0,2-2-69 0 0,2 13 78 0 0,2-12-35 0 0,11 12-30 0 0,-6-14-14 0 0,-3-1 3 0 0,4 2 4 0 0,0-1-1 0 0,1 0 1 0 0,-1 0-1 0 0,1-1 1 0 0,0 0 0 0 0,-1 0-1 0 0,1-1 1 0 0,16-2 0 0 0,4-2-727 0 0,37-10 1 0 0,-58 12 418 0 0,42-13-2204 0 0,-24 5 422 0 0</inkml:trace>
  <inkml:trace contextRef="#ctx0" brushRef="#br0" timeOffset="1">865 14 24303 0 0,'0'0'2203'0'0,"2"0"-1705"0"0,34-5 1940 0 0,-16 2-1964 0 0,0 0 0 0 0,0 1 0 0 0,1 1 0 0 0,39 4 0 0 0,-36 1-817 0 0,24 7 0 0 0,-45-10-24 0 0,0 2-1630 0 0,2 0 1729 0 0,-3 3-3138 0 0,1 5-5819 0 0</inkml:trace>
  <inkml:trace contextRef="#ctx0" brushRef="#br0" timeOffset="2">826 219 14279 0 0,'0'0'11191'0'0,"2"1"-10133"0"0,8 0-706 0 0,-1 0-1 0 0,0 0 0 0 0,0-1 1 0 0,0 0-1 0 0,0 0 0 0 0,0-1 1 0 0,1 0-1 0 0,11-4 0 0 0,23-2-290 0 0,-3 4-945 0 0,-13 2-3090 0 0,-14 0 212 0 0,18-1-5330 0 0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6:40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51 589 22031 0 0,'0'0'8232'0'0,"1"-1"-7492"0"0,2 0-680 0 0,0-1 0 0 0,-1 1 1 0 0,1-1-1 0 0,-1 1 0 0 0,1-1 0 0 0,-1 0 0 0 0,0 0 0 0 0,0 0 0 0 0,0 0 1 0 0,0-1-1 0 0,0 1 0 0 0,0 0 0 0 0,-1-1 0 0 0,1 1 0 0 0,-1-1 1 0 0,0 0-1 0 0,0 1 0 0 0,0-1 0 0 0,0 0 0 0 0,0 0 0 0 0,0-3 1 0 0,3-8-15 0 0,-2-1 0 0 0,0 1 0 0 0,0-16 0 0 0,0-29-30 0 0,-4 0 0 0 0,-1 0 0 0 0,-13-63 0 0 0,11 96-16 0 0,-10-28-1 0 0,11 43 3 0 0,0 1 0 0 0,0 0 0 0 0,-1 0 0 0 0,0 0 0 0 0,-10-12 0 0 0,8 14 52 0 0,7 8-55 0 0,0 0-1 0 0,0-1 1 0 0,0 1-1 0 0,0 0 0 0 0,-1 0 1 0 0,1 0-1 0 0,0-1 1 0 0,0 1-1 0 0,0 0 0 0 0,-1 0 1 0 0,1 0-1 0 0,0 0 1 0 0,0 0-1 0 0,-1 0 0 0 0,1-1 1 0 0,0 1-1 0 0,0 0 1 0 0,-1 0-1 0 0,1 0 0 0 0,0 0 1 0 0,0 0-1 0 0,-1 0 1 0 0,1 0-1 0 0,0 0 0 0 0,0 0 1 0 0,-1 0-1 0 0,1 0 0 0 0,0 0 1 0 0,0 0-1 0 0,-1 0 1 0 0,1 1-1 0 0,0-1 0 0 0,0 0 1 0 0,-1 0-1 0 0,1 0 1 0 0,0 0-1 0 0,0 0 0 0 0,0 0 1 0 0,-1 1-1 0 0,1-1 1 0 0,0 0-1 0 0,0 0 0 0 0,0 0 1 0 0,-1 1-1 0 0,1-1 1 0 0,0 0-1 0 0,-5 11-142 0 0,5-10 167 0 0,-1 5-24 0 0,0 0-1 0 0,0 0 0 0 0,1 0 1 0 0,0 0-1 0 0,0 0 0 0 0,0 0 1 0 0,1 0-1 0 0,-1 0 0 0 0,2 0 1 0 0,-1 0-1 0 0,1-1 0 0 0,-1 1 1 0 0,2 0-1 0 0,-1-1 0 0 0,1 1 1 0 0,-1-1-1 0 0,1 0 0 0 0,6 7 1 0 0,-1-1-6 0 0,1 1 1 0 0,1-1-1 0 0,0 0 1 0 0,1-1-1 0 0,0 0 1 0 0,17 11-1 0 0,-14-12 10 0 0,0 0 0 0 0,1-1 0 0 0,0 0 0 0 0,0-2 1 0 0,0 1-1 0 0,1-2 0 0 0,18 4 0 0 0,-24-7-7 0 0,0 0 0 0 0,0-1 0 0 0,0-1 0 0 0,0 0 0 0 0,0 0 0 0 0,0-1 0 0 0,0 0 0 0 0,0 0 0 0 0,0-2 0 0 0,0 1 0 0 0,-1-1 0 0 0,19-8 0 0 0,-17 5-7 0 0,-1 0 0 0 0,0-1 0 0 0,0 0 0 0 0,0-1-1 0 0,-1 0 1 0 0,0 0 0 0 0,-1-1 0 0 0,0 0-1 0 0,0-1 1 0 0,7-11 0 0 0,4-11-58 0 0,31-67 0 0 0,-39 72 69 0 0,-11 27 1 0 0,0 0 0 0 0,0 0 0 0 0,0 0 0 0 0,0 0 0 0 0,0-1 0 0 0,0 1 0 0 0,0 0 0 0 0,0 0 0 0 0,0 0 0 0 0,0 0 0 0 0,0 0 0 0 0,0 0 0 0 0,0 0 0 0 0,0 0 0 0 0,0-1 0 0 0,0 1 0 0 0,0 0 0 0 0,1 0 0 0 0,-1 0 0 0 0,0 0 0 0 0,0 0 0 0 0,0 0 1 0 0,0 0-1 0 0,0 0 0 0 0,0 0 0 0 0,0 0 0 0 0,0 0 0 0 0,0 0 0 0 0,0-1 0 0 0,0 1 0 0 0,1 0 0 0 0,-1 0 0 0 0,0 0 0 0 0,0 0 0 0 0,0 0 0 0 0,0 0 0 0 0,0 0 0 0 0,0 0 0 0 0,0 0 0 0 0,0 0 0 0 0,1 0 0 0 0,-1 0 0 0 0,0 0 0 0 0,0 0 0 0 0,0 0 0 0 0,0 0 0 0 0,0 0 0 0 0,3 6 26 0 0,0 9-2 0 0,1 33 67 0 0,3-1-1 0 0,24 84 1 0 0,-1-24-60 0 0,-20-65-309 0 0,2-1-1 0 0,30 70 1 0 0,-41-109-374 0 0,19 9-3758 0 0,-19-10 2789 0 0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6:40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1 6911 0 0,'-2'1'23042'0'0,"-11"19"-19281"0"0,-6 10-7363 0 0,9-13 5585 0 0,-116 240-1523 0 0,116-233-418 0 0,-10 43 0 0 0,18-60-41 0 0,0 0 0 0 0,1 1 0 0 0,0-1-1 0 0,1 1 1 0 0,0 0 0 0 0,0-1-1 0 0,0 1 1 0 0,1-1 0 0 0,0 1-1 0 0,4 10 1 0 0,-3-11 0 0 0,1 0 0 0 0,0-1 0 0 0,0 1 0 0 0,0 0-1 0 0,1-1 1 0 0,0 0 0 0 0,0 0 0 0 0,1 0 0 0 0,0-1 0 0 0,11 11 0 0 0,-12-13-109 0 0,1 1 1 0 0,0-1-1 0 0,1 0 1 0 0,-1 0-1 0 0,0 0 0 0 0,1-1 1 0 0,0 0-1 0 0,-1 0 1 0 0,1-1-1 0 0,0 1 1 0 0,0-1-1 0 0,0-1 1 0 0,12 1-1 0 0,-6-2-694 0 0,1 0 0 0 0,-1-2 0 0 0,0 1 0 0 0,1-1 0 0 0,-1-1 0 0 0,-1-1 0 0 0,1 1 0 0 0,21-13-1 0 0,-9 3-1786 0 0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6:41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 20215 0 0,'0'0'927'0'0,"-1"0"-22"0"0,-9 0-581 0 0,-1 3-127 0 0,7-1 153 0 0,0 1-1 0 0,1 0 1 0 0,-1-1 0 0 0,1 1-1 0 0,0 1 1 0 0,0-1-1 0 0,0 0 1 0 0,1 1-1 0 0,-1-1 1 0 0,1 1-1 0 0,-1 0 1 0 0,-1 5-1 0 0,-4 8 1078 0 0,-7 26 0 0 0,14-41-1335 0 0,-3 12 170 0 0,0 0 0 0 0,1 1 0 0 0,1-1 0 0 0,0 0 1 0 0,0 20-1 0 0,2-24-205 0 0,1 0 1 0 0,0 0-1 0 0,0 0 0 0 0,1 0 1 0 0,0 0-1 0 0,1 0 0 0 0,0-1 1 0 0,6 14-1 0 0,-7-18-52 0 0,1-1 0 0 0,0 0-1 0 0,-1 1 1 0 0,2-2 0 0 0,-1 1 0 0 0,0 0-1 0 0,1 0 1 0 0,-1-1 0 0 0,1 0 0 0 0,0 0-1 0 0,0 0 1 0 0,1 0 0 0 0,-1-1 0 0 0,0 1-1 0 0,7 1 1 0 0,-9-3-5 0 0,0 0 0 0 0,0 0 0 0 0,0 0 0 0 0,0-1 0 0 0,1 1 0 0 0,-1-1 0 0 0,0 0 0 0 0,0 1 0 0 0,0-1 0 0 0,1 0 0 0 0,-1 0 0 0 0,0-1 0 0 0,0 1 0 0 0,3-1 0 0 0,4-1 0 0 0,-7 3-2 0 0,0-1 0 0 0,1-1 0 0 0,-1 1 0 0 0,1 0 0 0 0,-1-1 0 0 0,0 1 0 0 0,1-1 1 0 0,-1 1-1 0 0,0-1 0 0 0,1 0 0 0 0,-1 0 0 0 0,0 0 0 0 0,0-1 0 0 0,0 1 0 0 0,0 0 0 0 0,0-1 0 0 0,0 1 0 0 0,0-1 0 0 0,2-3 0 0 0,3-2-12 0 0,6-7-50 0 0,0 0 1 0 0,-2 0-1 0 0,1-1 1 0 0,16-30 0 0 0,-8 12-103 0 0,15-17-154 0 0,-34 48 516 0 0,-2 4-160 0 0,0 0 1 0 0,0 0-1 0 0,1 0 1 0 0,-1 1-1 0 0,0-1 1 0 0,1 0-1 0 0,-1 3 1 0 0,-1 3 36 0 0,-4 16 87 0 0,-7 37-1 0 0,12-52-156 0 0,0-1 0 0 0,1 1-1 0 0,0 0 1 0 0,0 0-1 0 0,1 0 1 0 0,0 0 0 0 0,3 12-1 0 0,-3-18-202 0 0,0 0 0 0 0,1 0 0 0 0,-1 0 0 0 0,1 0 0 0 0,-1-1 0 0 0,1 1 0 0 0,0 0 0 0 0,0-1 0 0 0,0 1-1 0 0,1-1 1 0 0,-1 0 0 0 0,0 0 0 0 0,1 0 0 0 0,2 2 0 0 0,-1-2-2613 0 0</inkml:trace>
  <inkml:trace contextRef="#ctx0" brushRef="#br0" timeOffset="1">485 360 15663 0 0,'0'0'1418'0'0,"2"-2"-842"0"0,7-5 5754 0 0,2 3-4539 0 0,1 0 0 0 0,21-3 0 0 0,-19 6-1484 0 0,1-1 0 0 0,-1 2 0 0 0,0 0 0 0 0,18 2 0 0 0,-18 1 65 0 0,-12-2-243 0 0,3 1 14 0 0,-5-2-131 0 0,0 0 0 0 0,0 0 0 0 0,1 0 0 0 0,-1 0 0 0 0,0 0 0 0 0,0 0 0 0 0,1 0 0 0 0,-1 0 0 0 0,0 0 0 0 0,0 0 0 0 0,1 0 0 0 0,-1 0 0 0 0,0 0 0 0 0,0 0 0 0 0,0 0 0 0 0,1 0 0 0 0,-1 1 0 0 0,0-1 0 0 0,0 0 0 0 0,0 0 0 0 0,1 0 0 0 0,-1 0 0 0 0,0 0 0 0 0,0 1 0 0 0,0-1 0 0 0,0 0 0 0 0,1 0 0 0 0,-1 0 0 0 0,0 1 0 0 0,0-1 0 0 0,0 0 0 0 0,0 0 0 0 0,0 1 0 0 0,0-1 0 0 0,0 0 0 0 0,0 0 0 0 0,0 1 0 0 0,0 4 2 0 0,-1-1 0 0 0,0 0 0 0 0,-1 1 0 0 0,1-1 0 0 0,-1 0 0 0 0,0 1 0 0 0,0-1 0 0 0,0 0 0 0 0,-5 6 0 0 0,-4 4 54 0 0,-16 16 0 0 0,-5 6-33 0 0,26-30 27 0 0,3-3-21 0 0,1-1 0 0 0,0 1 0 0 0,0 0 0 0 0,1-1 0 0 0,-1 1 0 0 0,0 0 0 0 0,-1 4 0 0 0,-1 3-17 0 0,3-6 14 0 0,1 8-29 0 0,7 1-9 0 0,-5-11-15 0 0,0 0 1 0 0,0 0-1 0 0,0 0 0 0 0,0 0 1 0 0,0 0-1 0 0,1-1 0 0 0,-1 1 1 0 0,0-1-1 0 0,1 1 0 0 0,-1-1 1 0 0,1 0-1 0 0,0 0 0 0 0,4 1 1 0 0,-2-1-48 0 0,0 0 1 0 0,0-1 0 0 0,0 1-1 0 0,0-1 1 0 0,-1 0 0 0 0,1-1-1 0 0,7-1 1 0 0,5-2-211 0 0,-1-1-1 0 0,1 0 1 0 0,22-13-1 0 0,-33 16 215 0 0,4-3-798 0 0,-1 0-1 0 0,0 0 1 0 0,0-1-1 0 0,0 0 1 0 0,13-13-1 0 0,-4 2-1112 0 0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6:41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10 10135 0 0,'-2'-4'19943'0'0,"35"6"-19605"0"0,0-1 0 0 0,56-5 0 0 0,-26 1-4014 0 0,-50 2-3145 0 0,0 1-2055 0 0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6:42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 19495 0 0,'0'0'3253'0'0,"-1"1"-1987"0"0,-8 20 1327 0 0,-9 30 1 0 0,6-12-1496 0 0,8-27-975 0 0,1 1 1 0 0,0 0-1 0 0,1 1 0 0 0,1-1 0 0 0,0 0 1 0 0,1 0-1 0 0,0 1 0 0 0,1-1 0 0 0,1 0 1 0 0,0 0-1 0 0,0 0 0 0 0,2 0 0 0 0,-1 0 1 0 0,2-1-1 0 0,7 18 0 0 0,-9-26-121 0 0,-1 0 0 0 0,1 0 0 0 0,-1-1 1 0 0,1 1-1 0 0,0 0 0 0 0,0-1 0 0 0,1 0 0 0 0,-1 0 0 0 0,1 0 0 0 0,0 0 0 0 0,-1 0 1 0 0,1-1-1 0 0,1 1 0 0 0,4 1 0 0 0,-6-2 0 0 0,1-1 0 0 0,0 0-1 0 0,0 0 1 0 0,-1 0 0 0 0,1 0 0 0 0,0 0-1 0 0,0-1 1 0 0,0 0 0 0 0,0 1 0 0 0,0-2 0 0 0,0 1-1 0 0,-1 0 1 0 0,1-1 0 0 0,0 0 0 0 0,0 0-1 0 0,0 0 1 0 0,4-2 0 0 0,0-1-9 0 0,0-1 0 0 0,0 0 0 0 0,0 0 0 0 0,-1-1 0 0 0,0 0 0 0 0,0 0 0 0 0,0-1 0 0 0,8-10 0 0 0,3-8-132 0 0,19-33-1 0 0,-3 5-102 0 0,-1 5-127 0 0,29-57-1 0 0,-61 104 1508 0 0,-2 4-1030 0 0,-5 29 36 0 0,-10 69 144 0 0,15-86-294 0 0,0 0 1 0 0,1 0 0 0 0,1 0-1 0 0,5 29 1 0 0,-3-32-249 0 0,7 22 0 0 0,-2-16-9473 0 0</inkml:trace>
  <inkml:trace contextRef="#ctx0" brushRef="#br0" timeOffset="1">611 271 9671 0 0,'-1'2'14948'0'0,"0"6"-14094"0"0,0-1 0 0 0,0 0 0 0 0,0 0-1 0 0,1 1 1 0 0,1 14 0 0 0,0-13-514 0 0,1 0-1 0 0,-1-1 1 0 0,2 1-1 0 0,5 15 1 0 0,-5-17-493 0 0,1 0 1 0 0,-1-1-1 0 0,1 1 0 0 0,0-1 1 0 0,0 0-1 0 0,1 0 0 0 0,0 0 1 0 0,0 0-1 0 0,1-1 1 0 0,-1 0-1 0 0,1 0 0 0 0,0 0 1 0 0,13 6-1 0 0,-16-10-294 0 0,0 0 0 0 0,-1 0 0 0 0,1 0 0 0 0,0-1 0 0 0,0 1 0 0 0,0-1 0 0 0,0 0 1 0 0,0 0-1 0 0,0 0 0 0 0,0 0 0 0 0,-1 0 0 0 0,1-1 0 0 0,0 0 0 0 0,0 1 0 0 0,0-1 0 0 0,0 0 0 0 0,-1 0 0 0 0,6-3 0 0 0,3-4-1989 0 0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6:42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11519 0 0,'0'0'15948'0'0,"2"2"-15039"0"0,19 12-105 0 0,-1 1 1 0 0,20 20-1 0 0,0 0-419 0 0,7 7 4 0 0,-2 1 1 0 0,49 63 0 0 0,-76-84-341 0 0,-2 0 0 0 0,-1 1-1 0 0,0 0 1 0 0,14 34 0 0 0,-23-42-29 0 0,1 1 0 0 0,-2 0 0 0 0,0 1 0 0 0,-1-1 0 0 0,-1 1 0 0 0,-1 0 0 0 0,0-1 0 0 0,-1 22 0 0 0,-1-21-17 0 0,-2 1 1 0 0,0 0-1 0 0,-1-1 1 0 0,0 0-1 0 0,-2 0 1 0 0,-10 29-1 0 0,10-36-12 0 0,0 0 0 0 0,0 0-1 0 0,-1-1 1 0 0,0 0 0 0 0,0-1 0 0 0,-1 1-1 0 0,0-1 1 0 0,-1 0 0 0 0,0-1 0 0 0,0 0-1 0 0,-1 0 1 0 0,-10 6 0 0 0,-1-1-1155 0 0,9-7 464 0 0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6:43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11519 0 0,'2'0'10043'0'0,"54"0"-4356"0"0,130-5-1980 0 0,-163 3-3685 0 0,9-2-193 0 0,0 1 1 0 0,57 4-1 0 0,-75 3-1434 0 0,-2 0-4416 0 0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6:43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13 11975 0 0,'-6'10'12991'0'0,"15"-4"-12063"0"0,1-3-465 0 0,-1 0 0 0 0,1-1 0 0 0,-1 0-1 0 0,1 0 1 0 0,0-1 0 0 0,0 0 0 0 0,19-1 0 0 0,71-11 408 0 0,-90 10-724 0 0,50-9 60 0 0,111-11 402 0 0,-145 21-5661 0 0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6:45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318 152 5527 0 0,'15'-47'2653'0'0,"-4"16"8276"0"0,-7 11-5322 0 0,-4 17-5304 0 0,0 0-1 0 0,0 0 1 0 0,-1 1 0 0 0,1-1-1 0 0,-1 0 1 0 0,1 1-1 0 0,-1-1 1 0 0,0 0 0 0 0,0 1-1 0 0,0-1 1 0 0,0 1-1 0 0,0-1 1 0 0,-1 1-1 0 0,-2-4 1 0 0,2 5-247 0 0,1 0 1 0 0,-1 0-1 0 0,0 0 0 0 0,0 0 1 0 0,0 0-1 0 0,0 0 1 0 0,0 0-1 0 0,0 0 0 0 0,0 1 1 0 0,0-1-1 0 0,0 1 0 0 0,0 0 1 0 0,0 0-1 0 0,-3 0 0 0 0,3-1 8 0 0,-3 1-24 0 0,-1 1-1 0 0,1-1 0 0 0,-1 1 0 0 0,1 0 0 0 0,-1 0 0 0 0,1 0 1 0 0,0 1-1 0 0,0 0 0 0 0,0 0 0 0 0,0 0 0 0 0,0 1 0 0 0,-5 3 1 0 0,-7 4 118 0 0,-29 26 1 0 0,21-14-21 0 0,-41 47 1 0 0,56-57-81 0 0,0 1-1 0 0,1 0 1 0 0,1 1-1 0 0,0-1 1 0 0,0 2-1 0 0,-5 15 1 0 0,12-26-57 0 0,-1 1 1 0 0,1 0-1 0 0,0-1 0 0 0,1 1 1 0 0,-1 0-1 0 0,1-1 0 0 0,0 1 1 0 0,0 0-1 0 0,0 0 0 0 0,1-1 1 0 0,-1 1-1 0 0,1 0 0 0 0,0-1 1 0 0,2 6-1 0 0,-1-7-1 0 0,-1 0 0 0 0,0 0-1 0 0,1-1 1 0 0,0 1 0 0 0,0 0 0 0 0,-1-1 0 0 0,2 1 0 0 0,-1-1-1 0 0,0 1 1 0 0,0-1 0 0 0,1 0 0 0 0,-1 0 0 0 0,1 0-1 0 0,0 0 1 0 0,0-1 0 0 0,-1 1 0 0 0,1-1 0 0 0,0 0 0 0 0,0 1-1 0 0,0-1 1 0 0,4 0 0 0 0,4 1-13 0 0,-1-1 1 0 0,1 0-1 0 0,-1-1 0 0 0,1 0 0 0 0,-1-1 1 0 0,1 0-1 0 0,-1-1 0 0 0,0 0 0 0 0,0-1 1 0 0,1 0-1 0 0,16-7 0 0 0,-12 3-11 0 0,0-1-1 0 0,0 0 1 0 0,-1-1-1 0 0,0 0 1 0 0,0-1-1 0 0,19-20 1 0 0,-28 26 27 0 0,-1 0-1 0 0,-1-1 1 0 0,1 1 0 0 0,-1-1-1 0 0,1 0 1 0 0,-2 0 0 0 0,1 0-1 0 0,0-1 1 0 0,-1 1 0 0 0,0-1-1 0 0,0 1 1 0 0,-1-1 0 0 0,2-8-1 0 0,-3 13 221 0 0,-7 114 53 0 0,0-19-48 0 0,6-56-157 0 0,-1 47-14 0 0,-21 137 0 0 0,20-199-1054 0 0,2-8-3558 0 0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6:45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1 604 24847 0 0,'0'0'3049'0'0,"-1"2"-2689"0"0,1 1 785 0 0,5-3-581 0 0,15-6-762 0 0,23-14-2590 0 0,-27 10 1016 0 0,0-1-68 0 0</inkml:trace>
  <inkml:trace contextRef="#ctx0" brushRef="#br0" timeOffset="1">464 61 10591 0 0,'0'-2'488'0'0,"1"-7"-12"0"0,-1-9-319 0 0,-2 14-123 0 0,0 2-37 0 0,-5-11 1923 0 0,6 12-1309 0 0,1 0 0 0 0,-1 0 0 0 0,0 0 1 0 0,0 0-1 0 0,0 0 0 0 0,0 1 0 0 0,0-1 0 0 0,0 0 0 0 0,0 0 0 0 0,0 1 0 0 0,-2-2 0 0 0,1 2 6 0 0,1-1-1 0 0,0 1 1 0 0,0 0 0 0 0,-1 0-1 0 0,1 0 1 0 0,0 0 0 0 0,-1 0-1 0 0,1 0 1 0 0,0 0 0 0 0,-1 0-1 0 0,-1 1 1 0 0,-12 4 1423 0 0,4 2-1869 0 0,1 0 0 0 0,-1 1 0 0 0,1 0 0 0 0,1 1 0 0 0,-1 0 0 0 0,1 0 0 0 0,1 1 0 0 0,-8 12 0 0 0,11-15-125 0 0,0 1-1 0 0,1 1 1 0 0,0-1-1 0 0,1 1 1 0 0,-1 0-1 0 0,2-1 1 0 0,-1 1-1 0 0,1 0 1 0 0,1 1-1 0 0,-1-1 1 0 0,2 0-1 0 0,-1 0 1 0 0,3 18-1 0 0,-2-24-42 0 0,1 0 0 0 0,-1 0 0 0 0,1 0 0 0 0,0 0 0 0 0,1 0 0 0 0,-1 0-1 0 0,0 0 1 0 0,1-1 0 0 0,-1 1 0 0 0,1-1 0 0 0,0 1 0 0 0,0-1 0 0 0,0 1 0 0 0,0-1-1 0 0,3 2 1 0 0,-1-1 3 0 0,0 0 0 0 0,1-1 0 0 0,-1 1-1 0 0,1-1 1 0 0,-1 0 0 0 0,1 0 0 0 0,0-1-1 0 0,7 2 1 0 0,2-1-31 0 0,-1 0 1 0 0,0-1-1 0 0,1-1 1 0 0,-1 0-1 0 0,0-1 0 0 0,16-3 1 0 0,-21 3 12 0 0,-1-1 0 0 0,0 0 0 0 0,1 0 1 0 0,-1-1-1 0 0,0 0 0 0 0,0 0 0 0 0,0-1 0 0 0,0 1 1 0 0,-1-2-1 0 0,1 1 0 0 0,-1-1 0 0 0,0 0 1 0 0,-1 0-1 0 0,1 0 0 0 0,7-11 0 0 0,-10 12 1 0 0,0-1 1 0 0,-1 1-1 0 0,1-1 0 0 0,-1 0 0 0 0,0 1 1 0 0,0-1-1 0 0,0 0 0 0 0,-1-1 0 0 0,0 1 1 0 0,0 0-1 0 0,0 0 0 0 0,-1 0 0 0 0,1-1 1 0 0,-1 1-1 0 0,-1 0 0 0 0,1-1 0 0 0,-1 1 1 0 0,0 0-1 0 0,0 0 0 0 0,0 0 0 0 0,-1 0 1 0 0,1 0-1 0 0,-5-7 0 0 0,3 4-16 0 0,-1 1 0 0 0,0-1 0 0 0,-1 1 0 0 0,1 0 0 0 0,-2 0 0 0 0,1 1 0 0 0,-7-7 0 0 0,8 9-59 0 0,-1 1 0 0 0,0-1 1 0 0,0 1-1 0 0,0 0 0 0 0,0 0 0 0 0,-1 1 0 0 0,1-1 0 0 0,-1 1 1 0 0,1 0-1 0 0,-12-1 0 0 0,9 2-314 0 0,1 0-1 0 0,-1 1 1 0 0,1 0 0 0 0,0 0-1 0 0,-1 1 1 0 0,1 0-1 0 0,0 0 1 0 0,-1 1 0 0 0,1 0-1 0 0,0 0 1 0 0,0 1 0 0 0,0 0-1 0 0,1 0 1 0 0,-1 0-1 0 0,1 1 1 0 0,0 0 0 0 0,0 1-1 0 0,0-1 1 0 0,0 1 0 0 0,-5 5-1 0 0,-4 8-2011 0 0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6:46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283 111 15343 0 0,'0'0'704'0'0,"1"-2"-14"0"0,1-1-603 0 0,0 0 1 0 0,-1 0-1 0 0,0-1 1 0 0,1 1-1 0 0,-1 0 1 0 0,-1-1-1 0 0,1 1 1 0 0,0-1-1 0 0,-1 1 1 0 0,0-1 0 0 0,1 1-1 0 0,-2-7 1 0 0,0 6 441 0 0,1 1 0 0 0,-1-1 0 0 0,0 1 0 0 0,0 0 0 0 0,0-1 0 0 0,-1 1 0 0 0,1 0 0 0 0,-1 0 0 0 0,0 0 0 0 0,0 0 1 0 0,0 0-1 0 0,0 1 0 0 0,-3-4 0 0 0,3 5-336 0 0,1 0-1 0 0,0 1 1 0 0,-1-1 0 0 0,1 0 0 0 0,0 1-1 0 0,-1-1 1 0 0,1 1 0 0 0,-1 0 0 0 0,1-1 0 0 0,-1 1-1 0 0,1 0 1 0 0,0 0 0 0 0,-4 0 0 0 0,0 0 310 0 0,0 0-307 0 0,-1-1 0 0 0,1 2 0 0 0,-1-1 0 0 0,1 1 0 0 0,-1 0 0 0 0,1 0 0 0 0,0 0 0 0 0,0 1-1 0 0,-1 0 1 0 0,1 0 0 0 0,-7 4 0 0 0,-6 4 239 0 0,-28 21 0 0 0,34-22-254 0 0,0 0-55 0 0,0 0-1 0 0,1 1 1 0 0,0 0 0 0 0,1 1 0 0 0,0 0 0 0 0,-11 17 0 0 0,18-26-126 0 0,0 2 0 0 0,0 13 0 0 0,2-5 0 0 0,3 1 0 0 0,4-1 0 0 0,-2-9-7 0 0,-1 0-1 0 0,1 0 1 0 0,0-1-1 0 0,-1 1 1 0 0,1-1-1 0 0,0 0 1 0 0,0 1-1 0 0,1-2 1 0 0,-1 1-1 0 0,0 0 1 0 0,1-1-1 0 0,-1 0 1 0 0,1 0 0 0 0,-1-1-1 0 0,9 1 1 0 0,7 0-51 0 0,0-1 0 0 0,23-3 0 0 0,-39 2 52 0 0,4 0-37 0 0,0 0 0 0 0,0 0 0 0 0,-1-1 0 0 0,1 0 0 0 0,-1-1 1 0 0,1 0-1 0 0,-1 0 0 0 0,8-5 0 0 0,-10 5-8 0 0,-1 1 0 0 0,-1-1 0 0 0,1 0 0 0 0,0 0 0 0 0,-1 0 1 0 0,0-1-1 0 0,1 1 0 0 0,-1-1 0 0 0,-1 0 0 0 0,1 0 0 0 0,0 0 1 0 0,-1 0-1 0 0,0 0 0 0 0,3-8 0 0 0,-3 3-525 0 0,0 0-1 0 0,0 0 1 0 0,-1-1-1 0 0,0 1 1 0 0,-1-1-1 0 0,0 1 1 0 0,0-1 0 0 0,-1 1-1 0 0,-1 0 1 0 0,1-1-1 0 0,-5-12 1 0 0,1 2-2468 0 0,-1 3-4939 0 0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6:47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382 271 14279 0 0,'0'0'655'0'0,"0"-1"-12"0"0,-18-28 167 0 0,14 25 103 0 0,-1-1-1 0 0,1 0 1 0 0,0 1-1 0 0,-1 0 1 0 0,0 0-1 0 0,-6-3 1 0 0,7 4-248 0 0,0 1-1 0 0,-1 0 1 0 0,1 0 0 0 0,-1 0 0 0 0,0 1 0 0 0,1-1-1 0 0,-1 1 1 0 0,-6 0 0 0 0,6 0-650 0 0,0 1 0 0 0,0 0 0 0 0,1 0 0 0 0,-1 1 0 0 0,-7 1 0 0 0,-10 3 335 0 0,1 1 1 0 0,0 1-1 0 0,0 1 0 0 0,-33 17 0 0 0,45-20-271 0 0,1 0-1 0 0,0 1 1 0 0,0 0 0 0 0,0 0 0 0 0,0 1 0 0 0,1 0-1 0 0,0 0 1 0 0,1 1 0 0 0,0-1 0 0 0,0 1-1 0 0,0 1 1 0 0,-7 16 0 0 0,10-13-48 0 0,3-10-41 0 0,0 0 0 0 0,0 0 0 0 0,0 0 0 0 0,0 1 0 0 0,1-1 0 0 0,-1 0 0 0 0,1 0 0 0 0,0 0 0 0 0,-1 0 0 0 0,1 0 0 0 0,0 0 0 0 0,0 0 0 0 0,1 0 0 0 0,-1-1 0 0 0,0 1 0 0 0,0 0 0 0 0,1 0 0 0 0,-1-1 0 0 0,1 1 0 0 0,0-1 0 0 0,-1 0 0 0 0,1 1 0 0 0,0-1 0 0 0,0 0 0 0 0,0 0 0 0 0,0 0 0 0 0,0 0 0 0 0,0 0 0 0 0,0-1 0 0 0,3 1 0 0 0,3 2-31 0 0,1-1 0 0 0,0 0-1 0 0,0-1 1 0 0,0 0 0 0 0,0-1-1 0 0,9 0 1 0 0,-2-1-49 0 0,0-1-1 0 0,0-1 1 0 0,0 0-1 0 0,-1-1 1 0 0,1-1 0 0 0,28-13-1 0 0,-11 2-104 0 0,59-42-1 0 0,-82 52 185 0 0,-1 3-21 0 0,-7 2 191 0 0,-2 2-124 0 0,1 0 1 0 0,-1 0-1 0 0,1 0 0 0 0,-1 0 1 0 0,1 0-1 0 0,-1 0 0 0 0,1-1 1 0 0,-1 1-1 0 0,1 0 0 0 0,0 0 1 0 0,1 0-1 0 0,1 3 57 0 0,1 5-11 0 0,1 1 0 0 0,-2 0 1 0 0,1 0-1 0 0,-1 0 0 0 0,-1 0 0 0 0,0 1 0 0 0,1 17 1 0 0,2 2 44 0 0,13 122-150 0 0,-18-148-3 0 0,0 0-1 0 0,0-1 1 0 0,-1 1 0 0 0,1 0-1 0 0,-1 0 1 0 0,0-1-1 0 0,-2 6 1 0 0,0 1-1625 0 0,2-8 823 0 0,14-6-4943 0 0</inkml:trace>
  <inkml:trace contextRef="#ctx0" brushRef="#br0" timeOffset="1">1208 1 14279 0 0,'0'0'12824'0'0,"-2"2"-12035"0"0,-30 33 2 0 0,2 2-1 0 0,1 1 1 0 0,2 1-1 0 0,-37 71 0 0 0,64-109-782 0 0,-23 40 241 0 0,2 1-1 0 0,-25 71 1 0 0,37-82-229 0 0,1 0 1 0 0,2 1 0 0 0,1-1 0 0 0,-1 42-1 0 0,6-49-10 0 0,1 0-1 0 0,1 0 0 0 0,1 0 1 0 0,1 0-1 0 0,1 0 1 0 0,11 30-1 0 0,-8-35-9 0 0,0-1 0 0 0,2 1 0 0 0,0-1 0 0 0,1-1 0 0 0,1 0 0 0 0,1-1 0 0 0,24 25 0 0 0,-31-34 0 0 0,-3-4 0 0 0,-1-1 0 0 0,1 1 0 0 0,0-1 0 0 0,0 0 0 0 0,0 0 0 0 0,0 0 0 0 0,6 3 0 0 0,8 4-20 0 0,-13-9-42 0 0,-1-1-12 0 0,-1 1-99 0 0,1 0-128 0 0,0-1 1 0 0,1 0 0 0 0,-1 0-1 0 0,0 0 1 0 0,1 0 0 0 0,-1 0-1 0 0,0-1 1 0 0,0 1 0 0 0,0-1-1 0 0,0 0 1 0 0,-1 0-1 0 0,1 0 1 0 0,0 0 0 0 0,2-4-1 0 0,3-4-1184 0 0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6:48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49 12895 0 0,'0'0'998'0'0,"-2"-1"-657"0"0,-11-20 13421 0 0,25 13-12303 0 0,-5 5-1279 0 0,0 0 1 0 0,1 0-1 0 0,-1 1 0 0 0,1 0 0 0 0,0 1 1 0 0,9-1-1 0 0,49 0 44 0 0,-57 2-193 0 0,5-1-20 0 0,-1 2-1 0 0,1-1 0 0 0,-1 2 1 0 0,1 0-1 0 0,-1 0 0 0 0,0 1 1 0 0,17 7-1 0 0,-10 0-10 0 0,-16-6 0 0 0,-2 0 0 0 0,0-2 0 0 0,0 0 0 0 0,-1 0 0 0 0,1 1 0 0 0,-1-1 0 0 0,1 0 0 0 0,-1 1 0 0 0,2 4 0 0 0,-1 5 11 0 0,-3-7 1 0 0,0-1 0 0 0,0 1 0 0 0,0 0 1 0 0,0-1-1 0 0,-1 0 0 0 0,0 1 0 0 0,0-1 1 0 0,0 0-1 0 0,-1 0 0 0 0,1 0 0 0 0,-1 0 1 0 0,-4 5-1 0 0,-6 6 107 0 0,-26 21 0 0 0,18-16-31 0 0,-21 18 101 0 0,20-19-79 0 0,1 2 0 0 0,0 0 0 0 0,2 0 0 0 0,-24 35 0 0 0,40-51-77 0 0,2-4-28 0 0,0 0 0 0 0,0 0 0 0 0,0 1 0 0 0,1-1 0 0 0,-1 0 0 0 0,0 1 0 0 0,1-1 0 0 0,-1 1 0 0 0,1-1 0 0 0,0 1 0 0 0,-1-1 0 0 0,1 1 0 0 0,0-1 0 0 0,0 1 0 0 0,0-1 0 0 0,0 1 0 0 0,0-1 0 0 0,0 1 0 0 0,1 1 0 0 0,1 9 48 0 0,3 0-42 0 0,-3-10-7 0 0,0 0-1 0 0,0 0 1 0 0,0 0-1 0 0,1 0 1 0 0,-1 0-1 0 0,1-1 1 0 0,-1 1-1 0 0,1-1 1 0 0,-1 1-1 0 0,1-1 1 0 0,0 0-1 0 0,0 0 1 0 0,0 0-1 0 0,0-1 1 0 0,0 1 0 0 0,-1-1-1 0 0,1 1 1 0 0,5-1-1 0 0,7 0 19 0 0,-1-1 1 0 0,22-2-1 0 0,-32 2-7 0 0,23-3-412 0 0,1-2 0 0 0,-1 0 0 0 0,42-17 1 0 0,-43 12-1871 0 0,43-25 0 0 0,-48 24 783 0 0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6:48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378 46 18511 0 0,'0'0'852'0'0,"-1"-2"-21"0"0,-2-5-538 0 0,3 5-113 0 0,-1 0 1 0 0,0 0-1 0 0,0 0 0 0 0,0-1 0 0 0,0 1 1 0 0,0 1-1 0 0,0-1 0 0 0,0 0 0 0 0,-4-3 0 0 0,4 4 10 0 0,0 0 0 0 0,0 0-1 0 0,0 1 1 0 0,-1-1 0 0 0,1 0-1 0 0,0 1 1 0 0,-1-1 0 0 0,1 1 0 0 0,-2-1-1 0 0,-2-1 47 0 0,0 1 94 0 0,0 0 1 0 0,-1 0 0 0 0,1 0 0 0 0,0 1-1 0 0,0 0 1 0 0,0 0 0 0 0,-1 0-1 0 0,1 1 1 0 0,0-1 0 0 0,0 1 0 0 0,-7 2-1 0 0,-7 3 269 0 0,-30 14 1 0 0,30-11-273 0 0,-12 4 37 0 0,0 1 0 0 0,1 2-1 0 0,-38 25 1 0 0,63-37-340 0 0,2-2-8 0 0,1 0 0 0 0,-1 0 0 0 0,1 1 0 0 0,-1-1 0 0 0,1 1 0 0 0,-3 4 0 0 0,5-3 32 0 0,3-2-46 0 0,-1 1 0 0 0,0 0 0 0 0,1-1 0 0 0,-1 0 0 0 0,1 1-1 0 0,0-1 1 0 0,0 0 0 0 0,0 0 0 0 0,0-1 0 0 0,0 1 0 0 0,0-1 0 0 0,0 1 0 0 0,0-1 0 0 0,1 0 0 0 0,-1 0 0 0 0,0 0-1 0 0,1-1 1 0 0,-1 1 0 0 0,1-1 0 0 0,6 0 0 0 0,7-1 6 0 0,0 0 1 0 0,0-2-1 0 0,19-4 0 0 0,-11 2-5 0 0,0-1-3 0 0,-20 4 0 0 0,1 0 0 0 0,0 1 0 0 0,-1 0 0 0 0,1 0 0 0 0,0 0 0 0 0,11 1 0 0 0,-4 3 0 0 0,0 3 0 0 0,-4 4 0 0 0,-2 4 0 0 0,-4-1 58 0 0,-1 0-1 0 0,0 1 1 0 0,-1-1-1 0 0,-1 1 1 0 0,0 0-1 0 0,-4 25 1 0 0,0 19 75 0 0,4 11-133 0 0,0-48-19 0 0,0-19-70 0 0,0 3-780 0 0,1-2-727 0 0,28-22-7480 0 0,-13 4 7045 0 0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6:49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30 14743 0 0,'0'3'13271'0'0,"-2"9"-11371"0"0,-7 26 0 0 0,2-16-1697 0 0,-1-1 0 0 0,-1 0 0 0 0,-21 36 0 0 0,17-38-177 0 0,-1-1 0 0 0,0 0 0 0 0,-2-1 1 0 0,-17 15-1 0 0,6-5-16 0 0,19-19-10 0 0,8-8 0 0 0,0 0 0 0 0,0 1 0 0 0,-1-1 0 0 0,1 0 0 0 0,0 0 0 0 0,0 0 0 0 0,0 1 0 0 0,-1-1 0 0 0,1 0 0 0 0,0 1 0 0 0,0-1 0 0 0,0 0 0 0 0,0 0 0 0 0,-1 1 0 0 0,1-1 0 0 0,0 0 0 0 0,0 1 0 0 0,0-1 0 0 0,0 0 0 0 0,0 1 0 0 0,0-1 0 0 0,0 0 0 0 0,0 1 0 0 0,0-1 0 0 0,0 1 0 0 0,2 0 0 0 0,-1 0 0 0 0,0 0 0 0 0,1 0 0 0 0,-1 0 0 0 0,1-1 0 0 0,0 1 0 0 0,-1 0 0 0 0,1-1 0 0 0,0 1 0 0 0,-1-1 0 0 0,1 1 0 0 0,0-1 0 0 0,0 0 0 0 0,2 0 0 0 0,29 1 0 0 0,217-45-1712 0 0,-247 44 1703 0 0,38-12-2135 0 0,-26 4-7283 0 0</inkml:trace>
  <inkml:trace contextRef="#ctx0" brushRef="#br0" timeOffset="1">258 1 15199 0 0,'1'2'5434'0'0,"4"3"-4527"0"0,-1 0 0 0 0,0 1 0 0 0,0-1 1 0 0,-1 1-1 0 0,0 0 0 0 0,0 1 1 0 0,0-1-1 0 0,-1 0 0 0 0,4 14 0 0 0,0 9-190 0 0,2 30-1 0 0,-4-28-242 0 0,0 9-330 0 0,-2 51 1 0 0,-2-73-143 0 0,-9 58-699 0 0,9-74 322 0 0,0 0-52 0 0,0-1 0 0 0,0 1 0 0 0,0 0 0 0 0,0 0 0 0 0,1-1 0 0 0,-1 1 0 0 0,1 0 0 0 0,-1-1 0 0 0,1 1 0 0 0,0 2 0 0 0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6:50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17 21767 0 0,'0'0'3245'0'0,"-2"0"-2269"0"0,-5 0-622 0 0,1 1 0 0 0,-1 0 0 0 0,1 1 0 0 0,-1-1 0 0 0,1 1 0 0 0,-1 1 0 0 0,1-1-1 0 0,0 1 1 0 0,0 0 0 0 0,0 0 0 0 0,1 1 0 0 0,-1 0 0 0 0,-8 7 0 0 0,-6 8 94 0 0,-37 41 1 0 0,49-51-239 0 0,-11 15-81 0 0,0 0-1 0 0,-19 35 1 0 0,31-44-117 0 0,7-9-14 0 0,1-2 3 0 0,0 8-1 0 0,0-10 4 0 0,1 0 1 0 0,-1 0-1 0 0,1 0 0 0 0,-1 0 1 0 0,1 0-1 0 0,0 0 0 0 0,0-1 1 0 0,0 1-1 0 0,0-1 0 0 0,0 1 1 0 0,0-1-1 0 0,0 0 0 0 0,0 1 1 0 0,1-1-1 0 0,3 1 0 0 0,3 1-5 0 0,0 0-1 0 0,17 3 0 0 0,-5-4-159 0 0,0-1 0 0 0,0-1 1 0 0,1-1-1 0 0,-1 0 0 0 0,0-2 0 0 0,22-5 1 0 0,-37 6-240 0 0,0 1 1 0 0,0-1 0 0 0,0 0-1 0 0,0-1 1 0 0,-1 0 0 0 0,0 1-1 0 0,9-7 1 0 0,5-9-9739 0 0,-12 8 2332 0 0</inkml:trace>
  <inkml:trace contextRef="#ctx0" brushRef="#br0" timeOffset="1">254 1 13823 0 0,'0'0'11763'0'0,"-1"2"-10702"0"0,-6 29 1228 0 0,-5 43 0 0 0,7-39-1763 0 0,-1 17-233 0 0,3 1 1 0 0,4 82-1 0 0,0-127-291 0 0,1 1 0 0 0,3 12 0 0 0,0 1-83 0 0,-4-19-232 0 0,0 0 0 0 0,0 0-1 0 0,1 0 1 0 0,-1-1 0 0 0,1 1-1 0 0,-1-1 1 0 0,1 1 0 0 0,0-1-1 0 0,0 1 1 0 0,0-1 0 0 0,0 0-1 0 0,1 0 1 0 0,-1 0 0 0 0,3 2-1 0 0,5 1-1223 0 0</inkml:trace>
  <inkml:trace contextRef="#ctx0" brushRef="#br0" timeOffset="2">515 385 12439 0 0,'0'0'1126'0'0,"-1"2"-410"0"0,-1 3 2478 0 0,-10 26 8892 0 0,12-28-11902 0 0,0-1 0 0 0,-1 0 0 0 0,1 0 0 0 0,0 1 0 0 0,0-1-1 0 0,0 0 1 0 0,0 1 0 0 0,1-1 0 0 0,-1 0 0 0 0,1 1 0 0 0,-1-1-1 0 0,1 0 1 0 0,1 3 0 0 0,-1-3-180 0 0,-1-1 0 0 0,1 0 0 0 0,-1 1 0 0 0,1-1 0 0 0,-1 0 1 0 0,1 0-1 0 0,0 0 0 0 0,-1 1 0 0 0,1-1 0 0 0,0 0 0 0 0,0 0 0 0 0,0 0 0 0 0,2 1 0 0 0,0 1-10 0 0,-2-2-55 0 0,0 0 1 0 0,1 1 0 0 0,-1-1 0 0 0,0 0 0 0 0,0 0-1 0 0,1 0 1 0 0,-1 1 0 0 0,1-1 0 0 0,-1-1-1 0 0,1 1 1 0 0,-1 0 0 0 0,1 0 0 0 0,0-1 0 0 0,-1 1-1 0 0,1 0 1 0 0,0-1 0 0 0,-1 0 0 0 0,4 1-1 0 0,1-1-273 0 0,2 1-540 0 0,-1 0 1 0 0,0 0-1 0 0,0-1 1 0 0,1-1-1 0 0,11-1 1 0 0,-5-1-1106 0 0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6:50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118 127 12895 0 0,'6'-9'638'0'0,"-1"0"-1"0"0,0 0 0 0 0,5-18 1 0 0,-3 5 5782 0 0,-7 21-6087 0 0,0 0 0 0 0,0 0 0 0 0,0 1 0 0 0,0-1 0 0 0,0 0 0 0 0,0 1 0 0 0,0-1 0 0 0,0 0 0 0 0,0 1 0 0 0,0-1 0 0 0,0 0 0 0 0,0 1 0 0 0,-1-1 0 0 0,1 0 0 0 0,0 1 0 0 0,0-1 1 0 0,-1 1-1 0 0,1-1 0 0 0,0 0 0 0 0,-1 1 0 0 0,1-1 0 0 0,-1 1 0 0 0,1-1 0 0 0,-1 0 0 0 0,-1 0 255 0 0,1 1-32 0 0,-5 1-490 0 0,1 0-1 0 0,0 0 1 0 0,-1 0 0 0 0,1 1-1 0 0,0 0 1 0 0,0 0 0 0 0,0 0 0 0 0,0 0-1 0 0,1 1 1 0 0,-1 0 0 0 0,1 0-1 0 0,-5 4 1 0 0,0 0 30 0 0,1 0 1 0 0,0 1-1 0 0,1 0 0 0 0,0 0 1 0 0,-8 11-1 0 0,12-15-96 0 0,1 0 0 0 0,-1 0 0 0 0,1 1 0 0 0,0-1 0 0 0,1 0 0 0 0,-1 1 0 0 0,1-1 0 0 0,0 1 0 0 0,0 0 0 0 0,-1 6 0 0 0,2 9 0 0 0,3-14 0 0 0,-1-2 0 0 0,5 10 0 0 0,2-3 0 0 0,-5-7 0 0 0,1-1 0 0 0,0 1 0 0 0,0-1 0 0 0,0-1 0 0 0,0 1 0 0 0,0-1 0 0 0,1 0 0 0 0,-1 0 0 0 0,1 0 0 0 0,0-1 0 0 0,-1 0 0 0 0,1 0 0 0 0,0-1 0 0 0,0 1 0 0 0,-1-1 0 0 0,1 0 0 0 0,0-1 0 0 0,0 0 0 0 0,0 1 0 0 0,-1-2 0 0 0,1 1 0 0 0,-1-1 0 0 0,1 0 0 0 0,-1 0 0 0 0,8-4 0 0 0,-7 2-11 0 0,0 0 0 0 0,0-1 0 0 0,-1 1-1 0 0,1-1 1 0 0,-1 0 0 0 0,-1-1 0 0 0,1 1 0 0 0,-1-1 0 0 0,0 0 0 0 0,0 0-1 0 0,0 0 1 0 0,-1 0 0 0 0,3-9 0 0 0,-2 6-9 0 0,-1 0-1 0 0,-1-1 1 0 0,0 1-1 0 0,0 0 1 0 0,0-1 0 0 0,-2 1-1 0 0,1-1 1 0 0,-1 1-1 0 0,-1-15 1 0 0,0 21-49 0 0,1 0 0 0 0,-1 1-1 0 0,0-1 1 0 0,0 1 0 0 0,0-1 0 0 0,0 1-1 0 0,0 0 1 0 0,0-1 0 0 0,-1 1 0 0 0,1 0-1 0 0,-1 0 1 0 0,0 0 0 0 0,1 0 0 0 0,-1 0-1 0 0,0 0 1 0 0,0 1 0 0 0,0-1 0 0 0,0 0 0 0 0,-1 1-1 0 0,1 0 1 0 0,0-1 0 0 0,-1 1 0 0 0,1 0-1 0 0,0 0 1 0 0,-1 1 0 0 0,0-1 0 0 0,1 0-1 0 0,-1 1 1 0 0,1-1 0 0 0,-1 1 0 0 0,-3 0-1 0 0,0 0-363 0 0,0 0-1 0 0,0 0 0 0 0,0 0 0 0 0,0 1 1 0 0,0 0-1 0 0,0 0 0 0 0,0 1 0 0 0,0-1 1 0 0,0 1-1 0 0,1 1 0 0 0,-1-1 0 0 0,-8 6 0 0 0,-3 5-2639 0 0,1 1-4967 0 0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6:51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21 2759 0 0,'3'-10'18060'0'0,"-3"10"-17858"0"0,0-1 0 0 0,0 1 0 0 0,0-1 0 0 0,-1 1 0 0 0,1-1 0 0 0,0 1 0 0 0,-1-1 0 0 0,1 1 0 0 0,0-1 0 0 0,-1 1 0 0 0,1-1 0 0 0,-1 1 0 0 0,1-1 0 0 0,0 1 0 0 0,-1 0 0 0 0,1-1 0 0 0,-1 1 0 0 0,1 0 0 0 0,-1-1 0 0 0,1 1 1 0 0,-1 0-1 0 0,0 0 0 0 0,1 0 0 0 0,-1-1 0 0 0,1 1 0 0 0,-1 0 0 0 0,0 0 0 0 0,1 0 0 0 0,-2 0 0 0 0,-18 0 1532 0 0,13 1-1439 0 0,-1 2 0 0 0,1-1 0 0 0,0 1 1 0 0,0 0-1 0 0,1 0 0 0 0,-1 1 0 0 0,1-1 1 0 0,-1 2-1 0 0,-10 9 0 0 0,-9 4 82 0 0,8-6-255 0 0,1 0-1 0 0,1 1 1 0 0,-26 27-1 0 0,36-34-97 0 0,1-1 0 0 0,0 1 0 0 0,1 1 1 0 0,0-1-1 0 0,0 1 0 0 0,0-1 0 0 0,0 1 0 0 0,1 0 0 0 0,1 1 0 0 0,-1-1 1 0 0,1 0-1 0 0,0 1 0 0 0,-1 11 0 0 0,3-15-24 0 0,0-1 0 0 0,0 0 0 0 0,0 1 0 0 0,1-1 0 0 0,0 0 0 0 0,-1 1 0 0 0,1-1 0 0 0,0 0 0 0 0,1 0 0 0 0,1 5 0 0 0,8 10 0 0 0,-6-15 0 0 0,-1-1 0 0 0,2 3-4 0 0,0-1 1 0 0,1 0-1 0 0,0 0 1 0 0,0 0-1 0 0,0-1 1 0 0,0 0-1 0 0,1 0 1 0 0,-1-1-1 0 0,1 0 1 0 0,-1 0-1 0 0,1-1 1 0 0,0 0-1 0 0,0 0 1 0 0,10-1-1 0 0,-11 0-1 0 0,0-1 0 0 0,-1 0 0 0 0,1 0-1 0 0,0-1 1 0 0,-1 1 0 0 0,0-1 0 0 0,1-1 0 0 0,-1 1-1 0 0,0-1 1 0 0,0 0 0 0 0,0-1 0 0 0,0 1 0 0 0,-1-1-1 0 0,0 0 1 0 0,1 0 0 0 0,8-10 0 0 0,-8 6 41 0 0,0 0 0 0 0,-1 0 1 0 0,0 0-1 0 0,0-1 0 0 0,0 1 1 0 0,-1-1-1 0 0,-1 0 0 0 0,6-18 0 0 0,-6 13-1131 0 0,2-23-1 0 0,-3-17-9564 0 0</inkml:trace>
  <inkml:trace contextRef="#ctx0" brushRef="#br0" timeOffset="1">685 109 14743 0 0,'1'-1'672'0'0,"12"-6"24"0"0,0 2 0 0 0,0 0-1 0 0,1 0 1 0 0,18-3 0 0 0,48-8 9715 0 0,1 7-7401 0 0,82 5-2633 0 0,-114 6-321 0 0,12 2-37 0 0,-50-4-60 0 0,0 0-220 0 0,-2-2-3711 0 0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6:53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0 103 14399 0 0,'43'-75'1565'0'0,"-16"47"13082"0"0,-27 29-14450 0 0,4 16 1821 0 0,-1 25-2618 0 0,-4-15 734 0 0,2-1 0 0 0,2 1 0 0 0,7 38 0 0 0,0-25-133 0 0,2-1 1 0 0,32 73 0 0 0,-5-47-342 0 0,-35-57 144 0 0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6:53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21655 0 0,'0'0'3971'0'0,"0"3"-3093"0"0,4 25 1111 0 0,-1 53 1 0 0,-3-56-1578 0 0,1 1 0 0 0,0-1 0 0 0,8 33 0 0 0,-4-39-327 0 0,0 0 0 0 0,2 0 0 0 0,0-1 0 0 0,1 0 0 0 0,10 17 0 0 0,-11-24-75 0 0,0-1 0 0 0,1 0 1 0 0,0 0-1 0 0,0 0 0 0 0,1-1 1 0 0,1-1-1 0 0,-1 0 0 0 0,21 14 1 0 0,-20-17-17 0 0,0 1 0 0 0,0-1 0 0 0,1-1 0 0 0,0 0 0 0 0,0-1 0 0 0,0 0 0 0 0,0 0 0 0 0,0-1 0 0 0,1-1 0 0 0,-1 0 0 0 0,1 0 0 0 0,12-2 0 0 0,-18 1-21 0 0,1-1-1 0 0,0 0 0 0 0,-1-1 0 0 0,1 0 0 0 0,-1 0 1 0 0,0 0-1 0 0,1-1 0 0 0,-1 1 0 0 0,9-7 0 0 0,-11 6 0 0 0,0 0 0 0 0,0-1 0 0 0,0 1-1 0 0,0-1 1 0 0,-1 0 0 0 0,1 0 0 0 0,-1 0-1 0 0,0 0 1 0 0,0-1 0 0 0,-1 1 0 0 0,1-1 0 0 0,-1 0-1 0 0,2-7 1 0 0,-2 7-3 0 0,0-1 1 0 0,-1 1-1 0 0,0-1 0 0 0,0 0 1 0 0,0 0-1 0 0,-1 0 0 0 0,0 1 1 0 0,-1-13-1 0 0,1 17 24 0 0,-1-1-1 0 0,1 0 1 0 0,-1 0 0 0 0,1 1-1 0 0,-1-1 1 0 0,1 0-1 0 0,-1 1 1 0 0,0-1 0 0 0,0 0-1 0 0,0 1 1 0 0,0-1 0 0 0,0 1-1 0 0,0 0 1 0 0,-1-1-1 0 0,1 1 1 0 0,0 0 0 0 0,-1 0-1 0 0,1-1 1 0 0,-1 1 0 0 0,1 0-1 0 0,-1 0 1 0 0,1 1-1 0 0,-1-1 1 0 0,0 0 0 0 0,1 1-1 0 0,-1-1 1 0 0,0 1 0 0 0,0-1-1 0 0,0 1 1 0 0,1 0-1 0 0,-5-1 1 0 0,-2 1 22 0 0,-1 1 0 0 0,1-1-1 0 0,-1 1 1 0 0,1 1 0 0 0,-1 0 0 0 0,1 0-1 0 0,0 0 1 0 0,0 1 0 0 0,0 1 0 0 0,0-1 0 0 0,0 1-1 0 0,1 0 1 0 0,0 1 0 0 0,0 0 0 0 0,0 0-1 0 0,0 0 1 0 0,1 1 0 0 0,0 0 0 0 0,0 1 0 0 0,0-1-1 0 0,1 1 1 0 0,0 0 0 0 0,-4 8 0 0 0,7-11-121 0 0,0-1 1 0 0,1 1-1 0 0,-1 0 1 0 0,1-1-1 0 0,0 1 1 0 0,1 0-1 0 0,-1 0 1 0 0,1 0-1 0 0,-1 6 1 0 0,1-7-242 0 0,1-1 0 0 0,-1 1 1 0 0,0-1-1 0 0,1 1 1 0 0,0-1-1 0 0,-1 0 0 0 0,1 1 1 0 0,0-1-1 0 0,0 0 0 0 0,1 0 1 0 0,-1 0-1 0 0,0 0 0 0 0,1 0 1 0 0,-1 0-1 0 0,1 0 0 0 0,2 2 1 0 0,7 5-8837 0 0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6:54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1 9215 0 0,'-2'0'8302'0'0,"0"0"-7695"0"0,0 0 0 0 0,0 0 0 0 0,1 0 0 0 0,-1 1 0 0 0,0-1 0 0 0,0 1 0 0 0,0-1 0 0 0,1 1 1 0 0,-1 0-1 0 0,0 0 0 0 0,1-1 0 0 0,-1 1 0 0 0,-1 2 0 0 0,0-1-41 0 0,0 1 0 0 0,1-1 0 0 0,-1 1 0 0 0,1 0 0 0 0,-5 6 0 0 0,0 4-221 0 0,1-1 1 0 0,-8 22-1 0 0,10-24 237 0 0,0 0-485 0 0,1-1 0 0 0,0 1 0 0 0,1 0 0 0 0,0 0 1 0 0,0 0-1 0 0,1 0 0 0 0,1 0 0 0 0,0 0 0 0 0,0 1 0 0 0,1-1 1 0 0,0 0-1 0 0,0 0 0 0 0,1 0 0 0 0,5 12 0 0 0,-3-10-87 0 0,1-1 0 0 0,0 0 0 0 0,0-1 0 0 0,1 1 0 0 0,1-1 0 0 0,0 0 0 0 0,0-1 0 0 0,1 0 0 0 0,0 0 0 0 0,1-1 0 0 0,17 14 0 0 0,-20-18-13 0 0,-1 0-1 0 0,1-1 1 0 0,0 0 0 0 0,0 0 0 0 0,1-1-1 0 0,-1 1 1 0 0,0-1 0 0 0,1-1-1 0 0,0 1 1 0 0,-1-1 0 0 0,1 0-1 0 0,0-1 1 0 0,-1 0 0 0 0,9 0 0 0 0,-9-1-17 0 0,0 1 0 0 0,0-1 0 0 0,-1 0 1 0 0,1-1-1 0 0,0 1 0 0 0,-1-1 0 0 0,1 0 1 0 0,-1-1-1 0 0,0 1 0 0 0,0-1 0 0 0,0 0 0 0 0,0-1 1 0 0,0 1-1 0 0,-1-1 0 0 0,1 0 0 0 0,5-6 1 0 0,4-8-135 0 0,20-32 0 0 0,-28 41 96 0 0,-1-1 0 0 0,-1 0 0 0 0,0 1 0 0 0,0-1 0 0 0,4-19 0 0 0,-7 17-13 0 0,-4 1 18 0 0,2 11 52 0 0,1-1 0 0 0,0 0 1 0 0,-1 1-1 0 0,1-1 0 0 0,-1 1 0 0 0,1-1 1 0 0,-1 1-1 0 0,1-1 0 0 0,-1 1 1 0 0,1 0-1 0 0,-1-1 0 0 0,1 1 0 0 0,-1 0 1 0 0,-1-1-1 0 0,0 0 17 0 0,-1 1 1 0 0,0 0-1 0 0,0-1 0 0 0,1 1 0 0 0,-1 0 1 0 0,0 1-1 0 0,0-1 0 0 0,1 0 0 0 0,-1 1 1 0 0,0-1-1 0 0,1 1 0 0 0,-1 0 0 0 0,0 0 1 0 0,1 0-1 0 0,-5 3 0 0 0,-2 1 61 0 0,1 0 0 0 0,-1 0 0 0 0,-7 8 0 0 0,8-6-34 0 0,0 0 1 0 0,0 0-1 0 0,1 1 1 0 0,0 0-1 0 0,-9 13 0 0 0,14-18-78 0 0,1 1 0 0 0,-1-1 0 0 0,0 0 0 0 0,1 1-1 0 0,0-1 1 0 0,-1 1 0 0 0,2-1 0 0 0,-1 1-1 0 0,0 0 1 0 0,1-1 0 0 0,-1 1 0 0 0,1 0 0 0 0,0 0-1 0 0,0-1 1 0 0,1 1 0 0 0,-1 0 0 0 0,1 0-1 0 0,0-1 1 0 0,1 6 0 0 0,-1-7-242 0 0,1 1 0 0 0,-1-1 0 0 0,0 1 0 0 0,1-1-1 0 0,0 0 1 0 0,-1 0 0 0 0,1 0 0 0 0,0 0 0 0 0,0 0 0 0 0,0 0 0 0 0,1 0 0 0 0,-1-1-1 0 0,0 1 1 0 0,0-1 0 0 0,1 1 0 0 0,-1-1 0 0 0,1 0 0 0 0,4 1 0 0 0,6 2-1406 0 0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6:54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88 5063 0 0,'0'0'390'0'0,"-5"-16"13379"0"0,8 3-5476 0 0,-1 11-7809 0 0,-1 0 0 0 0,1 0-1 0 0,-1 0 1 0 0,1 1 0 0 0,0-1 0 0 0,0 0 0 0 0,0 1 0 0 0,0-1 0 0 0,0 1-1 0 0,3-2 1 0 0,6-2-769 0 0,0 1-1 0 0,0 0 1 0 0,20-4-1 0 0,-29 7 955 0 0,33-5-607 0 0,0 1 0 0 0,45 0 0 0 0,-78 5-61 0 0,8 0-1 0 0,-6-1 0 0 0,0 1 0 0 0,-1 0 0 0 0,1 0 0 0 0,0 1 0 0 0,0-1 0 0 0,0 1 0 0 0,0 0 0 0 0,-1 0 0 0 0,1 0 0 0 0,0 0 0 0 0,5 4 0 0 0,3 0 0 0 0,-12-5 0 0 0,1 1 0 0 0,-1-1 0 0 0,1 1 0 0 0,-1-1 0 0 0,1 0 0 0 0,-1 1 0 0 0,1-1 0 0 0,-1 1 0 0 0,1-1 0 0 0,-1 1 0 0 0,0-1 0 0 0,1 1 0 0 0,-1 0 0 0 0,0-1 0 0 0,1 2 0 0 0,-1 0 5 0 0,0 0-1 0 0,0 0 1 0 0,0 1-1 0 0,0-1 1 0 0,0 0 0 0 0,-1 0-1 0 0,1 0 1 0 0,-1 0-1 0 0,1 1 1 0 0,-1-1 0 0 0,0 0-1 0 0,0 0 1 0 0,0 0-1 0 0,0 0 1 0 0,0-1 0 0 0,0 1-1 0 0,-2 2 1 0 0,-27 30 116 0 0,26-30-117 0 0,-12 11-2 0 0,0 0 1 0 0,-29 19 0 0 0,42-32-3 0 0,-6 7 0 0 0,5 2 0 0 0,8 1 0 0 0,-1-7 0 0 0,0-1 0 0 0,1 0 0 0 0,-1-1 0 0 0,1 1 0 0 0,0-1 0 0 0,0 1 0 0 0,0-1 0 0 0,0 0 0 0 0,9 4 0 0 0,6 2 0 0 0,23 8 0 0 0,-6-3 0 0 0,9 5 0 0 0,-29-10 0 0 0,-13-5 0 0 0,-2-1 0 0 0,6 7 0 0 0,1 5 0 0 0,-9-8 0 0 0,0-5 0 0 0,0 2 0 0 0,0 0 0 0 0,0 0 0 0 0,0 0 0 0 0,-1 0 0 0 0,0 0 0 0 0,1-1 0 0 0,-1 1 0 0 0,0-1 0 0 0,-1 1 0 0 0,1-1 0 0 0,-1 0 0 0 0,1 0 0 0 0,-7 6 0 0 0,-5 2 0 0 0,-28 20 0 0 0,23-18 0 0 0,2-3-243 0 0,-29 14-1 0 0,33-17 104 0 0,11-6-209 0 0</inkml:trace>
  <inkml:trace contextRef="#ctx0" brushRef="#br0" timeOffset="1">638 298 17967 0 0,'1'2'6107'0'0,"10"19"-520"0"0,1 12-5060 0 0,-4-17-307 0 0,-6-14-1004 0 0,0 1-1 0 0,1-1 1 0 0,-1 0 0 0 0,1 0-1 0 0,0 0 1 0 0,-1 0 0 0 0,6 2-1 0 0,-7-4 674 0 0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6:55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6 25343 0 0,'0'0'2292'0'0,"2"-1"-1885"0"0,8-3 4171 0 0,-10 6-4463 0 0,1 2-113 0 0,0-1-1 0 0,-1 1 1 0 0,0 0 0 0 0,1-1-1 0 0,-1 1 1 0 0,-1 0 0 0 0,1 0-1 0 0,0-1 1 0 0,-1 1-1 0 0,0 0 1 0 0,0-1 0 0 0,0 1-1 0 0,0-1 1 0 0,-1 1 0 0 0,1-1-1 0 0,-3 4 1 0 0,-3 4-1 0 0,0 1 0 0 0,0-1 0 0 0,-13 14 0 0 0,3-5-1 0 0,-33 29 0 0 0,-48 26 0 0 0,97-74 0 0 0,1-1 0 0 0,0 0 0 0 0,0 0 0 0 0,0 0 0 0 0,-1 0 0 0 0,1 0 0 0 0,0 0 0 0 0,0 0 0 0 0,0 1 0 0 0,-1-1 0 0 0,1 0 0 0 0,0 0 0 0 0,0 0 0 0 0,0 0 0 0 0,0 1 0 0 0,0-1 0 0 0,-1 0 0 0 0,1 0 0 0 0,0 0 0 0 0,0 1 0 0 0,0-1 0 0 0,0 0 0 0 0,0 0 0 0 0,0 0 0 0 0,0 1 0 0 0,0-1 0 0 0,0 0 0 0 0,0 0 0 0 0,0 1 0 0 0,0-1 0 0 0,0 0 0 0 0,0 0 0 0 0,0 1 0 0 0,0-1 0 0 0,0 0 0 0 0,0 0 0 0 0,0 0 0 0 0,0 1 0 0 0,0-1 0 0 0,0 0 0 0 0,0 0 0 0 0,1 0 0 0 0,-1 1 0 0 0,0-1 0 0 0,0 0 0 0 0,0 0 0 0 0,0 0 0 0 0,0 0 0 0 0,1 1 0 0 0,-1-1 0 0 0,0 0 0 0 0,0 0 0 0 0,0 0 0 0 0,1 0 0 0 0,-1 0 0 0 0,0 0 0 0 0,0 1 0 0 0,0-1 0 0 0,1 0 0 0 0,-1 0 0 0 0,0 0 0 0 0,15 4 0 0 0,-14-4 0 0 0,17 3 0 0 0,1 0 0 0 0,36 0 0 0 0,-24-2 0 0 0,-25-1 0 0 0,136 13-53 0 0,-105-12-849 0 0,-35-1 457 0 0,4-6-4316 0 0,-11-12-1912 0 0,-4 3 4291 0 0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6:56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15663 0 0,'1'3'7841'0'0,"9"76"-893"0"0,-3-16-5585 0 0,-3-28-1037 0 0,-1 45-1 0 0,-3-55-320 0 0,1 0 0 0 0,1 0-1 0 0,1 1 1 0 0,6 23 0 0 0,3-24-3071 0 0,-3-21-350 0 0</inkml:trace>
  <inkml:trace contextRef="#ctx0" brushRef="#br0" timeOffset="1">337 43 24191 0 0,'0'0'2188'0'0,"0"-2"-1668"0"0,0 1-322 0 0,0 0 1 0 0,0 0-1 0 0,0 0 0 0 0,0 0 0 0 0,0 0 1 0 0,0 0-1 0 0,0 0 0 0 0,0 0 1 0 0,1-1-1 0 0,-1 1 0 0 0,0 0 0 0 0,1 0 1 0 0,-1 0-1 0 0,0 0 0 0 0,1 0 0 0 0,0 0 1 0 0,-1 0-1 0 0,1 1 0 0 0,0-1 0 0 0,-1 0 1 0 0,1 0-1 0 0,1-1 0 0 0,0 1-67 0 0,1-1-1 0 0,-1 0 1 0 0,1 1-1 0 0,-1 0 1 0 0,1 0-1 0 0,0 0 1 0 0,-1 0-1 0 0,6-1 1 0 0,4 0-145 0 0,-1 1 1 0 0,1 0 0 0 0,17 1-1 0 0,14 3 77 0 0,0 3-1 0 0,59 14 0 0 0,-89-16-62 0 0,-1 2 0 0 0,-11-5 0 0 0,-1-1 0 0 0,1 0 0 0 0,-1 1 0 0 0,1-1 0 0 0,-1 1 0 0 0,1-1 0 0 0,-1 1 0 0 0,1-1 0 0 0,-1 1 0 0 0,0-1 0 0 0,1 1 0 0 0,-1-1 0 0 0,0 1 0 0 0,1 0 0 0 0,-1 0 0 0 0,0 0 0 0 0,0 1 0 0 0,0-1 0 0 0,0 0 0 0 0,0 1 0 0 0,0-1 0 0 0,0 0 0 0 0,0 1 0 0 0,-1-1 0 0 0,1 0 0 0 0,0 1 0 0 0,-1-1 0 0 0,1 0 0 0 0,-1 0 0 0 0,0 1 0 0 0,1-1 0 0 0,-1 0 0 0 0,0 0 0 0 0,0 0 0 0 0,0 0 0 0 0,-1 2 0 0 0,-25 19 0 0 0,19-16 0 0 0,-8 5 0 0 0,-33 17 0 0 0,34-21 0 0 0,-1 2 0 0 0,-24 19 0 0 0,30-20 0 0 0,2 1 0 0 0,1 2 0 0 0,7-11 0 0 0,0 1 0 0 0,0 0 0 0 0,-1 0 0 0 0,1-1 0 0 0,0 1 0 0 0,0 0 0 0 0,0 0 0 0 0,0-1 0 0 0,0 1 0 0 0,0 0 0 0 0,1 0 0 0 0,-1-1 0 0 0,0 1 0 0 0,0 1 0 0 0,2 0 0 0 0,-1 0 0 0 0,0 0 0 0 0,1 0 0 0 0,-1 0 0 0 0,1 0 0 0 0,-1 0 0 0 0,1 0 0 0 0,0 0 0 0 0,0-1 0 0 0,0 1 0 0 0,0-1 0 0 0,0 1 0 0 0,0-1 0 0 0,4 2 0 0 0,5 1 0 0 0,21 7 0 0 0,-13-5 0 0 0,3 1 0 0 0,4 2 0 0 0,50 23 0 0 0,-72-30 0 0 0,15 14 0 0 0,0 4 0 0 0,-14-10 0 0 0,-5-8 0 0 0,0 0 0 0 0,0 0 0 0 0,0 1 0 0 0,0-1 0 0 0,-1 0 0 0 0,1 0 0 0 0,-1 0 0 0 0,1 0 0 0 0,-1 0 0 0 0,0 0 0 0 0,0-1 0 0 0,0 1 0 0 0,0 0 0 0 0,0 0 0 0 0,0 0 0 0 0,0-1 0 0 0,-1 1 0 0 0,1-1 0 0 0,0 1 0 0 0,-1-1 0 0 0,0 1 0 0 0,1-1 0 0 0,-4 2 0 0 0,-4 3 0 0 0,0-1 0 0 0,-1 0 0 0 0,-12 5 0 0 0,15-8 0 0 0,-6 4-95 0 0,0-2 0 0 0,0 0 0 0 0,0 0 1 0 0,0-1-1 0 0,-1-1 0 0 0,0 0 0 0 0,1-1 0 0 0,-1 0 0 0 0,0-1 0 0 0,1-1 1 0 0,-1 0-1 0 0,0-1 0 0 0,-13-4 0 0 0,20 4-726 0 0,0 0 0 0 0,1-1 0 0 0,-1 0 0 0 0,-8-6 0 0 0,3 1-1154 0 0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6:56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13359 0 0,'2'2'4584'0'0,"28"19"4353"0"0,25 8-4768 0 0,-36-20-3936 0 0,30 16 57 0 0,-2 2 0 0 0,0 2 0 0 0,-2 3 0 0 0,52 46 0 0 0,-80-62-288 0 0,-1 1 1 0 0,-2 0-1 0 0,1 1 0 0 0,-2 1 0 0 0,-1 1 0 0 0,0-1 0 0 0,-1 2 0 0 0,-1 0 0 0 0,-1 0 0 0 0,-1 0 1 0 0,10 44-1 0 0,-14-44-2 0 0,0 1 1 0 0,-2-1 0 0 0,0 1 0 0 0,-2 0-1 0 0,0 0 1 0 0,-1-1 0 0 0,-1 1-1 0 0,-2 0 1 0 0,0-1 0 0 0,-1 0 0 0 0,-1 0-1 0 0,-14 34 1 0 0,13-41-1 0 0,-1 0 0 0 0,0-1 0 0 0,-1 0 0 0 0,-1 0 0 0 0,0-1 0 0 0,-19 19 0 0 0,5-10 0 0 0,0-1 0 0 0,-38 23 0 0 0,39-28-14 0 0,1 0-143 0 0,-46 23-1 0 0,58-32-803 0 0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6:57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16127 0 0,'0'0'1242'0'0,"2"-1"-502"0"0,80-14 7515 0 0,0 5-4717 0 0,-35 6-3385 0 0,0 3 1 0 0,-1 2 0 0 0,66 9-1 0 0,-94-7-1307 0 0,1 1 0 0 0,26 8 0 0 0,-43-11-542 0 0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6:57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7831 0 0,'0'0'1148'0'0,"2"-2"499"0"0,5-1-619 0 0,0-1 1 0 0,0 1-1 0 0,0 0 0 0 0,1 0 1 0 0,-1 1-1 0 0,10-2 0 0 0,51-4-1736 0 0,-12 1-3662 0 0,-38 4 931 0 0,-2 1-613 0 0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6:58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2 24391 0 0,'0'0'2209'0'0,"-2"0"-1821"0"0,-6-1-286 0 0,6 1 943 0 0,3 3-913 0 0,0 1 0 0 0,-1-1 0 0 0,1 1 0 0 0,1-1 0 0 0,-1 1 0 0 0,0-1 0 0 0,1 0 0 0 0,-1 1 0 0 0,1-1 0 0 0,0 0 0 0 0,0 0 0 0 0,1 0 0 0 0,-1-1 0 0 0,0 1 0 0 0,1-1 0 0 0,0 1 0 0 0,3 2 0 0 0,6 4-96 0 0,1 0 0 0 0,22 13 0 0 0,-14-12 44 0 0,0-1 0 0 0,0 0-1 0 0,41 8 1 0 0,-27-7-221 0 0,47 19-1 0 0,-82-28 137 0 0,0-1-1 0 0,0 1 1 0 0,0 0 0 0 0,-1 0-1 0 0,1-1 1 0 0,0 1 0 0 0,-1 0-1 0 0,1-1 1 0 0,-1 1 0 0 0,1-1-1 0 0,0 1 1 0 0,-1 0 0 0 0,1-1-1 0 0,-2 1 1 0 0,2-1 5 0 0,-5 4 24 0 0,0 0 0 0 0,0 0 1 0 0,-1 0-1 0 0,1-1 0 0 0,-1 0 0 0 0,0-1 0 0 0,0 1 0 0 0,0-1 0 0 0,-1 0 1 0 0,-9 2-1 0 0,-1 0 23 0 0,-62 14 183 0 0,52-13-126 0 0,1 1 1 0 0,-34 12-1 0 0,42-9-164 0 0,17-8-255 0 0,14 7-4011 0 0,1-3 2731 0 0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6:58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11055 0 0,'0'0'852'0'0,"2"-1"-145"0"0,3-2 532 0 0,14-3 10783 0 0,-13 5-11742 0 0,-4 1 705 0 0,10 10 623 0 0,-8-7-1419 0 0,-1 1 0 0 0,0 0-1 0 0,0 0 1 0 0,-1 0 0 0 0,1 0 0 0 0,-1 0-1 0 0,0 1 1 0 0,0-1 0 0 0,3 9-1 0 0,-1 4 176 0 0,4 24 0 0 0,-4-22-161 0 0,0 4-193 0 0,1 0 0 0 0,1-1 1 0 0,17 41-1 0 0,-18-55-115 0 0,-4-8-260 0 0,-1 1 0 0 0,1-1 1 0 0,0 0-1 0 0,-1 1 0 0 0,1-1 0 0 0,0 0 0 0 0,-1 0 0 0 0,1 1 0 0 0,0-1 0 0 0,0 0 0 0 0,-1 0 0 0 0,1 0 1 0 0,0 0-1 0 0,-1 0 0 0 0,1 0 0 0 0,0 0 0 0 0,0 0 0 0 0,-1 0 0 0 0,1 0 0 0 0,0 0 0 0 0,0-1 0 0 0,-1 1 1 0 0,2 0-1 0 0,5-4-569 0 0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6:59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329 150 20071 0 0,'2'-2'919'0'0,"21"-30"338"0"0,-22 30-1044 0 0,0 1 0 0 0,0 0-1 0 0,0-1 1 0 0,0 1 0 0 0,0-1-1 0 0,-1 0 1 0 0,1 1 0 0 0,0-1 0 0 0,-1 1-1 0 0,1-1 1 0 0,-1 0 0 0 0,0 0-1 0 0,1 1 1 0 0,-1-1 0 0 0,0 0 0 0 0,0 0-1 0 0,0 1 1 0 0,0-1 0 0 0,-1 0 0 0 0,1 1-1 0 0,0-1 1 0 0,-1 0 0 0 0,0-2-1 0 0,0 3-74 0 0,1 0-1 0 0,-1 0 1 0 0,0 0-1 0 0,1 0 1 0 0,-1 1-1 0 0,0-1 1 0 0,0 0-1 0 0,1 1 0 0 0,-1-1 1 0 0,0 0-1 0 0,0 1 1 0 0,0-1-1 0 0,0 1 1 0 0,0-1-1 0 0,0 1 1 0 0,0 0-1 0 0,-1-1 1 0 0,-17-3 831 0 0,13 4-879 0 0,0 0-1 0 0,0 1 0 0 0,1-1 0 0 0,-1 1 0 0 0,0 1 1 0 0,1-1-1 0 0,-1 1 0 0 0,1 0 0 0 0,-1 0 1 0 0,1 0-1 0 0,0 1 0 0 0,0 0 0 0 0,-8 6 1 0 0,-5 4 66 0 0,1 1 1 0 0,-18 20-1 0 0,21-21-140 0 0,-72 79 129 0 0,77-81-132 0 0,0 1 0 0 0,0 1 0 0 0,2-1 0 0 0,-1 2 0 0 0,1-1 0 0 0,-5 17 0 0 0,10-24-13 0 0,0 0 0 0 0,0 1 0 0 0,1-1 0 0 0,0 0 0 0 0,0 1 0 0 0,1-1 0 0 0,0 0 0 0 0,0 1 0 0 0,1-1 0 0 0,-1 0 0 0 0,1 1 0 0 0,1-1 0 0 0,-1 0 0 0 0,1 0 0 0 0,0 0 0 0 0,0 0 0 0 0,1 0 0 0 0,0-1 0 0 0,0 1 0 0 0,0-1 0 0 0,1 1 0 0 0,0-1 0 0 0,0 0 0 0 0,0 0 0 0 0,0-1 0 0 0,1 1 0 0 0,0-1 0 0 0,0 0 0 0 0,0-1 0 0 0,0 1 0 0 0,1-1 0 0 0,7 4 0 0 0,3-1 0 0 0,0 0 0 0 0,0-1 0 0 0,0-1 0 0 0,1-1 0 0 0,20 2 0 0 0,85 0 0 0 0,-105-5-17 0 0,1-1 0 0 0,0-1 1 0 0,-1 0-1 0 0,1-1 0 0 0,-1-1 0 0 0,0-1 0 0 0,0-1 0 0 0,0 0 1 0 0,-1-1-1 0 0,19-11 0 0 0,-27 14 8 0 0,0-1 0 0 0,-1-1-1 0 0,0 1 1 0 0,0-1 0 0 0,0 0 0 0 0,-1-1-1 0 0,0 1 1 0 0,0-1 0 0 0,-1-1 0 0 0,1 1-1 0 0,-2-1 1 0 0,1 0 0 0 0,-1 0 0 0 0,0 0 0 0 0,-1 0-1 0 0,0-1 1 0 0,0 0 0 0 0,-1 1 0 0 0,0-1-1 0 0,-1 0 1 0 0,2-16 0 0 0,-3 9 13 0 0,-1 1-1 0 0,0-1 1 0 0,-1 1 0 0 0,-1 0 0 0 0,0-1-1 0 0,-1 1 1 0 0,-1 0 0 0 0,0 1 0 0 0,-1-1-1 0 0,-1 1 1 0 0,0 0 0 0 0,-11-16-1 0 0,10 20-41 0 0,0-1-1 0 0,0 1 1 0 0,-1 1-1 0 0,0-1 1 0 0,-1 2-1 0 0,0-1 1 0 0,0 1-1 0 0,0 1 1 0 0,-1 0-1 0 0,-1 0 1 0 0,1 1-1 0 0,-1 0 1 0 0,0 1-1 0 0,0 1 1 0 0,-14-4-1 0 0,14 5-189 0 0,0 1 1 0 0,0 0-1 0 0,-1 1 0 0 0,1 0 0 0 0,0 1 1 0 0,0 0-1 0 0,0 1 0 0 0,-1 1 0 0 0,1 0 1 0 0,0 0-1 0 0,1 1 0 0 0,-1 1 0 0 0,0-1 1 0 0,1 2-1 0 0,-16 8 0 0 0,16-7-616 0 0,1 0 1 0 0,0 1-1 0 0,-16 13 0 0 0,2 4-1053 0 0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7:00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14279 0 0,'0'0'655'0'0,"2"0"-12"0"0,3-1-117 0 0,1 2 0 0 0,-1-1 0 0 0,1 1 0 0 0,-1-1 0 0 0,0 1 0 0 0,1 1 1 0 0,-1-1-1 0 0,0 1 0 0 0,0 0 0 0 0,0 0 0 0 0,0 1 0 0 0,0-1 0 0 0,0 1 1 0 0,-1 0-1 0 0,0 0 0 0 0,1 1 0 0 0,-1-1 0 0 0,0 1 0 0 0,4 6 0 0 0,1 2 405 0 0,-1 1 0 0 0,0 0 0 0 0,-1 0 0 0 0,-1 1 0 0 0,6 17 0 0 0,10 20-1090 0 0,-11-30 196 0 0,-3-5 32 0 0,16 25 1 0 0,-20-36-246 0 0,0 0 1 0 0,-1-1 0 0 0,2 0 0 0 0,-1 0 0 0 0,0 0-1 0 0,1 0 1 0 0,0-1 0 0 0,0 1 0 0 0,6 2 0 0 0,4 1-826 0 0,5 1-4874 0 0</inkml:trace>
  <inkml:trace contextRef="#ctx0" brushRef="#br0" timeOffset="1">408 176 15663 0 0,'0'0'1207'0'0,"3"-1"-788"0"0,44-4 3884 0 0,30-3 2733 0 0,-25 9-5360 0 0,-46-1-1535 0 0,0 0-11 0 0,0 0 0 0 0,0 1-1 0 0,0 0 1 0 0,0 0 0 0 0,0 0-1 0 0,0 1 1 0 0,-1 0 0 0 0,1 0-1 0 0,-1 0 1 0 0,1 0 0 0 0,-1 1-1 0 0,6 4 1 0 0,-9-6-112 0 0,0 1-1 0 0,-1-1 0 0 0,1 1 1 0 0,-1-1-1 0 0,0 1 1 0 0,1 0-1 0 0,-1-1 1 0 0,0 1-1 0 0,0 0 1 0 0,0 0-1 0 0,0 0 1 0 0,-1 0-1 0 0,1 0 1 0 0,0 0-1 0 0,-1 0 1 0 0,1 3-1 0 0,0-1-1 0 0,-1 0-1 0 0,0 0 0 0 0,-1 0 0 0 0,1 0 0 0 0,-1 0 0 0 0,1 0 0 0 0,-1 0 0 0 0,-2 5 0 0 0,-1 1 14 0 0,0 1-1 0 0,-1-1 1 0 0,-1 0 0 0 0,0 0 0 0 0,-9 11-1 0 0,7-10-12 0 0,2-4-13 0 0,0 1 0 0 0,1 0 0 0 0,0 0 0 0 0,-5 12 0 0 0,6-9-3 0 0,3-1 0 0 0,2-9 0 0 0,-1 1 0 0 0,1-1 0 0 0,0 0 0 0 0,0 0 0 0 0,0 0 0 0 0,0 1 0 0 0,0-1 0 0 0,0 0 0 0 0,0 0 0 0 0,0 0 0 0 0,0 0 0 0 0,0 0 0 0 0,0-1 0 0 0,3 2 0 0 0,14 6 0 0 0,-11-8 0 0 0,-2 0 0 0 0,21 1-146 0 0,0-2 0 0 0,0-1 0 0 0,-1-1 1 0 0,29-7-1 0 0,-19 2-2394 0 0,37-14 1 0 0,-42 11-7301 0 0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7:00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33 17967 0 0,'0'0'1632'0'0,"2"-1"-1344"0"0,2-3 528 0 0,1 1 1 0 0,0-1-1 0 0,0 1 0 0 0,0 1 0 0 0,1-1 1 0 0,-1 1-1 0 0,1-1 0 0 0,-1 2 0 0 0,1-1 1 0 0,0 1-1 0 0,0 0 0 0 0,7-1 0 0 0,1 2-367 0 0,0 0 1 0 0,-1 1-1 0 0,22 4 0 0 0,-5 0-329 0 0,143 27-240 0 0,-173-32-24 0 0,1 0-1 0 0,0 0 1 0 0,-1 0 0 0 0,1 0 0 0 0,-1 0-1 0 0,1 0 1 0 0,-1 0 0 0 0,1 1 0 0 0,-1-1-1 0 0,1 0 1 0 0,-1 0 0 0 0,1 1 0 0 0,-1-1-1 0 0,1 0 1 0 0,-1 1 0 0 0,1-1 0 0 0,-1 0-1 0 0,1 1 1 0 0,-1-1 0 0 0,0 1 0 0 0,1-1-1 0 0,-1 1 1 0 0,1 0 0 0 0,-5 9-3079 0 0,4-10 3281 0 0,-7 11-2791 0 0</inkml:trace>
  <inkml:trace contextRef="#ctx0" brushRef="#br0" timeOffset="1">0 156 10135 0 0,'3'1'9915'0'0,"3"3"-9017"0"0,1-1 1 0 0,0-1 0 0 0,0 1-1 0 0,0-1 1 0 0,0-1-1 0 0,0 1 1 0 0,9 0 0 0 0,55 0 941 0 0,-15-1-983 0 0,80 4-221 0 0,-78-7-4142 0 0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7:02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11 4143 0 0,'-12'-8'15838'0'0,"26"6"-7219"0"0,-8 1-11257 0 0,-2 1 2856 0 0,-1 0-1 0 0,1 1 1 0 0,-1-1 0 0 0,0 1 0 0 0,1-1 0 0 0,-1 1-1 0 0,0 0 1 0 0,1 0 0 0 0,-1 0 0 0 0,0 1 0 0 0,0-1-1 0 0,0 1 1 0 0,0-1 0 0 0,0 1 0 0 0,-1 0 0 0 0,5 4-1 0 0,-4-3-70 0 0,0 1-1 0 0,0 0 0 0 0,-1 0 1 0 0,1 0-1 0 0,-1 0 0 0 0,0 0 1 0 0,0 0-1 0 0,0 1 1 0 0,-1-1-1 0 0,3 8 0 0 0,-2 6-1 0 0,0-1-1 0 0,0 1 1 0 0,-2-1 0 0 0,0 1-1 0 0,-3 19 1 0 0,-25 173 200 0 0,28-197-345 0 0,2-3-69 0 0,-2-8-281 0 0,5-4-2900 0 0,5-2 1830 0 0,12-18-2200 0 0,-10 8 1609 0 0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7:02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16127 0 0,'0'0'1460'0'0,"2"-1"-1204"0"0,5-3 817 0 0,0 1 0 0 0,0 0 0 0 0,0 0 0 0 0,0 0 0 0 0,0 1-1 0 0,1 0 1 0 0,-1 1 0 0 0,1 0 0 0 0,13-1 0 0 0,18 4 241 0 0,87 16-212 0 0,-109-15-1062 0 0,27 8 0 0 0,-38-9-39 0 0,0 1-1 0 0,0-1 0 0 0,0 1 1 0 0,0 0-1 0 0,-1 0 0 0 0,1 1 1 0 0,7 6-1 0 0,-10-7 0 0 0,0-1 0 0 0,0 1 0 0 0,0 0 0 0 0,0 0 0 0 0,0 0 0 0 0,-1 0 0 0 0,0 0 0 0 0,3 5 0 0 0,-2-2 0 0 0,2 8 0 0 0,-4-6 1 0 0,-1 0 1 0 0,0 1-1 0 0,0-1 0 0 0,-1 0 1 0 0,0 1-1 0 0,0-1 1 0 0,-1 0-1 0 0,0 0 0 0 0,-1 0 1 0 0,0 0-1 0 0,0-1 0 0 0,-4 8 1 0 0,-8 12 57 0 0,-33 45 0 0 0,15-28-35 0 0,-31 44 80 0 0,63-87-97 0 0,1 0-1 0 0,-1 0 1 0 0,0 0-1 0 0,1 0 1 0 0,-1 0 0 0 0,1 0-1 0 0,-1 0 1 0 0,1 1-1 0 0,0-1 1 0 0,-1 0-1 0 0,1 0 1 0 0,0 0 0 0 0,0 1-1 0 0,0-1 1 0 0,0 0-1 0 0,0 0 1 0 0,0 0-1 0 0,0 1 1 0 0,0-1 0 0 0,0 0-1 0 0,1 0 1 0 0,-1 0-1 0 0,1 2 1 0 0,0-2-2 0 0,0 1 0 0 0,0-1 0 0 0,0 0 0 0 0,1 1 0 0 0,-1-1 1 0 0,0 0-1 0 0,1 0 0 0 0,-1 1 0 0 0,1-1 0 0 0,-1 0 0 0 0,1-1 0 0 0,-1 1 0 0 0,4 1 0 0 0,2 1 8 0 0,0-1-1 0 0,0-1 1 0 0,0 1 0 0 0,0-1-1 0 0,1 0 1 0 0,12-1-1 0 0,10-2-87 0 0,0-2 0 0 0,-1-2 1 0 0,31-9-1 0 0,-28 7-434 0 0,-3 1 28 0 0,69-20-4642 0 0,-75 19-4110 0 0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7:03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0 10591 0 0,'0'0'488'0'0,"-2"1"-12"0"0,-1 0-521 0 0,-1 0 0 0 0,1 0-1 0 0,-1 1 1 0 0,1-1-1 0 0,0 1 1 0 0,-5 3 0 0 0,2 0 973 0 0,1-1-1 0 0,0 1 1 0 0,1-1 0 0 0,-1 1 0 0 0,-5 9 0 0 0,-2 5 3892 0 0,-18 39 0 0 0,27-52-4745 0 0,-5 11 423 0 0,1 0-1 0 0,0 1 0 0 0,2 0 1 0 0,0 0-1 0 0,1 0 0 0 0,0 1 0 0 0,0 21 1 0 0,3-30-433 0 0,2 1 1 0 0,-1-1-1 0 0,1 1 1 0 0,1-1-1 0 0,-1 0 1 0 0,2 0-1 0 0,0 1 1 0 0,0-1 0 0 0,0-1-1 0 0,1 1 1 0 0,1 0-1 0 0,0-1 1 0 0,0 0-1 0 0,9 11 1 0 0,-5-9-56 0 0,1 0 1 0 0,0-1-1 0 0,0 0 0 0 0,1 0 1 0 0,0-1-1 0 0,1-1 1 0 0,0 0-1 0 0,1-1 1 0 0,-1 0-1 0 0,27 10 0 0 0,-31-14-15 0 0,0-1 1 0 0,0 0-1 0 0,0 0 0 0 0,0-1 0 0 0,0 0 0 0 0,0-1 0 0 0,1 0 0 0 0,-1 0 0 0 0,9-2 0 0 0,-11 1-13 0 0,0 0 0 0 0,0-1 0 0 0,1 0 0 0 0,-1 0 0 0 0,-1-1 0 0 0,1 0 0 0 0,0 0 0 0 0,0 0 0 0 0,-1 0 0 0 0,0-1-1 0 0,0 0 1 0 0,8-7 0 0 0,-4 1-78 0 0,0 0-1 0 0,-1 0 1 0 0,0-1-1 0 0,10-17 1 0 0,-14 22-4 0 0,-1-1 0 0 0,0 1 0 0 0,0-1 0 0 0,-1 0 0 0 0,0 0 1 0 0,0 0-1 0 0,-1 0 0 0 0,0-1 0 0 0,0-10 0 0 0,-1 16-92 0 0,-1 1 0 0 0,-2 0 178 0 0,0 0 0 0 0,0 0 0 0 0,0 0 0 0 0,0 0 0 0 0,0 0 0 0 0,0 1 0 0 0,0-1 0 0 0,0 1 0 0 0,0 0 0 0 0,0 0 0 0 0,-1 0 0 0 0,1 0 0 0 0,-4 2 0 0 0,1-1 51 0 0,1 1 0 0 0,-1 0 0 0 0,0 0 0 0 0,1 0 0 0 0,-1 1 0 0 0,-7 5 1 0 0,2-1 71 0 0,1 1 0 0 0,0 1 1 0 0,0 0-1 0 0,0 0 1 0 0,-13 19-1 0 0,18-20-125 0 0,0-1 0 0 0,1 1 1 0 0,0 0-1 0 0,1 0 0 0 0,-5 16 0 0 0,7-22-524 0 0,1-1 371 0 0,0 0-1 0 0,0-1 1 0 0,0 1-1 0 0,0 0 1 0 0,0 0-1 0 0,0 0 1 0 0,1-1-1 0 0,-1 1 1 0 0,0 0-1 0 0,0-1 1 0 0,1 1-1 0 0,-1 0 0 0 0,0 0 1 0 0,1-1-1 0 0,-1 1 1 0 0,1-1-1 0 0,-1 1 1 0 0,1 0-1 0 0,-1-1 1 0 0,1 1-1 0 0,-1-1 1 0 0,1 1-1 0 0,-1-1 1 0 0,1 1-1 0 0,0-1 1 0 0,-1 0-1 0 0,1 1 0 0 0,0-1 1 0 0,0 0-1 0 0,-1 1 1 0 0,1-1-1 0 0,1 0 1 0 0,11 4-1650 0 0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7:04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 22719 0 0,'0'0'2061'0'0,"0"-2"-1570"0"0,0 0-343 0 0,0 0 0 0 0,0 1-1 0 0,1-1 1 0 0,-1 0 0 0 0,1 1-1 0 0,-1-1 1 0 0,1 0 0 0 0,0 1-1 0 0,-1-1 1 0 0,1 1 0 0 0,0-1 0 0 0,0 1-1 0 0,0-1 1 0 0,0 1 0 0 0,0 0-1 0 0,0-1 1 0 0,1 1 0 0 0,-1 0 0 0 0,0 0-1 0 0,1 0 1 0 0,-1 0 0 0 0,1 0-1 0 0,-1 0 1 0 0,1 1 0 0 0,-1-1 0 0 0,1 0-1 0 0,0 1 1 0 0,2-1 0 0 0,7-2 158 0 0,0 0 1 0 0,0 2-1 0 0,17-2 1 0 0,-9 1-140 0 0,190-15 460 0 0,-207 16-601 0 0,1 1 0 0 0,-1 0 0 0 0,1 0 0 0 0,0 0 0 0 0,-1 0 0 0 0,1 0-1 0 0,0 1 1 0 0,-1-1 0 0 0,1 1 0 0 0,-1 0 0 0 0,1-1 0 0 0,-1 1 0 0 0,1 0 0 0 0,-1 0 0 0 0,0 1 0 0 0,4 1 0 0 0,-2 0-3 0 0,-3-2-9 0 0,1 1 0 0 0,0-1 1 0 0,-1 1-1 0 0,1 0 0 0 0,-1 0 0 0 0,0-1 0 0 0,0 1 0 0 0,1 0 1 0 0,-1 0-1 0 0,0 0 0 0 0,-1 0 0 0 0,2 4 0 0 0,0-1 18 0 0,0 1-14 0 0,0 0 0 0 0,0-1 0 0 0,-1 1 0 0 0,0 0 0 0 0,0 0 0 0 0,0 12 0 0 0,-5 38 100 0 0,2-25-45 0 0,-13 190 122 0 0,9-106-222 0 0,6-113-110 0 0,-1 0-44 0 0,0 19-270 0 0,1-19-94 0 0</inkml:trace>
  <inkml:trace contextRef="#ctx0" brushRef="#br0" timeOffset="1">122 302 14279 0 0,'0'0'1103'0'0,"3"-1"-340"0"0,21-1 4594 0 0,17-2 1531 0 0,-14 0-6314 0 0,73-7 756 0 0,29-8-5937 0 0,-107 16 2759 0 0</inkml:trace>
  <inkml:trace contextRef="#ctx0" brushRef="#br0" timeOffset="2">687 135 7831 0 0,'2'-2'8279'0'0,"7"-4"-4881"0"0,1 1-1 0 0,12-5 1 0 0,-13 7-2827 0 0,0 0 1 0 0,0 1-1 0 0,0-1 0 0 0,0 2 1 0 0,16-2-1 0 0,-17 3-430 0 0,4-1 41 0 0,0 0 1 0 0,-1 1-1 0 0,1 1 1 0 0,0 0-1 0 0,12 3 1 0 0,73 23 156 0 0,-85-21-288 0 0,-8-4-49 0 0,11 9-1 0 0,-14-7 2 0 0,0-1 4 0 0,0-1 1 0 0,0-1 0 0 0,0 1-1 0 0,0 0 1 0 0,0 0 0 0 0,-1 0 0 0 0,1 0 0 0 0,-1 0 0 0 0,1 1 0 0 0,-1-1 0 0 0,0 0 0 0 0,0 0 0 0 0,1 0 0 0 0,-2 0 0 0 0,1 0 0 0 0,0 4 0 0 0,-2 0 23 0 0,1 0 1 0 0,-1 0-1 0 0,-4 10 1 0 0,-5 6 91 0 0,-1-1 1 0 0,-1 0-1 0 0,-1-1 1 0 0,-31 34-1 0 0,26-32 23 0 0,0 1 1 0 0,-26 45-1 0 0,40-54-145 0 0,8-8 4 0 0,-2-5 0 0 0,-1 0-4 0 0,1 1 1 0 0,0-1-1 0 0,0 0 1 0 0,0 1 0 0 0,0-1-1 0 0,0 0 1 0 0,0 0-1 0 0,1 0 1 0 0,-1 0-1 0 0,0 0 1 0 0,0 0-1 0 0,1 0 1 0 0,-1 0 0 0 0,1 0-1 0 0,-1 0 1 0 0,1-1-1 0 0,-1 1 1 0 0,1-1-1 0 0,-1 1 1 0 0,1-1 0 0 0,0 0-1 0 0,-1 0 1 0 0,1 1-1 0 0,2-1 1 0 0,5 0 9 0 0,1 0 1 0 0,19-3 0 0 0,-15 1-9 0 0,0 0-185 0 0,1 0 0 0 0,-1-2 0 0 0,0 0 0 0 0,0 0 0 0 0,19-10 0 0 0,62-37-1613 0 0,-47 22-1206 0 0,-25 11 1465 0 0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7:04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24 389 5983 0 0,'0'0'464'0'0,"-2"2"-305"0"0,-12 24 1444 0 0,7-3 16998 0 0,7-16-17804 0 0,0-5-265 0 0,0-1-407 0 0,0 1 0 0 0,0-1 0 0 0,0 1 0 0 0,0-1 0 0 0,0 1 0 0 0,0 0 0 0 0,1-1 0 0 0,-1 1 0 0 0,1-1 0 0 0,-1 0 0 0 0,1 1 0 0 0,-1-1 0 0 0,1 1 0 0 0,0-1 0 0 0,0 0-1 0 0,0 1 1 0 0,0-1 0 0 0,0 0 0 0 0,0 0 0 0 0,0 0 0 0 0,0 0 0 0 0,0 0 0 0 0,0 0 0 0 0,3 1 0 0 0,2 3-118 0 0,-4-3-138 0 0,1-2-117 0 0,22 4-558 0 0,-8-3-4727 0 0</inkml:trace>
  <inkml:trace contextRef="#ctx0" brushRef="#br0" timeOffset="1">223 49 8751 0 0,'0'0'21052'0'0,"3"0"-20396"0"0,22 4-392 0 0,1-1-1 0 0,0-1 0 0 0,0-2 1 0 0,27-2-1 0 0,-43 2-243 0 0,16-2-5 0 0,0-1-1 0 0,30-7 1 0 0,63-22 16 0 0,-108 28-31 0 0,3 1 0 0 0,-3 1 17 0 0,-8 2 66 0 0,-1 1 0 0 0,-1 0-68 0 0,1 0 1 0 0,-1 0 0 0 0,0-1-1 0 0,1 1 1 0 0,-1 0-1 0 0,0 0 1 0 0,1 0 0 0 0,-1 1-1 0 0,0-1 1 0 0,0 0 0 0 0,0 0-1 0 0,0 1 1 0 0,0-1-1 0 0,-1 1 1 0 0,1-1 0 0 0,0 0-1 0 0,0 3 1 0 0,0 1 30 0 0,0 0 1 0 0,0 0-1 0 0,-1 0 1 0 0,1 10-1 0 0,-2 1-29 0 0,0 0 1 0 0,-1-1-1 0 0,-7 27 0 0 0,-18 45 75 0 0,3-11-53 0 0,13-37-52 0 0,4-16-40 0 0,1 0-1 0 0,-5 38 1 0 0,11-59-143 0 0,-1 0-207 0 0,1 0-1 0 0,0 0 1 0 0,-1-1 0 0 0,1 1 0 0 0,-1 0 0 0 0,0 0 0 0 0,0-1 0 0 0,0 1-1 0 0,0 0 1 0 0,-1 1 0 0 0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7:05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0 163 10591 0 0,'0'0'819'0'0,"3"-1"-46"0"0,30-10 7655 0 0,2 2-3399 0 0,-15 4-3585 0 0,34-3 0 0 0,181-24-129 0 0,-184 22-959 0 0,0-3 0 0 0,75-29 0 0 0,-120 40-356 0 0,-4 2 0 0 0,0-1 0 0 0,1 1 0 0 0,-1-1 0 0 0,0 0 0 0 0,0 0 0 0 0,0 0 0 0 0,0 0 0 0 0,0 0 0 0 0,2-2 0 0 0,5-3 16 0 0,-8 4 59 0 0,-5-1 41 0 0,3 3-110 0 0,1-1 0 0 0,0 1-1 0 0,0 0 1 0 0,-1-1 0 0 0,1 1-1 0 0,0 0 1 0 0,0-1-1 0 0,-1 1 1 0 0,1 0 0 0 0,0-1-1 0 0,-1 1 1 0 0,1 0 0 0 0,0 0-1 0 0,-1-1 1 0 0,1 1-1 0 0,-1 0 1 0 0,1 0 0 0 0,0 0-1 0 0,-1 0 1 0 0,0-1 1 0 0,0 1 0 0 0,0-1 0 0 0,0 1 0 0 0,0 0 0 0 0,1-1-1 0 0,-1 1 1 0 0,0 0 0 0 0,0 0 0 0 0,0-1 0 0 0,0 1 0 0 0,0 0 0 0 0,0 0 0 0 0,0 0 0 0 0,0 0 0 0 0,0 1 0 0 0,0-1-1 0 0,-1 0 1 0 0,-1 1 13 0 0,-1 0-5 0 0,0 0 1 0 0,1 0-1 0 0,-1 0 1 0 0,0 0-1 0 0,1 0 1 0 0,0 1-1 0 0,-1 0 0 0 0,1-1 1 0 0,0 1-1 0 0,0 0 1 0 0,-1 1-1 0 0,2-1 1 0 0,-1 1-1 0 0,0-1 0 0 0,0 1 1 0 0,-3 5-1 0 0,3-5 11 0 0,0 1-66 0 0,0 1-1 0 0,0-1 1 0 0,0 0-1 0 0,1 1 1 0 0,-1-1 0 0 0,-2 9-1 0 0,4-11 99 0 0,1 0 56 0 0,-1 10 13 0 0,3 2-8 0 0,0-9-106 0 0,1 1 0 0 0,0 0 1 0 0,0-1-1 0 0,0 0 0 0 0,0 0 1 0 0,1 0-1 0 0,0 0 1 0 0,0 0-1 0 0,0-1 0 0 0,0 1 1 0 0,1-1-1 0 0,5 3 0 0 0,6 5-1 0 0,1-1 0 0 0,26 12 0 0 0,70 43-12 0 0,-97-57 1 0 0,-13-8-1 0 0,0 0 1 0 0,0 1 0 0 0,0-1-1 0 0,0 1 1 0 0,0 0 0 0 0,-1-1-1 0 0,1 1 1 0 0,-1 1 0 0 0,1-1-1 0 0,-1 0 1 0 0,0 1 0 0 0,0-1-1 0 0,0 1 1 0 0,0-1 0 0 0,0 1-1 0 0,0 0 1 0 0,-1 0 0 0 0,3 6-1 0 0,-4-8 8 0 0,0 1 0 0 0,-1 0-1 0 0,1 0 1 0 0,0 0 0 0 0,-1-1 0 0 0,1 1-1 0 0,-1 0 1 0 0,0 0 0 0 0,1-1 0 0 0,-1 1-1 0 0,0-1 1 0 0,0 1 0 0 0,0 0-1 0 0,0-1 1 0 0,0 0 0 0 0,0 1 0 0 0,-1-1-1 0 0,-1 2 1 0 0,-1 1-25 0 0,-1 0-1 0 0,0-1 1 0 0,1 1 0 0 0,-1-1-1 0 0,-1 0 1 0 0,1 0 0 0 0,0-1 0 0 0,-1 0-1 0 0,1 0 1 0 0,-1 0 0 0 0,0 0-1 0 0,1-1 1 0 0,-1 0 0 0 0,-7 0-1 0 0,-6 0-130 0 0,-1-1-1 0 0,-37-5 1 0 0,34 1-1563 0 0,-43-12 0 0 0,40 8 262 0 0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7:05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1 159 16583 0 0,'2'0'1276'0'0,"39"-10"-652"0"0,-1 1 4289 0 0,73-9 1 0 0,68 9-1977 0 0,-1 15-5132 0 0,-155-3 478 0 0</inkml:trace>
  <inkml:trace contextRef="#ctx0" brushRef="#br0" timeOffset="1">965 1 23783 0 0,'0'0'3247'0'0,"1"2"-2525"0"0,4 11-465 0 0,-1 0-1 0 0,-1 0 1 0 0,0 0-1 0 0,-1 1 0 0 0,-1-1 1 0 0,0 17-1 0 0,-7 87 1993 0 0,2-63-1862 0 0,3-44-386 0 0,0 14 15 0 0,-1-1-1 0 0,-2 1 1 0 0,-9 35 0 0 0,10-47-29 0 0,3-2-149 0 0,0-9-403 0 0,13-1-4436 0 0,-7-1 4061 0 0,1-1 1 0 0,-1 0-1 0 0,0 0 1 0 0,0 0-1 0 0,0-1 1 0 0,0 0-1 0 0,0 0 1 0 0,5-4-1 0 0,44-35-5537 0 0,-47 36 6151 0 0,70-61-1824 0 0,-54 43 4932 0 0,-2-2 3944 0 0,-21 8 6399 0 0,-8 16-14241 0 0,3 2 1250 0 0,0 0 1 0 0,0 0-1 0 0,0 1 1 0 0,0-1 0 0 0,1 1-1 0 0,-1 0 1 0 0,0 0-1 0 0,0 0 1 0 0,1 0-1 0 0,-5 3 1 0 0,-38 21 337 0 0,35-18-378 0 0,1-1-84 0 0,0 0 0 0 0,1 1-1 0 0,0 0 1 0 0,0 0 0 0 0,0 1 0 0 0,1 0-1 0 0,1 1 1 0 0,-1-1 0 0 0,1 2-1 0 0,-6 9 1 0 0,5-3-10 0 0,8-11 0 0 0,0-2 0 0 0,-1 10 0 0 0,7 0 0 0 0,3 0 0 0 0,-5-9-32 0 0,1 0 1 0 0,0 0-1 0 0,1-1 0 0 0,-1 0 1 0 0,1 0-1 0 0,-1 0 0 0 0,1-1 1 0 0,0 0-1 0 0,0 0 0 0 0,0 0 1 0 0,0-1-1 0 0,0 0 1 0 0,10 1-1 0 0,8-1-189 0 0,1 0 0 0 0,25-4 0 0 0,-46 3 199 0 0,7-1-486 0 0,0-1 0 0 0,-1 1 1 0 0,1-2-1 0 0,-1 1 0 0 0,18-9 0 0 0,-17 6-456 0 0,-1 0 0 0 0,0-1 0 0 0,0-1 0 0 0,-1 1 0 0 0,1-1 0 0 0,-2-1 0 0 0,1 0 0 0 0,11-15 1 0 0,7-9-1611 0 0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7:06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 27 12439 0 0,'0'0'1126'0'0,"-1"-2"-929"0"0,-1 1-171 0 0,-8-10 369 0 0,9 10 291 0 0,-1 0 0 0 0,1 0 0 0 0,-1 0 0 0 0,0 0-1 0 0,1 0 1 0 0,-1 1 0 0 0,0-1 0 0 0,-3 0 0 0 0,1-1 928 0 0,3 1-1252 0 0,-1 1 1 0 0,1 0-1 0 0,0-1 1 0 0,-1 1-1 0 0,1 0 0 0 0,-1-1 1 0 0,1 1-1 0 0,-1 0 1 0 0,1 0-1 0 0,-1 0 1 0 0,1 0-1 0 0,0 1 0 0 0,-1-1 1 0 0,1 0-1 0 0,-1 1 1 0 0,1-1-1 0 0,-3 2 1 0 0,1-1-49 0 0,0 1 0 0 0,0 0 0 0 0,0 0 0 0 0,0 0 0 0 0,0 0 0 0 0,1 1 0 0 0,-4 3 0 0 0,1-1-183 0 0,1 0 0 0 0,0 1 0 0 0,1-1 0 0 0,-1 1 0 0 0,1 0 0 0 0,0 0 0 0 0,-3 9 0 0 0,4-6-89 0 0,0-1 0 0 0,1 1 0 0 0,0-1 0 0 0,1 1 0 0 0,0 0 0 0 0,0-1 0 0 0,0 1 1 0 0,1 0-1 0 0,1-1 0 0 0,0 1 0 0 0,5 15 0 0 0,3 2-19 0 0,1 0 0 0 0,20 31 0 0 0,11 25 85 0 0,-35-67-100 0 0,0 2-1 0 0,0 0-1 0 0,5 23 1 0 0,-11-35-7 0 0,0-1 0 0 0,0 1 0 0 0,-1 0 1 0 0,1 0-1 0 0,-1 0 0 0 0,0 0 0 0 0,-1 0 1 0 0,1 0-1 0 0,-1 0 0 0 0,0 0 0 0 0,0 0 1 0 0,-1 0-1 0 0,-1 5 0 0 0,0-5 0 0 0,0-1 0 0 0,0 1 0 0 0,0-1 0 0 0,0 0 0 0 0,0 0 0 0 0,-1 0 0 0 0,0-1 0 0 0,-6 6 0 0 0,0-2 0 0 0,0 0 0 0 0,-17 8 0 0 0,16-10 0 0 0,-1 0 0 0 0,0-1 0 0 0,0 0 0 0 0,-1-1 0 0 0,-20 3 0 0 0,-65-2 0 0 0,82-4-196 0 0,0-2 0 0 0,-17-3 0 0 0,7 0-164 0 0,25 5-172 0 0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7:07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4 9671 0 0,'-2'0'748'0'0,"1"-1"-634"0"0,0 1-1 0 0,0-1 0 0 0,0 1 0 0 0,0 0 0 0 0,0-1 1 0 0,0 1-1 0 0,0 0 0 0 0,1 0 0 0 0,-1 0 1 0 0,0 0-1 0 0,0 0 0 0 0,0 0 0 0 0,0 0 0 0 0,0 0 1 0 0,0 0-1 0 0,0 0 0 0 0,0 1 0 0 0,0-1 0 0 0,0 0 1 0 0,0 0-1 0 0,0 1 0 0 0,1-1 0 0 0,-1 1 1 0 0,0-1-1 0 0,0 1 0 0 0,0-1 0 0 0,1 1 0 0 0,-1 0 1 0 0,0-1-1 0 0,1 1 0 0 0,-1 0 0 0 0,0-1 1 0 0,1 1-1 0 0,-1 1 0 0 0,-2 1 91 0 0,-2 5 503 0 0,-1 0 0 0 0,1 0 1 0 0,0 1-1 0 0,1-1 0 0 0,0 1 0 0 0,-5 14 1 0 0,-11 59-72 0 0,11-27 124 0 0,2 1 1 0 0,1 78-1 0 0,16 113 1065 0 0,-6-179-1642 0 0,36 388 985 0 0,-22-275-962 0 0,5 46-101 0 0,32 389 358 0 0,-55-612-466 0 0,3 74 157 0 0,-4-67-174 0 0,1 0 1 0 0,-2 1-1 0 0,0-1 0 0 0,-5 18 0 0 0,6-27-168 0 0,-1-3-1357 0 0,-10-2-407 0 0,0-5-3669 0 0,3-3-1778 0 0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7:08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644 253 14279 0 0,'7'-5'152'0'0,"-1"-1"-1"0"0,1 1 0 0 0,0 1 0 0 0,0-1 1 0 0,0 1-1 0 0,0 1 0 0 0,1-1 1 0 0,0 1-1 0 0,-1 0 0 0 0,10-1 0 0 0,12-2-173 0 0,43-4 0 0 0,-49 7 289 0 0,153-20 752 0 0,163-15-378 0 0,657-7 815 0 0,2 22-371 0 0,386 10-1006 0 0,-1189 14-35 0 0,321 6 81 0 0,547 17-139 0 0,-4-22 15 0 0,-286-32 647 0 0,-505 2-512 0 0,-104 8-515 0 0,-151 19 153 0 0,-1 0 0 0 0,0 1 0 0 0,15 2 0 0 0,-25-2-20 0 0,9 10-485 0 0,-3-3 421 0 0,-1 0 1 0 0,1-1-1 0 0,1 1 1 0 0,-1-1 0 0 0,1-1-1 0 0,0 0 1 0 0,1 0-1 0 0,-1-1 1 0 0,19 6-1 0 0,-26-9-220 0 0,-1-1 445 0 0,3 1-196 0 0,14 9-33 0 0,-6-5 701 0 0,0-1 0 0 0,0 0 1 0 0,0-1-1 0 0,1 0 0 0 0,-1-1 1 0 0,1 0-1 0 0,21-1 0 0 0,-32-1-360 0 0,1 1 1 0 0,-1-1-1 0 0,1 0 0 0 0,-1 1 0 0 0,1-1 0 0 0,4 2 0 0 0,2 1 69 0 0,0 1-86 0 0,-1 4 5 0 0,-1 3 54 0 0,3 9 42 0 0,-10-13-79 0 0,-1-2 12 0 0,2 29 412 0 0,-1 0-1 0 0,-7 45 1 0 0,1-17-62 0 0,0 77 110 0 0,14 159 0 0 0,51 756-626 0 0,-73-482-1496 0 0,10-512 1603 0 0,4-31 54 0 0,-2-1 0 0 0,-1 1 0 0 0,-2-1 0 0 0,-9 34 0 0 0,14-61-49 0 0,-1 1-1 0 0,1-1 1 0 0,-1 0-1 0 0,0 1 0 0 0,1-1 1 0 0,-1 0-1 0 0,0 1 1 0 0,0-1-1 0 0,0 0 1 0 0,0 0-1 0 0,0 0 1 0 0,0 0-1 0 0,0 0 1 0 0,0 0-1 0 0,-1 0 0 0 0,1 0 1 0 0,-2 0-1 0 0,-1 1-77 0 0,0-1-1 0 0,0 0 0 0 0,-1 0 0 0 0,-6 1 0 0 0,-1 0 83 0 0,8-1-14 0 0,-1-1 1 0 0,1 0-1 0 0,0 0 0 0 0,0-1 0 0 0,-8 0 0 0 0,-12-2-34 0 0,11 2 8 0 0,-1 0 0 0 0,-21-6 0 0 0,-7 0-16 0 0,-17-1-16 0 0,-90-7-236 0 0,-341 0-1815 0 0,-40-2 1839 0 0,-1625-49 3114 0 0,-406 131 1036 0 0,2458-60-3852 0 0,-1383 44 252 0 0,723-67 1428 0 0,459-6-1067 0 0,212 12-759 0 0,-114-29 0 0 0,198 38-109 0 0,2 2-278 0 0,0 0 0 0 0,0-1 0 0 0,0 0 0 0 0,0 0 0 0 0,0-1 0 0 0,-10-6 0 0 0,9 2-946 0 0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7:10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4 208 9215 0 0,'0'0'707'0'0,"0"2"-464"0"0,-1 34 2711 0 0,-1-22-2240 0 0,2 0-1 0 0,0 0 0 0 0,1-1 1 0 0,3 20-1 0 0,-2-24-411 0 0,0 0 0 0 0,1-1 1 0 0,0 0-1 0 0,1 0 0 0 0,0 0 0 0 0,0 0 1 0 0,0 0-1 0 0,1-1 0 0 0,0 0 0 0 0,1 0 1 0 0,10 11-1 0 0,-6-10-106 0 0,-1 0 1 0 0,1-1-1 0 0,1 0 0 0 0,-1 0 0 0 0,1-1 1 0 0,0-1-1 0 0,18 7 0 0 0,3-3-87 0 0,-1-1-1 0 0,2-1 1 0 0,-1-2-1 0 0,1-1 0 0 0,46-1 1 0 0,55-7-1 0 0,157-25 1 0 0,-178 15-69 0 0,138-18-70 0 0,69-7-228 0 0,-128 18-62 0 0,201-18-865 0 0,488-8-438 0 0,-765 43 1436 0 0,237-3-810 0 0,-171 9 464 0 0,347 22-638 0 0,-238 23 1844 0 0,-238-34 153 0 0,-1 2 1 0 0,-1 2-1 0 0,71 35 1 0 0,-62-21-136 0 0,69 32 107 0 0,-107-54-753 0 0,1-1 1 0 0,0 0 0 0 0,44 7 0 0 0,-59-13-25 0 0,-5-2-19 0 0,1 1 1 0 0,-1-1-1 0 0,1 1 0 0 0,-1-1 1 0 0,1-1-1 0 0,-1 1 1 0 0,1 0-1 0 0,4-2 0 0 0,15-3-119 0 0,-21 4 52 0 0,11-7-78 0 0,-6 2 104 0 0,-1 0 1 0 0,1-1-1 0 0,7-10 0 0 0,-9 10 52 0 0,0 1 0 0 0,1-1 0 0 0,-1 2 0 0 0,12-10-1 0 0,11-5 51 0 0,-9 5-80 0 0,0 2 0 0 0,1 0 0 0 0,41-18 0 0 0,-42 24 40 0 0,0 1 0 0 0,1 0 1 0 0,-1 2-1 0 0,1 1 0 0 0,0 0 0 0 0,0 1 0 0 0,33 2 1 0 0,668-15 2254 0 0,-505-11-2286 0 0,-3-19 79 0 0,-161 34 2 0 0,-38 8 14 0 0,0-1 1 0 0,-1 0-1 0 0,1-1 1 0 0,-1 0-1 0 0,0-1 0 0 0,0-1 1 0 0,18-11-1 0 0,-27 15-17 0 0,0 0-1 0 0,-1 0 1 0 0,1-1-1 0 0,0 1 0 0 0,-1-1 1 0 0,0 0-1 0 0,0 0 1 0 0,0 0-1 0 0,0 0 1 0 0,-1 0-1 0 0,1-1 1 0 0,-1 1-1 0 0,0-1 1 0 0,0 0-1 0 0,-1 1 1 0 0,0-1-1 0 0,0 0 1 0 0,0 0-1 0 0,0 0 1 0 0,-1 0-1 0 0,1 0 1 0 0,-1 0-1 0 0,0 0 1 0 0,-2-9-1 0 0,0 6-46 0 0,0-1 1 0 0,-1 1-1 0 0,1 0 0 0 0,-2 0 0 0 0,1 0 1 0 0,-8-13-1 0 0,6 15-574 0 0,0-1 0 0 0,0 1-1 0 0,0-1 1 0 0,-7-5 0 0 0,-10-5-8196 0 0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7:11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14279 0 0,'0'0'1298'0'0,"1"3"-1069"0"0,6 17 1487 0 0,11 21 0 0 0,8 22 3234 0 0,75 262-1699 0 0,-97-315-4010 0 0,0-1-1907 0 0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7:12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250 127 11519 0 0,'0'0'528'0'0,"-2"0"-16"0"0,-4 0-479 0 0,0 1 0 0 0,1-1 0 0 0,-1 1 0 0 0,-8 3 0 0 0,4-1 1335 0 0,0 1 0 0 0,1 0 0 0 0,-17 10 1 0 0,-2 5 3320 0 0,-28 24 0 0 0,37-27-4825 0 0,12-12 403 0 0,0 2 1 0 0,1-1-1 0 0,0 1 0 0 0,1 0 0 0 0,-1 0 0 0 0,-7 12 1 0 0,13-16-219 0 0,-1-1 0 0 0,1 0 0 0 0,0 0 1 0 0,-1 0-1 0 0,1 1 0 0 0,0-1 0 0 0,0 0 1 0 0,0 0-1 0 0,0 1 0 0 0,0-1 0 0 0,0 0 1 0 0,0 0-1 0 0,0 0 0 0 0,1 1 0 0 0,-1-1 0 0 0,1 2 1 0 0,8 16 98 0 0,-6-15-139 0 0,1 0 0 0 0,-1-1 1 0 0,1 1-1 0 0,-1-1 0 0 0,1 0 0 0 0,0 0 0 0 0,0 0 0 0 0,1-1 1 0 0,-1 1-1 0 0,0-1 0 0 0,10 3 0 0 0,0 0 10 0 0,0-1 1 0 0,25 4-1 0 0,-18-5-273 0 0,-1-2 0 0 0,0 0-1 0 0,1-1 1 0 0,-1-1 0 0 0,0-1 0 0 0,0 0 0 0 0,0-2 0 0 0,0-1-1 0 0,0 0 1 0 0,20-9 0 0 0,5-2-2448 0 0,-14 5-3952 0 0,-5 1-1250 0 0</inkml:trace>
  <inkml:trace contextRef="#ctx0" brushRef="#br0" timeOffset="1">636 1 14279 0 0,'0'0'10757'0'0,"0"2"-10270"0"0,1 4-436 0 0,0-1-1 0 0,1 0 1 0 0,0 0 0 0 0,-1 0-1 0 0,2 1 1 0 0,-1-2 0 0 0,1 1-1 0 0,-1 0 1 0 0,1 0 0 0 0,0-1-1 0 0,1 0 1 0 0,-1 1-1 0 0,1-1 1 0 0,0-1 0 0 0,0 1-1 0 0,8 5 1 0 0,9 5 327 0 0,0-1 1 0 0,35 17-1 0 0,-4-3-122 0 0,-48-25-257 0 0,55 36-240 0 0,-52-33 197 0 0,0 1 1 0 0,-1 0 0 0 0,1 0-1 0 0,-1 0 1 0 0,10 14-1 0 0,-15-17 16 0 0,4 6-26 0 0,-7 12-69 0 0,1-18 126 0 0,0 0 0 0 0,0-1 0 0 0,0 1-1 0 0,-1 0 1 0 0,1-1 0 0 0,-1 1 0 0 0,1-1 0 0 0,-1 0-1 0 0,0 1 1 0 0,0-1 0 0 0,0 0 0 0 0,0 0 0 0 0,0 0-1 0 0,-1-1 1 0 0,-4 4 0 0 0,-5 2 94 0 0,0 0 0 0 0,-15 5 0 0 0,7-4 43 0 0,-10 4-175 0 0,0-1 0 0 0,-2-2 1 0 0,-51 9-1 0 0,15-3-2169 0 0,51-11 1092 0 0,-24 7-2802 0 0,29-7 1931 0 0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7:12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128 107 8751 0 0,'-51'0'689'0'0,"5"0"1429"0"0,15 3 13166 0 0,34-3-14414 0 0,122-10 1975 0 0,104-11-2283 0 0,56-15 30 0 0,-186 23-538 0 0,7-1-84 0 0,114-1-1 0 0,-209 15 16 0 0,12 0-507 0 0,1 0-1 0 0,-1 1 0 0 0,-1 2 1 0 0,33 7-1 0 0,-51-9 155 0 0,0 0 0 0 0,0 1 0 0 0,-1 0 0 0 0,1 0-1 0 0,4 3 1 0 0,-6-4-836 0 0,-6 14-1798 0 0,3-13 2489 0 0,-7 15-1932 0 0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7:13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18831 0 0,'0'0'3019'0'0,"2"1"-2494"0"0,2 2-187 0 0,-1 0 1 0 0,0 0-1 0 0,0 1 0 0 0,0-1 1 0 0,-1 0-1 0 0,1 1 0 0 0,-1 0 0 0 0,0 0 1 0 0,0-1-1 0 0,0 1 0 0 0,0 1 1 0 0,-1-1-1 0 0,0 0 0 0 0,1 0 1 0 0,0 9-1 0 0,0 6 105 0 0,0 1 0 0 0,-2 25 0 0 0,0-26 66 0 0,-1 23-259 0 0,0-9-193 0 0,4 37 1 0 0,-1-56-74 0 0,2-4-171 0 0,-3-8 43 0 0,0 0 0 0 0,0-1 0 0 0,0 1 0 0 0,0 0 0 0 0,0-1 0 0 0,0 1 0 0 0,1-1 0 0 0,-1 0 0 0 0,1 1 0 0 0,-1-1 0 0 0,1 0-1 0 0,-1 0 1 0 0,1 0 0 0 0,0 0 0 0 0,-1 0 0 0 0,4 0 0 0 0,-1 1-298 0 0,1 0 0 0 0,-1-1 0 0 0,1 0 1 0 0,9 1-1 0 0,6-1-1266 0 0,0-1 0 0 0,0 0-1 0 0,0-2 1 0 0,0 0 0 0 0,-1-2 0 0 0,1 0 0 0 0,30-11 0 0 0,-31 8 874 0 0,0-1 1 0 0,-1-1-1 0 0,1 0 0 0 0,19-16 1 0 0,-21 12 576 0 0,26-26 0 0 0,-27 23 959 0 0,-9 10 103 0 0,-1-1 1 0 0,-1 0 0 0 0,1-1-1 0 0,-1 1 1 0 0,-1-1 0 0 0,1 0-1 0 0,6-16 1 0 0,-11 23-605 0 0,1 0 1 0 0,-1 0-1 0 0,0-1 0 0 0,1 1 1 0 0,-1 0-1 0 0,0 0 0 0 0,0 0 1 0 0,0 0-1 0 0,0 0 0 0 0,0 0 0 0 0,0-1 1 0 0,0 1-1 0 0,0 0 0 0 0,0 0 1 0 0,0 0-1 0 0,-1 0 0 0 0,1 0 1 0 0,0 0-1 0 0,-1 0 0 0 0,1 0 1 0 0,-2-2-1 0 0,1 1 0 0 0,0 1 1 0 0,0 0-1 0 0,-1 0 0 0 0,1 0 0 0 0,0 0 1 0 0,-1 0-1 0 0,1 0 0 0 0,-1 0 0 0 0,1 1 1 0 0,-1-1-1 0 0,1 0 0 0 0,-1 1 0 0 0,-1-1 1 0 0,-5-1 471 0 0,0 1 0 0 0,0 0 0 0 0,0 1 0 0 0,-13 0 0 0 0,11 1-207 0 0,1 1 0 0 0,-1-1 1 0 0,0 2-1 0 0,-17 5 0 0 0,-36 20 625 0 0,48-21-905 0 0,-6 3 31 0 0,-22 10 683 0 0,-60 37 0 0 0,103-57-896 0 0,-1 1 0 0 0,1-1 1 0 0,-1 1-1 0 0,1-1 0 0 0,0 1 0 0 0,-1-1 0 0 0,1 1 0 0 0,0 0 0 0 0,-1-1 1 0 0,1 1-1 0 0,0-1 0 0 0,0 1 0 0 0,0 0 0 0 0,0-1 0 0 0,-1 1 1 0 0,1 0-1 0 0,0-1 0 0 0,0 1 0 0 0,0 0 0 0 0,0-1 0 0 0,1 1 0 0 0,-1 0 1 0 0,0-1-1 0 0,0 1 0 0 0,0 0 0 0 0,0-1 0 0 0,1 1 0 0 0,-1-1 1 0 0,0 1-1 0 0,1 0 0 0 0,-1-1 0 0 0,0 1 0 0 0,1-1 0 0 0,-1 1 0 0 0,1-1 1 0 0,-1 1-1 0 0,1-1 0 0 0,-1 0 0 0 0,2 2 0 0 0,-1-1-2 0 0,2 2-11 0 0,1 1 0 0 0,0-1 0 0 0,0 1 0 0 0,0-1 0 0 0,1-1 0 0 0,-1 1 0 0 0,1-1 0 0 0,0 1 0 0 0,-1-1 1 0 0,1 0-1 0 0,0-1 0 0 0,0 1 0 0 0,7 0 0 0 0,2 0-35 0 0,1 0 1 0 0,0 0 0 0 0,21-2-1 0 0,17-3-295 0 0,0-2-1 0 0,0-3 0 0 0,95-26 1 0 0,-129 28 229 0 0,0 0 1 0 0,-1-1-1 0 0,0-1 1 0 0,-1-1-1 0 0,1 0 1 0 0,19-15-1 0 0,-31 20 71 0 0,13-11-105 0 0,-10 4 54 0 0,-5 1 30 0 0,-4 10 64 0 0,0-1 0 0 0,0 0-1 0 0,0 0 1 0 0,0 1 0 0 0,-1-1 0 0 0,1 0 0 0 0,0 1 0 0 0,0-1 0 0 0,-1 0 0 0 0,1 1 0 0 0,-1-1 0 0 0,1 0 0 0 0,-1 1 0 0 0,1-1-1 0 0,-1 1 1 0 0,1-1 0 0 0,-1 1 0 0 0,1-1 0 0 0,-1 1 0 0 0,0-1 0 0 0,1 1 0 0 0,-1 0 0 0 0,0-1 0 0 0,0 1 0 0 0,-2-1 35 0 0,0 0 1 0 0,1 0-1 0 0,-1 1 1 0 0,0-1 0 0 0,0 1-1 0 0,1 0 1 0 0,-4 0 0 0 0,-1 0 92 0 0,0 1 1 0 0,0 0 0 0 0,0 0 0 0 0,0 1 0 0 0,-6 2 0 0 0,9-3-52 0 0,0 1 1 0 0,0 0 0 0 0,0 0-1 0 0,1 0 1 0 0,-1 0 0 0 0,1 1-1 0 0,-1 0 1 0 0,1-1 0 0 0,0 1-1 0 0,0 0 1 0 0,0 0 0 0 0,1 1-1 0 0,-1-1 1 0 0,1 1 0 0 0,-4 6-1 0 0,5-7 19 0 0,3 9 63 0 0,-1-10-152 0 0,-1 0 1 0 0,1 0-1 0 0,0 1 0 0 0,-1-1 1 0 0,1 0-1 0 0,0 0 0 0 0,2 3 1 0 0,6 3 41 0 0,-2-4-46 0 0,-1-1 1 0 0,1 0-1 0 0,0 0 0 0 0,0-1 0 0 0,1 0 1 0 0,-1 0-1 0 0,0 0 0 0 0,1-1 0 0 0,-1 0 1 0 0,9 0-1 0 0,-4-1 1 0 0,0-1 0 0 0,0 0 0 0 0,0 0 0 0 0,0-1 0 0 0,18-6 0 0 0,14-3-96 0 0,-18 5 417 0 0,-22 7-256 0 0,-1 0 0 0 0,1 0 0 0 0,-1 0-1 0 0,0 1 1 0 0,0-1 0 0 0,1 1 0 0 0,-1 0-1 0 0,4 3 1 0 0,1 0-37 0 0,5 8 73 0 0,1 3-94 0 0,-12-13-15 0 0,4 3 0 0 0,-1 1 0 0 0,0 0 0 0 0,0 0 0 0 0,0 0 0 0 0,-1 1 0 0 0,0 0 0 0 0,0 0 0 0 0,-1 0 0 0 0,3 10 0 0 0,-3-9 0 0 0,-1-4 0 0 0,0 0 0 0 0,-1 0 0 0 0,0 0 0 0 0,0 0 0 0 0,-1 0 0 0 0,1 0 0 0 0,-1 1 0 0 0,-1 8 0 0 0,0 11 33 0 0,-1-20-13 0 0,-5 14 22 0 0,4-16-26 0 0,-1 0-3 0 0,0 1 0 0 0,-1 0 0 0 0,0 0-1 0 0,0 0 1 0 0,-1 0 0 0 0,1-1 0 0 0,-1 0 0 0 0,1 0 0 0 0,-1 0-1 0 0,0-1 1 0 0,0 0 0 0 0,-1 0 0 0 0,1-1 0 0 0,-7 2-1 0 0,-10 0-4 0 0,-1-2-1 0 0,-28 0 0 0 0,34-1-35 0 0,-30-2-1736 0 0,-60-11 0 0 0,59 6-662 0 0,11 4 795 0 0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7:14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67 15663 0 0,'0'0'1207'0'0,"-1"2"-788"0"0,-2 7 89 0 0,-1-1 0 0 0,2 1 0 0 0,-1 0 0 0 0,1 0 0 0 0,1 1 0 0 0,0-1 0 0 0,0 0 0 0 0,0 1 0 0 0,2-1 0 0 0,-1 0 0 0 0,1 1 0 0 0,2 11 0 0 0,-1-16-398 0 0,-1 0-1 0 0,1 0 1 0 0,0 0 0 0 0,0 0-1 0 0,0 0 1 0 0,1 0-1 0 0,-1 0 1 0 0,1-1 0 0 0,0 1-1 0 0,1-1 1 0 0,-1 0-1 0 0,1 0 1 0 0,0 0-1 0 0,0 0 1 0 0,0-1 0 0 0,0 0-1 0 0,1 0 1 0 0,-1 0-1 0 0,1 0 1 0 0,0-1 0 0 0,0 1-1 0 0,9 2 1 0 0,-1-2-72 0 0,0 0 0 0 0,0-1 0 0 0,1-1 1 0 0,-1 0-1 0 0,1 0 0 0 0,-1-1 0 0 0,24-4 1 0 0,94-25 331 0 0,-89 18-333 0 0,123-34-259 0 0,55-13-180 0 0,-192 52 303 0 0,1 1 0 0 0,34 0-1 0 0,-45 4 63 0 0,0 1-1 0 0,0 1 1 0 0,0 1-1 0 0,32 7 1 0 0,-42-6 49 0 0,-1-1 1 0 0,1 1-1 0 0,-1 1 1 0 0,0-1-1 0 0,0 1 1 0 0,0 1-1 0 0,-1-1 1 0 0,1 1-1 0 0,-1 0 1 0 0,0 0-1 0 0,0 1 1 0 0,-1 0-1 0 0,0 0 1 0 0,0 0-1 0 0,0 1 1 0 0,-1-1-1 0 0,0 1 1 0 0,6 14-1 0 0,5 8 348 0 0,-14-27-351 0 0,0-1 0 0 0,0 1-1 0 0,0 0 1 0 0,0 0 0 0 0,0-1-1 0 0,0 1 1 0 0,1 0 0 0 0,-1-1 0 0 0,1 1-1 0 0,-1-1 1 0 0,1 0 0 0 0,0 0-1 0 0,-1 1 1 0 0,1-1 0 0 0,3 1 0 0 0,1 1 6 0 0,3 2-5 0 0,0-1 0 0 0,0-1 0 0 0,0 1 0 0 0,0-1 0 0 0,1-1 0 0 0,-1 0 0 0 0,1 0 0 0 0,11 0 0 0 0,80-1 79 0 0,-88-1-87 0 0,54-4-140 0 0,0-3 0 0 0,0-3 0 0 0,89-25 0 0 0,-132 29 46 0 0,26-13 0 0 0,-41 15 73 0 0,0 0 0 0 0,0-1-1 0 0,0 0 1 0 0,-1 0-1 0 0,14-12 1 0 0,-18 13 26 0 0,-1 0 0 0 0,1-1 0 0 0,-1 1 0 0 0,0 0 0 0 0,2-6 0 0 0,-3 6 32 0 0,-2 3-16 0 0,1-1 0 0 0,-1 1 0 0 0,0-1 0 0 0,1 1 0 0 0,-1-1 0 0 0,0 0 0 0 0,0 1 0 0 0,0-1 0 0 0,0 0 0 0 0,0 1 0 0 0,-1-1 0 0 0,1 1 0 0 0,-1-1 0 0 0,1 0 0 0 0,-1-1 0 0 0,-1-1 76 0 0,1-1 39 0 0,-1 0-1 0 0,0 0 0 0 0,-1 0 1 0 0,1 1-1 0 0,-1-1 1 0 0,0 0-1 0 0,-1 1 1 0 0,-6-8-1 0 0,-4-2 234 0 0,-17-13 0 0 0,3 3-294 0 0,17 14-513 0 0,-8-7 650 0 0,7 0-9322 0 0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7:14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79 5527 0 0,'20'-52'630'0'0,"-2"26"18373"0"0,-18 26-18785 0 0,10 6 1772 0 0,-6-1-1697 0 0,-1 1-1 0 0,1-1 1 0 0,-1 1-1 0 0,-1-1 1 0 0,1 1-1 0 0,-1 0 1 0 0,3 9-1 0 0,8 46 621 0 0,-10-41-719 0 0,20 96 298 0 0,37 113 0 0 0,-55-215-814 0 0,1 1 1 0 0,0-1-1 0 0,1-1 1 0 0,15 22-1 0 0,-21-34 188 0 0,0 0-1 0 0,0 0 1 0 0,0 0-1 0 0,0-1 1 0 0,1 1-1 0 0,-1 0 1 0 0,0-1-1 0 0,0 0 1 0 0,1 1-1 0 0,-1-1 1 0 0,0 1-1 0 0,1-1 1 0 0,-1 0-1 0 0,2 0 1 0 0,0 1-322 0 0,1-1 97 0 0,-1 0 0 0 0,0 0-1 0 0,1 0 1 0 0,-1 0 0 0 0,0 0 0 0 0,1-1 0 0 0,-1 1 0 0 0,0-1 0 0 0,0 0 0 0 0,0 0-1 0 0,0 0 1 0 0,1 0 0 0 0,-1-1 0 0 0,-1 1 0 0 0,1-1 0 0 0,5-3 0 0 0,0-1-805 0 0,-1 0 1 0 0,1-1-1 0 0,-1 1 1 0 0,8-12-1 0 0,0-2-880 0 0,0-2-4 0 0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07:15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61 6911 0 0,'1'-4'125'0'0,"-1"0"-1"0"0,0-1 0 0 0,0 1 0 0 0,0-1 0 0 0,-1 1 0 0 0,-1-9 0 0 0,2 12 127 0 0,-1 0 0 0 0,1 0 1 0 0,-1 0-1 0 0,1 0 0 0 0,-1 0 0 0 0,0 0 0 0 0,0 0 0 0 0,1 0 1 0 0,-1 0-1 0 0,0 0 0 0 0,0 0 0 0 0,-1 0 0 0 0,1 0 629 0 0,-1 0-1 0 0,0 0 0 0 0,1 0 1 0 0,-1 0-1 0 0,0 1 1 0 0,0-1-1 0 0,0 1 0 0 0,1-1 1 0 0,-4 0-1 0 0,-2 1-271 0 0,0 0 0 0 0,1 0 0 0 0,-1 0 0 0 0,1 1-1 0 0,-1 0 1 0 0,1 0 0 0 0,-1 1 0 0 0,1-1 0 0 0,0 2 0 0 0,0-1-1 0 0,-12 6 1 0 0,9-3-314 0 0,0 1 0 0 0,1 0 0 0 0,-1 0 0 0 0,1 1 0 0 0,1 0 0 0 0,-13 14 0 0 0,17-18-220 0 0,-13 16 278 0 0,2 0 0 0 0,-15 23 0 0 0,26-36-308 0 0,-1 0-1 0 0,1 1 1 0 0,0 0 0 0 0,1 0 0 0 0,0 0 0 0 0,0 0 0 0 0,0 0 0 0 0,1 0-1 0 0,0 0 1 0 0,0 1 0 0 0,1 9 0 0 0,2 2 29 0 0,1-14-77 0 0,0-1 7 0 0,-1-1-4 0 0,0 1 0 0 0,1-1 1 0 0,-1 1-1 0 0,1-1 0 0 0,0 0 0 0 0,0 0 0 0 0,0 0 0 0 0,0-1 1 0 0,0 1-1 0 0,1-1 0 0 0,-1 0 0 0 0,1 1 0 0 0,-1-2 1 0 0,1 1-1 0 0,0 0 0 0 0,0-1 0 0 0,0 0 0 0 0,0 1 0 0 0,0-2 1 0 0,4 2-1 0 0,10 0-55 0 0,-1-1 0 0 0,1 0 0 0 0,24-3 0 0 0,-30 1 9 0 0,22-1-56 0 0,-1-2 0 0 0,1-2 0 0 0,-1-1-1 0 0,0-1 1 0 0,-1-2 0 0 0,0-1 0 0 0,54-27 0 0 0,-71 30 28 0 0,-1-1 0 0 0,0-1 0 0 0,-1 0 0 0 0,0-1 1 0 0,0 0-1 0 0,-1-1 0 0 0,12-16 0 0 0,-21 25 67 0 0,-1-1 1 0 0,1 1-1 0 0,-1-1 1 0 0,0 0-1 0 0,0 0 0 0 0,0 0 1 0 0,-1 0-1 0 0,1 0 0 0 0,-1 0 1 0 0,0 0-1 0 0,0-1 1 0 0,-1 1-1 0 0,1 0 0 0 0,-1-1 1 0 0,0 1-1 0 0,0 0 1 0 0,0-1-1 0 0,-1 1 0 0 0,1 0 1 0 0,-3-6-1 0 0,3 9 83 0 0,-1 0-59 0 0,1 0 0 0 0,-1 1 1 0 0,1-1-1 0 0,-1 0 0 0 0,1 0 1 0 0,-1 1-1 0 0,1-1 0 0 0,-1 1 1 0 0,0-1-1 0 0,1 0 0 0 0,-1 1 1 0 0,0-1-1 0 0,1 1 0 0 0,-1 0 1 0 0,0-1-1 0 0,0 1 0 0 0,-1-1 0 0 0,-14-5 200 0 0,11 5-182 0 0,1 0 0 0 0,0 1 1 0 0,-1 0-1 0 0,1 0 0 0 0,-1 0 0 0 0,1 0 1 0 0,0 1-1 0 0,-1 0 0 0 0,1 0 0 0 0,0 0 0 0 0,0 0 1 0 0,0 0-1 0 0,0 1 0 0 0,0 0 0 0 0,0 0 1 0 0,0 0-1 0 0,-4 3 0 0 0,0 0 25 0 0,1 1 0 0 0,0 0 0 0 0,0 0 0 0 0,0 0 0 0 0,1 1 0 0 0,0 0 0 0 0,-6 8 0 0 0,11-13-52 0 0,0 0-1 0 0,-1 0 1 0 0,1 0-1 0 0,0 0 1 0 0,1 0-1 0 0,-1 0 1 0 0,0 0-1 0 0,1 0 1 0 0,-1 0 0 0 0,1 0-1 0 0,-1 1 1 0 0,1-1-1 0 0,0 0 1 0 0,0 0-1 0 0,0 0 1 0 0,0 1-1 0 0,0-1 1 0 0,1 0 0 0 0,-1 0-1 0 0,1 0 1 0 0,-1 1-1 0 0,2 1 1 0 0,1 6-3 0 0,-3-8-5 0 0,1-1 0 0 0,0 0 0 0 0,0 0 0 0 0,-1 0 1 0 0,1 0-1 0 0,0 0 0 0 0,0 0 0 0 0,0 0 0 0 0,0-1 0 0 0,0 1 1 0 0,0 0-1 0 0,1 0 0 0 0,-1-1 0 0 0,0 1 0 0 0,0-1 1 0 0,1 1-1 0 0,1 0 0 0 0,0 0-22 0 0,0 1 1 0 0,1 0-1 0 0,0-1 0 0 0,-1 0 0 0 0,1 0 1 0 0,0 0-1 0 0,0 0 0 0 0,0 0 0 0 0,0-1 1 0 0,0 0-1 0 0,0 1 0 0 0,0-2 0 0 0,0 1 1 0 0,0 0-1 0 0,0-1 0 0 0,0 0 0 0 0,0 0 1 0 0,6-2-1 0 0,4-3-66 0 0,0-1 0 0 0,0-1 0 0 0,20-14 0 0 0,-19 12-26 0 0,-14 9 606 0 0,1 2-336 0 0,1 0-109 0 0,0 1 1 0 0,0-1 0 0 0,-1 1 0 0 0,1 0 0 0 0,-1 0-1 0 0,0 0 1 0 0,1 0 0 0 0,-1 1 0 0 0,3 3-1 0 0,20 31 162 0 0,-12-17-98 0 0,8 8-94 0 0,26 41 28 0 0,-42-60-40 0 0,0 0 0 0 0,0 1 0 0 0,-1-1 0 0 0,0 1 0 0 0,4 16 0 0 0,-7-21 16 0 0,0 0-1 0 0,-1 0 1 0 0,1 0-1 0 0,-1 0 1 0 0,0 0-1 0 0,0 0 0 0 0,-1 0 1 0 0,0 0-1 0 0,1 0 1 0 0,-2 0-1 0 0,1 0 1 0 0,-1 0-1 0 0,1 0 1 0 0,-1-1-1 0 0,0 1 1 0 0,-1 0-1 0 0,1-1 1 0 0,-1 0-1 0 0,0 0 1 0 0,0 0-1 0 0,-1 0 1 0 0,1 0-1 0 0,-1-1 1 0 0,1 1-1 0 0,-1-1 1 0 0,0 0-1 0 0,-1 0 1 0 0,-5 3-1 0 0,3-2 21 0 0,-1-1 0 0 0,0 0-1 0 0,0 0 1 0 0,-1 0-1 0 0,1-1 1 0 0,0-1-1 0 0,-1 1 1 0 0,1-1 0 0 0,-12 0-1 0 0,-11-2-220 0 0,-38-6-1 0 0,47 5-169 0 0,14 1-245 0 0,1-1 0 0 0,-1 1 0 0 0,1-1 0 0 0,-12-5 0 0 0,9 4-679 0 0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0:22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229 224 4607 0 0,'-24'9'75'0'0,"-1"-2"0"0"0,0 0-1 0 0,-1-2 1 0 0,1 0 0 0 0,-27 0-1 0 0,1-2 25199 0 0,52-4-24703 0 0,8-4-452 0 0,0 1 1 0 0,0 1 0 0 0,0 0-1 0 0,1 0 1 0 0,-1 1-1 0 0,1 0 1 0 0,13-1 0 0 0,7-2-6 0 0,163-37 140 0 0,77-13-22 0 0,533-46-148 0 0,-414 77-2047 0 0,-337 18-115 0 0,-31 1-1547 0 0,-19 5 1839 0 0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0:20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33 19927 0 0,'-4'-2'75'0'0,"3"2"27"0"0,0 0 0 0 0,0 0 0 0 0,0-1 0 0 0,0 1 0 0 0,0-1 0 0 0,0 1 0 0 0,0-1 0 0 0,0 1 0 0 0,0-1 0 0 0,0 0 0 0 0,0 1 0 0 0,0-1 0 0 0,0 0 0 0 0,1 0 0 0 0,-1 0 0 0 0,0 1 0 0 0,1-1 0 0 0,-1 0 0 0 0,1 0 0 0 0,-2-2 0 0 0,2 2-13 0 0,-1 0 0 0 0,0 0 0 0 0,1 0 0 0 0,-1 0 0 0 0,0 0 0 0 0,0 0 0 0 0,0 0 0 0 0,0 0 0 0 0,0 1 0 0 0,0-1 0 0 0,0 0 0 0 0,0 1 0 0 0,0-1 0 0 0,0 0 0 0 0,0 1 0 0 0,0 0 0 0 0,0-1 0 0 0,0 1 0 0 0,-1 0 0 0 0,1-1 0 0 0,0 1 0 0 0,0 0 0 0 0,0 0 0 0 0,-1 0 0 0 0,-1 0 0 0 0,1 1 57 0 0,0-1 1 0 0,0 1-1 0 0,0 0 0 0 0,0-1 1 0 0,0 1-1 0 0,0 0 0 0 0,0 0 1 0 0,0 0-1 0 0,1 1 0 0 0,-1-1 1 0 0,0 0-1 0 0,1 1 0 0 0,-1-1 0 0 0,1 1 1 0 0,-2 2-1 0 0,-8 12 236 0 0,1 1-1 0 0,0 1 1 0 0,-10 28 0 0 0,13-30-310 0 0,-13 30 132 0 0,2 0 0 0 0,3 2 0 0 0,1 0 0 0 0,3 0 0 0 0,1 1 0 0 0,-4 88 0 0 0,14-124-191 0 0,0 0 0 0 0,1 0 0 0 0,0 0 1 0 0,1 0-1 0 0,4 15 0 0 0,-4-23-13 0 0,-1 1 1 0 0,1-1-1 0 0,1 0 1 0 0,-1 0-1 0 0,1 0 0 0 0,0 0 1 0 0,0 0-1 0 0,0-1 1 0 0,1 1-1 0 0,0-1 0 0 0,0 0 1 0 0,0 0-1 0 0,0 0 1 0 0,7 4-1 0 0,-3-4-38 0 0,0 1 1 0 0,0-1-1 0 0,0-1 0 0 0,0 0 0 0 0,1 0 1 0 0,-1-1-1 0 0,1 0 0 0 0,0 0 1 0 0,0-1-1 0 0,0 0 0 0 0,0 0 0 0 0,0-1 1 0 0,0 0-1 0 0,-1-1 0 0 0,1 0 1 0 0,11-3-1 0 0,-3 0-372 0 0,0-1 0 0 0,-1-1 0 0 0,1 0 0 0 0,-1-2 1 0 0,0 1-1 0 0,-1-2 0 0 0,19-13 0 0 0,-22 13-461 0 0,-1-1-1 0 0,-1 1 1 0 0,0-1-1 0 0,9-12 1 0 0,-2-1-916 0 0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0:21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30 103 13359 0 0,'-5'6'1159'0'0,"-11"16"-671"0"0,8-5 9130 0 0,28-6-7616 0 0,-17-11-1917 0 0,1 0 1 0 0,0 0-1 0 0,-1 0 1 0 0,1 0-1 0 0,-1 0 1 0 0,1-1-1 0 0,-1 1 1 0 0,1-1 0 0 0,-1 0-1 0 0,7-3 1 0 0,33-17 232 0 0,-35 17-285 0 0,72-46 89 0 0,-51 31-112 0 0,0 1 1 0 0,34-14-1 0 0,-60 30-5 0 0,0 1 0 0 0,0 0 0 0 0,0 0-1 0 0,0 0 1 0 0,0 1 0 0 0,0-1 0 0 0,0 1 0 0 0,0-1-1 0 0,1 1 1 0 0,-1 0 0 0 0,4 1 0 0 0,-5-1 0 0 0,-1 1-1 0 0,1-1 1 0 0,-1 1-1 0 0,1-1 1 0 0,-1 1 0 0 0,1 0-1 0 0,-1 0 1 0 0,0 0 0 0 0,1 0-1 0 0,-1 0 1 0 0,0 0 0 0 0,0 0-1 0 0,0 0 1 0 0,0 0 0 0 0,0 1-1 0 0,0-1 1 0 0,0 0 0 0 0,0 1-1 0 0,0-1 1 0 0,-1 1-1 0 0,1-1 1 0 0,0 1 0 0 0,0 2-1 0 0,3 15 192 0 0,0 1 0 0 0,-1 0-1 0 0,-1 0 1 0 0,-1 0-1 0 0,-2 29 1 0 0,1-18-107 0 0,0-29-113 0 0,-1 7-281 0 0,1 1 1 0 0,0-1-1 0 0,1 0 0 0 0,0 0 0 0 0,1 0 0 0 0,0 0 0 0 0,5 16 0 0 0,-6-23-901 0 0,18 0-3539 0 0,-9-4 2391 0 0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0:21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61 7831 0 0,'0'0'603'0'0,"0"1"-396"0"0,-1 50 10509 0 0,-1 0-5388 0 0,-1 54-2063 0 0,2-90-3187 0 0,1 0 0 0 0,1-1-1 0 0,0 1 1 0 0,1-1 0 0 0,1 0 0 0 0,8 28 0 0 0,-10-41-998 0 0</inkml:trace>
  <inkml:trace contextRef="#ctx0" brushRef="#br0" timeOffset="1">63 1 17423 0 0,'0'0'1888'0'0,"-5"6"-1888"0"0,-2 2 400 0 0,2 0 496 0 0,4 4-440 0 0,-3-3-792 0 0,4 1-160 0 0,0 0-32 0 0,2 0-7408 0 0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0:21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20527 0 0,'0'0'1863'0'0,"1"2"-1531"0"0,11 75 3277 0 0,-9-51-1934 0 0,10 40-1 0 0,-9-53-1461 0 0,-2-3-93 0 0,1 1 0 0 0,0-1 0 0 0,0 0 1 0 0,1 0-1 0 0,1-1 0 0 0,0 1 0 0 0,0-1 1 0 0,1 0-1 0 0,9 12 0 0 0,2-4-40 0 0,-17-16-77 0 0,1 0 0 0 0,0 0 0 0 0,-1-1 0 0 0,1 1 0 0 0,0 0 0 0 0,0-1 0 0 0,0 1 0 0 0,0-1 0 0 0,0 1 0 0 0,0-1 0 0 0,-1 1 0 0 0,1-1 0 0 0,0 0 0 0 0,0 0 0 0 0,0 1 0 0 0,0-1 0 0 0,0 0 0 0 0,1 0 0 0 0,-1 0 0 0 0,2 0 0 0 0,0 0-2 0 0,-1 0 0 0 0,0 0 0 0 0,0 0 0 0 0,0 0 0 0 0,0 0 0 0 0,-1-1 0 0 0,1 1 1 0 0,0 0-1 0 0,0-1 0 0 0,0 0 0 0 0,0 1 0 0 0,-1-1 0 0 0,1 0 0 0 0,0 0 0 0 0,-1 0 0 0 0,4-2 0 0 0,-2 1-7 0 0,-1-1 1 0 0,1 1-1 0 0,-1-1 0 0 0,0 0 0 0 0,1 0 0 0 0,-1 0 0 0 0,3-6 1 0 0,0-3-71 0 0,0-1 1 0 0,-1 0 0 0 0,4-19-1 0 0,6-31-910 0 0,14-57-4490 0 0,-21 96-3483 0 0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0:22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1 310 9215 0 0,'2'1'3044'0'0,"-1"0"-2613"0"0,1 0 0 0 0,-1-1 0 0 0,1 1 0 0 0,-1-1 0 0 0,1 1 0 0 0,0-1 0 0 0,-1 0 0 0 0,1 1 0 0 0,0-1-1 0 0,-1 0 1 0 0,1 0 0 0 0,0 0 0 0 0,-1 0 0 0 0,3-1 0 0 0,-2 0-80 0 0,0 1 0 0 0,1-1 0 0 0,-1 0 0 0 0,0 0-1 0 0,0 0 1 0 0,0-1 0 0 0,0 1 0 0 0,4-3 0 0 0,1-3 136 0 0,0-1 0 0 0,-1 1 0 0 0,12-17 0 0 0,-8 9 403 0 0,6-6-649 0 0,-2-1 0 0 0,0-1 1 0 0,-2 0-1 0 0,0-1 0 0 0,-2 0 0 0 0,15-50 0 0 0,-25 73-232 0 0,1 0 1 0 0,-1 1-1 0 0,0-1 1 0 0,1 0-1 0 0,-1 0 0 0 0,0 1 1 0 0,0-1-1 0 0,0 0 0 0 0,0 0 1 0 0,0 1-1 0 0,0-1 0 0 0,0 0 1 0 0,0 0-1 0 0,0 1 1 0 0,0-1-1 0 0,0 0 0 0 0,0 0 1 0 0,-1 1-1 0 0,1-2 0 0 0,-1 2 22 0 0,1 0 0 0 0,-1 1 0 0 0,1-1 0 0 0,-1 0 0 0 0,1 0 0 0 0,-1 1 0 0 0,1-1 0 0 0,-1 0 0 0 0,1 1 0 0 0,-1-1 0 0 0,1 0 1 0 0,-1 1-1 0 0,1-1 0 0 0,-1 1 0 0 0,1-1 0 0 0,0 1 0 0 0,-1 0 0 0 0,-20 29 808 0 0,10-10-646 0 0,0 1-1 0 0,1 0 0 0 0,1 1 0 0 0,1 0 1 0 0,1 0-1 0 0,1 0 0 0 0,1 1 1 0 0,0 0-1 0 0,0 28 0 0 0,5-45-248 0 0,-1 0 1 0 0,2 0-1 0 0,-1 0 0 0 0,1 0 0 0 0,0 0 1 0 0,0-1-1 0 0,0 1 0 0 0,1 0 1 0 0,0 0-1 0 0,0-1 0 0 0,0 1 0 0 0,1-1 1 0 0,5 8-1 0 0,-7-12-56 0 0,0 0 0 0 0,1 1-1 0 0,-1-1 1 0 0,0 0 0 0 0,1 0 0 0 0,-1 0 0 0 0,1 0-1 0 0,-1 0 1 0 0,1-1 0 0 0,0 1 0 0 0,-1 0-1 0 0,1-1 1 0 0,0 1 0 0 0,-1-1 0 0 0,1 0 0 0 0,0 1-1 0 0,0-1 1 0 0,-1 0 0 0 0,1 0 0 0 0,0 0 0 0 0,0 0-1 0 0,-1-1 1 0 0,1 1 0 0 0,0 0 0 0 0,-1-1 0 0 0,3 0-1 0 0,3-1-611 0 0,0-1 1 0 0,-1 0-1 0 0,1 0 0 0 0,10-7 0 0 0,-11 5-84 0 0,0 0 0 0 0,0 0 1 0 0,0-1-1 0 0,0 0 0 0 0,-1 0 0 0 0,0 0 0 0 0,-1-1 1 0 0,9-13-1 0 0,24-63-4469 0 0,-26 57 4683 0 0,10-24-492 0 0,5-11 1349 0 0,-7 17 11707 0 0,-19 44-11798 0 0,4 7 2905 0 0,1 16-2758 0 0,-4-16 1035 0 0,20 121 1849 0 0,-16-91-2857 0 0,-2-23-246 0 0,0 1-1 0 0,10 27 1 0 0,-12-41-97 0 0,0-1 1 0 0,-1 1-1 0 0,1-1 0 0 0,0 0 1 0 0,0 1-1 0 0,0-1 1 0 0,0 0-1 0 0,0 0 1 0 0,0 1-1 0 0,-1-1 1 0 0,1 0-1 0 0,0 0 0 0 0,0 0 1 0 0,0 0-1 0 0,0 0 1 0 0,0 0-1 0 0,0-1 1 0 0,1 1-1 0 0,1-1-3 0 0,-1 0 0 0 0,1 0 0 0 0,-1 0 0 0 0,1 0 0 0 0,-1-1 1 0 0,1 1-1 0 0,-1-1 0 0 0,0 0 0 0 0,0 1 0 0 0,0-1 0 0 0,0 0 0 0 0,3-4 0 0 0,19-27-11 0 0,-23 31 8 0 0,62-113-97 0 0,-47 81 63 0 0,2 1 0 0 0,28-38 0 0 0,-46 71 37 0 0,0-1 1 0 0,1-1 0 0 0,0 1 0 0 0,-1 0 0 0 0,1 1 0 0 0,0-1 0 0 0,0 0 0 0 0,0 0 0 0 0,0 0 0 0 0,0 0 0 0 0,2 0 0 0 0,-2 0 6 0 0,0 1 1 0 0,0 0-1 0 0,1 0 1 0 0,-1 0 0 0 0,0 1-1 0 0,0-1 1 0 0,0 0-1 0 0,0 0 1 0 0,0 1 0 0 0,1-1-1 0 0,-1 0 1 0 0,0 1-1 0 0,0-1 1 0 0,0 1 0 0 0,0 0-1 0 0,0-1 1 0 0,0 1-1 0 0,0 0 1 0 0,0-1 0 0 0,-1 1-1 0 0,1 0 1 0 0,0 0-1 0 0,0 0 1 0 0,-1 0 0 0 0,1 0-1 0 0,0 0 1 0 0,-1 0-1 0 0,1 2 1 0 0,2 1 56 0 0,-1 0 1 0 0,0 0-1 0 0,0 1 1 0 0,0-1-1 0 0,2 9 0 0 0,48 189 627 0 0,-43-174-1321 0 0,-2-6-1548 0 0,7 33-1 0 0,-12-40 570 0 0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0:23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0 24503 0 0,'0'0'1088'0'0,"-8"2"224"0"0,1 1-992 0 0,1 4-320 0 0,-1-1 0 0 0,4 1-384 0 0</inkml:trace>
  <inkml:trace contextRef="#ctx0" brushRef="#br0" timeOffset="1">114 210 25855 0 0,'-27'32'3327'0'0,"9"-11"-205"0"0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0:27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71 658 11055 0 0,'0'0'14931'0'0,"-10"-11"-12843"0"0,8 5-1829 0 0,0 1 1 0 0,0-1-1 0 0,0 1 1 0 0,1-1-1 0 0,0 0 1 0 0,0 0-1 0 0,0 0 1 0 0,1-8-1 0 0,-1-3-49 0 0,-6-222 439 0 0,1 16-646 0 0,5 212-3 0 0,0 0 0 0 0,0 1 0 0 0,0-1 0 0 0,-1 1 0 0 0,0-1 0 0 0,-7-17 0 0 0,6 21 11 0 0,-3 18 42 0 0,4-1-53 0 0,0 0 0 0 0,0 0 0 0 0,1 0 0 0 0,0 0 0 0 0,1 0 0 0 0,0 0 0 0 0,1 0 0 0 0,0 0 0 0 0,0 0 0 0 0,4 14 0 0 0,0-8 0 0 0,0-1 0 0 0,0 0 0 0 0,2 0 0 0 0,0 0 0 0 0,16 24 0 0 0,-17-31-1 0 0,0 0 1 0 0,0-1-1 0 0,0 0 0 0 0,1 0 0 0 0,0-1 0 0 0,1 0 1 0 0,0 0-1 0 0,0 0 0 0 0,0-1 0 0 0,0 0 1 0 0,1-1-1 0 0,-1 0 0 0 0,1 0 0 0 0,0-1 1 0 0,12 2-1 0 0,-13-3-6 0 0,0-1-1 0 0,-1 0 1 0 0,1 0 0 0 0,0-1-1 0 0,1 0 1 0 0,-1 0-1 0 0,0-1 1 0 0,-1 0 0 0 0,1-1-1 0 0,0 1 1 0 0,0-1 0 0 0,0-1-1 0 0,-1 0 1 0 0,0 0-1 0 0,1 0 1 0 0,-1-1 0 0 0,0 0-1 0 0,10-8 1 0 0,-10 5-11 0 0,1 0-1 0 0,-1 0 1 0 0,-1-1-1 0 0,1 0 1 0 0,-1 0-1 0 0,-1 0 1 0 0,1-1-1 0 0,-1 0 1 0 0,7-19-1 0 0,0-5-7 0 0,10-54 0 0 0,-8 33-30 0 0,-4 12 45 0 0,-8 52 70 0 0,0 12 38 0 0,-4 45 0 0 0,4-1 0 0 0,2 1 0 0 0,14 71 0 0 0,-11-97-120 0 0,-2-10-274 0 0,1 1-1 0 0,21 59 0 0 0,-20-79-198 0 0,1 2-510 0 0,-5-6-3817 0 0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0:27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17967 0 0,'2'0'7499'0'0,"79"-22"-2595"0"0,-30 8-4855 0 0,-22 6-426 0 0,25-5-1632 0 0,-18 10-4076 0 0</inkml:trace>
  <inkml:trace contextRef="#ctx0" brushRef="#br0" timeOffset="1">51 174 19751 0 0,'0'0'903'0'0,"-1"2"-18"0"0,-2 3-449 0 0,3-4-376 0 0,0-1-1 0 0,0 0 1 0 0,0 1-1 0 0,0-1 1 0 0,0 1-1 0 0,0-1 1 0 0,0 1-1 0 0,0-1 1 0 0,0 1-1 0 0,0-1 1 0 0,1 0-1 0 0,-1 1 1 0 0,0-1-1 0 0,0 1 1 0 0,0-1-1 0 0,1 0 1 0 0,-1 1-1 0 0,0-1 0 0 0,1 1 1 0 0,-1-1-1 0 0,0 0 1 0 0,1 0-1 0 0,0 1 1 0 0,7 6 729 0 0,-5-5-621 0 0,-1-1-1 0 0,0 0 0 0 0,0-1 0 0 0,0 1 1 0 0,0 0-1 0 0,1 0 0 0 0,-1-1 0 0 0,0 0 1 0 0,1 1-1 0 0,-1-1 0 0 0,0 0 0 0 0,1 0 1 0 0,3-1-1 0 0,33-6 604 0 0,-25 4-712 0 0,10-2-635 0 0,39-14-1 0 0,-38 8-147 0 0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0:28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16583 0 0,'0'2'8784'0'0,"-1"101"-4235"0"0,2 110-3125 0 0,0-193-1573 0 0,6 58 573 0 0,-6-71-708 0 0,0-1-1 0 0,1 1 1 0 0,0 0-1 0 0,0-1 1 0 0,0 1-1 0 0,1-1 1 0 0,0 0-1 0 0,7 10 1 0 0,1-17-4524 0 0,-1-3 2656 0 0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0:28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0 20503 0 0,'-1'2'936'0'0,"-14"17"409"0"0,-5 6-1221 0 0,5 5 2141 0 0,1 2 0 0 0,-16 49 1 0 0,24-61-1887 0 0,1 0 1 0 0,1 1 0 0 0,1 0-1 0 0,1-1 1 0 0,0 31 0 0 0,3-46-360 0 0,-1 1 1 0 0,1-1-1 0 0,0 0 1 0 0,0 1-1 0 0,1-1 1 0 0,-1 0-1 0 0,1 0 1 0 0,1 0-1 0 0,-1 0 1 0 0,1 0-1 0 0,-1 0 1 0 0,6 6-1 0 0,-5-8-20 0 0,-1 0 0 0 0,1 0 0 0 0,0-1 0 0 0,0 1 0 0 0,0-1 0 0 0,0 1 0 0 0,0-1 0 0 0,0 0 0 0 0,0 0 0 0 0,1-1-1 0 0,-1 1 1 0 0,1-1 0 0 0,0 0 0 0 0,-1 0 0 0 0,1 0 0 0 0,0 0 0 0 0,0 0 0 0 0,7-1 0 0 0,0 0-62 0 0,1 0-1 0 0,0-2 1 0 0,-1 1 0 0 0,1-1-1 0 0,0-1 1 0 0,-1 0 0 0 0,0-1 0 0 0,0 0-1 0 0,0-1 1 0 0,0 0 0 0 0,15-10-1 0 0,-18 9 22 0 0,0 0-1 0 0,0-1 1 0 0,0 0-1 0 0,-1 0 1 0 0,0-1 0 0 0,0 0-1 0 0,-1 0 1 0 0,0-1-1 0 0,0 1 1 0 0,-1-1-1 0 0,0-1 1 0 0,-1 1-1 0 0,5-15 1 0 0,-6 13 31 0 0,1 0 1 0 0,-2 0-1 0 0,0 0 0 0 0,0 0 0 0 0,-1-1 0 0 0,0-13 1 0 0,-1 21 4 0 0,-1-1 0 0 0,1 0 0 0 0,-1 0 0 0 0,0 0 0 0 0,-1 1 0 0 0,1-1 0 0 0,-1 0 0 0 0,0 1 0 0 0,0-1 1 0 0,0 1-1 0 0,0 0 0 0 0,-1 0 0 0 0,0 0 0 0 0,0 0 0 0 0,0 0 0 0 0,-7-6 0 0 0,2 3-233 0 0,0 2 0 0 0,0-1 1 0 0,0 1-1 0 0,-1 1 0 0 0,1-1 0 0 0,-1 1 0 0 0,-1 1 0 0 0,1 0 0 0 0,0 0 1 0 0,-1 1-1 0 0,1 0 0 0 0,-19-1 0 0 0,27 3-787 0 0,11 8-6898 0 0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0:28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14279 0 0,'1'1'9140'0'0,"2"2"-8663"0"0,0-1 0 0 0,-1 1 0 0 0,0 0 0 0 0,1 1 0 0 0,-1-1 0 0 0,-1 0 0 0 0,1 0 0 0 0,0 1 0 0 0,-1-1 0 0 0,1 1 0 0 0,0 4 0 0 0,9 46 447 0 0,-9-45-668 0 0,12 151 722 0 0,-5-34-1288 0 0,-8-116 514 0 0,-1-9-418 0 0,1-1 0 0 0,-1 1 0 0 0,0 0 0 0 0,0-1 0 0 0,0 1 0 0 0,1-1 0 0 0,-1 1 0 0 0,0 0 0 0 0,1-1 1 0 0,-1 1-1 0 0,0-1 0 0 0,1 1 0 0 0,-1-1 0 0 0,1 1 0 0 0,-1-1 0 0 0,1 1 0 0 0,-1-1 0 0 0,1 0 0 0 0,-1 1 0 0 0,1-1 0 0 0,-1 0 1 0 0,1 1-1 0 0,-1-1 0 0 0,1 0 0 0 0,0 0 0 0 0,-1 1 0 0 0,1-1 0 0 0,0 0 0 0 0,9 1-2378 0 0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0:29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2 10591 0 0,'-9'-1'1104'0'0,"1"1"-18"0"0,0 0 0 0 0,0 0 0 0 0,0 1 0 0 0,0 1 0 0 0,0-1 0 0 0,-11 5 0 0 0,-21 9 4771 0 0,16-3-4864 0 0,8-2-269 0 0,-1 0-1 0 0,1 1 1 0 0,1 1-1 0 0,0 0 1 0 0,-18 20 0 0 0,25-24-666 0 0,1 1 1 0 0,1-1-1 0 0,-1 1 1 0 0,1 0-1 0 0,1 1 1 0 0,0-1-1 0 0,0 1 1 0 0,1 0-1 0 0,0 1 1 0 0,1-1 0 0 0,-3 12-1 0 0,6-19-62 0 0,-1 0 0 0 0,1 0 0 0 0,0 0 0 0 0,0-1 0 0 0,0 1-1 0 0,0 0 1 0 0,0 0 0 0 0,0 0 0 0 0,1 0 0 0 0,0 0 0 0 0,-1-1 0 0 0,1 1 0 0 0,0 0 0 0 0,1-1 0 0 0,-1 1 0 0 0,0 0-1 0 0,1-1 1 0 0,-1 0 0 0 0,1 1 0 0 0,2 1 0 0 0,-2-1-23 0 0,1-1 1 0 0,-1 0-1 0 0,1 0 0 0 0,0-1 0 0 0,0 1 0 0 0,0-1 1 0 0,0 1-1 0 0,0-1 0 0 0,0 0 0 0 0,0 0 1 0 0,0 0-1 0 0,1-1 0 0 0,-1 1 0 0 0,0-1 0 0 0,0 1 1 0 0,1-1-1 0 0,4-1 0 0 0,7 0-111 0 0,0-2 0 0 0,0 0 0 0 0,-1 0 0 0 0,1-1 0 0 0,-1-1 0 0 0,0-1 0 0 0,0 0 0 0 0,18-11 0 0 0,-1-2-227 0 0,0-1 1 0 0,36-32-1 0 0,-57 44 326 0 0,0 0 1 0 0,0-2-1 0 0,0 1 0 0 0,-1-1 1 0 0,0 0-1 0 0,-1-1 0 0 0,11-20 1 0 0,-16 24 96 0 0,-2 6 857 0 0,-2 0-843 0 0,0 1 0 0 0,-1 0 0 0 0,1-1 0 0 0,0 1 0 0 0,0 0 0 0 0,-1 0 0 0 0,1 0 0 0 0,0 0 0 0 0,0 0 0 0 0,-1 0 0 0 0,0 1 0 0 0,-4 1-50 0 0,1 1 0 0 0,0 0 0 0 0,1 0 1 0 0,-1 1-1 0 0,0-1 0 0 0,1 1 0 0 0,0 0 0 0 0,0 0 0 0 0,0 0 0 0 0,0 1 1 0 0,1 0-1 0 0,0-1 0 0 0,-6 11 0 0 0,7-11-11 0 0,0 0 0 0 0,1 1 0 0 0,-1-1 0 0 0,1 0 0 0 0,0 0-1 0 0,0 1 1 0 0,1-1 0 0 0,-1 1 0 0 0,1-1 0 0 0,0 1 0 0 0,0-1 0 0 0,0 1 0 0 0,1-1 0 0 0,-1 0 0 0 0,1 1-1 0 0,0-1 1 0 0,0 0 0 0 0,1 1 0 0 0,2 4 0 0 0,-4-8-11 0 0,0 0 0 0 0,1 0 0 0 0,-1 0 0 0 0,1 0 0 0 0,0 0 0 0 0,-1 0 0 0 0,1 0 0 0 0,0 0 0 0 0,0 0 0 0 0,-1 0 0 0 0,1-1 0 0 0,0 1 0 0 0,0 0 0 0 0,0 0 0 0 0,0-1 0 0 0,0 1 0 0 0,0-1 0 0 0,0 1 0 0 0,0-1 0 0 0,0 1 0 0 0,0-1 0 0 0,2 1 0 0 0,1 0 0 0 0,-1 0-12 0 0,0 0 0 0 0,0-1 1 0 0,0 1-1 0 0,1-1 0 0 0,-1 0 0 0 0,0 0 0 0 0,1 0 1 0 0,-1 0-1 0 0,0 0 0 0 0,0-1 0 0 0,1 1 1 0 0,-1-1-1 0 0,0 0 0 0 0,0 0 0 0 0,0 0 0 0 0,0-1 1 0 0,0 1-1 0 0,0-1 0 0 0,0 1 0 0 0,3-4 0 0 0,7-4-84 0 0,-1 0-1 0 0,20-21 1 0 0,-24 21 71 0 0,-1 1 0 0 0,0-1 0 0 0,0-1 1 0 0,-1 1-1 0 0,0-1 0 0 0,-1 0 1 0 0,0 0-1 0 0,6-19 0 0 0,-9 22 41 0 0,-1 6 445 0 0,-2 1-427 0 0,0 0 0 0 0,0 0 0 0 0,0 0 0 0 0,0 0 0 0 0,0 0 1 0 0,0 1-1 0 0,0-1 0 0 0,0 0 0 0 0,0 1 0 0 0,0-1 0 0 0,0 0 0 0 0,1 1 0 0 0,-1-1 0 0 0,0 1 0 0 0,0 0 0 0 0,0-1 0 0 0,1 1 0 0 0,-1 0 0 0 0,0-1 0 0 0,1 1 0 0 0,-1 0 0 0 0,0 0 0 0 0,1-1 0 0 0,-1 1 0 0 0,1 0 0 0 0,-1 0 0 0 0,1 0 0 0 0,0 0 0 0 0,-1 1 0 0 0,-1 3 15 0 0,0 0 0 0 0,1-1 1 0 0,-1 1-1 0 0,0 8 0 0 0,1-2-24 0 0,0-1-1 0 0,1 1 1 0 0,1 0-1 0 0,-1 0 1 0 0,2-1-1 0 0,2 13 1 0 0,23 62 183 0 0,-11-39-164 0 0,-7-18-35 0 0,1 0 54 0 0,-1 1 0 0 0,8 50 0 0 0,-16-71-50 0 0,0 0-1 0 0,-1 0 0 0 0,0 0 1 0 0,0 0-1 0 0,0 0 0 0 0,-1 0 1 0 0,-1 0-1 0 0,1-1 1 0 0,-1 1-1 0 0,0 0 0 0 0,-1-1 1 0 0,0 1-1 0 0,0-1 0 0 0,-1 0 1 0 0,-5 8-1 0 0,5-9 26 0 0,-1 0 0 0 0,-1 0 1 0 0,1-1-1 0 0,-1 0 0 0 0,0 0 0 0 0,0 0 1 0 0,0-1-1 0 0,-1 0 0 0 0,1 0 0 0 0,-1-1 1 0 0,0 0-1 0 0,0 0 0 0 0,-1 0 0 0 0,1-1 1 0 0,0 0-1 0 0,-1-1 0 0 0,0 1 0 0 0,-12-1 0 0 0,4 0-254 0 0,0-1-1 0 0,0 0 0 0 0,-17-4 0 0 0,9 0-1936 0 0,-29-9 0 0 0,40 9-7900 0 0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0:30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21999 0 0,'0'0'1995'0'0,"0"2"-1581"0"0,0 4-184 0 0,0 1-1 0 0,1-1 0 0 0,-1 1 1 0 0,1-1-1 0 0,0 1 0 0 0,3 7 1 0 0,1 8 368 0 0,56 318 2698 0 0,-59-330-3279 0 0,1 6 58 0 0,-1 1 1 0 0,0 26-1 0 0,-3-43-72 0 0,0 1 0 0 0,1-1 1 0 0,-1 1-1 0 0,0-1 0 0 0,0 0 0 0 0,1 0 0 0 0,-1 1 1 0 0,0-1-1 0 0,0 0 0 0 0,1 0 0 0 0,-1 0 0 0 0,0 0 1 0 0,0 0-1 0 0,0 0 0 0 0,1 0 0 0 0,-1 0 0 0 0,0 0 1 0 0,0 0-1 0 0,0-1 0 0 0,-1 1-6 0 0,1-1 0 0 0,-1 0 0 0 0,1 0 1 0 0,0 0-1 0 0,-1-1 0 0 0,1 1 0 0 0,0 0 0 0 0,0 0 0 0 0,0-1 1 0 0,0 1-1 0 0,0 0 0 0 0,0-1 0 0 0,0 1 0 0 0,1-1 0 0 0,-1 0 0 0 0,0 1 1 0 0,1-1-1 0 0,-1 1 0 0 0,1-1 0 0 0,0 0 0 0 0,-1-2 0 0 0,0-5-23 0 0,0 1 0 0 0,1-17 0 0 0,2 4-8 0 0,0 0 1 0 0,2 0-1 0 0,0 1 0 0 0,2-1 1 0 0,10-26-1 0 0,-5 20-12 0 0,1 0 0 0 0,1 2-1 0 0,24-34 1 0 0,-32 50 33 0 0,2 0 0 0 0,-1 1 0 0 0,1-1 0 0 0,1 1 1 0 0,-1 1-1 0 0,1 0 0 0 0,0 0 0 0 0,19-11 0 0 0,-26 17 217 0 0,-2 11 15 0 0,-3 10 24 0 0,-2 0 0 0 0,0 0 0 0 0,-18 37 0 0 0,0 0 41 0 0,17-37-199 0 0,-2 1 10 0 0,2 1 0 0 0,0-1 0 0 0,1 1 1 0 0,-5 44-1 0 0,11-62-88 0 0,0 0 1 0 0,0 0-1 0 0,1 0 0 0 0,-1 0 1 0 0,1 0-1 0 0,0 0 0 0 0,0 0 1 0 0,0 0-1 0 0,0 0 0 0 0,1-1 1 0 0,0 1-1 0 0,-1 0 0 0 0,1-1 1 0 0,1 0-1 0 0,-1 1 0 0 0,0-1 1 0 0,1 0-1 0 0,0 0 0 0 0,-1 0 1 0 0,1 0-1 0 0,1-1 0 0 0,-1 1 1 0 0,0-1-1 0 0,7 4 0 0 0,-3-3-6 0 0,-1 0 0 0 0,1-1 0 0 0,-1 1 0 0 0,1-1 0 0 0,0-1 0 0 0,0 1 0 0 0,-1-1 0 0 0,1 0-1 0 0,0-1 1 0 0,0 0 0 0 0,0 0 0 0 0,0 0 0 0 0,12-3 0 0 0,-2-2-393 0 0,1-1-1 0 0,-1 0 1 0 0,0-1-1 0 0,-1-1 1 0 0,0 0-1 0 0,0-1 1 0 0,-1-1 0 0 0,17-14-1 0 0,-10 3-2380 0 0,-1 0-6634 0 0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0:31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13359 0 0,'2'0'9369'0'0,"5"2"-8468"0"0,0 0 0 0 0,0-1-1 0 0,0 0 1 0 0,0 0 0 0 0,1-1-1 0 0,8 0 1 0 0,46-7 157 0 0,-41 4-3227 0 0,28-1-1 0 0</inkml:trace>
  <inkml:trace contextRef="#ctx0" brushRef="#br0" timeOffset="1">73 175 14279 0 0,'0'0'7203'0'0,"0"1"-6968"0"0,0-1-1 0 0,0 0 1 0 0,0 1 0 0 0,0-1 0 0 0,0 1 0 0 0,0-1-1 0 0,0 1 1 0 0,0-1 0 0 0,0 0 0 0 0,0 1-1 0 0,0-1 1 0 0,0 1 0 0 0,0-1 0 0 0,0 1 0 0 0,0-1-1 0 0,1 0 1 0 0,-1 1 0 0 0,0-1 0 0 0,0 1-1 0 0,0-1 1 0 0,1 0 0 0 0,-1 1 0 0 0,8 0-132 0 0,1-1 0 0 0,-1 1 1 0 0,1-2-1 0 0,-1 1 0 0 0,0-1 0 0 0,0-1 1 0 0,16-4-1 0 0,-8 1-910 0 0,-1-1 0 0 0,0 0-1 0 0,17-12 1 0 0,-11 6-753 0 0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0:31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8 11975 0 0,'0'0'15141'0'0,"2"0"-14238"0"0,46-5 259 0 0,48 2 0 0 0,-69 5-1117 0 0,-1 2-14 0 0,-24-4-25 0 0,-1 0 1 0 0,0 0-1 0 0,0 1 0 0 0,0-1 0 0 0,1 0 1 0 0,-1 0-1 0 0,0 1 0 0 0,0-1 1 0 0,0 1-1 0 0,0-1 0 0 0,0 1 0 0 0,0 0 1 0 0,0-1-1 0 0,0 1 0 0 0,0 0 1 0 0,0 0-1 0 0,0 0 0 0 0,0 0 0 0 0,0 0 1 0 0,-1 0-1 0 0,1 0 0 0 0,0 0 1 0 0,-1 0-1 0 0,1 0 0 0 0,-1 0 0 0 0,1 0 1 0 0,-1 0-1 0 0,1 0 0 0 0,-1 0 1 0 0,0 1-1 0 0,0-1 0 0 0,0 0 0 0 0,1 0 1 0 0,-1 1-1 0 0,0-1 0 0 0,0 0 1 0 0,-1 0-1 0 0,1 0 0 0 0,0 1 0 0 0,-1 1 1 0 0,0 2 47 0 0,0 0 0 0 0,-1 1 1 0 0,0-1-1 0 0,0 0 0 0 0,0 0 0 0 0,-1 0 1 0 0,-3 5-1 0 0,-167 220 917 0 0,153-204-795 0 0,-26 44 0 0 0,45-69-123 0 0,2 0-50 0 0,-1 0 0 0 0,0 0-1 0 0,0-1 1 0 0,1 1 0 0 0,-1 0 0 0 0,0 0 0 0 0,1-1-1 0 0,-1 1 1 0 0,1 0 0 0 0,-1-1 0 0 0,1 1-1 0 0,-1-1 1 0 0,1 1 0 0 0,-1 0 0 0 0,1-1 0 0 0,0 1-1 0 0,-1-1 1 0 0,1 0 0 0 0,0 1 0 0 0,-1-1-1 0 0,1 1 1 0 0,0-1 0 0 0,0 0 0 0 0,1 1 0 0 0,19 5-9 0 0,-13-5 6 0 0,-1 0 0 0 0,1 0 0 0 0,-1-1 0 0 0,1 0 0 0 0,0-1 0 0 0,12-2 0 0 0,44-13 0 0 0,-56 14 0 0 0,30-9-1105 0 0,0-2-1 0 0,46-23 1 0 0,-58 24-1960 0 0,-13 5 1350 0 0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0:32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86 7367 0 0,'0'0'667'0'0,"-3"-15"-534"0"0,1 2 1200 0 0,-1-6 6965 0 0,1-2 1088 0 0,-1 6-6196 0 0,-5 12-2637 0 0,5 3-510 0 0,1 0 0 0 0,-1 0 1 0 0,1 0-1 0 0,-1 0 0 0 0,1 1 0 0 0,-1-1 0 0 0,1 1 0 0 0,0 0 1 0 0,-1-1-1 0 0,1 1 0 0 0,0 0 0 0 0,-1 0 0 0 0,1 0 0 0 0,0 1 1 0 0,0-1-1 0 0,0 0 0 0 0,0 1 0 0 0,0 0 0 0 0,-2 2 0 0 0,-5 5 56 0 0,0 0 0 0 0,-11 14 0 0 0,17-18-71 0 0,-4 3 21 0 0,0 1 0 0 0,1 1 0 0 0,0-1 0 0 0,-8 19 0 0 0,13-26-48 0 0,1 0 0 0 0,-1-1 0 0 0,0 1 0 0 0,1 0 0 0 0,-1 0 0 0 0,1 0-1 0 0,0 0 1 0 0,-1 0 0 0 0,1 0 0 0 0,0 0 0 0 0,0 0 0 0 0,0 0 0 0 0,1 0 0 0 0,-1 0 0 0 0,0 0 0 0 0,1 0 0 0 0,0 0-1 0 0,-1 0 1 0 0,1 0 0 0 0,0 0 0 0 0,0 0 0 0 0,0-1 0 0 0,0 1 0 0 0,0 0 0 0 0,0-1 0 0 0,0 1 0 0 0,1 0 0 0 0,-1-1-1 0 0,1 0 1 0 0,-1 1 0 0 0,1-1 0 0 0,-1 0 0 0 0,4 2 0 0 0,-1-1-13 0 0,1 0 1 0 0,-1-1-1 0 0,0 0 0 0 0,1 1 1 0 0,-1-1-1 0 0,0-1 0 0 0,1 1 1 0 0,-1-1-1 0 0,1 0 1 0 0,-1 0-1 0 0,1 0 0 0 0,-1 0 1 0 0,9-3-1 0 0,0 1-32 0 0,-1-2 0 0 0,1 0 0 0 0,17-8 0 0 0,-23 9 34 0 0,1-1-1 0 0,-1 0 1 0 0,1-1-1 0 0,-1 1 0 0 0,0-2 1 0 0,-1 1-1 0 0,0-1 1 0 0,7-6-1 0 0,-11 9 10 0 0,0 0 0 0 0,0 1 0 0 0,0-1 0 0 0,0 0 0 0 0,0 0 0 0 0,-1 0 0 0 0,1 0 0 0 0,-1 0 0 0 0,0-1 0 0 0,0 1 0 0 0,0 0 1 0 0,0-1-1 0 0,-1 1 0 0 0,1 0 0 0 0,-1-1 0 0 0,0 1 0 0 0,0-1 0 0 0,0 1 0 0 0,-1-1 0 0 0,1 1 0 0 0,-1 0 0 0 0,-1-5 0 0 0,1 5-43 0 0,1 1 1 0 0,-1 0-1 0 0,0-1 1 0 0,0 1-1 0 0,0 0 0 0 0,-1 0 1 0 0,1 0-1 0 0,-1 0 1 0 0,1 0-1 0 0,-1 0 0 0 0,1 0 1 0 0,-1 1-1 0 0,0-1 0 0 0,0 0 1 0 0,0 1-1 0 0,0 0 1 0 0,0-1-1 0 0,0 1 0 0 0,0 0 1 0 0,-1 0-1 0 0,1 0 1 0 0,0 0-1 0 0,-1 1 0 0 0,1-1 1 0 0,0 1-1 0 0,-1-1 1 0 0,1 1-1 0 0,-1 0 0 0 0,1 0 1 0 0,-6 0-1 0 0,5 0-197 0 0,-1 0-1 0 0,0 1 1 0 0,0-1-1 0 0,0 1 1 0 0,0 0 0 0 0,0 0-1 0 0,1 1 1 0 0,-1-1-1 0 0,0 1 1 0 0,-4 2 0 0 0,-18 15-8544 0 0,11-6 513 0 0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0:32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7 9671 0 0,'5'-6'12064'0'0,"-7"6"-11572"0"0,0 0 0 0 0,0 0-1 0 0,0 1 1 0 0,0-1 0 0 0,0 1 0 0 0,-1 0 0 0 0,-1 1-1 0 0,-25 15 1154 0 0,25-15-1273 0 0,-13 10 116 0 0,0 1 0 0 0,2 0 0 0 0,-1 1 0 0 0,2 1 0 0 0,0 1 0 0 0,0-1 0 0 0,2 2 0 0 0,-13 20 0 0 0,23-33-474 0 0,0 0 0 0 0,0 1 1 0 0,0-1-1 0 0,0 0 0 0 0,1 0 0 0 0,-2 7 1 0 0,4-1 11 0 0,-1-9-36 0 0,1 0 0 0 0,-1 0 0 0 0,1 0 0 0 0,-1 0 0 0 0,1 0 0 0 0,0 0 0 0 0,0 0 0 0 0,-1 0 0 0 0,1 0 0 0 0,0 0 0 0 0,0 0 1 0 0,0-1-1 0 0,0 1 0 0 0,0 0 0 0 0,0-1 0 0 0,0 1 0 0 0,0 0 0 0 0,1-1 0 0 0,0 1 0 0 0,1 0-25 0 0,0 0 0 0 0,0-1-1 0 0,0 1 1 0 0,0-1 0 0 0,0 0 0 0 0,1 0 0 0 0,3 0 0 0 0,3-2-123 0 0,0 1-1 0 0,0-1 0 0 0,17-7 1 0 0,-15 4-113 0 0,0 0-1 0 0,-1-1 1 0 0,0 0 0 0 0,0-1 0 0 0,16-13 0 0 0,-3-2-2810 0 0,-1-1-3800 0 0,-7 4-1533 0 0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0:32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 21423 0 0,'0'0'3931'0'0,"2"0"-3426"0"0,23-5 1 0 0,0-1 0 0 0,0-1 0 0 0,43-19 0 0 0,-9 4-62 0 0,-39 15-248 0 0,22-4 0 0 0,-41 10-36 0 0,13 11 673 0 0,-11-6-691 0 0,-1-1 0 0 0,0 1 0 0 0,0 0-1 0 0,0 0 1 0 0,-1-1 0 0 0,1 1 0 0 0,-1 0-1 0 0,0 0 1 0 0,0 0 0 0 0,0 7 0 0 0,0 4 195 0 0,-1 24 0 0 0,0-4-111 0 0,-1 27-152 0 0,-10 82-1 0 0,2-85-1361 0 0,8-58 551 0 0</inkml:trace>
  <inkml:trace contextRef="#ctx0" brushRef="#br0" timeOffset="1">77 260 24103 0 0,'0'0'2665'0'0,"2"1"-2111"0"0,5 1-357 0 0,0 0 1 0 0,1 0 0 0 0,-1 0-1 0 0,1-1 1 0 0,0 0 0 0 0,-1-1-1 0 0,1 0 1 0 0,0 0-1 0 0,13-2 1 0 0,10-3 863 0 0,31-9 0 0 0,-45 9-970 0 0,64-19-1137 0 0,26-7-1308 0 0,-37 13 519 0 0,-12-1-18 0 0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0:33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0 7831 0 0,'0'0'603'0'0,"-1"2"-396"0"0,-2 7 7308 0 0,0-2-5084 0 0,2 0-1178 0 0,0 0 0 0 0,0 0 1 0 0,0 0-1 0 0,1 0 0 0 0,0-1 0 0 0,1 11 0 0 0,10 43 630 0 0,-3-15-1009 0 0,6 83 157 0 0,-2-52-963 0 0,-12-75-215 0 0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0:33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1 7367 0 0,'0'0'334'0'0,"0"1"-1"0"0,0 6-213 0 0,-5 20 13745 0 0,1-19-9579 0 0,-4-2-3696 0 0,5-4-399 0 0,-1 0 0 0 0,0-1 0 0 0,1 1-1 0 0,-1-1 1 0 0,0 0 0 0 0,0 0 0 0 0,0-1 0 0 0,0 1-1 0 0,0-1 1 0 0,0 0 0 0 0,0 0 0 0 0,-5 0 0 0 0,3 0-57 0 0,-1-1-144 0 0,0 1 1 0 0,0-1-1 0 0,0 0 1 0 0,0-1-1 0 0,0 1 0 0 0,0-1 1 0 0,1-1-1 0 0,-1 1 1 0 0,1-1-1 0 0,-1-1 1 0 0,1 1-1 0 0,-7-6 1 0 0,13 9-175 0 0,-1 0 1 0 0,1-1-1 0 0,-1 1 1 0 0,1-1-1 0 0,-1 1 1 0 0,1-1-1 0 0,-1 1 1 0 0,1-1-1 0 0,0 0 1 0 0,-1 1-1 0 0,1-1 1 0 0,0 1-1 0 0,0-1 1 0 0,-1 0-1 0 0,1 1 1 0 0,0-1-1 0 0,0 1 1 0 0,0-1-1 0 0,0 0 1 0 0,0 1-1 0 0,0-1 1 0 0,0-1-1 0 0,0 2 51 0 0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0:34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2 8287 0 0,'0'0'639'0'0,"-1"0"-415"0"0,-4-1 332 0 0,3 0 407 0 0,1 1 0 0 0,-1 0 0 0 0,1 0-1 0 0,-1 0 1 0 0,1 0 0 0 0,-1 0 0 0 0,1 0 0 0 0,0 1 0 0 0,-1-1 0 0 0,1 0-1 0 0,-1 1 1 0 0,1-1 0 0 0,0 1 0 0 0,-3 0 0 0 0,2 1-321 0 0,0-1 1 0 0,0 1-1 0 0,0 0 1 0 0,0-1-1 0 0,0 1 1 0 0,0 0-1 0 0,-2 3 0 0 0,-2 4-765 0 0,0 0-1 0 0,1 1 0 0 0,-5 11 0 0 0,4-7 1531 0 0,-21 48-1016 0 0,2 2 0 0 0,-18 78 0 0 0,-4 10-1298 0 0,35-105-2739 0 0,11-40 177 0 0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0:34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0 5527 0 0,'0'0'250'0'0,"-10"14"100"0"0,7-5 2602 0 0,-1-1-1 0 0,1 2 0 0 0,1-1 0 0 0,0 0 0 0 0,0 0 0 0 0,0 15 1 0 0,-4 14-1024 0 0,-5 12-661 0 0,4-23-1199 0 0,1 0 0 0 0,2 0 1 0 0,-2 35-1 0 0,10-28-2455 0 0,-3-33 2179 0 0,-1 0-1 0 0,1 0 1 0 0,0-1-1 0 0,-1 1 1 0 0,1 0-1 0 0,0-1 1 0 0,0 1 0 0 0,-1 0-1 0 0,1-1 1 0 0,0 1-1 0 0,0-1 1 0 0,0 1-1 0 0,0-1 1 0 0,-1 0-1 0 0,1 1 1 0 0,0-1 0 0 0,0 0-1 0 0,0 0 1 0 0,0 1-1 0 0,1-1 1 0 0,8-1-2187 0 0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0:35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18 16007 0 0,'0'0'731'0'0,"0"-1"-10"0"0,-1 0-574 0 0,1 0 0 0 0,-1 0 0 0 0,0 0 0 0 0,1 0 0 0 0,-1 0 0 0 0,0 0 0 0 0,0 0 0 0 0,0 0-1 0 0,0 0 1 0 0,0 1 0 0 0,0-1 0 0 0,0 0 0 0 0,0 1 0 0 0,0-1 0 0 0,0 0 0 0 0,0 1 0 0 0,0 0 0 0 0,0-1 0 0 0,-1 1-1 0 0,1 0 1 0 0,0-1 0 0 0,-2 1 0 0 0,0 0 347 0 0,0 0-1 0 0,0 0 1 0 0,0 0-1 0 0,-1 1 1 0 0,-3 1-1 0 0,6-2-534 0 0,-8 3 542 0 0,0 0 0 0 0,1 0 0 0 0,0 1 0 0 0,0 0 0 0 0,0 0 0 0 0,0 1 0 0 0,1 0 0 0 0,-12 11 0 0 0,-1 2 130 0 0,-27 35-1 0 0,38-42-471 0 0,-14 21-1 0 0,21-28-151 0 0,0-1-1 0 0,0 0 1 0 0,1 1 0 0 0,-1 0 0 0 0,1-1 0 0 0,0 1 0 0 0,0 0 0 0 0,0-1-1 0 0,0 1 1 0 0,1 0 0 0 0,-1 7 0 0 0,4 2-49 0 0,0-10 12 0 0,-1-1 9 0 0,1 0-29 0 0,0 1 0 0 0,0-1 0 0 0,0 0 0 0 0,0 1 0 0 0,0-1 0 0 0,1-1 0 0 0,-1 1 0 0 0,1 0 0 0 0,-1-1 1 0 0,1 0-1 0 0,-1 0 0 0 0,1 0 0 0 0,0 0 0 0 0,0 0 0 0 0,-1-1 0 0 0,1 0 0 0 0,0 0 0 0 0,0 0 0 0 0,0 0 0 0 0,4-1 1 0 0,5-1-225 0 0,0-1 1 0 0,0 0 0 0 0,0-1-1 0 0,19-9 1 0 0,-21 8 81 0 0,0 0 0 0 0,-1-1 0 0 0,0-1 0 0 0,0 0-1 0 0,0 0 1 0 0,11-12 0 0 0,-15 13 76 0 0,0 0 0 0 0,-1 0-1 0 0,1-1 1 0 0,-1 0 0 0 0,-1 0-1 0 0,1 0 1 0 0,-1-1 0 0 0,-1 1-1 0 0,6-16 1 0 0,-7 8 127 0 0,-2 13 338 0 0,-8-3 652 0 0,6 5-921 0 0,1 0 0 0 0,-1-1-1 0 0,0 1 1 0 0,1 0 0 0 0,-1 0-1 0 0,0 0 1 0 0,1 1 0 0 0,-1-1-1 0 0,0 0 1 0 0,1 0 0 0 0,-1 1-1 0 0,1-1 1 0 0,-1 1 0 0 0,0 0-1 0 0,1-1 1 0 0,-1 1 0 0 0,1 0-1 0 0,0 0 1 0 0,-1 0 0 0 0,-1 1-1 0 0,1 1-2 0 0,0-1 0 0 0,0 1 0 0 0,0 0 0 0 0,0-1 0 0 0,0 1 0 0 0,0 0 0 0 0,1 0-1 0 0,-1 0 1 0 0,-1 7 0 0 0,1-5-35 0 0,1 1 1 0 0,0-1-1 0 0,0 1 0 0 0,0-1 0 0 0,1 1 1 0 0,0 0-1 0 0,0-1 0 0 0,0 1 0 0 0,0-1 0 0 0,1 1 1 0 0,0 0-1 0 0,3 7 0 0 0,6 8 33 0 0,23 34 0 0 0,-21-36-81 0 0,1 2 6 0 0,-5-11 0 0 0,-1 1 0 0 0,-1 0 0 0 0,0 0 0 0 0,7 19 0 0 0,-12-26 0 0 0,0-1 0 0 0,-1 1 0 0 0,1 0 0 0 0,0 0 0 0 0,-1-1 0 0 0,0 1 0 0 0,0 0 0 0 0,0 0 0 0 0,-1 0 0 0 0,1 0 0 0 0,-1-1 0 0 0,0 1 0 0 0,0 0 0 0 0,0 0 0 0 0,0-1 0 0 0,-1 1 0 0 0,1-1 0 0 0,-1 1 0 0 0,-4 5 0 0 0,2-3 28 0 0,-1 0 1 0 0,0 0-1 0 0,0-1 0 0 0,-1 0 1 0 0,0 0-1 0 0,0 0 0 0 0,0 0 1 0 0,0-1-1 0 0,0 0 0 0 0,-9 4 0 0 0,10-6-151 0 0,-1 0-1 0 0,1 0 0 0 0,0 0 1 0 0,0-1-1 0 0,-1 0 0 0 0,1 0 1 0 0,-1 0-1 0 0,1-1 0 0 0,-1 0 1 0 0,1 0-1 0 0,0 0 0 0 0,-1-1 0 0 0,1 1 1 0 0,-10-4-1 0 0,14 4-13 0 0,0 0 0 0 0,1 0 1 0 0,-1 0-1 0 0,0-1 0 0 0,0 1 0 0 0,1 0 0 0 0,-1-1 1 0 0,0 1-1 0 0,1-1 0 0 0,-1 1 0 0 0,0-1 0 0 0,1 1 1 0 0,-1-1-1 0 0,1 1 0 0 0,-1-1 0 0 0,1 0 1 0 0,-1 1-1 0 0,1-1 0 0 0,-1-1 0 0 0,-4-6-2151 0 0</inkml:trace>
  <inkml:trace contextRef="#ctx0" brushRef="#br0" timeOffset="1">371 196 11055 0 0,'0'0'852'0'0,"1"0"-173"0"0,36-19 9303 0 0,-5 4-7187 0 0,58-27-1123 0 0,-30 22-5757 0 0,-54 17 2172 0 0,13-10-21 0 0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0:35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0 20095 0 0,'0'0'1826'0'0,"0"2"-1504"0"0,4 79 5751 0 0,-2-37-4820 0 0,-3 51 0 0 0,0-80-1156 0 0,-5 56 77 0 0,5-61-238 0 0,-1 0 1 0 0,0-1-1 0 0,-1 1 0 0 0,0-1 1 0 0,-5 10-1 0 0,7-18-229 0 0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0:35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1 20759 0 0,'0'0'1884'0'0,"-2"0"-1549"0"0,-1 2 24 0 0,-1 1 0 0 0,0-1 1 0 0,0 1-1 0 0,1 0 0 0 0,-1 0 0 0 0,1 0 1 0 0,0 0-1 0 0,0 0 0 0 0,-4 7 0 0 0,-4 3 523 0 0,-32 31 1119 0 0,-25 29-351 0 0,63-67-1549 0 0,2-3-47 0 0,0 1 1 0 0,0 0-1 0 0,0 0 1 0 0,1 0-1 0 0,-1 0 1 0 0,1 0-1 0 0,0 1 1 0 0,0-1-1 0 0,0 1 1 0 0,-1 7-1 0 0,4-11-44 0 0,-1 0 1 0 0,1 1-1 0 0,0-1 0 0 0,-1 0 1 0 0,1 0-1 0 0,0 1 0 0 0,0-1 1 0 0,0 0-1 0 0,-1 0 0 0 0,1 0 1 0 0,0 0-1 0 0,2 1 0 0 0,-2-1-4 0 0,2 1-6 0 0,-1 0 0 0 0,1 0 0 0 0,0 0 0 0 0,-1-1 0 0 0,1 1 0 0 0,0-1 0 0 0,0 0 0 0 0,0 0 0 0 0,0 0 0 0 0,0 0 0 0 0,0 0 0 0 0,6 0 0 0 0,5 1 0 0 0,24-2 0 0 0,-11 0 0 0 0,-11 0 15 0 0,0-1 0 0 0,25-4 0 0 0,7-1-708 0 0,-14 1-1824 0 0,-24 2 530 0 0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0:37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263 100 8751 0 0,'0'0'399'0'0,"0"-16"154"0"0,0 11-351 0 0,1 0 900 0 0,0 0-1 0 0,-1 0 0 0 0,0 0 1 0 0,0 0-1 0 0,0 0 1 0 0,0 0-1 0 0,-1 0 0 0 0,0 0 1 0 0,0 0-1 0 0,-3-7 1 0 0,3 11-944 0 0,1 0 0 0 0,-1-1 0 0 0,0 1 0 0 0,0 0 0 0 0,0 0 0 0 0,0 0 0 0 0,-1 0 0 0 0,1 0 0 0 0,0 0 1 0 0,0 0-1 0 0,0 1 0 0 0,-1-1 0 0 0,1 0 0 0 0,-1 1 0 0 0,1-1 0 0 0,0 1 0 0 0,-1-1 0 0 0,1 1 1 0 0,-1 0-1 0 0,1 0 0 0 0,-1-1 0 0 0,-1 1 0 0 0,-2 0 67 0 0,0 0 0 0 0,0 1 1 0 0,-1-1-1 0 0,-7 2 0 0 0,5 1-79 0 0,0-1-1 0 0,0 2 1 0 0,0-1-1 0 0,0 1 1 0 0,0 0-1 0 0,1 0 1 0 0,-1 1-1 0 0,1 0 1 0 0,0 1-1 0 0,1 0 1 0 0,0 0-1 0 0,0 0 1 0 0,-8 10 0 0 0,3-2-19 0 0,1 1 0 0 0,0 1 0 0 0,1-1 0 0 0,1 1 0 0 0,-9 25 0 0 0,12-30-83 0 0,2 1 0 0 0,0-1 0 0 0,0 1 0 0 0,1 0 0 0 0,0-1 0 0 0,1 1 0 0 0,0 15 0 0 0,1-23-41 0 0,1 0-1 0 0,-1 0 0 0 0,1 0 0 0 0,0 0 0 0 0,-1 0 0 0 0,2 0 0 0 0,-1-1 1 0 0,0 1-1 0 0,1 0 0 0 0,0-1 0 0 0,0 1 0 0 0,0-1 0 0 0,0 0 0 0 0,0 1 1 0 0,1-1-1 0 0,0 0 0 0 0,-1-1 0 0 0,1 1 0 0 0,0 0 0 0 0,0-1 0 0 0,0 1 0 0 0,1-1 1 0 0,-1 0-1 0 0,1 0 0 0 0,5 2 0 0 0,-2-2-7 0 0,0 0-1 0 0,1 0 1 0 0,-1-1-1 0 0,1 0 1 0 0,0 0-1 0 0,-1-1 1 0 0,1 0-1 0 0,0 0 1 0 0,-1-1-1 0 0,11-2 1 0 0,2-1-79 0 0,-1-1 0 0 0,33-12 0 0 0,-44 13 49 0 0,1 0-1 0 0,-1 0 1 0 0,0-1-1 0 0,0 0 1 0 0,-1-1-1 0 0,14-12 1 0 0,27-21 12 0 0,-47 38 151 0 0,6 16 228 0 0,-3-5-206 0 0,3 11 259 0 0,-1-3-152 0 0,0 1 0 0 0,2-1 0 0 0,14 27 0 0 0,-21-43-251 0 0,6 10 42 0 0,1 0-1 0 0,0-1 0 0 0,1 1 0 0 0,19 18 1 0 0,-26-29-6 0 0,5 0-31 0 0,3-1-11 0 0,-10 0 0 0 0,1 0 0 0 0,0 0 0 0 0,-1 0 0 0 0,1 0 0 0 0,0 0 0 0 0,-1 0 0 0 0,1-1 0 0 0,0 1 0 0 0,-1 0 0 0 0,1 0 0 0 0,-1 0 0 0 0,1-1 0 0 0,0 1 0 0 0,-1 0 0 0 0,1-1 0 0 0,-1 1 0 0 0,1 0 0 0 0,-1-1 0 0 0,1 1 0 0 0,-1-1 0 0 0,1 1 0 0 0,-1-1 0 0 0,1 1 0 0 0,0-1 0 0 0,0-1 0 0 0,1 0-54 0 0,1 0 0 0 0,-1-1 0 0 0,0 1 0 0 0,0 0 0 0 0,0-1 0 0 0,0 1 0 0 0,0-1 0 0 0,-1 0 0 0 0,1 0 0 0 0,-1 1 0 0 0,0-1 0 0 0,0 0 0 0 0,0 0 0 0 0,0 0 0 0 0,0 0 0 0 0,0-1 0 0 0,0-5 0 0 0,2-10-471 0 0,10-21-4462 0 0,-8 24 51 0 0,3-10-3836 0 0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0:37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14279 0 0,'0'0'13572'0'0,"2"0"-12764"0"0,13 2-262 0 0,1-2-1 0 0,-1 0 1 0 0,22-2 0 0 0,13-1-682 0 0,-1 3-977 0 0,-15 0-4624 0 0</inkml:trace>
  <inkml:trace contextRef="#ctx0" brushRef="#br0" timeOffset="1">57 182 6447 0 0,'0'0'14604'0'0,"2"1"-13630"0"0,1 1-807 0 0,0-1 1 0 0,0 0 0 0 0,0 0-1 0 0,1-1 1 0 0,-1 1 0 0 0,0 0 0 0 0,0-1-1 0 0,1 0 1 0 0,-1 0 0 0 0,0 0-1 0 0,1 0 1 0 0,-1-1 0 0 0,6-1 0 0 0,8-2-88 0 0,23-8 1 0 0,-17 4-60 0 0,-5 2-1064 0 0,26-13 0 0 0,-18 7-5643 0 0,-13 5-122 0 0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0:37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13823 0 0,'2'0'10588'0'0,"6"1"-9472"0"0,0-1 0 0 0,1 1 0 0 0,13-3 0 0 0,50-12 400 0 0,-30 5-1156 0 0,-26 5-160 0 0,-11 3-212 0 0,0 0-1 0 0,0-1 1 0 0,0 1 0 0 0,0 1 0 0 0,0-1 0 0 0,0 1 0 0 0,0 0 0 0 0,0 0 0 0 0,0 1 0 0 0,0-1 0 0 0,9 3 0 0 0,-12-2 24 0 0,0 1 1 0 0,0-1 0 0 0,0 1-1 0 0,-1-1 1 0 0,1 1 0 0 0,-1-1-1 0 0,1 1 1 0 0,-1 0-1 0 0,1 0 1 0 0,-1 0 0 0 0,0 0-1 0 0,0 0 1 0 0,0 0 0 0 0,0 0-1 0 0,0 0 1 0 0,-1 0 0 0 0,1 1-1 0 0,-1-1 1 0 0,1 4 0 0 0,1 4 112 0 0,-1 0 1 0 0,0 0 0 0 0,-1 12 0 0 0,-2-3 66 0 0,-5 26 1 0 0,-2 11 18 0 0,-36 216-281 0 0,45-271-102 0 0,0 2-330 0 0,0 1-492 0 0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0:38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1 148 8751 0 0,'0'0'674'0'0,"1"0"119"0"0,27-1 10419 0 0,0-2-5897 0 0,-5-1-3965 0 0,38-12-1 0 0,-30 6-887 0 0,-6 3-330 0 0,-1-1-1 0 0,1-1 0 0 0,-2-2 1 0 0,27-14-1 0 0,32-23 6 0 0,-73 44-126 0 0,-8 4-4 0 0,0 0 1 0 0,0-1-1 0 0,-1 1 0 0 0,1 0 1 0 0,0 0-1 0 0,0-1 0 0 0,0 1 1 0 0,0 0-1 0 0,0 0 0 0 0,0 0 1 0 0,0 0-1 0 0,0 0 0 0 0,0 1 1 0 0,0-1-1 0 0,0 0 0 0 0,0 0 1 0 0,0 1-1 0 0,0-1 0 0 0,0 0 1 0 0,0 1-1 0 0,0-1 0 0 0,0 1 1 0 0,-1-1-1 0 0,1 1 0 0 0,0 0 1 0 0,0-1-1 0 0,0 1 0 0 0,0 1 1 0 0,1 0 32 0 0,-1 1-1 0 0,0-1 1 0 0,0 1 0 0 0,0-1-1 0 0,0 1 1 0 0,0-1 0 0 0,0 5-1 0 0,0-2-1 0 0,2 12 63 0 0,-1-1 0 0 0,-1 1 0 0 0,-1 26 1 0 0,0-2-3 0 0,-1 61-136 0 0,-1-33-14 0 0,2-68-93 0 0,2 2-1830 0 0,0 1 1414 0 0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0:38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0 18799 0 0,'0'0'11905'0'0,"0"2"-11627"0"0,-2 4-162 0 0,1-1 0 0 0,-2 1-1 0 0,1 0 1 0 0,0-1 0 0 0,-1 1 0 0 0,0-1 0 0 0,-4 5 0 0 0,-28 36 206 0 0,7-11-207 0 0,-33 40 58 0 0,56-66-173 0 0,2-1 0 0 0,3 1 0 0 0,6-1 0 0 0,-4-7 0 0 0,1 1 0 0 0,0-1 0 0 0,1 0 0 0 0,-1 0 0 0 0,0 0 0 0 0,0-1 1 0 0,0 1-1 0 0,1-1 0 0 0,-1 1 0 0 0,0-1 0 0 0,5-1 0 0 0,36-3-12 0 0,-4-5-300 0 0,-1 0-1 0 0,57-23 1 0 0,-71 24-1263 0 0,-24 7 793 0 0,4-2-616 0 0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0:39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 9671 0 0,'-1'1'4988'0'0,"-2"8"1387"0"0,-2 10-2742 0 0,-4 29 0 0 0,4 22-221 0 0,9 72-2856 0 0,0-28-249 0 0,-4-101-451 0 0,0 0 1 0 0,1 0-1 0 0,1-1 0 0 0,4 22 0 0 0,-5-33-489 0 0,0 0 338 0 0,-1-1 1 0 0,1 1-1 0 0,0-1 0 0 0,0 0 0 0 0,0 0 1 0 0,-1 1-1 0 0,1-1 0 0 0,0 0 1 0 0,0 0-1 0 0,0 0 0 0 0,0 0 0 0 0,0 0 1 0 0,1 0-1 0 0,6 0-5435 0 0,3 0-3470 0 0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0:39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74 117 5983 0 0,'0'0'20877'0'0,"2"0"-20207"0"0,4 2-427 0 0,0-1 0 0 0,0 1 0 0 0,-1 0 0 0 0,1 1 0 0 0,0 0 0 0 0,-1-1 0 0 0,1 2 0 0 0,-1-1 0 0 0,7 6 0 0 0,6 7-12 0 0,19 20 1 0 0,-19-17-139 0 0,-14-14-84 0 0,0 0-1 0 0,-1 0 1 0 0,1 0-1 0 0,-1 0 1 0 0,0 1 0 0 0,-1-1-1 0 0,1 1 1 0 0,-1 0-1 0 0,2 7 1 0 0,-4-12-5 0 0,1 1 0 0 0,-1-1 1 0 0,0 0-1 0 0,1 0 0 0 0,-1 0 1 0 0,0 0-1 0 0,0 0 0 0 0,0 0 1 0 0,0 1-1 0 0,0-1 0 0 0,0 0 1 0 0,0 0-1 0 0,0 0 0 0 0,-1 0 1 0 0,1 0-1 0 0,0 1 0 0 0,-1-1 1 0 0,1 0-1 0 0,-1 0 0 0 0,1 0 1 0 0,-2 1-1 0 0,0 2 27 0 0,0 0-21 0 0,-1 1 0 0 0,1-1 0 0 0,-1 0 0 0 0,0 0 0 0 0,-1 0 1 0 0,1 0-1 0 0,0-1 0 0 0,-1 1 0 0 0,0-1 0 0 0,0 0 0 0 0,0 0 0 0 0,0-1 0 0 0,-1 1 0 0 0,-7 3 0 0 0,2-2 11 0 0,0 0 0 0 0,-1 0 1 0 0,0-1-1 0 0,1-1 1 0 0,-19 3-1 0 0,16-4-287 0 0,-32 3-2464 0 0,42-4 2454 0 0,-1 0-1 0 0,1-1 0 0 0,0 1 1 0 0,0 0-1 0 0,0-1 1 0 0,-1 0-1 0 0,1 0 0 0 0,0 0 1 0 0,0 0-1 0 0,-5-3 0 0 0</inkml:trace>
  <inkml:trace contextRef="#ctx0" brushRef="#br0" timeOffset="1">476 0 16127 0 0,'1'2'3827'0'0,"1"3"-2348"0"0,0-1 0 0 0,0 1 0 0 0,-1 0-1 0 0,2 7 1 0 0,0 23 1954 0 0,-8 38-2600 0 0,1-30-221 0 0,-23 177-301 0 0,4-52-272 0 0,22-158-78 0 0,1-6 9 0 0,0-1 0 0 0,-1 0 0 0 0,1 1 0 0 0,-1-1 0 0 0,0 0 0 0 0,-1 5 0 0 0,1-7-154 0 0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0:40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20935 0 0,'0'0'4792'0'0,"0"2"-3917"0"0,3 27 1383 0 0,0 52 0 0 0,-3-52-2156 0 0,1-1-1 0 0,5 33 1 0 0,-3-39-162 0 0,-2-15-23 0 0,-1-1 0 0 0,1 0 0 0 0,1 1 0 0 0,-1-1 0 0 0,1 0 0 0 0,0 0 0 0 0,0 0 0 0 0,1 0-1 0 0,6 11 1 0 0,-7-16-73 0 0,0 0 0 0 0,-1 0-1 0 0,1 0 1 0 0,0 0 0 0 0,0 0-1 0 0,0 0 1 0 0,0 0 0 0 0,0-1-1 0 0,0 1 1 0 0,0-1 0 0 0,0 1-1 0 0,0-1 1 0 0,4 0 0 0 0,-2 1-278 0 0,1-1 95 0 0,-1 0 0 0 0,0 0 0 0 0,0 0 0 0 0,0-1 0 0 0,0 1 1 0 0,0-1-1 0 0,1 0 0 0 0,-1 0 0 0 0,-1-1 0 0 0,1 1 0 0 0,7-5 1 0 0,4-2-1322 0 0,21-17 0 0 0,-24 17 1106 0 0,2-2-291 0 0,0-2 0 0 0,0 1 1 0 0,13-16-1 0 0,-21 20 1026 0 0,0-1-1 0 0,0 0 1 0 0,0 0 0 0 0,-1 0-1 0 0,0 0 1 0 0,-1-1 0 0 0,5-11 0 0 0,-9 20-42 0 0,0-1 1 0 0,1 0 0 0 0,-1 1 0 0 0,0-1-1 0 0,0 1 1 0 0,0-1 0 0 0,0 0 0 0 0,0 1-1 0 0,0-1 1 0 0,0 0 0 0 0,0 1-1 0 0,0-1 1 0 0,0 1 0 0 0,0-1 0 0 0,0 0-1 0 0,0 1 1 0 0,-1-1 0 0 0,1 1 0 0 0,0-1-1 0 0,0 1 1 0 0,-1-1 0 0 0,1 0 0 0 0,0 1-1 0 0,-1-1 1 0 0,1 1 0 0 0,0-1 0 0 0,-1 1-1 0 0,1 0 1 0 0,-1-1 0 0 0,1 1 0 0 0,-1-1-1 0 0,1 1 1 0 0,-1 0 0 0 0,1-1 0 0 0,-1 1-1 0 0,0 0 1 0 0,1 0 0 0 0,-1 0 0 0 0,1-1-1 0 0,-1 1 1 0 0,0 0 0 0 0,1 0 0 0 0,-1 0-1 0 0,1 0 1 0 0,-1 0 0 0 0,0 0 0 0 0,1 0-1 0 0,-2 0 1 0 0,-2 0 325 0 0,0 0 1 0 0,0 0-1 0 0,-1 1 1 0 0,1 0-1 0 0,-6 1 0 0 0,2 1-131 0 0,-1 1 0 0 0,1 0 0 0 0,-1 0-1 0 0,1 1 1 0 0,1 0 0 0 0,-1 0 0 0 0,-8 8 0 0 0,-5 7-61 0 0,-19 22 1 0 0,33-34-244 0 0,0 0 0 0 0,1 1 0 0 0,0-1 0 0 0,0 1 1 0 0,1 1-1 0 0,0-1 0 0 0,-6 18 0 0 0,10-27-36 0 0,1 1 0 0 0,0 0 0 0 0,0 0 0 0 0,0-1 0 0 0,0 1 0 0 0,0 0 0 0 0,-1-1 0 0 0,1 1 0 0 0,0 0 0 0 0,1-1 0 0 0,-1 1 0 0 0,0 0 0 0 0,0-1 0 0 0,0 1 0 0 0,0 0 0 0 0,0-1 0 0 0,1 1 0 0 0,-1 0 0 0 0,0-1 0 0 0,1 1 0 0 0,-1 0 0 0 0,0-1 0 0 0,1 1 0 0 0,-1-1 0 0 0,1 1 0 0 0,-1-1 0 0 0,1 1 0 0 0,-1-1 0 0 0,2 2 0 0 0,14 3-194 0 0,-15-4 179 0 0,10 0-105 0 0,1 0-1 0 0,0-1 1 0 0,-1 0 0 0 0,1-1 0 0 0,0 0 0 0 0,-1-1 0 0 0,1 0 0 0 0,-1-1 0 0 0,18-7-1 0 0,-6 1 59 0 0,0-1 0 0 0,-1-1-1 0 0,41-28 1 0 0,-56 32 68 0 0,-2 2 12 0 0,-5 4 52 0 0,0 0 24 0 0,0-5-12 0 0,0 5 76 0 0,-1 1-134 0 0,0 0 0 0 0,1 0-1 0 0,-1 0 1 0 0,0 0 0 0 0,0 0 0 0 0,0 0 0 0 0,0 1-1 0 0,0-1 1 0 0,0 0 0 0 0,0 1 0 0 0,1-1 0 0 0,-1 0-1 0 0,0 1 1 0 0,0-1 0 0 0,0 1 0 0 0,1 0-1 0 0,-1-1 1 0 0,0 1 0 0 0,1-1 0 0 0,-1 1 0 0 0,0 0-1 0 0,0 1 1 0 0,0 0 9 0 0,0 0-1 0 0,0 0 1 0 0,1 0 0 0 0,-1 0-1 0 0,1 0 1 0 0,-1 0-1 0 0,1 0 1 0 0,0 0-1 0 0,-1 0 1 0 0,1 2 0 0 0,1 1 14 0 0,-1 1 0 0 0,1-1-1 0 0,-1 0 1 0 0,2 1 0 0 0,-1-1 0 0 0,0 0 0 0 0,4 6 0 0 0,11 18-35 0 0,31 41-1 0 0,-42-63-5 0 0,-1-1 38 0 0,1 1-1 0 0,-1-1 1 0 0,0 1-1 0 0,-1 0 1 0 0,0 0-1 0 0,0 0 1 0 0,0 1-1 0 0,1 7 1 0 0,-4-12-21 0 0,1 0-1 0 0,-1 0 1 0 0,0 0-1 0 0,0 0 1 0 0,0 0 0 0 0,0 0-1 0 0,-1 0 1 0 0,1 0-1 0 0,-1 0 1 0 0,0 0-1 0 0,0 0 1 0 0,0 0 0 0 0,0 0-1 0 0,0 0 1 0 0,0-1-1 0 0,-1 1 1 0 0,0-1 0 0 0,1 1-1 0 0,-1-1 1 0 0,0 1-1 0 0,0-1 1 0 0,0 0-1 0 0,-5 4 1 0 0,0-1 0 0 0,0 0 0 0 0,0-1-1 0 0,-1 1 1 0 0,0-1 0 0 0,0-1 0 0 0,0 1 0 0 0,0-1 0 0 0,0-1-1 0 0,0 0 1 0 0,-1 0 0 0 0,0 0 0 0 0,-11 0 0 0 0,16-2-201 0 0,0-1 1 0 0,-1 1 0 0 0,1-1 0 0 0,0 0-1 0 0,-1 0 1 0 0,1 0 0 0 0,0-1 0 0 0,-7-3-1 0 0,8 4-490 0 0,0 0 0 0 0,1-1 0 0 0,-1 0 0 0 0,1 1 0 0 0,-1-1-1 0 0,1 0 1 0 0,-4-4 0 0 0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0:40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93 7831 0 0,'0'0'603'0'0,"2"0"230"0"0,14-4 3902 0 0,-9 3-1161 0 0,0 0 0 0 0,-1-1 0 0 0,13-4 0 0 0,-5 0-3092 0 0,0 2 1 0 0,1 0-1 0 0,-1 0 1 0 0,19-1 0 0 0,26-7-463 0 0,-45 9-912 0 0,-1-2 0 0 0,1 0 0 0 0,-1-1 0 0 0,21-12 0 0 0,-22 12-780 0 0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0:41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12439 0 0,'0'1'7706'0'0,"1"46"2112"0"0,5 26-7829 0 0,-4-42-1365 0 0,-2 123-529 0 0,-11-39 1 0 0,7-98-1270 0 0,1 0-1308 0 0,3-17 2448 0 0,0 0 0 0 0,0 0 0 0 0,0 0-1 0 0,0 0 1 0 0,0-1 0 0 0,0 1 0 0 0,0 0 0 0 0,0 0 0 0 0,0 0-1 0 0,0 0 1 0 0,1 0 0 0 0,-1 0 0 0 0,0 0 0 0 0,0 0 0 0 0,0 0-1 0 0,0 0 1 0 0,0 0 0 0 0,0 0 0 0 0,0 0 0 0 0,1 0-1 0 0,-1 0 1 0 0,0 0 0 0 0,0 0 0 0 0,0 0 0 0 0,0 0 0 0 0,0 0-1 0 0,0 0 1 0 0,0 0 0 0 0,1 0 0 0 0,-1 0 0 0 0,0 0-1 0 0,0 0 1 0 0,0 0 0 0 0,0 0 0 0 0,0 0 0 0 0,0 0 0 0 0,0 0-1 0 0,1 0 1 0 0,-1 0 0 0 0,0 0 0 0 0,0 0 0 0 0,0 1 0 0 0,0-1-1 0 0,0 0 1 0 0,0 0 0 0 0,0 0 0 0 0,0 0 0 0 0,0 0-1 0 0,0 0 1 0 0,0 0 0 0 0,0 0 0 0 0,0 1 0 0 0,0-1 0 0 0,0 0-1 0 0,1 0 1 0 0,-1 0 0 0 0,0 0 0 0 0,0 0 0 0 0,0 1-1 0 0,9-9-2387 0 0,2 0-449 0 0</inkml:trace>
  <inkml:trace contextRef="#ctx0" brushRef="#br0" timeOffset="1">200 194 9215 0 0,'-2'1'10867'0'0,"-13"15"-5182"0"0,10-11-5018 0 0,1-1-1 0 0,0 1 1 0 0,0 0 0 0 0,-4 6-1 0 0,-86 153 2908 0 0,92-161-3570 0 0,0 0 0 0 0,1 0 1 0 0,-1 1-1 0 0,1-1 0 0 0,0 0 1 0 0,0 1-1 0 0,1-1 0 0 0,-1 1 1 0 0,1-1-1 0 0,-1 1 0 0 0,1 0 1 0 0,0-1-1 0 0,1 1 0 0 0,-1-1 1 0 0,1 5-1 0 0,-1-7-4 0 0,1 0 0 0 0,-1 0 0 0 0,1 0 0 0 0,-1 0 0 0 0,0-1 0 0 0,1 1 0 0 0,0 0 0 0 0,-1 0 0 0 0,1-1 0 0 0,-1 1 0 0 0,1 0 0 0 0,0 0 0 0 0,0-1 0 0 0,-1 1 0 0 0,1-1 0 0 0,0 1 0 0 0,0-1 0 0 0,0 1 0 0 0,-1-1 0 0 0,1 1 0 0 0,0-1 0 0 0,1 0 0 0 0,1 2 0 0 0,2 0 1 0 0,0 0 0 0 0,0 0 0 0 0,0-1-1 0 0,0 1 1 0 0,0-1 0 0 0,0 0 0 0 0,0-1 0 0 0,0 1 0 0 0,8-1-1 0 0,6-1 7 0 0,23-4-1 0 0,-12 2-3 0 0,46-8-3 0 0,-64 11 0 0 0,12 3-2965 0 0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0:49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52 128 20847 0 0,'-3'1'105'0'0,"0"0"-1"0"0,1 1 1 0 0,-1-1 0 0 0,0 1-1 0 0,0-1 1 0 0,1 1-1 0 0,-1 0 1 0 0,1 0-1 0 0,-1 1 1 0 0,1-1 0 0 0,0 0-1 0 0,0 1 1 0 0,0-1-1 0 0,0 1 1 0 0,1 0 0 0 0,-1-1-1 0 0,1 1 1 0 0,-1 0-1 0 0,1 0 1 0 0,0 0 0 0 0,0 0-1 0 0,1 0 1 0 0,-1 0-1 0 0,0 1 1 0 0,1-1 0 0 0,0 5-1 0 0,-3 32 743 0 0,3 0 0 0 0,7 60 0 0 0,20 80 262 0 0,-21-144-1064 0 0,10 67 135 0 0,10 59 286 0 0,-26-160-310 0 0,0-4-97 0 0,-1-11-57 0 0,0 1-1 0 0,1 0 0 0 0,0-1 1 0 0,3-12-1 0 0,11-53-79 0 0,-9 52 49 0 0,90-388-451 0 0,-84 374 444 0 0,2 0 0 0 0,2 1 0 0 0,35-68 0 0 0,-48 103 51 0 0,0 1 0 0 0,0 0-1 0 0,0 0 1 0 0,0-1 0 0 0,1 1 0 0 0,-1 1-1 0 0,1-1 1 0 0,0 0 0 0 0,0 1 0 0 0,0-1 0 0 0,0 1-1 0 0,5-3 1 0 0,-8 5-4 0 0,1 1 0 0 0,0-1 0 0 0,0 0 0 0 0,-1 0 0 0 0,1 1 0 0 0,0-1 0 0 0,-1 0 0 0 0,1 1 0 0 0,-1-1 0 0 0,1 1 0 0 0,0-1 0 0 0,-1 1 1 0 0,1-1-1 0 0,-1 1 0 0 0,1-1 0 0 0,-1 1 0 0 0,1-1 0 0 0,-1 1 0 0 0,1 0 0 0 0,-1 0 16 0 0,6 7 98 0 0,0 0-1 0 0,-1 0 1 0 0,0 1-1 0 0,0-1 1 0 0,-1 1-1 0 0,0 0 1 0 0,4 14-1 0 0,12 70 666 0 0,-14-64-608 0 0,29 188 755 0 0,7 30-746 0 0,-17-113-698 0 0,-25-132 233 0 0,-7-16-6797 0 0,1-1 5223 0 0,-1-2-36 0 0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0:50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7 157 7367 0 0,'-6'0'15160'0'0,"11"-7"-13379"0"0,3 2-1489 0 0,0 0-1 0 0,-1 0 0 0 0,2 1 1 0 0,-1 0-1 0 0,0 0 0 0 0,11-2 1 0 0,11-6 50 0 0,14-6 95 0 0,83-21 0 0 0,51 1-47 0 0,-123 29-326 0 0,-55 9-52 0 0,1 0 1 0 0,-1 0 0 0 0,1 0-1 0 0,-1 0 1 0 0,1 0 0 0 0,-1-1-1 0 0,1 1 1 0 0,-1 0 0 0 0,1 0-1 0 0,-1 0 1 0 0,1 0 0 0 0,-1 0-1 0 0,1 1 1 0 0,-1-1 0 0 0,1 0-1 0 0,-1 0 1 0 0,0 0 0 0 0,1 0-1 0 0,-1 0 1 0 0,1 1-1 0 0,-1-1 1 0 0,1 0 0 0 0,-1 0-1 0 0,0 1 1 0 0,1-1 0 0 0,-1 0-1 0 0,1 1 1 0 0,-1-1 0 0 0,0 1 16 0 0,1 0 1 0 0,-1 0 0 0 0,0-1-1 0 0,0 1 1 0 0,0 0 0 0 0,0 0-1 0 0,0-1 1 0 0,0 1 0 0 0,0 0-1 0 0,0 0 1 0 0,0-1 0 0 0,-1 1-1 0 0,1 0 1 0 0,0 0 0 0 0,-1 0-1 0 0,-13 25 562 0 0,14-26-591 0 0,-23 30 346 0 0,-27 29 0 0 0,-12 13 87 0 0,56-63-405 0 0,0 0-1 0 0,-9 16 1 0 0,15-24-27 0 0,-1 0 1 0 0,1 0 0 0 0,-1 0 0 0 0,1 0-1 0 0,0 0 1 0 0,-1 0 0 0 0,1 0 0 0 0,0 0-1 0 0,0 0 1 0 0,0 1 0 0 0,0-1-1 0 0,0 0 1 0 0,0 0 0 0 0,0 0 0 0 0,0 0-1 0 0,0 0 1 0 0,1 0 0 0 0,-1 0 0 0 0,0 0-1 0 0,1 0 1 0 0,-1 0 0 0 0,1 0-1 0 0,-1 0 1 0 0,1 0 0 0 0,-1 0 0 0 0,1 0-1 0 0,0-1 1 0 0,-1 1 0 0 0,2 1 0 0 0,0 0-1 0 0,0 0-1 0 0,0 0 0 0 0,0 0 0 0 0,0 0 0 0 0,1 0 0 0 0,-1 0 0 0 0,1-1 0 0 0,0 1 0 0 0,-1-1 0 0 0,1 1 0 0 0,0-1 0 0 0,0 0 0 0 0,0 0 0 0 0,0-1 0 0 0,3 2 0 0 0,6 0 0 0 0,1-1 0 0 0,13 0 0 0 0,-14 0 0 0 0,-2-1 0 0 0,81 8 0 0 0,-79-7 0 0 0,1 2 0 0 0,-1 0 0 0 0,0 0 0 0 0,-1 1 0 0 0,15 6 0 0 0,-23-8 0 0 0,0-1 0 0 0,-1 0 0 0 0,1 1 0 0 0,-1 0 0 0 0,0 0 0 0 0,1 0 0 0 0,-1 0 0 0 0,0 0 0 0 0,3 3 0 0 0,-5-4 0 0 0,1 0 0 0 0,0-1 0 0 0,-1 1 0 0 0,1 0 0 0 0,0 0 0 0 0,-1 0 0 0 0,1 0 0 0 0,-1 0 0 0 0,0 0 0 0 0,1 0 0 0 0,-1 0 0 0 0,0 0 0 0 0,1 0 0 0 0,-1 0 0 0 0,0 0 0 0 0,0 0 0 0 0,0 0 0 0 0,0 1 0 0 0,0-1 0 0 0,0 0 0 0 0,0 0 0 0 0,-1 0 0 0 0,1 0 0 0 0,0 0 0 0 0,0 0 0 0 0,-2 2 0 0 0,1 1 0 0 0,-1 3-4 0 0,-1 1 1 0 0,0 0-1 0 0,-1-1 0 0 0,1 0 0 0 0,-1 1 1 0 0,-1-2-1 0 0,1 1 0 0 0,-1 0 0 0 0,0-1 1 0 0,-1 0-1 0 0,1 0 0 0 0,-1 0 0 0 0,-12 7 1 0 0,7-5-13 0 0,0-1 1 0 0,0 0 0 0 0,-1-1 0 0 0,0 0-1 0 0,-1-1 1 0 0,1-1 0 0 0,-22 6-1 0 0,28-9-169 0 0,-1 0 0 0 0,1 0-1 0 0,0-1 1 0 0,0 0-1 0 0,0 0 1 0 0,-9-2-1 0 0,-1-2-2720 0 0,1-3-3711 0 0,5-1-1883 0 0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0:50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17 19895 0 0,'0'0'1803'0'0,"1"-1"-1482"0"0,1-4 246 0 0,-2 5-384 0 0,1 0 0 0 0,-1-1 0 0 0,0 1 0 0 0,0 0 1 0 0,0 0-1 0 0,0 0 0 0 0,0-1 0 0 0,0 1 0 0 0,0 0 1 0 0,0 0-1 0 0,0-1 0 0 0,0 1 0 0 0,0 0 0 0 0,0 0 0 0 0,0-1 1 0 0,0 1-1 0 0,0 0 0 0 0,0 0 0 0 0,0-1 0 0 0,-2-1 2016 0 0,2 1-2016 0 0,-11-1 1221 0 0,-13 4-1377 0 0,19-1 35 0 0,-1 1 1 0 0,0 0 0 0 0,1 0-1 0 0,-1 1 1 0 0,1 0 0 0 0,0 0-1 0 0,0 0 1 0 0,0 1 0 0 0,0-1-1 0 0,-5 7 1 0 0,1-1-32 0 0,0 0 1 0 0,0 1-1 0 0,-12 19 0 0 0,18-25-30 0 0,1 0 0 0 0,-1 1 0 0 0,1-1 0 0 0,1 0 0 0 0,-1 1 0 0 0,0-1 0 0 0,1 1-1 0 0,0-1 1 0 0,0 1 0 0 0,0-1 0 0 0,1 10 0 0 0,0-12-4 0 0,0 0 1 0 0,0 0-1 0 0,0-1 0 0 0,1 1 1 0 0,-1 0-1 0 0,1 0 1 0 0,-1 0-1 0 0,1-1 0 0 0,0 1 1 0 0,-1 0-1 0 0,1-1 0 0 0,0 1 1 0 0,0 0-1 0 0,0-1 0 0 0,1 1 1 0 0,-1-1-1 0 0,0 0 0 0 0,0 1 1 0 0,1-1-1 0 0,-1 0 0 0 0,1 0 1 0 0,-1 0-1 0 0,1 0 1 0 0,3 1-1 0 0,1 3-3 0 0,5 1-13 0 0,-1-1 1 0 0,1 1-1 0 0,0-2 1 0 0,0 0-1 0 0,20 5 0 0 0,-5-1 3 0 0,-2-1 16 0 0,-8-3 0 0 0,22 9 0 0 0,-34-11 0 0 0,0 0 0 0 0,-1 0 0 0 0,1 0 0 0 0,0 0 0 0 0,-1 0 0 0 0,0 1 0 0 0,0 0 0 0 0,0-1 0 0 0,0 1 0 0 0,5 7 0 0 0,-7-8 0 0 0,0 0 0 0 0,0 0 0 0 0,0 1 0 0 0,0-1 0 0 0,-1 0-1 0 0,1 1 1 0 0,-1-1 0 0 0,0 0 0 0 0,1 1 0 0 0,-1-1 0 0 0,0 1 0 0 0,-1-1 0 0 0,1 0 0 0 0,0 1-1 0 0,-1-1 1 0 0,1 1 0 0 0,-1-1 0 0 0,0 0 0 0 0,1 0 0 0 0,-1 1 0 0 0,0-1 0 0 0,-1 0 0 0 0,1 0-1 0 0,-2 2 1 0 0,-3 5 4 0 0,0 0-1 0 0,-1 0 0 0 0,-14 13 1 0 0,10-10 28 0 0,-1-1 0 0 0,-1-1 1 0 0,-18 13-1 0 0,25-20-193 0 0,1 0-1 0 0,0 0 1 0 0,-1 0 0 0 0,0-1-1 0 0,0 0 1 0 0,0 0 0 0 0,0 0-1 0 0,0-1 1 0 0,0 0 0 0 0,0 0-1 0 0,0-1 1 0 0,-7 0 0 0 0,12 1-59 0 0,0-1 0 0 0,0-1 1 0 0,0 1-1 0 0,0 0 0 0 0,0 0 1 0 0,0 0-1 0 0,0 0 0 0 0,0-1 0 0 0,0 1 1 0 0,0 0-1 0 0,0-1 0 0 0,0 1 1 0 0,0-1-1 0 0,0 1 0 0 0,0-1 1 0 0,0 0-1 0 0,0 1 0 0 0,0-1 0 0 0,1 0 1 0 0,-1 0-1 0 0,0 1 0 0 0,1-1 1 0 0,-1 0-1 0 0,0 0 0 0 0,1 0 1 0 0,-1-1-1 0 0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0:51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11055 0 0,'1'1'3840'0'0,"1"4"-2643"0"0,0-1 0 0 0,0 1 0 0 0,0-1 0 0 0,0 1 0 0 0,-1 0 0 0 0,0 0 0 0 0,0 0 0 0 0,0 5 0 0 0,-1 44 1298 0 0,0-19-1468 0 0,1-7-756 0 0,1 0-1 0 0,1-1 1 0 0,1 1 0 0 0,2 0 0 0 0,11 32 0 0 0,-15-54-297 0 0,1 0 0 0 0,0 1 0 0 0,1-1 0 0 0,-1-1 0 0 0,1 1 0 0 0,0-1 0 0 0,1 1 0 0 0,8 7 0 0 0,-10-10 11 0 0,-1-1-1 0 0,1 1 1 0 0,0-1-1 0 0,0 0 1 0 0,0-1-1 0 0,0 1 1 0 0,0 0-1 0 0,1-1 1 0 0,-1 1-1 0 0,0-1 1 0 0,1 0-1 0 0,-1-1 1 0 0,1 1-1 0 0,-1 0 1 0 0,1-1-1 0 0,0 0 1 0 0,-1 0 0 0 0,6 0-1 0 0,-7-1-12 0 0,1 1 0 0 0,-1-1-1 0 0,0 0 1 0 0,1 0 0 0 0,-1-1 0 0 0,0 1 0 0 0,1 0 0 0 0,-1-1-1 0 0,0 1 1 0 0,0-1 0 0 0,0 0 0 0 0,-1 0 0 0 0,1 1-1 0 0,0-1 1 0 0,2-4 0 0 0,1-1-43 0 0,0-1 0 0 0,-1 0-1 0 0,4-9 1 0 0,0-2 9 0 0,-1-1 1 0 0,-1 0-1 0 0,-1 0 1 0 0,3-29-1 0 0,-3 7-72 0 0,-2-48 0 0 0,-3 81 150 0 0,0 7 132 0 0,1 24-159 0 0,1-1 0 0 0,0 0 0 0 0,2 0 0 0 0,0 0 0 0 0,2 0 0 0 0,0 0 0 0 0,1-1 0 0 0,1 0 0 0 0,1-1 0 0 0,17 29 0 0 0,-6-22-1903 0 0,-19-25 997 0 0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0:52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9215 0 0,'0'0'831'0'0,"0"1"-686"0"0,2 32 8827 0 0,9 52 0 0 0,-3-36-8105 0 0,1 6 187 0 0,27 93 1 0 0,-24-114-799 0 0,-12-34-255 0 0,0 0-1 0 0,0 0 1 0 0,0 0 0 0 0,0 0 0 0 0,0 1-1 0 0,1-1 1 0 0,-1 0 0 0 0,0 0 0 0 0,0 0-1 0 0,0 0 1 0 0,0 0 0 0 0,0 0-1 0 0,0 0 1 0 0,0 1 0 0 0,0-1 0 0 0,1 0-1 0 0,-1 0 1 0 0,0 0 0 0 0,0 0-1 0 0,0 0 1 0 0,0 0 0 0 0,0 0 0 0 0,1 0-1 0 0,-1 0 1 0 0,0 0 0 0 0,0 0 0 0 0,0 0-1 0 0,0 0 1 0 0,1 0 0 0 0,-1 0-1 0 0,0 0 1 0 0,0 0 0 0 0,0 0 0 0 0,0 0-1 0 0,0 0 1 0 0,1 0 0 0 0,-1 0-1 0 0,0 0 1 0 0,0 0 0 0 0,0 0 0 0 0,0 0-1 0 0,0 0 1 0 0,1 0 0 0 0,-1 0 0 0 0,0-1-1 0 0,0 1 1 0 0,0 0 0 0 0,0 0-1 0 0,0 0 1 0 0,0 0 0 0 0,0 0 0 0 0,1 0-1 0 0,-1 0 1 0 0,0-1 0 0 0,0 1-1 0 0,0 0 1 0 0,0 0 0 0 0,0 0 0 0 0,0 0-1 0 0,0 0 1 0 0,0-1 0 0 0,0 1 0 0 0,0 0-1 0 0,5-11 18 0 0,-4 11-18 0 0,39-123-278 0 0,-1 5-12 0 0,-33 103 242 0 0,-1 3 10 0 0,-1 0 0 0 0,2 0 1 0 0,0 1-1 0 0,0 0 0 0 0,11-15 0 0 0,-10 21 25 0 0,1 4 13 0 0,-7 2 8 0 0,1 0 0 0 0,0 0-1 0 0,-1 0 1 0 0,1 0 0 0 0,-1 0 0 0 0,1 0 0 0 0,-1 0-1 0 0,0 1 1 0 0,1-1 0 0 0,-1 1 0 0 0,0-1-1 0 0,0 0 1 0 0,0 1 0 0 0,0 0 0 0 0,0-1 0 0 0,0 1-1 0 0,-1 0 1 0 0,1-1 0 0 0,0 3 0 0 0,2 5 69 0 0,-1 1 1 0 0,2 12 0 0 0,-3-18-59 0 0,0 3-11 0 0,20 102 264 0 0,-17-95-239 0 0,1 1 1 0 0,0-1-1 0 0,1-1 0 0 0,0 1 1 0 0,12 17-1 0 0,-11-22-33 0 0,0-3 0 0 0,-7-6-2 0 0,1 1 0 0 0,0-1 0 0 0,0 0 0 0 0,-1 1 0 0 0,1-1 0 0 0,0 0 0 0 0,0 0 0 0 0,0 1 0 0 0,-1-1 0 0 0,1 0 0 0 0,0 0 0 0 0,0 0 0 0 0,0 0 0 0 0,0 0 0 0 0,0 0 0 0 0,-1 0 0 0 0,1-1 0 0 0,0 1 0 0 0,0 0 0 0 0,0 0 0 0 0,-1-1 0 0 0,1 1 0 0 0,0 0 0 0 0,0-1 0 0 0,0 1 0 0 0,-1-1 0 0 0,1 1 0 0 0,0-1 0 0 0,-1 1 0 0 0,1-1 0 0 0,-1 1 0 0 0,1-1 0 0 0,-1 0 0 0 0,1 1 0 0 0,-1-1 0 0 0,1 0 0 0 0,-1 0 0 0 0,1 1 0 0 0,-1-1 0 0 0,1-1 0 0 0,0 0-8 0 0,20-33-163 0 0,-3-1 0 0 0,20-49 0 0 0,-10 19-104 0 0,-23 56 165 0 0,0 0 0 0 0,11-16 0 0 0,-16 25 29 0 0,5 22-53 0 0,-4 0 296 0 0,-2 38-1 0 0,0-38-50 0 0,3 38-1 0 0,-1-47-97 0 0,1 0 0 0 0,0 0 0 0 0,1 0 0 0 0,0-1 0 0 0,9 20-1 0 0,-11-28-26 0 0,0 0-1 0 0,1-1 0 0 0,-1 1 0 0 0,1-1 1 0 0,-1 1-1 0 0,1-1 0 0 0,0 0 0 0 0,0 0 1 0 0,0 0-1 0 0,0 0 0 0 0,1 0 0 0 0,-1 0 1 0 0,0 0-1 0 0,1-1 0 0 0,0 1 0 0 0,-1-1 1 0 0,1 0-1 0 0,0 0 0 0 0,-1 0 0 0 0,1 0 1 0 0,0 0-1 0 0,0 0 0 0 0,0-1 0 0 0,0 0 1 0 0,0 1-1 0 0,0-1 0 0 0,0 0 1 0 0,0 0-1 0 0,3-1 0 0 0,-1 0-4 0 0,0 0 1 0 0,1-1-1 0 0,-1 1 1 0 0,0-1-1 0 0,0 0 0 0 0,0 0 1 0 0,0-1-1 0 0,0 0 1 0 0,-1 1-1 0 0,7-6 1 0 0,-5 2 12 0 0,1 0 0 0 0,-1 0 0 0 0,0-1 1 0 0,-1 0-1 0 0,9-13 0 0 0,-1-4 2 0 0,-1-1 1 0 0,-1 0-1 0 0,8-28 0 0 0,-18 50 1 0 0,46-139-361 0 0,-45 137 353 0 0,-2 3-1 0 0,1 1 1 0 0,0-1 0 0 0,-1 0 0 0 0,1 0 0 0 0,-1 0 0 0 0,1 0 0 0 0,-1 0 0 0 0,0 0 0 0 0,0 0-1 0 0,0 0 1 0 0,0 0 0 0 0,0 0 0 0 0,-1-2 0 0 0,1 3 13 0 0,0 1-1 0 0,0 0 1 0 0,-1-1-1 0 0,1 1 1 0 0,0 0-1 0 0,0-1 1 0 0,0 1-1 0 0,-1 0 1 0 0,1 0-1 0 0,0-1 1 0 0,-1 1-1 0 0,1 0 1 0 0,0 0-1 0 0,0 0 1 0 0,-1 0-1 0 0,1-1 1 0 0,0 1-1 0 0,-1 0 1 0 0,1 0-1 0 0,0 0 1 0 0,-1 0-1 0 0,1 0 1 0 0,0 0-1 0 0,-1 0 1 0 0,1 0-1 0 0,0 0 1 0 0,-1 0-1 0 0,1 0 1 0 0,0 0-1 0 0,-1 0 1 0 0,1 0-1 0 0,0 0 1 0 0,-1 0-1 0 0,1 0 1 0 0,-1 1-1 0 0,-8 4 14 0 0,8-5-9 0 0,-4 5 31 0 0,1-1 1 0 0,-1 1-1 0 0,1 0 1 0 0,0 0-1 0 0,0 0 0 0 0,-6 11 1 0 0,-17 38 133 0 0,19-33-114 0 0,0 0 0 0 0,2 1 0 0 0,0 0 0 0 0,2 0 1 0 0,-4 36-1 0 0,8-52-45 0 0,-1 0 0 0 0,1 0 0 0 0,1-1 1 0 0,-1 1-1 0 0,1 0 0 0 0,0 0 0 0 0,0-1 1 0 0,1 1-1 0 0,-1-1 0 0 0,1 1 0 0 0,5 9 1 0 0,-5-12-19 0 0,0 0 0 0 0,1 0 0 0 0,-1 0 0 0 0,0 0 0 0 0,1 0 0 0 0,0-1 0 0 0,0 1 1 0 0,0-1-1 0 0,0 0 0 0 0,0 1 0 0 0,0-2 0 0 0,0 1 0 0 0,1 0 0 0 0,-1-1 0 0 0,1 1 1 0 0,0-1-1 0 0,-1 0 0 0 0,1 0 0 0 0,3 0 0 0 0,10 1-327 0 0,0-1-1 0 0,18-1 1 0 0,-19-1-1552 0 0,0 2-1 0 0,20 2 1 0 0,-22 0-6685 0 0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0:52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16 191 25567 0 0,'-13'-1'1175'0'0,"10"0"-29"0"0,5 0-699 0 0,12-7-238 0 0,0 1 0 0 0,1 1-1 0 0,0 0 1 0 0,20-5 0 0 0,67-13 573 0 0,-87 21-656 0 0,259-39 943 0 0,-167 28-813 0 0,266-12 180 0 0,-174 17-301 0 0,122-5-135 0 0,105-3-292 0 0,-419 16 288 0 0,23 1-351 0 0,-1 2 0 0 0,36 6-1 0 0,-33-4-875 0 0,-30-4 527 0 0,-4 7-4415 0 0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0:52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 16583 0 0,'-1'1'3814'0'0,"-5"6"-1320"0"0,5-6-1890 0 0,-1 1 1 0 0,1-1-1 0 0,-1 1 1 0 0,1 0-1 0 0,0-1 0 0 0,0 1 1 0 0,0 0-1 0 0,0 0 0 0 0,0 0 1 0 0,-1 4-1 0 0,1-3-873 0 0,1 0-1 0 0,0-1 1 0 0,-1 1 0 0 0,1 0-1 0 0,0 0 1 0 0,1 0 0 0 0,0 6-1 0 0,0-4-2559 0 0</inkml:trace>
  <inkml:trace contextRef="#ctx0" brushRef="#br0" timeOffset="0.99">81 223 10135 0 0,'0'39'2806'0'0,"0"-13"15417"0"0,10-26-23132 0 0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1:21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1 16127 0 0,'0'0'1242'0'0,"-18"1"5823"0"0,15 2-6684 0 0,1 1 0 0 0,-1 0 0 0 0,0-1 0 0 0,1 1 0 0 0,0 0 0 0 0,0 0 0 0 0,0 0 0 0 0,1 1 0 0 0,-1-1 0 0 0,1 0 0 0 0,-1 10 0 0 0,-1 5-65 0 0,1 30 0 0 0,1-20 274 0 0,-1 6-610 0 0,1 0 0 0 0,2 0 0 0 0,1 0-1 0 0,8 39 1 0 0,1-44-1625 0 0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1:21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7 6447 0 0,'0'0'576'0'0,"-8"0"-464"0"0,-13-7 17824 0 0,34 9-21712 0 0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1:22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281 319 21047 0 0,'0'0'962'0'0,"-2"-1"-19"0"0,-76-129 4400 0 0,77 129-5300 0 0,0-1 0 0 0,0 0 0 0 0,0 0-1 0 0,-1 1 1 0 0,1-1 0 0 0,0 1 0 0 0,-1-1 0 0 0,1 1-1 0 0,-1-1 1 0 0,0 1 0 0 0,1 0 0 0 0,-1 0 0 0 0,0 0 0 0 0,0 0-1 0 0,0 0 1 0 0,0 0 0 0 0,0 1 0 0 0,0-1 0 0 0,0 0-1 0 0,0 1 1 0 0,0 0 0 0 0,0-1 0 0 0,0 1 0 0 0,0 0 0 0 0,0 0-1 0 0,0 0 1 0 0,0 1 0 0 0,0-1 0 0 0,0 0 0 0 0,0 1 0 0 0,0-1-1 0 0,0 1 1 0 0,0 0 0 0 0,0-1 0 0 0,0 1 0 0 0,0 0-1 0 0,0 0 1 0 0,1 0 0 0 0,-4 3 0 0 0,-3 3-21 0 0,0-1 1 0 0,0 1-1 0 0,1 1 0 0 0,0 0 1 0 0,0 0-1 0 0,-8 14 0 0 0,3-5 7 0 0,1 1-1 0 0,1 0 0 0 0,-14 36 1 0 0,22-48-24 0 0,1-1-1 0 0,-1 0 1 0 0,1 0 0 0 0,0 1 0 0 0,0-1 0 0 0,0 1 0 0 0,1-1 0 0 0,0 1-1 0 0,0 0 1 0 0,0-1 0 0 0,1 1 0 0 0,0-1 0 0 0,0 0 0 0 0,0 1 0 0 0,1-1 0 0 0,-1 0-1 0 0,1 1 1 0 0,1-1 0 0 0,4 8 0 0 0,-5-10-24 0 0,0-1-1 0 0,0 1 1 0 0,0-1-1 0 0,0 0 1 0 0,1 1 0 0 0,-1-1-1 0 0,1 0 1 0 0,-1-1-1 0 0,1 1 1 0 0,0 0 0 0 0,0-1-1 0 0,0 1 1 0 0,0-1-1 0 0,5 2 1 0 0,-3-2-54 0 0,0-1 0 0 0,0 1 0 0 0,0 0 0 0 0,0-1 0 0 0,1 0 0 0 0,-1-1 0 0 0,0 1 0 0 0,8-2 0 0 0,-3-1-50 0 0,0 0 0 0 0,0 0-1 0 0,-1-1 1 0 0,1 0 0 0 0,-1-1 0 0 0,0 0-1 0 0,0 0 1 0 0,13-12 0 0 0,-13 10 31 0 0,-1-1 1 0 0,-1 0-1 0 0,1-1 0 0 0,-1 0 1 0 0,-1 0-1 0 0,0 0 1 0 0,0-1-1 0 0,8-19 0 0 0,-6 8-73 0 0,-1 0-1 0 0,-2 0 1 0 0,6-35-1 0 0,-4 18 231 0 0,6-56 387 0 0,-12 82-385 0 0,0 0 1 0 0,-1-1-1 0 0,-1 1 0 0 0,0-1 0 0 0,-4-16 0 0 0,5 29-50 0 0,0 0-1 0 0,0 0 0 0 0,0 0 1 0 0,0-1-1 0 0,0 1 1 0 0,0 0-1 0 0,0 0 1 0 0,0 0-1 0 0,0-1 1 0 0,0 1-1 0 0,0 0 1 0 0,0 0-1 0 0,0 0 1 0 0,0 0-1 0 0,0-1 1 0 0,0 1-1 0 0,0 0 0 0 0,-1 0 1 0 0,1 0-1 0 0,0 0 1 0 0,0 0-1 0 0,0 0 1 0 0,0-1-1 0 0,0 1 1 0 0,0 0-1 0 0,-1 0 1 0 0,1 0-1 0 0,0 0 1 0 0,0 0-1 0 0,0 0 0 0 0,0 0 1 0 0,0 0-1 0 0,-1 0 1 0 0,1-1-1 0 0,0 1 1 0 0,0 0-1 0 0,0 0 1 0 0,0 0-1 0 0,-1 0 1 0 0,1 0-1 0 0,0 0 1 0 0,0 0-1 0 0,0 0 1 0 0,-1 0-1 0 0,1 0 0 0 0,0 1 1 0 0,0-1-1 0 0,0 0 1 0 0,0 0-1 0 0,-1 0 1 0 0,1 0-1 0 0,0 0 1 0 0,-9 11 420 0 0,-5 18-79 0 0,9-12-265 0 0,0 0 0 0 0,2 0-1 0 0,-1 0 1 0 0,2 0 0 0 0,0 23 0 0 0,2-4-22 0 0,7 55 1 0 0,-5-70-71 0 0,2 0 0 0 0,0-1 0 0 0,2 0 0 0 0,14 38 0 0 0,-17-50-38 0 0,1-1-1 0 0,0 1 1 0 0,0-1-1 0 0,1 0 1 0 0,0-1-1 0 0,0 1 1 0 0,0-1-1 0 0,1 0 1 0 0,0 0-1 0 0,0-1 1 0 0,1 1-1 0 0,0-2 1 0 0,0 1-1 0 0,0-1 1 0 0,10 5-1 0 0,-12-7-30 0 0,1-1-1 0 0,-1 0 0 0 0,0 0 1 0 0,1 0-1 0 0,-1-1 0 0 0,1 0 1 0 0,-1 0-1 0 0,1 0 0 0 0,-1-1 0 0 0,1 0 1 0 0,-1 0-1 0 0,1 0 0 0 0,-1-1 1 0 0,0 1-1 0 0,0-1 0 0 0,0-1 1 0 0,0 1-1 0 0,0-1 0 0 0,0 0 1 0 0,-1 0-1 0 0,1 0 0 0 0,-1 0 0 0 0,0-1 1 0 0,8-8-1 0 0,-4 0 29 0 0,-1-1 0 0 0,1 0 0 0 0,-2-1 1 0 0,0 0-1 0 0,-1 0 0 0 0,0 0 0 0 0,3-16 0 0 0,-5 17 82 0 0,-1 0-1 0 0,0-1 1 0 0,-1 1 0 0 0,-1 0-1 0 0,0 0 1 0 0,0 0 0 0 0,-1 0-1 0 0,-4-18 1 0 0,3 26 0 0 0,0-1 0 0 0,0 1 0 0 0,0-1 0 0 0,0 1 0 0 0,-1 0 0 0 0,0 0 0 0 0,-5-7 0 0 0,8 11-26 0 0,-1 0 1 0 0,0 0-1 0 0,0 0 0 0 0,0 0 0 0 0,1 0 0 0 0,-1 0 1 0 0,0 1-1 0 0,0-1 0 0 0,0 0 0 0 0,0 0 0 0 0,0 1 1 0 0,-1-1-1 0 0,1 1 0 0 0,0-1 0 0 0,0 1 0 0 0,0-1 0 0 0,0 1 1 0 0,-1 0-1 0 0,1 0 0 0 0,0-1 0 0 0,0 1 0 0 0,-1 0 1 0 0,1 0-1 0 0,0 0 0 0 0,0 0 0 0 0,-1 1 0 0 0,1-1 1 0 0,0 0-1 0 0,0 0 0 0 0,0 1 0 0 0,-1-1 0 0 0,1 1 1 0 0,0-1-1 0 0,0 1 0 0 0,0 0 0 0 0,0-1 0 0 0,0 1 0 0 0,0 0 1 0 0,0-1-1 0 0,-1 3 0 0 0,0-1 1 0 0,0 0 0 0 0,0 0 0 0 0,1 0 0 0 0,-1 1 0 0 0,1-1 0 0 0,0 1 1 0 0,-1-1-1 0 0,1 1 0 0 0,0 0 0 0 0,1-1 0 0 0,-1 1 0 0 0,0 0 0 0 0,1 0 0 0 0,-1 4 0 0 0,0 1 31 0 0,1 1 0 0 0,0 0 0 0 0,2 12 0 0 0,0-10-52 0 0,1 0-1 0 0,0 0 1 0 0,0 0-1 0 0,1 0 1 0 0,0-1 0 0 0,1 1-1 0 0,0-1 1 0 0,1 0-1 0 0,0-1 1 0 0,0 1-1 0 0,1-1 1 0 0,1 0 0 0 0,-1-1-1 0 0,1 0 1 0 0,1 0-1 0 0,-1-1 1 0 0,1 0-1 0 0,1 0 1 0 0,-1-1 0 0 0,1 0-1 0 0,0-1 1 0 0,1 0-1 0 0,-1-1 1 0 0,1 0 0 0 0,0 0-1 0 0,0-1 1 0 0,0-1-1 0 0,0 0 1 0 0,0 0-1 0 0,1-1 1 0 0,-1-1 0 0 0,1 0-1 0 0,-1 0 1 0 0,21-4-1 0 0,-12-1-2 0 0,1 0 0 0 0,-1-2-1 0 0,0 0 1 0 0,0-1-1 0 0,-1-1 1 0 0,0-1 0 0 0,-1-1-1 0 0,19-14 1 0 0,-24 15 2 0 0,0-1 1 0 0,-1 0-1 0 0,0-1 0 0 0,-1-1 1 0 0,-1 0-1 0 0,0 0 0 0 0,0-1 1 0 0,-1 0-1 0 0,-1 0 1 0 0,11-29-1 0 0,-17 40 10 0 0,-2 0-1 0 0,1 0 1 0 0,0 0-1 0 0,-1 1 1 0 0,1-1-1 0 0,-1 0 1 0 0,0 0-1 0 0,0 0 1 0 0,0 0-1 0 0,0 0 1 0 0,0 0-1 0 0,-1 1 1 0 0,1-1 0 0 0,-3-5-1 0 0,2 6-1 0 0,1 1 0 0 0,-1-1 1 0 0,0 1-1 0 0,0-1 0 0 0,0 1 0 0 0,0 0 0 0 0,0 0 0 0 0,0-1 1 0 0,0 1-1 0 0,0 0 0 0 0,-1 0 0 0 0,1 0 0 0 0,0 0 0 0 0,-1 0 1 0 0,1 1-1 0 0,-1-1 0 0 0,1 0 0 0 0,-1 1 0 0 0,1-1 0 0 0,-1 1 1 0 0,1-1-1 0 0,-1 1 0 0 0,0 0 0 0 0,1 0 0 0 0,-1-1 1 0 0,1 1-1 0 0,-1 0 0 0 0,-1 1 0 0 0,-4 0 40 0 0,1 0 0 0 0,0 0 1 0 0,0 1-1 0 0,-1 0 0 0 0,2 0 0 0 0,-1 1 0 0 0,0 0 0 0 0,0 0 0 0 0,1 0 1 0 0,-1 1-1 0 0,-8 7 0 0 0,-3 4 75 0 0,1 0 0 0 0,-15 18 0 0 0,24-25-90 0 0,0 0-1 0 0,1 1 1 0 0,0-1-1 0 0,1 1 1 0 0,0 0-1 0 0,0 1 1 0 0,1-1-1 0 0,0 1 1 0 0,0 0-1 0 0,1 0 1 0 0,1 0-1 0 0,-1 0 1 0 0,2 1-1 0 0,-1-1 1 0 0,1 15-1 0 0,1-23-39 0 0,0 0-1 0 0,1 0 1 0 0,-1 1-1 0 0,0-1 1 0 0,1 0-1 0 0,-1 1 1 0 0,1-1 0 0 0,0 0-1 0 0,0 0 1 0 0,0 0-1 0 0,0 0 1 0 0,0 0-1 0 0,0 0 1 0 0,0 0 0 0 0,1 0-1 0 0,-1 0 1 0 0,1-1-1 0 0,0 1 1 0 0,-1 0-1 0 0,1-1 1 0 0,0 0 0 0 0,0 1-1 0 0,0-1 1 0 0,0 0-1 0 0,0 0 1 0 0,0 0-1 0 0,0 0 1 0 0,0 0-1 0 0,0 0 1 0 0,1-1 0 0 0,-1 1-1 0 0,0-1 1 0 0,0 0-1 0 0,1 1 1 0 0,-1-1-1 0 0,4 0 1 0 0,0-1-26 0 0,0 1-1 0 0,0-1 1 0 0,0 0-1 0 0,0 0 1 0 0,0-1-1 0 0,0 1 1 0 0,0-1-1 0 0,-1-1 1 0 0,1 1-1 0 0,-1-1 1 0 0,0 0-1 0 0,10-7 1 0 0,-8 4 5 0 0,0-1-1 0 0,0 0 1 0 0,0-1 0 0 0,-1 0-1 0 0,-1 1 1 0 0,1-2 0 0 0,-1 1-1 0 0,0-1 1 0 0,4-13-1 0 0,1-5 41 0 0,-2 0 0 0 0,6-36 0 0 0,-14 62 166 0 0,0 3-90 0 0,-2 11-33 0 0,1 1 0 0 0,0 0 1 0 0,0-1-1 0 0,2 1 0 0 0,0-1 1 0 0,0 1-1 0 0,5 20 0 0 0,-4-29-45 0 0,-1 0-1 0 0,1 0 0 0 0,0 0 0 0 0,1 0 0 0 0,-1 0 0 0 0,1 0 0 0 0,0-1 0 0 0,0 1 0 0 0,1-1 1 0 0,-1 0-1 0 0,1 0 0 0 0,0 0 0 0 0,0-1 0 0 0,0 1 0 0 0,0-1 0 0 0,1 0 0 0 0,-1 0 0 0 0,1 0 1 0 0,0-1-1 0 0,0 1 0 0 0,0-1 0 0 0,5 1 0 0 0,-1 0-13 0 0,0-1-1 0 0,0 0 1 0 0,0-1 0 0 0,0 0 0 0 0,1-1-1 0 0,-1 0 1 0 0,0 0 0 0 0,0-1-1 0 0,0 0 1 0 0,0 0 0 0 0,0-1 0 0 0,0 0-1 0 0,0-1 1 0 0,0 0 0 0 0,-1 0-1 0 0,16-10 1 0 0,-14 7 5 0 0,0 0-1 0 0,-1-1 1 0 0,0 0-1 0 0,0-1 1 0 0,-1 0-1 0 0,0-1 1 0 0,0 1-1 0 0,-1-2 1 0 0,0 1-1 0 0,-1-1 1 0 0,0 0 0 0 0,10-21-1 0 0,-6 5 30 0 0,0-1 1 0 0,-1-1-1 0 0,-2 1 0 0 0,-1-1 1 0 0,-1-1-1 0 0,-1 1 0 0 0,-1-53 1 0 0,-6 47 39 0 0,3 34-60 0 0,-1 0 1 0 0,0 0-1 0 0,1 0 1 0 0,-1 0-1 0 0,0 0 1 0 0,1 0-1 0 0,-1 1 0 0 0,0-1 1 0 0,1 0-1 0 0,-1 0 1 0 0,0 0-1 0 0,1 1 0 0 0,-1-1 1 0 0,0 0-1 0 0,0 1 1 0 0,-3 2 31 0 0,0 0 0 0 0,1 1 0 0 0,-1-1 0 0 0,1 1 0 0 0,0 0 0 0 0,0 0 1 0 0,0 0-1 0 0,0 0 0 0 0,-3 7 0 0 0,-16 43 267 0 0,22-54-302 0 0,-10 26 179 0 0,2 0-1 0 0,1 1 1 0 0,2 0 0 0 0,-5 52 0 0 0,9-66-291 0 0,1 0 0 0 0,0 0 0 0 0,1-1 1 0 0,1 1-1 0 0,0 0 0 0 0,0-1 1 0 0,1 0-1 0 0,1 1 0 0 0,0-1 1 0 0,1-1-1 0 0,0 1 0 0 0,13 20 0 0 0,-15-29-155 0 0,-1 1 1 0 0,1-1-1 0 0,0 1 0 0 0,1-1 0 0 0,-1 0 0 0 0,1 0 0 0 0,-1-1 0 0 0,1 1 0 0 0,0-1 0 0 0,0 1 0 0 0,0-1 0 0 0,5 2 0 0 0,14 3-1840 0 0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1:23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 77 24767 0 0,'0'0'1133'0'0,"-10"-12"414"0"0,7 8-1240 0 0,1 0-1 0 0,-2-1 0 0 0,1 1 1 0 0,0 1-1 0 0,-1-1 1 0 0,0 0-1 0 0,0 1 1 0 0,0 0-1 0 0,0 0 1 0 0,0 0-1 0 0,-6-3 1 0 0,7 5-261 0 0,-1-1 0 0 0,0 1 1 0 0,1 0-1 0 0,-1 0 0 0 0,1 1 1 0 0,-1-1-1 0 0,0 1 0 0 0,0-1 1 0 0,1 1-1 0 0,-1 0 0 0 0,0 1 1 0 0,0-1-1 0 0,1 1 0 0 0,-1-1 1 0 0,0 1-1 0 0,-3 2 0 0 0,-12 4-14 0 0,1 1 0 0 0,1 0 0 0 0,-1 2-1 0 0,1 0 1 0 0,-17 14 0 0 0,22-15-5 0 0,1 0 0 0 0,1 1 0 0 0,-1 0 0 0 0,2 1 0 0 0,0 0 0 0 0,0 0 0 0 0,-12 22 0 0 0,19-30-38 0 0,1 0 0 0 0,-1 0 0 0 0,1 0 0 0 0,0 0 0 0 0,0 1 0 0 0,0-1 0 0 0,1 0 0 0 0,-1 0 0 0 0,1 1 0 0 0,0-1 0 0 0,0 0 0 0 0,0 6 0 0 0,0-8 3 0 0,1 1 0 0 0,-1 0 0 0 0,1 0-1 0 0,-1-1 1 0 0,1 1 0 0 0,0-1-1 0 0,0 1 1 0 0,0 0 0 0 0,0-1 0 0 0,0 0-1 0 0,0 1 1 0 0,0-1 0 0 0,0 0 0 0 0,0 1-1 0 0,1-1 1 0 0,-1 0 0 0 0,1 0 0 0 0,-1 0-1 0 0,0 0 1 0 0,1 0 0 0 0,0 0-1 0 0,-1-1 1 0 0,1 1 0 0 0,3 1 0 0 0,3 0-89 0 0,1-1 1 0 0,-1 0 0 0 0,1 0 0 0 0,-1-1-1 0 0,1 0 1 0 0,0 0 0 0 0,-1-1 0 0 0,1 0-1 0 0,-1 0 1 0 0,1-1 0 0 0,-1 0 0 0 0,0-1-1 0 0,0 0 1 0 0,10-4 0 0 0,0-2-42 0 0,-1 0-1 0 0,0-1 1 0 0,-1-1-1 0 0,0-1 1 0 0,17-15-1 0 0,-22 18 127 0 0,-1-2 1 0 0,0 0-1 0 0,-1 0 0 0 0,0 0 0 0 0,-1-1 1 0 0,-1-1-1 0 0,1 1 0 0 0,-2-1 0 0 0,0 0 0 0 0,6-19 1 0 0,-9 12 153 0 0,-3 20-118 0 0,1 0-1 0 0,-1 0 1 0 0,0 0-1 0 0,0-1 1 0 0,0 1-1 0 0,0 0 1 0 0,0 0-1 0 0,0 0 1 0 0,0-1-1 0 0,0 1 1 0 0,0 0-1 0 0,0 0 1 0 0,0 0-1 0 0,0-1 1 0 0,0 1-1 0 0,0 0 1 0 0,0 0-1 0 0,0-1 1 0 0,0 1-1 0 0,0 0 1 0 0,-1 0-1 0 0,1 0 1 0 0,0 0-1 0 0,0-1 0 0 0,0 1 1 0 0,0 0-1 0 0,0 0 1 0 0,0 0-1 0 0,-1 0 1 0 0,1-1-1 0 0,0 1 1 0 0,0 0-1 0 0,0 0 1 0 0,0 0-1 0 0,-1 0 1 0 0,1 0-1 0 0,0 0 1 0 0,0 0-1 0 0,-1-1 1 0 0,-7 6 297 0 0,-8 11-74 0 0,13-9-196 0 0,0-1 0 0 0,1 1 0 0 0,0 0 0 0 0,0 0 0 0 0,0 0 0 0 0,1 0 0 0 0,-1 0 0 0 0,2 0 0 0 0,-1 0 0 0 0,1 0 0 0 0,1 13 0 0 0,3 7 38 0 0,11 45 1 0 0,-13-64-79 0 0,12 39 18 0 0,27 63 1 0 0,7 21-33 0 0,-43-112-16 0 0,0 0 1 0 0,-2-1-1 0 0,0 2 1 0 0,-1-1-1 0 0,-1 25 1 0 0,-1-37 13 0 0,-1 1-1 0 0,0-1 1 0 0,0 1 0 0 0,-1-1-1 0 0,0 0 1 0 0,0 1 0 0 0,-1-1-1 0 0,0 0 1 0 0,0-1-1 0 0,-1 1 1 0 0,1 0 0 0 0,-2-1-1 0 0,1 0 1 0 0,-1 0 0 0 0,1 0-1 0 0,-2 0 1 0 0,1-1 0 0 0,-1 0-1 0 0,1 0 1 0 0,-2-1 0 0 0,1 1-1 0 0,-9 4 1 0 0,4-4 1 0 0,0 0 0 0 0,0 0-1 0 0,0-1 1 0 0,-1-1 0 0 0,1 0 0 0 0,-1 0 0 0 0,0-1 0 0 0,0-1-1 0 0,0 0 1 0 0,0 0 0 0 0,0-1 0 0 0,0-1 0 0 0,-17-3 0 0 0,16 2-69 0 0,0-1 0 0 0,1 0 1 0 0,-1-1-1 0 0,1 0 0 0 0,0-1 0 0 0,-13-7 1 0 0,21 9 37 0 0,0 1 1 0 0,0-1 0 0 0,0 0-1 0 0,1 0 1 0 0,-1 0 0 0 0,1 0-1 0 0,0-1 1 0 0,0 1-1 0 0,0-1 1 0 0,0 0 0 0 0,0 0-1 0 0,1 0 1 0 0,0 0 0 0 0,0 0-1 0 0,0-1 1 0 0,0 1 0 0 0,1-1-1 0 0,0 1 1 0 0,0-1-1 0 0,-1-4 1 0 0,2 1-32 0 0,-1 0-1 0 0,1-1 1 0 0,1 1-1 0 0,-1 0 1 0 0,2 0 0 0 0,-1 0-1 0 0,1 0 1 0 0,4-11-1 0 0,-1 6-17 0 0,0 1-1 0 0,1 0 0 0 0,1 1 0 0 0,12-18 1 0 0,3 2-33 0 0,2 0 0 0 0,52-45 0 0 0,240-179 120 0 0,-264 208 600 0 0,60-63 1179 0 0,-116 107-1731 0 0,1 1 1 0 0,-1-1-1 0 0,1 1 0 0 0,0 0 1 0 0,0 0-1 0 0,0 0 0 0 0,0 0 1 0 0,-5 6-1 0 0,3-4-9 0 0,-9 7-31 0 0,1 1-1 0 0,1 1 1 0 0,0 0 0 0 0,0 0-1 0 0,2 1 1 0 0,-1 1 0 0 0,2 0-1 0 0,0 0 1 0 0,1 0 0 0 0,0 1-1 0 0,-5 18 1 0 0,12-30-11 0 0,0-3 0 0 0,1 1 0 0 0,-1-1 0 0 0,1 1 0 0 0,0-1 0 0 0,-1 1 0 0 0,1 0 0 0 0,0-1 0 0 0,0 1 0 0 0,0-1 0 0 0,0 1 0 0 0,0-1 0 0 0,1 1 0 0 0,-1-1 0 0 0,0 1 0 0 0,1-1 0 0 0,-1 1 0 0 0,1-1 0 0 0,0 2 0 0 0,0-2-3 0 0,-1 1 0 0 0,1-1 0 0 0,-1 0 0 0 0,1 0 0 0 0,-1 0 1 0 0,1 0-1 0 0,0 0 0 0 0,-1 0 0 0 0,1 0 0 0 0,0 0 0 0 0,0 0 0 0 0,0 0 0 0 0,0 0 0 0 0,0 0 0 0 0,0-1 0 0 0,0 1 1 0 0,0 0-1 0 0,0-1 0 0 0,1 1 0 0 0,-1-1 0 0 0,1 1 0 0 0,1 0-11 0 0,0-1-1 0 0,-1 1 1 0 0,1-1 0 0 0,0 0 0 0 0,-1 0-1 0 0,1 0 1 0 0,0 0 0 0 0,-1-1 0 0 0,6 0-1 0 0,-1-1-16 0 0,0-1-1 0 0,0 1 0 0 0,0-1 0 0 0,-1 0 0 0 0,1-1 0 0 0,10-7 1 0 0,-6 2-36 0 0,0-1 1 0 0,-1 0-1 0 0,0 0 0 0 0,10-15 1 0 0,28-49-105 0 0,-8 12 67 0 0,-30 48 84 0 0,12-19-22 0 0,-21 32 285 0 0,0 13-67 0 0,0 32 62 0 0,-1-28-180 0 0,0 0-1 0 0,5 24 1 0 0,-3-28-58 0 0,0 0 1 0 0,1 0-1 0 0,1 0 0 0 0,0-1 1 0 0,11 21-1 0 0,-13-28-136 0 0,0-1 0 0 0,0 1 0 0 0,1-1 0 0 0,0 0 0 0 0,-1 0 0 0 0,1 0 0 0 0,1 0 0 0 0,-1 0 0 0 0,0-1 0 0 0,1 1 0 0 0,-1-1 0 0 0,1 0 0 0 0,0 0 0 0 0,-1 0 0 0 0,1-1 0 0 0,0 1 0 0 0,0-1 0 0 0,0 0 0 0 0,0 0 0 0 0,8 1 0 0 0,-6-2-651 0 0,0 0 0 0 0,1 0 0 0 0,11-2 0 0 0,0-2-974 0 0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1:24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492 23 20759 0 0,'0'0'952'0'0,"-13"-8"352"0"0,11 6-1084 0 0,-1 0 0 0 0,1 1-1 0 0,-1-1 1 0 0,0 1 0 0 0,1 0 0 0 0,-1 0 0 0 0,0 0-1 0 0,0 0 1 0 0,0 0 0 0 0,0 1 0 0 0,0-1 0 0 0,0 1-1 0 0,0 0 1 0 0,0 0 0 0 0,0 0 0 0 0,0 0-1 0 0,0 1 1 0 0,-4 0 0 0 0,-9 2 1244 0 0,0 1 1 0 0,-15 6-1 0 0,30-10-1458 0 0,-88 36 731 0 0,79-31-704 0 0,0 0 1 0 0,0 1-1 0 0,-14 11 1 0 0,21-14-35 0 0,-1 0 1 0 0,1 0-1 0 0,0 0 1 0 0,-1 1-1 0 0,2-1 1 0 0,-1 1-1 0 0,0 0 1 0 0,1 0-1 0 0,-1 0 1 0 0,1 0-1 0 0,-2 7 1 0 0,3-10 0 0 0,1-1 0 0 0,0 1 0 0 0,-1-1 0 0 0,1 1 0 0 0,0-1 0 0 0,0 1 0 0 0,0 0 0 0 0,0-1 0 0 0,-1 1 0 0 0,1-1 0 0 0,0 1 0 0 0,0-1 0 0 0,0 1 0 0 0,0 0 0 0 0,0-1 0 0 0,0 1 0 0 0,1-1 0 0 0,-1 1 0 0 0,0-1 0 0 0,0 1 0 0 0,0-1 0 0 0,0 1 0 0 0,1-1 0 0 0,-1 1 0 0 0,0-1 0 0 0,1 1 0 0 0,-1-1 0 0 0,0 1 0 0 0,1-1 0 0 0,0 1 0 0 0,0 1 0 0 0,1 1-5 0 0,1 1-1 0 0,0 0 1 0 0,0-1-1 0 0,0 0 1 0 0,1 0-1 0 0,-1 0 1 0 0,1 0-1 0 0,0 0 1 0 0,-1-1-1 0 0,1 1 1 0 0,0-1-1 0 0,7 2 1 0 0,6 3-53 0 0,34 8 1 0 0,-13-5 27 0 0,13 6 30 0 0,-16-5 0 0 0,34 15 0 0 0,-65-24 8 0 0,0 0-1 0 0,0 0 1 0 0,0 1 0 0 0,0-1-1 0 0,0 1 1 0 0,0 0-1 0 0,-1 0 1 0 0,1 1 0 0 0,-1-1-1 0 0,0 1 1 0 0,5 7 0 0 0,-7-9-3 0 0,0 0 0 0 0,0 0 0 0 0,0 1 0 0 0,0-1 0 0 0,0 0 0 0 0,-1 1 0 0 0,1-1 0 0 0,-1 0 0 0 0,1 1 0 0 0,-1-1 0 0 0,0 1 0 0 0,0-1 0 0 0,0 0 0 0 0,0 1 0 0 0,0-1 0 0 0,-1 1 0 0 0,1-1 0 0 0,-1 0 0 0 0,0 1 0 0 0,1-1 0 0 0,-1 0 0 0 0,0 0 0 0 0,0 1 0 0 0,-3 2 0 0 0,-1 2 9 0 0,0-1-1 0 0,0 0 0 0 0,-1-1 0 0 0,0 0 1 0 0,0 1-1 0 0,0-2 0 0 0,-1 1 0 0 0,1-1 1 0 0,-1 0-1 0 0,0 0 0 0 0,-1-1 0 0 0,-6 3 1 0 0,-6 1 20 0 0,0-2 1 0 0,-1 0-1 0 0,-27 4 1 0 0,9-5-79 0 0,1-2-1 0 0,-1-1 1 0 0,-58-7 0 0 0,77 3-518 0 0,-1-2 0 0 0,1 0 0 0 0,-25-9 0 0 0,22 4-1333 0 0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1:29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375 187 21679 0 0,'-1'-1'155'0'0,"-1"-1"0"0"0,0 0 0 0 0,1 0 0 0 0,0 0 1 0 0,-1 0-1 0 0,1 0 0 0 0,0 0 0 0 0,0 0 0 0 0,0-1 0 0 0,0 1 0 0 0,0 0 0 0 0,1 0 0 0 0,-1-1 0 0 0,1 1 0 0 0,-1-3 0 0 0,0-5-233 0 0,1-1 0 0 0,1-12-1 0 0,0 2 249 0 0,-1 15-44 0 0,0 0 0 0 0,0 1 0 0 0,-1-1 0 0 0,1 0 0 0 0,-2 1 0 0 0,1-1 0 0 0,0 0 0 0 0,-5-9-1 0 0,5 13-24 0 0,0 0 0 0 0,-1 0 0 0 0,1 1 0 0 0,0-1 0 0 0,0 1 0 0 0,-1-1 0 0 0,1 1 0 0 0,-1 0 0 0 0,0-1-1 0 0,1 1 1 0 0,-1 0 0 0 0,0 0 0 0 0,0 0 0 0 0,0 0 0 0 0,0 0 0 0 0,1 1 0 0 0,-1-1 0 0 0,0 0 0 0 0,0 1 0 0 0,0 0-1 0 0,-1-1 1 0 0,1 1 0 0 0,0 0 0 0 0,0 0 0 0 0,0 0 0 0 0,0 0 0 0 0,-3 1 0 0 0,-2 1 58 0 0,0-1 1 0 0,0 1-1 0 0,0 1 1 0 0,0-1-1 0 0,1 1 1 0 0,-1 0-1 0 0,1 0 0 0 0,0 1 1 0 0,0 0-1 0 0,0 0 1 0 0,-9 9-1 0 0,-5 6 235 0 0,-28 36 0 0 0,41-46-355 0 0,-17 21 87 0 0,-37 57 0 0 0,54-74-118 0 0,0 0 0 0 0,1 0 1 0 0,0 0-1 0 0,1 1 0 0 0,0 0 0 0 0,1 0 0 0 0,-4 27 0 0 0,8-37-9 0 0,0-1 0 0 0,0 1 0 0 0,0-1 0 0 0,0 0 0 0 0,0 1 0 0 0,1-1 0 0 0,0 1 0 0 0,-1-1 0 0 0,1 0 0 0 0,1 1 0 0 0,-1-1 0 0 0,0 0 0 0 0,1 0 0 0 0,-1 0 0 0 0,1 0 0 0 0,0 0 0 0 0,0 0 0 0 0,0-1 0 0 0,1 1 0 0 0,2 2 0 0 0,-2-2-12 0 0,1 0 1 0 0,0-1-1 0 0,0 1 1 0 0,0-1-1 0 0,0 0 1 0 0,0 0 0 0 0,0-1-1 0 0,1 1 1 0 0,-1-1-1 0 0,1 0 1 0 0,-1 0-1 0 0,1 0 1 0 0,-1-1-1 0 0,9 1 1 0 0,-2-2-18 0 0,0 0 0 0 0,0 0-1 0 0,0-1 1 0 0,0 0 0 0 0,0-1-1 0 0,-1 0 1 0 0,1-1 0 0 0,-1 0 0 0 0,14-7-1 0 0,4-6-96 0 0,47-36-1 0 0,-37 24 17 0 0,-15 11 47 0 0,-23 18 62 0 0,1 0 1 0 0,-1-1 0 0 0,0 1 0 0 0,1-1-1 0 0,-1 1 1 0 0,0 0 0 0 0,1-1-1 0 0,-1 1 1 0 0,1 0 0 0 0,-1 0-1 0 0,0-1 1 0 0,1 1 0 0 0,-1 0 0 0 0,1 0-1 0 0,-1 0 1 0 0,1-1 0 0 0,-1 1-1 0 0,1 0 1 0 0,-1 0 0 0 0,1 0 0 0 0,-1 0-1 0 0,1 0 1 0 0,-1 0 0 0 0,1 0-1 0 0,-1 0 1 0 0,1 0 0 0 0,-1 0 0 0 0,1 1-1 0 0,-1-1 1 0 0,1 0 0 0 0,-1 0-1 0 0,1 0 1 0 0,-1 0 0 0 0,0 1-1 0 0,1-1 1 0 0,-1 0 0 0 0,1 1 0 0 0,-1-1-1 0 0,0 0 1 0 0,1 1 0 0 0,-1-1-1 0 0,0 0 1 0 0,1 1 0 0 0,-1-1 0 0 0,0 0-1 0 0,1 1 1 0 0,-1-1 0 0 0,0 1-1 0 0,0-1 1 0 0,0 1 0 0 0,1-1-1 0 0,-1 2 1 0 0,0-1 6 0 0,3 5 21 0 0,-1 0-1 0 0,0 0 1 0 0,-1 0 0 0 0,1 0 0 0 0,0 9 0 0 0,1 2 99 0 0,6 49 308 0 0,-7-46-344 0 0,0 0 0 0 0,2-1 0 0 0,10 33 0 0 0,-9-36-121 0 0,0-4 54 0 0,-1 0 0 0 0,10 16 0 0 0,-12-25-60 0 0,0 1 1 0 0,1-1-1 0 0,-1 1 1 0 0,1-1-1 0 0,0 0 0 0 0,0 0 1 0 0,0 0-1 0 0,0-1 1 0 0,1 1-1 0 0,-1-1 0 0 0,6 3 1 0 0,-7-4-65 0 0,0-1 0 0 0,0 1 0 0 0,0-1 0 0 0,1 1 0 0 0,-1-1-1 0 0,0 0 1 0 0,0 0 0 0 0,0 0 0 0 0,1 0 0 0 0,-1 0 0 0 0,0-1 0 0 0,0 1 0 0 0,0-1 0 0 0,0 1 0 0 0,0-1 0 0 0,0 0 0 0 0,0 0 0 0 0,0 0 0 0 0,0 0 0 0 0,0 0 0 0 0,2-2 0 0 0,17-13-2946 0 0,-6-2-4886 0 0,-8 6 362 0 0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1:29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0 239 20383 0 0,'0'0'1848'0'0,"4"-15"-1377"0"0,-2 9-107 0 0,1 1 1 0 0,0-1-1 0 0,0 1 0 0 0,0 0 1 0 0,1 0-1 0 0,0 0 1 0 0,0 0-1 0 0,6-5 0 0 0,2-3 277 0 0,67-64 1148 0 0,-42 44-1697 0 0,-9 5 177 0 0,-18 18-1942 0 0,0-1-3356 0 0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1:30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13823 0 0,'0'0'12823'0'0,"1"-2"-12065"0"0,2-2-636 0 0,1 1-1 0 0,0 0 1 0 0,0-1-1 0 0,0 1 0 0 0,0 0 1 0 0,1 1-1 0 0,-1-1 1 0 0,1 1-1 0 0,0 0 0 0 0,8-3 1 0 0,9-1 595 0 0,25-5 1 0 0,-27 7-582 0 0,9 0-1988 0 0,1 0-1 0 0,57 2 1 0 0,-69 2 618 0 0,-8 0-7423 0 0</inkml:trace>
  <inkml:trace contextRef="#ctx0" brushRef="#br0" timeOffset="1">26 219 23119 0 0,'0'0'2099'0'0,"9"1"-1446"0"0,6-1-440 0 0,-1-1 0 0 0,0 0-1 0 0,1-1 1 0 0,-1-1 0 0 0,16-4 0 0 0,-4 0-26 0 0,20-3-208 0 0,89-24-2909 0 0,-102 23 1433 0 0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1:30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9 17447 0 0,'0'0'1580'0'0,"-15"-6"-54"0"0,11 5-1162 0 0,0 0 1 0 0,0 1 0 0 0,0 0 0 0 0,0 0 0 0 0,0 0 0 0 0,0 0 0 0 0,0 1 0 0 0,0-1 0 0 0,0 1-1 0 0,0 0 1 0 0,0 1 0 0 0,0-1 0 0 0,0 0 0 0 0,1 1 0 0 0,-1 0 0 0 0,0 0 0 0 0,1 0 0 0 0,0 0-1 0 0,0 1 1 0 0,-5 3 0 0 0,-1 2-81 0 0,1 1-1 0 0,0-1 0 0 0,0 1 0 0 0,1 1 1 0 0,-10 17-1 0 0,9-14-201 0 0,-39 76 341 0 0,43-80-476 0 0,0 1 0 0 0,1 1 1 0 0,0-1-1 0 0,0 0 0 0 0,1 1 0 0 0,1-1 0 0 0,-1 15 1 0 0,2-23-70 0 0,0 1 0 0 0,0 0 0 0 0,0 0 0 0 0,1-1 0 0 0,-1 1 0 0 0,1 0 0 0 0,0-1 0 0 0,0 1 0 0 0,0-1 0 0 0,0 1 0 0 0,0-1 0 0 0,0 1 1 0 0,1-1-1 0 0,-1 0 0 0 0,1 1 0 0 0,0-1 0 0 0,0 0 0 0 0,0 0 0 0 0,0 0 0 0 0,0 0 0 0 0,0-1 0 0 0,0 1 0 0 0,3 1 0 0 0,1 0-431 0 0,0 0 0 0 0,0-1-1 0 0,0 0 1 0 0,0 0 0 0 0,0-1-1 0 0,0 1 1 0 0,1-1 0 0 0,-1-1-1 0 0,7 1 1 0 0,9-1-1234 0 0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1:31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39 4143 0 0,'1'-8'428'0'0,"-2"6"-261"0"0,1 1 0 0 0,0 0 0 0 0,0 0 0 0 0,0-1 0 0 0,-1 1 0 0 0,1 0 0 0 0,0 0 0 0 0,-1 0 0 0 0,1 0 0 0 0,-1-1 0 0 0,0 1 0 0 0,1 0 0 0 0,-1 0 0 0 0,0 0 0 0 0,0 0 0 0 0,0 0 0 0 0,1 0 0 0 0,-1 1 0 0 0,0-1-1 0 0,0 0 1 0 0,-2-1 0 0 0,0 1 593 0 0,1 0 0 0 0,0 1 0 0 0,-1-1 0 0 0,1 0-1 0 0,0 1 1 0 0,-1-1 0 0 0,1 1 0 0 0,-1 0 0 0 0,1 0-1 0 0,-5 0 1 0 0,0 1 1333 0 0,-1 0 0 0 0,1 1-1 0 0,-12 3 1 0 0,-3 3-1974 0 0,10-2 326 0 0,1 1 0 0 0,-1 0 0 0 0,1 0 0 0 0,1 1 0 0 0,0 1 0 0 0,0 0 0 0 0,-13 14 0 0 0,9-6-96 0 0,1 1-1 0 0,0 0 0 0 0,-17 33 1 0 0,28-47-338 0 0,-1 1 0 0 0,1 0 0 0 0,0 0-1 0 0,1 1 1 0 0,-1-1 0 0 0,1 0 0 0 0,0 0 0 0 0,1 1 0 0 0,-1-1 0 0 0,1 0 0 0 0,0 1 0 0 0,0-1 0 0 0,1 1 0 0 0,1 6 0 0 0,-2-9-57 0 0,1-1 0 0 0,0 1-1 0 0,0 0 1 0 0,1-1 0 0 0,-1 1 0 0 0,0 0 0 0 0,1-1 0 0 0,0 0-1 0 0,-1 1 1 0 0,1-1 0 0 0,0 0 0 0 0,0 0 0 0 0,0 0 0 0 0,1 0 0 0 0,-1 0-1 0 0,0-1 1 0 0,1 1 0 0 0,-1-1 0 0 0,1 1 0 0 0,-1-1 0 0 0,1 0 0 0 0,0 0-1 0 0,0 0 1 0 0,-1 0 0 0 0,1-1 0 0 0,0 1 0 0 0,5 0 0 0 0,0-1-32 0 0,0 0 0 0 0,0 0 0 0 0,0 0 0 0 0,0-1 0 0 0,0 0 0 0 0,0-1 0 0 0,0 0 1 0 0,-1 0-1 0 0,1-1 0 0 0,-1 1 0 0 0,1-2 0 0 0,-1 1 0 0 0,0-1 0 0 0,0 0 0 0 0,-1-1 0 0 0,8-5 0 0 0,-3 1-53 0 0,-1-1 1 0 0,0 0-1 0 0,0-1 0 0 0,-1 0 0 0 0,-1 0 0 0 0,0-1 0 0 0,0 0 0 0 0,6-16 0 0 0,-8 17 132 0 0,38-92 63 0 0,-43 102 1119 0 0,-1 5-974 0 0,1 0-1 0 0,-1 0 1 0 0,1 0-1 0 0,3 6 1 0 0,0 3 52 0 0,12 62 238 0 0,-9-39-61 0 0,20 61 1 0 0,-22-85-439 0 0,1-4 0 0 0,3-4 0 0 0,-8-4-1 0 0,1 0 0 0 0,0 0 0 0 0,0 0 0 0 0,0 0 0 0 0,-1 0 0 0 0,1 0 0 0 0,0-1 0 0 0,0 1 0 0 0,-1-1 0 0 0,1 1 0 0 0,0-1 0 0 0,-1 0 0 0 0,1 0 0 0 0,-1 0 0 0 0,1 1 0 0 0,-1-2 0 0 0,1 1 0 0 0,-1 0 0 0 0,0 0-1 0 0,1 0 1 0 0,-1 0 0 0 0,0-1 0 0 0,0 1 0 0 0,0-1 0 0 0,2-2 0 0 0,2-6-11 0 0,0 1 0 0 0,-1-1 0 0 0,5-14-1 0 0,-1 4-3 0 0,39-82-135 0 0,-39 87 78 0 0,1 0 0 0 0,0 1-1 0 0,1 0 1 0 0,20-21 0 0 0,-29 34-5 0 0,-1 2 75 0 0,1-1 0 0 0,0 0 0 0 0,0 0-1 0 0,0 1 1 0 0,-1-1 0 0 0,1 1-1 0 0,0-1 1 0 0,-1 0 0 0 0,1 1-1 0 0,0-1 1 0 0,-1 1 0 0 0,1 0 0 0 0,-1-1-1 0 0,1 1 1 0 0,-1 0 0 0 0,1-1-1 0 0,-1 1 1 0 0,1 0 0 0 0,-1-1 0 0 0,1 3-1 0 0,7 15-24 0 0,-8-17 28 0 0,12 48-211 0 0,-8-31-124 0 0,10 31-1 0 0,-12-45 276 0 0,0 1 0 0 0,1 0-1 0 0,-1-1 1 0 0,1 0 0 0 0,0 1 0 0 0,0-1 0 0 0,0 0 0 0 0,0 0 0 0 0,1-1-1 0 0,-1 1 1 0 0,5 3 0 0 0,-5-6-234 0 0,0 1 0 0 0,0-1 0 0 0,0 0 0 0 0,0 0 0 0 0,0 0 0 0 0,0 0 0 0 0,0 0 0 0 0,0-1 0 0 0,0 1 0 0 0,0-1 0 0 0,0 0 0 0 0,1 0 0 0 0,-1 0 0 0 0,0 0 0 0 0,0 0 0 0 0,0-1 0 0 0,0 0 0 0 0,4 0-1 0 0,8-4-1778 0 0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1:31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218 121 7831 0 0,'0'-7'-499'0'0,"3"-23"1591"0"0,-3 23 474 0 0,0 0 0 0 0,0 1 0 0 0,-1-1 0 0 0,-2-12 0 0 0,3 17-1073 0 0,-1 0 0 0 0,0 0-1 0 0,1 0 1 0 0,-1 0 0 0 0,0 1 0 0 0,0-1 0 0 0,0 0 0 0 0,0 0 0 0 0,0 0 0 0 0,0 1 0 0 0,-1-1-1 0 0,1 1 1 0 0,-1-1 0 0 0,1 1 0 0 0,-1 0 0 0 0,1-1 0 0 0,-4 0 0 0 0,3 1-226 0 0,0 0 1 0 0,-1 0 0 0 0,1 0 0 0 0,-1 0 0 0 0,1 1-1 0 0,-1-1 1 0 0,1 1 0 0 0,-1 0 0 0 0,1 0-1 0 0,-6 0 1 0 0,-3 1 20 0 0,-1 1 0 0 0,0 0 0 0 0,1 1 0 0 0,-1 0 0 0 0,1 1 0 0 0,0 0 0 0 0,0 0 0 0 0,0 2 0 0 0,0-1 0 0 0,1 1 0 0 0,-14 11 0 0 0,22-16-276 0 0,1 0-12 0 0,0-1 0 0 0,0 1 0 0 0,1-1 0 0 0,-1 1 1 0 0,0 0-1 0 0,0-1 0 0 0,1 1 0 0 0,-1 0 0 0 0,0-1 0 0 0,1 1 1 0 0,-1 0-1 0 0,1 0 0 0 0,-1 0 0 0 0,1 0 0 0 0,0-1 1 0 0,-1 1-1 0 0,1 0 0 0 0,0 0 0 0 0,-1 0 0 0 0,1 0 0 0 0,0 0 1 0 0,0 0-1 0 0,0 1 0 0 0,1 17 0 0 0,-1-18-2 0 0,0 0 0 0 0,0-1 0 0 0,1 1 0 0 0,-1 0 0 0 0,0 0 0 0 0,0-1 0 0 0,0 1 0 0 0,1 0 0 0 0,-1 0 0 0 0,0-1 0 0 0,1 1-1 0 0,-1 0 1 0 0,1-1 0 0 0,-1 1 0 0 0,1 0 0 0 0,-1-1 0 0 0,1 1 0 0 0,-1-1 0 0 0,1 1 0 0 0,0-1 0 0 0,-1 1 0 0 0,1-1 0 0 0,1 1 0 0 0,0 1-9 0 0,2 1-1 0 0,1 0 1 0 0,-1 0-1 0 0,1-1 0 0 0,-1 1 1 0 0,1-1-1 0 0,0 0 1 0 0,0-1-1 0 0,0 1 0 0 0,5 1 1 0 0,9 0-37 0 0,23 1 0 0 0,1 1-24 0 0,1 2-2 0 0,67 14-156 0 0,-109-21 234 0 0,1 1-1 0 0,0 0 1 0 0,-1 0-1 0 0,1 0 1 0 0,0 0 0 0 0,-1 1-1 0 0,1-1 1 0 0,-1 1 0 0 0,0 0-1 0 0,0-1 1 0 0,0 1-1 0 0,0 0 1 0 0,0 0 0 0 0,0 0-1 0 0,0 1 1 0 0,0-1-1 0 0,-1 0 1 0 0,1 1 0 0 0,-1-1-1 0 0,0 1 1 0 0,0-1-1 0 0,0 1 1 0 0,0 0 0 0 0,0-1-1 0 0,0 1 1 0 0,-1 0-1 0 0,1 4 1 0 0,-1-3 3 0 0,0 1 0 0 0,0-1 0 0 0,0 1 0 0 0,-1-1 0 0 0,0 0 0 0 0,0 1 0 0 0,0-1 0 0 0,0 1 0 0 0,-1-1 0 0 0,1 0 0 0 0,-1 0 0 0 0,0 0 0 0 0,-1 0 0 0 0,1 0 0 0 0,-1-1 0 0 0,-4 6 0 0 0,-4 3-56 0 0,-1-1 1 0 0,0 0-1 0 0,0-1 1 0 0,-19 12-1 0 0,27-19-317 0 0,-1 0 0 0 0,0-1 0 0 0,0 1 0 0 0,0-1 0 0 0,0 0 0 0 0,-1 0 1 0 0,1-1-1 0 0,0 0 0 0 0,-1 1 0 0 0,1-2 0 0 0,-1 1 0 0 0,1-1 0 0 0,-1 0 0 0 0,0 0 0 0 0,1 0 0 0 0,-7-2 0 0 0,3-2-2458 0 0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1:31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1 14279 0 0,'0'0'14641'0'0,"1"2"-13911"0"0,7 24-166 0 0,-2 1 0 0 0,0 0 1 0 0,1 31-1 0 0,2 5-411 0 0,43 209-1078 0 0,-50-234-575 0 0,-2-36 800 0 0,-4 4-2900 0 0</inkml:trace>
  <inkml:trace contextRef="#ctx0" brushRef="#br0" timeOffset="1">1 297 14743 0 0,'0'0'1568'0'0,"10"5"-1568"0"0,1 0 1944 0 0,0 0 328 0 0,1-2 72 0 0,-1 1 16 0 0,2-1-1560 0 0,0 0-320 0 0,3 0-56 0 0,2-1-8 0 0,2-2-352 0 0,1 0-64 0 0,1 1 0 0 0,1 1 0 0 0,1 0-1512 0 0,4 1-280 0 0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1:32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6447 0 0,'0'1'499'0'0,"8"33"25291"0"0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1:41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362 125 20559 0 0,'0'0'1863'0'0,"1"-2"-1531"0"0,0-5-83 0 0,1 1 0 0 0,-1-1 0 0 0,-1 0 1 0 0,1 0-1 0 0,-1 1 0 0 0,0-1 0 0 0,-1 0 1 0 0,1 1-1 0 0,-4-13 0 0 0,3 17-143 0 0,1-1 0 0 0,-1 1 0 0 0,0 0 1 0 0,0-1-1 0 0,0 1 0 0 0,-1 0 0 0 0,1 0 0 0 0,0 0 1 0 0,-1 0-1 0 0,0 0 0 0 0,1 0 0 0 0,-1 0 0 0 0,0 1 0 0 0,0-1 1 0 0,0 0-1 0 0,0 1 0 0 0,0 0 0 0 0,0-1 0 0 0,0 1 0 0 0,-1 0 1 0 0,1 0-1 0 0,0 0 0 0 0,-1 1 0 0 0,1-1 0 0 0,-1 0 0 0 0,1 1 1 0 0,-1 0-1 0 0,1 0 0 0 0,-5 0 0 0 0,2 0-50 0 0,1 0 0 0 0,-1 1 0 0 0,0 0 0 0 0,1 0 0 0 0,-1 1 1 0 0,1-1-1 0 0,0 1 0 0 0,-1 0 0 0 0,1 0 0 0 0,0 0 0 0 0,-6 5 0 0 0,-5 4 104 0 0,-20 20 0 0 0,27-23-97 0 0,-20 17 44 0 0,2 2 0 0 0,1 0 0 0 0,1 2 0 0 0,1 1 1 0 0,-19 34-1 0 0,39-59-95 0 0,1 0-1 0 0,-1 0 1 0 0,1 1 0 0 0,0-1 0 0 0,1 1 0 0 0,-1-1 0 0 0,1 1 0 0 0,-1 9-1 0 0,3 0 0 0 0,-1-14-20 0 0,1 1 1 0 0,-1 0-1 0 0,1-1 1 0 0,-1 1-1 0 0,1 0 1 0 0,0-1-1 0 0,0 1 1 0 0,0-1-1 0 0,0 0 0 0 0,0 1 1 0 0,0-1-1 0 0,0 0 1 0 0,0 1-1 0 0,0-1 1 0 0,1 0-1 0 0,-1 0 1 0 0,1 0-1 0 0,1 1 0 0 0,0 0-13 0 0,0-1-1 0 0,0 0 1 0 0,0-1-1 0 0,-1 1 0 0 0,1 0 1 0 0,0-1-1 0 0,0 1 1 0 0,0-1-1 0 0,6 0 0 0 0,1-1-38 0 0,-1-1-1 0 0,0 1 0 0 0,0-2 0 0 0,0 1 0 0 0,16-8 0 0 0,-17 7 20 0 0,-1-1 1 0 0,0 0-1 0 0,-1-1 1 0 0,1 0-1 0 0,-1 0 1 0 0,0 0-1 0 0,6-7 1 0 0,35-46-297 0 0,-28 32 168 0 0,-8 11 67 0 0,8-9-67 0 0,-7 33 99 0 0,-10-7 85 0 0,-1 1 0 0 0,0-1 0 0 0,1 0 0 0 0,-1 1-1 0 0,0-1 1 0 0,0 1 0 0 0,0-1 0 0 0,0 1 0 0 0,-1-1 0 0 0,1 1 0 0 0,-1-1 0 0 0,1 6-1 0 0,-1 36 312 0 0,-1-28-222 0 0,-3 71 435 0 0,0 61 456 0 0,14 2-567 0 0,-5-112-558 0 0,19 71-1 0 0,-14-63-1360 0 0,-9-26-6341 0 0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1:42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12 602 8751 0 0,'-1'2'399'0'0,"0"1"-247"0"0,-9 12 5035 0 0,19-12-2367 0 0,-4-2-1526 0 0,1-1 0 0 0,0 1 0 0 0,0-1 0 0 0,-1 0 0 0 0,1-1 0 0 0,10-1 0 0 0,-6 0-861 0 0,0-1 0 0 0,0 0 0 0 0,11-6 1 0 0,1-2-549 0 0,0-1 1 0 0,26-19-1 0 0,-10 4 199 0 0,67-63-1 0 0,-85 69-72 0 0,-1 0-1 0 0,-1-1 0 0 0,-1 0 1 0 0,21-39-1 0 0,-12 16-82 0 0,-3-2 0 0 0,29-84 0 0 0,-49 123 70 0 0,-2 6 4 0 0,-1 0-1 0 0,1 0 1 0 0,0 0 0 0 0,-1-1 0 0 0,1 1 0 0 0,-1 0 0 0 0,0 0-1 0 0,0-1 1 0 0,0 1 0 0 0,0 0 0 0 0,0-1 0 0 0,0 1 0 0 0,0 0 0 0 0,-2-4-1 0 0,2 5 125 0 0,-2 2 19 0 0,-2 1-92 0 0,1 0-1 0 0,-1 0 1 0 0,1 0 0 0 0,0 1-1 0 0,0-1 1 0 0,0 1-1 0 0,0-1 1 0 0,0 1 0 0 0,1 0-1 0 0,-1 0 1 0 0,-1 4 0 0 0,0 0 47 0 0,0 0 0 0 0,0 0 0 0 0,1 0 0 0 0,0 0 0 0 0,-2 10 0 0 0,2-5-36 0 0,1-1-1 0 0,0 1 1 0 0,1 0 0 0 0,0 0-1 0 0,1-1 1 0 0,0 1 0 0 0,3 19-1 0 0,-2-24-52 0 0,1 0 1 0 0,0 0-1 0 0,1 0 0 0 0,-1 0 0 0 0,1 0 0 0 0,1 0 0 0 0,7 12 0 0 0,-9-17-21 0 0,0 1 0 0 0,0 0 1 0 0,0-1-1 0 0,1 1 0 0 0,-1-1 0 0 0,1 0 1 0 0,-1 0-1 0 0,1 0 0 0 0,0 0 1 0 0,0 0-1 0 0,0-1 0 0 0,0 1 0 0 0,0-1 1 0 0,0 0-1 0 0,0 0 0 0 0,0 0 0 0 0,0 0 1 0 0,1 0-1 0 0,-1-1 0 0 0,4 1 0 0 0,-3-1-18 0 0,-1-1-1 0 0,0 1 0 0 0,1-1 0 0 0,-1 0 1 0 0,0 0-1 0 0,1 0 0 0 0,-1 0 0 0 0,0-1 1 0 0,0 1-1 0 0,0-1 0 0 0,0 0 0 0 0,0 0 1 0 0,-1 0-1 0 0,1 0 0 0 0,0 0 1 0 0,-1 0-1 0 0,1-1 0 0 0,-1 0 0 0 0,0 1 1 0 0,0-1-1 0 0,2-3 0 0 0,4-7-112 0 0,-1-1-1 0 0,-1 1 1 0 0,7-21 0 0 0,-10 27 89 0 0,40-131-610 0 0,-41 132 644 0 0,-1 4 2 0 0,-2 5 112 0 0,-2 19 169 0 0,1-1-1 0 0,1 1 1 0 0,0-1-1 0 0,2 1 1 0 0,7 42 0 0 0,-6-54-197 0 0,1 0 1 0 0,0 0 0 0 0,0 0 0 0 0,1 0-1 0 0,1-1 1 0 0,7 13 0 0 0,-8-16-56 0 0,0-1 1 0 0,0 1-1 0 0,1-1 0 0 0,0 0 1 0 0,0 0-1 0 0,0 0 1 0 0,1-1-1 0 0,-1 1 0 0 0,1-1 1 0 0,9 4-1 0 0,-9-5-13 0 0,0-1 0 0 0,1 0-1 0 0,-1 0 1 0 0,1 0 0 0 0,-1 0-1 0 0,1-1 1 0 0,-1 0 0 0 0,1-1 0 0 0,0 0-1 0 0,0 0 1 0 0,-1 0 0 0 0,1-1-1 0 0,0 1 1 0 0,-1-2 0 0 0,1 1 0 0 0,-1-1-1 0 0,1 0 1 0 0,-1 0 0 0 0,0-1 0 0 0,0 0-1 0 0,0 0 1 0 0,11-7 0 0 0,-8 3-6 0 0,0 0 1 0 0,0-1 0 0 0,0 0 0 0 0,-1 0-1 0 0,0-1 1 0 0,0 0 0 0 0,-1-1 0 0 0,0 0-1 0 0,-1 0 1 0 0,0 0 0 0 0,-1 0 0 0 0,5-14-1 0 0,-3 3-19 0 0,0 0 1 0 0,4-32-1 0 0,-9 41 19 0 0,-1 1-1 0 0,0-1 1 0 0,-1 1 0 0 0,0-1 0 0 0,-1 0 0 0 0,-3-15 0 0 0,3 25 3 0 0,1 0 1 0 0,0 1-1 0 0,-1-1 0 0 0,1 0 0 0 0,-1 1 1 0 0,1-1-1 0 0,-1 1 0 0 0,0-1 1 0 0,0 1-1 0 0,0-1 0 0 0,1 1 0 0 0,-2 0 1 0 0,1-1-1 0 0,0 1 0 0 0,0 0 1 0 0,0 0-1 0 0,0 0 0 0 0,-1 0 0 0 0,1 0 1 0 0,-3-2-1 0 0,2 3 2 0 0,0-1 0 0 0,0 1 0 0 0,0-1-1 0 0,0 1 1 0 0,-1 0 0 0 0,1 0 0 0 0,0 0 0 0 0,0 0 0 0 0,0 0 0 0 0,0 1-1 0 0,0-1 1 0 0,0 1 0 0 0,0-1 0 0 0,-3 2 0 0 0,-3 2 24 0 0,-1 0 0 0 0,1 1 0 0 0,0 0 1 0 0,1 0-1 0 0,-1 1 0 0 0,-8 8 0 0 0,9-6-2 0 0,0 1 0 0 0,0 0 0 0 0,0 0 0 0 0,1 1 0 0 0,1 0 0 0 0,0 0 0 0 0,0 0-1 0 0,1 0 1 0 0,0 1 0 0 0,0 0 0 0 0,2 0 0 0 0,-4 21 0 0 0,5-26-22 0 0,1 0 0 0 0,0 0-1 0 0,1-1 1 0 0,-1 1 0 0 0,1 0 0 0 0,0 0 0 0 0,1-1 0 0 0,3 11-1 0 0,-5-15-6 0 0,0-1-1 0 0,1 1 0 0 0,-1 0 0 0 0,1-1 0 0 0,-1 1 1 0 0,0-1-1 0 0,1 1 0 0 0,-1-1 0 0 0,1 1 0 0 0,-1-1 1 0 0,1 0-1 0 0,0 1 0 0 0,-1-1 0 0 0,1 0 0 0 0,-1 1 1 0 0,1-1-1 0 0,0 0 0 0 0,-1 1 0 0 0,1-1 0 0 0,0 0 1 0 0,-1 0-1 0 0,1 0 0 0 0,0 0 0 0 0,1 0 1 0 0,16-1-143 0 0,-17 1 139 0 0,5-1-38 0 0,-1 0 1 0 0,0 0-1 0 0,0 0 1 0 0,0-1 0 0 0,0 0-1 0 0,0 0 1 0 0,-1-1-1 0 0,1 1 1 0 0,0-1-1 0 0,-1 0 1 0 0,0 0 0 0 0,0-1-1 0 0,0 1 1 0 0,0-1-1 0 0,0 0 1 0 0,-1 0-1 0 0,0 0 1 0 0,4-5 0 0 0,4-10-96 0 0,-1 0 0 0 0,0-1 1 0 0,8-27-1 0 0,-7 18 99 0 0,-10 28 324 0 0,-9 56 629 0 0,8-46-867 0 0,0-1-1 0 0,0 1 1 0 0,1-1-1 0 0,1 0 1 0 0,-1 1 0 0 0,1-1-1 0 0,0 0 1 0 0,1 0-1 0 0,0 0 1 0 0,6 10 0 0 0,-7-14-39 0 0,0-1 0 0 0,0 1 1 0 0,0-1-1 0 0,1 1 1 0 0,0-1-1 0 0,-1 0 0 0 0,1 0 1 0 0,0-1-1 0 0,1 1 1 0 0,-1 0-1 0 0,0-1 0 0 0,1 0 1 0 0,-1 0-1 0 0,1 0 1 0 0,0 0-1 0 0,0-1 1 0 0,-1 1-1 0 0,1-1 0 0 0,0 0 1 0 0,0 0-1 0 0,0 0 1 0 0,0-1-1 0 0,6 1 0 0 0,-6-2-26 0 0,0 1 0 0 0,1-1 0 0 0,-1 1 0 0 0,0-1 0 0 0,0 0 0 0 0,0-1 0 0 0,0 1 0 0 0,0-1 0 0 0,0 0 0 0 0,0 1 0 0 0,0-2 0 0 0,-1 1 0 0 0,1 0 0 0 0,-1-1 0 0 0,1 0 0 0 0,-1 0 0 0 0,0 0 0 0 0,0 0 0 0 0,-1 0 0 0 0,1-1 0 0 0,0 1 0 0 0,1-5 0 0 0,2-2-44 0 0,-1 0-1 0 0,0-1 1 0 0,-1 1 0 0 0,0-1 0 0 0,-1 0-1 0 0,0 0 1 0 0,1-14 0 0 0,-2 10 64 0 0,0 8 0 0 0,-1 0-1 0 0,0 0 1 0 0,-1-1-1 0 0,0 1 1 0 0,0 0 0 0 0,-2-14-1 0 0,1 19 714 0 0,3 3-640 0 0,21 14-68 0 0,-4-3 5 0 0,-1 1 0 0 0,18 15-1 0 0,-31-22-19 0 0,1-1 0 0 0,-1 1-1 0 0,0 0 1 0 0,-1 0 0 0 0,1 0-1 0 0,-1 1 1 0 0,-1-1 0 0 0,1 1-1 0 0,-1 0 1 0 0,3 8 0 0 0,-2 4-53 0 0,-5-13 72 0 0,-1-2-7 0 0,2 2 2 0 0,-6 18-51 0 0,2-14 52 0 0,2-5 42 0 0,-1 3-20 0 0,2-6 31 0 0,2-4 0 0 0,12-28-51 0 0,1 1 0 0 0,2 0 0 0 0,1 0-1 0 0,1 2 1 0 0,28-34 0 0 0,-10 19 65 0 0,-35 40 291 0 0,9 9 26 0 0,-8-4-330 0 0,0-1 0 0 0,0 1 0 0 0,0 0 0 0 0,-1 0 0 0 0,1 0 0 0 0,-1 0 0 0 0,1 0 0 0 0,-1 0 0 0 0,0 0 0 0 0,0 1 0 0 0,0 3 0 0 0,4 40 288 0 0,-3-27-277 0 0,0 12-37 0 0,8 60-327 0 0,-9-90-97 0 0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1:43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11519 0 0,'0'0'16617'0'0,"2"0"-16894"0"0,17 1-1518 0 0,-4-1-4823 0 0,-1 0-1757 0 0</inkml:trace>
  <inkml:trace contextRef="#ctx0" brushRef="#br0" timeOffset="1">252 239 11519 0 0,'2'0'6246'0'0,"33"-10"1544"0"0,18-11-7226 0 0,5-3-3309 0 0,-46 18 1186 0 0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1:44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0 266 17711 0 0,'0'0'2947'0'0,"2"2"-2390"0"0,1 0-442 0 0,0 0-1 0 0,0-1 0 0 0,0 1 1 0 0,1-1-1 0 0,-1 0 0 0 0,1 0 1 0 0,-1 0-1 0 0,1 0 1 0 0,-1 0-1 0 0,1-1 0 0 0,-1 0 1 0 0,1 0-1 0 0,6 0 0 0 0,10-1 794 0 0,23-5-1 0 0,-27 3-771 0 0,26-3-210 0 0,84-15-641 0 0,-103 16 577 0 0,1-2-1 0 0,-1 0 1 0 0,27-13-1 0 0,-31 10 94 0 0,0 0 1 0 0,-1-1-1 0 0,0-1 0 0 0,21-19 0 0 0,-31 25 90 0 0,0-1 0 0 0,-1-1 0 0 0,0 1 1 0 0,-1-1-1 0 0,0 0 0 0 0,0 0 1 0 0,-1-1-1 0 0,0 0 0 0 0,0 0 1 0 0,-1 0-1 0 0,4-12 0 0 0,-8 20 15 0 0,0 1-1 0 0,1-1 1 0 0,-1 0 0 0 0,0 1-1 0 0,0-1 1 0 0,0 1-1 0 0,0-1 1 0 0,0 0 0 0 0,0 1-1 0 0,0-1 1 0 0,0 0 0 0 0,0 1-1 0 0,0-1 1 0 0,0 0-1 0 0,0 1 1 0 0,0-1 0 0 0,0 0-1 0 0,-1 1 1 0 0,1-1-1 0 0,0 0 1 0 0,-1 1 0 0 0,1-1-1 0 0,0 1 1 0 0,-1-1 0 0 0,1 1-1 0 0,-1-1 1 0 0,1 1-1 0 0,0-1 1 0 0,-1 1 0 0 0,1-1-1 0 0,-1 1 1 0 0,-1-1-1 0 0,1 1 1 0 0,0-1-1 0 0,-1 1 0 0 0,1 0 1 0 0,0-1-1 0 0,-1 1 0 0 0,1 0 1 0 0,-1 0-1 0 0,1 0 0 0 0,-1 0 0 0 0,1 0 1 0 0,0 1-1 0 0,-1-1 0 0 0,1 0 1 0 0,-1 1-1 0 0,-1 0 0 0 0,-13 7 64 0 0,0 0-1 0 0,1 1 1 0 0,0 1 0 0 0,0 1-1 0 0,-24 22 1 0 0,32-27-110 0 0,0 1-1 0 0,0 0 1 0 0,1 0-1 0 0,0 0 1 0 0,1 0-1 0 0,-1 1 1 0 0,1 0 0 0 0,1 0-1 0 0,0 1 1 0 0,0-1-1 0 0,-3 12 1 0 0,6-19-11 0 0,1 0-1 0 0,0 0 1 0 0,-1 0 0 0 0,1 0 0 0 0,0 0 0 0 0,0 0-1 0 0,0 0 1 0 0,0 0 0 0 0,0 1 0 0 0,0-1 0 0 0,0 0-1 0 0,0 0 1 0 0,0 0 0 0 0,0 0 0 0 0,1 0 0 0 0,-1 0 0 0 0,0 0-1 0 0,1 1 1 0 0,-1-1 0 0 0,1 0 0 0 0,-1 0 0 0 0,1 0-1 0 0,0-1 1 0 0,1 3 0 0 0,0-1-5 0 0,0 1-11 0 0,0 0 0 0 0,0-1 0 0 0,1 1 0 0 0,0-1 0 0 0,-1 0 0 0 0,1 1 0 0 0,0-1 0 0 0,0 0 0 0 0,0-1 0 0 0,0 1 0 0 0,0-1 0 0 0,6 2 0 0 0,-3-1-5 0 0,-1 0 0 0 0,1-1 0 0 0,0 0 0 0 0,0-1 0 0 0,0 0 1 0 0,12 0-1 0 0,-7-1-19 0 0,0-1 1 0 0,0 0 0 0 0,0-1-1 0 0,0 0 1 0 0,-1-1 0 0 0,1 0-1 0 0,14-8 1 0 0,-15 6 24 0 0,0 2 1 0 0,-1-2 0 0 0,0 0-1 0 0,0 0 1 0 0,-1 0-1 0 0,1-1 1 0 0,-1 0 0 0 0,8-10-1 0 0,-16 16 27 0 0,1 1-1 0 0,-1-1 0 0 0,1 0 1 0 0,-1 1-1 0 0,1-1 1 0 0,-1 1-1 0 0,1-1 1 0 0,0 1-1 0 0,0-1 1 0 0,-1 1-1 0 0,1 0 0 0 0,0-1 1 0 0,-1 1-1 0 0,1 0 1 0 0,1-1-1 0 0,-1 1 10 0 0,-1 0 0 0 0,1 0 0 0 0,-1 0-1 0 0,0 0 1 0 0,1 1 0 0 0,-1-1 0 0 0,0 0 0 0 0,1 0-1 0 0,-1 0 1 0 0,1 0 0 0 0,-1 0 0 0 0,0 1 0 0 0,1-1-1 0 0,-1 0 1 0 0,0 0 0 0 0,1 1 0 0 0,-1-1 0 0 0,0 0-1 0 0,0 1 1 0 0,1-1 0 0 0,-1 1 0 0 0,2 1 119 0 0,-1 0 1 0 0,0 0-1 0 0,0 1 0 0 0,0-1 1 0 0,-1 1-1 0 0,2 3 1 0 0,-2-4-57 0 0,7 31 185 0 0,-1 0 0 0 0,-2 0 0 0 0,0 49 0 0 0,-2-31-208 0 0,2 47 145 0 0,-4 0 1 0 0,-25 189-1 0 0,25-284-206 0 0,-3 13-1 0 0,0 0 0 0 0,0-1 0 0 0,-7 17 1 0 0,10-31-93 0 0,3-22-16645 0 0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1:44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0 305 22431 0 0,'0'0'2032'0'0,"2"0"-1627"0"0,144-31 2869 0 0,-117 23-4412 0 0,0-2 0 0 0,44-21 0 0 0,-50 17-3253 0 0,-13 6-3195 0 0</inkml:trace>
  <inkml:trace contextRef="#ctx0" brushRef="#br0" timeOffset="1">517 0 17047 0 0,'0'0'14640'0'0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1:48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59 9671 0 0,'0'0'748'0'0,"0"-2"-492"0"0,12-30 13304 0 0,-10 35-13354 0 0,0 0 0 0 0,0 1-1 0 0,-1-1 1 0 0,0 1 0 0 0,0-1-1 0 0,0 1 1 0 0,0-1 0 0 0,0 1 0 0 0,0 0-1 0 0,-1-1 1 0 0,0 1 0 0 0,0 0 0 0 0,0 5-1 0 0,-2 7 312 0 0,-7 29 0 0 0,6-30-268 0 0,-6 31 136 0 0,-2 0 1 0 0,-2-1 0 0 0,-2-1-1 0 0,-30 61 1 0 0,42-101-318 0 0,-3 1-75 0 0,4-3-90 0 0,0-12-12 0 0,1-1-1 0 0,0 1 1 0 0,0 0 0 0 0,1 0 0 0 0,0-1 0 0 0,3-17 0 0 0,17-65-476 0 0,-7 44 267 0 0,-1-20-79 0 0,-8 40 195 0 0,2 0 0 0 0,1-1 0 0 0,12-31 0 0 0,-18 58 538 0 0,-1 5-258 0 0,1 0 0 0 0,-1 0 0 0 0,1 0 0 0 0,0-1-1 0 0,0 1 1 0 0,0 0 0 0 0,0-1 0 0 0,1 2 0 0 0,4 8 143 0 0,-5-8-179 0 0,1 5 64 0 0,1 1 0 0 0,0-1 0 0 0,1 0 1 0 0,0-1-1 0 0,0 1 0 0 0,0 0 0 0 0,1-1 0 0 0,0 0 0 0 0,1 0 1 0 0,10 10-1 0 0,2-1-41 0 0,0-2 1 0 0,1 0-1 0 0,0-1 1 0 0,1-1-1 0 0,25 12 1 0 0,-24-16-93 0 0,-6-2-48 0 0,0 0 0 0 0,-1 1 1 0 0,0 0-1 0 0,0 1 0 0 0,-1 0 0 0 0,21 18 0 0 0,-33-25 64 0 0,0 0-1 0 0,0 0 1 0 0,-1 0-1 0 0,1 1 0 0 0,0-1 1 0 0,-1 0-1 0 0,1 0 1 0 0,-1 1-1 0 0,1-1 1 0 0,-1 0-1 0 0,0 1 0 0 0,1-1 1 0 0,-1 1-1 0 0,0-1 1 0 0,0 0-1 0 0,0 1 0 0 0,0 1 1 0 0,-5 21-22 0 0,2-18 45 0 0,0 1 0 0 0,0-1-1 0 0,-1 1 1 0 0,0-1 0 0 0,0 0 0 0 0,0-1 0 0 0,-1 1 0 0 0,1-1-1 0 0,-12 9 1 0 0,-6 4 179 0 0,-28 17 0 0 0,31-22-107 0 0,-9 6 4 0 0,-1-1 1 0 0,0-1-1 0 0,-47 19 0 0 0,67-33-569 0 0,0 0 1 0 0,-18 1-1 0 0,25-3-266 0 0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1:49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11055 0 0,'0'0'1002'0'0,"1"2"-824"0"0,22 62 11019 0 0,0 2-6515 0 0,54 142-3882 0 0,-59-163-809 0 0,-7-17-407 0 0,0 0-1 0 0,18 28 0 0 0,-19-40-1345 0 0,1-4-7021 0 0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1:49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68 10135 0 0,'-3'2'778'0'0,"-7"6"465"0"0,0 1 0 0 0,0 0-1 0 0,1 1 1 0 0,0 0 0 0 0,1 0 0 0 0,0 1 0 0 0,0 0 0 0 0,-11 24 0 0 0,13-20 265 0 0,-1 0-1 0 0,-5 25 1 0 0,8-23-1414 0 0,0 1-1 0 0,0 21 1 0 0,4-32-34 0 0,0 1-1 0 0,0-1 1 0 0,1 0 0 0 0,-1 0-1 0 0,2 0 1 0 0,-1 0 0 0 0,1 0-1 0 0,0-1 1 0 0,1 1 0 0 0,0-1-1 0 0,0 1 1 0 0,0-1 0 0 0,0 0-1 0 0,1 0 1 0 0,0 0 0 0 0,5 5-1 0 0,-5-7-71 0 0,-1-1 0 0 0,1 1-1 0 0,-1-1 1 0 0,1 0-1 0 0,0 0 1 0 0,0-1-1 0 0,0 1 1 0 0,1-1-1 0 0,-1 0 1 0 0,0 0-1 0 0,1 0 1 0 0,0-1-1 0 0,-1 1 1 0 0,1-1-1 0 0,0 0 1 0 0,0-1 0 0 0,-1 1-1 0 0,1-1 1 0 0,0 0-1 0 0,0 0 1 0 0,0 0-1 0 0,0-1 1 0 0,-1 0-1 0 0,6-1 1 0 0,1-1-88 0 0,0-1 0 0 0,0 1 0 0 0,0-2 0 0 0,-1 0 0 0 0,0 0 0 0 0,0 0 0 0 0,0-1 0 0 0,-1-1 0 0 0,0 0 0 0 0,0 0 0 0 0,-1-1 1 0 0,0 0-1 0 0,0 0 0 0 0,-1-1 0 0 0,0 0 0 0 0,0 0 0 0 0,-1-1 0 0 0,0 0 0 0 0,-1 0 0 0 0,5-13 0 0 0,0-9 49 0 0,-2-1-1 0 0,-1 0 1 0 0,-2 0 0 0 0,-1 0-1 0 0,-1-50 1 0 0,-3 73 90 0 0,-1 1-1 0 0,0 0 0 0 0,0 0 1 0 0,-5-16-1 0 0,6 23 26 0 0,-1 0 109 0 0,1 2-128 0 0,0 0-1 0 0,0-1 0 0 0,0 1 0 0 0,0 0 1 0 0,0 0-1 0 0,0-1 0 0 0,0 1 0 0 0,-1 0 1 0 0,1 0-1 0 0,0 0 0 0 0,0-1 1 0 0,0 1-1 0 0,0 0 0 0 0,0 0 0 0 0,0 0 1 0 0,0-1-1 0 0,-1 1 0 0 0,1 0 1 0 0,0 0-1 0 0,0 0 0 0 0,0 0 0 0 0,0-1 1 0 0,-1 1-1 0 0,1 0 0 0 0,0 0 1 0 0,0 0-1 0 0,0 0 0 0 0,-1 0 0 0 0,-1 2 43 0 0,-1 0-1 0 0,1 0 1 0 0,0 0-1 0 0,0 1 0 0 0,0-1 1 0 0,1 1-1 0 0,-1-1 1 0 0,1 1-1 0 0,-1 0 0 0 0,1 0 1 0 0,0 0-1 0 0,0 0 0 0 0,-1 5 1 0 0,-8 43 193 0 0,7-29-206 0 0,1 1 0 0 0,1 0 0 0 0,1 0 0 0 0,1 0 0 0 0,1-1 1 0 0,1 1-1 0 0,1 0 0 0 0,0-1 0 0 0,14 36 0 0 0,-14-50-56 0 0,0-1 1 0 0,1 1-1 0 0,0-1 0 0 0,0 0 0 0 0,1 0 1 0 0,-1 0-1 0 0,1-1 0 0 0,1 0 0 0 0,-1 0 1 0 0,1-1-1 0 0,0 0 0 0 0,1 0 0 0 0,-1 0 1 0 0,1-1-1 0 0,0 0 0 0 0,0-1 1 0 0,0 0-1 0 0,0 0 0 0 0,0 0 0 0 0,17 1 1 0 0,-15-2-138 0 0,1 0 1 0 0,-1-1-1 0 0,1-1 1 0 0,0 0 0 0 0,-1 0-1 0 0,1-1 1 0 0,-1 0-1 0 0,1-1 1 0 0,-1 0 0 0 0,0-1-1 0 0,1 0 1 0 0,-1-1-1 0 0,-1 0 1 0 0,1 0 0 0 0,-1-1-1 0 0,18-11 1 0 0,-22 11-377 0 0,0 0-1 0 0,-1 0 1 0 0,0 0 0 0 0,0-1 0 0 0,0 1 0 0 0,0-1-1 0 0,-1 0 1 0 0,0 0 0 0 0,3-8 0 0 0,0-6-1540 0 0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1:49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22519 0 0,'0'0'2039'0'0,"2"0"-1678"0"0,162-32 2340 0 0,-138 27-2406 0 0,69-8-226 0 0,-31 8-4190 0 0,-49 5-4591 0 0</inkml:trace>
  <inkml:trace contextRef="#ctx0" brushRef="#br0" timeOffset="1">35 295 19783 0 0,'0'0'1788'0'0,"1"2"-1468"0"0,2 0-290 0 0,-1 1-1 0 0,1-1 1 0 0,0 1 0 0 0,0-1-1 0 0,0 0 1 0 0,0-1 0 0 0,1 1-1 0 0,-1 0 1 0 0,0-1 0 0 0,1 0-1 0 0,-1 0 1 0 0,1 0 0 0 0,-1 0-1 0 0,1 0 1 0 0,0-1 0 0 0,-1 1-1 0 0,6-1 1 0 0,9-1 125 0 0,1 0 1 0 0,23-5-1 0 0,-14 2-40 0 0,0 0-1469 0 0,1-1 0 0 0,46-16 1 0 0,-52 13-409 0 0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1:50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 14743 0 0,'3'0'8307'0'0,"25"-4"-4637"0"0,53-16 1 0 0,-56 12-3551 0 0,-1 2 0 0 0,1 1 0 0 0,34-3 0 0 0,1 8-1374 0 0,-23 1-3523 0 0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1:50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 10591 0 0,'2'2'3528'0'0,"0"-1"-2832"0"0,0 1 0 0 0,0-1-1 0 0,1 0 1 0 0,-1 0 0 0 0,0 0-1 0 0,1 0 1 0 0,-1 0 0 0 0,0 0 0 0 0,5 0-1 0 0,0 0-45 0 0,-1 0 0 0 0,1-1 0 0 0,8 0 0 0 0,7-3-549 0 0,27-5-1 0 0,-39 6 158 0 0,22-5-1135 0 0,0-2 1 0 0,-1-1-1 0 0,45-21 1 0 0,-53 21-1122 0 0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1:51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1 16903 0 0,'0'0'771'0'0,"-1"1"-14"0"0,-10 20 1243 0 0,-13 35 0 0 0,-1 2 1431 0 0,11-31-2493 0 0,-37 82 1752 0 0,43-85-2258 0 0,8-22-486 0 0,3-13-623 0 0,2-1 538 0 0,0 0 0 0 0,12-16 0 0 0,1-5-109 0 0,-4 6 69 0 0,-6 9 80 0 0,0 0-1 0 0,2 1 1 0 0,0 0-1 0 0,2 1 1 0 0,-1 0 0 0 0,20-21-1 0 0,-29 36 448 0 0,-1 3-248 0 0,1-1-1 0 0,0 1 1 0 0,0-1 0 0 0,-1 1-1 0 0,1 0 1 0 0,-1-1 0 0 0,2 3-1 0 0,-2-2 25 0 0,8 10 523 0 0,13 24 0 0 0,-17-27-592 0 0,1 1-1 0 0,0-1 1 0 0,0 0 0 0 0,1-1 0 0 0,8 9 0 0 0,-7-10-60 0 0,10 11-74 0 0,1-1 1 0 0,36 24 0 0 0,-39-28-98 0 0,-14-12 80 0 0,-1 0-80 0 0,2 4 149 0 0,-4-4 24 0 0,1 0 0 0 0,-1-1-1 0 0,1 1 1 0 0,-1 0 0 0 0,1 0-1 0 0,-1 0 1 0 0,1 0 0 0 0,-1 0-1 0 0,0 0 1 0 0,0-1 0 0 0,1 1-1 0 0,-1 0 1 0 0,0-1 0 0 0,0 1-1 0 0,-2 0 1 0 0,-7 4 3 0 0,0 0 0 0 0,0-2 0 0 0,-1 1 0 0 0,1-1 0 0 0,-1-1 0 0 0,0 1 0 0 0,-17 0 0 0 0,-16 4 0 0 0,-83 20-1869 0 0,124-27 862 0 0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1:51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12439 0 0,'2'2'12761'0'0,"5"7"-12164"0"0,-1 1 0 0 0,0-1 0 0 0,0 1 0 0 0,6 17 0 0 0,15 48 715 0 0,-19-54-1125 0 0,8 33 9 0 0,-1 1-1 0 0,10 77 1 0 0,-25-129-194 0 0,-1 14-20 0 0,1-16-66 0 0,-7-6-2109 0 0,3 0 1951 0 0,1 1 0 0 0,0-1 0 0 0,0 1 0 0 0,0-1-1 0 0,0 0 1 0 0,1 0 0 0 0,-1-1 0 0 0,1 1 0 0 0,-1-8 0 0 0,-1-2-326 0 0,1-1 0 0 0,-1-18-1 0 0,2 11 175 0 0,2-1 0 0 0,0 1 0 0 0,2-1 0 0 0,1 1 1 0 0,0 0-1 0 0,2 0 0 0 0,1 0 0 0 0,0 0 0 0 0,16-33 0 0 0,-19 51 529 0 0,-1 1 1 0 0,1-1 0 0 0,1 1-1 0 0,-1-1 1 0 0,1 1 0 0 0,0 0-1 0 0,0 0 1 0 0,0 1 0 0 0,0-1-1 0 0,1 1 1 0 0,-1 0-1 0 0,1 0 1 0 0,0 1 0 0 0,0-1-1 0 0,0 1 1 0 0,9-3 0 0 0,-4 2 135 0 0,0 1 1 0 0,1 0-1 0 0,-1 0 1 0 0,1 1 0 0 0,-1 0-1 0 0,1 1 1 0 0,18 1-1 0 0,-26 0-271 0 0,-1-1 0 0 0,1 1 0 0 0,0 0 0 0 0,0 0 0 0 0,0 0 0 0 0,4 2 0 0 0,2 4 0 0 0,-8-5 13 0 0,0 0 0 0 0,0-1 0 0 0,0 1 0 0 0,-1 0 0 0 0,1 0 0 0 0,-1-1 0 0 0,1 1 0 0 0,-1 0 0 0 0,1 0 0 0 0,-1 0 0 0 0,0 0 0 0 0,0 0 0 0 0,0 0 0 0 0,0 0 0 0 0,0 0 0 0 0,-1-1 0 0 0,1 1 0 0 0,-1 0 0 0 0,1 0 0 0 0,-1 0 0 0 0,-1 2 0 0 0,-2 6 118 0 0,0 0 1 0 0,-10 14-1 0 0,-14 18 579 0 0,-67 73 0 0 0,28-37-1679 0 0,66-76-62 0 0</inkml:trace>
  <inkml:trace contextRef="#ctx0" brushRef="#br0" timeOffset="1">480 18 6911 0 0,'0'0'528'0'0,"0"2"-341"0"0,-8 17 1495 0 0,0 32 13053 0 0,3-19-12560 0 0,2-9-1304 0 0,1 1 0 0 0,0 0 0 0 0,3 33 0 0 0,1-42-750 0 0,0 1 0 0 0,0-1 1 0 0,2 0-1 0 0,0 0 1 0 0,1-1-1 0 0,9 22 0 0 0,-10-28-116 0 0,0 0 0 0 0,0 0 0 0 0,1-1 0 0 0,0 1-1 0 0,1-1 1 0 0,0 0 0 0 0,0 0 0 0 0,0-1-1 0 0,1 0 1 0 0,-1 0 0 0 0,2-1 0 0 0,10 8 0 0 0,-12-11-110 0 0,0 1 1 0 0,0-1 0 0 0,0 0-1 0 0,0-1 1 0 0,0 1-1 0 0,0-1 1 0 0,0 0 0 0 0,0-1-1 0 0,1 1 1 0 0,-1-1 0 0 0,0-1-1 0 0,9 0 1 0 0,-6-1-666 0 0,1 0 1 0 0,-1-1 0 0 0,0 1-1 0 0,0-2 1 0 0,0 1 0 0 0,0-1-1 0 0,11-7 1 0 0,-4 0-7734 0 0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1:51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2303 0 0,'2'0'4384'0'0,"7"3"-999"0"0,-1-1-1 0 0,1 0 0 0 0,11 1 1 0 0,28-3 2098 0 0,48-14-7166 0 0,-45 5 272 0 0,-41 7-172 0 0</inkml:trace>
  <inkml:trace contextRef="#ctx0" brushRef="#br0" timeOffset="1">2 185 20703 0 0,'0'0'1877'0'0,"8"3"-1214"0"0,0-2-494 0 0,-1 0-1 0 0,1-1 1 0 0,-1 0-1 0 0,1 0 1 0 0,0-1-1 0 0,-1 0 1 0 0,1 0-1 0 0,-1 0 1 0 0,13-5-1 0 0,7-1-114 0 0,65-17-2527 0 0,-64 16-809 0 0,-7 3-3882 0 0</inkml:trace>
  <inkml:trace contextRef="#ctx0" brushRef="#br0" timeOffset="2">474 112 11519 0 0,'0'0'887'0'0,"1"0"-583"0"0,6 2 966 0 0,0 0-1 0 0,0-1 1 0 0,0 0 0 0 0,0 0-1 0 0,0-1 1 0 0,0 0 0 0 0,0 0 0 0 0,8-2-1 0 0,58-13 1223 0 0,-32 5-3246 0 0,-25 7-1431 0 0,-3 0-6394 0 0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1:52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1 290 12439 0 0,'0'0'958'0'0,"0"11"3824"0"0,1-10-4457 0 0,-1 0 0 0 0,1 0 0 0 0,-1 0 1 0 0,1 0-1 0 0,0 0 0 0 0,-1 0 0 0 0,1 0 0 0 0,0 0 0 0 0,0 0 0 0 0,0-1 0 0 0,0 1 0 0 0,0 0 0 0 0,-1-1 0 0 0,1 1 1 0 0,1 0-1 0 0,0 0 0 0 0,1 0-113 0 0,0 0 1 0 0,-1-1-1 0 0,1 1 1 0 0,0 0 0 0 0,0-1-1 0 0,4 1 1 0 0,4-2-132 0 0,0 1 0 0 0,17-4 0 0 0,-27 4 42 0 0,22-4-1087 0 0,-1-2-1 0 0,32-12 0 0 0,-34 11-438 0 0</inkml:trace>
  <inkml:trace contextRef="#ctx0" brushRef="#br0" timeOffset="1">583 97 2759 0 0,'0'0'19431'0'0,"-9"0"-17434"0"0,6 1-1736 0 0,-1-1 0 0 0,0 1 0 0 0,0-1 0 0 0,1 1 0 0 0,-1 0 0 0 0,0 1 0 0 0,1-1 0 0 0,-1 1 0 0 0,1-1 0 0 0,0 1 0 0 0,-5 3 0 0 0,-4 4 419 0 0,-17 16 1 0 0,19-16-310 0 0,0 0-149 0 0,1 0 1 0 0,0 1-1 0 0,1 0 0 0 0,0 0 1 0 0,0 1-1 0 0,1 0 0 0 0,1 0 1 0 0,0 1-1 0 0,-8 21 0 0 0,12-28-199 0 0,0 0-1 0 0,1 0 1 0 0,0 1-1 0 0,0-1 0 0 0,0 0 1 0 0,1 0-1 0 0,-1 1 1 0 0,1-1-1 0 0,1 0 0 0 0,-1 1 1 0 0,1-1-1 0 0,0 0 1 0 0,0 0-1 0 0,0 1 0 0 0,1-1 1 0 0,0 0-1 0 0,0 0 0 0 0,0-1 1 0 0,0 1-1 0 0,1 0 1 0 0,0-1-1 0 0,0 1 0 0 0,0-1 1 0 0,0 0-1 0 0,1 0 1 0 0,4 4-1 0 0,-1-3-23 0 0,-1-1 1 0 0,1 0-1 0 0,0 0 0 0 0,1 0 1 0 0,-1-1-1 0 0,1 1 1 0 0,-1-2-1 0 0,1 1 0 0 0,0-1 1 0 0,0-1-1 0 0,0 1 0 0 0,0-1 1 0 0,0-1-1 0 0,13 0 0 0 0,4-1-34 0 0,0-1-1 0 0,-1-2 1 0 0,37-9-1 0 0,-46 10 22 0 0,0-1 0 0 0,0-1 0 0 0,-1-1 0 0 0,0 0 0 0 0,26-15 0 0 0,-36 18 11 0 0,1 0 1 0 0,-2 0-1 0 0,1 0 1 0 0,0 0-1 0 0,-1-1 0 0 0,1 0 1 0 0,-1 1-1 0 0,0-1 1 0 0,0 0-1 0 0,0 0 0 0 0,-1-1 1 0 0,0 1-1 0 0,1-1 0 0 0,-2 1 1 0 0,1-1-1 0 0,0 0 1 0 0,-1 1-1 0 0,0-1 0 0 0,0 0 1 0 0,0 0-1 0 0,-1 0 1 0 0,0-7-1 0 0,0 3 6 0 0,-1 1 0 0 0,0-1 0 0 0,-1 1 0 0 0,0-1 0 0 0,0 1-1 0 0,-1 0 1 0 0,0 0 0 0 0,0 0 0 0 0,-1 0 0 0 0,-6-9 0 0 0,3 7 1 0 0,0 1 0 0 0,0 0 0 0 0,-1 1 0 0 0,0-1 0 0 0,-1 2 0 0 0,0-1 0 0 0,-12-7 0 0 0,-78-46-2889 0 0,-5 10-4376 0 0,92 46-1993 0 0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2:14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15983 0 0,'0'0'1446'0'0,"0"2"-1192"0"0,-1 18 380 0 0,2-1 0 0 0,0 1 1 0 0,1-1-1 0 0,7 32 0 0 0,-3-19 103 0 0,9 53 942 0 0,27 179 594 0 0,-41-239-2116 0 0,-2-21-15 0 0,0-17-173 0 0,0 3-15 0 0,1-1 0 0 0,0 0 0 0 0,1 1 0 0 0,1-1 0 0 0,0 0 0 0 0,6-19 0 0 0,-7 25 30 0 0,1 0 1 0 0,0 0 0 0 0,0 0 0 0 0,0 0-1 0 0,1 0 1 0 0,0 1 0 0 0,0-1 0 0 0,0 1-1 0 0,0 0 1 0 0,1 0 0 0 0,0 0 0 0 0,-1 0-1 0 0,1 1 1 0 0,1-1 0 0 0,6-4-1 0 0,-7 7 13 0 0,1-1 0 0 0,-1 1 0 0 0,0 0 0 0 0,0 0 0 0 0,1 1 0 0 0,-1-1 0 0 0,0 1 0 0 0,1 0 0 0 0,-1 0-1 0 0,0 1 1 0 0,1-1 0 0 0,-1 1 0 0 0,0 0 0 0 0,0 0 0 0 0,1 0 0 0 0,5 3 0 0 0,5 2-8 0 0,0 1 0 0 0,26 17 0 0 0,-32-18 13 0 0,2 0 19 0 0,-1 0 0 0 0,0 2-1 0 0,0-1 1 0 0,13 15-1 0 0,-21-20-16 0 0,0 0-1 0 0,0 1 1 0 0,0-1-1 0 0,0 1 1 0 0,-1-1-1 0 0,1 1 1 0 0,-1 0-1 0 0,0-1 1 0 0,0 1-1 0 0,0 0 1 0 0,0 0-1 0 0,0 0 0 0 0,-1 0 1 0 0,1 0-1 0 0,-1 0 1 0 0,0 0-1 0 0,0 0 1 0 0,0 0-1 0 0,0 0 1 0 0,-1 0-1 0 0,1 0 1 0 0,-1 0-1 0 0,0 0 1 0 0,-1 3-1 0 0,1-2 0 0 0,-1 0-1 0 0,0-1 0 0 0,-1 1 1 0 0,1 0-1 0 0,-1-1 1 0 0,1 1-1 0 0,-1-1 1 0 0,0 0-1 0 0,-1 0 1 0 0,1 0-1 0 0,0 0 0 0 0,-1 0 1 0 0,0-1-1 0 0,-5 3 1 0 0,-7 3 4 0 0,1-1 0 0 0,-23 7 0 0 0,24-10-17 0 0,5-1-112 0 0,0 0 0 0 0,-1-1 0 0 0,1 0 1 0 0,-1 0-1 0 0,0-1 0 0 0,-12-1 0 0 0,16 0-262 0 0,0 0 0 0 0,0-1 0 0 0,0 0 0 0 0,0 0 0 0 0,1-1 0 0 0,-1 0 0 0 0,0 1 0 0 0,1-2 0 0 0,0 1 0 0 0,-1-1 0 0 0,-7-5 0 0 0,-2-3-1755 0 0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2:14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14743 0 0,'0'0'5272'0'0,"2"1"-4088"0"0,159 65 1696 0 0,-145-58-2701 0 0,0 0-1 0 0,-1 0 0 0 0,0 2 1 0 0,21 17-1 0 0,49 50 381 0 0,-66-59-409 0 0,20 20 201 0 0,-2 2 0 0 0,-2 2 0 0 0,57 89 0 0 0,-73-100-284 0 0,-2 1 0 0 0,-1 0-1 0 0,-1 2 1 0 0,-2 0-1 0 0,-2 0 1 0 0,-1 1-1 0 0,9 55 1 0 0,-16-64 7 0 0,-1 1 1 0 0,-1-1-1 0 0,-1 1 0 0 0,-2-1 1 0 0,0 0-1 0 0,-2 1 1 0 0,-1-1-1 0 0,-1 0 1 0 0,-1-1-1 0 0,-1 0 0 0 0,-12 25 1 0 0,7-23 44 0 0,0 0-1 0 0,-19 25 1 0 0,25-42-97 0 0,-1 0 1 0 0,0 0-1 0 0,0-1 0 0 0,-1 0 1 0 0,0-1-1 0 0,0 0 0 0 0,-18 11 0 0 0,45-36-11725 0 0,5 1 9449 0 0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2:19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 99 3679 0 0,'-2'0'50'0'0,"1"0"0"0"0,-1 0 0 0 0,1-1-1 0 0,0 1 1 0 0,-1 0 0 0 0,1 0 0 0 0,-17-18 14982 0 0,15 4-13565 0 0,3 13-952 0 0,-14-48 2141 0 0,13 47-1835 0 0,-5-5 447 0 0,5 6-1178 0 0,-1 0 0 0 0,1 0 0 0 0,-1 1 0 0 0,0-1 0 0 0,1 0 0 0 0,-1 1 0 0 0,0 0 0 0 0,1-1 0 0 0,-1 1 0 0 0,0 0 0 0 0,0 0 0 0 0,0 0 0 0 0,1 0 0 0 0,-1 0 0 0 0,0 0 0 0 0,0 0 0 0 0,1 1 0 0 0,-1-1 0 0 0,0 0 0 0 0,0 1 0 0 0,1 0 0 0 0,-1-1 0 0 0,1 1 0 0 0,-1 0 0 0 0,0 0 0 0 0,1 0 0 0 0,0 0 0 0 0,-3 2 0 0 0,-5 5 65 0 0,1-1 0 0 0,0 1-1 0 0,-10 12 1 0 0,14-15-76 0 0,-16 20 39 0 0,1 0-1 0 0,1 1 1 0 0,1 1 0 0 0,2 1-1 0 0,-18 42 1 0 0,24-48-90 0 0,2 1 0 0 0,0-1-1 0 0,1 2 1 0 0,2-1 0 0 0,0 0 0 0 0,1 1-1 0 0,1 45 1 0 0,3-58-23 0 0,1 1 0 0 0,0-1 0 0 0,0 0-1 0 0,1 0 1 0 0,0 0 0 0 0,1-1 0 0 0,0 1 0 0 0,1-1 0 0 0,0 0 0 0 0,1 0-1 0 0,0 0 1 0 0,0-1 0 0 0,1 0 0 0 0,0 0 0 0 0,1-1 0 0 0,0 0 0 0 0,0 0-1 0 0,1 0 1 0 0,0-1 0 0 0,0-1 0 0 0,1 0 0 0 0,-1 0 0 0 0,1-1 0 0 0,1 0-1 0 0,-1 0 1 0 0,1-1 0 0 0,13 3 0 0 0,-6-4-33 0 0,-1-1 0 0 0,1 0-1 0 0,-1-1 1 0 0,1-1 0 0 0,0 0 0 0 0,-1-2-1 0 0,1 0 1 0 0,30-8 0 0 0,-20 2-30 0 0,0-1 0 0 0,-1-1 0 0 0,0-2 0 0 0,39-22 0 0 0,-53 25 29 0 0,0 1 1 0 0,0-1-1 0 0,-1-1 0 0 0,-1 0 1 0 0,1-1-1 0 0,-2 0 0 0 0,1-1 1 0 0,14-22-1 0 0,-20 26 15 0 0,0-1 0 0 0,-1 0 0 0 0,0 1 1 0 0,0-1-1 0 0,-1 0 0 0 0,0-1 0 0 0,-1 1 0 0 0,0-1 0 0 0,0 1 0 0 0,-1-1 0 0 0,0 1 1 0 0,-1-1-1 0 0,0 0 0 0 0,0 1 0 0 0,-2-12 0 0 0,0 9 25 0 0,-1 0 1 0 0,0 0-1 0 0,0 0 0 0 0,-1 0 1 0 0,-1 0-1 0 0,0 1 0 0 0,-1 0 1 0 0,0 0-1 0 0,0 0 0 0 0,-1 1 1 0 0,-1 0-1 0 0,1 0 0 0 0,-2 1 1 0 0,1 0-1 0 0,-19-15 0 0 0,10 12-132 0 0,-1 0 0 0 0,-1 1 0 0 0,1 1 0 0 0,-2 1 0 0 0,1 1 0 0 0,-1 0 0 0 0,-1 2 0 0 0,1 0 0 0 0,-1 1 0 0 0,0 1 0 0 0,0 1 0 0 0,-1 1 0 0 0,1 1-1 0 0,-39 3 1 0 0,54-2-295 0 0,1 1 0 0 0,0 0 0 0 0,-1 0 0 0 0,1 1 0 0 0,0-1 0 0 0,0 1 0 0 0,0 0 0 0 0,0 0 0 0 0,0 1 0 0 0,0 0-1 0 0,0-1 1 0 0,1 2 0 0 0,-5 3 0 0 0,-1 2-1140 0 0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2:20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12895 0 0,'1'1'5347'0'0,"2"6"-4127"0"0,2-1 0 0 0,-1 0 0 0 0,0 1 0 0 0,1-2 1 0 0,0 1-1 0 0,11 8 0 0 0,40 29 1070 0 0,-20-17-1339 0 0,10 7-249 0 0,54 29 0 0 0,-23-16-576 0 0,-18-2-65 0 0,-20-14-164 0 0,-38-29 15 0 0,6-9-5294 0 0,-1 0 3739 0 0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2:21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33 4607 0 0,'0'0'4538'0'0,"-4"-32"11599"0"0,4 32-15851 0 0,-14 0 1705 0 0,11 1-1960 0 0,-1 0 0 0 0,1 0-1 0 0,0 1 1 0 0,0-1-1 0 0,0 1 1 0 0,-5 3 0 0 0,3-1 74 0 0,1 1 0 0 0,-1 0 0 0 0,1 0 1 0 0,0 0-1 0 0,1 0 0 0 0,-1 1 0 0 0,1-1 1 0 0,0 1-1 0 0,0 0 0 0 0,1 0 0 0 0,0 0 1 0 0,0 0-1 0 0,0 1 0 0 0,-1 11 0 0 0,3-17-104 0 0,0 0-1 0 0,0 0 1 0 0,0 0-1 0 0,0 0 1 0 0,0 0-1 0 0,0-1 1 0 0,0 1-1 0 0,0 0 1 0 0,0 0-1 0 0,0 0 1 0 0,0 0-1 0 0,0 0 1 0 0,1 0-1 0 0,-1 0 1 0 0,0 0-1 0 0,1-1 1 0 0,-1 1-1 0 0,1 0 0 0 0,-1 0 1 0 0,1 0-1 0 0,-1-1 1 0 0,1 1-1 0 0,0 0 1 0 0,-1-1-1 0 0,1 1 1 0 0,0 0-1 0 0,1 0 1 0 0,0 0 0 0 0,-2 0-1 0 0,0 0 0 0 0,1-1-1 0 0,-1 1 1 0 0,1-1 0 0 0,-1 1 0 0 0,1-1-1 0 0,-1 1 1 0 0,1-1 0 0 0,0 1 0 0 0,-1-1-1 0 0,1 1 1 0 0,0-1 0 0 0,-1 0 0 0 0,1 1-1 0 0,0-1 1 0 0,-1 0 0 0 0,1 0 0 0 0,0 0 0 0 0,-1 1-1 0 0,1-1 1 0 0,0 0 0 0 0,1 0 0 0 0,0 0-8 0 0,2 1-13 0 0,-2-1 10 0 0,0 1-1 0 0,0-1 1 0 0,-1 0-1 0 0,1 1 1 0 0,0-1-1 0 0,0 0 1 0 0,0 0 0 0 0,0 0-1 0 0,0-1 1 0 0,-1 1-1 0 0,1 0 1 0 0,0-1-1 0 0,0 1 1 0 0,0-1-1 0 0,-1 1 1 0 0,1-1 0 0 0,2-1-1 0 0,-1 0 1 0 0,0 1-1 0 0,0 0 1 0 0,0-1 0 0 0,0 1-1 0 0,0-1 1 0 0,-1 0-1 0 0,1 0 1 0 0,0 0 0 0 0,-1 0-1 0 0,0 0 1 0 0,1-1 0 0 0,-1 1-1 0 0,0-1 1 0 0,0 1 0 0 0,-1-1-1 0 0,1 0 1 0 0,0 0-1 0 0,1-5 1 0 0,-2 6 14 0 0,0-1-1 0 0,0 0 1 0 0,0 0 0 0 0,-1 1-1 0 0,1-1 1 0 0,-1 0 0 0 0,0 0-1 0 0,0 0 1 0 0,0 0 0 0 0,0 0-1 0 0,0 0 1 0 0,-1 0 0 0 0,1 1-1 0 0,-1-1 1 0 0,0 0 0 0 0,1 0-1 0 0,-2 0 1 0 0,1 1 0 0 0,-2-4-1 0 0,0 1 9 0 0,-3 0-26 0 0,-12-4-694 0 0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2:21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 10591 0 0,'0'0'15292'0'0,"0"1"-14612"0"0,-12 52 1395 0 0,0-9-1643 0 0,0 42-77 0 0,7-36-350 0 0,4-48-95 0 0,11-15-10959 0 0,4-12 8165 0 0,1 0-3044 0 0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2:22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1839 0 0,'1'2'18276'0'0,"3"11"-16834"0"0,-1 1 0 0 0,0 0 0 0 0,1 14 0 0 0,-2-6-455 0 0,-2 30 1 0 0,-4-10-822 0 0,-12 61 1 0 0,15-86 208 0 0,1-7-2858 0 0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2:25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5527 0 0,'2'-1'18001'0'0,"11"-4"-17129"0"0,-1-1 0 0 0,1 2 0 0 0,0 0 0 0 0,25-5 0 0 0,58 1-416 0 0,23 6-1104 0 0,-41 5-4397 0 0,-64-3-672 0 0,-1-1-1594 0 0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2:25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20647 0 0,'0'0'3137'0'0,"2"1"-2658"0"0,9 3-63 0 0,0-1 0 0 0,0 0 0 0 0,0 0-1 0 0,0-1 1 0 0,22 1 0 0 0,62-5-449 0 0,-62 1-278 0 0,75-2-3408 0 0,-80 0 1999 0 0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2:26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12895 0 0,'0'0'10468'0'0,"0"1"-9391"0"0,21 247 3132 0 0,-19-202-4131 0 0,-1-23-329 0 0,1 18-226 0 0,-2-13-7403 0 0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2:26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0 10135 0 0,'-6'6'1050'0'0,"4"-4"-1183"0"0,-15 11 1801 0 0,10-7 995 0 0,0 0-1 0 0,0 0 1 0 0,-8 10 0 0 0,-6 14-667 0 0,0 0 0 0 0,-20 42 0 0 0,38-67-1869 0 0,1 0 0 0 0,-1 1 0 0 0,1 0 1 0 0,0-1-1 0 0,0 1 0 0 0,1 0 0 0 0,0 0 0 0 0,0 0 0 0 0,0 0 0 0 0,1 0 0 0 0,0 0 1 0 0,1 12-1 0 0,0-15-120 0 0,0 0-1 0 0,-1 0 1 0 0,1 1 0 0 0,1-1 0 0 0,-1 0 0 0 0,0 0 0 0 0,1 0 0 0 0,-1-1 0 0 0,1 1 0 0 0,0 0 0 0 0,0-1-1 0 0,0 1 1 0 0,0-1 0 0 0,1 1 0 0 0,-1-1 0 0 0,1 0 0 0 0,-1 0 0 0 0,1 0 0 0 0,0 0 0 0 0,0-1 0 0 0,-1 1-1 0 0,1-1 1 0 0,0 0 0 0 0,1 0 0 0 0,2 1 0 0 0,4 1-45 0 0,1-2 1 0 0,-1 1-1 0 0,1-1 1 0 0,-1-1-1 0 0,1 0 0 0 0,0 0 1 0 0,12-2-1 0 0,-6-1-161 0 0,-1-1-1 0 0,1 0 1 0 0,27-11-1 0 0,-37 12 142 0 0,0 0-1 0 0,0 0 1 0 0,-1-1-1 0 0,1 0 1 0 0,-1-1 0 0 0,0 0-1 0 0,0 1 1 0 0,-1-2-1 0 0,1 1 1 0 0,6-9-1 0 0,-10 11 52 0 0,0 0 1 0 0,0-1-1 0 0,0 1 0 0 0,0 0 1 0 0,-1-1-1 0 0,1 0 0 0 0,-1 1 1 0 0,0-1-1 0 0,0 0 0 0 0,0 0 0 0 0,0 0 1 0 0,-1 1-1 0 0,1-1 0 0 0,-1 0 1 0 0,0 0-1 0 0,-1 0 0 0 0,1 0 1 0 0,-1 0-1 0 0,1 0 0 0 0,-1 1 0 0 0,0-1 1 0 0,-2-4-1 0 0,1 3 6 0 0,-1 1 0 0 0,1 0 0 0 0,-1-1 0 0 0,0 1 0 0 0,0 0-1 0 0,-1 0 1 0 0,1 1 0 0 0,-1-1 0 0 0,-7-5 0 0 0,-5-2-75 0 0,-19-11 1 0 0,29 18 38 0 0,-22-10-1483 0 0,-1 1-1 0 0,-53-18 0 0 0,80 31 463 0 0,12 3-6579 0 0,4 2 1669 0 0</inkml:trace>
  <inkml:trace contextRef="#ctx0" brushRef="#br0" timeOffset="1">591 39 18831 0 0,'0'0'2943'0'0,"-2"2"-1946"0"0,-47 61 3911 0 0,-20 39-2159 0 0,67-98-2679 0 0,0 0-1 0 0,0 0 1 0 0,0 0-1 0 0,0 1 0 0 0,0-1 1 0 0,1 0-1 0 0,0 1 0 0 0,0-1 1 0 0,0 1-1 0 0,1-1 1 0 0,-1 1-1 0 0,1 0 0 0 0,0-1 1 0 0,1 7-1 0 0,0-8-76 0 0,-1-1-1 0 0,1 1 0 0 0,0-1 1 0 0,0 0-1 0 0,0 0 0 0 0,0 1 1 0 0,0-1-1 0 0,1 0 1 0 0,-1 0-1 0 0,1 0 0 0 0,-1 0 1 0 0,1 0-1 0 0,0-1 1 0 0,-1 1-1 0 0,1 0 0 0 0,0-1 1 0 0,0 1-1 0 0,0-1 0 0 0,0 0 1 0 0,1 0-1 0 0,-1 0 1 0 0,0 0-1 0 0,1 0 0 0 0,-1 0 1 0 0,0 0-1 0 0,1-1 1 0 0,-1 1-1 0 0,3-1 0 0 0,11 2-116 0 0,1-1 0 0 0,-1 0 0 0 0,1-1 0 0 0,-1-1 0 0 0,0-1 0 0 0,23-4 0 0 0,-26 3 53 0 0,-1-1-1 0 0,0 1 0 0 0,0-2 1 0 0,0 0-1 0 0,0 0 0 0 0,-1-1 0 0 0,0 0 1 0 0,19-15-1 0 0,-27 19 66 0 0,-1-1 0 0 0,1 0-1 0 0,0 1 1 0 0,-1-1 0 0 0,0 0-1 0 0,0 0 1 0 0,0 0 0 0 0,0-1 0 0 0,0 1-1 0 0,0 0 1 0 0,-1-1 0 0 0,0 1 0 0 0,1-1-1 0 0,0-5 1 0 0,-2 7 3 0 0,0-1 0 0 0,0 0 0 0 0,0 0 0 0 0,0 1-1 0 0,0-1 1 0 0,-1 0 0 0 0,1 0 0 0 0,-1 1 0 0 0,1-1 0 0 0,-1 0 0 0 0,0 1-1 0 0,0-1 1 0 0,-1 1 0 0 0,1-1 0 0 0,0 1 0 0 0,-1 0 0 0 0,1-1-1 0 0,-1 1 1 0 0,0 0 0 0 0,-2-2 0 0 0,-9-7-277 0 0,0 1 1 0 0,0 0-1 0 0,-1 1 0 0 0,-1 0 0 0 0,1 1 0 0 0,-1 1 1 0 0,-1 0-1 0 0,1 1 0 0 0,-1 1 0 0 0,0 1 1 0 0,-18-4-1 0 0,30 8-192 0 0,0-1 0 0 0,0 1 0 0 0,0 0 0 0 0,-1 0 0 0 0,-4 0 0 0 0,7 0 75 0 0,1 1-1 0 0,-1-1 1 0 0,0 0-1 0 0,1 1 0 0 0,0-1 1 0 0,-1 1-1 0 0,1-1 1 0 0,-1 1-1 0 0,1 0 0 0 0,0 0 1 0 0,-1 0-1 0 0,1 0 1 0 0,0-1-1 0 0,0 2 0 0 0,0-1 1 0 0,-2 1-1 0 0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2:26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1 17247 0 0,'0'0'7188'0'0,"-7"5"-5177"0"0,-5 6-1177 0 0,0 0-1 0 0,1 0 1 0 0,-17 24 0 0 0,-24 42 244 0 0,49-72-1029 0 0,0 1 1 0 0,0-1-1 0 0,0 1 0 0 0,0-1 0 0 0,1 1 1 0 0,0 0-1 0 0,-1 7 0 0 0,2-11-48 0 0,1 0 0 0 0,0 0 0 0 0,0 0 0 0 0,0 0 0 0 0,0 0 0 0 0,0 0 0 0 0,1 0 0 0 0,-1 0 0 0 0,0 0 0 0 0,1-1 0 0 0,0 1 0 0 0,-1 0 0 0 0,1 0 0 0 0,0 0 0 0 0,0-1 0 0 0,0 1-1 0 0,0 0 1 0 0,0-1 0 0 0,0 1 0 0 0,0-1 0 0 0,1 0 0 0 0,-1 1 0 0 0,0-1 0 0 0,1 0 0 0 0,0 0 0 0 0,2 2 0 0 0,3 1-34 0 0,0-1 1 0 0,0 0-1 0 0,0-1 1 0 0,0 1-1 0 0,1-2 1 0 0,-1 1-1 0 0,1-1 0 0 0,-1 0 1 0 0,1 0-1 0 0,14-2 1 0 0,2 0-116 0 0,-1-2 1 0 0,28-6 0 0 0,-28 4 33 0 0,-2 1-23 0 0,30-10-1 0 0,-45 12 132 0 0,-1 0 1 0 0,1 0 0 0 0,-1-1-1 0 0,0 0 1 0 0,0 0 0 0 0,0 0-1 0 0,0-1 1 0 0,0 1 0 0 0,-1-1-1 0 0,5-6 1 0 0,-8 9 5 0 0,0 0 0 0 0,0 0 0 0 0,0-1 0 0 0,0 1 0 0 0,0 0 0 0 0,0-1 0 0 0,-1 1 0 0 0,1-1 0 0 0,0 1 0 0 0,-1-1 0 0 0,0 1 0 0 0,1-1 0 0 0,-1 1 0 0 0,0-1 0 0 0,0 1 0 0 0,1-1 0 0 0,-1 0 0 0 0,0 1 0 0 0,-1-4 0 0 0,0 3 6 0 0,0 0-1 0 0,1-1 1 0 0,-1 1-1 0 0,-1 0 1 0 0,1 0 0 0 0,0 0-1 0 0,0 0 1 0 0,-1 0 0 0 0,1 1-1 0 0,-1-1 1 0 0,0 0 0 0 0,-1-1-1 0 0,-6-4 13 0 0,0 1 1 0 0,-1 0-1 0 0,0 1 0 0 0,-14-7 0 0 0,23 12-19 0 0,-101-40-356 0 0,30 22-4233 0 0,45 14-4650 0 0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2:27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29 150 11055 0 0,'0'0'852'0'0,"-1"0"-560"0"0,-13-5 10851 0 0,13 5-11026 0 0,1-1 0 0 0,-1 1 0 0 0,1 0 0 0 0,-1-1 0 0 0,1 1 0 0 0,-1 0 0 0 0,1 0 0 0 0,-1 0 0 0 0,0-1 0 0 0,1 1 0 0 0,-1 0 0 0 0,1 0 0 0 0,-1 0 0 0 0,0 0 0 0 0,0 0 0 0 0,0 0-94 0 0,1 0 1 0 0,0 0-1 0 0,0 0 0 0 0,0 0 1 0 0,0 0-1 0 0,0 0 0 0 0,-1 0 1 0 0,1 0-1 0 0,0 1 1 0 0,0-1-1 0 0,0 0 0 0 0,0 0 1 0 0,0 0-1 0 0,0 0 0 0 0,0 0 1 0 0,0 0-1 0 0,-1 0 1 0 0,1 0-1 0 0,0 1 0 0 0,0-1 1 0 0,0 0-1 0 0,0 0 1 0 0,0 0-1 0 0,0 0 0 0 0,0 0 1 0 0,0 0-1 0 0,0 1 0 0 0,0-1 1 0 0,0 0-1 0 0,0 0 1 0 0,0 0-1 0 0,0 0 0 0 0,0 0 1 0 0,0 1-1 0 0,0-1 0 0 0,0 0 1 0 0,0 0-1 0 0,0 0 1 0 0,0 0-1 0 0,0 0 0 0 0,0 1 1 0 0,0-1-1 0 0,5 10 543 0 0,11 15 74 0 0,-12-19-330 0 0,22 36 714 0 0,29 65-1 0 0,-11-20-385 0 0,-32-64-516 0 0,-9-14-67 0 0,1-1-1 0 0,1 0 0 0 0,-1 0 1 0 0,1 0-1 0 0,1-1 0 0 0,-1 0 0 0 0,1 0 1 0 0,12 11-1 0 0,-16-17 95 0 0,7-4 33 0 0,-5 0-174 0 0,-1-1-1 0 0,0 1 1 0 0,0-1 0 0 0,0 1 0 0 0,0-1 0 0 0,-1 0-1 0 0,1 0 1 0 0,-1 0 0 0 0,0 0 0 0 0,0-1 0 0 0,-1 1-1 0 0,1-1 1 0 0,0-4 0 0 0,2-9 33 0 0,-1 0 0 0 0,0-20 0 0 0,1-5-12 0 0,-4 41-29 0 0,5-34-18 0 0,1 1 0 0 0,13-41 1 0 0,-15 65 6 0 0,-4 10 11 0 0,0 1 0 0 0,0 0 0 0 0,0 0 0 0 0,0-1 0 0 0,1 1 0 0 0,-1 0 0 0 0,0 0 0 0 0,0-1 0 0 0,0 1 0 0 0,0 0 0 0 0,0 0 0 0 0,1-1 0 0 0,-1 1 0 0 0,0 0 0 0 0,0 0 0 0 0,1 0 0 0 0,-1 0 0 0 0,0-1 0 0 0,0 1 0 0 0,0 0 0 0 0,1 0 0 0 0,-1 0 0 0 0,0 0 0 0 0,1 0 0 0 0,-1 0 0 0 0,0 0 0 0 0,0 0 0 0 0,1 0 0 0 0,-1-1 0 0 0,0 1 0 0 0,0 0 0 0 0,1 0 0 0 0,-1 1 0 0 0,0-1 0 0 0,1 0 0 0 0,-1 0 0 0 0,0 0 0 0 0,0 0 0 0 0,1 0 0 0 0,-1 0 0 0 0,0 0 0 0 0,0 0 0 0 0,1 0 0 0 0,-1 1 0 0 0,0-1 0 0 0,0 0 0 0 0,1 0 0 0 0,-1 0 0 0 0,0 0 0 0 0,0 1 0 0 0,0-1 0 0 0,1 0 0 0 0,-1 0 0 0 0,0 1 0 0 0,0-1 0 0 0,0 0 0 0 0,0 0 0 0 0,0 1 0 0 0,1-1 0 0 0,5 8 0 0 0,0 0 0 0 0,0 0 0 0 0,0 1 0 0 0,-1 0 0 0 0,5 13 0 0 0,8 12 0 0 0,-5-12 23 0 0,2 0 0 0 0,0 0 0 0 0,27 27-1 0 0,-37-43-15 0 0,1 0-1 0 0,-1-1 1 0 0,1 0 0 0 0,1 0-1 0 0,-1-1 1 0 0,1 1-1 0 0,0-2 1 0 0,0 1-1 0 0,0-1 1 0 0,0 0-1 0 0,1 0 1 0 0,-1-1-1 0 0,1 0 1 0 0,-1 0 0 0 0,1-1-1 0 0,11 1 1 0 0,-18-1 4 0 0,2-1-11 0 0,8-3 73 0 0,-5 0-23 0 0,1-1 0 0 0,-1 0 0 0 0,1 0 0 0 0,-1 0 0 0 0,-1-1 0 0 0,1 0 0 0 0,-1 0 0 0 0,1 0 0 0 0,-1-1 0 0 0,-1 0 1 0 0,1 0-1 0 0,3-7 0 0 0,7-12-32 0 0,19-47 0 0 0,-30 61-56 0 0,5-10-4 0 0,-1-1 0 0 0,-2 0 1 0 0,0 0-1 0 0,-1-1 0 0 0,-2 1 0 0 0,0-1 1 0 0,-1 0-1 0 0,-2-29 0 0 0,-5 16-1398 0 0,1 22-7480 0 0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2:28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52 22199 0 0,'0'0'1017'0'0,"-2"0"-23"0"0,-5 0 716 0 0,10 0-1006 0 0,49-3 1197 0 0,61-10-1 0 0,8-1-1430 0 0,-42 8-267 0 0,147-5-46 0 0,-139 8-289 0 0,26 1-1099 0 0,-101 2 326 0 0,0 1 0 0 0,0 1 0 0 0,0 0 0 0 0,0 0 0 0 0,19 7 0 0 0,-30-8 371 0 0,3 1 25 0 0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2:29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7367 0 0,'0'0'334'0'0,"1"-1"-1"0"0,0 0-275 0 0,13-5 17 0 0,-12 6 478 0 0,-1-1 1 0 0,1 1-1 0 0,-1 0 0 0 0,1-1 0 0 0,-1 1 0 0 0,1 0 0 0 0,-1 0 0 0 0,1 0 0 0 0,-1 0 0 0 0,1 1 0 0 0,-1-1 0 0 0,0 0 0 0 0,1 1 0 0 0,-1-1 1 0 0,1 1-1 0 0,-1-1 0 0 0,1 1 0 0 0,-1-1 0 0 0,0 1 0 0 0,2 1 0 0 0,-1 0-75 0 0,0 0 1 0 0,0 0-1 0 0,-1 0 1 0 0,1 0-1 0 0,0 0 1 0 0,-1 0-1 0 0,0 1 0 0 0,1-1 1 0 0,-1 0-1 0 0,1 5 1 0 0,2 4 458 0 0,-1 1 0 0 0,-1 0 1 0 0,2 23-1 0 0,-4-34-856 0 0,4 31 479 0 0,1 0 1 0 0,1 0-1 0 0,2-1 0 0 0,11 31 0 0 0,-15-54-549 0 0,2 1-11 0 0,-6-9 0 0 0,0 0 0 0 0,0 0 0 0 0,0 0 0 0 0,0 1 0 0 0,0-1 0 0 0,0 0 0 0 0,0 0 0 0 0,0 0 0 0 0,0 1 0 0 0,0-1 0 0 0,0 0 0 0 0,1 0 0 0 0,-1 0 0 0 0,0 1 0 0 0,0-1 0 0 0,0 0 0 0 0,0 0 0 0 0,0 0 0 0 0,1 0 0 0 0,-1 0 0 0 0,0 0 0 0 0,0 1 0 0 0,0-1 0 0 0,1 0 0 0 0,-1 0 0 0 0,0 0 0 0 0,0 0 0 0 0,0 0 0 0 0,1 0 0 0 0,-1 0 0 0 0,0 0 0 0 0,0 0 0 0 0,0 0 0 0 0,1 0 0 0 0,-1 0 0 0 0,0 0 0 0 0,0 0 0 0 0,0 0 0 0 0,1 0 0 0 0,-1 0 0 0 0,0 0 0 0 0,0 0 0 0 0,0 0 0 0 0,1 0 0 0 0,-1-1 0 0 0,0 1 0 0 0,0 0 0 0 0,0 0 0 0 0,1 0 0 0 0,-1 0 0 0 0,0 0 0 0 0,0 0 0 0 0,0-1 0 0 0,0 1 0 0 0,0 0 0 0 0,1 0 0 0 0,-1 0 0 0 0,0-1 0 0 0,0 1 0 0 0,0 0 0 0 0,0 0 0 0 0,0 0 0 0 0,0-1 0 0 0,0 1 0 0 0,5-14 0 0 0,-4 13 0 0 0,16-60-1 0 0,-11 34-1 0 0,2 1 1 0 0,0-1 0 0 0,2 2-1 0 0,17-33 1 0 0,-24 54 1 0 0,0-1 0 0 0,0 1 0 0 0,0-1 0 0 0,0 1 0 0 0,1 0 0 0 0,0 0 0 0 0,0 1 0 0 0,0-1 0 0 0,7-4 0 0 0,-9 7 0 0 0,0 0 0 0 0,0 0 0 0 0,0 0 0 0 0,1 1 0 0 0,-1-1 0 0 0,0 1 0 0 0,0-1 0 0 0,0 1 0 0 0,1 0 0 0 0,-1-1 0 0 0,0 1 0 0 0,0 0 0 0 0,1 1 0 0 0,-1-1 0 0 0,0 0 0 0 0,0 1 0 0 0,0-1 0 0 0,1 1 0 0 0,-1-1 0 0 0,0 1 0 0 0,0 0 0 0 0,0 0 0 0 0,0 0 0 0 0,0 0 0 0 0,2 3 0 0 0,1-1 9 0 0,-1 1 0 0 0,-1-1 0 0 0,1 1 0 0 0,0 0 0 0 0,-1 1 0 0 0,0-1 0 0 0,3 6 0 0 0,18 36 95 0 0,-21-40-96 0 0,29 79 147 0 0,-19-47-94 0 0,-10-30-50 0 0,-1 0 42 0 0,8-24 11 0 0,66-130-299 0 0,-66 130 216 0 0,0-1-1 0 0,1 2 1 0 0,1-1-1 0 0,0 2 1 0 0,16-15-1 0 0,-25 26 20 0 0,-2 2 0 0 0,0-1 0 0 0,0 1 0 0 0,0 0 0 0 0,1 0 0 0 0,-1 0 0 0 0,0 1 0 0 0,0-1 0 0 0,1 0 0 0 0,-1 0 0 0 0,1 1 0 0 0,-1-1 0 0 0,1 1 0 0 0,-1-1 0 0 0,1 1 0 0 0,-1-1 0 0 0,3 1 0 0 0,-3 0 2 0 0,1-1 1 0 0,0 1-1 0 0,0 0 1 0 0,-1 0-1 0 0,1-1 1 0 0,0 1-1 0 0,0 1 1 0 0,0-1-1 0 0,-1 0 0 0 0,1 0 1 0 0,0 1-1 0 0,-1-1 1 0 0,1 1-1 0 0,0-1 1 0 0,-1 1-1 0 0,1 0 1 0 0,2 1-1 0 0,-1 0-2 0 0,-1 0 1 0 0,1 0-1 0 0,-1 1 1 0 0,0-1-1 0 0,0 0 1 0 0,0 1-1 0 0,0 0 0 0 0,0-1 1 0 0,1 5-1 0 0,2 3 34 0 0,-1 1-1 0 0,0 1 1 0 0,0-1-1 0 0,2 16 1 0 0,6 54 112 0 0,-11-69-168 0 0,-1 0 0 0 0,0 0-1 0 0,-1 0 1 0 0,-4 22 0 0 0,5-31 17 0 0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2:29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20183 0 0,'0'0'8160'0'0,"1"0"-7417"0"0,106 17 845 0 0,-104-16-1552 0 0,2 0-22 0 0,5 6 85 0 0,-9-6-79 0 0,0 0-1 0 0,0 0 1 0 0,0 0-1 0 0,-1-1 1 0 0,1 1-1 0 0,0 0 1 0 0,-1 0 0 0 0,1 0-1 0 0,-1 0 1 0 0,1 0-1 0 0,-1 0 1 0 0,1 0-1 0 0,-1 0 1 0 0,0 0 0 0 0,0 0-1 0 0,1 0 1 0 0,-1 1-1 0 0,0-1 1 0 0,0 0 0 0 0,0 0-1 0 0,0 0 1 0 0,0 0-1 0 0,0 0 1 0 0,0 0-1 0 0,-1 0 1 0 0,1 1 0 0 0,0-1-1 0 0,-1 0 1 0 0,1 0-1 0 0,-1 0 1 0 0,0 1-1 0 0,-2 5 53 0 0,-1 0 0 0 0,1 0-1 0 0,-6 7 1 0 0,7-12-41 0 0,-67 90 540 0 0,64-85-507 0 0,2 1-51 0 0,2 0-13 0 0,7 0 0 0 0,-3-7 1 0 0,-1 1 0 0 0,1 0 0 0 0,0-1 1 0 0,0 0-1 0 0,0 0 0 0 0,0 0 0 0 0,0 0 0 0 0,0 0 0 0 0,1-1 1 0 0,-1 1-1 0 0,0-1 0 0 0,7 0 0 0 0,4 0 92 0 0,24-5 0 0 0,-22 3-9 0 0,108-17-537 0 0,-123 19 321 0 0,21-8-1951 0 0,-16 5 657 0 0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2:39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8751 0 0,'0'0'15896'0'0,"2"1"-15369"0"0,74 5 1543 0 0,-42-2-2014 0 0,19 0-621 0 0,-26-5-756 0 0,-19 0-133 0 0,-1 0 0 0 0,1 1 0 0 0,10 1 0 0 0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2:39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 5063 0 0,'-18'16'16604'0'0,"19"-15"-15831"0"0,3 2-535 0 0,0-1 0 0 0,0 0 0 0 0,0 0-1 0 0,0 0 1 0 0,0 0 0 0 0,0-1-1 0 0,0 1 1 0 0,0-1 0 0 0,8 1-1 0 0,43 2 739 0 0,-21-2-674 0 0,14 0-278 0 0,55-5-1 0 0,-77 2-174 0 0,37-4-2897 0 0,-39 2-3429 0 0,-8 2-630 0 0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2:40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18431 0 0,'0'0'4624'0'0,"-2"9"-1845"0"0,-1 3-2469 0 0,1 0 0 0 0,1 0 0 0 0,0 0 0 0 0,0 1-1 0 0,3 24 1 0 0,13 61 1112 0 0,-14-94-1418 0 0,2 9-332 0 0,0 0 0 0 0,8 21 0 0 0,-9-29 211 0 0,-1-1-1 0 0,1 0 1 0 0,1 0 0 0 0,-1 0-1 0 0,1-1 1 0 0,-1 1-1 0 0,1 0 1 0 0,0-1-1 0 0,0 0 1 0 0,1 0-1 0 0,4 5 1 0 0,-6-8-125 0 0,-1 1 0 0 0,1 0 0 0 0,-1 0 0 0 0,1-1 0 0 0,0 1 0 0 0,-1-1 0 0 0,1 1 0 0 0,0-1 0 0 0,-1 0 0 0 0,1 1 1 0 0,0-1-1 0 0,-1 0 0 0 0,1 0 0 0 0,0 0 0 0 0,-1-1 0 0 0,1 1 0 0 0,0 0 0 0 0,0 0 0 0 0,2-2 0 0 0,9-3-1886 0 0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2:41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1 6911 0 0,'-5'5'715'0'0,"-15"13"526"0"0,12-10 2229 0 0,-1 0 0 0 0,1 0 0 0 0,-9 13 0 0 0,-14 21-941 0 0,-22 33 240 0 0,48-65-2470 0 0,-1-1-1 0 0,2 1 1 0 0,-1-1-1 0 0,2 1 1 0 0,-1 1-1 0 0,-2 13 1 0 0,5-11-71 0 0,3-3-113 0 0,-1-7-112 0 0,1-1 1 0 0,0 1 0 0 0,0-1-1 0 0,0 0 1 0 0,0 0 0 0 0,1 0 0 0 0,-1 0-1 0 0,1 0 1 0 0,-1-1 0 0 0,1 1-1 0 0,-1-1 1 0 0,1 0 0 0 0,0 1-1 0 0,0-1 1 0 0,0-1 0 0 0,-1 1-1 0 0,1 0 1 0 0,0-1 0 0 0,5 1-1 0 0,6 1-85 0 0,-1-1 0 0 0,26-2-1 0 0,8-4-257 0 0,0-2 0 0 0,0-2 0 0 0,61-20 0 0 0,-101 27 323 0 0,-1-1-1 0 0,1 1 0 0 0,-1-1 0 0 0,0 0 1 0 0,0-1-1 0 0,-1 1 0 0 0,1-1 0 0 0,-1 0 1 0 0,10-9-1 0 0,-14 11 21 0 0,1 1 0 0 0,-1-1 0 0 0,1 0-1 0 0,-1 0 1 0 0,0 0 0 0 0,0 0 0 0 0,0 0 0 0 0,0 0 0 0 0,0 0 0 0 0,0 0 0 0 0,-1-1 0 0 0,1 1 0 0 0,-1 0 0 0 0,1 0 0 0 0,-1-1-1 0 0,0 1 1 0 0,0 0 0 0 0,0-1 0 0 0,0 1 0 0 0,0 0 0 0 0,-1 0 0 0 0,1-1 0 0 0,-1 1 0 0 0,1 0 0 0 0,-1 0 0 0 0,0 0 0 0 0,0 0-1 0 0,0-1 1 0 0,0 1 0 0 0,0 1 0 0 0,0-1 0 0 0,-2-2 0 0 0,-2-2 10 0 0,0 1 0 0 0,1 0 0 0 0,-2 1 0 0 0,1-1 0 0 0,-1 1 0 0 0,1 0-1 0 0,-1 0 1 0 0,0 1 0 0 0,0-1 0 0 0,-13-3 0 0 0,-6-2 52 0 0,-37-8-1 0 0,57 16-63 0 0,-14-4-2120 0 0,-1 1 1 0 0,0 1-1 0 0,-27-1 1 0 0,59 8-5066 0 0,1 0 1338 0 0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2:41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0 6911 0 0,'-1'2'15207'0'0,"-10"17"-13194"0"0,-1-1 0 0 0,-21 25 1 0 0,0 0-1008 0 0,27-34-927 0 0,-2 3 129 0 0,0-1 0 0 0,-9 20 0 0 0,15-28-187 0 0,1-1-1 0 0,0 1 0 0 0,0-1 0 0 0,0 1 0 0 0,0 0 1 0 0,1-1-1 0 0,-1 1 0 0 0,1 0 0 0 0,-1 0 0 0 0,1-1 0 0 0,0 1 1 0 0,0 0-1 0 0,0 0 0 0 0,1-1 0 0 0,-1 1 0 0 0,1 0 1 0 0,-1 0-1 0 0,1-1 0 0 0,1 4 0 0 0,-1-4-43 0 0,1 0 1 0 0,-1-1-1 0 0,1 1 1 0 0,0-1-1 0 0,-1 1 1 0 0,1-1-1 0 0,0 1 0 0 0,0-1 1 0 0,0 0-1 0 0,-1 0 1 0 0,1 0-1 0 0,1 0 0 0 0,-1 0 1 0 0,0 0-1 0 0,0-1 1 0 0,0 1-1 0 0,0-1 1 0 0,3 1-1 0 0,7 0-196 0 0,-1 0 1 0 0,15 0-1 0 0,-19-1 151 0 0,16-1-309 0 0,0-1 0 0 0,-1-1 0 0 0,1-1 0 0 0,-1-1 0 0 0,0-1 0 0 0,37-14 0 0 0,-54 18 321 0 0,0-1 0 0 0,0 1 0 0 0,0-1 0 0 0,0 0 0 0 0,0-1-1 0 0,-1 1 1 0 0,0-1 0 0 0,1 0 0 0 0,6-8 0 0 0,-10 11 63 0 0,0-1-1 0 0,0 0 1 0 0,0 0 0 0 0,0 0 0 0 0,0 1-1 0 0,0-1 1 0 0,-1 0 0 0 0,1 0-1 0 0,0 0 1 0 0,-1 0 0 0 0,0 0-1 0 0,1 0 1 0 0,-1-1 0 0 0,0 1 0 0 0,0 0-1 0 0,0 0 1 0 0,-1 0 0 0 0,1 0-1 0 0,0 0 1 0 0,-1 0 0 0 0,1 0-1 0 0,-1 0 1 0 0,0 0 0 0 0,0 0 0 0 0,1 0-1 0 0,-1 1 1 0 0,-1-1 0 0 0,1 0-1 0 0,-2-2 1 0 0,-4-5 54 0 0,0 1-1 0 0,-1 1 1 0 0,0 0 0 0 0,0 0 0 0 0,-1 0-1 0 0,0 1 1 0 0,0 0 0 0 0,-18-8-1 0 0,0 3-588 0 0,0 0 0 0 0,-30-6-1 0 0,53 15 13 0 0,-1 1-1 0 0,0 0 0 0 0,-1 1 0 0 0,-7-1 1 0 0,-7 5-4754 0 0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2:42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1 17711 0 0,'0'0'1603'0'0,"-8"0"-1286"0"0,2 1 10 0 0,0 0-1 0 0,1 1 1 0 0,-1-1-1 0 0,0 1 1 0 0,1 0-1 0 0,-1 1 1 0 0,-7 4 0 0 0,-36 26 2848 0 0,30-20-2411 0 0,9-6-480 0 0,0 1 0 0 0,1 0 0 0 0,0 1 0 0 0,1-1 0 0 0,0 2 0 0 0,0-1 0 0 0,1 1 0 0 0,0 0 0 0 0,0 0 0 0 0,1 1 0 0 0,-7 18 0 0 0,12-26-263 0 0,0-1-1 0 0,1 1 1 0 0,-1 0-1 0 0,0-1 1 0 0,1 1-1 0 0,0-1 1 0 0,0 1 0 0 0,0 0-1 0 0,0-1 1 0 0,0 1-1 0 0,0 0 1 0 0,1-1-1 0 0,-1 1 1 0 0,1-1 0 0 0,0 1-1 0 0,-1 0 1 0 0,4 4-1 0 0,-2-4-19 0 0,0-1 0 0 0,0 1 0 0 0,0 0 0 0 0,1 0 0 0 0,-1-1 0 0 0,1 0 0 0 0,0 1 0 0 0,0-1 0 0 0,0 0 0 0 0,0 0 0 0 0,6 2 0 0 0,3 1-85 0 0,0-1-1 0 0,1 0 1 0 0,-1-1 0 0 0,1-1 0 0 0,0 0-1 0 0,14 1 1 0 0,0-3-278 0 0,-1-1-1 0 0,0-1 1 0 0,0-2-1 0 0,0 0 0 0 0,0-2 1 0 0,0 0-1 0 0,-1-2 1 0 0,30-13-1 0 0,-50 19 330 0 0,-1-1 0 0 0,1 1 0 0 0,0-1 0 0 0,-1 0 0 0 0,1 0 0 0 0,-1 0 0 0 0,0 0 0 0 0,7-7 0 0 0,-10 8 50 0 0,0 1 1 0 0,0-1 0 0 0,0 1-1 0 0,0-1 1 0 0,0 0-1 0 0,-1 1 1 0 0,1-1-1 0 0,0 0 1 0 0,-1 1-1 0 0,1-1 1 0 0,-1 0 0 0 0,0 0-1 0 0,1 1 1 0 0,-1-1-1 0 0,0 0 1 0 0,0 0-1 0 0,0 0 1 0 0,-1 1 0 0 0,1-1-1 0 0,0 0 1 0 0,-1 0-1 0 0,1 1 1 0 0,-1-1-1 0 0,1 0 1 0 0,-1 0 0 0 0,0 1-1 0 0,0-1 1 0 0,1 1-1 0 0,-3-3 1 0 0,-1-1 54 0 0,-1-1 0 0 0,1 1 0 0 0,-1 0 0 0 0,-1 0-1 0 0,1 1 1 0 0,0-1 0 0 0,-1 1 0 0 0,0 1 0 0 0,0-1 0 0 0,-7-2 0 0 0,-9-4-139 0 0,-36-11 0 0 0,6 2-2058 0 0,35 11 1010 0 0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2:42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15 13359 0 0,'-13'-15'13859'0'0,"16"22"-12462"0"0,6 5-1114 0 0,17 20 0 0 0,35 27-9 0 0,11 2-239 0 0,-32-29-13 0 0,61 65 1 0 0,-70-54-23 0 0,-31-42 0 0 0,1-1 0 0 0,-1 0 0 0 0,0 1 0 0 0,1-1 0 0 0,-1 0 0 0 0,0 1 0 0 0,0-1 0 0 0,0 0 0 0 0,1 1 0 0 0,-1-1 0 0 0,0 0 0 0 0,0 1 0 0 0,0-1 0 0 0,0 1 0 0 0,0-1 0 0 0,0 0 0 0 0,0 1 0 0 0,0-1 0 0 0,0 1 0 0 0,0-1 0 0 0,0 0 0 0 0,0 1 0 0 0,0-1 0 0 0,0 1 0 0 0,0-1 0 0 0,0 0 0 0 0,0 1 0 0 0,0-1 0 0 0,-1 0 0 0 0,1 1 0 0 0,0-1 0 0 0,0 0 0 0 0,0 1 0 0 0,-1-1 0 0 0,1 0 0 0 0,0 1 0 0 0,0-1 0 0 0,-1 0 0 0 0,1 1 0 0 0,-1-1 0 0 0,1 1 0 0 0,-2 1 13 0 0,0 0 0 0 0,0 0 0 0 0,0 1 0 0 0,0-1 0 0 0,0 0 0 0 0,0-1-1 0 0,-1 1 1 0 0,1 0 0 0 0,0-1 0 0 0,-1 1 0 0 0,0-1 0 0 0,1 0 0 0 0,-1 0 0 0 0,0 0 0 0 0,-4 1 0 0 0,-5 1 102 0 0,0-2-1 0 0,-20 1 1 0 0,5 0-18 0 0,-11 0 24 0 0,0-2 0 0 0,-47-5 0 0 0,37 1-72 0 0,-6-2-24 0 0,31 3-239 0 0,-25-1-1 0 0,47 4 72 0 0,12 2-8507 0 0,4 0 7051 0 0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2:43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62 7831 0 0,'-45'-5'16960'0'0,"47"4"-16259"0"0,34-6 457 0 0,1 1 0 0 0,70-3 0 0 0,-84 8-1013 0 0,416-19 1327 0 0,297 8-1251 0 0,-312 39-210 0 0,-359-19-251 0 0,-63-8 160 0 0,-17 0-1264 0 0,4-1 441 0 0,1 1-1 0 0,-16 2 0 0 0,-6 2-4021 0 0,21-3-3031 0 0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2:44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33 14399 0 0,'2'0'662'0'0,"3"-2"-475"0"0,1 0 1 0 0,-1-1-1 0 0,0 0 0 0 0,0 0 1 0 0,9-6-1 0 0,1-1 9256 0 0,-21 10-9070 0 0,-1 1-1 0 0,1 0 1 0 0,0 0-1 0 0,0 1 1 0 0,0-1-1 0 0,-9 5 0 0 0,-36 19 90 0 0,34-17-187 0 0,-10 6-12 0 0,-28 13 234 0 0,49-25-437 0 0,1 0-1 0 0,-1 1 1 0 0,1 0 0 0 0,0 0-1 0 0,0 0 1 0 0,0 1-1 0 0,0-1 1 0 0,1 1-1 0 0,-1 0 1 0 0,1 1-1 0 0,-4 4 1 0 0,7-7 12 0 0,1-1 0 0 0,1 1-64 0 0,-1 0 0 0 0,1 0 1 0 0,-1 0-1 0 0,1-1 0 0 0,0 1 0 0 0,0 0 0 0 0,0-1 1 0 0,0 1-1 0 0,0 0 0 0 0,0-1 0 0 0,0 1 0 0 0,1-1 1 0 0,-1 0-1 0 0,0 1 0 0 0,1-1 0 0 0,-1 0 0 0 0,1 0 1 0 0,-1 0-1 0 0,1 0 0 0 0,0 0 0 0 0,0 0 0 0 0,-1-1 1 0 0,1 1-1 0 0,0 0 0 0 0,0-1 0 0 0,0 0 0 0 0,1 1 1 0 0,0 0-7 0 0,28 5 30 0 0,1 0-1 0 0,59 1 1 0 0,-2 0 9 0 0,-76-5-41 0 0,13 0-2 0 0,-1 2-1 0 0,1 0 1 0 0,-1 2-1 0 0,49 18 1 0 0,-66-20-46 0 0,-5 4 36 0 0,-3-7 15 0 0,1 1 0 0 0,-1 0-1 0 0,0 0 1 0 0,0-1 0 0 0,-1 1 0 0 0,1 0 0 0 0,0-1-1 0 0,-1 1 1 0 0,1 0 0 0 0,-1-1 0 0 0,1 1 0 0 0,-1-1-1 0 0,0 1 1 0 0,1 0 0 0 0,-1-1 0 0 0,0 0 0 0 0,0 1-1 0 0,0-1 1 0 0,0 0 0 0 0,-1 1 0 0 0,1-1 0 0 0,-2 1 0 0 0,-3 4 26 0 0,-1-1 1 0 0,0-1 0 0 0,-11 6-1 0 0,6-3 4 0 0,0 0 9 0 0,-1-1-1 0 0,0-1 1 0 0,0 0-1 0 0,-19 5 1 0 0,-57 8-73 0 0,61-13 46 0 0,17-3-121 0 0,0-1-1 0 0,-1-1 1 0 0,1 0 0 0 0,0 0-1 0 0,-21-4 1 0 0,-4-3-2665 0 0,36 7 2677 0 0,0 0-1 0 0,0 0 1 0 0,-1 0 0 0 0,1 0 0 0 0,0-1 0 0 0,0 1 0 0 0,0 0 0 0 0,0 0-1 0 0,-1-1 1 0 0,1 1 0 0 0,0 0 0 0 0,0 0 0 0 0,0-1 0 0 0,0 1 0 0 0,0 0-1 0 0,0 0 1 0 0,-1-1 0 0 0,1 1 0 0 0,0 0 0 0 0,0-1 0 0 0,0 1 0 0 0,0 0-1 0 0,0-1 1 0 0,0 1 0 0 0,0 0 0 0 0,0 0 0 0 0,1-1 0 0 0,-1 1 0 0 0,0 0-1 0 0,0-1 1 0 0,0 1 0 0 0,0 0 0 0 0,3-10-1635 0 0,4-1-307 0 0,2 0-11 0 0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2:44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13823 0 0,'0'0'1247'0'0,"2"0"-1023"0"0,27-3 323 0 0,16-5 6721 0 0,10-2-2181 0 0,64 1-3369 0 0,-40 8-4125 0 0,-68 0 295 0 0,-1 1-4164 0 0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2:45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18367 0 0,'0'0'5457'0'0,"1"2"-4254"0"0,6 11-319 0 0,-1 1 0 0 0,0 0 0 0 0,0 0 0 0 0,-2 1 0 0 0,5 19 0 0 0,3 12-345 0 0,-1-11-204 0 0,26 70-269 0 0,-50-131-66 0 0,10 15 0 0 0,1 1-1 0 0,1-1 0 0 0,0 0 1 0 0,1 0-1 0 0,0 0 1 0 0,1 1-1 0 0,0-1 1 0 0,3-13-1 0 0,-1 10 10 0 0,0 1-1 0 0,1 0 0 0 0,1 0 1 0 0,0 0-1 0 0,1 1 0 0 0,7-13 0 0 0,-10 21-2 0 0,-1 1-1 0 0,0-1 0 0 0,1 1 1 0 0,0 0-1 0 0,0 0 0 0 0,0 0 1 0 0,0 1-1 0 0,0-1 0 0 0,0 1 1 0 0,1 0-1 0 0,0 0 0 0 0,-1 0 1 0 0,8-3-1 0 0,9 2-5 0 0,-15 3 0 0 0,-4-1 0 0 0,-1 1 0 0 0,1 0 0 0 0,-1 0 0 0 0,1 0 0 0 0,-1 0 0 0 0,1 0 0 0 0,-1 0 0 0 0,1 0 0 0 0,-1 0 0 0 0,1 0 0 0 0,-1 0 0 0 0,1 0 0 0 0,-1 0 0 0 0,1 0 0 0 0,-1 0 0 0 0,1 0 0 0 0,-1 1 0 0 0,1-1 0 0 0,-1 0 0 0 0,1 0 0 0 0,-1 0 0 0 0,1 1 0 0 0,-1-1 0 0 0,1 0 0 0 0,-1 1 0 0 0,0-1 0 0 0,1 0 0 0 0,-1 1 0 0 0,0-1 0 0 0,1 1 0 0 0,-1 0 0 0 0,1 0 0 0 0,3 3 38 0 0,0 0 1 0 0,-1 1-1 0 0,0-1 0 0 0,0 1 1 0 0,0-1-1 0 0,0 1 0 0 0,-1 0 0 0 0,1 0 1 0 0,-1 0-1 0 0,1 8 0 0 0,3 8 128 0 0,3 28 0 0 0,-6-31-119 0 0,-1 7 32 0 0,-1-15-43 0 0,1 1-1 0 0,0-1 0 0 0,0 0 1 0 0,5 12-1 0 0,-4-12-35 0 0,-3-10 0 0 0,0 0 0 0 0,0 0 0 0 0,0 1 0 0 0,0-1 0 0 0,0 0 0 0 0,1 0 0 0 0,-1 1 0 0 0,0-1 0 0 0,0 0 0 0 0,0 0 0 0 0,0 1 0 0 0,0-1 0 0 0,0 0 0 0 0,1 0 0 0 0,-1 1 0 0 0,0-1 0 0 0,0 0 0 0 0,0 0 0 0 0,0 0 0 0 0,1 1 0 0 0,-1-1 0 0 0,0 0 0 0 0,0 0 0 0 0,1 0 0 0 0,-1 0 0 0 0,0 0 0 0 0,0 0 0 0 0,1 1 0 0 0,-1-1 0 0 0,0 0 0 0 0,0 0 0 0 0,1 0 0 0 0,-1 0 0 0 0,0 0 0 0 0,0 0 0 0 0,1 0 0 0 0,-1 0 0 0 0,0 0 0 0 0,1 0 0 0 0,-1 0 0 0 0,0 0 0 0 0,0 0 0 0 0,1-1 0 0 0,-1 1 0 0 0,0 0 0 0 0,0 0 0 0 0,1 0 0 0 0,-1 0 0 0 0,0 0 0 0 0,0 0 0 0 0,0-1 0 0 0,1 1 0 0 0,-1 0 0 0 0,0 0 0 0 0,1-1 0 0 0,5-8 0 0 0,1-3 0 0 0,-1-1 0 0 0,0 0 0 0 0,7-27 0 0 0,-9 27 0 0 0,1-1 0 0 0,0 1 0 0 0,1 0 0 0 0,9-14 0 0 0,-5 10 4 0 0,-5 8-38 0 0,1 0 1 0 0,-1 1-1 0 0,1 0 1 0 0,1 0-1 0 0,0 1 1 0 0,0-1-1 0 0,11-7 1 0 0,-10 9 12 0 0,-7 4 16 0 0,1 1 1 0 0,0-1 0 0 0,0 1 0 0 0,0 0 0 0 0,0-1-1 0 0,0 1 1 0 0,0 0 0 0 0,1 0 0 0 0,-1 0 0 0 0,0 1 0 0 0,0-1-1 0 0,1 1 1 0 0,2-1 0 0 0,10 2 4 0 0,-11 2 0 0 0,-2-1 0 0 0,2 1 2 0 0,-1-1-1 0 0,1 1 1 0 0,-1 0-1 0 0,0 1 1 0 0,0-1 0 0 0,0 0-1 0 0,0 1 1 0 0,-1-1-1 0 0,1 1 1 0 0,-1 0-1 0 0,0 0 1 0 0,0 0 0 0 0,-1 0-1 0 0,1 1 1 0 0,-1-1-1 0 0,0 0 1 0 0,2 8-1 0 0,-1 6 8 0 0,-1 1 0 0 0,0-1-1 0 0,-3 19 1 0 0,2-24-8 0 0,0 5-35 0 0,-2 0 0 0 0,0 0 0 0 0,0 0-1 0 0,-9 27 1 0 0,6-28-483 0 0,5-16 237 0 0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2:45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69 17135 0 0,'-1'-1'78'0'0,"1"1"-1"0"0,-1 0 1 0 0,1-1 0 0 0,-1 1-1 0 0,1 0 1 0 0,-1-1 0 0 0,1 1-1 0 0,-1-1 1 0 0,1 1-1 0 0,-1-1 1 0 0,1 1 0 0 0,0-1-1 0 0,-1 0 1 0 0,1 1-1 0 0,0-1 1 0 0,0 1 0 0 0,-1-1-1 0 0,1 0 1 0 0,0 1-1 0 0,0-1 1 0 0,0 1 0 0 0,0-1-1 0 0,0 0 1 0 0,0 1-1 0 0,0-2 1 0 0,0 1 299 0 0,1-1 1 0 0,-1 1-1 0 0,1-1 1 0 0,0 1-1 0 0,-1 0 0 0 0,1 0 1 0 0,0-1-1 0 0,0 1 1 0 0,0 0-1 0 0,0 0 0 0 0,2-2 1 0 0,2-1 116 0 0,0 1-1 0 0,1 0 1 0 0,-1 0 0 0 0,1 0 0 0 0,0 0 0 0 0,0 1-1 0 0,0 0 1 0 0,0 1 0 0 0,0-1 0 0 0,8 0 0 0 0,69-6 1034 0 0,-81 8-1346 0 0,1 15-6 0 0,-2-14-168 0 0,-1 0 1 0 0,1 0 0 0 0,-1 0 0 0 0,1 0-1 0 0,-1 0 1 0 0,0 0 0 0 0,0 0 0 0 0,1 0 0 0 0,-1 1-1 0 0,0-1 1 0 0,0 0 0 0 0,0 0 0 0 0,0 0-1 0 0,-1 0 1 0 0,1 0 0 0 0,0 0 0 0 0,0 1-1 0 0,-1-1 1 0 0,0 2 0 0 0,-55 104 843 0 0,54-105-842 0 0,-4 12 72 0 0,4-7-3 0 0,2-5-18 0 0,0 4-38 0 0,1-4 19 0 0,-1 0-41 0 0,1-1-1 0 0,-1 0 0 0 0,1 0 1 0 0,0 0-1 0 0,0 1 1 0 0,0-1-1 0 0,0 0 0 0 0,0 0 1 0 0,0 0-1 0 0,0 0 0 0 0,0-1 1 0 0,0 1-1 0 0,0 0 1 0 0,0 0-1 0 0,0-1 0 0 0,1 1 1 0 0,-1-1-1 0 0,0 1 1 0 0,1-1-1 0 0,-1 1 0 0 0,0-1 1 0 0,1 0-1 0 0,-1 1 0 0 0,0-1 1 0 0,1 0-1 0 0,1 0 1 0 0,-2 0-1 0 0,20 0 0 0 0,27-2 0 0 0,-24 1 0 0 0,43-9 259 0 0,-65 10-361 0 0,2-1 94 0 0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2:53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9615 0 0,'0'0'1040'0'0,"8"-11"-1040"0"0,1-4 0 0 0,-1 4 0 0 0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2:54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0 204 5063 0 0,'0'-10'16809'0'0,"9"16"-13707"0"0,5 9-5108 0 0,-10-10 3668 0 0,1 2-1404 0 0,0 0 0 0 0,-1 0 1 0 0,0 1-1 0 0,-1-1 1 0 0,0 1-1 0 0,3 8 0 0 0,10 51 639 0 0,-9-33-476 0 0,47 233 1366 0 0,-53-266-1275 0 0,-1-3-459 0 0,8-58-47 0 0,18-70-1 0 0,-5 51-98 0 0,37-127-162 0 0,-47 177 251 0 0,2 0 0 0 0,26-46 0 0 0,-37 72 4 0 0,0 0 0 0 0,0 1 0 0 0,0-1 0 0 0,0 0 0 0 0,1 1 0 0 0,-1 0 0 0 0,1-1 0 0 0,0 1 0 0 0,-1 0 0 0 0,1 0 0 0 0,0 1 0 0 0,0-1 0 0 0,0 1 0 0 0,0-1 0 0 0,1 1 0 0 0,-1 0 0 0 0,0 0 0 0 0,6-1 0 0 0,6 2 0 0 0,-11 0-2 0 0,1 0 2 0 0,15 9 14 0 0,-13-6 1 0 0,0 0-1 0 0,-1 1 1 0 0,1 0-1 0 0,-1 0 1 0 0,0 1-1 0 0,-1 0 1 0 0,1 0-1 0 0,-1 0 1 0 0,8 10-1 0 0,-7-7 18 0 0,-1 1 1 0 0,0 0-1 0 0,0 0 1 0 0,-1 0-1 0 0,0 1 1 0 0,5 15-1 0 0,0 12 143 0 0,-2 1 0 0 0,5 66 0 0 0,-8 77 195 0 0,-4-165-361 0 0,-2 65-94 0 0,1-70-2988 0 0,-3-18-1914 0 0,0 0 5255 0 0,-2-4-2275 0 0,0-1-317 0 0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2:54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17 18831 0 0,'-3'4'288'0'0,"-1"0"-123"0"0,-13 2 4095 0 0,19-4-3340 0 0,2 0-791 0 0,0 1 1 0 0,1-1-1 0 0,-1 1 0 0 0,1-2 0 0 0,0 1 0 0 0,-1 0 0 0 0,1-1 0 0 0,0 0 0 0 0,0 0 0 0 0,8 1 0 0 0,5-2 780 0 0,31-3 1 0 0,-2 1-342 0 0,-16 1-1296 0 0,1 0 0 0 0,0-2 0 0 0,-1-2 0 0 0,0-1 0 0 0,47-14 0 0 0,-49 9-1592 0 0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2:54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17 4143 0 0,'2'-1'9387'0'0,"19"-6"-1533"0"0,2 3-3580 0 0,0 1-3527 0 0,1 1 0 0 0,42 3 0 0 0,-51 1-1859 0 0,1 0 0 0 0,24 9 1 0 0,-39-11 946 0 0</inkml:trace>
  <inkml:trace contextRef="#ctx0" brushRef="#br0" timeOffset="1">1 205 21943 0 0,'0'0'3240'0'0,"2"1"-2791"0"0,6 1-210 0 0,-1 1 0 0 0,1-2 0 0 0,0 1 0 0 0,0-1 0 0 0,0 0 0 0 0,0 0-1 0 0,0-1 1 0 0,0 0 0 0 0,8-2 0 0 0,14-2-331 0 0,31-7-1 0 0,-15 1-2823 0 0,-23 7-6117 0 0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2:55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7 2303 0 0,'-5'-6'18664'0'0,"5"9"-16485"0"0,2 19-791 0 0,0 0 0 0 0,7 26 0 0 0,3 33-27 0 0,-11-56-1091 0 0,7 67 469 0 0,-6-77-752 0 0,1-1 0 0 0,0 1 0 0 0,1-1 0 0 0,6 15 0 0 0,-9-27-269 0 0,-1-1 1 0 0,1 0-1 0 0,-1 1 0 0 0,1-1 1 0 0,-1 0-1 0 0,1 0 0 0 0,0 0 1 0 0,-1 0-1 0 0,1 1 0 0 0,0-1 1 0 0,0 0-1 0 0,0 0 0 0 0,0 0 0 0 0,0-1 1 0 0,0 1-1 0 0,0 0 0 0 0,0 0 1 0 0,1-1-1 0 0,-1 1 0 0 0,0 0 1 0 0,0-1-1 0 0,1 1 0 0 0,-1-1 1 0 0,0 0-1 0 0,1 1 0 0 0,-1-1 1 0 0,0 0-1 0 0,1 0 0 0 0,1 0 1 0 0,10-2-7589 0 0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2:55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58 11519 0 0,'-2'0'887'0'0,"-1"2"-803"0"0,-1 0 1 0 0,1 0-1 0 0,0 0 1 0 0,0 0-1 0 0,-6 5 1 0 0,5-2 958 0 0,-1 0 0 0 0,1 0 1 0 0,0 0-1 0 0,0 1 1 0 0,-3 6-1 0 0,-15 33 6020 0 0,11-14-5129 0 0,5-16-2557 0 0,4-9 835 0 0,0 0-1 0 0,0 0 0 0 0,0 1 1 0 0,1-1-1 0 0,0 1 1 0 0,0-1-1 0 0,1 1 1 0 0,0 0-1 0 0,0-1 1 0 0,0 1-1 0 0,1-1 1 0 0,2 9-1 0 0,-2-10-165 0 0,1-1-1 0 0,0 0 1 0 0,0 1-1 0 0,0-1 1 0 0,0 0 0 0 0,1 0-1 0 0,-1 0 1 0 0,1 0-1 0 0,0 0 1 0 0,0-1-1 0 0,1 0 1 0 0,-1 1 0 0 0,1-1-1 0 0,0 0 1 0 0,-1-1-1 0 0,1 1 1 0 0,9 3-1 0 0,-4-2-44 0 0,0-1 0 0 0,0 0-1 0 0,0 0 1 0 0,1-1 0 0 0,-1 0 0 0 0,1-1-1 0 0,-1 0 1 0 0,1-1 0 0 0,13-1-1 0 0,-1 0-57 0 0,0-2 0 0 0,0-1-1 0 0,21-6 1 0 0,-27 6 2 0 0,0-2-1 0 0,0 0 1 0 0,0 0 0 0 0,26-16 0 0 0,-37 18 54 0 0,0 1 1 0 0,0-1-1 0 0,0 0 0 0 0,0 0 1 0 0,0 0-1 0 0,-1-1 0 0 0,0 1 1 0 0,0-1-1 0 0,0 0 1 0 0,-1-1-1 0 0,1 1 0 0 0,-1 0 1 0 0,-1-1-1 0 0,1 0 0 0 0,-1 0 1 0 0,2-6-1 0 0,-3 7 11 0 0,-1 1 0 0 0,0-1 0 0 0,0 1 0 0 0,0-1 0 0 0,-1 0 0 0 0,0 1 1 0 0,0-1-1 0 0,0 1 0 0 0,0 0 0 0 0,0-1 0 0 0,-1 1 0 0 0,0 0 0 0 0,0 0 0 0 0,0 0 0 0 0,-1 0 0 0 0,1 0 0 0 0,-7-6 0 0 0,-2-4 12 0 0,-1 1-1 0 0,-1 0 0 0 0,-17-12 1 0 0,14 14-66 0 0,0 0 0 0 0,-1 2 0 0 0,0 0 0 0 0,-1 0 0 0 0,0 2 0 0 0,0 0 1 0 0,0 2-1 0 0,-1 0 0 0 0,-20-3 0 0 0,32 7-194 0 0,0 0-1 0 0,0 1 1 0 0,1-1-1 0 0,-1 2 1 0 0,0-1-1 0 0,0 1 1 0 0,-11 2-1 0 0,16-2 1 0 0,1 0 0 0 0,0-1 0 0 0,0 1 0 0 0,-1 0 0 0 0,1 0 0 0 0,0 0 0 0 0,0 0 0 0 0,0 0 0 0 0,0 0 0 0 0,0 0 0 0 0,0 0 0 0 0,0 1 0 0 0,1-1 0 0 0,-1 0 0 0 0,0 1 0 0 0,1-1 0 0 0,-1 0 0 0 0,1 1 0 0 0,-1-1 0 0 0,1 1 0 0 0,-1-1 0 0 0,1 0 0 0 0,0 1 0 0 0,0 1-1 0 0,1 1-1888 0 0,7 4-59 0 0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2:56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9671 0 0,'0'2'10747'0'0,"6"26"-6253"0"0,2 36 1 0 0,-6-42-4128 0 0,0-1 0 0 0,2 0 0 0 0,0 0 1 0 0,10 28-1 0 0,14 16-142 0 0,-27-64-215 0 0,-1 0 1 0 0,0 0-1 0 0,1 0 0 0 0,-1 0 0 0 0,1 0 0 0 0,-1 0 0 0 0,1 0 0 0 0,0 0 0 0 0,-1 0 0 0 0,1 0 0 0 0,0-1 0 0 0,0 1 0 0 0,1 1 1 0 0,-2-2-10 0 0,0 0 1 0 0,1 0 0 0 0,-1 0 0 0 0,0 0 0 0 0,0 0 0 0 0,1 0 0 0 0,-1 0 0 0 0,0 0 0 0 0,0 0 0 0 0,1 0-1 0 0,-1 0 1 0 0,0 0 0 0 0,0 0 0 0 0,1 0 0 0 0,-1 0 0 0 0,0 0 0 0 0,0 0 0 0 0,1-1 0 0 0,-1 1-1 0 0,0 0 1 0 0,0 0 0 0 0,1 0 0 0 0,-1 0 0 0 0,0-1 0 0 0,0 1 0 0 0,0 0 0 0 0,0 0 0 0 0,1 0 0 0 0,-1-1-1 0 0,0 1 1 0 0,0 0 0 0 0,9-21 50 0 0,-9 20-34 0 0,8-27 1 0 0,2 0 0 0 0,0 1-1 0 0,27-47 1 0 0,-29 60-53 0 0,20-24 0 0 0,-25 34 28 0 0,0 1 0 0 0,1-1-1 0 0,0 1 1 0 0,0-1 0 0 0,0 1 0 0 0,0 1 0 0 0,0-1 0 0 0,0 0-1 0 0,1 1 1 0 0,6-2 0 0 0,-10 3 6 0 0,0 0 0 0 0,1 1 0 0 0,-1-1 0 0 0,1 1 0 0 0,-1-1 0 0 0,0 1 0 0 0,1 0 0 0 0,-1 0 0 0 0,1 0 0 0 0,-1 0 0 0 0,1 0 0 0 0,-1 0 0 0 0,1 0 0 0 0,-1 0 0 0 0,1 0 0 0 0,-1 1 0 0 0,3 0 0 0 0,0 0 0 0 0,-1 0 7 0 0,0 0 1 0 0,-1 0-1 0 0,1 0 1 0 0,-1 0-1 0 0,1 0 1 0 0,-1 0-1 0 0,1 1 1 0 0,-1-1-1 0 0,0 1 1 0 0,0 0-1 0 0,1 0 1 0 0,-1 0-1 0 0,-1 0 1 0 0,1 0-1 0 0,3 4 1 0 0,0 2 41 0 0,0 1 1 0 0,-1-1 0 0 0,4 12 0 0 0,3 4 7 0 0,-3-7 26 0 0,6 23-1 0 0,0-1-7 0 0,-3-8-11 0 0,-11-30 0 0 0,6-6-12 0 0,-2 1-49 0 0,0-1 0 0 0,0 1 0 0 0,6-9 0 0 0,13-23-103 0 0,1 2-1 0 0,34-37 1 0 0,-58 71 99 0 0,36-35-104 0 0,-32 32 95 0 0,-1 0 1 0 0,1 1-1 0 0,-1-1 0 0 0,1 1 1 0 0,0 0-1 0 0,0-1 0 0 0,0 2 0 0 0,0-1 1 0 0,5-1-1 0 0,0 3 10 0 0,-8 0 0 0 0,0 0 0 0 0,0 0 0 0 0,1 1 0 0 0,-1-1 0 0 0,0 0 0 0 0,0 1 0 0 0,0-1 0 0 0,0 1 0 0 0,1-1 0 0 0,-1 1 0 0 0,0-1 0 0 0,0 1 0 0 0,0 0 0 0 0,0 0 0 0 0,0-1 0 0 0,0 1 0 0 0,1 2 0 0 0,1 0 0 0 0,0 0 6 0 0,0 1 1 0 0,-1-1-1 0 0,1 0 0 0 0,-1 1 1 0 0,0 0-1 0 0,0-1 0 0 0,0 1 1 0 0,0 0-1 0 0,-1 0 0 0 0,0 0 1 0 0,1 0-1 0 0,-1 5 0 0 0,2 9 56 0 0,2 27-1 0 0,-3-20-42 0 0,9 48-116 0 0,-11-71-34 0 0,13-17-9689 0 0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2:56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4 132 8751 0 0,'0'0'674'0'0,"0"-1"-438"0"0,-4-17 273 0 0,4 11 2375 0 0,0 0-1 0 0,1 0 1 0 0,-1 0 0 0 0,3-8-1 0 0,-2 13-2607 0 0,0 1-1 0 0,0-1 1 0 0,0 0-1 0 0,0 0 1 0 0,0 0-1 0 0,1 1 1 0 0,-1-1-1 0 0,1 1 1 0 0,-1-1-1 0 0,1 1 1 0 0,2-2-1 0 0,2-3 454 0 0,-2 3-494 0 0,-1 0 0 0 0,1 1-1 0 0,-1-1 1 0 0,1 1 0 0 0,0-1-1 0 0,0 1 1 0 0,0 0 0 0 0,0 1 0 0 0,6-3-1 0 0,5 1 156 0 0,21-4 0 0 0,-11 3-97 0 0,-18 3-249 0 0,0 0 0 0 0,0 0 0 0 0,0 1 0 0 0,0-1 0 0 0,0 2 0 0 0,0-1 0 0 0,1 1 0 0 0,8 2 0 0 0,-8-1-16 0 0,-7-1-24 0 0,0-1 0 0 0,0 0 0 0 0,-1 0 0 0 0,1 1 1 0 0,0-1-1 0 0,0 0 0 0 0,-1 1 0 0 0,1-1 0 0 0,0 1 0 0 0,0-1 0 0 0,-1 1 0 0 0,1-1 0 0 0,-1 1 1 0 0,1-1-1 0 0,0 1 0 0 0,-1-1 0 0 0,1 1 0 0 0,-1 0 0 0 0,1 0 0 0 0,-1-1 0 0 0,0 1 0 0 0,1 0 0 0 0,-1 0 1 0 0,0-1-1 0 0,0 1 0 0 0,1 0 0 0 0,-1 0 0 0 0,0 0 0 0 0,0 1 0 0 0,0 0 8 0 0,1 2-8 0 0,0-1 0 0 0,-1 0 0 0 0,0 1 0 0 0,0-1 0 0 0,0 0 0 0 0,0 1 0 0 0,-1-1 0 0 0,1 0 1 0 0,-1 1-1 0 0,0-1 0 0 0,0 0 0 0 0,0 0 0 0 0,0 0 0 0 0,-1 1 0 0 0,1-1 0 0 0,-1-1 0 0 0,-3 6 0 0 0,-4 4 24 0 0,-1 1 0 0 0,-18 16 0 0 0,14-14-20 0 0,-3 3-8 0 0,2 0 0 0 0,-20 29 0 0 0,30-39 0 0 0,5-8 0 0 0,-1 1 0 0 0,1-1 0 0 0,0 1 0 0 0,0-1 0 0 0,-1 1 0 0 0,1-1 0 0 0,0 1 0 0 0,0-1 0 0 0,-1 1 0 0 0,1 0 0 0 0,0-1 0 0 0,0 1 0 0 0,0-1 0 0 0,0 1 0 0 0,0 0 0 0 0,0-1 0 0 0,0 1 0 0 0,0 0 0 0 0,4 3 0 0 0,-3-3 0 0 0,1 1 0 0 0,0-1 0 0 0,0 1 0 0 0,0-1 0 0 0,0 0 0 0 0,0 1 0 0 0,0-1 0 0 0,1 0 0 0 0,-1 0 0 0 0,0 0 0 0 0,1 0 0 0 0,-1-1 0 0 0,1 1 0 0 0,-1-1 0 0 0,3 1 0 0 0,40 0 0 0 0,-27-2 0 0 0,126-7 0 0 0,-131 7 0 0 0,-7 0 0 0 0,-1 1 0 0 0,0 0 0 0 0,0 0 0 0 0,1 0 0 0 0,7 2 0 0 0,-4 1-96 0 0,-8-3-404 0 0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00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 16615 0 0,'0'0'2679'0'0,"-7"0"3218"0"0,6 1-5716 0 0,-1 0-1 0 0,1 0 1 0 0,0 1 0 0 0,0-1 0 0 0,0 1-1 0 0,0-1 1 0 0,1 1 0 0 0,-1-1-1 0 0,0 1 1 0 0,1 0 0 0 0,-1-1-1 0 0,1 1 1 0 0,-1 0 0 0 0,1 0 0 0 0,0-1-1 0 0,-1 1 1 0 0,1 0 0 0 0,1 2-1 0 0,3 39 498 0 0,-2-27-181 0 0,0 5-149 0 0,-1-1 1 0 0,-2 0-1 0 0,-2 25 0 0 0,-14 59 211 0 0,9-64-487 0 0,2-12-7 0 0,2-8-14 0 0,-3 29 0 0 0,7-44-36 0 0,0 1-1 0 0,0-1 1 0 0,0 0 0 0 0,0 0-1 0 0,1 0 1 0 0,0 0-1 0 0,0 1 1 0 0,0-1 0 0 0,1 0-1 0 0,3 8 1 0 0,-3-10-18 0 0,1 0 0 0 0,-1 0 0 0 0,1 0 0 0 0,0 0 0 0 0,0 0 0 0 0,0 0-1 0 0,0-1 1 0 0,0 1 0 0 0,0-1 0 0 0,1 0 0 0 0,-1 0 0 0 0,1 0 0 0 0,0-1 0 0 0,-1 1 0 0 0,1-1 0 0 0,0 0 0 0 0,5 1 0 0 0,8 1-4 0 0,-1 0 1 0 0,29 0-1 0 0,-42-3 10 0 0,28-1-70 0 0,-1-1 1 0 0,0-2-1 0 0,47-11 1 0 0,-54 10-127 0 0,-15 3-92 0 0,-1-1 0 0 0,0 1 0 0 0,0-1-1 0 0,0 0 1 0 0,-1-1 0 0 0,1 1-1 0 0,6-6 1 0 0,23-19-5261 0 0,-30 21 2969 0 0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01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17047 0 0,'0'0'11080'0'0,"1"0"-10679"0"0,108 2 1150 0 0,-54-4-1181 0 0,152-14-292 0 0,-64-1-5133 0 0,-130 16 3865 0 0,2-1-581 0 0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01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10591 0 0,'0'0'16605'0'0,"3"1"-15694"0"0,13-1-503 0 0,-1-1-1 0 0,0 0 1 0 0,25-5 0 0 0,6-1 37 0 0,21 6-522 0 0,-58-1-133 0 0,-1 2 0 0 0,1-1 0 0 0,10 1 0 0 0,8 4-3438 0 0,-25-4 2362 0 0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02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9671 0 0,'0'0'12304'0'0,"3"0"-10771"0"0,6 2-896 0 0,0-2 0 0 0,0 1 0 0 0,0-1 0 0 0,17-3-1 0 0,41-9 1160 0 0,-28 4-1248 0 0,3 0-583 0 0,1 2 0 0 0,0 1-1 0 0,73 3 1 0 0,-96 2-7194 0 0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04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390 11 18255 0 0,'-5'-2'180'0'0,"0"0"-1"0"0,0 0 1 0 0,0 1 0 0 0,1 0-1 0 0,-1 0 1 0 0,0 1 0 0 0,-1-1-1 0 0,1 1 1 0 0,0 0 0 0 0,-9 1-1 0 0,-6 2 3 0 0,14-2-27 0 0,0-1 0 0 0,1 1 0 0 0,-1 1 0 0 0,0-1 0 0 0,-5 3 0 0 0,-23 11 1273 0 0,-76 34 1517 0 0,94-41-2664 0 0,2 1-1 0 0,-1 0 1 0 0,1 1 0 0 0,-23 22-1 0 0,13-5 280 0 0,23-26-369 0 0,1 1-178 0 0,0 0 1 0 0,0 0 0 0 0,0-1 0 0 0,0 1-1 0 0,1 0 1 0 0,-1 0 0 0 0,1-1 0 0 0,-1 1-1 0 0,1 0 1 0 0,0-1 0 0 0,0 1 0 0 0,-1-1-1 0 0,1 1 1 0 0,0-1 0 0 0,0 1 0 0 0,1-1-1 0 0,-1 1 1 0 0,0-1 0 0 0,0 0 0 0 0,1 0-1 0 0,-1 0 1 0 0,1 0 0 0 0,-1 0 0 0 0,1 0-1 0 0,-1 0 1 0 0,1 0 0 0 0,1 0 0 0 0,5 2 7 0 0,0-1 0 0 0,1 0 0 0 0,-1 0 1 0 0,14 0-1 0 0,-2 1 105 0 0,45 7 115 0 0,-30-5-184 0 0,-1 1 0 0 0,1 1 0 0 0,62 23 0 0 0,-87-25-49 0 0,0-1 0 0 0,0 1 0 0 0,-1 1 0 0 0,1 0 0 0 0,-2 0 0 0 0,1 1 0 0 0,-1 0 0 0 0,0 0-1 0 0,0 1 1 0 0,-1 0 0 0 0,9 12 0 0 0,-14-18 8 0 0,-1 1 1 0 0,0 0-1 0 0,0 0 0 0 0,0 0 1 0 0,0 0-1 0 0,0-1 1 0 0,-1 1-1 0 0,1 0 0 0 0,-1 0 1 0 0,0 0-1 0 0,0 0 0 0 0,0 0 1 0 0,0 0-1 0 0,-1 0 0 0 0,1 0 1 0 0,-1 0-1 0 0,0 0 0 0 0,1 0 1 0 0,-1 0-1 0 0,-1 0 0 0 0,1-1 1 0 0,0 1-1 0 0,-1 0 0 0 0,-2 3 1 0 0,0 0 53 0 0,-1 0-1 0 0,1 0 1 0 0,-1 0 0 0 0,0-1-1 0 0,-1 0 1 0 0,1 0 0 0 0,-1-1-1 0 0,-11 8 1 0 0,3-7 15 0 0,1 1 1 0 0,-1-2-1 0 0,-1 0 0 0 0,1 0 1 0 0,-24 2-1 0 0,29-5-229 0 0,-1 0 0 0 0,0-1 0 0 0,1 0 0 0 0,-1 0 0 0 0,0-1 0 0 0,1-1 0 0 0,-1 1 0 0 0,1-1-1 0 0,-1-1 1 0 0,1 0 0 0 0,0 0 0 0 0,0-1 0 0 0,0 0 0 0 0,1-1 0 0 0,-1 0 0 0 0,1 0 0 0 0,0-1 0 0 0,1 0 0 0 0,-9-8 0 0 0,0-2-2271 0 0,-18-24 0 0 0,19 17 326 0 0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05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 7831 0 0,'1'-2'7091'0'0,"13"-10"-586"0"0,4 4-3750 0 0,23 2-2509 0 0,-14 3 817 0 0,328-48 2517 0 0,-321 48-3682 0 0,0 1 1 0 0,0 2-1 0 0,45 5 0 0 0,-49 0-1479 0 0,58 15 0 0 0,-22-3-1973 0 0,-37-9 1093 0 0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05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7831 0 0,'0'0'706'0'0,"1"1"-578"0"0,8 16 3584 0 0,-1 1 0 0 0,-1-1 0 0 0,7 25 0 0 0,-9-21-1621 0 0,4 25 0 0 0,12 80 138 0 0,-21-124-2034 0 0,2 4-120 0 0,1-10-32 0 0,4-10-33 0 0,7-67-10 0 0,16-14-46 0 0,-25 83 28 0 0,0 0 1 0 0,1 0-1 0 0,1 0 0 0 0,0 1 1 0 0,13-16-1 0 0,-11 18 18 0 0,4 0-34 0 0,-8 9 14 0 0,-3 0 7 0 0,-1 0 13 0 0,-1 0-1 0 0,1 0 1 0 0,0-1 0 0 0,-1 1-1 0 0,1 0 1 0 0,0 0-1 0 0,0 0 1 0 0,-1 0-1 0 0,1 0 1 0 0,0 0-1 0 0,-1 0 1 0 0,1 0-1 0 0,0 0 1 0 0,0 1 0 0 0,-1-1-1 0 0,1 0 1 0 0,0 0-1 0 0,-1 1 1 0 0,1-1-1 0 0,0 0 1 0 0,-1 1-1 0 0,1-1 1 0 0,0 0-1 0 0,-1 1 1 0 0,1-1-1 0 0,0 2 1 0 0,1 0-1 0 0,1 0 8 0 0,-1 0 0 0 0,1 1 0 0 0,0 0 0 0 0,-1 0 0 0 0,0-1 0 0 0,1 1 0 0 0,-1 0 0 0 0,0 1 0 0 0,-1-1 0 0 0,3 5 0 0 0,12 40 276 0 0,-7-19-148 0 0,2 6-42 0 0,-9-26-65 0 0,0 0 0 0 0,1 0 0 0 0,0-1 0 0 0,0 0 0 0 0,1 1 0 0 0,0-1 0 0 0,1 0 0 0 0,5 7 0 0 0,-9-13-28 0 0,0-1 0 0 0,1 0 0 0 0,-1 1 0 0 0,1-1 0 0 0,-1 0 0 0 0,1 1 0 0 0,0-1 0 0 0,-1 0 0 0 0,1 0 0 0 0,0 0 0 0 0,0-1 0 0 0,0 1 0 0 0,0 0 0 0 0,0-1 0 0 0,-1 1 0 0 0,5 0 0 0 0,-5-1 0 0 0,-1 0 0 0 0,1 0 0 0 0,-1 0 0 0 0,1 0 0 0 0,0 0 0 0 0,-1 0 0 0 0,1 0 0 0 0,-1 0 0 0 0,1 0 0 0 0,0 0 0 0 0,-1 0 0 0 0,1 0 0 0 0,-1 0 0 0 0,1-1 0 0 0,-1 1 0 0 0,1 0 0 0 0,0 0 0 0 0,-1-1 0 0 0,1 1 0 0 0,-1 0 0 0 0,1 0 0 0 0,-1-1 0 0 0,1 1 0 0 0,-1-1 0 0 0,1 0 0 0 0,0 0-11 0 0,4-2-3 0 0,-1-1 0 0 0,0 1 0 0 0,0 0 1 0 0,-1-1-1 0 0,1 0 0 0 0,-1 0 0 0 0,0 0 0 0 0,0 0 0 0 0,5-9 0 0 0,1-6-56 0 0,8-23 1 0 0,-7 19 11 0 0,-2 3 5 0 0,0 1-1 0 0,2 0 0 0 0,0 1 1 0 0,1 0-1 0 0,1 0 0 0 0,25-26 0 0 0,-35 42 12 0 0,-2 2 41 0 0,1 0 1 0 0,-1 0 0 0 0,0-1 0 0 0,1 1-1 0 0,-1 0 1 0 0,1 0 0 0 0,-1 0-1 0 0,0 0 1 0 0,1 0 0 0 0,-1 0 0 0 0,1 0-1 0 0,-1 0 1 0 0,0 0 0 0 0,1 0-1 0 0,-1 0 1 0 0,1 0 0 0 0,-1 0 0 0 0,0 1-1 0 0,1-1 1 0 0,-1 0 0 0 0,1 0-1 0 0,-1 0 1 0 0,0 0 0 0 0,1 1 0 0 0,-1-1-1 0 0,0 0 1 0 0,1 0 0 0 0,-1 1-1 0 0,0-1 1 0 0,0 0 0 0 0,1 1 0 0 0,-1-1-1 0 0,0 0 1 0 0,0 1 0 0 0,0-1-1 0 0,1 0 1 0 0,-1 1 0 0 0,0-1 0 0 0,1 1 0 0 0,2 5 35 0 0,1 1 0 0 0,-1-1-1 0 0,0 1 1 0 0,0-1 0 0 0,-1 1 0 0 0,0 0-1 0 0,0 0 1 0 0,1 9 0 0 0,4 12 55 0 0,-4-17-69 0 0,1 1 0 0 0,1-1 0 0 0,0 0 0 0 0,0 0 0 0 0,8 11 1 0 0,-11-19-28 0 0,1 1 1 0 0,0-1-1 0 0,-1 1 0 0 0,1-1 1 0 0,0 0-1 0 0,1 0 1 0 0,-1-1-1 0 0,0 1 1 0 0,1-1-1 0 0,0 1 0 0 0,-1-1 1 0 0,1 0-1 0 0,0-1 1 0 0,0 1-1 0 0,0-1 1 0 0,0 1-1 0 0,6 0 0 0 0,-6-3-17 0 0,-1 1 0 0 0,1-1 0 0 0,0 1 0 0 0,0-1 0 0 0,-1 0 0 0 0,1-1-1 0 0,0 1 1 0 0,-1-1 0 0 0,0 1 0 0 0,4-4 0 0 0,-6 5 23 0 0,4-3-29 0 0,-1 0 1 0 0,1 0-1 0 0,0-1 1 0 0,-1 0-1 0 0,0 0 0 0 0,0 0 1 0 0,0-1-1 0 0,0 1 1 0 0,-1-1-1 0 0,3-5 1 0 0,4-9-96 0 0,12-28 0 0 0,-10 18 11 0 0,-4 11 116 0 0,-8 17 67 0 0,2 2-49 0 0,-1 0 0 0 0,0 0-1 0 0,0 0 1 0 0,0 0-1 0 0,0 0 1 0 0,0 0-1 0 0,0 0 1 0 0,0 1 0 0 0,0-1-1 0 0,0 2 1 0 0,0-1 12 0 0,29 53 462 0 0,-23-40-486 0 0,0-1 0 0 0,1 0 1 0 0,1 0-1 0 0,0-1 1 0 0,12 15-1 0 0,-18-26-167 0 0,0 1 0 0 0,0-1 0 0 0,1 0 0 0 0,5 4 0 0 0,-3-3-359 0 0,-5-3 230 0 0,-1 0 0 0 0,1 1 0 0 0,0-1-1 0 0,-1 0 1 0 0,1 0 0 0 0,0 0-1 0 0,0 0 1 0 0,-1 0 0 0 0,1 0 0 0 0,0 0-1 0 0,0 0 1 0 0,-1 0 0 0 0,1 0 0 0 0,0-1-1 0 0,-1 1 1 0 0,1 0 0 0 0,0 0-1 0 0,-1-1 1 0 0,1 1 0 0 0,0 0 0 0 0,-1-1-1 0 0,1 1 1 0 0,0-1 0 0 0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05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10135 0 0,'0'-6'13716'0'0,"29"17"-16858"0"0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06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9215 0 0,'0'0'831'0'0,"3"8"-670"0"0,2 3 645 0 0,-1 0 0 0 0,3 15 0 0 0,6 47 8125 0 0,-2-5-1565 0 0,2-19-5468 0 0,-13-47-1743 0 0,8-17-91 0 0,7-26-64 0 0,-9 21 0 0 0,0 0 0 0 0,2 1 0 0 0,1-1 0 0 0,0 2 0 0 0,2-1 0 0 0,15-20 0 0 0,-21 31-1 0 0,17-17 3 0 0,-20 24-3 0 0,0-1 0 0 0,-1 1 1 0 0,1 0-1 0 0,0-1 0 0 0,0 1 0 0 0,0 0 0 0 0,0 0 0 0 0,0 0 1 0 0,0 1-1 0 0,0-1 0 0 0,0 0 0 0 0,0 1 0 0 0,2-1 0 0 0,10 2-27 0 0,-10 3 7 0 0,-3-2 17 0 0,3 1 6 0 0,-1 0-1 0 0,0 1 1 0 0,0-1 0 0 0,0 1-1 0 0,-1 0 1 0 0,1 0-1 0 0,-1 0 1 0 0,0 0 0 0 0,0 1-1 0 0,0-1 1 0 0,-1 1 0 0 0,1-1-1 0 0,0 6 1 0 0,1 10 15 0 0,2 36 1 0 0,-2-24-12 0 0,-2-21-46 0 0,1-1 0 0 0,0 1 0 0 0,1-1 0 0 0,4 12 0 0 0,-6-21-191 0 0,0 0-531 0 0,0 0 0 0 0,0 0 0 0 0,1 0-1 0 0,-1 0 1 0 0,0 0 0 0 0,1-1-1 0 0,-1 1 1 0 0,1 0 0 0 0,-1-1 0 0 0,1 1-1 0 0,-1-1 1 0 0,1 0 0 0 0,1 1 0 0 0,10-1-7840 0 0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06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3679 0 0,'0'0'23052'0'0,"2"0"-22308"0"0,31 3 353 0 0,1 0 0 0 0,45-4 0 0 0,-52 0-1389 0 0,54 6 1 0 0,-79-5-312 0 0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07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 18143 0 0,'0'0'1639'0'0,"2"1"-1350"0"0,5 2 127 0 0,-1-1 0 0 0,1 0-1 0 0,0 0 1 0 0,0-1 0 0 0,1 1 0 0 0,-1-2-1 0 0,0 1 1 0 0,14-2 0 0 0,62-8 1936 0 0,-79 9-2295 0 0,72-13 974 0 0,77-10-1313 0 0,-144 23-1945 0 0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15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85 17967 0 0,'-2'1'827'0'0,"-1"0"-571"0"0,-1 0-117 0 0,0 0 1 0 0,1-1-1 0 0,-1 1 1 0 0,0-1-1 0 0,0 0 1 0 0,0 0-1 0 0,-7 0 7302 0 0,11-2-7338 0 0,1 0 0 0 0,0 1-1 0 0,0-1 1 0 0,1 1 0 0 0,-1 0 0 0 0,0-1-1 0 0,0 1 1 0 0,1 0 0 0 0,-1 0 0 0 0,1 0-1 0 0,-1 0 1 0 0,1 0 0 0 0,-1 0 0 0 0,3-1-1 0 0,19-9 15 0 0,1 0 0 0 0,0 2 0 0 0,1 0 0 0 0,0 2 0 0 0,0 0-1 0 0,0 2 1 0 0,48-3 0 0 0,-67 7-117 0 0,11 0 0 0 0,23 1 0 0 0,-36 0 0 0 0,1 1 0 0 0,-1-1 0 0 0,0 1 0 0 0,1 0 0 0 0,-1 0 0 0 0,0 1 0 0 0,0-1 0 0 0,1 1 0 0 0,-1 0 0 0 0,4 3 0 0 0,-1 1 0 0 0,-2 3 0 0 0,-4-6 4 0 0,-1 0-1 0 0,0-1 1 0 0,0 1 0 0 0,0 0-1 0 0,0 0 1 0 0,0-1 0 0 0,-1 1-1 0 0,1 0 1 0 0,-1 0 0 0 0,0-1-1 0 0,0 1 1 0 0,0 0 0 0 0,0-1-1 0 0,0 1 1 0 0,0-1 0 0 0,-1 0-1 0 0,-2 5 1 0 0,-4 2 60 0 0,1 0-1 0 0,-18 14 1 0 0,15-14-22 0 0,-50 39 240 0 0,21-23-132 0 0,14-10-49 0 0,23-14 259 0 0,4 0-300 0 0,10 3-45 0 0,0 0 0 0 0,-1-1-1 0 0,1 0 1 0 0,1-1 0 0 0,-1 0 0 0 0,0-1 0 0 0,22 0-1 0 0,-14-1 1 0 0,39 7-1 0 0,-53-6-15 0 0,1 1 1 0 0,-1-1-1 0 0,0 2 0 0 0,0-1 1 0 0,0 0-1 0 0,-1 1 1 0 0,1 0-1 0 0,-1 1 0 0 0,1-1 1 0 0,5 6-1 0 0,-9-7 1 0 0,0 0 0 0 0,0 0 0 0 0,-1 0 0 0 0,1 0 0 0 0,-1 0 0 0 0,1 0 0 0 0,0 4 0 0 0,6 12 0 0 0,-8-13 0 0 0,-1-1 0 0 0,1 1 8 0 0,0-1 0 0 0,0 0 0 0 0,0 1 0 0 0,-1-1 0 0 0,0 0 0 0 0,0 1 0 0 0,0-1 0 0 0,-1 0 0 0 0,1 0 0 0 0,-1 0 0 0 0,-2 5 0 0 0,0-3 25 0 0,0 0 1 0 0,-1 0-1 0 0,1 0 1 0 0,-1 0-1 0 0,-11 9 1 0 0,-3-1 56 0 0,-1 0 0 0 0,0-1 0 0 0,-22 11 0 0 0,39-23-86 0 0,-12 7 1 0 0,0-1 0 0 0,-24 8 0 0 0,33-14-98 0 0,1 1 1 0 0,-1-1-1 0 0,0 0 0 0 0,1 0 0 0 0,-1 0 1 0 0,0-1-1 0 0,1 0 0 0 0,-1 0 0 0 0,0 0 1 0 0,-10-3-1 0 0,15 3 34 0 0,1 0-1 0 0,-1 0 1 0 0,0-1 0 0 0,1 1-1 0 0,-1 0 1 0 0,1 0 0 0 0,-1 0-1 0 0,1-1 1 0 0,-1 1 0 0 0,1 0-1 0 0,0-1 1 0 0,-1 1 0 0 0,1 0-1 0 0,-1-1 1 0 0,1 1-1 0 0,0 0 1 0 0,-1-1 0 0 0,1 1-1 0 0,0-1 1 0 0,-1 1 0 0 0,1-1-1 0 0,0 1 1 0 0,-1-1 0 0 0,1 1-1 0 0,0-1 1 0 0,0 1 0 0 0,0-1-1 0 0,0 1 1 0 0,0-2 0 0 0,0 1-78 0 0,0-1 0 0 0,0 1 1 0 0,0 0-1 0 0,1-1 1 0 0,-1 1-1 0 0,1 0 1 0 0,-1-1-1 0 0,1 1 0 0 0,0 0 1 0 0,-1 0-1 0 0,2-2 1 0 0,3-3-707 0 0,0 0 0 0 0,0 1 0 0 0,8-7 0 0 0,6-3-2250 0 0,3 1-4823 0 0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16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 10135 0 0,'0'0'10735'0'0,"0"1"-9451"0"0,-3 10-286 0 0,0-1 0 0 0,-1 1 0 0 0,0-1-1 0 0,-1 0 1 0 0,-7 13 0 0 0,-13 27 500 0 0,25-50-1493 0 0,-4 10 175 0 0,0 0 1 0 0,1 1 0 0 0,0-1 0 0 0,1 0 0 0 0,-2 16 0 0 0,4-23-171 0 0,0-1-1 0 0,0 1 1 0 0,0-1 0 0 0,0 1 0 0 0,0-1-1 0 0,1 0 1 0 0,-1 1 0 0 0,1-1 0 0 0,0 1-1 0 0,0-1 1 0 0,0 0 0 0 0,0 0 0 0 0,0 0-1 0 0,0 1 1 0 0,1-1 0 0 0,-1 0 0 0 0,1 0-1 0 0,-1-1 1 0 0,1 1 0 0 0,0 0 0 0 0,-1 0-1 0 0,1-1 1 0 0,0 1 0 0 0,0-1 0 0 0,1 0-1 0 0,-1 0 1 0 0,0 1 0 0 0,0-1 0 0 0,0 0-1 0 0,4 0 1 0 0,1 1-57 0 0,1 0 1 0 0,-1-1-1 0 0,0 0 1 0 0,0 0-1 0 0,1-1 0 0 0,12-1 1 0 0,45-8-454 0 0,-45 6 357 0 0,-8 2-2 0 0,1-2 1 0 0,-1 1 0 0 0,0-1 0 0 0,0-1-1 0 0,0 0 1 0 0,0-1 0 0 0,-1 0 0 0 0,1-1-1 0 0,18-13 1 0 0,-23 11 116 0 0,-5 0-36 0 0,-2 6 63 0 0,-1 0 0 0 0,1 0 0 0 0,0 0 0 0 0,-1 0 0 0 0,0 0 1 0 0,1 0-1 0 0,-1 0 0 0 0,0 0 0 0 0,0 0 0 0 0,0 0 0 0 0,-1 1 0 0 0,1-1 0 0 0,0 0 0 0 0,-1 0 0 0 0,1 1 0 0 0,-1-1 0 0 0,1 1 0 0 0,-4-3 1 0 0,-4-2 0 0 0,0 1 1 0 0,-15-8 0 0 0,14 8-2 0 0,-30-15-216 0 0,-47-17 0 0 0,-1 11-4557 0 0,87 26 4492 0 0,-12-4-1026 0 0,7 2-2330 0 0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16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16 5063 0 0,'0'0'5326'0'0,"-8"1"-2494"0"0,3 0-1261 0 0,1 0 0 0 0,0 0 1 0 0,-1 0-1 0 0,1 0 0 0 0,-5 3 0 0 0,-22 13 1793 0 0,-23 26-1418 0 0,53-43-1908 0 0,-9 9 199 0 0,0 1 0 0 0,0 0 0 0 0,1 0 0 0 0,0 1 0 0 0,1 0 0 0 0,0 0 0 0 0,1 1-1 0 0,0 0 1 0 0,1 1 0 0 0,0-1 0 0 0,-3 14 0 0 0,8-23-236 0 0,0-1-1 0 0,1 0 1 0 0,0 1-1 0 0,-1-1 1 0 0,1 0-1 0 0,0 1 1 0 0,0-1-1 0 0,0 0 0 0 0,1 1 1 0 0,-1-1-1 0 0,1 0 1 0 0,-1 1-1 0 0,1-1 1 0 0,0 0-1 0 0,0 0 1 0 0,0 0-1 0 0,0 0 1 0 0,0 0-1 0 0,0 0 1 0 0,0 0-1 0 0,1 0 1 0 0,-1 0-1 0 0,1 0 1 0 0,0 0-1 0 0,-1-1 1 0 0,1 1-1 0 0,0-1 1 0 0,0 1-1 0 0,0-1 1 0 0,0 0-1 0 0,2 1 1 0 0,3 1-66 0 0,-1 0 0 0 0,0-1 0 0 0,1 0 0 0 0,0 0 0 0 0,-1-1 0 0 0,1 1 0 0 0,0-2 1 0 0,0 1-1 0 0,10-1 0 0 0,3-1-214 0 0,0-1-1 0 0,-1-1 1 0 0,0 0 0 0 0,1-2 0 0 0,-1 0 0 0 0,-1-1 0 0 0,1-1 0 0 0,-1-1 0 0 0,0 0 0 0 0,-1-1 0 0 0,21-15-1 0 0,-36 22 263 0 0,0 1 0 0 0,0-1 0 0 0,0 0 0 0 0,0 0-1 0 0,0 0 1 0 0,0-1 0 0 0,0 1 0 0 0,-1 0-1 0 0,1-1 1 0 0,-1 1 0 0 0,0-1 0 0 0,0 1 0 0 0,0-1-1 0 0,0 0 1 0 0,0 1 0 0 0,0-1 0 0 0,-1 0 0 0 0,1 0-1 0 0,-1 1 1 0 0,0-1 0 0 0,0 0 0 0 0,0 0-1 0 0,0 0 1 0 0,0 0 0 0 0,0 1 0 0 0,-1-1 0 0 0,0 0-1 0 0,-1-3 1 0 0,0-1 32 0 0,-1 1-1 0 0,1 0 1 0 0,-1 0 0 0 0,-1 0-1 0 0,1 1 1 0 0,-1-1-1 0 0,0 1 1 0 0,-1 0 0 0 0,1 0-1 0 0,-1 0 1 0 0,-5-4-1 0 0,-6-3-416 0 0,1 1 0 0 0,-2 0-1 0 0,1 2 1 0 0,-1 0-1 0 0,-27-11 1 0 0,13 6-3922 0 0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17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12 6911 0 0,'-1'0'4888'0'0,"-6"-3"-2445"0"0,3 1-1023 0 0,0 1 1 0 0,0-1 0 0 0,0 1-1 0 0,0 0 1 0 0,-8 0-1 0 0,-24 2 2051 0 0,-35 12-1955 0 0,63-11-1058 0 0,2 0-368 0 0,-4 0 49 0 0,-1 0 1 0 0,1 1-1 0 0,0 1 0 0 0,0 0 1 0 0,1 0-1 0 0,-1 1 1 0 0,-16 11-1 0 0,20-12-59 0 0,5-3-76 0 0,1 0 0 0 0,-1-1 0 0 0,1 1 0 0 0,-1 0 0 0 0,1 0 0 0 0,0-1 0 0 0,-1 1 0 0 0,1 0 0 0 0,0 0 0 0 0,0 0 0 0 0,0 0 0 0 0,-1 0 0 0 0,1 0 0 0 0,0-1 0 0 0,0 1 0 0 0,0 0 0 0 0,0 0 0 0 0,0 0 0 0 0,1 1 0 0 0,-1-1-4 0 0,0-1 0 0 0,0 1 0 0 0,0-1 0 0 0,0 1 0 0 0,0 0 0 0 0,0-1 0 0 0,0 1 0 0 0,0 0 0 0 0,0-1 0 0 0,0 1 0 0 0,0 0 0 0 0,0-1 0 0 0,0 1 0 0 0,1-1 0 0 0,-1 1 0 0 0,0 0 0 0 0,1-1 0 0 0,-1 1 0 0 0,0-1 0 0 0,1 1 0 0 0,-1-1 0 0 0,0 1 0 0 0,1-1 0 0 0,-1 1 0 0 0,2 0 0 0 0,0 0 11 0 0,1 3-9 0 0,0 0 0 0 0,0-1 1 0 0,1 1-1 0 0,0-1 1 0 0,0 0-1 0 0,-1 0 0 0 0,2-1 1 0 0,-1 1-1 0 0,5 1 0 0 0,7 4 9 0 0,21 5-1 0 0,12 6-1 0 0,-1 2-9 0 0,-29-13 0 0 0,30 16 0 0 0,-39-17 0 0 0,-2 1 0 0 0,-4 2 0 0 0,-4-8-2 0 0,0-1 1 0 0,0 1-1 0 0,0 0 0 0 0,0 0 0 0 0,0-1 0 0 0,-1 1 1 0 0,1 0-1 0 0,-1-1 0 0 0,1 1 0 0 0,-1 0 1 0 0,0-1-1 0 0,0 1 0 0 0,0-1 0 0 0,0 1 1 0 0,0-1-1 0 0,0 1 0 0 0,0-1 0 0 0,0 0 1 0 0,0 1-1 0 0,-1-1 0 0 0,1 0 0 0 0,0 0 1 0 0,-1 0-1 0 0,-2 1 0 0 0,0 1-3 0 0,0-1 0 0 0,-1 0 0 0 0,1 0 0 0 0,0 0 1 0 0,-1 0-1 0 0,1-1 0 0 0,-1 0 0 0 0,-5 1 0 0 0,-14 4 5 0 0,1 2 0 0 0,15-5 0 0 0,1 1 13 0 0,2 0 55 0 0,4-3 112 0 0,3-1-110 0 0,21-2-35 0 0,-1-1 0 0 0,1 0-1 0 0,-1-2 1 0 0,0-1 0 0 0,35-13 0 0 0,-25 8-39 0 0,-12 2 20 0 0,0 0 0 0 0,0-1 0 0 0,18-12 0 0 0,-27 15-21 0 0,-1-1 1 0 0,-1 0-1 0 0,1 0 1 0 0,-1-1-1 0 0,-1 0 1 0 0,15-21-1 0 0,-9 9-6 0 0,0-1 1 0 0,13-32-1 0 0,-25 51 11 0 0,-2 2 0 0 0,1 1 0 0 0,-1-1 0 0 0,1 0 0 0 0,-1 1 0 0 0,0-1 0 0 0,1 0 0 0 0,-1 0 0 0 0,0 0 0 0 0,0 1 0 0 0,1-1 0 0 0,-1 0 0 0 0,0 0 0 0 0,0 0 0 0 0,0 0 0 0 0,0 1 0 0 0,0-1 0 0 0,0 0 0 0 0,0 0 0 0 0,0 0 0 0 0,-1 0 0 0 0,1 1 0 0 0,0-1 0 0 0,0 0 0 0 0,-1 0 0 0 0,1 1 0 0 0,-1-2 0 0 0,-4-6 0 0 0,-2 3 0 0 0,5 5 15 0 0,-1-1 0 0 0,0 1 0 0 0,0-1 0 0 0,0 1 0 0 0,0 0 0 0 0,0 0 0 0 0,0 0 0 0 0,0 0-1 0 0,0 0 1 0 0,0 1 0 0 0,0 0 0 0 0,0-1 0 0 0,0 1 0 0 0,0 0 0 0 0,0 1 0 0 0,0-1 0 0 0,1 0 0 0 0,-1 1 0 0 0,1-1 0 0 0,-5 4 0 0 0,-4 4 136 0 0,0 0-1 0 0,0 1 1 0 0,-9 12 0 0 0,10-11-52 0 0,6-7-45 0 0,1 0-1 0 0,-1 1 0 0 0,1 0 1 0 0,-1 0-1 0 0,1 0 1 0 0,1 0-1 0 0,-1 0 1 0 0,1 1-1 0 0,0-1 1 0 0,0 1-1 0 0,0-1 1 0 0,-1 11-1 0 0,3-12-36 0 0,0 0-1 0 0,0 0 0 0 0,0 0 0 0 0,0 0 1 0 0,1 0-1 0 0,-1 0 0 0 0,1 0 1 0 0,0 0-1 0 0,0 0 0 0 0,1-1 1 0 0,-1 1-1 0 0,1 0 0 0 0,0-1 1 0 0,-1 1-1 0 0,2-1 0 0 0,-1 1 0 0 0,0-1 1 0 0,1 0-1 0 0,2 3 0 0 0,1-1-6 0 0,0 1 0 0 0,1-1-1 0 0,-1-1 1 0 0,1 0-1 0 0,0 0 1 0 0,0 0 0 0 0,0 0-1 0 0,1-1 1 0 0,-1-1-1 0 0,1 1 1 0 0,0-1 0 0 0,-1 0-1 0 0,1-1 1 0 0,0 0-1 0 0,0 0 1 0 0,0-1 0 0 0,0 0-1 0 0,13-1 1 0 0,9-3-430 0 0,0-2 1 0 0,0-1-1 0 0,43-16 1 0 0,-39 12-826 0 0,-14 3-396 0 0,-9 2-6325 0 0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17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44 19119 0 0,'4'-7'1735'0'0,"18"-22"225"0"0,-23 28-1702 0 0,-1 1 1 0 0,1-1-1 0 0,-1 0 1 0 0,1 0-1 0 0,-1 0 1 0 0,1 1 0 0 0,-1-1-1 0 0,1 1 1 0 0,-4-1-1 0 0,1 1-32 0 0,-1 0-1 0 0,1 0 1 0 0,0 0-1 0 0,-1 1 0 0 0,1-1 1 0 0,0 1-1 0 0,0 0 1 0 0,0 1-1 0 0,0-1 1 0 0,-8 4-1 0 0,0 2 174 0 0,0 0-1 0 0,-12 8 1 0 0,11-6-109 0 0,-4 3 131 0 0,0 1 1 0 0,-18 17-1 0 0,31-26-349 0 0,0 0-1 0 0,0 0 1 0 0,0 1-1 0 0,1-1 1 0 0,0 1-1 0 0,0 0 1 0 0,0 0 0 0 0,1 0-1 0 0,0 0 1 0 0,0 0-1 0 0,0 1 1 0 0,0-1-1 0 0,-1 8 1 0 0,3-10-49 0 0,0 0 0 0 0,0-1 0 0 0,0 1 0 0 0,0 0 1 0 0,0-1-1 0 0,1 1 0 0 0,-1 0 0 0 0,1-1 0 0 0,-1 1 0 0 0,1-1 0 0 0,0 1 0 0 0,0-1 0 0 0,0 1 0 0 0,1-1 0 0 0,1 4 1 0 0,0-3-15 0 0,0 0 0 0 0,0 0 1 0 0,0 0-1 0 0,0 0 0 0 0,0-1 1 0 0,0 0-1 0 0,1 1 1 0 0,-1-1-1 0 0,5 2 0 0 0,5 1-11 0 0,0-1-1 0 0,-1 0 1 0 0,1-1-1 0 0,1 0 1 0 0,14 1-1 0 0,-3-1-11 0 0,0-1 1 0 0,1-2-1 0 0,0 0 0 0 0,-1-2 1 0 0,1 0-1 0 0,-1-2 0 0 0,33-9 1 0 0,-41 8-48 0 0,-6 3-256 0 0,0-1-1 0 0,-1-1 1 0 0,1 0-1 0 0,-1 0 1 0 0,0-1-1 0 0,15-10 1 0 0,-18 11-686 0 0,-6 3-174 0 0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29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273 105 11975 0 0,'0'0'923'0'0,"1"-2"-602"0"0,7-9 1180 0 0,-2 1 0 0 0,1-1 0 0 0,6-17 0 0 0,-4 12 843 0 0,-10 10-1278 0 0,2 5-956 0 0,-1 1 1 0 0,0-1 0 0 0,0 0 0 0 0,0 0-1 0 0,0 1 1 0 0,0-1 0 0 0,0 0-1 0 0,0 0 1 0 0,0 0 0 0 0,0 1 0 0 0,0-1-1 0 0,0 0 1 0 0,0 0 0 0 0,-1 1-1 0 0,1-1 1 0 0,0 0 0 0 0,0 1-1 0 0,-1-1 1 0 0,1 0 0 0 0,-1 1 0 0 0,1-1-1 0 0,-1 0 1 0 0,1 1 0 0 0,-1-1-1 0 0,0 0 1 0 0,-4 0 29 0 0,1 1 1 0 0,-1-1-1 0 0,0 1 0 0 0,1 0 1 0 0,-1 1-1 0 0,0-1 0 0 0,1 1 0 0 0,-1 0 1 0 0,1 0-1 0 0,-1 0 0 0 0,1 1 1 0 0,-1 0-1 0 0,1-1 0 0 0,0 2 1 0 0,0-1-1 0 0,-5 4 0 0 0,-6 4 116 0 0,0 1 0 0 0,-24 24 0 0 0,21-16-95 0 0,0-1 0 0 0,2 2 0 0 0,1 0 0 0 0,0 1-1 0 0,-16 31 1 0 0,23-37-57 0 0,1 1-1 0 0,1 0 0 0 0,0 0 0 0 0,1 1 1 0 0,0 0-1 0 0,2 0 0 0 0,0 0 1 0 0,-1 32-1 0 0,4-42-69 0 0,0 0 0 0 0,1 0 0 0 0,0 0-1 0 0,0 0 1 0 0,1 0 0 0 0,0 0 0 0 0,0-1 0 0 0,0 1 0 0 0,1-1-1 0 0,0 1 1 0 0,0-1 0 0 0,1 0 0 0 0,4 6 0 0 0,-3-5-10 0 0,1-1 1 0 0,0 0-1 0 0,0 0 1 0 0,0-1 0 0 0,1 0-1 0 0,0 0 1 0 0,0 0-1 0 0,0-1 1 0 0,1 0-1 0 0,10 4 1 0 0,-1-2-21 0 0,0-1 0 0 0,1 0 1 0 0,0-1-1 0 0,-1-2 0 0 0,1 1 0 0 0,1-2 1 0 0,-1 0-1 0 0,36-4 0 0 0,-16-3-138 0 0,0 0 0 0 0,0-3 1 0 0,42-14-1 0 0,12-12-214 0 0,-77 28 297 0 0,0-1 0 0 0,-1 0 1 0 0,26-20-1 0 0,-34 23 48 0 0,0 0 1 0 0,0-1-1 0 0,-1 1 0 0 0,1-2 0 0 0,-1 1 0 0 0,-1 0 1 0 0,8-14-1 0 0,-10 15 7 0 0,0 1 0 0 0,0 0 0 0 0,-1-1 0 0 0,0 1 0 0 0,0-1 0 0 0,0 0 0 0 0,0 1 0 0 0,-1-1 0 0 0,0 0 0 0 0,0 0 0 0 0,0 1-1 0 0,0-1 1 0 0,-1 0 0 0 0,-1-6 0 0 0,-2-2 25 0 0,-1 0 0 0 0,0 1 0 0 0,-1 0 0 0 0,0 0 0 0 0,-1 1 0 0 0,0-1 0 0 0,-1 1 0 0 0,0 1 0 0 0,0 0 0 0 0,-1 0 0 0 0,-16-13 0 0 0,3 4-23 0 0,-2 2 0 0 0,0 0 0 0 0,0 2 1 0 0,-34-16-1 0 0,38 23-80 0 0,0-1 0 0 0,0 2-1 0 0,-1 1 1 0 0,0 0 0 0 0,0 2 0 0 0,-23-2-1 0 0,27 4-733 0 0,-1 1-1 0 0,0 1 0 0 0,1 1 1 0 0,-1 0-1 0 0,1 2 0 0 0,-1 0 0 0 0,-31 9 1 0 0,31-4-5157 0 0,0 3-1681 0 0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30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16583 0 0,'0'0'1730'0'0,"0"2"-1638"0"0,10 38 3373 0 0,-6-22-1440 0 0,0 0-1 0 0,9 19 1 0 0,-7-23-1841 0 0,1-2-1 0 0,1 1 1 0 0,0-1-1 0 0,0 0 1 0 0,1 0-1 0 0,1-1 0 0 0,0-1 1 0 0,1 1-1 0 0,0-2 1 0 0,14 11-1 0 0,17 9 698 0 0,71 35 1 0 0,-100-56-864 0 0,-11-8-47 0 0,-1 1-176 0 0,0 0 1 0 0,0 0-1 0 0,0 0 1 0 0,1-1 0 0 0,-1 1-1 0 0,0-1 1 0 0,1 1 0 0 0,-1-1-1 0 0,0 1 1 0 0,1-1 0 0 0,-1 0-1 0 0,1 0 1 0 0,-1 0 0 0 0,1 0-1 0 0,-1 0 1 0 0,0 0 0 0 0,1 0-1 0 0,-1 0 1 0 0,1 0-1 0 0,-1-1 1 0 0,2 0 0 0 0,5-4-1679 0 0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31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33 11055 0 0,'0'0'852'0'0,"-14"-8"1515"0"0,12 6-1667 0 0,-1-1 0 0 0,0 1 0 0 0,1 0 1 0 0,-1 0-1 0 0,0 0 0 0 0,0 1 0 0 0,0-1 0 0 0,-1 1 0 0 0,1-1 0 0 0,-7-1 1 0 0,6 2-421 0 0,-1 1 0 0 0,1-1 0 0 0,-1 1 0 0 0,1 0 0 0 0,-1 0 0 0 0,0 0 0 0 0,-7 2 0 0 0,4 0-129 0 0,1 0 0 0 0,-1 1 0 0 0,1 0 0 0 0,0 0 1 0 0,0 0-1 0 0,0 1 0 0 0,0 0 0 0 0,1 1 0 0 0,-12 9 0 0 0,14-10-64 0 0,1 0 1 0 0,0-1-1 0 0,0 1 0 0 0,1 1 0 0 0,-1-1 0 0 0,1 0 0 0 0,0 1 1 0 0,0-1-1 0 0,0 1 0 0 0,1-1 0 0 0,0 1 0 0 0,-1 0 1 0 0,2 0-1 0 0,-1 0 0 0 0,0-1 0 0 0,1 10 0 0 0,1-2 53 0 0,-1 1 1 0 0,2-1-1 0 0,0 0 0 0 0,0 1 0 0 0,6 16 0 0 0,11 29 227 0 0,-4 1 0 0 0,14 100 0 0 0,-27-126-170 0 0,-2-1 1 0 0,-2 0-1 0 0,-1 1 1 0 0,-9 41-1 0 0,11-68-144 0 0,1-4 292 0 0,2-2-286 0 0,8 1-57 0 0,1-1 1 0 0,0-1-1 0 0,-1 0 0 0 0,1 0 0 0 0,-1-1 1 0 0,13-3-1 0 0,25-4-59 0 0,-5 6-66 0 0,-24 2-883 0 0,-1-1 0 0 0,0 0 0 0 0,0-1-1 0 0,22-7 1 0 0,-24 3-635 0 0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31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4 4607 0 0,'-4'-3'21816'0'0,"4"9"-21612"0"0,1 0-1 0 0,0 0 1 0 0,0 0 0 0 0,1 0-1 0 0,-1 0 1 0 0,1 0 0 0 0,1 0-1 0 0,-1 0 1 0 0,6 8-1 0 0,0-2-94 0 0,0 0-1 0 0,1 0 0 0 0,11 11 0 0 0,3 0-89 0 0,29 21-1 0 0,-35-30-168 0 0,0 0 1 0 0,0 1-1 0 0,-2 1 0 0 0,20 25 0 0 0,-33-39 143 0 0,-1 0-1 0 0,0-1 0 0 0,0 1 1 0 0,0-1-1 0 0,-1 1 0 0 0,1 0 1 0 0,0 0-1 0 0,-1-1 0 0 0,1 1 1 0 0,-1 0-1 0 0,1 0 1 0 0,-1 0-1 0 0,0 0 0 0 0,0 0 1 0 0,0-1-1 0 0,0 1 0 0 0,0 0 1 0 0,0 0-1 0 0,-1 2 0 0 0,0-1 19 0 0,0-1 0 0 0,0 0 1 0 0,0 0-1 0 0,0 0 0 0 0,-1 0 0 0 0,1 1 0 0 0,-1-2 0 0 0,1 1 0 0 0,-1 0 0 0 0,0 0 0 0 0,0 0 0 0 0,-4 2 0 0 0,-1 0 76 0 0,0 1 0 0 0,-1-2-1 0 0,0 1 1 0 0,1-1 0 0 0,-2 0-1 0 0,1 0 1 0 0,-13 1-1 0 0,-9 0-25 0 0,0-1-1 0 0,0-2 0 0 0,0-2 0 0 0,-1 0 0 0 0,1-2 0 0 0,0-1 0 0 0,1-2 1 0 0,-43-13-1 0 0,64 17-209 0 0,0-1-1 0 0,0 0 1 0 0,-13-7 0 0 0,18 8-277 0 0,1 0 0 0 0,-1 0 0 0 0,1 0-1 0 0,-1 0 1 0 0,-3-4 0 0 0,5 5-187 0 0,0 0 1 0 0,0-1-1 0 0,0 1 1 0 0,1 0-1 0 0,-1-1 1 0 0,0 1-1 0 0,1-1 0 0 0,-1 1 1 0 0,1-1-1 0 0,-1 1 1 0 0,1-1-1 0 0,0-1 1 0 0,0-7-7294 0 0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32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15663 0 0,'0'0'9481'0'0,"2"0"-8711"0"0,24-2 244 0 0,-1 1 0 0 0,41 3 0 0 0,-63-2-987 0 0,8 0 47 0 0,-1 1 0 0 0,1 1 0 0 0,-1-1 0 0 0,1 1 0 0 0,-1 1 1 0 0,15 5-1 0 0,-22-6-41 0 0,1 0-1 0 0,0 0 1 0 0,-1 0 0 0 0,0 0 0 0 0,1 1 0 0 0,-1-1-1 0 0,0 1 1 0 0,0 0 0 0 0,-1 0 0 0 0,1 0 0 0 0,-1 0 0 0 0,1 0-1 0 0,-1 1 1 0 0,0-1 0 0 0,0 1 0 0 0,0-1 0 0 0,-1 1 0 0 0,1 0-1 0 0,-1 0 1 0 0,1 5 0 0 0,24 157 1068 0 0,-21-116-987 0 0,3-1 0 0 0,25 90 0 0 0,-29-128-110 0 0,50 136 45 0 0,-51-140-49 0 0,0 1 0 0 0,5 21 0 0 0,-7-29 0 0 0,-1 0 0 0 0,0 1 0 0 0,0-1 0 0 0,0 1 0 0 0,0-1 0 0 0,0 1 0 0 0,0-1 0 0 0,0 1 0 0 0,0-1 0 0 0,0 1 0 0 0,0-1 0 0 0,0 1 0 0 0,0-1 0 0 0,0 0 0 0 0,-1 1 0 0 0,1-1 0 0 0,0 1 0 0 0,0-1 0 0 0,0 1 0 0 0,-1-1 0 0 0,1 0 0 0 0,0 1 0 0 0,0-1 0 0 0,-1 0 0 0 0,1 1 0 0 0,0-1 0 0 0,-1 0 0 0 0,1 1 0 0 0,-1-1 0 0 0,1 0 0 0 0,0 1 0 0 0,-1-1 0 0 0,1 0 0 0 0,-1 0 0 0 0,1 0 0 0 0,0 0 0 0 0,-1 1 0 0 0,1-1 0 0 0,-1 0 0 0 0,1 0 0 0 0,-1 0 0 0 0,0 0 0 0 0,0 0 0 0 0,-3 1 5 0 0,-1 1-1 0 0,1-1 1 0 0,-1-1 0 0 0,1 1 0 0 0,-1-1-1 0 0,0 1 1 0 0,1-1 0 0 0,-1-1-1 0 0,1 1 1 0 0,-9-2 0 0 0,-8-1 23 0 0,-146 3 163 0 0,74 2-390 0 0,92-2-20 0 0,9-4-4170 0 0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34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12895 0 0,'2'1'9851'0'0,"88"0"-4260"0"0,-8 0-4924 0 0,-59 0-653 0 0,23-2 0 0 0,13 0-326 0 0,-35 2-803 0 0,11 1-3556 0 0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34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11055 0 0,'0'0'13785'0'0,"2"0"-13410"0"0,8 2-217 0 0,-1-1-1 0 0,1 0 1 0 0,0-1-1 0 0,-1 0 1 0 0,1 0-1 0 0,12-3 1 0 0,62-16 245 0 0,-28 6-1293 0 0,-21 5-1650 0 0,-13 3-3412 0 0,0 0-1532 0 0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35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20 13823 0 0,'-7'-4'1431'0'0,"4"2"-917"0"0,0 0 0 0 0,-1 0 0 0 0,1 0 0 0 0,-1 1 0 0 0,1-1 0 0 0,-1 1 0 0 0,0 0 0 0 0,1 0 0 0 0,-1 1 0 0 0,0-1 0 0 0,0 1 0 0 0,0 0 0 0 0,1 0 0 0 0,-1 0 0 0 0,0 0 0 0 0,0 1 0 0 0,0-1 0 0 0,1 1 0 0 0,-6 2 0 0 0,5-2-379 0 0,1 0 0 0 0,0 1 0 0 0,-1 0 0 0 0,1 0 1 0 0,0 0-1 0 0,0 0 0 0 0,-5 4 0 0 0,-14 18 724 0 0,1 0 0 0 0,-27 41 0 0 0,41-56-732 0 0,-8 15 207 0 0,0 0-1 0 0,2 0 1 0 0,1 2-1 0 0,1-1 1 0 0,1 2-1 0 0,-12 53 1 0 0,19-71-297 0 0,2 1 0 0 0,-1 0 1 0 0,1 0-1 0 0,1 0 0 0 0,0 1 1 0 0,0-1-1 0 0,3 13 0 0 0,-2-19-38 0 0,0 0-1 0 0,0 0 1 0 0,1 1-1 0 0,-1-1 0 0 0,1 0 1 0 0,0 0-1 0 0,0-1 1 0 0,0 1-1 0 0,1 0 0 0 0,-1-1 1 0 0,1 1-1 0 0,0-1 1 0 0,0 0-1 0 0,0 0 0 0 0,1 0 1 0 0,-1 0-1 0 0,1-1 1 0 0,-1 1-1 0 0,5 1 0 0 0,2 1-32 0 0,-1-2-1 0 0,1 1 1 0 0,0-1 0 0 0,0-1-1 0 0,0 0 1 0 0,0 0-1 0 0,0-1 1 0 0,1 0-1 0 0,14-1 1 0 0,4-2-44 0 0,0-1 0 0 0,30-8 0 0 0,-12 1-114 0 0,52-19 0 0 0,-79 22 124 0 0,0-1 0 0 0,-1-1 0 0 0,-1 0 0 0 0,0-2 0 0 0,21-15 0 0 0,-30 19 57 0 0,0 0 0 0 0,-1-1-1 0 0,0 0 1 0 0,-1-1 0 0 0,0 0 0 0 0,6-9 0 0 0,-9 12 12 0 0,-1 0 1 0 0,0 1-1 0 0,0-2 1 0 0,-1 1-1 0 0,0 0 1 0 0,0 0-1 0 0,0-1 1 0 0,-1 1-1 0 0,1-1 1 0 0,-2 1-1 0 0,1-12 1 0 0,-1 12 21 0 0,-1-1 1 0 0,1 0-1 0 0,-1 0 0 0 0,-1 0 1 0 0,0 1-1 0 0,0-1 1 0 0,0 1-1 0 0,0-1 1 0 0,-1 1-1 0 0,0 0 1 0 0,-1 0-1 0 0,1 0 0 0 0,-1 1 1 0 0,0-1-1 0 0,-1 1 1 0 0,1 0-1 0 0,-1 0 1 0 0,-9-8-1 0 0,-6-3-55 0 0,-1 1 0 0 0,0 0-1 0 0,-1 2 1 0 0,0 0 0 0 0,-47-19 0 0 0,32 18-411 0 0,-45-15-1228 0 0,72 26 842 0 0,-1 1-1 0 0,0 0 1 0 0,1 1 0 0 0,-1 0 0 0 0,-21 0-1 0 0,12 4-1623 0 0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35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18399 0 0,'0'0'1668'0'0,"2"2"-1209"0"0,75 73 7333 0 0,60 62-4995 0 0,-134-133-2799 0 0,0-1 0 0 0,1 0 1 0 0,-1 0-1 0 0,1 0 0 0 0,6 3 0 0 0,-8-5-110 0 0,15 5-2914 0 0,-5-19-212 0 0,-9 4 845 0 0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36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7 18631 0 0,'0'-6'9400'0'0,"-1"7"-9285"0"0,1 1-1 0 0,-1 0 1 0 0,0-1 0 0 0,0 1 0 0 0,0-1-1 0 0,0 0 1 0 0,0 1 0 0 0,0-1-1 0 0,-1 2 1 0 0,-3 2 121 0 0,-4 8 179 0 0,3-4-252 0 0,-1 0 0 0 0,1 1 0 0 0,1-1 0 0 0,0 1 0 0 0,0 0 0 0 0,1 0 0 0 0,0 1 0 0 0,1-1 0 0 0,0 1 0 0 0,-3 20 0 0 0,7-22-109 0 0,2-1-43 0 0,-2-7-15 0 0,1 0-1 0 0,-1 0 1 0 0,1 0-1 0 0,-1 0 1 0 0,1 0 0 0 0,0 0-1 0 0,-1 0 1 0 0,1 0 0 0 0,0-1-1 0 0,0 1 1 0 0,-1-1-1 0 0,1 1 1 0 0,0-1 0 0 0,0 0-1 0 0,0 1 1 0 0,-1-1-1 0 0,1 0 1 0 0,0 0 0 0 0,0-1-1 0 0,0 1 1 0 0,0 0-1 0 0,-1 0 1 0 0,3-2 0 0 0,4 0-21 0 0,-1 0 1 0 0,0-1 0 0 0,0 0 0 0 0,8-4-1 0 0,-8 3-17 0 0,-1 1 4 0 0,0 0 0 0 0,0 0 0 0 0,6-6 0 0 0,-11 8 26 0 0,1-1-1 0 0,-1 1 1 0 0,0 0 0 0 0,1-1 0 0 0,-1 1-1 0 0,0-1 1 0 0,0 1 0 0 0,0-1 0 0 0,0 1-1 0 0,-1-1 1 0 0,1 0 0 0 0,0 0 0 0 0,-1 1-1 0 0,1-1 1 0 0,-1 0 0 0 0,1-2 0 0 0,-1 2 11 0 0,0 1 1 0 0,1 0-1 0 0,-1-1 1 0 0,0 1-1 0 0,-1 0 0 0 0,1-1 1 0 0,0 1-1 0 0,0 0 1 0 0,-1-1-1 0 0,1 1 1 0 0,0 0-1 0 0,-1-1 1 0 0,1 1-1 0 0,-1 0 0 0 0,0 0 1 0 0,1 0-1 0 0,-1 0 1 0 0,0-1-1 0 0,0 1 1 0 0,0 0-1 0 0,0 0 1 0 0,-1-1-1 0 0,-2-1-8 0 0,0-1-10 0 0,-1 0-1 0 0,1 0 0 0 0,-1 0 0 0 0,-1 1 0 0 0,1 0 0 0 0,0 0 1 0 0,-1 0-1 0 0,1 0 0 0 0,-7-1 0 0 0,-8-2-1187 0 0,-26-5-1 0 0,45 11 115 0 0,19 12-11024 0 0,3-5 9287 0 0</inkml:trace>
  <inkml:trace contextRef="#ctx0" brushRef="#br0" timeOffset="1">618 30 6447 0 0,'0'0'18412'0'0,"-1"2"-17383"0"0,-20 81 2208 0 0,1-7-2575 0 0,19-61-194 0 0,1-4-2009 0 0,-1-4-4193 0 0,11-11 2065 0 0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36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0 21567 0 0,'-1'2'992'0'0,"-8"23"410"0"0,4-13-1092 0 0,-6 22-1 0 0,7-18 233 0 0,1 1 0 0 0,0 0 0 0 0,1-1 0 0 0,1 1 0 0 0,1 0 0 0 0,0 0 0 0 0,1 0 0 0 0,5 21 0 0 0,-5-32-797 0 0,1 0 0 0 0,0 0 1 0 0,1 1-1 0 0,4 7 0 0 0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37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73 10135 0 0,'0'0'464'0'0,"-1"-1"-9"0"0,-9-10-271 0 0,6 7 301 0 0,0-1 1 0 0,-1 1 0 0 0,1 0-1 0 0,-8-5 1 0 0,-1 0 2918 0 0,-21-9 3737 0 0,30 16-6788 0 0,0 1 0 0 0,0 0 0 0 0,0 0 0 0 0,-1 0 0 0 0,1 0 0 0 0,0 1 0 0 0,-6-1 0 0 0,2 1-203 0 0,1 1-1 0 0,-1 0 1 0 0,1 0-1 0 0,-1 0 1 0 0,1 1 0 0 0,0 0-1 0 0,-1 1 1 0 0,1 0-1 0 0,1 0 1 0 0,-1 0 0 0 0,0 1-1 0 0,1 0 1 0 0,-1 0-1 0 0,-10 10 1 0 0,14-11-103 0 0,1 1 1 0 0,-1-1-1 0 0,1 1 1 0 0,0 0-1 0 0,0-1 0 0 0,0 1 1 0 0,1 0-1 0 0,-1 0 1 0 0,1 1-1 0 0,0-1 0 0 0,0 0 1 0 0,0 0-1 0 0,1 1 1 0 0,-1 5-1 0 0,1 8 164 0 0,0 1-1 0 0,4 17 1 0 0,-3-27-135 0 0,8 78 332 0 0,29 294 331 0 0,-21 0-609 0 0,-26-236-18 0 0,3-89 21 0 0,3-31-29 0 0,4-25-103 0 0,-1 0 0 0 0,0 0 0 0 0,0 0 0 0 0,0 0 0 0 0,0 0 0 0 0,0 0 0 0 0,0 0 0 0 0,0 0 0 0 0,0 0 0 0 0,0 0 0 0 0,0 0 0 0 0,0 0 0 0 0,0 0 0 0 0,0 0 0 0 0,0 0 0 0 0,0 0 0 0 0,0 0 0 0 0,0 0-1 0 0,0 0 1 0 0,0 0 0 0 0,0 0 0 0 0,0 0 0 0 0,0 0 0 0 0,0 0 0 0 0,0 0 0 0 0,0 0 0 0 0,0 0 0 0 0,1 0 0 0 0,-1 0 0 0 0,0 0 0 0 0,0 0 0 0 0,0 0 0 0 0,0 0 0 0 0,0 0 0 0 0,0 0 0 0 0,0 0 0 0 0,0 0 0 0 0,0 0 0 0 0,0 0-1 0 0,0 0 1 0 0,0 0 0 0 0,0 0 0 0 0,0 0 0 0 0,0 0 0 0 0,0 0 0 0 0,0 0 0 0 0,0 0 0 0 0,0 0 0 0 0,0 0 0 0 0,0 0 0 0 0,0 0 0 0 0,0 0 0 0 0,0 0 0 0 0,0 1 0 0 0,0-1 0 0 0,20-13 2 0 0,0 1 1 0 0,1 1 0 0 0,23-9-1 0 0,-23 13-3 0 0,0 0 0 0 0,0 2 0 0 0,1 0-1 0 0,-1 2 1 0 0,32-2 0 0 0,17 6-1283 0 0,-68-1 782 0 0,0-1-1592 0 0,5 0-1497 0 0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37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13 11519 0 0,'0'0'887'0'0,"-13"-5"-606"0"0,8 3 4317 0 0,-11-4 6180 0 0,11 14-9549 0 0,4-4-1193 0 0,1 0 0 0 0,0 0 0 0 0,0 0 0 0 0,1 0 0 0 0,-1 0-1 0 0,1 0 1 0 0,0-1 0 0 0,0 1 0 0 0,0 0 0 0 0,1 0-1 0 0,-1-1 1 0 0,1 1 0 0 0,0-1 0 0 0,0 1 0 0 0,4 3 0 0 0,5 8 175 0 0,0-1 0 0 0,16 14 0 0 0,-14-14-159 0 0,3 1-111 0 0,29 21 1 0 0,9 9-123 0 0,-49-40 166 0 0,1 1 0 0 0,-1 0-1 0 0,0 1 1 0 0,0-1-1 0 0,0 1 1 0 0,4 10 0 0 0,-8-14 13 0 0,1-1 0 0 0,-1 1 0 0 0,0-1 0 0 0,-1 1 1 0 0,1-1-1 0 0,0 1 0 0 0,-1 0 0 0 0,0-1 0 0 0,1 1 1 0 0,-1 0-1 0 0,0-1 0 0 0,0 1 0 0 0,-1 0 0 0 0,1-1 1 0 0,-1 1-1 0 0,1 0 0 0 0,-1-1 0 0 0,0 1 0 0 0,0-1 1 0 0,0 1-1 0 0,0-1 0 0 0,0 1 0 0 0,0-1 0 0 0,-1 0 0 0 0,0 1 1 0 0,1-1-1 0 0,-1 0 0 0 0,0 0 0 0 0,0 0 0 0 0,-4 3 1 0 0,-3 1 48 0 0,0 0 1 0 0,0 0 0 0 0,-1-1-1 0 0,1 0 1 0 0,-1-1-1 0 0,-13 4 1 0 0,2-1-274 0 0,0-2-1 0 0,0 0 1 0 0,-1-1 0 0 0,0-2-1 0 0,0 0 1 0 0,1-1 0 0 0,-28-2-1 0 0,41 0-78 0 0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37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68 1839 0 0,'-38'5'21809'0'0,"51"-5"-20287"0"0,273-15 2060 0 0,-145 5-2671 0 0,129-7 470 0 0,290-12-1382 0 0,-558 28-41 0 0,42 0-1863 0 0,83 8 0 0 0,-109-5 547 0 0,-10-2-1651 0 0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38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19 7831 0 0,'0'0'706'0'0,"-10"-9"5455"0"0,8 7-5266 0 0,0 1 1 0 0,0 0-1 0 0,-1 0 0 0 0,1 0 1 0 0,0 0-1 0 0,-1 0 0 0 0,1 1 0 0 0,-1-1 1 0 0,-2 1-1 0 0,0-1-151 0 0,1 1-1 0 0,-1 0 1 0 0,0 1 0 0 0,-6 0-1 0 0,-4 3-352 0 0,1 0 0 0 0,-17 6 0 0 0,16-4 513 0 0,9-4-787 0 0,-8 3 198 0 0,-1 0 0 0 0,-18 11 0 0 0,32-15-149 0 0,1 1-108 0 0,0-1-57 0 0,0 0-1 0 0,0 0 0 0 0,0 0 1 0 0,0 0-1 0 0,0 0 1 0 0,0 0-1 0 0,1 0 0 0 0,-1 0 1 0 0,0 0-1 0 0,1 0 0 0 0,-1-1 1 0 0,1 1-1 0 0,-1 0 1 0 0,1 0-1 0 0,-1 0 0 0 0,1 0 1 0 0,0 0-1 0 0,-1-1 0 0 0,1 1 1 0 0,0 0-1 0 0,0-1 1 0 0,-1 1-1 0 0,1-1 0 0 0,0 1 1 0 0,2 0-1 0 0,-1 1 1 0 0,8 3-1 0 0,1 1 0 0 0,-1-2 0 0 0,1 1 0 0 0,0-2 0 0 0,1 1 0 0 0,-1-2 0 0 0,23 4 0 0 0,-17-4 0 0 0,1 2 0 0 0,22 7 0 0 0,-30-7 0 0 0,-2-2 0 0 0,-1 1 0 0 0,0 0 0 0 0,7 5 0 0 0,-5-2 0 0 0,-4 2 0 0 0,-3 2 0 0 0,-2-8 3 0 0,0 0 1 0 0,-1 0-1 0 0,1 0 0 0 0,-1 1 1 0 0,1-1-1 0 0,-1 0 0 0 0,0 0 1 0 0,0 0-1 0 0,0 0 1 0 0,0 0-1 0 0,0-1 0 0 0,-1 1 1 0 0,1 0-1 0 0,0 0 0 0 0,-1-1 1 0 0,1 1-1 0 0,-1-1 0 0 0,0 1 1 0 0,1-1-1 0 0,-1 0 0 0 0,-4 2 1 0 0,-4 3 20 0 0,-1-1 0 0 0,-21 8 0 0 0,14-7 27 0 0,0 1-273 0 0,-1-1-1 0 0,-1-1 0 0 0,1-1 0 0 0,-1 0 0 0 0,1-2 0 0 0,-25 1 0 0 0,42-3-487 0 0,1-7-3142 0 0,2-2 2185 0 0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39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12895 0 0,'0'0'1172'0'0,"3"0"-966"0"0,18 1-295 0 0,15-4 7598 0 0,8 0-1258 0 0,81 12-6147 0 0,-91-8-2946 0 0,-11-3-4699 0 0,-9 0-93 0 0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39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20 15631 0 0,'0'0'719'0'0,"-5"-3"230"0"0,3 2-701 0 0,1 1-1 0 0,0-1 0 0 0,-1 1 1 0 0,1-1-1 0 0,-1 1 0 0 0,1-1 1 0 0,-1 1-1 0 0,0 0 0 0 0,1-1 1 0 0,-1 1-1 0 0,1 0 0 0 0,-1 0 1 0 0,1 0-1 0 0,-1 1 0 0 0,0-1 1 0 0,1 0-1 0 0,-2 1 0 0 0,1-1 152 0 0,0 1 198 0 0,-1 0 0 0 0,0 0 0 0 0,1 0 0 0 0,-1 0 0 0 0,1 0 0 0 0,0 1 0 0 0,-1-1 0 0 0,-2 3 0 0 0,4-2-288 0 0,-1 7 1807 0 0,2 157 4 0 0,0-165-1925 0 0,-1-12-131 0 0,1 2-68 0 0,0-1 0 0 0,0 1-1 0 0,1 0 1 0 0,0 0 0 0 0,1 0 0 0 0,0-1 0 0 0,1 2-1 0 0,-1-1 1 0 0,2 0 0 0 0,-1 0 0 0 0,1 1 0 0 0,1 0 0 0 0,-1 0-1 0 0,1 0 1 0 0,1 1 0 0 0,-1-1 0 0 0,1 1 0 0 0,1 0-1 0 0,-1 1 1 0 0,9-7 0 0 0,-13 12 4 0 0,-1-1 0 0 0,1 1 0 0 0,0 0 0 0 0,1-1 0 0 0,-1 1 0 0 0,0 0 0 0 0,0 0 0 0 0,0 0 0 0 0,1 1 0 0 0,-1-1 0 0 0,0 0 0 0 0,1 1 0 0 0,-1-1 0 0 0,1 1 0 0 0,-1 0 0 0 0,0 0 0 0 0,1 0 0 0 0,-1 0 0 0 0,5 1 0 0 0,-4 0 5 0 0,1-1 1 0 0,-1 1-1 0 0,0-1 0 0 0,1 1 0 0 0,-1 0 1 0 0,0 0-1 0 0,0 1 0 0 0,0-1 0 0 0,0 1 1 0 0,0 0-1 0 0,0-1 0 0 0,0 1 0 0 0,5 5 1 0 0,-4-3 14 0 0,-1 0 0 0 0,1 1 1 0 0,0 0-1 0 0,-1 0 0 0 0,0 0 0 0 0,0 0 1 0 0,3 8-1 0 0,0 5 27 0 0,-1 0 0 0 0,-1-1 1 0 0,0 2-1 0 0,1 21 0 0 0,4 7 9 0 0,-9-47-56 0 0,0 0 0 0 0,0 0 0 0 0,0 0 0 0 0,0 1 0 0 0,0-1 0 0 0,0 0 0 0 0,0 0 0 0 0,0 0 0 0 0,0 0 0 0 0,0 1 0 0 0,0-1 0 0 0,0 0 0 0 0,0 0 0 0 0,0 0 0 0 0,1 0 0 0 0,-1 1 0 0 0,0-1 0 0 0,0 0 0 0 0,0 0 0 0 0,0 0 0 0 0,0 0 0 0 0,0 0 0 0 0,1 0 0 0 0,-1 1 0 0 0,0-1 0 0 0,0 0 0 0 0,0 0 0 0 0,0 0 0 0 0,1 0 0 0 0,-1 0 0 0 0,0 0 0 0 0,0 0 0 0 0,0 0 0 0 0,0 0 0 0 0,1 0 0 0 0,-1 0 0 0 0,0 0 0 0 0,0 0 0 0 0,0 0 0 0 0,1 0 0 0 0,-1 0 0 0 0,0 0 0 0 0,0 0 0 0 0,0 0 0 0 0,0 0 0 0 0,1 0 0 0 0,-1 0 0 0 0,0 0 0 0 0,0 0 0 0 0,0-1 0 0 0,0 1 0 0 0,1 0 0 0 0,-1 0 0 0 0,0 0 0 0 0,0 0 0 0 0,0 0 0 0 0,0 0 0 0 0,0-1 0 0 0,0 1 0 0 0,1 0 0 0 0,5-8 0 0 0,-6 7 0 0 0,89-102 0 0 0,-79 91-21 0 0,0 0 1 0 0,1 1-1 0 0,0 1 1 0 0,0 0-1 0 0,1 0 1 0 0,16-9-1 0 0,-27 18-43 0 0,1 1 11 0 0,-1 0 53 0 0,0 0 0 0 0,0 1 0 0 0,0-1-1 0 0,0 0 1 0 0,1 0 0 0 0,-1 1 0 0 0,0-1 0 0 0,0 0 0 0 0,0 1 0 0 0,0-1 0 0 0,0 1 0 0 0,0-1 0 0 0,0 1 0 0 0,0 0 0 0 0,0 0 0 0 0,0-1 0 0 0,0 1 0 0 0,0 0 0 0 0,0 0 0 0 0,-1 0-1 0 0,1 0 1 0 0,0 0 0 0 0,-1 0 0 0 0,1 0 0 0 0,0 0 0 0 0,-1 0 0 0 0,0 0 0 0 0,1 0 0 0 0,0 1 0 0 0,-1 1 6 0 0,7 16 63 0 0,-1 0 1 0 0,6 33-1 0 0,0 3-115 0 0,-11-53-158 0 0,5 7-744 0 0,-4-8 730 0 0,-1 0-1 0 0,1-1 1 0 0,0 1 0 0 0,-1 0-1 0 0,1 0 1 0 0,0-1-1 0 0,-1 1 1 0 0,1-1-1 0 0,0 1 1 0 0,0-1-1 0 0,0 0 1 0 0,0 0-1 0 0,-1 0 1 0 0,1 0-1 0 0,0 0 1 0 0,0 0 0 0 0,0 0-1 0 0,0-1 1 0 0,-1 1-1 0 0,1-1 1 0 0,0 1-1 0 0,0-1 1 0 0,-1 0-1 0 0,1 1 1 0 0,0-1-1 0 0,-1 0 1 0 0,1 0-1 0 0,-1 0 1 0 0,1 0-1 0 0,-1-1 1 0 0,0 1 0 0 0,2-2-1 0 0,3-5-5958 0 0,1-2-1662 0 0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40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19927 0 0,'0'0'8960'0'0,"1"0"-8663"0"0,19 7 122 0 0,-6-3-247 0 0,-1 0-1 0 0,1 1 0 0 0,-1 1 1 0 0,0 0-1 0 0,19 13 0 0 0,-31-18 1 0 0,-1 7 55 0 0,0-5-166 0 0,1 1 1 0 0,-1-1-1 0 0,-1 1 0 0 0,1 0 0 0 0,-1-1 0 0 0,1 1 0 0 0,-1-1 1 0 0,0 0-1 0 0,0 1 0 0 0,-3 4 0 0 0,-21 35 496 0 0,24-42-493 0 0,19 9 3 0 0,-11-9-77 0 0,0 0-1 0 0,-1-1 1 0 0,1 0-1 0 0,0 0 1 0 0,0 0 0 0 0,0-1-1 0 0,11-2 1 0 0,-6 0-225 0 0,0-1-1 0 0,-1 1 1 0 0,18-10 0 0 0,-19 8-419 0 0,0-1-1 0 0,15-10 1 0 0,1-8-8365 0 0,-11 8 225 0 0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40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16583 0 0,'1'0'8880'0'0,"19"5"-7814"0"0,-1 0-1 0 0,35 2 0 0 0,11 2-120 0 0,-26-1-460 0 0,90 21 809 0 0,-123-27-1259 0 0,0 0 1 0 0,0 0-1 0 0,0 1 0 0 0,0 0 1 0 0,-1 0-1 0 0,1 0 0 0 0,-1 0 0 0 0,0 1 1 0 0,0 0-1 0 0,0 0 0 0 0,-1 1 1 0 0,9 8-1 0 0,-8-4-6 0 0,1-1-1 0 0,-1 1 1 0 0,0 0 0 0 0,-1 0-1 0 0,0 1 1 0 0,0-1-1 0 0,2 13 1 0 0,65 368 504 0 0,-6-26-482 0 0,-11-188-72 0 0,-12-44-129 0 0,-16-55 97 0 0,-25-72 42 0 0,-3-4 5 0 0,0-1-1 0 0,-1 1 1 0 0,1-1-1 0 0,0 0 1 0 0,0 1-1 0 0,-1-1 1 0 0,-2-1-1 0 0,5 1 6 0 0,-62 3 116 0 0,-79 13 0 0 0,92-9-29 0 0,9-5-201 0 0,39-2 41 0 0,0-10-4654 0 0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42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60 18831 0 0,'0'0'1706'0'0,"-11"6"-67"0"0,10-5-1499 0 0,-1 0-1 0 0,1 1 0 0 0,0-1 0 0 0,0 0 0 0 0,0 0 0 0 0,-1 0 0 0 0,1 1 0 0 0,1-1 0 0 0,-1 1 1 0 0,0-1-1 0 0,0 1 0 0 0,0-1 0 0 0,1 1 0 0 0,-1-1 0 0 0,1 1 0 0 0,-1-1 0 0 0,1 1 0 0 0,0 0 0 0 0,0-1 1 0 0,0 1-1 0 0,0 0 0 0 0,0 2 0 0 0,0 6 385 0 0,1 1 0 0 0,2 13 0 0 0,-2-17-329 0 0,13 70 1360 0 0,30 96 1 0 0,-9-79-1094 0 0,-19-54-382 0 0,-17-46-88 0 0,0-1 0 0 0,0 0 0 0 0,1 0-1 0 0,0 0 1 0 0,0-7 0 0 0,1 0 4 0 0,-1-28-40 0 0,2 0 1 0 0,3 1-1 0 0,1-1 0 0 0,2 1 1 0 0,1 0-1 0 0,3 0 0 0 0,28-67 1 0 0,-38 103 57 0 0,1-1 0 0 0,0 1 0 0 0,1-1 1 0 0,-1 1-1 0 0,1 0 0 0 0,0 1 0 0 0,0-1 0 0 0,0 0 1 0 0,1 1-1 0 0,-1 0 0 0 0,7-4 0 0 0,-8 6 20 0 0,1 0 0 0 0,0 0 0 0 0,0 0 0 0 0,0 1 0 0 0,1-1 0 0 0,-1 1 0 0 0,0 0-1 0 0,0 0 1 0 0,1 1 0 0 0,-1-1 0 0 0,1 1 0 0 0,-1 0 0 0 0,0 0 0 0 0,1 0 0 0 0,-1 1-1 0 0,6 0 1 0 0,-6 1-14 0 0,0-1 0 0 0,0 1-1 0 0,0 0 1 0 0,-1 0 0 0 0,1 0 0 0 0,-1 0-1 0 0,0 1 1 0 0,1-1 0 0 0,-1 1-1 0 0,0 0 1 0 0,0 0 0 0 0,-1 0-1 0 0,1 0 1 0 0,2 4 0 0 0,2 4 25 0 0,0 0 1 0 0,-1 0-1 0 0,7 16 1 0 0,0 12 59 0 0,-1 0 1 0 0,11 65-1 0 0,-16-62-84 0 0,3-1-1 0 0,19 54 0 0 0,-7-50-496 0 0,-22-44 276 0 0,4 3 734 0 0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42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50 4607 0 0,'-6'4'21952'0'0,"18"1"-20836"0"0,-3-3-925 0 0,0 1-1 0 0,0-2 1 0 0,0 1-1 0 0,0-2 1 0 0,0 1 0 0 0,10-1-1 0 0,57-8-114 0 0,-58 6-83 0 0,153-28-1449 0 0,-98 12-6973 0 0,-39 9 163 0 0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42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36 16583 0 0,'-55'-16'3932'0'0,"36"10"-786"0"0,-21-4-1 0 0,33 8-2811 0 0,0 1 0 0 0,0 1 0 0 0,-12 0 0 0 0,14 0-285 0 0,1 1 1 0 0,0 0 0 0 0,-1 0 0 0 0,1 0-1 0 0,0 1 1 0 0,0-1 0 0 0,0 1-1 0 0,0 0 1 0 0,0 0 0 0 0,0 1 0 0 0,1-1-1 0 0,-1 1 1 0 0,1 0 0 0 0,-1 0-1 0 0,1 0 1 0 0,0 0 0 0 0,0 0 0 0 0,0 1-1 0 0,1 0 1 0 0,-1-1 0 0 0,1 1 0 0 0,0 0-1 0 0,0 0 1 0 0,-2 5 0 0 0,-1 5 75 0 0,1 0 0 0 0,0 0 0 0 0,1 1 0 0 0,0 0 0 0 0,1-1 0 0 0,0 17 0 0 0,2-3 85 0 0,2 0-1 0 0,7 43 0 0 0,-2-23-53 0 0,6 58 113 0 0,15 105 217 0 0,-15-94-198 0 0,-11-105-254 0 0,2 14 106 0 0,0 28 1 0 0,-4-52-24 0 0,1-1-64 0 0,4 4-42 0 0,3 0-11 0 0,-2-4-8 0 0,-1 0 0 0 0,1 0-1 0 0,0-1 1 0 0,-1 1 0 0 0,1-1 0 0 0,9-2 0 0 0,37-6-61 0 0,-39 6 40 0 0,16-3 152 0 0,38-8-2009 0 0,-59 11 955 0 0,-1 0-1 0 0,0-1 1 0 0,0 0 0 0 0,0 0-1 0 0,0-1 1 0 0,11-8 0 0 0,-8 4-936 0 0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43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12439 0 0,'0'0'12957'0'0,"8"9"-9470"0"0,8 16-2441 0 0,-1 2 0 0 0,12 31 0 0 0,-18-39-892 0 0,12 32 127 0 0,-9-24-141 0 0,19 36 0 0 0,-24-79-109 0 0,11-37-31 0 0,43-87 0 0 0,-55 131-24 0 0,-1 0 0 0 0,1-1 0 0 0,0 1 0 0 0,1 1 0 0 0,12-14 0 0 0,1 8-123 0 0,-8 9 133 0 0,-8 6 16 0 0,-3 0-3 0 0,1-1 4 0 0,-1 0 0 0 0,1 0 0 0 0,-1 0 0 0 0,0 1 0 0 0,1-1-1 0 0,-1 1 1 0 0,0-1 0 0 0,1 1 0 0 0,-1-1 0 0 0,0 1 0 0 0,0-1 0 0 0,1 1 0 0 0,-1 0 0 0 0,0 0 0 0 0,0 0 0 0 0,0 0-1 0 0,0 0 1 0 0,0 0 0 0 0,0 0 0 0 0,0 0 0 0 0,-1 0 0 0 0,1 0 0 0 0,0 0 0 0 0,1 3 0 0 0,-1-1 0 0 0,6 10 21 0 0,-2 1 1 0 0,0 0-1 0 0,0 0 0 0 0,-1 1 1 0 0,-1-1-1 0 0,0 1 0 0 0,0 16 1 0 0,4 15 8 0 0,-5-33-33 0 0,0 25 0 0 0,-1-17 0 0 0,4 27 0 0 0,-5-48 0 0 0,0 0 0 0 0,0 0 0 0 0,0 0 0 0 0,0 0 0 0 0,0-1 0 0 0,0 1 0 0 0,0 0 0 0 0,0 0 0 0 0,0 0 0 0 0,0 0 0 0 0,0 0 0 0 0,0 0 0 0 0,0 0 0 0 0,0 0 0 0 0,1 0 0 0 0,-1 0 0 0 0,0 0 0 0 0,0 0 0 0 0,0 0 0 0 0,0 0 0 0 0,0 0 0 0 0,0 0 0 0 0,0 0 0 0 0,0 0 0 0 0,0 0 0 0 0,0 0 0 0 0,0 0 0 0 0,0 0 0 0 0,0 0 0 0 0,0 0 0 0 0,0 0 0 0 0,0 0 0 0 0,0 0 0 0 0,1 0 0 0 0,-1 0 0 0 0,0 0 0 0 0,0 0 0 0 0,0 0 0 0 0,0 0 0 0 0,0 0 0 0 0,0 0 0 0 0,0 0 0 0 0,0 0 0 0 0,0 0 0 0 0,0 0 0 0 0,0 0 0 0 0,0 0 0 0 0,0 0 0 0 0,0 0 0 0 0,0 0 0 0 0,0 0 0 0 0,0 0 0 0 0,0 0 0 0 0,0 0 0 0 0,0 0 0 0 0,0 0 0 0 0,1 1 0 0 0,-1-1 0 0 0,0 0 0 0 0,0 0 0 0 0,0 0 0 0 0,4-9 0 0 0,4-11 0 0 0,31-85 0 0 0,-30 87 0 0 0,0 1 0 0 0,0 0 0 0 0,22-27 0 0 0,-28 40-3 0 0,1 0 0 0 0,-1 0 0 0 0,1 0 0 0 0,0 1 0 0 0,0-1 1 0 0,0 1-1 0 0,1 0 0 0 0,-1 0 0 0 0,1 1 0 0 0,8-4 0 0 0,-10 5 2 0 0,-1 0-1 0 0,1 0 1 0 0,0 1-1 0 0,-1-1 1 0 0,1 1 0 0 0,0 0-1 0 0,0 0 1 0 0,0 0-1 0 0,-1 0 1 0 0,1 1 0 0 0,0-1-1 0 0,-1 1 1 0 0,1 0 0 0 0,0-1-1 0 0,-1 1 1 0 0,1 0-1 0 0,-1 0 1 0 0,1 1 0 0 0,-1-1-1 0 0,1 1 1 0 0,-1-1-1 0 0,3 4 1 0 0,-1-2 3 0 0,-1 0-1 0 0,0 0 1 0 0,0 1 0 0 0,-1-1-1 0 0,1 1 1 0 0,-1 0 0 0 0,1 0-1 0 0,-1 0 1 0 0,-1 0 0 0 0,1 0-1 0 0,0 1 1 0 0,-1-1 0 0 0,0 0-1 0 0,1 9 1 0 0,0 5 10 0 0,-1 1-1 0 0,-1 24 1 0 0,-1-18-8 0 0,1-11-205 0 0,1-1-1 0 0,0 1 1 0 0,4 19 0 0 0,-5-32-277 0 0,10-5-2590 0 0,-8 2 2453 0 0,1 1-1 0 0,-1-1 1 0 0,1 0-1 0 0,-1 0 0 0 0,0 0 1 0 0,3-3-1 0 0,5-6-8276 0 0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43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13 4143 0 0,'-14'-12'24673'0'0,"23"12"-23647"0"0,10 0-715 0 0,0 2 0 0 0,28 4 0 0 0,-37-5-239 0 0,18 4 31 0 0,-18-2-38 0 0,-9-3-50 0 0,0 0-1 0 0,0 1 1 0 0,0-1-1 0 0,-1 0 1 0 0,1 1 0 0 0,0-1-1 0 0,0 1 1 0 0,0-1 0 0 0,0 1-1 0 0,-1 0 1 0 0,1-1-1 0 0,0 1 1 0 0,-1 0 0 0 0,1-1-1 0 0,0 1 1 0 0,-1 0 0 0 0,1 0-1 0 0,-1-1 1 0 0,1 1-1 0 0,-1 0 1 0 0,0 0 0 0 0,1 0-1 0 0,-1 0 1 0 0,0 0-1 0 0,0 0 1 0 0,1 0 0 0 0,-1-1-1 0 0,0 1 1 0 0,0 0 0 0 0,0 0-1 0 0,0 0 1 0 0,0 0-1 0 0,-1 2 1 0 0,1-2 8 0 0,0 5 24 0 0,-1-1 0 0 0,-1 1 0 0 0,1-1 1 0 0,-1 1-1 0 0,0-1 0 0 0,0 0 0 0 0,0 0 0 0 0,-6 9 0 0 0,-3 2 108 0 0,-17 19-1 0 0,-4 4 76 0 0,32-37-188 0 0,0-1-41 0 0,1 1-1 0 0,0-1 1 0 0,0 1-1 0 0,0-1 0 0 0,0 0 1 0 0,0 1-1 0 0,0-1 0 0 0,0 0 1 0 0,0 0-1 0 0,0 0 1 0 0,0 0-1 0 0,1 0 0 0 0,-1 0 1 0 0,1 0-1 0 0,-1 0 1 0 0,0-1-1 0 0,1 1 0 0 0,-1-1 1 0 0,1 1-1 0 0,0-1 1 0 0,-1 1-1 0 0,1-1 0 0 0,-1 0 1 0 0,4 1-1 0 0,-2-1 1 0 0,4 1-35 0 0,0-1-1 0 0,0 0 1 0 0,0-1 0 0 0,0 1 0 0 0,0-1-1 0 0,0 0 1 0 0,-1-1 0 0 0,1 0-1 0 0,0 0 1 0 0,9-4 0 0 0,-4 0-723 0 0,0 0 1 0 0,0-1-1 0 0,-1 0 1 0 0,17-14-1 0 0,-9-1-3536 0 0,-11 9-4598 0 0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44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9215 0 0,'-4'3'20796'0'0,"18"3"-20474"0"0,0 0 0 0 0,0-1-1 0 0,0 0 1 0 0,1-1 0 0 0,24 3 0 0 0,6 3-26 0 0,-37-8-284 0 0,-1 0 0 0 0,0 1 1 0 0,1 0-1 0 0,-2 0 0 0 0,1 1 1 0 0,0 0-1 0 0,-1 0 0 0 0,1 1 1 0 0,-1 0-1 0 0,0 0 0 0 0,-1 0 1 0 0,1 1-1 0 0,-1-1 0 0 0,0 1 1 0 0,-1 1-1 0 0,1-1 0 0 0,-1 1 1 0 0,6 13-1 0 0,1 8 52 0 0,0 1 1 0 0,-2 0-1 0 0,9 44 0 0 0,-11-38-50 0 0,47 228 6 0 0,-39-179-16 0 0,-2-2-4 0 0,9 41 0 0 0,-17-103 0 0 0,-2-1 0 0 0,2 26 0 0 0,8 50 0 0 0,-12-85 0 0 0,-1-10 0 0 0,1 1 0 0 0,-1-1 0 0 0,0 1 0 0 0,0 0 0 0 0,0-1 0 0 0,0 1 0 0 0,0-1 0 0 0,0 1 0 0 0,0-1 0 0 0,-1 1 0 0 0,1-1 0 0 0,0 1 0 0 0,0-1 0 0 0,0 1 0 0 0,0-1 0 0 0,-1 1 0 0 0,1-1 0 0 0,0 1 0 0 0,-1-1 0 0 0,1 1 0 0 0,-1 0 0 0 0,-3 0 0 0 0,4-1 0 0 0,-6 1 0 0 0,0 1 0 0 0,0-1 0 0 0,0 0 0 0 0,0 0 0 0 0,0-1 0 0 0,0 0 0 0 0,0 0 0 0 0,0 0 0 0 0,-8-2 0 0 0,-16-1 0 0 0,-31 1 0 0 0,-64-12 0 0 0,119 13-203 0 0,0 0-1 0 0,0-1 1 0 0,0 0 0 0 0,0 0-1 0 0,-9-5 1 0 0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46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66 18223 0 0,'0'-9'1654'0'0,"-1"8"-1628"0"0,1 0 1 0 0,1-1 0 0 0,-1 1 0 0 0,0 0 0 0 0,0-1 0 0 0,0 1 0 0 0,1-1 0 0 0,-1 1 0 0 0,1 0-1 0 0,-1 0 1 0 0,1-2 0 0 0,0 2-4 0 0,-1 0 1 0 0,1 1-1 0 0,-1-1 0 0 0,1 0 0 0 0,-1 0 0 0 0,0 0 0 0 0,1 0 1 0 0,-1 1-1 0 0,0-1 0 0 0,0 0 0 0 0,0 0 0 0 0,0 0 0 0 0,0-1 1 0 0,-3-3 227 0 0,2 4-105 0 0,-2-6-1093 0 0,1-6 10121 0 0,7 20-7666 0 0,1 4-1288 0 0,-1 1-1 0 0,0 0 0 0 0,-1 0 0 0 0,0 0 1 0 0,-1 1-1 0 0,2 14 0 0 0,5 78 101 0 0,-10-97-304 0 0,1 20 4 0 0,1 15 54 0 0,2-1-1 0 0,13 65 0 0 0,-14-98-73 0 0,-1-1 0 0 0,2 1 0 0 0,-1-1 0 0 0,1 0 0 0 0,0 0 0 0 0,9 12 0 0 0,-11-17 0 0 0,0 0 0 0 0,1 0 0 0 0,-1 0 0 0 0,1 0 0 0 0,0-1 0 0 0,0 1 0 0 0,0-1 0 0 0,0 0 0 0 0,0 0 0 0 0,0 0 0 0 0,0 0 0 0 0,1-1 0 0 0,-1 1 0 0 0,1-1 0 0 0,0 0 0 0 0,-1 0 0 0 0,1 0 0 0 0,4 1 0 0 0,5-2-55 0 0,-1 1 0 0 0,1-2-1 0 0,-1 0 1 0 0,1 0 0 0 0,-1-1 0 0 0,0-1 0 0 0,0 0 0 0 0,0 0-1 0 0,0-2 1 0 0,-1 1 0 0 0,1-1 0 0 0,12-8 0 0 0,-21 11-60 0 0,4-2-252 0 0,-1 0 0 0 0,0 0 0 0 0,12-11 0 0 0,-17 14 202 0 0,0 0 1 0 0,0 0-1 0 0,0-1 0 0 0,0 1 1 0 0,0 0-1 0 0,0-1 0 0 0,0 1 1 0 0,0-1-1 0 0,0 1 0 0 0,-1-1 1 0 0,1 0-1 0 0,-1 1 0 0 0,1-1 1 0 0,-1 0-1 0 0,1 1 0 0 0,-1-1 1 0 0,0 0-1 0 0,0 1 0 0 0,0-1 1 0 0,0 0-1 0 0,0 0 0 0 0,0 1 1 0 0,-2-4-1 0 0,-2-6-1575 0 0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46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 18887 0 0,'0'0'2280'0'0,"2"0"-1176"0"0,16-6 1615 0 0,28-4 0 0 0,57-3-1157 0 0,-40 7-705 0 0,50-6-427 0 0,45-6-2730 0 0,-106 10-3407 0 0,-36 5-2661 0 0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47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89 13823 0 0,'0'0'1062'0'0,"-2"-8"-262"0"0,1 3 832 0 0,-1 0 1 0 0,0 0-1 0 0,0 0 1 0 0,0 0 0 0 0,-1 1-1 0 0,-4-7 1 0 0,5 8-1203 0 0,-1-1 1 0 0,0 1-1 0 0,-1-1 0 0 0,1 1 1 0 0,-1 0-1 0 0,1 0 0 0 0,-6-2 1 0 0,6 3-405 0 0,0 0 0 0 0,-1 0 0 0 0,1 1 0 0 0,-1 0 0 0 0,1 0 0 0 0,-1 0 0 0 0,1 0 0 0 0,-1 0-1 0 0,0 1 1 0 0,1 0 0 0 0,-1-1 0 0 0,0 1 0 0 0,1 1 0 0 0,-1-1 0 0 0,0 0 0 0 0,0 1 0 0 0,1 0 0 0 0,-1 0 0 0 0,1 0 0 0 0,-1 0 0 0 0,-5 3 0 0 0,3 0-9 0 0,0-1 0 0 0,0 1 0 0 0,0 0 0 0 0,1 1 1 0 0,-1-1-1 0 0,1 1 0 0 0,0 0 0 0 0,0 0 0 0 0,1 1 0 0 0,-8 11 0 0 0,7-8 36 0 0,0 1-1 0 0,0 1 1 0 0,1-1-1 0 0,0 1 1 0 0,1-1-1 0 0,-3 15 1 0 0,3 0 65 0 0,1 0 0 0 0,0 0 0 0 0,2 0 0 0 0,1 0 0 0 0,6 36 0 0 0,20 90 45 0 0,8 56 50 0 0,-29-166-213 0 0,1-1 0 0 0,3 0 0 0 0,28 74 0 0 0,-34-106 0 0 0,0 1 0 0 0,0-1 0 0 0,1-1 0 0 0,2 0 0 0 0,-6-6 0 0 0,1 0 0 0 0,-1 0 0 0 0,0-1 0 0 0,0 1 0 0 0,0 0 0 0 0,0-1 0 0 0,1 1 0 0 0,-1 0 0 0 0,0-1 0 0 0,1 0 0 0 0,-1 1 0 0 0,0-1 0 0 0,1 0 0 0 0,-1 0 0 0 0,0 1 0 0 0,1-1 0 0 0,-1 0 0 0 0,3-1 0 0 0,0 1 0 0 0,7-1 0 0 0,-1 0 0 0 0,0-1 0 0 0,0 0 0 0 0,19-6 0 0 0,-15 3 0 0 0,22-3 0 0 0,16-1 2 0 0,-28 4-7 0 0,1 1 0 0 0,47-1 0 0 0,-70 5-90 0 0,0-10-5903 0 0,-3 4 142 0 0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47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34 11975 0 0,'0'0'923'0'0,"1"-8"4793"0"0,-1 7-5194 0 0,-1 0-1 0 0,1 1 1 0 0,0-1 0 0 0,0 0 0 0 0,-1 0-1 0 0,1 1 1 0 0,-1-1 0 0 0,1 0-1 0 0,-1 1 1 0 0,1-1 0 0 0,-1 0 0 0 0,0 1-1 0 0,1-1 1 0 0,-1 1 0 0 0,1-1 0 0 0,-2 0-1 0 0,-16-7 1811 0 0,14 6-2206 0 0,-1 1-1 0 0,1 0 1 0 0,-1 1-1 0 0,0-1 1 0 0,1 1-1 0 0,-8 0 1 0 0,-2 3 145 0 0,0 0 1 0 0,0 1-1 0 0,-24 11 1 0 0,17-7-229 0 0,4 0 38 0 0,-19 11 1 0 0,-6 3 46 0 0,35-19-86 0 0,2 1-20 0 0,5-3-20 0 0,-1 0 1 0 0,1 0 0 0 0,0 0-1 0 0,0 0 1 0 0,1 0 0 0 0,-1 0-1 0 0,0 0 1 0 0,0 0 0 0 0,0 0-1 0 0,1 0 1 0 0,-1-1 0 0 0,0 1-1 0 0,1 0 1 0 0,-1 0 0 0 0,0 0-1 0 0,1 0 1 0 0,0 0 0 0 0,-1-1-1 0 0,1 2 1 0 0,4 2-3 0 0,0 1 0 0 0,-1-1 0 0 0,1 0 0 0 0,1 0 0 0 0,-1 0 0 0 0,0-1 0 0 0,1 0 0 0 0,0 0 0 0 0,0-1 0 0 0,10 4 0 0 0,3 2 0 0 0,6 2 0 0 0,26 6 0 0 0,-27-9 0 0 0,35 15 0 0 0,-36-13 0 0 0,-18-7 0 0 0,0-1 0 0 0,0 1 0 0 0,0 1 0 0 0,0-1 0 0 0,0 1 0 0 0,0-1 0 0 0,-1 1 0 0 0,1 1 0 0 0,-1-1 0 0 0,0 1 0 0 0,0-1 0 0 0,7 10 0 0 0,-9-12 0 0 0,-2 0 0 0 0,1-1 0 0 0,-1 1 0 0 0,1-1 0 0 0,-1 1 0 0 0,1-1 0 0 0,-1 1 0 0 0,1-1 0 0 0,-1 1 0 0 0,0 0 0 0 0,1-1 0 0 0,-1 1 0 0 0,0 0 0 0 0,0-1 0 0 0,1 1 0 0 0,-1 0 0 0 0,0-1 0 0 0,0 1 0 0 0,0 0 0 0 0,0 0 0 0 0,0-1 0 0 0,0 2 0 0 0,0 0 5 0 0,0 0-1 0 0,0 1 1 0 0,0-1-1 0 0,0 0 1 0 0,-1 0-1 0 0,1 0 1 0 0,0 0 0 0 0,-1 0-1 0 0,0 1 1 0 0,1-1-1 0 0,-1 0 1 0 0,0 0-1 0 0,0-1 1 0 0,0 1 0 0 0,-1 0-1 0 0,1 0 1 0 0,0 0-1 0 0,-1-1 1 0 0,1 1-1 0 0,-1-1 1 0 0,1 1 0 0 0,-1-1-1 0 0,0 1 1 0 0,1-1-1 0 0,-1 0 1 0 0,0 0-1 0 0,-4 1 1 0 0,-2 3 22 0 0,0-2-1 0 0,-1 1 1 0 0,0-1 0 0 0,0 0-1 0 0,-10 1 1 0 0,19-4-27 0 0,-105 15 230 0 0,95-14-373 0 0,-1-1 1 0 0,1 0 0 0 0,-1-1 0 0 0,1 0-1 0 0,-1-1 1 0 0,1 0 0 0 0,0 0 0 0 0,-10-5-1 0 0,18 7 59 0 0,1 0-1 0 0,0-1 1 0 0,-1 0-1 0 0,1 1 0 0 0,0-1 1 0 0,0 0-1 0 0,-1 1 0 0 0,1-1 1 0 0,0 0-1 0 0,0 0 1 0 0,0 0-1 0 0,0 0 0 0 0,0 0 1 0 0,0 0-1 0 0,1-1 1 0 0,-1 1-1 0 0,0 0 0 0 0,1 0 1 0 0,-2-2-1 0 0,2-11-2986 0 0,6-2-4325 0 0,1 2-946 0 0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48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 23383 0 0,'0'0'2115'0'0,"-1"0"-1737"0"0,-4-1 2516 0 0,13 4-1617 0 0,17 1-945 0 0,-1 0 0 0 0,1-2-1 0 0,0 0 1 0 0,0-2 0 0 0,29-3 0 0 0,18 1-343 0 0,-69 2 21 0 0,7-1 21 0 0,1 1 0 0 0,-1 1 1 0 0,0 0-1 0 0,17 4 1 0 0,-24-4-26 0 0,0 0 1 0 0,0 0-1 0 0,0 0 1 0 0,-1 1-1 0 0,1-1 1 0 0,0 1-1 0 0,0 0 1 0 0,-1-1-1 0 0,0 1 1 0 0,1 1-1 0 0,-1-1 1 0 0,0 0 0 0 0,0 0-1 0 0,0 1 1 0 0,0 0-1 0 0,0-1 1 0 0,-1 1-1 0 0,1 0 1 0 0,1 4-1 0 0,2 8 47 0 0,-1 1-1 0 0,0-1 1 0 0,-1 1-1 0 0,-1-1 1 0 0,0 19-1 0 0,4 27 52 0 0,8 34-95 0 0,8 46 6 0 0,9 25-15 0 0,6 23 0 0 0,-36-184 0 0 0,7 33 0 0 0,26 70 0 0 0,-30-99 0 0 0,-1-1 0 0 0,-3-8 0 0 0,0 0 0 0 0,0 1 0 0 0,0-1 0 0 0,0 0 0 0 0,-1 0 0 0 0,1 1 0 0 0,0-1 0 0 0,0 0 0 0 0,0 0 0 0 0,0 0 0 0 0,-1 1 0 0 0,1-1 0 0 0,0 0 0 0 0,0 0 0 0 0,0 0 0 0 0,-1 0 0 0 0,1 0 0 0 0,0 0 0 0 0,0 1 0 0 0,-1-1 0 0 0,1 0 0 0 0,0 0 0 0 0,0 0 0 0 0,-1 0 0 0 0,0 0 0 0 0,-6 1 0 0 0,0 0 0 0 0,0-1 0 0 0,0 0 0 0 0,0 0 0 0 0,0-1 0 0 0,-1 0 0 0 0,-7-2 0 0 0,-23-2 0 0 0,-32 0 0 0 0,-49-1 0 0 0,111 6-16 0 0,2 0-55 0 0,1 0-1 0 0,-1 0 1 0 0,1-1-1 0 0,0 0 0 0 0,-9-2 1 0 0,12 3-907 0 0,-1-1 617 0 0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58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0 5527 0 0,'-2'1'423'0'0,"-12"5"-283"0"0,-17 5 21374 0 0,34-10-20856 0 0,7 3-370 0 0,1-1 0 0 0,-1 0-1 0 0,1-1 1 0 0,0 0 0 0 0,-1-1 0 0 0,1 0 0 0 0,12-1 0 0 0,79-10-484 0 0,-63 5-383 0 0,-22 4-463 0 0,1 1 0 0 0,-1 0 0 0 0,19 4 0 0 0,-34-4-832 0 0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58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2 6911 0 0,'-21'15'18457'0'0,"49"-7"-17994"0"0,-8-8-1086 0 0,0-2-1 0 0,-1 0 0 0 0,27-6 1 0 0,-4 1-1915 0 0,-9 2-5166 0 0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58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21047 0 0,'0'0'2343'0'0,"1"1"-1794"0"0,5 13 164 0 0,-1 0 0 0 0,0 1 1 0 0,-1-1-1 0 0,-1 1 0 0 0,0-1 0 0 0,0 17 0 0 0,0-12-314 0 0,-2-11-352 0 0,3 20 352 0 0,10 40 0 0 0,-11-60-561 0 0,-1-1-1 0 0,1 0 1 0 0,0 1 0 0 0,0-1 0 0 0,1 0-1 0 0,0-1 1 0 0,0 1 0 0 0,1-1-1 0 0,0 0 1 0 0,6 7 0 0 0,-9-11-95 0 0,0 0 1 0 0,1-1 0 0 0,-1 0-1 0 0,0 1 1 0 0,0-1 0 0 0,1 0-1 0 0,-1 0 1 0 0,0 0 0 0 0,1 0-1 0 0,-1-1 1 0 0,1 1 0 0 0,-1-1-1 0 0,1 1 1 0 0,3-1-1 0 0,10 0-1472 0 0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59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1 19375 0 0,'0'0'892'0'0,"-1"0"-25"0"0,-6 2-520 0 0,1 0 0 0 0,0 0 0 0 0,-1 1 0 0 0,1 0 0 0 0,0 0 0 0 0,1 0 0 0 0,-1 1 0 0 0,0 0 0 0 0,1 0 0 0 0,0 0 0 0 0,-8 9 0 0 0,-4 6 1705 0 0,-26 35 1 0 0,40-50-1942 0 0,0 0 0 0 0,1 0 0 0 0,-1 1-1 0 0,1-1 1 0 0,0 1 0 0 0,0-1 0 0 0,0 1 0 0 0,1 0-1 0 0,0 0 1 0 0,0-1 0 0 0,-1 10 0 0 0,2-12-104 0 0,0 1-1 0 0,0 0 1 0 0,1-1 0 0 0,-1 1 0 0 0,1 0-1 0 0,0-1 1 0 0,-1 1 0 0 0,1-1 0 0 0,0 1-1 0 0,1-1 1 0 0,-1 1 0 0 0,0-1 0 0 0,1 0-1 0 0,-1 0 1 0 0,1 0 0 0 0,0 0 0 0 0,0 0-1 0 0,-1 0 1 0 0,1 0 0 0 0,1 0 0 0 0,-1-1 0 0 0,0 1-1 0 0,4 1 1 0 0,1 1-65 0 0,1-1-1 0 0,0 1 1 0 0,0-2 0 0 0,0 1-1 0 0,0-1 1 0 0,0 0-1 0 0,0-1 1 0 0,1 0 0 0 0,-1 0-1 0 0,0-1 1 0 0,11-1 0 0 0,-2 0-164 0 0,1-2 1 0 0,-1 0-1 0 0,0 0 1 0 0,24-9-1 0 0,-34 9 145 0 0,0 0 0 0 0,0 0 0 0 0,0-1-1 0 0,0 0 1 0 0,0 0 0 0 0,-1 0 0 0 0,1-1 0 0 0,-1 0-1 0 0,6-7 1 0 0,-10 10 74 0 0,0 1 0 0 0,-1-1 0 0 0,1 0 0 0 0,-1 0 1 0 0,0 0-1 0 0,0 0 0 0 0,0 0 0 0 0,0-1 0 0 0,0 1 0 0 0,0 0 0 0 0,0 0 0 0 0,-1-1 0 0 0,1 1 0 0 0,-1 0 0 0 0,1-1 0 0 0,-1 1 0 0 0,0-1 0 0 0,0 1 0 0 0,0 0 0 0 0,-1-1 0 0 0,1 1 0 0 0,0-1 0 0 0,-1 1 1 0 0,0 0-1 0 0,1 0 0 0 0,-1-1 0 0 0,0 1 0 0 0,0 0 0 0 0,0 0 0 0 0,-1 0 0 0 0,1 0 0 0 0,0 0 0 0 0,-4-3 0 0 0,-1-2 2 0 0,0 1 0 0 0,0 1 0 0 0,0-1 1 0 0,-1 1-1 0 0,0 0 0 0 0,0 0 0 0 0,0 1 0 0 0,-1 0 0 0 0,-9-3 0 0 0,-1 0-278 0 0,-1 1-1 0 0,-36-7 0 0 0,28 12-1487 0 0,11 3-2866 0 0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59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1 18223 0 0,'0'0'2122'0'0,"-9"0"41"0"0,4 2-1598 0 0,-1 0 0 0 0,0 0-1 0 0,1 0 1 0 0,0 0-1 0 0,-1 1 1 0 0,1 0-1 0 0,0 0 1 0 0,0 0-1 0 0,1 1 1 0 0,-9 7-1 0 0,-3 6 299 0 0,-20 25 0 0 0,27-31-592 0 0,5-7-214 0 0,1 1-1 0 0,0 0 1 0 0,-1 0-1 0 0,1 0 1 0 0,1 1-1 0 0,-1-1 1 0 0,1 0-1 0 0,0 1 1 0 0,0 0-1 0 0,1 0 1 0 0,-2 7-1 0 0,3-10-55 0 0,0-1-1 0 0,0 1 1 0 0,0 0-1 0 0,0 0 1 0 0,1-1-1 0 0,-1 1 1 0 0,1 0-1 0 0,0-1 0 0 0,-1 1 1 0 0,1-1-1 0 0,0 1 1 0 0,1-1-1 0 0,-1 1 1 0 0,0-1-1 0 0,1 0 1 0 0,-1 1-1 0 0,1-1 1 0 0,0 0-1 0 0,0 0 1 0 0,0 0-1 0 0,0 0 0 0 0,0-1 1 0 0,0 1-1 0 0,0-1 1 0 0,1 1-1 0 0,3 1 1 0 0,2 1-67 0 0,0-1 0 0 0,0 0 0 0 0,1-1 0 0 0,-1 0 0 0 0,1 0 0 0 0,-1 0 0 0 0,1-1 0 0 0,-1-1 0 0 0,1 0 0 0 0,0 0 0 0 0,9-1 0 0 0,8-3-320 0 0,-1 0-1 0 0,36-12 1 0 0,-50 13 277 0 0,-1-1 0 0 0,1 0 1 0 0,-1-1-1 0 0,0 0 0 0 0,-1 0 0 0 0,1-1 0 0 0,-1-1 1 0 0,0 1-1 0 0,11-12 0 0 0,-19 16 94 0 0,1 0 0 0 0,0 1-1 0 0,-1-1 1 0 0,0-1 0 0 0,1 1 0 0 0,-1 0 0 0 0,0 0-1 0 0,0 0 1 0 0,0 0 0 0 0,-1-1 0 0 0,1 1 0 0 0,0-1-1 0 0,-1 1 1 0 0,1 0 0 0 0,-1-1 0 0 0,0 1-1 0 0,0-4 1 0 0,-1 3-10 0 0,1-1-1 0 0,-1 1 1 0 0,0 0-1 0 0,0-1 1 0 0,0 1-1 0 0,0 0 1 0 0,-1 0-1 0 0,0 0 1 0 0,1 0-1 0 0,-1 0 1 0 0,-3-3-1 0 0,0 0-56 0 0,-1 0-1 0 0,0 0 0 0 0,0 0 0 0 0,0 1 0 0 0,-1 0 0 0 0,0 0 1 0 0,0 1-1 0 0,0-1 0 0 0,-10-3 0 0 0,4 3-441 0 0,-15-6 206 0 0,9 8-5053 0 0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3:59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2 13823 0 0,'0'0'1062'0'0,"-1"-1"-381"0"0,-2 1 53 0 0,0 0 0 0 0,0 0 0 0 0,0 0 0 0 0,0 0 0 0 0,0 0 0 0 0,1 0 0 0 0,-1 1 0 0 0,-4 1 0 0 0,-23 12 2469 0 0,14-4-2064 0 0,-23 19 0 0 0,34-24-784 0 0,-6 4 42 0 0,0 1-1 0 0,0 1 1 0 0,1-1-1 0 0,-10 16 1 0 0,16-20-293 0 0,0 0 0 0 0,0 0-1 0 0,1 0 1 0 0,-1 1 0 0 0,2-1 0 0 0,-1 1 0 0 0,1 0 0 0 0,0 0 0 0 0,0 0 0 0 0,-1 10 0 0 0,3-14-100 0 0,0 0 0 0 0,0 0 1 0 0,0-1-1 0 0,0 1 0 0 0,1 0 1 0 0,-1 0-1 0 0,1-1 0 0 0,0 1 1 0 0,-1 0-1 0 0,1-1 0 0 0,1 1 1 0 0,-1-1-1 0 0,0 1 0 0 0,0-1 1 0 0,1 0-1 0 0,3 5 0 0 0,-2-4-30 0 0,1 0-1 0 0,-1 0 1 0 0,1 0-1 0 0,-1-1 1 0 0,1 1-1 0 0,0-1 1 0 0,0 0 0 0 0,0 0-1 0 0,7 2 1 0 0,2-1-81 0 0,-1 0 1 0 0,1-1 0 0 0,-1 0 0 0 0,1 0-1 0 0,0-2 1 0 0,18 0 0 0 0,-5-2-173 0 0,0-1 0 0 0,41-10 0 0 0,-59 11 223 0 0,0 0-1 0 0,0-1 1 0 0,0 0 0 0 0,-1 0-1 0 0,1-1 1 0 0,-1 0 0 0 0,0 0-1 0 0,0-1 1 0 0,0 0 0 0 0,-1 0-1 0 0,0-1 1 0 0,8-8 0 0 0,-13 12 51 0 0,0 0 0 0 0,0 0 0 0 0,0-1 1 0 0,0 1-1 0 0,0 0 0 0 0,0-1 0 0 0,-1 1 0 0 0,0-1 1 0 0,1 1-1 0 0,-1-1 0 0 0,0 1 0 0 0,0-1 0 0 0,0 1 0 0 0,0-1 1 0 0,-1 1-1 0 0,1-1 0 0 0,-1 1 0 0 0,1-1 0 0 0,-1 1 1 0 0,-1-4-1 0 0,0 2-17 0 0,1 0 1 0 0,-1 0-1 0 0,0 0 0 0 0,0 0 1 0 0,-1 1-1 0 0,1-1 1 0 0,-1 0-1 0 0,1 1 1 0 0,-1 0-1 0 0,0 0 0 0 0,-4-3 1 0 0,-42-28-2277 0 0,35 26 317 0 0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4:00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22519 0 0,'0'0'2039'0'0,"2"2"-1678"0"0,15 10 296 0 0,-1 0-1 0 0,15 16 1 0 0,4 3 613 0 0,-34-30-1217 0 0,21 17 366 0 0,29 19 1 0 0,-33-25-1148 0 0,1-2 0 0 0,0 0 0 0 0,26 8 0 0 0,-36-16-2529 0 0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4:00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51 19951 0 0,'-7'6'1811'0'0,"-176"154"3411"0"0,134-117-5131 0 0,15-18-3462 0 0</inkml:trace>
  <inkml:trace contextRef="#ctx0" brushRef="#br0" timeOffset="1">838 0 21279 0 0,'0'0'1928'0'0,"-6"7"-1552"0"0,-4 3 294 0 0,1 1 0 0 0,0 1 0 0 0,0 0-1 0 0,1 0 1 0 0,-9 18 0 0 0,13-22-491 0 0,0 1 0 0 0,1-1 1 0 0,0 0-1 0 0,0 1 0 0 0,1 0 0 0 0,1 0 0 0 0,-1 0 0 0 0,1 0 1 0 0,0 17-1 0 0,2-24-303 0 0,-1 0 1 0 0,0 0-1 0 0,1 0 1 0 0,-1 1-1 0 0,1-1 1 0 0,0 0-1 0 0,-1 0 1 0 0,1 0-1 0 0,0 0 1 0 0,1 0-1 0 0,-1-1 1 0 0,0 1-1 0 0,0 0 1 0 0,1 0-1 0 0,-1-1 1 0 0,1 1-1 0 0,-1-1 1 0 0,1 1-1 0 0,0-1 0 0 0,2 2 1 0 0,-1-1-403 0 0,0-1-1 0 0,1 0 1 0 0,-1 1 0 0 0,0-1-1 0 0,0 0 1 0 0,1 0 0 0 0,-1-1-1 0 0,0 1 1 0 0,1-1 0 0 0,-1 0-1 0 0,1 0 1 0 0,4 0 0 0 0,8-3-1545 0 0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4:01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0 12439 0 0,'0'0'958'0'0,"-8"2"-588"0"0,3 1 889 0 0,0-1 0 0 0,0 1 0 0 0,1 0 0 0 0,0 1 0 0 0,0-1 0 0 0,-6 6 0 0 0,6-5-364 0 0,-6 7-180 0 0,0 0 1 0 0,0 1-1 0 0,2 0 0 0 0,-1 0 0 0 0,2 1 1 0 0,-1 0-1 0 0,2 1 0 0 0,-8 20 0 0 0,13-30-647 0 0,0-1-1 0 0,0 1 0 0 0,0-1 1 0 0,0 1-1 0 0,1-1 0 0 0,0 1 0 0 0,0 0 1 0 0,0-1-1 0 0,0 1 0 0 0,0 0 1 0 0,1-1-1 0 0,-1 1 0 0 0,1-1 0 0 0,2 7 1 0 0,-1-7-57 0 0,-1-1 0 0 0,0 1 0 0 0,1-1 0 0 0,-1 0 0 0 0,1 1 0 0 0,0-1 0 0 0,0 0 0 0 0,0 0 0 0 0,0 0 0 0 0,0 0 0 0 0,0-1 0 0 0,0 1 1 0 0,0-1-1 0 0,1 1 0 0 0,-1-1 0 0 0,1 0 0 0 0,-1 1 0 0 0,1-1 0 0 0,4 1 0 0 0,8 1-123 0 0,0-1 0 0 0,0-1 0 0 0,1 0-1 0 0,-1 0 1 0 0,0-2 0 0 0,0 0 0 0 0,0-1 0 0 0,0 0 0 0 0,0-1-1 0 0,0-1 1 0 0,-1 0 0 0 0,1-1 0 0 0,-1-1 0 0 0,0 0 0 0 0,-1 0 0 0 0,15-10-1 0 0,-26 14 108 0 0,1 0-1 0 0,0 0 1 0 0,-1 0-1 0 0,0 0 1 0 0,0-1-1 0 0,0 1 1 0 0,0-1-1 0 0,0 1 1 0 0,0-1-1 0 0,0 0 1 0 0,-1 1-1 0 0,1-1 1 0 0,-1 0-1 0 0,0 0 0 0 0,0 0 1 0 0,0 0-1 0 0,0 0 1 0 0,-1-1-1 0 0,1 1 1 0 0,-1 0-1 0 0,0 0 1 0 0,0 0-1 0 0,0-4 1 0 0,0 3 1 0 0,-1 0 1 0 0,0 0 0 0 0,0 0-1 0 0,0 0 1 0 0,-1 1-1 0 0,1-1 1 0 0,-1 0-1 0 0,0 1 1 0 0,0-1 0 0 0,0 1-1 0 0,-1 0 1 0 0,1 0-1 0 0,-1 0 1 0 0,1 0 0 0 0,-1 0-1 0 0,0 0 1 0 0,0 1-1 0 0,-4-3 1 0 0,-5-2-180 0 0,1 1 1 0 0,-1 1-1 0 0,0 0 1 0 0,-1 1-1 0 0,1 0 1 0 0,-1 1-1 0 0,-19-3 1 0 0,9 2-186 0 0,48 14-19492 0 0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4:01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9215 0 0,'0'0'12462'0'0,"2"1"-10845"0"0,106 57 4196 0 0,62 19-6437 0 0,-156-71 121 0 0,-6-2-773 0 0,1 0 0 0 0,13 3 0 0 0,-12-5-421 0 0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4:02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219 1 20735 0 0,'-41'27'1556'0'0,"-135"97"2033"0"0,175-123-4207 0 0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4:02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23783 0 0,'0'0'2159'0'0,"1"-1"-1777"0"0,39-20 125 0 0,-34 17-221 0 0,1 1 0 0 0,-1 0 0 0 0,0 0 0 0 0,1 1 0 0 0,0 0 0 0 0,7-2 0 0 0,44-5 989 0 0,-46 7-1132 0 0,8-1-97 0 0,-13 1-41 0 0,0 1 1 0 0,0 0-1 0 0,0 0 0 0 0,0 1 0 0 0,0 0 0 0 0,0 0 0 0 0,1 1 0 0 0,-1 0 0 0 0,0 0 1 0 0,7 2-1 0 0,-14-2-3 0 0,0-1 0 0 0,1 0 0 0 0,-1 1 0 0 0,0-1 1 0 0,0 0-1 0 0,0 1 0 0 0,0-1 0 0 0,0 0 0 0 0,1 1 1 0 0,-1-1-1 0 0,0 0 0 0 0,0 1 0 0 0,0-1 0 0 0,0 1 1 0 0,0-1-1 0 0,0 0 0 0 0,0 1 0 0 0,0-1 0 0 0,-1 0 1 0 0,1 1-1 0 0,0-1 0 0 0,0 1 0 0 0,0-1 0 0 0,0 0 1 0 0,-1 1-1 0 0,-3 9 6 0 0,0-3 13 0 0,-1 0 1 0 0,0-1-1 0 0,-1 1 1 0 0,0-1-1 0 0,-11 9 1 0 0,8-6-8 0 0,-7 3 37 0 0,11-8-50 0 0,0 0-1 0 0,0 0 0 0 0,0 1 0 0 0,1-1 1 0 0,-6 9-1 0 0,5-5 0 0 0,3 0 0 0 0,2-7 0 0 0,0 0 0 0 0,-1 0 0 0 0,1 0 0 0 0,0 0 0 0 0,0 0 0 0 0,0 0 0 0 0,0 0 0 0 0,0 0 0 0 0,1 0 0 0 0,-1 0 0 0 0,0 0 0 0 0,0 0 0 0 0,1 0 0 0 0,-1 0 0 0 0,0 0 0 0 0,1 0 0 0 0,-1 0 0 0 0,1 0 0 0 0,0 1 0 0 0,2 1 0 0 0,-3-1 0 0 0,1 0 0 0 0,0 0 0 0 0,0-1 0 0 0,0 1 0 0 0,0 0 0 0 0,1-1 0 0 0,-1 1 0 0 0,0-1 0 0 0,1 1 0 0 0,-1-1 0 0 0,1 1 0 0 0,0-1 0 0 0,-1 0 0 0 0,4 2 0 0 0,1 1 0 0 0,-3-1 0 0 0,13 6 0 0 0,17 5 0 0 0,-22-10 0 0 0,0 0 0 0 0,-1 1 0 0 0,1 1 0 0 0,-1 0 0 0 0,13 10 0 0 0,-11-2 0 0 0,-12-13 0 0 0,1 0 0 0 0,-1-1 0 0 0,1 1 0 0 0,-1 0 1 0 0,1-1-1 0 0,-1 1 0 0 0,1 0 0 0 0,-1 0 0 0 0,0 0 0 0 0,0 0 0 0 0,1-1 0 0 0,-1 1 0 0 0,0 0 0 0 0,0 0 0 0 0,0 0 1 0 0,0 0-1 0 0,0 0 0 0 0,0-1 0 0 0,0 1 0 0 0,0 0 0 0 0,-1 0 0 0 0,1 0 0 0 0,0 0 0 0 0,0 0 0 0 0,-1-1 1 0 0,1 1-1 0 0,0 0 0 0 0,-2 1 0 0 0,1 1 8 0 0,-1 2 9 0 0,-1 0 1 0 0,1 0-1 0 0,-1-1 0 0 0,0 1 1 0 0,0-1-1 0 0,0 1 1 0 0,-1-1-1 0 0,0 0 1 0 0,0 0-1 0 0,0-1 1 0 0,0 1-1 0 0,0-1 0 0 0,-1 0 1 0 0,1 0-1 0 0,-7 3 1 0 0,-8 3-64 0 0,0-1 0 0 0,-31 9 0 0 0,41-14-135 0 0,0-1 0 0 0,0-1 1 0 0,0 0-1 0 0,0 0 0 0 0,0-1 0 0 0,0 0 0 0 0,-17-2 0 0 0,24 2-520 0 0,4-4-1253 0 0,-1 1 1551 0 0,1 1-1 0 0,-1-1 1 0 0,1 1 0 0 0,-1-1-1 0 0,1 1 1 0 0,0 0 0 0 0,0 0-1 0 0,4-3 1 0 0,13-10-5945 0 0,0 3-868 0 0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4:02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9 5983 0 0,'-2'1'17855'0'0,"-18"7"-16210"0"0,0 2 1 0 0,0 0-1 0 0,-22 16 0 0 0,31-18-1490 0 0,1-1 0 0 0,0 2 0 0 0,1 0 0 0 0,0 0 0 0 0,0 0 0 0 0,1 1 0 0 0,-8 12 0 0 0,14-20-140 0 0,1 0-1 0 0,0 0 1 0 0,0 1 0 0 0,0-1-1 0 0,0 0 1 0 0,0 1 0 0 0,0-1-1 0 0,0 1 1 0 0,1-1 0 0 0,-1 1-1 0 0,1-1 1 0 0,0 1 0 0 0,0-1-1 0 0,0 1 1 0 0,0-1 0 0 0,1 6-1 0 0,0-6-24 0 0,-1 0-1 0 0,1 0 1 0 0,0 0-1 0 0,1 0 1 0 0,-1 0 0 0 0,0 0-1 0 0,1 0 1 0 0,-1 0-1 0 0,1-1 1 0 0,-1 1-1 0 0,1 0 1 0 0,0-1-1 0 0,-1 1 1 0 0,1-1 0 0 0,0 0-1 0 0,0 0 1 0 0,0 1-1 0 0,5 0 1 0 0,2 2-78 0 0,1-1 1 0 0,0 0 0 0 0,0 0 0 0 0,1-1-1 0 0,-1-1 1 0 0,15 1 0 0 0,65-4-692 0 0,-57 1 442 0 0,-29 0 308 0 0,1 1 0 0 0,-1-1 0 0 0,0 1 0 0 0,0-1 1 0 0,1 0-1 0 0,-1-1 0 0 0,0 1 0 0 0,0-1 0 0 0,0 0 0 0 0,0 0 0 0 0,-1 0 0 0 0,1 0 0 0 0,0-1 1 0 0,-1 1-1 0 0,0-1 0 0 0,1 0 0 0 0,-1 0 0 0 0,0 0 0 0 0,3-6 0 0 0,-4 6 29 0 0,0 0-1 0 0,0 0 0 0 0,-1 0 1 0 0,0-1-1 0 0,1 1 1 0 0,-1-1-1 0 0,0 1 0 0 0,-1-1 1 0 0,1 1-1 0 0,-1-1 1 0 0,1 0-1 0 0,-1 1 1 0 0,0-1-1 0 0,0 0 0 0 0,-1 1 1 0 0,1-1-1 0 0,-1 1 1 0 0,0-1-1 0 0,0 0 0 0 0,0 1 1 0 0,0 0-1 0 0,-1-1 1 0 0,-2-4-1 0 0,1 4-17 0 0,0 0-1 0 0,0 0 1 0 0,0 1 0 0 0,0-1 0 0 0,-1 1-1 0 0,0 0 1 0 0,1 0 0 0 0,-1 0 0 0 0,0 0-1 0 0,0 1 1 0 0,-1 0 0 0 0,1 0-1 0 0,-7-3 1 0 0,-3 0-239 0 0,0 1-1 0 0,0 0 1 0 0,-17-2 0 0 0,12 4-2262 0 0,40 7-5559 0 0,-4-3 1544 0 0</inkml:trace>
  <inkml:trace contextRef="#ctx0" brushRef="#br0" timeOffset="1">577 1 5527 0 0,'-1'1'17589'0'0,"-34"26"-12703"0"0,-16 21-2777 0 0,47-43-2009 0 0,0 0-1 0 0,0 0 0 0 0,0 0 1 0 0,1 0-1 0 0,0 1 1 0 0,0 0-1 0 0,0-1 1 0 0,1 1-1 0 0,0 0 1 0 0,0 0-1 0 0,-2 12 1 0 0,3-16-99 0 0,1 0 0 0 0,0 1 0 0 0,0-1 0 0 0,0 1 0 0 0,0-1 0 0 0,0 1 0 0 0,1-1 0 0 0,-1 1 1 0 0,1-1-1 0 0,0 1 0 0 0,-1-1 0 0 0,1 0 0 0 0,0 1 0 0 0,0-1 0 0 0,0 0 0 0 0,1 0 0 0 0,-1 0 0 0 0,1 0 0 0 0,-1 0 0 0 0,1 0 0 0 0,0 0 1 0 0,-1 0-1 0 0,1-1 0 0 0,0 1 0 0 0,0-1 0 0 0,0 1 0 0 0,0-1 0 0 0,1 0 0 0 0,-1 1 0 0 0,0-1 0 0 0,0-1 0 0 0,3 2 0 0 0,14 4-164 0 0,0-1 0 0 0,1-1 1 0 0,-1-1-1 0 0,1-1 0 0 0,-1 0 0 0 0,1-2 0 0 0,0 0 0 0 0,-1-1 0 0 0,32-6 0 0 0,-48 6 146 0 0,0 1 0 0 0,0-1-1 0 0,0 0 1 0 0,0 0 0 0 0,0 0 0 0 0,0 0 0 0 0,0-1-1 0 0,-1 1 1 0 0,1-1 0 0 0,0 0 0 0 0,-1 1 0 0 0,1-1-1 0 0,-1 0 1 0 0,0-1 0 0 0,0 1 0 0 0,0 0 0 0 0,0-1-1 0 0,0 1 1 0 0,0-1 0 0 0,-1 1 0 0 0,1-1 0 0 0,1-3-1 0 0,-2 2 17 0 0,-1 1 0 0 0,1-1 0 0 0,0 0 0 0 0,-1 1 0 0 0,0-1 0 0 0,0 1 0 0 0,0-1 0 0 0,0 0 0 0 0,0 1 0 0 0,-1-1 0 0 0,0 1 0 0 0,0-1-1 0 0,0 1 1 0 0,0-1 0 0 0,0 1 0 0 0,-1-1 0 0 0,1 1 0 0 0,-4-5 0 0 0,0 1 20 0 0,1 1 1 0 0,-1 0-1 0 0,-1 0 1 0 0,1 1-1 0 0,-1 0 0 0 0,0 0 1 0 0,-9-6-1 0 0,-49-26-2872 0 0,55 32 1680 0 0,-8-3-8060 0 0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4:03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24 19895 0 0,'0'0'1803'0'0,"-6"-4"-1446"0"0,1-2 4580 0 0,25 0-2386 0 0,-6 3-2239 0 0,-1 1 0 0 0,1 0 0 0 0,0 2 0 0 0,-1-1 0 0 0,16 3 0 0 0,6-1-25 0 0,164 8 139 0 0,2 1-4863 0 0,-179-10 1566 0 0,-3-1-6254 0 0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4:03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1 9671 0 0,'-9'1'19179'0'0,"11"0"-18705"0"0,24 14-252 0 0,0-1 0 0 0,1-1 0 0 0,39 12 0 0 0,-13-5-91 0 0,-6 2-214 0 0,-46-20 41 0 0,-1-1 41 0 0,0 0 1 0 0,0 0-1 0 0,0 0 1 0 0,0 0 0 0 0,0 0-1 0 0,0 0 1 0 0,-1 0-1 0 0,1-1 1 0 0,0 1-1 0 0,-1 0 1 0 0,1 0-1 0 0,-1 0 1 0 0,1 0 0 0 0,-1 0-1 0 0,1-1 1 0 0,-1 1-1 0 0,0 0 1 0 0,1-1-1 0 0,-1 1 1 0 0,0 0 0 0 0,0-1-1 0 0,1 1 1 0 0,-1-1-1 0 0,0 1 1 0 0,-2 0-1 0 0,1 1 2 0 0,-33 19 58 0 0,0-2 0 0 0,-47 20 0 0 0,41-21-36 0 0,-42 18-3658 0 0,66-30-6058 0 0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4:04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215 193 1375 0 0,'1'-1'107'0'0,"1"0"298"0"0,0-1-1 0 0,0 0 1 0 0,0 0-1 0 0,0 0 1 0 0,0 0-1 0 0,-1 0 1 0 0,3-4-1 0 0,-2 1 1766 0 0,0 1 0 0 0,0-1 0 0 0,-1 1 0 0 0,2-10 0 0 0,3-7 1197 0 0,-6 21-3363 0 0,12-33 3143 0 0,-11 31-2835 0 0,-1-1 1 0 0,1 1 0 0 0,-1-1-1 0 0,1 1 1 0 0,-1-1-1 0 0,0 0 1 0 0,0 1 0 0 0,0-1-1 0 0,0 1 1 0 0,-1-6-1 0 0,0 8 203 0 0,-3 0-338 0 0,0 0 0 0 0,0 1 0 0 0,1 0 1 0 0,-1 0-1 0 0,0 0 0 0 0,0 1 0 0 0,1-1 0 0 0,-1 1 0 0 0,0 0 0 0 0,1 0 0 0 0,0 0 0 0 0,-1 0 1 0 0,1 1-1 0 0,-3 2 0 0 0,-6 7 83 0 0,-22 26 0 0 0,28-32-92 0 0,-23 30 363 0 0,-33 53-1 0 0,52-74-374 0 0,1 1 1 0 0,1 1-1 0 0,0 0 0 0 0,2 0 0 0 0,0 0 1 0 0,-6 26-1 0 0,11-37-134 0 0,0 1 0 0 0,1-1 0 0 0,0 0-1 0 0,0 1 1 0 0,0-1 0 0 0,0 1 0 0 0,1-1 0 0 0,0 0 0 0 0,1 1 0 0 0,-1-1-1 0 0,1 0 1 0 0,1 0 0 0 0,-1 0 0 0 0,1 0 0 0 0,0 0 0 0 0,0-1-1 0 0,4 6 1 0 0,-2-4-22 0 0,1-1 0 0 0,0 0-1 0 0,0 0 1 0 0,1 0-1 0 0,-1-1 1 0 0,1 0-1 0 0,0 0 1 0 0,1-1 0 0 0,-1 1-1 0 0,1-2 1 0 0,0 1-1 0 0,10 2 1 0 0,2 0-21 0 0,1-1 1 0 0,0-1-1 0 0,0-1 0 0 0,0-1 0 0 0,0-1 1 0 0,0 0-1 0 0,31-4 0 0 0,-26-1-57 0 0,1 0 1 0 0,0-2-1 0 0,-1-1 0 0 0,0-1 1 0 0,34-15-1 0 0,-50 18 64 0 0,0 0 0 0 0,-1 0 0 0 0,0-1 0 0 0,0 0 0 0 0,0 0 0 0 0,-1-1 0 0 0,0 0 0 0 0,0-1 0 0 0,-1 0 0 0 0,13-16 0 0 0,-16 17 6 0 0,0-1-1 0 0,0 0 1 0 0,0 0-1 0 0,-1 0 1 0 0,0 0-1 0 0,0 0 1 0 0,-1-1 0 0 0,0 1-1 0 0,-1-1 1 0 0,0 0-1 0 0,0 1 1 0 0,-1-1-1 0 0,-1-16 1 0 0,-1 10-9 0 0,0 1-1 0 0,-1-1 1 0 0,-1 1-1 0 0,0 0 1 0 0,-1 0 0 0 0,-1 0-1 0 0,0 1 1 0 0,-1 0 0 0 0,0 0-1 0 0,-1 0 1 0 0,0 1-1 0 0,-14-15 1 0 0,10 14-10 0 0,0 1 1 0 0,-1 0-1 0 0,0 1 0 0 0,-1 1 0 0 0,0 0 1 0 0,0 1-1 0 0,-1 0 0 0 0,-1 1 0 0 0,1 1 1 0 0,-22-7-1 0 0,-46-9-1109 0 0,73 21 535 0 0,-1 1 0 0 0,1 0 1 0 0,-1 0-1 0 0,1 1 0 0 0,0 1 0 0 0,-13 1 1 0 0,4 2-963 0 0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4:05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10135 0 0,'0'1'7859'0'0,"-1"6"-6375"0"0,0 0-1 0 0,1 0 1 0 0,0 0 0 0 0,0 0-1 0 0,1 0 1 0 0,2 13 0 0 0,1-8-722 0 0,-1 0-1 0 0,1-1 1 0 0,9 17 0 0 0,-2-9-644 0 0,0-1 0 0 0,1 1 0 0 0,1-2-1 0 0,16 17 1 0 0,-14-17-209 0 0,2-2-1 0 0,0 0 0 0 0,0-1 0 0 0,1 0 1 0 0,1-2-1 0 0,0 0 0 0 0,1-1 0 0 0,0-1 1 0 0,0-1-1 0 0,34 11 0 0 0,-52-20-389 0 0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4:05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49 24215 0 0,'-8'-4'2581'0'0,"4"0"-1487"0"0,23-6 566 0 0,-1 5-1326 0 0,1 0 0 0 0,-1 1-1 0 0,1 0 1 0 0,0 2 0 0 0,29-1 0 0 0,-32 2-283 0 0,187-5-655 0 0,-193 5-174 0 0,1 1-1 0 0,-1 1 1 0 0,0 0 0 0 0,0 0-1 0 0,14 4 1 0 0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4:06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0 6447 0 0,'-9'4'232'0'0,"0"-1"0"0"0,-31 10 18815 0 0,44-9-16092 0 0,7 1-5030 0 0,-8-3 3547 0 0,6 0-1372 0 0,1 1 0 0 0,0-2 0 0 0,-1 1-1 0 0,1-1 1 0 0,15 0 0 0 0,52-7 581 0 0,-36 2-536 0 0,85-9-5568 0 0,-114 11 3710 0 0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4:07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20 11519 0 0,'0'0'15907'0'0,"2"-1"-15351"0"0,4-2-401 0 0,1 0 1 0 0,-1 1-1 0 0,1-1 0 0 0,0 1 1 0 0,0 0-1 0 0,0 1 0 0 0,0 0 1 0 0,0 0-1 0 0,14 0 1 0 0,-11 1-171 0 0,0 1 0 0 0,0 0 0 0 0,0 0 0 0 0,0 1 0 0 0,0 0 0 0 0,14 6 0 0 0,-23-8-62 0 0,0 10-10 0 0,-1-9 87 0 0,1 0 0 0 0,-1 0 0 0 0,0 0 1 0 0,0 0-1 0 0,0 0 0 0 0,0-1 1 0 0,0 1-1 0 0,0 0 0 0 0,0 0 0 0 0,0 0 1 0 0,0 0-1 0 0,-1 0 0 0 0,1 0 0 0 0,0 0 1 0 0,-1 0-1 0 0,0 1 0 0 0,-4 6 75 0 0,-1-1 1 0 0,0-1-1 0 0,-1 1 0 0 0,1-1 0 0 0,-1 0 1 0 0,-9 6-1 0 0,10-8-18 0 0,-36 27 383 0 0,14-11 251 0 0,-40 37-1 0 0,67-56-495 0 0,1 0-191 0 0,0 0 0 0 0,1 0 0 0 0,-1 0 0 0 0,1 1 0 0 0,-1-1 0 0 0,1 0 0 0 0,0 0 0 0 0,-1 0 1 0 0,1 0-1 0 0,0 0 0 0 0,0 0 0 0 0,0 0 0 0 0,0-1 0 0 0,0 1 0 0 0,0 0 0 0 0,0 0 0 0 0,0-1 0 0 0,0 1 0 0 0,0 0 0 0 0,0-1 0 0 0,0 1 0 0 0,0-1 0 0 0,1 0 0 0 0,-1 1 0 0 0,2-1 0 0 0,4 2-9 0 0,1-1-1 0 0,14 2 0 0 0,-15-3 14 0 0,29 3-325 0 0,0-3-1 0 0,1-1 1 0 0,48-7 0 0 0,43-17-6533 0 0,-103 19 4761 0 0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4:08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26 23783 0 0,'-7'-2'521'0'0,"4"1"-220"0"0,0 0 1 0 0,1 1 0 0 0,-1-1 0 0 0,1-1 0 0 0,-1 1 0 0 0,-4-4 3486 0 0,26 0-3534 0 0,-1-1-215 0 0,-11 6-17 0 0,2-1 9 0 0,-1 1 1 0 0,1 0-1 0 0,8 1 0 0 0,-7 1-31 0 0,-2-1 11 0 0,-6-1 45 0 0,-1 10 98 0 0,-1-9-144 0 0,0-1 0 0 0,0 1 1 0 0,1 0-1 0 0,-1 0 0 0 0,0-1 1 0 0,0 1-1 0 0,0 0 0 0 0,0 0 0 0 0,0 0 1 0 0,0-1-1 0 0,0 1 0 0 0,0 0 0 0 0,-1 0 1 0 0,1-1-1 0 0,0 1 0 0 0,0 0 0 0 0,-1-1 1 0 0,1 1-1 0 0,0 0 0 0 0,-1-1 1 0 0,1 1-1 0 0,0 0 0 0 0,-1-1 0 0 0,1 1 1 0 0,-1-1-1 0 0,1 1 0 0 0,-1 0 0 0 0,-1 0 1 0 0,-16 11 215 0 0,0-1 0 0 0,-1-1 0 0 0,0-1 0 0 0,-39 14 0 0 0,20-9 109 0 0,37-13-271 0 0,0-1-11 0 0,-3 5-42 0 0,7 3-11 0 0,0-5 19 0 0,1 1-1 0 0,-1-1 1 0 0,0 0 0 0 0,1 0 0 0 0,0 0-1 0 0,0 0 1 0 0,0 0 0 0 0,0-1 0 0 0,0 0-1 0 0,8 4 1 0 0,6 0-3 0 0,26 7 0 0 0,-22-7-150 0 0,-14-4 83 0 0,-4-2 66 0 0,-1 1-1 0 0,1 0 1 0 0,-1 1-1 0 0,0-1 1 0 0,1 1-1 0 0,-1-1 1 0 0,0 1-1 0 0,0 0 1 0 0,0 0-1 0 0,0 1 1 0 0,0-1-1 0 0,0 1 1 0 0,2 2-1 0 0,0-1-14 0 0,-3-2 0 0 0,-1-1 0 0 0,1 0 0 0 0,0 1 0 0 0,-1-1 0 0 0,0 1 0 0 0,1 0 0 0 0,-1 0 0 0 0,0-1 0 0 0,0 1 0 0 0,0 0 0 0 0,1 4 0 0 0,-1-6 0 0 0,-1 1 0 0 0,1 0 0 0 0,-1 0 0 0 0,1 1 0 0 0,-1-1 0 0 0,0 0 0 0 0,1 0 0 0 0,-1 0 0 0 0,0 0 0 0 0,0 0 0 0 0,0 0 0 0 0,0 0 0 0 0,0 0 0 0 0,0 0 0 0 0,0 1 0 0 0,0-1 0 0 0,0 0 0 0 0,-1 0 0 0 0,1 0 0 0 0,-1 1 0 0 0,0 2 0 0 0,0-1 1 0 0,0 0 1 0 0,0 0-1 0 0,-1 0 0 0 0,1 0 1 0 0,-1 0-1 0 0,0 0 0 0 0,0 0 1 0 0,0-1-1 0 0,0 1 0 0 0,0-1 1 0 0,0 1-1 0 0,-1-1 0 0 0,1 0 1 0 0,-1 0-1 0 0,0 0 0 0 0,1 0 1 0 0,-1 0-1 0 0,0-1 0 0 0,0 1 1 0 0,-6 1-1 0 0,-5 2 8 0 0,-1 0 1 0 0,-30 6-1 0 0,45-11-9 0 0,-18 3-136 0 0,0 0 0 0 0,-1-2 0 0 0,1 0 0 0 0,-1-1 0 0 0,1-1 0 0 0,-24-3 0 0 0,41 4-308 0 0,-22-7-918 0 0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4:10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24 106 8751 0 0,'-7'-2'910'0'0,"-8"-12"7839"0"0,14 13-8099 0 0,1 0-1 0 0,0 1 0 0 0,0-2 0 0 0,0 1-25 0 0,0 0 0 0 0,0 0 0 0 0,0 0 0 0 0,0 0 0 0 0,0 0 0 0 0,0 1 0 0 0,0-1 0 0 0,1 0 0 0 0,-1 0 1 0 0,0 0-1 0 0,1 0 0 0 0,-1 1 0 0 0,2-2 0 0 0,6-7-2598 0 0,-4 6 2180 0 0,1 0-1 0 0,-1 0 1 0 0,1 0 0 0 0,0 1 0 0 0,0 0 0 0 0,0 0 0 0 0,6-2 0 0 0,39-7 461 0 0,-29 7-611 0 0,134-20 204 0 0,-129 22-263 0 0,0 1 0 0 0,-1 1 0 0 0,1 2 1 0 0,28 5-1 0 0,-49-7-13 0 0,16 7-48 0 0,-21-7 61 0 0,0 1 0 0 0,1-1 0 0 0,-1 1 0 0 0,0-1 0 0 0,0 1 0 0 0,1-1 1 0 0,-1 1-1 0 0,0 0 0 0 0,0-1 0 0 0,0 1 0 0 0,0-1 0 0 0,0 1 0 0 0,0-1 0 0 0,0 1 0 0 0,0-1 1 0 0,0 1-1 0 0,0 0 0 0 0,0-1 0 0 0,0 1 0 0 0,0-1 0 0 0,0 1 0 0 0,-1 0 0 0 0,1-1 3 0 0,-1 4 24 0 0,0-1 0 0 0,-1 1-1 0 0,1-1 1 0 0,-1 1 0 0 0,0-1 0 0 0,0 0-1 0 0,0 0 1 0 0,-1 0 0 0 0,1 0 0 0 0,-1 0-1 0 0,1 0 1 0 0,-1-1 0 0 0,0 1 0 0 0,0-1 0 0 0,-4 3-1 0 0,-7 3 150 0 0,0 0 0 0 0,-18 7 0 0 0,22-10-136 0 0,-133 61 454 0 0,143-66-486 0 0,-1 0-1 0 0,0 0 1 0 0,1 1 0 0 0,-1-1 0 0 0,1 0 0 0 0,-1 0 0 0 0,1 0-1 0 0,-1 1 1 0 0,1-1 0 0 0,-1 0 0 0 0,1 1 0 0 0,-1-1 0 0 0,1 0 0 0 0,-1 1-1 0 0,1-1 1 0 0,0 1 0 0 0,-1-1 0 0 0,1 0 0 0 0,0 1 0 0 0,-1-1-1 0 0,1 1 1 0 0,0-1 0 0 0,-1 1 0 0 0,1 0 0 0 0,0-1 0 0 0,0 1 0 0 0,0-1-1 0 0,0 1 1 0 0,-1-1 0 0 0,1 1 0 0 0,0-1 0 0 0,0 1 0 0 0,0 0-1 0 0,0-1 1 0 0,0 1 0 0 0,0-1 0 0 0,1 1 0 0 0,-1-1 0 0 0,0 1 0 0 0,0 0-1 0 0,2 2 2 0 0,-1-1-1 0 0,1 0 0 0 0,0-1 0 0 0,0 1 0 0 0,0 0 0 0 0,0 0 1 0 0,0-1-1 0 0,4 3 0 0 0,12 6-5 0 0,1-1 0 0 0,0-1 0 0 0,0-1 0 0 0,25 6 0 0 0,-21-6 0 0 0,15 4-8 0 0,-17-6-3 0 0,-1 1 0 0 0,0 1 0 0 0,0 1-1 0 0,36 20 1 0 0,-54-27 13 0 0,0 0 0 0 0,0 0 0 0 0,-1 0 0 0 0,1 1 0 0 0,0-1 1 0 0,-1 1-1 0 0,1-1 0 0 0,-1 1 0 0 0,1-1 0 0 0,-1 1 0 0 0,0 0 0 0 0,0 0 0 0 0,0 0 0 0 0,0 0 0 0 0,0-1 0 0 0,0 1 0 0 0,0 1 1 0 0,-1-1-1 0 0,1 0 0 0 0,-1 0 0 0 0,1 0 0 0 0,-1 0 0 0 0,0 0 0 0 0,0 0 0 0 0,0 1 0 0 0,0-1 0 0 0,0 0 0 0 0,0 0 0 0 0,-1 0 1 0 0,1 0-1 0 0,-1 0 0 0 0,0 0 0 0 0,1 0 0 0 0,-1 0 0 0 0,0 0 0 0 0,0 0 0 0 0,0 0 0 0 0,0 0 0 0 0,-1 0 0 0 0,1-1 0 0 0,0 1 1 0 0,-1-1-1 0 0,1 1 0 0 0,-1-1 0 0 0,0 1 0 0 0,1-1 0 0 0,-5 2 0 0 0,-4 4 64 0 0,-1-1 0 0 0,-1 0 0 0 0,1 0-1 0 0,-1-2 1 0 0,0 1 0 0 0,0-1 0 0 0,-24 4 0 0 0,-93 5 71 0 0,107-12-125 0 0,3 0-8 0 0,-33-3 0 0 0,43 1-56 0 0,0 0 0 0 0,0-1-1 0 0,0 0 1 0 0,1-1 0 0 0,-17-6 0 0 0,24 9-1 0 0,1 0 1 0 0,-1-1 0 0 0,0 1 0 0 0,1 0-1 0 0,-1-1 1 0 0,1 1 0 0 0,-1 0-1 0 0,1-1 1 0 0,-1 1 0 0 0,1-1-1 0 0,-1 1 1 0 0,1-1 0 0 0,-1 1 0 0 0,1-1-1 0 0,-1 1 1 0 0,1-1 0 0 0,0 1-1 0 0,-1-1 1 0 0,1 1 0 0 0,0-1 0 0 0,-1 0-1 0 0,1 1 1 0 0,0-1 0 0 0,0 0-1 0 0,0 1 1 0 0,0-1 0 0 0,0 0 0 0 0,0 1-1 0 0,0-1 1 0 0,0 0 0 0 0,0 1-1 0 0,0-1 1 0 0,0 0 0 0 0,0 1 0 0 0,0-1-1 0 0,0 0 1 0 0,0 1 0 0 0,1-1-1 0 0,-1 1 1 0 0,0-1 0 0 0,1 0 0 0 0,-1 1-1 0 0,0-1 1 0 0,1 1 0 0 0,-1-1-1 0 0,1 1 1 0 0,-1-1 0 0 0,1 1-1 0 0,-1-1 1 0 0,1 1 0 0 0,0-1 0 0 0,4-4-768 0 0,0 1 1 0 0,0 0 0 0 0,12-7-1 0 0,-14 9 395 0 0,19-11-1688 0 0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4:11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137 481 26263 0 0,'-5'-1'697'0'0,"5"1"-578"0"0,-1-1 0 0 0,1 1 0 0 0,-1 0 0 0 0,1 0 1 0 0,-1 0-1 0 0,1 0 0 0 0,-1 0 0 0 0,1 0 0 0 0,-1 0 1 0 0,1 0-1 0 0,-1 0 0 0 0,1 0 0 0 0,-1 0 0 0 0,1 0 1 0 0,-1 1-1 0 0,1-1 0 0 0,-1 0 0 0 0,0 0 0 0 0,1 0-54 0 0,0 0 0 0 0,-1 0-1 0 0,1 0 1 0 0,0 0 0 0 0,0 0-1 0 0,-1 0 1 0 0,1 0-1 0 0,0 0 1 0 0,0 0 0 0 0,-1 0-1 0 0,1 0 1 0 0,0 0 0 0 0,0 0-1 0 0,-1 0 1 0 0,1 0-1 0 0,0 0 1 0 0,0-1 0 0 0,0 1-1 0 0,-1 0 1 0 0,1 0 0 0 0,0 0-1 0 0,0 0 1 0 0,0-1-1 0 0,-1 1 1 0 0,1 0 0 0 0,0 0-1 0 0,0-1 1 0 0,0 1 0 0 0,0 0-1 0 0,0 0 1 0 0,0 0-1 0 0,0-1 1 0 0,-1 1 0 0 0,1 0-1 0 0,0 0 1 0 0,0-1 0 0 0,0 1-1 0 0,0 0 1 0 0,0 0-1 0 0,0-1 1 0 0,0 1 0 0 0,0-1-1 0 0,0-14 18 0 0,0 10 191 0 0,-4-48 99 0 0,2 26-385 0 0,-6-36-1 0 0,-2 15 4 0 0,2 2-29 0 0,-3 0-1 0 0,-27-75 1 0 0,33 109 21 0 0,-1 1 0 0 0,-8-12 1 0 0,14 23 16 0 0,0-1 1 0 0,0 1 0 0 0,0 0 0 0 0,0 0 0 0 0,0 0-1 0 0,0 0 1 0 0,0 0 0 0 0,0 0 0 0 0,0 0-1 0 0,0 0 1 0 0,0 0 0 0 0,-1-1 0 0 0,1 1 0 0 0,0 0-1 0 0,0 0 1 0 0,0 0 0 0 0,0 0 0 0 0,0 0-1 0 0,0 0 1 0 0,0 0 0 0 0,0 0 0 0 0,0 0 0 0 0,-1 0-1 0 0,1 0 1 0 0,0 0 0 0 0,0 0 0 0 0,0 0-1 0 0,0 0 1 0 0,0 0 0 0 0,0 0 0 0 0,0 0-1 0 0,0 0 1 0 0,-1 0 0 0 0,1 0 0 0 0,0 0 0 0 0,0 0-1 0 0,0 0 1 0 0,0 0 0 0 0,0 0 0 0 0,0 0-1 0 0,0 0 1 0 0,0 0 0 0 0,-1 0 0 0 0,-1 6-2 0 0,-1 7 3 0 0,3-12-1 0 0,0 5 4 0 0,0 0-1 0 0,1 0 1 0 0,-1 0-1 0 0,1 0 0 0 0,0 0 1 0 0,0 0-1 0 0,1 0 1 0 0,0 0-1 0 0,0 0 1 0 0,0-1-1 0 0,5 8 1 0 0,-1-2 11 0 0,1 1 0 0 0,1-1 0 0 0,0-1 0 0 0,11 13 0 0 0,-11-16-14 0 0,1 1 1 0 0,-1-2-1 0 0,1 1 0 0 0,1-1 0 0 0,-1 0 0 0 0,1-1 0 0 0,0-1 1 0 0,0 1-1 0 0,12 3 0 0 0,-8-4-1 0 0,0-1 0 0 0,0 0 0 0 0,0 0-1 0 0,0-2 1 0 0,0 0 0 0 0,24-1 0 0 0,-28 0 0 0 0,-1-2 0 0 0,1 0 0 0 0,0 0 0 0 0,0 0 0 0 0,-1-1 0 0 0,1-1 0 0 0,-1 0 0 0 0,0 0 0 0 0,13-9 0 0 0,-15 9 0 0 0,-1-1 0 0 0,0 0 0 0 0,0 0 0 0 0,0-1 0 0 0,-1 1 0 0 0,0-1 0 0 0,0 0 0 0 0,0-1 0 0 0,-1 1 0 0 0,0-1 0 0 0,0 0 0 0 0,5-12 0 0 0,-8 16 0 0 0,11-29 0 0 0,16-32 0 0 0,-28 64 0 0 0,1 0 0 0 0,-1 0 0 0 0,0 0 0 0 0,0 0 0 0 0,0-1 0 0 0,0 1 0 0 0,0 0 0 0 0,0 0 0 0 0,0 0 0 0 0,0 0 0 0 0,1 0 0 0 0,-1 0 0 0 0,0 0 0 0 0,0 0 0 0 0,0 0 0 0 0,0 0 0 0 0,0 0 0 0 0,0-1 0 0 0,1 1 0 0 0,-1 0 0 0 0,0 0 0 0 0,0 0 0 0 0,0 0 0 0 0,0 0 0 0 0,1 0 0 0 0,-1 0 0 0 0,0 0 0 0 0,0 0 0 0 0,0 0 0 0 0,0 0 0 0 0,0 0 0 0 0,1 0 0 0 0,-1 1 0 0 0,0-1 0 0 0,0 0 0 0 0,0 0 0 0 0,0 0 0 0 0,0 0 0 0 0,0 0 0 0 0,1 0 0 0 0,-1 0 0 0 0,0 0 0 0 0,0 0 0 0 0,0 0 0 0 0,0 1 0 0 0,0-1 0 0 0,0 0 0 0 0,0 0 0 0 0,0 0 0 0 0,0 0 0 0 0,1 0 0 0 0,-1 0 0 0 0,0 1 0 0 0,0-1 0 0 0,0 0 0 0 0,0 0 0 0 0,0 0 0 0 0,0 0 0 0 0,0 0 0 0 0,0 1 0 0 0,0-1 0 0 0,0 0 0 0 0,0 0 0 0 0,0 0 0 0 0,0 1 0 0 0,3 10 0 0 0,12 92 0 0 0,4 2 0 0 0,-15-89 0 0 0,1 0 0 0 0,0 1 0 0 0,1-2 0 0 0,10 20 0 0 0,-13-31-86 0 0,-1 0 0 0 0,1 0-1 0 0,-1 0 1 0 0,1 0 0 0 0,1-1 0 0 0,-1 1 0 0 0,0-1-1 0 0,1 1 1 0 0,-1-1 0 0 0,1-1 0 0 0,0 1 0 0 0,0 0-1 0 0,0-1 1 0 0,1 0 0 0 0,6 3 0 0 0,-7-4-196 0 0,0 0 1 0 0,-1-1-1 0 0,1 1 1 0 0,0-1 0 0 0,0 0-1 0 0,0 0 1 0 0,-1 0-1 0 0,1 0 1 0 0,0-1-1 0 0,0 0 1 0 0,-1 1 0 0 0,1-2-1 0 0,0 1 1 0 0,-1 0-1 0 0,1-1 1 0 0,-1 1-1 0 0,0-1 1 0 0,1 0 0 0 0,-1 0-1 0 0,3-3 1 0 0,8-6-2018 0 0,0 0-393 0 0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4:11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367 45 3223 0 0,'0'0'143'0'0,"-1"0"-3"0"0,-26-20 871 0 0,15 10 8455 0 0,1 2-19 0 0,9 7-8634 0 0,0 0 1 0 0,0 0-1 0 0,1 0 0 0 0,-1 1 1 0 0,0-1-1 0 0,0 0 0 0 0,0 1 0 0 0,-3-1 1 0 0,4 1-773 0 0,0 1-1 0 0,0-1 1 0 0,0 0 0 0 0,1 0 0 0 0,-1 1 0 0 0,0-1 0 0 0,0 1 0 0 0,0-1-1 0 0,1 1 1 0 0,-1-1 0 0 0,0 1 0 0 0,0 0 0 0 0,1-1 0 0 0,-1 1 0 0 0,1 0-1 0 0,-1-1 1 0 0,0 1 0 0 0,1 0 0 0 0,0 0 0 0 0,-1 0 0 0 0,1-1-1 0 0,-1 2 1 0 0,0 1-19 0 0,0-1 0 0 0,0 0 0 0 0,0 0 1 0 0,1 1-1 0 0,-1-1 0 0 0,1 1 0 0 0,-1 2 0 0 0,2-1-4 0 0,0 0 1 0 0,0 0-1 0 0,0 0 1 0 0,1 0-1 0 0,-1 0 1 0 0,1 0-1 0 0,0-1 1 0 0,0 1-1 0 0,0-1 1 0 0,5 6-1 0 0,1 4 8 0 0,3 2-19 0 0,0 1 1 0 0,1-2-1 0 0,18 19 0 0 0,47 37 50 0 0,14 15-15 0 0,-79-72-31 0 0,0 1-1 0 0,13 21 1 0 0,-22-31-9 0 0,-1 0 1 0 0,1 0-1 0 0,-1 1 0 0 0,0-1 0 0 0,-1 1 1 0 0,1 0-1 0 0,-1-1 0 0 0,0 1 1 0 0,0 0-1 0 0,0 0 0 0 0,-1-1 0 0 0,1 1 1 0 0,-2 10-1 0 0,0-13 12 0 0,1 0 0 0 0,-1 1 0 0 0,0-1-1 0 0,0 0 1 0 0,0 0 0 0 0,-1 0 0 0 0,1 0 0 0 0,0 0 0 0 0,-1 0-1 0 0,1 0 1 0 0,-1 0 0 0 0,0-1 0 0 0,0 1 0 0 0,0-1 0 0 0,1 1 0 0 0,-1-1-1 0 0,-1 0 1 0 0,-2 2 0 0 0,-2 1 9 0 0,1-1 1 0 0,-1-1-1 0 0,0 1 0 0 0,0-1 0 0 0,-8 1 1 0 0,-3 0-16 0 0,0-2 1 0 0,0 0-1 0 0,-24-2 1 0 0,-57-10 25 0 0,39 4-25 0 0,-159-22-9 0 0,171 18-1337 0 0,47 11 626 0 0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4:13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13 10591 0 0,'0'0'819'0'0,"0"-1"-534"0"0,-5-11 4722 0 0,4 30-3423 0 0,2 113 1001 0 0,7 110-206 0 0,36 41-726 0 0,21-3-495 0 0,-45-197-929 0 0,44 257 129 0 0,-26 3-138 0 0,-35-305-113 0 0,-2 48 0 0 0,-1-84-122 0 0,0 0 1 0 0,0 0-1 0 0,0-1 1 0 0,0 1-1 0 0,0 0 1 0 0,0 0-1 0 0,-1-1 1 0 0,1 1 0 0 0,0 0-1 0 0,0 0 1 0 0,-1-1-1 0 0,1 1 1 0 0,-1 0-1 0 0,1-1 1 0 0,0 1-1 0 0,-1 0 1 0 0,0 0-1 0 0,0 0-26 0 0,1-1 1 0 0,-1 0-1 0 0,1 0 0 0 0,0 0 0 0 0,-1 0 0 0 0,1 1 0 0 0,-1-1 0 0 0,1 0 0 0 0,-1 0 0 0 0,1 0 1 0 0,-1 0-1 0 0,1 0 0 0 0,-1 0 0 0 0,1 0 0 0 0,-1 0 0 0 0,1 0 0 0 0,-1 0 0 0 0,1 0 1 0 0,0-1-1 0 0,-1 1 0 0 0,0 0 0 0 0,-1-1-101 0 0,1 0 1 0 0,-1 0 0 0 0,0 0-1 0 0,1 0 1 0 0,-1-1-1 0 0,0 1 1 0 0,1 0-1 0 0,0-1 1 0 0,-1 1-1 0 0,1-1 1 0 0,-2-2-1 0 0,-6-13-1419 0 0,1-5-295 0 0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4:14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1 134 11055 0 0,'0'0'852'0'0,"1"-1"-560"0"0,2-4 59 0 0,1 1 1 0 0,-1-1-1 0 0,1 1 0 0 0,1 0 0 0 0,-1 0 0 0 0,0 0 0 0 0,1 1 0 0 0,0 0 0 0 0,0-1 1 0 0,0 2-1 0 0,0-1 0 0 0,0 1 0 0 0,1-1 0 0 0,6-1 0 0 0,11-2 241 0 0,1 1 0 0 0,26-4 0 0 0,-40 8-693 0 0,301-36 3031 0 0,-39 30-1920 0 0,-106 6-673 0 0,274-6-184 0 0,-59 1-18 0 0,328 28 510 0 0,-488-10-549 0 0,-101-6-96 0 0,190 8 0 0 0,295 14-372 0 0,-263-8 176 0 0,147 12-21 0 0,-266-16 154 0 0,6-6-113 0 0,-184-4 137 0 0,3 1 14 0 0,-37-4 36 0 0,-1 4 31 0 0,0 11 115 0 0,1 6 13 0 0,1 3-147 0 0,-1 0-1 0 0,-2 0 1 0 0,-1 1 0 0 0,-1 0-1 0 0,-1 1 1 0 0,3 47 0 0 0,7 208 642 0 0,-4-58-404 0 0,48 348-240 0 0,-17-193-87 0 0,-36-304 63 0 0,-3 1 0 0 0,-3 0 0 0 0,-14 116 0 0 0,12-187 20 0 0,0 0 0 0 0,-1 0-1 0 0,0-1 1 0 0,0 1 0 0 0,-5 10 0 0 0,6-15-12 0 0,0 0 1 0 0,0 0-1 0 0,0 0 1 0 0,-1 0-1 0 0,1 0 1 0 0,0-1-1 0 0,-1 1 1 0 0,0 0-1 0 0,1-1 1 0 0,-1 1-1 0 0,0-1 1 0 0,0 0-1 0 0,0 1 1 0 0,0-1-1 0 0,0 0 1 0 0,0 0-1 0 0,0 0 1 0 0,0-1-1 0 0,0 1 0 0 0,-1 0 1 0 0,-2 0-1 0 0,-161 12 194 0 0,150-12-195 0 0,-127 2 34 0 0,32-2-12 0 0,-196 5-129 0 0,-51 3-46 0 0,-490 11 241 0 0,511-15 100 0 0,277-4-161 0 0,-398 13 227 0 0,215-7-67 0 0,-15 1 158 0 0,-298 13 787 0 0,199-8-373 0 0,148-9-300 0 0,-66 3-198 0 0,235-6-853 0 0,1-2 0 0 0,-68-9 0 0 0,96 8-1759 0 0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4:51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 7367 0 0,'0'2'7555'0'0,"-9"38"-333"0"0,6 2-4364 0 0,4 45-2161 0 0,0-53 524 0 0,32 430 1855 0 0,-19-371-3485 0 0,-14-91 257 0 0,1-1-1 0 0,-1 1 1 0 0,-1-1-1 0 0,1 0 1 0 0,0 1 0 0 0,0-1-1 0 0,0 1 1 0 0,-1-1-1 0 0,1 0 1 0 0,-1 1-1 0 0,1-1 1 0 0,-1 0 0 0 0,1 0-1 0 0,-1 1 1 0 0,-1 1-1 0 0,2-3 143 0 0,-1 2-1094 0 0,-2-3-43 0 0,0 0 583 0 0,0 0-1 0 0,-1-1 1 0 0,1 1-1 0 0,0-1 1 0 0,-4-2 0 0 0,-6-5-1810 0 0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4:51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27 275 5063 0 0,'-2'0'390'0'0,"0"1"-294"0"0,-2 0-134 0 0,-15-9 9917 0 0,20-4-6690 0 0,-1 10-2691 0 0,0 0-1 0 0,1 1 0 0 0,0-1 1 0 0,-1 0-1 0 0,1 0 0 0 0,0 0 1 0 0,0 1-1 0 0,0-1 0 0 0,2-2 1 0 0,15-13 1140 0 0,-8 11-1534 0 0,0 0 1 0 0,14-6-1 0 0,-20 10 188 0 0,35-13 520 0 0,0 1-1 0 0,42-9 0 0 0,-34 10-510 0 0,334-69 653 0 0,-291 66-872 0 0,85-11-3233 0 0,-143 24 1374 0 0,0 2 0 0 0,0 1 0 0 0,49 7 1 0 0,-39 0-6558 0 0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4:52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0 242 13823 0 0,'0'0'1062'0'0,"3"1"-370"0"0,13 0 1081 0 0,0-1 0 0 0,0 0-1 0 0,0-1 1 0 0,0 0 0 0 0,23-6 0 0 0,5 0-853 0 0,-38 6-804 0 0,22-3 406 0 0,0 1-1 0 0,1 1 1 0 0,50 3-1 0 0,-78 0-505 0 0,1-1-1 0 0,-1 0 1 0 0,0 0-1 0 0,1 1 0 0 0,-1-1 1 0 0,1 1-1 0 0,-1-1 1 0 0,0 1-1 0 0,1 0 0 0 0,-1-1 1 0 0,0 1-1 0 0,0 0 1 0 0,0 0-1 0 0,1 0 1 0 0,-1 0-1 0 0,0 0 0 0 0,0 0 1 0 0,0 0-1 0 0,-1 0 1 0 0,1 0-1 0 0,1 3 0 0 0,-1-2 2 0 0,0 1-1 0 0,0-1 0 0 0,-1 0 1 0 0,1 1-1 0 0,-1-1 1 0 0,0 0-1 0 0,1 1 0 0 0,-1-1 1 0 0,0 0-1 0 0,0 1 0 0 0,-1-1 1 0 0,1 0-1 0 0,-1 3 0 0 0,-1 0 34 0 0,1 1 0 0 0,-1-1 0 0 0,0 0 0 0 0,-1 1 0 0 0,0-1-1 0 0,1 0 1 0 0,-2-1 0 0 0,-2 6 0 0 0,-35 34 317 0 0,6-6-81 0 0,18-17-90 0 0,-13 22 1 0 0,29-38-133 0 0,-1 7 3 0 0,3 1 10 0 0,5-1-10 0 0,-4-9-67 0 0,0-1 0 0 0,1 0 1 0 0,0 1-1 0 0,-1-1 0 0 0,1 0 1 0 0,0-1-1 0 0,0 1 0 0 0,0-1 0 0 0,0 1 1 0 0,0-1-1 0 0,0 0 0 0 0,1 0 1 0 0,-1 0-1 0 0,0 0 0 0 0,1-1 1 0 0,4 1-1 0 0,1 0-37 0 0,0-1-1 0 0,0 0 1 0 0,0 0 0 0 0,0-1-1 0 0,10-2 1 0 0,-7 0-267 0 0,1-1 0 0 0,-1 0-1 0 0,1-1 1 0 0,16-10 0 0 0,44-30-2379 0 0,-63 39 2090 0 0,21-15-954 0 0</inkml:trace>
  <inkml:trace contextRef="#ctx0" brushRef="#br0" timeOffset="1">944 15 8287 0 0,'2'0'4860'0'0,"45"-3"9425"0"0,3-3-11249 0 0,-33 3-2593 0 0,0 2 1 0 0,23 0-1 0 0,-3 5-236 0 0,-25-2-1426 0 0,25 1 0 0 0,-30 1-1853 0 0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4:52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4 9671 0 0,'-5'8'8206'0'0,"10"-5"-6785"0"0,0 0 1 0 0,0 0 0 0 0,0-1-1 0 0,0 0 1 0 0,11 3 0 0 0,-7-3-510 0 0,1 0 1 0 0,-1-1 0 0 0,10 0-1 0 0,10-2-617 0 0,41-6-1 0 0,-28 2 387 0 0,-14 2-1749 0 0,36-11 0 0 0,-44 9-508 0 0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4:54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70 5983 0 0,'-20'19'20020'0'0,"113"-54"-17021"0"0,-59 20-2578 0 0,1 2 1 0 0,51-12-1 0 0,-81 24-363 0 0,6 1-36 0 0,-8 0 32 0 0,-3 12 16 0 0,1-10-64 0 0,-1 0-1 0 0,0 0 0 0 0,0 1 1 0 0,0-1-1 0 0,0 0 1 0 0,-1 0-1 0 0,1 1 0 0 0,-1-1 1 0 0,1 0-1 0 0,-1 0 1 0 0,0 0-1 0 0,1 0 0 0 0,-3 2 1 0 0,-3 6 31 0 0,-2 0 0 0 0,1-1 0 0 0,-2 0 1 0 0,1 0-1 0 0,-1-1 0 0 0,0 0 0 0 0,-12 8 0 0 0,-21 18 98 0 0,17-14-65 0 0,17-14-56 0 0,-1 0 0 0 0,2 1 1 0 0,-1 0-1 0 0,-8 9 0 0 0,3 1 61 0 0,11-16-22 0 0,2 1 0 0 0,0 0-43 0 0,0 0-1 0 0,0 0 0 0 0,0-1 1 0 0,1 1-1 0 0,-1 0 1 0 0,0 0-1 0 0,1-1 0 0 0,-1 1 1 0 0,1 0-1 0 0,0-1 0 0 0,-1 1 1 0 0,1 0-1 0 0,0-1 0 0 0,0 1 1 0 0,0-1-1 0 0,0 1 0 0 0,0-1 1 0 0,1 0-1 0 0,-1 0 1 0 0,0 1-1 0 0,0-1 0 0 0,1 0 1 0 0,-1 0-1 0 0,1 0 0 0 0,-1 0 1 0 0,4 1-1 0 0,5 3-5 0 0,0-1-1 0 0,1 0 1 0 0,14 3-1 0 0,-11-3 8 0 0,20 6 2 0 0,-15-5-5 0 0,1 0 0 0 0,-1 2 0 0 0,0 0 0 0 0,35 20 0 0 0,-39-15-8 0 0,-12-7 0 0 0,-2-1 0 0 0,6 9 0 0 0,-6 1 0 0 0,-2-10 7 0 0,1 1-1 0 0,-2-1 1 0 0,1 0 0 0 0,0 1-1 0 0,-1-1 1 0 0,0 0 0 0 0,0 0-1 0 0,0 0 1 0 0,-1 0 0 0 0,1 0-1 0 0,-1 0 1 0 0,0-1 0 0 0,-7 7-1 0 0,-3 2 31 0 0,0 0-1 0 0,-19 12 1 0 0,18-15-15 0 0,0 0 0 0 0,-1-2 1 0 0,0 1-1 0 0,0-2 0 0 0,-24 8 0 0 0,14-8-109 0 0,-1 0-1 0 0,-45 4 0 0 0,68-10-86 0 0,0 0 0 0 0,0 0 0 0 0,0 0 0 0 0,0 0 0 0 0,-1 0 0 0 0,1-1 0 0 0,0 1 0 0 0,0-1 0 0 0,0 0 0 0 0,-5-2 0 0 0,7 2 48 0 0,1 1 0 0 0,0-1-1 0 0,-1 0 1 0 0,1 1 0 0 0,0-1 0 0 0,0 0 0 0 0,0 1 0 0 0,-1-1 0 0 0,1 0 0 0 0,0 0 0 0 0,0 1-1 0 0,0-1 1 0 0,0 0 0 0 0,0 1 0 0 0,0-1 0 0 0,1 0 0 0 0,-1 0 0 0 0,0-1 0 0 0,1 1-265 0 0,1-16-1853 0 0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4:54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23063 0 0,'0'0'2092'0'0,"2"-1"-1721"0"0,12-3 511 0 0,0 0 1 0 0,0 0-1 0 0,0 1 1 0 0,30-1 0 0 0,-29 3-735 0 0,-1 1 1 0 0,1 1-1 0 0,-1 0 1 0 0,1 1 0 0 0,-1 1-1 0 0,1 0 1 0 0,-1 1 0 0 0,25 10-1 0 0,-17-1-136 0 0,-16-4-14 0 0,-3-4 3 0 0,-2-2 1 0 0,1 0 0 0 0,-1 0-1 0 0,0 0 1 0 0,0 1 0 0 0,0-1 0 0 0,-1 0 0 0 0,1 1-1 0 0,-1-1 1 0 0,0 0 0 0 0,1 1 0 0 0,-2-1 0 0 0,1 0 0 0 0,0 1-1 0 0,-1-1 1 0 0,1 0 0 0 0,-1 1 0 0 0,0-1 0 0 0,0 0-1 0 0,0 0 1 0 0,-1 0 0 0 0,1 0 0 0 0,-4 5 0 0 0,-3 5 30 0 0,-1 0 0 0 0,-1 0 0 0 0,-18 17 0 0 0,14-14-1 0 0,-7 6 3 0 0,-31 37 126 0 0,48-53-147 0 0,0 1-1 0 0,0-1 1 0 0,0 1 0 0 0,0 0-1 0 0,1 0 1 0 0,1 0-1 0 0,-5 14 1 0 0,7-19-11 0 0,-1 0 0 0 0,1 0 0 0 0,0-1 0 0 0,0 1 0 0 0,0 0 0 0 0,0 0 0 0 0,1 0 0 0 0,-1 0 0 0 0,0 0 0 0 0,1 0 0 0 0,-1 0 0 0 0,1 0 0 0 0,0-1 0 0 0,0 1 0 0 0,-1 0 0 0 0,1 0 0 0 0,0-1 0 0 0,1 1 0 0 0,-1-1 0 0 0,0 1 0 0 0,0-1 0 0 0,1 1 0 0 0,-1-1 0 0 0,1 0 0 0 0,-1 1 0 0 0,1-1 0 0 0,-1 0 0 0 0,1 0 0 0 0,0 0 0 0 0,-1 0 0 0 0,4 0 0 0 0,2 2 7 0 0,0 0 0 0 0,1-1 0 0 0,-1 0 1 0 0,1-1-1 0 0,-1 1 0 0 0,13-1 0 0 0,-7-1-116 0 0,1-1 0 0 0,0 0-1 0 0,0-1 1 0 0,-1-1 0 0 0,1 0 0 0 0,-1-1-1 0 0,15-6 1 0 0,6-4-2728 0 0,48-28 0 0 0,-57 28 427 0 0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4:54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0 18631 0 0,'0'0'852'0'0,"-2"2"-20"0"0,-8 3-382 0 0,0 0 0 0 0,1 1 0 0 0,0 1 0 0 0,0-1 0 0 0,1 1 0 0 0,0 1 0 0 0,0 0 0 0 0,-7 9 0 0 0,4-3 708 0 0,1 0 0 0 0,0 0 0 0 0,1 1 0 0 0,-12 26 0 0 0,17-32-1002 0 0,1-1 0 0 0,0 1 0 0 0,1 0 0 0 0,-1 0-1 0 0,2 0 1 0 0,-1 0 0 0 0,0 14 0 0 0,2-20-123 0 0,0 0 0 0 0,1 0-1 0 0,-1 0 1 0 0,1 0 0 0 0,-1 0 0 0 0,1 0-1 0 0,0-1 1 0 0,0 1 0 0 0,0 0 0 0 0,0-1-1 0 0,1 1 1 0 0,-1-1 0 0 0,1 1 0 0 0,-1-1-1 0 0,1 0 1 0 0,0 1 0 0 0,0-1 0 0 0,0 0-1 0 0,0 0 1 0 0,0 0 0 0 0,1-1 0 0 0,-1 1-1 0 0,0 0 1 0 0,1-1 0 0 0,0 0 0 0 0,-1 1-1 0 0,6 1 1 0 0,9 1-105 0 0,-1-1 0 0 0,1 0 0 0 0,0-1 0 0 0,0 0 0 0 0,0-2 0 0 0,0 0 0 0 0,0-1 0 0 0,27-4 0 0 0,-33 3 2 0 0,-1-1 0 0 0,1 0 0 0 0,-1 0 0 0 0,0-1 0 0 0,0 0 0 0 0,16-10 0 0 0,-19 10 22 0 0,-1 0-1 0 0,0-1 0 0 0,1 0 1 0 0,-1 0-1 0 0,-1 0 1 0 0,1-1-1 0 0,-1 0 0 0 0,0 0 1 0 0,6-10-1 0 0,-10 14 38 0 0,0 0 0 0 0,0 0 0 0 0,0 0 0 0 0,0 0 0 0 0,0 0-1 0 0,-1 0 1 0 0,1 0 0 0 0,-1 0 0 0 0,1 0 0 0 0,-1-1 0 0 0,0 1 0 0 0,0 0 0 0 0,0 0 0 0 0,0 0 0 0 0,0 0-1 0 0,-1 0 1 0 0,1 0 0 0 0,-1-1 0 0 0,1 1 0 0 0,-1 0 0 0 0,0 0 0 0 0,1 0 0 0 0,-1 0 0 0 0,0 0 0 0 0,0 1-1 0 0,-1-1 1 0 0,1 0 0 0 0,0 0 0 0 0,-1 1 0 0 0,1-1 0 0 0,-1 1 0 0 0,-2-3 0 0 0,-2-1-18 0 0,-1 1 0 0 0,1-1 1 0 0,-1 1-1 0 0,0 0 1 0 0,-1 1-1 0 0,-14-6 0 0 0,3 4-230 0 0,0 1 0 0 0,-38-4 0 0 0,21 4-1402 0 0,34 4 515 0 0,-8-2-2991 0 0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4:55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9671 0 0,'0'0'748'0'0,"1"-1"-492"0"0,11-7 1517 0 0,9-3 9839 0 0,-2 13-7357 0 0,-16 0-4024 0 0,0-1 1 0 0,-1 1-1 0 0,1-1 0 0 0,-1 1 1 0 0,1 0-1 0 0,-1 0 0 0 0,0 0 1 0 0,1 1-1 0 0,-1-1 0 0 0,0 0 1 0 0,0 1-1 0 0,2 4 0 0 0,18 36 621 0 0,-20-38-799 0 0,15 41 109 0 0,-2-1 0 0 0,10 54 0 0 0,-13-46-108 0 0,-7-35-122 0 0,-1 0 0 0 0,-1 0-1 0 0,-1 0 1 0 0,-1 1 0 0 0,0-1 0 0 0,-1 1 0 0 0,-5 35 0 0 0,4-52-342 0 0,8-12-7588 0 0,1-1 5335 0 0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4:55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30 2759 0 0,'33'-29'26007'0'0,"-35"30"-25345"0"0,-51 34 769 0 0,-74 66-1 0 0,67-52-952 0 0,7-1-478 0 0,46-41 0 0 0,1 0 0 0 0,0 0 0 0 0,0 1 0 0 0,1-1 0 0 0,-7 14 0 0 0,11-18 0 0 0,0 0 0 0 0,1 0 0 0 0,-1 0 0 0 0,1 1 0 0 0,-1-1 0 0 0,1 6 0 0 0,1-7 0 0 0,0 0 0 0 0,0 0 0 0 0,0 0 0 0 0,1-1 0 0 0,-1 1 0 0 0,0 0 0 0 0,1 0 0 0 0,-1-1 0 0 0,1 1 0 0 0,-1-1 0 0 0,1 1 0 0 0,0-1 0 0 0,0 0 0 0 0,0 0 0 0 0,0 0 0 0 0,-1 0 0 0 0,2 0 0 0 0,2 1 0 0 0,3 1 0 0 0,0-1 0 0 0,0 1 0 0 0,13 0 0 0 0,38 2 0 0 0,61-2 0 0 0,9-1 0 0 0,77 22-641 0 0,-161-17-2877 0 0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4:56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34 7367 0 0,'0'0'667'0'0,"1"-2"-547"0"0,0-5 296 0 0,1-4 3743 0 0,-1-3 7639 0 0,-10 21-10623 0 0,2-1-997 0 0,2 0 1 0 0,-1 1-1 0 0,1 0 1 0 0,0 0-1 0 0,0 0 1 0 0,1 0-1 0 0,0 1 1 0 0,-5 12-1 0 0,0-1 65 0 0,-10 21 88 0 0,2 0 1 0 0,2 2-1 0 0,1-1 0 0 0,3 2 0 0 0,1 0 0 0 0,-7 72 1 0 0,16-100-305 0 0,0-1 0 0 0,1 1 0 0 0,1-1 0 0 0,0 0 0 0 0,1 1 0 0 0,1-1 0 0 0,0 0 0 0 0,1 0 0 0 0,6 15 0 0 0,-7-22-87 0 0,0 0 0 0 0,1-1 0 0 0,0 1 0 0 0,0-1 0 0 0,0 0 0 0 0,1 0 0 0 0,0 0 0 0 0,1-1 0 0 0,-1 1 0 0 0,1-1 0 0 0,0-1 0 0 0,0 1-1 0 0,0-1 1 0 0,1 0 0 0 0,-1 0 0 0 0,1-1 0 0 0,0 0 0 0 0,14 4 0 0 0,-10-4-368 0 0,-1-1 1 0 0,1 0-1 0 0,-1 0 1 0 0,1-1-1 0 0,17-1 0 0 0,-18-1-692 0 0,0 0 0 0 0,1-1 0 0 0,12-3 0 0 0,-4-2-6962 0 0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4:56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 4143 0 0,'0'0'319'0'0,"-2"1"-210"0"0,-22 16 13383 0 0,12 0-7357 0 0,10-14-5957 0 0,1 1-1 0 0,1-1 0 0 0,-1 1 0 0 0,0-1 0 0 0,1 1 1 0 0,0 0-1 0 0,-1-1 0 0 0,2 5 0 0 0,-1 7 328 0 0,1 23 164 0 0,1 0 0 0 0,3 0 1 0 0,1-1-1 0 0,22 74 0 0 0,-15-73-636 0 0,18 38-1 0 0,-25-63-142 0 0,-6-12-344 0 0,6 15 500 0 0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4:57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7367 0 0,'3'1'4400'0'0,"28"4"4735"0"0,0-2-4989 0 0,68 0-2670 0 0,-18 2-546 0 0,-9-1-661 0 0,200-5-81 0 0,-260 0-189 0 0,-7 1 2 0 0,0 0 1 0 0,0 0-1 0 0,0 1 1 0 0,0-1-1 0 0,1 1 1 0 0,-1 0-1 0 0,7 3 1 0 0,-12-4 4 0 0,1 1 0 0 0,0 0 0 0 0,-1 0 0 0 0,1 0 0 0 0,0-1 0 0 0,-1 1 0 0 0,1 0 0 0 0,-1 0 0 0 0,1 0 0 0 0,-1 0 0 0 0,0 0 0 0 0,1 0 1 0 0,-1 0-1 0 0,0 0 0 0 0,0 0 0 0 0,0 0 0 0 0,1 0 0 0 0,-1 0 0 0 0,0 0 0 0 0,0 0 0 0 0,-1 2 0 0 0,0 2 47 0 0,1-1-1 0 0,-2 1 1 0 0,1 0 0 0 0,0-1-1 0 0,-1 1 1 0 0,0-1 0 0 0,0 0 0 0 0,0 0-1 0 0,-1 1 1 0 0,0-1 0 0 0,-3 4-1 0 0,-6 7 270 0 0,-20 18 0 0 0,24-25-198 0 0,-26 23 279 0 0,23-23-320 0 0,2 0-1 0 0,-1 1 1 0 0,1 1 0 0 0,1-1-1 0 0,-9 13 1 0 0,16-20-61 0 0,4-2-151 0 0,-1 0 87 0 0,1 0 0 0 0,-1 1 0 0 0,1-2-1 0 0,-1 1 1 0 0,6-1 0 0 0,-8 1 24 0 0,6-1-24 0 0,1-1 0 0 0,-1 1 0 0 0,0-1 0 0 0,0 0 0 0 0,-1-1 0 0 0,1 0-1 0 0,0 0 1 0 0,5-4 0 0 0,42-33-147 0 0,-19 12 156 0 0,-33 27 28 0 0,0 0 3 0 0,-1 0 1 0 0,1 1-1 0 0,-1-1 0 0 0,1 1 1 0 0,0-1-1 0 0,-1 0 0 0 0,1 1 0 0 0,0 0 1 0 0,-1-1-1 0 0,1 1 0 0 0,0-1 0 0 0,0 1 1 0 0,0 0-1 0 0,-1 0 0 0 0,1-1 0 0 0,0 1 1 0 0,0 0-1 0 0,0 0 0 0 0,-1 0 0 0 0,1 0 1 0 0,0 0-1 0 0,0 0 0 0 0,0 0 0 0 0,0 0 1 0 0,-1 0-1 0 0,1 1 0 0 0,0-1 0 0 0,0 0 1 0 0,0 0-1 0 0,-1 1 0 0 0,1-1 1 0 0,0 0-1 0 0,1 2 0 0 0,5 1 28 0 0,0 1-1 0 0,0 1 1 0 0,-1-1-1 0 0,1 1 1 0 0,-1 1-1 0 0,0-1 1 0 0,8 11-1 0 0,19 16 67 0 0,-22-24-721 0 0,-1-1 0 0 0,1 0 0 0 0,19 9 0 0 0,-20-12-465 0 0,1-1 1 0 0,-1 1-1 0 0,0-2 0 0 0,1 1 0 0 0,0-2 0 0 0,-1 1 0 0 0,21-1 1 0 0,-18-1-6833 0 0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4:57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21479 0 0,'0'0'1949'0'0,"0"3"-1607"0"0,0 6-14 0 0,0 1 0 0 0,0-1-1 0 0,1 1 1 0 0,0-1 0 0 0,4 11 0 0 0,15 51 1762 0 0,-11-42-1582 0 0,8 25 364 0 0,37 82 0 0 0,-32-97-640 0 0,-21-37-168 0 0,0 0-11 0 0,3 6-31 0 0,-5-11-51 0 0,0-1 0 0 0,0 0 1 0 0,0 0-1 0 0,0 0 0 0 0,0 1 1 0 0,1-1-1 0 0,0 0 0 0 0,0 0 0 0 0,0 0 1 0 0,0 0-1 0 0,0 0 0 0 0,1 0 1 0 0,0 0-1 0 0,0 0 0 0 0,0 1 1 0 0,0-1-1 0 0,1 0 0 0 0,-1 1 0 0 0,1-1 1 0 0,0 1-1 0 0,3-5 0 0 0,2-2-26 0 0,0 0-1 0 0,0 0 0 0 0,1 1 1 0 0,1 1-1 0 0,16-15 0 0 0,-21 20 48 0 0,0 0-1 0 0,0 1 1 0 0,0-1-1 0 0,0 1 0 0 0,0 0 1 0 0,0 0-1 0 0,1 1 1 0 0,-1-1-1 0 0,1 1 1 0 0,-1 0-1 0 0,1 1 0 0 0,0-1 1 0 0,-1 1-1 0 0,1-1 1 0 0,0 1-1 0 0,-1 1 1 0 0,6 0-1 0 0,-7-1 8 0 0,1 1 1 0 0,-1 0 0 0 0,1 0-1 0 0,-1 0 1 0 0,1 1-1 0 0,-1-1 1 0 0,0 1-1 0 0,0 0 1 0 0,0-1-1 0 0,0 1 1 0 0,0 1-1 0 0,0-1 1 0 0,0 0-1 0 0,-1 1 1 0 0,1 0-1 0 0,-1-1 1 0 0,0 1-1 0 0,0 0 1 0 0,0 0-1 0 0,0 0 1 0 0,0 0 0 0 0,1 5-1 0 0,0-1 3 0 0,-1 0 0 0 0,-1 0-1 0 0,1 0 1 0 0,-1 0 0 0 0,0 0 0 0 0,-1 0 0 0 0,0 0-1 0 0,0 0 1 0 0,0 1 0 0 0,-1-1 0 0 0,0 0 0 0 0,-1 0-1 0 0,1 0 1 0 0,-1 0 0 0 0,-1-1 0 0 0,1 1 0 0 0,-5 8-1 0 0,2-6-34 0 0,0 0 0 0 0,-1 0-1 0 0,0-1 1 0 0,0 0 0 0 0,-1 0-1 0 0,0 0 1 0 0,-1-1-1 0 0,1 0 1 0 0,-1-1 0 0 0,0 1-1 0 0,-13 6 1 0 0,17-11-158 0 0,0 0-1 0 0,1-1 1 0 0,-1 1 0 0 0,0-1-1 0 0,0 0 1 0 0,0 0-1 0 0,-7 1 1 0 0,10-2-21 0 0,-1 0-1 0 0,1 0 1 0 0,-1 0-1 0 0,1 0 1 0 0,0 0 0 0 0,-1 0-1 0 0,1 0 1 0 0,-1-1-1 0 0,1 1 1 0 0,-1 0 0 0 0,1-1-1 0 0,0 1 1 0 0,-1-1 0 0 0,1 0-1 0 0,0 1 1 0 0,0-1-1 0 0,0 0 1 0 0,-1 0 0 0 0,1 0-1 0 0,0 0 1 0 0,0 0-1 0 0,0 0 1 0 0,0 0 0 0 0,0 0-1 0 0,0-1 1 0 0,-3-6-1695 0 0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4:57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0 20471 0 0,'0'0'1855'0'0,"0"2"-1523"0"0,-3 10 319 0 0,0 0-1 0 0,1 0 1 0 0,0 0 0 0 0,1 0 0 0 0,2 24 0 0 0,-2-5 525 0 0,1-18-907 0 0,0 0 1 0 0,1 0-1 0 0,0 1 1 0 0,1-1-1 0 0,0 0 0 0 0,1 0 1 0 0,7 18-1 0 0,-8-24-164 0 0,1-1 0 0 0,0 0 0 0 0,0 0 0 0 0,1 0 0 0 0,0-1 0 0 0,0 1 0 0 0,0-1 0 0 0,1 0 0 0 0,0 0 0 0 0,-1-1 0 0 0,2 1 0 0 0,-1-1 0 0 0,1 0 0 0 0,-1 0 0 0 0,1-1 0 0 0,8 4 0 0 0,-5-3-148 0 0,-1-1 1 0 0,1 0-1 0 0,-1 0 1 0 0,1-1-1 0 0,0 0 1 0 0,0-1-1 0 0,0 0 0 0 0,0 0 1 0 0,0-1-1 0 0,0 0 1 0 0,0-1-1 0 0,0 0 1 0 0,0-1-1 0 0,0 1 0 0 0,0-1 1 0 0,0-1-1 0 0,-1 0 1 0 0,1 0-1 0 0,-1-1 1 0 0,0 0-1 0 0,0 0 0 0 0,0-1 1 0 0,-1 0-1 0 0,1 0 1 0 0,-1-1-1 0 0,0 0 1 0 0,7-9-1 0 0,-8 7-51 0 0,0 0 0 0 0,0 0 0 0 0,-1 0-1 0 0,0-1 1 0 0,0 0 0 0 0,-1 0 0 0 0,-1 0 0 0 0,1 0 0 0 0,-2-1 0 0 0,1 0-1 0 0,-1 1 1 0 0,1-12 0 0 0,-3 20 84 0 0,0 0-1 0 0,0 0 1 0 0,0 0-1 0 0,0-1 1 0 0,0 1-1 0 0,-1 0 1 0 0,1 0 0 0 0,0 0-1 0 0,-1 0 1 0 0,1 0-1 0 0,-1 0 1 0 0,0-2 0 0 0,1 3 8 0 0,-1-1 1 0 0,1 1 0 0 0,0 0 0 0 0,-1-1 0 0 0,1 1 0 0 0,0 0 0 0 0,-1 0 0 0 0,1-1 0 0 0,-1 1 0 0 0,1 0 0 0 0,0 0 0 0 0,-1-1 0 0 0,1 1 0 0 0,-1 0 0 0 0,1 0 0 0 0,-1 0 0 0 0,1 0 0 0 0,-1 0 0 0 0,0 0 0 0 0,0 0 12 0 0,-1 0 0 0 0,1 0 0 0 0,-1 1 0 0 0,1-1 0 0 0,0 1 0 0 0,-1-1 0 0 0,1 1 0 0 0,0-1 0 0 0,-1 1 0 0 0,0 1 0 0 0,-3 1 41 0 0,0 1 0 0 0,0 0 0 0 0,1 0 0 0 0,-1 0 0 0 0,1 1 0 0 0,0 0 0 0 0,1 0 0 0 0,-1 0 0 0 0,1 0 0 0 0,0 0 0 0 0,0 1 0 0 0,0-1 0 0 0,1 1 0 0 0,0 0 0 0 0,-3 11 0 0 0,5-13-20 0 0,-1 1-1 0 0,0-1 1 0 0,1 0 0 0 0,0 1 0 0 0,0-1 0 0 0,1 0-1 0 0,-1 1 1 0 0,1-1 0 0 0,0 0 0 0 0,0 0 0 0 0,0 1-1 0 0,0-1 1 0 0,1 0 0 0 0,0 0 0 0 0,0 0 0 0 0,0-1-1 0 0,0 1 1 0 0,0 0 0 0 0,1-1 0 0 0,0 0 0 0 0,0 1-1 0 0,0-1 1 0 0,3 3 0 0 0,3 0-166 0 0,-1 0-1 0 0,1-1 1 0 0,0 0-1 0 0,1 0 1 0 0,-1-1 0 0 0,1 0-1 0 0,0-1 1 0 0,0 0-1 0 0,0-1 1 0 0,11 2-1 0 0,13 0-876 0 0,58 0 0 0 0,13-12-4797 0 0,-70 3-2195 0 0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4:58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19 16271 0 0,'0'0'744'0'0,"-5"-7"243"0"0,0-4 5822 0 0,13 20-3062 0 0,-5-5-4825 0 0,6 11 1726 0 0,-1 1 0 0 0,0-1 0 0 0,9 31 0 0 0,10 53 221 0 0,-8-27-418 0 0,-18-67-432 0 0,54 158 332 0 0,-54-161-323 0 0,1-11-347 0 0,1 0 293 0 0,1-1-1 0 0,0 1 1 0 0,0 0-1 0 0,1 1 1 0 0,1-1-1 0 0,-1 1 1 0 0,1 0-1 0 0,1 0 1 0 0,-1 0-1 0 0,1 1 1 0 0,0 0-1 0 0,1 1 1 0 0,0 0-1 0 0,0 0 1 0 0,14-8-1 0 0,-15 10 6 0 0,1 0 1 0 0,0 0-1 0 0,0 1 0 0 0,0 0 1 0 0,0 0-1 0 0,0 1 1 0 0,0 0-1 0 0,1 0 0 0 0,-1 1 1 0 0,1 0-1 0 0,-1 1 0 0 0,1 0 1 0 0,0 0-1 0 0,-1 1 1 0 0,1 0-1 0 0,-1 0 0 0 0,1 1 1 0 0,12 4-1 0 0,-17-4 24 0 0,-1-1-1 0 0,1 1 1 0 0,0 0-1 0 0,-1 1 1 0 0,1-1-1 0 0,-1 1 1 0 0,0-1-1 0 0,0 1 1 0 0,0 0-1 0 0,0 0 1 0 0,-1 0-1 0 0,1 1 1 0 0,-1-1-1 0 0,1 1 1 0 0,-1-1-1 0 0,0 1 1 0 0,-1 0-1 0 0,1-1 1 0 0,-1 1-1 0 0,0 0 1 0 0,1 0-1 0 0,-2 0 1 0 0,1 1-1 0 0,0-1 1 0 0,-1 0 0 0 0,0 8-1 0 0,0-5 3 0 0,-1 1 0 0 0,0 0 0 0 0,-1-1-1 0 0,1 1 1 0 0,-1 0 0 0 0,-1-1 0 0 0,0 0 0 0 0,0 1 0 0 0,0-1 0 0 0,-1 0-1 0 0,1-1 1 0 0,-2 1 0 0 0,-6 8 0 0 0,3-7-10 0 0,1-1 0 0 0,-1-1 0 0 0,0 0 0 0 0,0 0 0 0 0,-1 0 0 0 0,0-1 0 0 0,0 0 0 0 0,0-1 0 0 0,0 0 0 0 0,-1 0 0 0 0,-11 2 0 0 0,14-3-23 0 0,6-3-47 0 0,3-1-81 0 0,78-29 145 0 0,-47 19 89 0 0,-1-2 0 0 0,48-25 0 0 0,-11-2-23 0 0,-34 22-53 0 0,-2-2 1 0 0,0-2-1 0 0,31-26 0 0 0,-54 41-8 0 0,-8 5 1 0 0,1 1-1 0 0,-1-1 1 0 0,0 0-1 0 0,0 0 1 0 0,0 0 0 0 0,0 0-1 0 0,0 0 1 0 0,0 0 0 0 0,-1 0-1 0 0,1-1 1 0 0,-1 1-1 0 0,1 0 1 0 0,-1-1 0 0 0,0 1-1 0 0,1-5 1 0 0,-2 7 3 0 0,0 0 1 0 0,0 0-1 0 0,0-1 1 0 0,0 1-1 0 0,0 0 0 0 0,0-1 1 0 0,-1 1-1 0 0,1 0 0 0 0,0 0 1 0 0,0-1-1 0 0,0 1 0 0 0,0 0 1 0 0,-1 0-1 0 0,1 0 1 0 0,0-1-1 0 0,0 1 0 0 0,-1 0 1 0 0,1 0-1 0 0,0 0 0 0 0,0 0 1 0 0,-1-1-1 0 0,1 1 1 0 0,0 0-1 0 0,-1 0 0 0 0,1 0 1 0 0,0 0-1 0 0,0 0 0 0 0,-1 0 1 0 0,0 0-1 0 0,-8-2 62 0 0,4 2-31 0 0,0 1 0 0 0,0-1 0 0 0,0 1 0 0 0,0 0 0 0 0,0 0 0 0 0,0 0 0 0 0,1 1 0 0 0,-1 0 0 0 0,0 0 0 0 0,1 0 0 0 0,0 0 0 0 0,-7 6 0 0 0,0-1 59 0 0,2 0 0 0 0,-1 1 0 0 0,-16 18 0 0 0,22-22-70 0 0,1 1 1 0 0,0-1-1 0 0,0 0 0 0 0,0 1 1 0 0,1 0-1 0 0,-1-1 0 0 0,1 1 1 0 0,0 0-1 0 0,1 0 0 0 0,-1 0 1 0 0,1 1-1 0 0,0-1 0 0 0,-1 8 1 0 0,2-9-18 0 0,0-1 0 0 0,0 0 0 0 0,1 1 1 0 0,-1-1-1 0 0,1 0 0 0 0,0 0 0 0 0,0 1 0 0 0,0-1 0 0 0,0 0 1 0 0,0 0-1 0 0,1 0 0 0 0,-1 0 0 0 0,1 0 0 0 0,0-1 1 0 0,0 1-1 0 0,0 0 0 0 0,0-1 0 0 0,0 1 0 0 0,1-1 0 0 0,-1 0 1 0 0,1 0-1 0 0,4 3 0 0 0,-1-1-61 0 0,1-1 0 0 0,0 0 0 0 0,-1 0 0 0 0,1 0 1 0 0,1-1-1 0 0,-1 0 0 0 0,0-1 0 0 0,0 0 0 0 0,1 0 0 0 0,-1 0 0 0 0,15-1 0 0 0,-8-1-366 0 0,0-1 0 0 0,-1 0 0 0 0,1-1-1 0 0,-1 0 1 0 0,20-8 0 0 0,-24 7-72 0 0,-1-1 0 0 0,1 1 0 0 0,-1-1 0 0 0,-1-1 0 0 0,1 1 0 0 0,-1-1 1 0 0,0-1-1 0 0,0 0 0 0 0,0 1 0 0 0,-1-2 0 0 0,-1 1 0 0 0,10-15 0 0 0,2-8-2059 0 0,-2-1-1 0 0,14-38 1 0 0,-13 30 582 0 0,21-54-1378 0 0,-22 44 3475 0 0,-5 1 18966 0 0,-7 62-16259 0 0,2 22-3228 0 0,-3 67 950 0 0,8 106 515 0 0,-9-200-1671 0 0,0 0 0 0 0,1-1 0 0 0,0 1-1 0 0,1 0 1 0 0,0 0 0 0 0,0-1 0 0 0,8 14 0 0 0,-9-19 382 0 0,-1-1 0 0 0,1 1 0 0 0,0-1 0 0 0,-1 1 0 0 0,1-1 1 0 0,1 0-1 0 0,-1 0 0 0 0,0 0 0 0 0,0 0 0 0 0,1-1 0 0 0,-1 1 0 0 0,1-1 1 0 0,-1 1-1 0 0,1-1 0 0 0,0 0 0 0 0,0 0 0 0 0,-1 0 0 0 0,1 0 0 0 0,0-1 1 0 0,0 1-1 0 0,0-1 0 0 0,0 1 0 0 0,0-1 0 0 0,0 0 0 0 0,0 0 0 0 0,5-1 1 0 0,12-4-2136 0 0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4:59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22 10135 0 0,'1'-1'124'0'0,"-1"0"0"0"0,0 0 0 0 0,0 1 0 0 0,0-1-1 0 0,0 0 1 0 0,0 0 0 0 0,0 1 0 0 0,0-1 0 0 0,0 0-1 0 0,0 0 1 0 0,-1 1 0 0 0,1-1 0 0 0,0 0 0 0 0,0 0-1 0 0,-5-3 3344 0 0,5 4-3189 0 0,0 0 1 0 0,-1 0-1 0 0,1 0 1 0 0,0 0-1 0 0,-1 0 1 0 0,1 0-1 0 0,0 0 1 0 0,-1 0 0 0 0,1 0-1 0 0,0 0 1 0 0,-1 0-1 0 0,1 0 1 0 0,-1 0-1 0 0,-12 8 7605 0 0,5-2-7522 0 0,-2 5-94 0 0,-5 3 895 0 0,-22 28 0 0 0,34-37-1043 0 0,0-1-1 0 0,0 0 1 0 0,1 1 0 0 0,-1-1-1 0 0,1 1 1 0 0,0 0-1 0 0,0 0 1 0 0,1 0 0 0 0,-1 0-1 0 0,1 0 1 0 0,0 0-1 0 0,0 7 1 0 0,1-10-130 0 0,0 1-1 0 0,0-1 1 0 0,1 0 0 0 0,-1 0 0 0 0,0 0-1 0 0,1 1 1 0 0,0-1 0 0 0,0 0-1 0 0,-1 0 1 0 0,1 0 0 0 0,0 0 0 0 0,1 0-1 0 0,-1 0 1 0 0,0-1 0 0 0,3 4-1 0 0,-1-2-33 0 0,0 0 0 0 0,0-1 0 0 0,0 0 0 0 0,1 1-1 0 0,-1-1 1 0 0,1 0 0 0 0,-1-1 0 0 0,6 3-1 0 0,-1-2-39 0 0,0 1-1 0 0,0-1 0 0 0,1-1 1 0 0,-1 0-1 0 0,0 0 0 0 0,1 0 0 0 0,15-2 1 0 0,-18 0-28 0 0,-1 0-1 0 0,1 0 1 0 0,0 0 0 0 0,0-1 0 0 0,-1 1 0 0 0,1-2 0 0 0,-1 1 0 0 0,0 0-1 0 0,1-1 1 0 0,-1 0 0 0 0,0 0 0 0 0,-1-1 0 0 0,7-5 0 0 0,-7 5-210 0 0,-1 1 1 0 0,0-1-1 0 0,0 0 1 0 0,-1 0 0 0 0,1 0-1 0 0,-1-1 1 0 0,0 1-1 0 0,0-1 1 0 0,0 1-1 0 0,-1-1 1 0 0,1 0 0 0 0,-1 1-1 0 0,0-1 1 0 0,-1 0-1 0 0,1 0 1 0 0,-1-7-1 0 0,-1-9-2012 0 0,1 11 1005 0 0,0 0 1 0 0,1-16 0 0 0,0 22 499 0 0,0 1 1 0 0,0 0-1 0 0,0-1 1 0 0,0 1-1 0 0,0 0 1 0 0,3-6-1 0 0,2 0-4037 0 0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4:59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66 5063 0 0,'0'0'232'0'0,"0"1"-13"0"0,2 27 3295 0 0,-5-7 4978 0 0,-7 31 0 0 0,5-28-7661 0 0,4-17-420 0 0,0-1-1 0 0,0 1 1 0 0,0-1 0 0 0,1 1-1 0 0,0 0 1 0 0,0-1 0 0 0,1 1-1 0 0,2 7 1 0 0,-3-10-343 0 0,2-1 1 0 0,-1 0-1 0 0,0 0 1 0 0,1 1-1 0 0,-1-1 1 0 0,1 0 0 0 0,0 0-1 0 0,0 0 1 0 0,0-1-1 0 0,0 1 1 0 0,0 0-1 0 0,1-1 1 0 0,-1 0-1 0 0,1 1 1 0 0,0-1-1 0 0,0 0 1 0 0,5 2-1 0 0,-2-1-63 0 0,1 0-1 0 0,0-1 0 0 0,0 0 0 0 0,0 0 1 0 0,0-1-1 0 0,0 0 0 0 0,0 0 0 0 0,0 0 1 0 0,0-1-1 0 0,0 0 0 0 0,10-2 0 0 0,-6 1-73 0 0,-1-1 0 0 0,1 0 0 0 0,-1-1 0 0 0,0 0 0 0 0,1-1 0 0 0,17-9 0 0 0,-21 8-26 0 0,0 0-1 0 0,-1 0 1 0 0,0 0 0 0 0,0-1-1 0 0,-1 0 1 0 0,1 0-1 0 0,-1-1 1 0 0,5-8-1 0 0,10-12-311 0 0,-19 25 389 0 0,-1 2 9 0 0,1-1 1 0 0,-1 1 0 0 0,1-1-1 0 0,-1 0 1 0 0,1 1 0 0 0,-1-1 0 0 0,1 0-1 0 0,-1 0 1 0 0,0 1 0 0 0,0-1-1 0 0,1 0 1 0 0,-1 0 0 0 0,0 1 0 0 0,0-1-1 0 0,0 0 1 0 0,0 0 0 0 0,0 1-1 0 0,0-1 1 0 0,0 0 0 0 0,0 0-1 0 0,0 0 1 0 0,0 1 0 0 0,0-1 0 0 0,-1 0-1 0 0,1 0 1 0 0,0 1 0 0 0,0-1-1 0 0,-1-1 1 0 0,0 2 144 0 0,0 0-110 0 0,0 0-1 0 0,0 0 1 0 0,0 0-1 0 0,0 0 1 0 0,0 0-1 0 0,0 1 1 0 0,1-1-1 0 0,-1 1 1 0 0,0-1 0 0 0,0 0-1 0 0,0 1 1 0 0,0 0-1 0 0,0-1 1 0 0,1 1-1 0 0,-1-1 1 0 0,0 1-1 0 0,0 0 1 0 0,1 0-1 0 0,-1-1 1 0 0,0 1 0 0 0,1 0-1 0 0,-1 0 1 0 0,1 0-1 0 0,-1 1 1 0 0,-2 2 65 0 0,1 0 1 0 0,1-1-1 0 0,-1 1 1 0 0,-2 8-1 0 0,4-10-62 0 0,-1 1 0 0 0,1 0 1 0 0,-1 0-1 0 0,1-1 0 0 0,0 1 0 0 0,0 0 1 0 0,1 0-1 0 0,-1-1 0 0 0,0 1 0 0 0,1 0 0 0 0,0 0 1 0 0,0-1-1 0 0,-1 1 0 0 0,2 0 0 0 0,-1-1 0 0 0,0 1 1 0 0,2 2-1 0 0,0-2-15 0 0,0 1-1 0 0,0-1 1 0 0,0 0 0 0 0,0 0-1 0 0,0 0 1 0 0,1 0 0 0 0,0-1-1 0 0,-1 1 1 0 0,9 2 0 0 0,1 1-21 0 0,1-1 1 0 0,0-1-1 0 0,0 0 1 0 0,0-1-1 0 0,23 3 1 0 0,-18-5-49 0 0,0 0-1 0 0,26-1 1 0 0,-36-1 47 0 0,0 0 0 0 0,0-1-1 0 0,0 0 1 0 0,-1 0 0 0 0,1-1 0 0 0,-1 0-1 0 0,11-5 1 0 0,-16 7 4 0 0,-1-1 1 0 0,0 0-1 0 0,0 0 0 0 0,1 0 0 0 0,-1 0 1 0 0,0-1-1 0 0,-1 1 0 0 0,1 0 0 0 0,0-1 1 0 0,-1 1-1 0 0,1-1 0 0 0,-1 0 1 0 0,0 0-1 0 0,0 1 0 0 0,0-1 0 0 0,0 0 1 0 0,0 0-1 0 0,-1 0 0 0 0,1 0 0 0 0,-1 0 1 0 0,0-4-1 0 0,0-4-96 0 0,0 0-1 0 0,-1-1 1 0 0,0 1-1 0 0,-4-15 1 0 0,-3-9-1894 0 0,-3-1 1 0 0,-23-54-1 0 0,23 64 79 0 0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00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15663 0 0,'2'0'1207'0'0,"136"26"3842"0"0,-70-9-2297 0 0,-1 3-1 0 0,120 53 1 0 0,-148-53-2488 0 0,0 1 0 0 0,-2 1 0 0 0,0 3 0 0 0,-2 1 0 0 0,57 53 0 0 0,-63-46-188 0 0,40 56 0 0 0,-58-73-64 0 0,1 3 2 0 0,-1 0 0 0 0,-1 0 1 0 0,-1 1-1 0 0,0 1 1 0 0,-2-1-1 0 0,0 1 0 0 0,-1 1 1 0 0,4 31-1 0 0,-8-30 17 0 0,-1 0 1 0 0,-1 0-1 0 0,-1 1 1 0 0,-1-1-1 0 0,-1 0 1 0 0,-1 0-1 0 0,-1 0 1 0 0,-1-1-1 0 0,0 1 1 0 0,-2-1-1 0 0,-1-1 0 0 0,-1 0 1 0 0,0 0-1 0 0,-2-1 1 0 0,0 0-1 0 0,-2-1 1 0 0,0 0-1 0 0,-1-1 1 0 0,0-1-1 0 0,-2-1 1 0 0,-22 19-1 0 0,29-27-27 0 0,-7 3 10 0 0,-19 1-21 0 0,34-12-144 0 0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02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9215 0 0,'-8'2'12218'0'0,"10"8"-11086"0"0,1-1 1 0 0,0 1 0 0 0,6 12-1 0 0,-4-11-621 0 0,-1 0 0 0 0,5 19-1 0 0,26 252 1765 0 0,-16-102-2305 0 0,-18-171 24 0 0,1-2-1263 0 0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02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99 15199 0 0,'-29'3'10847'0'0,"42"-3"-9470"0"0,61-8-507 0 0,-1-4 0 0 0,78-22 0 0 0,16-3-1023 0 0,-141 33-806 0 0,49-3 1 0 0,-57 7-3567 0 0,32 5 1 0 0,-19 0-3639 0 0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03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0 266 14279 0 0,'2'0'5595'0'0,"6"-2"-3918"0"0,0 0 1 0 0,0-1 0 0 0,11-5-1 0 0,-12 4-1266 0 0,1 1 0 0 0,0 0 0 0 0,0 0 0 0 0,12-1 0 0 0,12 0 276 0 0,-30 4-422 0 0,1 11-7 0 0,0 5-76 0 0,-4-11-138 0 0,0 1 1 0 0,-1 0-1 0 0,0-1 1 0 0,0 0-1 0 0,-5 10 1 0 0,-1 3 43 0 0,-2 1 41 0 0,10-17-122 0 0,-1-1 0 0 0,1 1-1 0 0,0 0 1 0 0,0-1 0 0 0,0 1 0 0 0,0 0 0 0 0,0 0 0 0 0,0-1-1 0 0,0 1 1 0 0,0 0 0 0 0,1 0 0 0 0,-1-1 0 0 0,1 1-1 0 0,0 2 1 0 0,0-3 4 0 0,-1 0-10 0 0,0 0-1 0 0,0 0 0 0 0,0 0 1 0 0,1 0-1 0 0,-1 0 1 0 0,0 0-1 0 0,1 0 0 0 0,-1 0 1 0 0,1-1-1 0 0,-1 1 0 0 0,1 0 1 0 0,-1 0-1 0 0,1 0 0 0 0,0-1 1 0 0,-1 1-1 0 0,1 0 1 0 0,0-1-1 0 0,0 1 0 0 0,-1 0 1 0 0,1-1-1 0 0,0 1 0 0 0,0-1 1 0 0,0 0-1 0 0,0 1 0 0 0,0-1 1 0 0,1 1-1 0 0,2 0 1 0 0,14 6 11 0 0,0-1 1 0 0,1-1-1 0 0,0 0 1 0 0,0-1-1 0 0,20 0 1 0 0,-34-3-8 0 0,-1 0 0 0 0,0 0 1 0 0,0 0-1 0 0,0 0 0 0 0,0 1 1 0 0,0-1-1 0 0,0 1 0 0 0,0 0 1 0 0,6 4-1 0 0,1 5-4 0 0,-10-7 3 0 0,-1-1 2 0 0,0-1 8 0 0,1 0 0 0 0,0 0 1 0 0,-1 0-1 0 0,1 1 0 0 0,-1-1 1 0 0,0 0-1 0 0,0 0 0 0 0,0 1 0 0 0,0-1 1 0 0,0 0-1 0 0,0 1 0 0 0,-1-1 1 0 0,1 0-1 0 0,-1 0 0 0 0,1 1 1 0 0,-1-1-1 0 0,0 0 0 0 0,0 0 1 0 0,0 0-1 0 0,-2 2 0 0 0,-1 2 29 0 0,0-1 0 0 0,-1 0 0 0 0,0-1-1 0 0,0 1 1 0 0,-10 6 0 0 0,5-4-98 0 0,0-1 1 0 0,0 1-1 0 0,-1-2 0 0 0,1 1 1 0 0,-1-2-1 0 0,-1 1 0 0 0,1-2 1 0 0,-14 4-1 0 0,23-7-768 0 0,-1-2-528 0 0,0 1-387 0 0</inkml:trace>
  <inkml:trace contextRef="#ctx0" brushRef="#br0" timeOffset="1">561 49 6911 0 0,'0'0'623'0'0,"2"0"-514"0"0,95-22 15960 0 0,-23 4-8597 0 0,-58 14-7991 0 0,1 2 0 0 0,25-1 0 0 0,-22 4-2179 0 0,24 3 0 0 0,-33-2 738 0 0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03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61 20071 0 0,'-5'4'5655'0'0,"13"-3"-5458"0"0,-1 0 0 0 0,0 0-1 0 0,1 0 1 0 0,-1-1 0 0 0,0 0 0 0 0,1-1 0 0 0,14-2 0 0 0,-16 2-171 0 0,22-4-846 0 0,0-2-1 0 0,0 0 1 0 0,-1-2-1 0 0,33-15 0 0 0,-36 13-692 0 0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04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 20703 0 0,'0'0'3979'0'0,"2"-1"-3037"0"0,13-7-73 0 0,0 0-1 0 0,0 1 0 0 0,27-8 0 0 0,54-9 149 0 0,-81 21-963 0 0,1 1 1 0 0,0 1-1 0 0,-1 0 0 0 0,27 3 1 0 0,-37-1-1 0 0,4 6 25 0 0,-8-6-63 0 0,0 1 1 0 0,0-1-1 0 0,-1 1 0 0 0,1-1 1 0 0,0 1-1 0 0,-1 0 0 0 0,0-1 1 0 0,1 1-1 0 0,-1 0 0 0 0,0 0 1 0 0,0-1-1 0 0,0 1 0 0 0,0 0 0 0 0,0-1 1 0 0,0 1-1 0 0,0 0 0 0 0,-1 0 1 0 0,1-1-1 0 0,0 1 0 0 0,-1 0 1 0 0,0-1-1 0 0,1 1 0 0 0,-1-1 1 0 0,-1 3-1 0 0,-3 5 66 0 0,1-1 0 0 0,-2 0 0 0 0,-6 8 0 0 0,-7 7 204 0 0,-27 23 0 0 0,3-3-170 0 0,40-39-120 0 0,1-2-49 0 0,-1 0 0 0 0,1 0 0 0 0,0 1 0 0 0,0-1 0 0 0,1 1 0 0 0,-1-1 0 0 0,0 1 0 0 0,1 0 0 0 0,-1 0 0 0 0,1-1 1 0 0,0 1-1 0 0,0 0 0 0 0,-1 5 0 0 0,2-6-196 0 0,0 0 1 0 0,1 0-1 0 0,-1 0 1 0 0,0 0 0 0 0,1 0-1 0 0,-1 0 1 0 0,1 0-1 0 0,-1 0 1 0 0,1 0 0 0 0,0-1-1 0 0,0 1 1 0 0,0 0-1 0 0,0 0 1 0 0,0-1 0 0 0,1 3-1 0 0,5 4-1815 0 0</inkml:trace>
  <inkml:trace contextRef="#ctx0" brushRef="#br0" timeOffset="1">335 550 23959 0 0,'0'0'2165'0'0,"-1"2"-1781"0"0,-4 16-273 0 0,4-13 2775 0 0,1-1 332 0 0,0-3-3246 0 0,0 0 1 0 0,0 0-1 0 0,0 0 1 0 0,0 0-1 0 0,0 0 1 0 0,1-1-1 0 0,-1 1 1 0 0,0 0-1 0 0,0 0 1 0 0,1 0-1 0 0,-1 0 0 0 0,0 0 1 0 0,1-1-1 0 0,-1 1 1 0 0,1 0-1 0 0,-1 0 1 0 0,1 0-1 0 0,-1-1 1 0 0,1 1-1 0 0,0 0 1 0 0,-1-1-1 0 0,1 1 0 0 0,0-1 1 0 0,0 1-1 0 0,-1-1 1 0 0,1 1-1 0 0,0-1 1 0 0,0 1-1 0 0,0-1 1 0 0,-1 0-1 0 0,1 1 1 0 0,2-1-1 0 0,-1 1-480 0 0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13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0 182 1375 0 0,'0'0'66'0'0,"1"-2"-8"0"0,11-31 572 0 0,3 10 14992 0 0,-9 19-13256 0 0,-4 3-857 0 0,10 4-199 0 0,-10-1-1162 0 0,1-1-1 0 0,-1 0 1 0 0,-1 0-1 0 0,1 1 0 0 0,0-1 1 0 0,0 1-1 0 0,0 0 1 0 0,-1 0-1 0 0,1-1 0 0 0,-1 1 1 0 0,3 4-1 0 0,11 25 809 0 0,-9-18-709 0 0,47 128 1348 0 0,-37-95-1277 0 0,26 58 0 0 0,-29-78-260 0 0,22 40 68 0 0,-30-59-102 0 0,-3-4 24 0 0,4 0-25 0 0,-4-4 30 0 0,0-1-41 0 0,0 1-1 0 0,0-1 1 0 0,0 0-1 0 0,-1 0 1 0 0,1-1 0 0 0,-1 1-1 0 0,1 0 1 0 0,-1 0-1 0 0,0-1 1 0 0,0 1-1 0 0,0-1 1 0 0,-1 1 0 0 0,1-1-1 0 0,0 1 1 0 0,-1-1-1 0 0,1-5 1 0 0,0 1 52 0 0,12-113 372 0 0,11-64-325 0 0,13-43-1526 0 0,-37 225 523 0 0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13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35 111 11055 0 0,'-7'1'539'0'0,"5"0"-418"0"0,-1-1 0 0 0,0 0 0 0 0,1 0 0 0 0,-1 0 0 0 0,-12-3 12050 0 0,29-4-11795 0 0,-1 1 0 0 0,1 0 0 0 0,-1 1 0 0 0,2 0 0 0 0,-1 1 0 0 0,20-2 0 0 0,15-6 256 0 0,125-26-917 0 0,-57 21-2854 0 0,-84 14 1104 0 0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13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12 223 11519 0 0,'-12'4'12884'0'0,"113"-2"-10603"0"0,-84-4-2167 0 0,-9 2-93 0 0,0-1-1 0 0,0 1 1 0 0,0 0-1 0 0,0 1 1 0 0,14 3 0 0 0,-9-1 21 0 0,-4 1-12 0 0,-8-3 59 0 0,-1 1 2 0 0,1 1-57 0 0,-1 0-1 0 0,0 0 1 0 0,0 0 0 0 0,-1 0 0 0 0,1 0 0 0 0,-1 0-1 0 0,1 0 1 0 0,-1 0 0 0 0,0 0 0 0 0,0 0 0 0 0,-3 5-1 0 0,-1 0 256 0 0,0 0 0 0 0,-10 11 0 0 0,3-3 104 0 0,1 6 324 0 0,10-20-684 0 0,1-1-1 0 0,-1 0 0 0 0,1 0 1 0 0,-1 0-1 0 0,1 1 0 0 0,0-1 1 0 0,0 0-1 0 0,0 0 0 0 0,0 1 1 0 0,0-1-1 0 0,0 0 1 0 0,0 0-1 0 0,0 1 0 0 0,0-1 1 0 0,0 0-1 0 0,1 0 0 0 0,-1 0 1 0 0,1 2-1 0 0,1 0-23 0 0,1-1-1 0 0,-1 1 1 0 0,0-1 0 0 0,0 0-1 0 0,1 0 1 0 0,0 0-1 0 0,-1 0 1 0 0,1-1 0 0 0,0 1-1 0 0,0-1 1 0 0,0 0-1 0 0,5 2 1 0 0,-2-1 8 0 0,0-1 0 0 0,1 0 0 0 0,-1 0 0 0 0,0 0 0 0 0,13-2 0 0 0,2-1-218 0 0,0-1-1 0 0,38-11 0 0 0,-30 6-1524 0 0,46-21 0 0 0,-33 8-6897 0 0,-23 12 973 0 0</inkml:trace>
  <inkml:trace contextRef="#ctx0" brushRef="#br0" timeOffset="1">655 30 10135 0 0,'2'-1'13981'0'0,"91"-17"-10098"0"0,36 8-2816 0 0,-43 9-4053 0 0,-72 2 793 0 0,-1 2-3931 0 0,-3 0-1552 0 0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14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10135 0 0,'1'0'11822'0'0,"3"2"-11599"0"0,1 0 0 0 0,-1 0 1 0 0,0 0-1 0 0,1-1 0 0 0,-1 0 1 0 0,1 0-1 0 0,-1 0 0 0 0,1-1 1 0 0,0 0-1 0 0,-1 0 0 0 0,6 0 1 0 0,10-2-58 0 0,25-5 0 0 0,-24 4-83 0 0,47-13-1223 0 0,-30 7-1422 0 0,-16 4 843 0 0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14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16 131 2759 0 0,'2'1'4203'0'0,"6"5"460"0"0,1 1 1 0 0,9 9-1 0 0,14 20 1145 0 0,25 46-4980 0 0,-34-48 628 0 0,12 17-934 0 0,-14-17-338 0 0,2-2-1 0 0,1 0 1 0 0,45 45-1 0 0,-68-76-171 0 0,-1 0-1 0 0,1 0 0 0 0,0 0 0 0 0,0-1 0 0 0,0 1 0 0 0,0 0 1 0 0,0 0-1 0 0,0-1 0 0 0,0 1 0 0 0,0-1 0 0 0,0 1 0 0 0,0-1 1 0 0,0 1-1 0 0,0-1 0 0 0,0 0 0 0 0,0 1 0 0 0,0-1 0 0 0,0 0 1 0 0,0 0-1 0 0,1 0 0 0 0,-1 0 0 0 0,0 0 0 0 0,0 0 1 0 0,0 0-1 0 0,0 0 0 0 0,0 0 0 0 0,1-1 0 0 0,-1 1 0 0 0,0 0 1 0 0,0-1-1 0 0,0 1 0 0 0,0-1 0 0 0,0 1 0 0 0,0-1 0 0 0,0 0 1 0 0,0 1-1 0 0,0-1 0 0 0,-1 0 0 0 0,1 0 0 0 0,0 1 0 0 0,0-1 1 0 0,0 0-1 0 0,-1 0 0 0 0,1 0 0 0 0,-1 0 0 0 0,1 0 1 0 0,-1 0-1 0 0,1 0 0 0 0,0-2 0 0 0,2-4 39 0 0,0-1 0 0 0,-1 0-1 0 0,0 0 1 0 0,0 0 0 0 0,-1 0 0 0 0,0 0 0 0 0,0-11-1 0 0,2-13 13 0 0,39-174 18 0 0,-31 166-189 0 0,-2 5-972 0 0,1 1-1 0 0,27-59 1 0 0,-30 77-1699 0 0</inkml:trace>
  <inkml:trace contextRef="#ctx0" brushRef="#br0" timeOffset="1">0 306 17047 0 0,'1'2'5491'0'0,"3"0"-5043"0"0,-1 1-1 0 0,1-1 1 0 0,-1 0 0 0 0,1 0 0 0 0,0 0-1 0 0,0 0 1 0 0,0-1 0 0 0,0 0 0 0 0,0 1 0 0 0,0-2-1 0 0,0 1 1 0 0,0 0 0 0 0,1-1 0 0 0,7 0-1 0 0,10 0-164 0 0,35-6-1 0 0,-39 4 209 0 0,103-17-489 0 0,44-4-5450 0 0,-141 21 3495 0 0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15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11975 0 0,'0'0'12356'0'0,"2"0"-10983"0"0,64-2 1915 0 0,-38 0-2745 0 0,1 1 0 0 0,39 4-1 0 0,-66-2-115 0 0,-3 0-409 0 0,1 1 1 0 0,0 0-1 0 0,-1 0 1 0 0,1 0-1 0 0,-1 0 1 0 0,0-1-1 0 0,1 1 0 0 0,-1 0 1 0 0,0 0-1 0 0,0-1 1 0 0,0 1-1 0 0,0-1 1 0 0,-3 3-1 0 0,-21 20 166 0 0,13-13-58 0 0,8-7-91 0 0,2-3-32 0 0,1 0 0 0 0,-1 0 1 0 0,1 1-1 0 0,0-1 1 0 0,0 0-1 0 0,0 1 0 0 0,0-1 1 0 0,0 1-1 0 0,0 0 1 0 0,-1 1-1 0 0,-1 5-3 0 0,2-6 0 0 0,1-1 0 0 0,0 1 0 0 0,-1 0 0 0 0,1-1 0 0 0,0 1 0 0 0,0-1 0 0 0,0 1 0 0 0,0 0 0 0 0,0-1 0 0 0,1 1 0 0 0,-1-1 0 0 0,0 1 0 0 0,1-1 0 0 0,-1 1 0 0 0,1-1 0 0 0,-1 1 0 0 0,1-1 0 0 0,0 1 0 0 0,0-1 0 0 0,0 0 0 0 0,0 1 0 0 0,0-1 0 0 0,0 0 0 0 0,0 0 0 0 0,2 2 0 0 0,-1-1 0 0 0,-1 0 0 0 0,1 0 0 0 0,0 0 0 0 0,-1-1 0 0 0,1 1 0 0 0,0-1 0 0 0,0 1 0 0 0,0-1 0 0 0,0 0 0 0 0,0 0 0 0 0,0 0 0 0 0,0 0 0 0 0,1 0 0 0 0,-1 0 0 0 0,5 0 0 0 0,2 2 0 0 0,141 46 181 0 0,-144-47-179 0 0,1 0-1 0 0,-1 0 0 0 0,0 0 1 0 0,0 1-1 0 0,0 0 0 0 0,0 0 1 0 0,9 7-1 0 0,-9-3-1 0 0,-4-5 8 0 0,-1-1-1 0 0,0 1 1 0 0,0 0 0 0 0,1-1 0 0 0,-1 1-1 0 0,-1 0 1 0 0,1 0 0 0 0,0 0 0 0 0,0 0-1 0 0,-1 0 1 0 0,1 0 0 0 0,-1 0 0 0 0,0 0-1 0 0,1 0 1 0 0,-1 3 0 0 0,0-4 1 0 0,-1 1 0 0 0,1 0 0 0 0,0-1 0 0 0,-1 0 0 0 0,0 1 0 0 0,1-1 0 0 0,-1 1 0 0 0,0-1 0 0 0,1 0 0 0 0,-1 1 0 0 0,0-1 0 0 0,0 0 0 0 0,0 0 0 0 0,0 1 0 0 0,-2 0 0 0 0,-2 1 12 0 0,1 1 0 0 0,-1-2 0 0 0,1 1 1 0 0,-1-1-1 0 0,0 1 0 0 0,0-1 0 0 0,0-1 0 0 0,-7 2 1 0 0,-9 1 1 0 0,0-1 1 0 0,-1-2-1 0 0,1 0 1 0 0,-27-2-1 0 0,3 0-167 0 0,-35-3-3084 0 0,70 3 1259 0 0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16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25 5063 0 0,'-2'0'232'0'0,"-19"1"32"0"0,-8-5 15091 0 0,40 5-11931 0 0,25 1-1902 0 0,47-3 1 0 0,3-1-875 0 0,107 1 47 0 0,-73 0-598 0 0,92-2-1202 0 0,-63-6-3805 0 0,-136 8 4008 0 0,13-2-981 0 0,-3 0-5 0 0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16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3 10591 0 0,'0'0'488'0'0,"-21"-2"14188"0"0,23 3-14432 0 0,133 37 276 0 0,-102-30-480 0 0,-22-4-40 0 0,0 0 0 0 0,13 6 0 0 0,-17-7 0 0 0,1 2 0 0 0,-2 2 11 0 0,-6-6 4 0 0,0 0 1 0 0,0 0 0 0 0,0 0-1 0 0,0 0 1 0 0,0 0-1 0 0,0 0 1 0 0,0 0-1 0 0,0 0 1 0 0,-1 0 0 0 0,1 0-1 0 0,0 0 1 0 0,-1 0-1 0 0,1 0 1 0 0,-1 0 0 0 0,1 0-1 0 0,-1 0 1 0 0,-1 1-1 0 0,2-1 23 0 0,-1 1 34 0 0,-1 0 0 0 0,0 1 0 0 0,0-1 0 0 0,0 0 1 0 0,0 0-1 0 0,0-1 0 0 0,0 1 0 0 0,-1 0 0 0 0,1-1 0 0 0,-4 2 0 0 0,-28 12 421 0 0,23-11-348 0 0,-74 22 222 0 0,12-5-653 0 0,40-10-1362 0 0,18-6-65 0 0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17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9671 0 0,'2'-1'6415'0'0,"16"-3"-2505"0"0,27-4 0 0 0,20 3-976 0 0,68 8-2853 0 0,-96-1 461 0 0,-24-2-494 0 0,-7 0-37 0 0,1 0 1 0 0,-1 1-1 0 0,0 0 1 0 0,1 0-1 0 0,-1 0 1 0 0,10 4-1 0 0,-15-5 501 0 0,-28 23 333 0 0,13-16-418 0 0,-24 9-1 0 0,7-4-163 0 0,25-10 1104 0 0,4-1-1303 0 0,-3 0 0 0 0,1 0-48 0 0,0 1 1 0 0,1 0-1 0 0,-1-1 0 0 0,1 2 1 0 0,0-1-1 0 0,-1 0 0 0 0,-4 5 1 0 0,-27 18 44 0 0,25-19-36 0 0,9-6-8 0 0,-15 15 5 0 0,9-9-22 0 0,4 0 0 0 0,6 2 0 0 0,-1-6 4 0 0,1 1-1 0 0,0-1 1 0 0,0 0 0 0 0,0 0-1 0 0,0 0 1 0 0,0 0-1 0 0,0-1 1 0 0,1 1 0 0 0,-1-1-1 0 0,1 0 1 0 0,-1 0 0 0 0,1 0-1 0 0,6 1 1 0 0,5-1 31 0 0,31 0 0 0 0,-28-1-28 0 0,-1-1-48 0 0,0 0 0 0 0,0-2 0 0 0,-1 0 1 0 0,1 0-1 0 0,20-8 0 0 0,13-7-5309 0 0,-25 10-599 0 0,-9 2-2851 0 0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18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13823 0 0,'0'0'12320'0'0,"0"2"-11377"0"0,7 67 2259 0 0,4 29-2196 0 0,9-14-512 0 0,-16-71-437 0 0,1-1 0 0 0,0 0 1 0 0,0 0-1 0 0,13 18 0 0 0,-11-20-15 0 0,1-4-31 0 0,0-2-11 0 0,-6-4-1 0 0,-1 0 1 0 0,0 0-1 0 0,1-1 0 0 0,-1 1 0 0 0,0 0 1 0 0,0-1-1 0 0,1 1 0 0 0,-1-1 1 0 0,0 1-1 0 0,0-1 0 0 0,0 0 0 0 0,0 1 1 0 0,0-1-1 0 0,0 0 0 0 0,0 0 1 0 0,0 0-1 0 0,0 0 0 0 0,0 0 0 0 0,0 0 1 0 0,0 0-1 0 0,0 0 0 0 0,-1 0 1 0 0,1 0-1 0 0,-1 0 0 0 0,1-1 0 0 0,0 0 1 0 0,2-5-14 0 0,-1 0 0 0 0,1 0 0 0 0,1-8 0 0 0,9-45-84 0 0,0 2 2 0 0,2 1 1 0 0,23-58-1 0 0,-38 115 96 0 0,0 0 1 0 0,0 0-1 0 0,0 0 0 0 0,0 0 1 0 0,0 0-1 0 0,0-1 0 0 0,0 1 1 0 0,0 0-1 0 0,0 0 0 0 0,0 0 1 0 0,0 0-1 0 0,0-1 0 0 0,0 1 0 0 0,0 0 1 0 0,0 0-1 0 0,0 0 0 0 0,0 0 1 0 0,0 0-1 0 0,0 0 0 0 0,1-1 1 0 0,-1 1-1 0 0,0 0 0 0 0,0 0 1 0 0,0 0-1 0 0,0 0 0 0 0,0 0 1 0 0,0 0-1 0 0,0 0 0 0 0,1 0 1 0 0,-1-1-1 0 0,0 1 0 0 0,0 0 1 0 0,0 0-1 0 0,0 0 0 0 0,0 0 0 0 0,1 0 1 0 0,-1 0-1 0 0,0 0 0 0 0,0 0 1 0 0,0 0-1 0 0,0 0 0 0 0,1 0 1 0 0,-1 0-1 0 0,0 0 0 0 0,0 0 1 0 0,0 0-1 0 0,0 0 0 0 0,0 0 1 0 0,1 0-1 0 0,-1 0 0 0 0,0 1 1 0 0,0-1-1 0 0,0 0 0 0 0,0 0 1 0 0,0 0-1 0 0,1 0 0 0 0,-1 0 0 0 0,0 0 1 0 0,0 0-1 0 0,0 0 0 0 0,0 1 1 0 0,3 6 28 0 0,-2-7-26 0 0,32 94 347 0 0,-27-71-275 0 0,1 0 0 0 0,2-1 0 0 0,0 0 0 0 0,19 32 0 0 0,-17-39-56 0 0,0 0 0 0 0,0 0-1 0 0,2-1 1 0 0,25 23 0 0 0,-28-29-12 0 0,2 1 1 0 0,-1-2 0 0 0,1 0-1 0 0,0 0 1 0 0,1-1 0 0 0,-1 0-1 0 0,17 4 1 0 0,-20-7 0 0 0,0-1 1 0 0,0 0-1 0 0,1 0 1 0 0,-1-1-1 0 0,0 0 0 0 0,1-1 1 0 0,-1 0-1 0 0,1 0 1 0 0,14-3-1 0 0,-19 2-4 0 0,-1 0 0 0 0,1-1 0 0 0,-1 1 0 0 0,0-1 0 0 0,1 0 0 0 0,-1 0 0 0 0,0-1 0 0 0,0 1 0 0 0,0-1 0 0 0,0 0 0 0 0,-1 0 0 0 0,1 0 0 0 0,-1 0 0 0 0,0-1 0 0 0,0 1 0 0 0,0-1 0 0 0,0 0 0 0 0,-1 0 0 0 0,1 0 0 0 0,3-9 0 0 0,-1-1-50 0 0,0-1-1 0 0,-2 0 1 0 0,1 1-1 0 0,-2-2 1 0 0,0 1-1 0 0,0 0 1 0 0,-2-17-1 0 0,-1 9-78 0 0,0-1 0 0 0,-2 1 0 0 0,-11-44 0 0 0,11 57-298 0 0,0 0 1 0 0,-1 0-1 0 0,-1 0 0 0 0,-9-16 1 0 0,-5 1-8175 0 0,8 13-533 0 0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18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15 117 15199 0 0,'0'0'1172'0'0,"-1"0"-765"0"0,0 0 37 0 0,0 0 1 0 0,1 0-1 0 0,-1 0 1 0 0,1 0-1 0 0,-10-6 7999 0 0,9 5-7998 0 0,1 1-355 0 0,0-1 1 0 0,1 1-1 0 0,-1-1 1 0 0,0 1-1 0 0,0-1 1 0 0,0 1-1 0 0,1-1 1 0 0,-1 1-1 0 0,0-1 1 0 0,1 1-1 0 0,-1-1 1 0 0,0 1-1 0 0,1-1 1 0 0,-1 1-1 0 0,0 0 1 0 0,1-1-1 0 0,-1 1 0 0 0,1 0 1 0 0,0-1-1 0 0,24-12-929 0 0,1 5 855 0 0,0 1 1 0 0,47-8 0 0 0,56 3-3635 0 0,-92 10 2087 0 0</inkml:trace>
  <inkml:trace contextRef="#ctx0" brushRef="#br0" timeOffset="1">743 53 22607 0 0,'0'0'2047'0'0,"2"-2"-1686"0"0,2-2-170 0 0,1 0 0 0 0,0 0 0 0 0,1 1 0 0 0,-1 0 1 0 0,1 0-1 0 0,-1 0 0 0 0,1 0 0 0 0,0 1 0 0 0,0 0 0 0 0,8-2 0 0 0,10-1 945 0 0,33-2-1 0 0,-37 5-1133 0 0,-5 1-161 0 0,1 0 1 0 0,0 2 0 0 0,31 3-1 0 0,-16 2-2626 0 0,-1 2-3572 0 0,-2 1-2098 0 0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19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17967 0 0,'1'0'7793'0'0,"7"-2"-7009"0"0,-1 0 0 0 0,0 0 0 0 0,13-7 0 0 0,-12 5-393 0 0,1 0 0 0 0,15-3 1 0 0,36-3 465 0 0,-60 10-853 0 0,1 0 0 0 0,-1 0-1 0 0,0 0 1 0 0,1 0 0 0 0,-1 0 0 0 0,0 0 0 0 0,1 0-1 0 0,-1 0 1 0 0,1 0 0 0 0,-1 0 0 0 0,0 0 0 0 0,1 0-1 0 0,-1 0 1 0 0,0 0 0 0 0,1 0 0 0 0,-1 0 0 0 0,0 0-1 0 0,1 0 1 0 0,-1 1 0 0 0,0-1 0 0 0,1 0 0 0 0,-1 0-1 0 0,0 0 1 0 0,1 1 0 0 0,-1-1 0 0 0,0 0 0 0 0,0 0-1 0 0,1 1 1 0 0,-1-1 0 0 0,0 0 0 0 0,0 1 0 0 0,0-1-1 0 0,1 0 1 0 0,-1 1 0 0 0,0 0 16 0 0,0 1 1 0 0,0-1-1 0 0,1 0 1 0 0,-1 1-1 0 0,-1-1 1 0 0,1 0-1 0 0,0 1 1 0 0,0-1-1 0 0,0 0 1 0 0,-1 2-1 0 0,-12 28 286 0 0,-6 0-223 0 0,18-28-41 0 0,1-2-41 0 0,-1 0 0 0 0,1 0-1 0 0,0 1 1 0 0,-1-1 0 0 0,1 0-1 0 0,0 0 1 0 0,0 1-1 0 0,0-1 1 0 0,0 0 0 0 0,0 0-1 0 0,1 1 1 0 0,-1-1 0 0 0,0 0-1 0 0,1 0 1 0 0,-1 0 0 0 0,0 1-1 0 0,2 1 1 0 0,0 0-2 0 0,-2-1 5 0 0,1-1 0 0 0,0 1 0 0 0,0 0-1 0 0,0-1 1 0 0,-1 1 0 0 0,2-1 0 0 0,-1 1 0 0 0,0-1 0 0 0,0 1 0 0 0,0-1-1 0 0,1 0 1 0 0,-1 1 0 0 0,0-1 0 0 0,1 0 0 0 0,2 1 0 0 0,1 2 6 0 0,13 8 4 0 0,25 14-1 0 0,-28-17 0 0 0,1 1-1 0 0,25 20 0 0 0,-33-21-12 0 0,1 2 0 0 0,-8-7 0 0 0,-1-2 0 0 0,0-1 0 0 0,1 0 0 0 0,-1 0 0 0 0,0 0 0 0 0,1 0 0 0 0,-1 0 0 0 0,0 0 0 0 0,0 0 0 0 0,0 0 0 0 0,0 0 0 0 0,0 0 0 0 0,0 0 0 0 0,0 0 0 0 0,0 0 0 0 0,0 0 0 0 0,-1 0 0 0 0,1 0 0 0 0,0 0 0 0 0,-1-1 0 0 0,1 1 0 0 0,0 0 0 0 0,-1 0 0 0 0,1 0 0 0 0,-1 0 0 0 0,0 0 0 0 0,1-1 0 0 0,-1 1 0 0 0,1 0 0 0 0,-2 0 0 0 0,0 1 0 0 0,-4 4 19 0 0,1-1 1 0 0,-1 0-1 0 0,0 0 1 0 0,-1 0-1 0 0,1-1 1 0 0,-1 0-1 0 0,1 0 1 0 0,-1-1-1 0 0,-1 0 1 0 0,1 0-1 0 0,0-1 1 0 0,-1 0-1 0 0,-13 2 0 0 0,-2 0-48 0 0,1-2 0 0 0,-1 0-1 0 0,-32-3 1 0 0,49 0-324 0 0,-1 1 0 0 0,0-1 0 0 0,1 0 0 0 0,-1-1 0 0 0,1 0 0 0 0,-12-5 0 0 0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19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23007 0 0,'0'0'1057'0'0,"7"-4"341"0"0,6-3-853 0 0,1 2 0 0 0,0-1 0 0 0,0 2 0 0 0,0 0 0 0 0,18-3 0 0 0,3 1 226 0 0,0 2 0 0 0,49 0-1 0 0,-50 5-3131 0 0,-21 1-5616 0 0</inkml:trace>
  <inkml:trace contextRef="#ctx0" brushRef="#br0" timeOffset="1">113 140 7831 0 0,'-6'6'17417'0'0,"10"-4"-17251"0"0,-1 1-1 0 0,0-1 0 0 0,1 0 0 0 0,0 0 1 0 0,-1 0-1 0 0,1-1 0 0 0,0 1 1 0 0,0-1-1 0 0,7 1 0 0 0,40 5 50 0 0,23-4-1774 0 0,-25-4-6271 0 0,-21-1 182 0 0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19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236 162 3679 0 0,'0'0'284'0'0,"3"-26"19935"0"0,-11 25-17767 0 0,3 0-2216 0 0,1 0 0 0 0,-1 1 1 0 0,1 0-1 0 0,0 0 0 0 0,-1 0 0 0 0,1 1 1 0 0,0 0-1 0 0,-1-1 0 0 0,1 2 1 0 0,0-1-1 0 0,0 0 0 0 0,0 1 0 0 0,0 0 1 0 0,0-1-1 0 0,0 2 0 0 0,0-1 1 0 0,0 0-1 0 0,-3 4 0 0 0,-6 4-77 0 0,1 0 0 0 0,1 1 0 0 0,-19 22 0 0 0,20-21-92 0 0,0 0-1 0 0,1 0 1 0 0,0 1 0 0 0,1 1-1 0 0,1-1 1 0 0,0 1 0 0 0,1 1-1 0 0,-7 21 1 0 0,12-32-61 0 0,0 0 1 0 0,1 0-1 0 0,-1 0 1 0 0,1 0-1 0 0,0 1 0 0 0,0-1 1 0 0,0 0-1 0 0,1 0 1 0 0,0 0-1 0 0,-1 0 0 0 0,1 0 1 0 0,1 0-1 0 0,-1 0 0 0 0,1 0 1 0 0,-1 0-1 0 0,4 4 1 0 0,-2-3-9 0 0,1-1 1 0 0,-1 1-1 0 0,1-1 1 0 0,0 0-1 0 0,1 0 1 0 0,-1-1 0 0 0,1 1-1 0 0,-1-1 1 0 0,1 0-1 0 0,8 4 1 0 0,2 0-21 0 0,1-2 1 0 0,-1 0 0 0 0,1 0 0 0 0,0-2-1 0 0,0 0 1 0 0,1-1 0 0 0,21 1 0 0 0,5-3-117 0 0,1-2 0 0 0,-1-2 1 0 0,84-19-1 0 0,-111 18 84 0 0,1 0 0 0 0,-1 0 0 0 0,29-16 1 0 0,-38 18 38 0 0,-1-1 0 0 0,1 0 0 0 0,-1-1 1 0 0,0 0-1 0 0,0 0 0 0 0,0 0 1 0 0,-1 0-1 0 0,1-1 0 0 0,-1 0 0 0 0,7-12 1 0 0,-10 15 18 0 0,0-1 0 0 0,-1 1-1 0 0,0 0 1 0 0,0-1 0 0 0,0 1 0 0 0,0-1 0 0 0,0 1 0 0 0,-1-1 0 0 0,1 1 0 0 0,-1-1 0 0 0,0 0 0 0 0,0 1 0 0 0,0-1 0 0 0,-1-5-1 0 0,-1 4 15 0 0,0-1 0 0 0,1 1-1 0 0,-2-1 1 0 0,1 1 0 0 0,-1 0-1 0 0,1 0 1 0 0,-2 0 0 0 0,-3-6-1 0 0,-6-4 59 0 0,0 1 0 0 0,-1 0 0 0 0,-1 1 0 0 0,-19-13 0 0 0,-37-23-343 0 0,-109-55 0 0 0,167 96 46 0 0,-2 0-1416 0 0,-24-10 0 0 0,30 15 298 0 0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23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1 11055 0 0,'-1'2'10220'0'0,"-19"37"-8225"0"0,2 0 0 0 0,-21 67 0 0 0,-13 90-131 0 0,49-183-1800 0 0,0-3 4 0 0,3-8-20 0 0,1-4-233 0 0,34-86-337 0 0,-14 30 36 0 0,33-72-686 0 0,-54 129 1205 0 0,0 0 0 0 0,1 1 0 0 0,-1-1-1 0 0,0 1 1 0 0,1-1 0 0 0,-1 1 0 0 0,0-1 0 0 0,1 1 0 0 0,-1-1-1 0 0,0 1 1 0 0,1-1 0 0 0,-1 1 0 0 0,1 0 0 0 0,-1-1 0 0 0,1 1 0 0 0,-1 0-1 0 0,1-1 1 0 0,0 1 0 0 0,-1 0 0 0 0,1-1 0 0 0,-1 1 0 0 0,1 0-1 0 0,-1 0 1 0 0,1 0 0 0 0,0 0 0 0 0,-1 0 0 0 0,1 0 0 0 0,0 0-1 0 0,-1 0 1 0 0,1 0 0 0 0,-1 0 0 0 0,1 0 0 0 0,0 0 0 0 0,-1 0 0 0 0,1 0-1 0 0,-1 0 1 0 0,1 1 0 0 0,0-1 0 0 0,-1 0 0 0 0,1 0 0 0 0,-1 1-1 0 0,1-1 1 0 0,-1 1 0 0 0,1-1 0 0 0,-1 0 0 0 0,1 1 0 0 0,3 2 14 0 0,0 0 0 0 0,-1 0 0 0 0,1 0 0 0 0,3 5 0 0 0,17 18 61 0 0,1 0 0 0 0,1-2 1 0 0,32 23-1 0 0,112 72-253 0 0,-168-118 73 0 0,-2-1 65 0 0,1 0 0 0 0,-1 1 1 0 0,1-1-1 0 0,-1 1 1 0 0,0-1-1 0 0,1 0 0 0 0,-1 1 1 0 0,0-1-1 0 0,1 1 0 0 0,-1-1 1 0 0,0 1-1 0 0,0-1 0 0 0,0 1 1 0 0,1-1-1 0 0,-1 1 1 0 0,0-1-1 0 0,0 1 0 0 0,0-1 1 0 0,0 1-1 0 0,0-1 0 0 0,0 1 1 0 0,0-1-1 0 0,0 1 0 0 0,0 0 1 0 0,0-1-1 0 0,0 1 0 0 0,-1 0 1 0 0,1 0 3 0 0,-1 0 1 0 0,0 0 0 0 0,0 0-1 0 0,0 0 1 0 0,1 0-1 0 0,-1 0 1 0 0,0 0 0 0 0,0 0-1 0 0,0-1 1 0 0,-1 1-1 0 0,-1 1 1 0 0,-5 2-6 0 0,-1 0 0 0 0,0 0 0 0 0,0-1 0 0 0,-1 0 0 0 0,-13 2 0 0 0,-51 5 150 0 0,48-8-53 0 0,-191 17 392 0 0,191-18-791 0 0,0-2 1 0 0,-35-6-1 0 0,59 7-262 0 0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24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 12439 0 0,'0'0'10872'0'0,"-1"3"-10007"0"0,-7 21-70 0 0,2-1 0 0 0,0 2 0 0 0,2-1 0 0 0,-2 40 0 0 0,5-49-612 0 0,2 0 0 0 0,0 0 0 0 0,0 0 0 0 0,1 0 0 0 0,1 0 1 0 0,1-1-1 0 0,0 1 0 0 0,12 27 0 0 0,-12-32-130 0 0,1-1 0 0 0,1 0 0 0 0,0 1 1 0 0,0-2-1 0 0,1 1 0 0 0,15 15 0 0 0,-18-20-59 0 0,1-1-1 0 0,0 1 1 0 0,0-1-1 0 0,0 1 1 0 0,1-2 0 0 0,-1 1-1 0 0,1 0 1 0 0,-1-1 0 0 0,1 0-1 0 0,0-1 1 0 0,0 1-1 0 0,0-1 1 0 0,11 1 0 0 0,-12-2-40 0 0,1 0 0 0 0,0 0 0 0 0,0 0 1 0 0,0-1-1 0 0,-1 0 0 0 0,1 0 0 0 0,0-1 0 0 0,-1 0 1 0 0,1 0-1 0 0,-1 0 0 0 0,1 0 0 0 0,4-4 0 0 0,-3 1-12 0 0,0 0-1 0 0,0 0 1 0 0,0-1-1 0 0,-1 0 1 0 0,0 0-1 0 0,0-1 0 0 0,6-8 1 0 0,3-9-93 0 0,-1 1 0 0 0,-2-2 0 0 0,0 0 0 0 0,8-28 0 0 0,-6 19 36 0 0,-8 20 47 0 0,0-1 0 0 0,-1 1 0 0 0,0-1 0 0 0,-1 0-1 0 0,-1 0 1 0 0,2-22 0 0 0,-5 28 107 0 0,0 7 1041 0 0,0 5-871 0 0,-1 12-143 0 0,1 0 1 0 0,0 0-1 0 0,1 0 0 0 0,1-1 0 0 0,0 1 1 0 0,1 0-1 0 0,0-1 0 0 0,2 1 1 0 0,-1-1-1 0 0,2 0 0 0 0,0-1 0 0 0,0 1 1 0 0,17 24-1 0 0,-12-21-198 0 0,13 18-358 0 0,-5-16-3084 0 0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24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12439 0 0,'0'0'958'0'0,"2"-1"-262"0"0,1-3 662 0 0,1 1 0 0 0,0 0 1 0 0,0 0-1 0 0,7-3 1 0 0,21-8 2055 0 0,38-2-1716 0 0,-52 13-1383 0 0,-1 0-555 0 0,0 1 0 0 0,0 1-1 0 0,0 0 1 0 0,0 1 0 0 0,0 1-1 0 0,0 1 1 0 0,20 5 0 0 0,-12-3-5777 0 0,0-2-1893 0 0</inkml:trace>
  <inkml:trace contextRef="#ctx0" brushRef="#br0" timeOffset="1">558 107 12439 0 0,'2'0'5700'0'0,"92"-17"1736"0"0,5 8-4821 0 0,0 10-4377 0 0,-4 10-3932 0 0,-64-3 3415 0 0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24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42 6911 0 0,'2'0'12020'0'0,"29"-4"-5799"0"0,1-6-3824 0 0,14-3-1252 0 0,-22 8-1152 0 0,-7 1 53 0 0,24-1 1 0 0,-35 4-1211 0 0,-1 1 1 0 0,1 1-1 0 0,-1-1 0 0 0,11 3 1 0 0</inkml:trace>
  <inkml:trace contextRef="#ctx0" brushRef="#br0" timeOffset="1">12 187 8751 0 0,'-12'5'13743'0'0,"47"-1"-10813"0"0,-4-7-2249 0 0,0-1 0 0 0,38-11 0 0 0,-1 0-1261 0 0,-13 4-2363 0 0,-27 4-5746 0 0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25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57 10135 0 0,'-2'-11'12570'0'0,"10"5"-11015"0"0,-2 1-1314 0 0,1 1 0 0 0,0 0 0 0 0,0 1-1 0 0,0 0 1 0 0,1 0 0 0 0,-1 0-1 0 0,1 1 1 0 0,-1 0 0 0 0,10-1-1 0 0,12 0 421 0 0,30-1 0 0 0,-55 4-659 0 0,7-1-2 0 0,1 1 0 0 0,0 1 0 0 0,0 0 0 0 0,14 2 0 0 0,-9 3 3 0 0,-15-2-7 0 0,-1-2-7 0 0,-1-1 8 0 0,0-1 0 0 0,1 1 1 0 0,-1 0-1 0 0,0 0 0 0 0,0 0 0 0 0,1-1 0 0 0,-1 1 0 0 0,0 0 1 0 0,0 0-1 0 0,0 0 0 0 0,0 0 0 0 0,0 0 0 0 0,0-1 0 0 0,0 1 1 0 0,0 0-1 0 0,0 0 0 0 0,-1 0 0 0 0,1 0 0 0 0,0-1 0 0 0,-1 1 1 0 0,1 0-1 0 0,-1 1 0 0 0,-9 15 8 0 0,5-12-3 0 0,-1 0 0 0 0,1 0 0 0 0,-1 0 0 0 0,1-1 0 0 0,-8 4 0 0 0,-6 5 85 0 0,-85 60 934 0 0,101-71-907 0 0,0 0 1 0 0,1 0-1 0 0,0 0 1 0 0,-1 1-1 0 0,1-1 0 0 0,0 0 1 0 0,0 1-1 0 0,0 0 1 0 0,-2 2-1 0 0,5-4-101 0 0,-1 0 0 0 0,0-1 0 0 0,0 1 0 0 0,0 0 0 0 0,1-1 0 0 0,-1 1-1 0 0,0-1 1 0 0,1 1 0 0 0,-1-1 0 0 0,0 1 0 0 0,1 0 0 0 0,-1-1 0 0 0,1 1 0 0 0,-1-1 0 0 0,1 0 0 0 0,-1 1 0 0 0,1-1 0 0 0,-1 1 0 0 0,1-1-1 0 0,0 0 1 0 0,-1 1 0 0 0,1-1 0 0 0,1 0 0 0 0,17 7 67 0 0,-16-6-65 0 0,9 1-13 0 0,0 0 0 0 0,-1 0 0 0 0,1-1 0 0 0,0-1 0 0 0,22-1 0 0 0,-4-2-651 0 0,32-9 0 0 0,-39 7-1305 0 0,27-12 0 0 0,-30 9 487 0 0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26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312 112 11519 0 0,'0'0'887'0'0,"-1"-1"-583"0"0,-1-2 186 0 0,-1 0 0 0 0,1 1 0 0 0,-1-1 0 0 0,1 1 0 0 0,-1 0-1 0 0,0 0 1 0 0,0 0 0 0 0,0 0 0 0 0,0 0 0 0 0,0 1 0 0 0,0-1 0 0 0,0 1 0 0 0,-1 0 0 0 0,1 0 0 0 0,-7-1 0 0 0,5 2-52 0 0,0 0 1 0 0,1 0-1 0 0,-1 0 1 0 0,0 1-1 0 0,1-1 1 0 0,-1 1-1 0 0,0 0 1 0 0,1 1-1 0 0,0-1 1 0 0,-8 4-1 0 0,-1 3 101 0 0,0-1 0 0 0,1 2 0 0 0,-1 0 0 0 0,2 0 1 0 0,-1 1-1 0 0,-13 16 0 0 0,13-13-363 0 0,0 1 0 0 0,1 1 0 0 0,1-1 0 0 0,0 2 0 0 0,1-1 0 0 0,1 1 0 0 0,-12 31 0 0 0,18-40-96 0 0,0 1-1 0 0,1-1 0 0 0,-1 1 0 0 0,1-1 1 0 0,1 1-1 0 0,0-1 0 0 0,0 1 0 0 0,0-1 1 0 0,2 10-1 0 0,-1-11-54 0 0,1-1 0 0 0,-1 1 0 0 0,1-1-1 0 0,1 0 1 0 0,-1 1 0 0 0,1-1 0 0 0,0-1 0 0 0,0 1 0 0 0,0 0 0 0 0,0-1-1 0 0,1 1 1 0 0,0-1 0 0 0,7 6 0 0 0,1-1-48 0 0,-1 0 1 0 0,2-2-1 0 0,-1 1 0 0 0,1-1 1 0 0,0-1-1 0 0,0 0 1 0 0,1-1-1 0 0,0-1 0 0 0,0 0 1 0 0,0-1-1 0 0,0 0 0 0 0,20 1 1 0 0,-9-3-31 0 0,-1-1 0 0 0,1-1 1 0 0,-1-1-1 0 0,0-1 1 0 0,0-1-1 0 0,37-11 0 0 0,-47 10-33 0 0,0 1 0 0 0,0-2-1 0 0,-1 0 1 0 0,0-1-1 0 0,0 0 1 0 0,0-1 0 0 0,-1 0-1 0 0,22-20 1 0 0,-29 23 49 0 0,1-1 0 0 0,-1 0 0 0 0,-1 0 0 0 0,1 0 0 0 0,-1 0-1 0 0,0-1 1 0 0,-1 0 0 0 0,0 0 0 0 0,0 0 0 0 0,0 0 0 0 0,-1 0 0 0 0,0 0 0 0 0,0-1 0 0 0,-1 1 0 0 0,0-1 0 0 0,0 0 0 0 0,-1 1 0 0 0,-1-16 0 0 0,0 7 23 0 0,-2-1 0 0 0,0 1 0 0 0,-1 0 0 0 0,-1 0 0 0 0,0 0 0 0 0,-1 1 0 0 0,0 0 0 0 0,-18-29 0 0 0,17 34 0 0 0,0 0-1 0 0,0 0 1 0 0,-1 1 0 0 0,-1 1 0 0 0,0-1 0 0 0,0 1-1 0 0,0 0 1 0 0,-1 1 0 0 0,0 0 0 0 0,0 1 0 0 0,-1 0 0 0 0,-22-8-1 0 0,20 9-242 0 0,-1 1 0 0 0,0 0 0 0 0,0 1 0 0 0,-1 1 0 0 0,1 0 0 0 0,-24 0 0 0 0,25 3-578 0 0,1 0 0 0 0,-1 1 0 0 0,0 0 0 0 0,-18 6 0 0 0,8-1-856 0 0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26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5527 0 0,'1'-1'4516'0'0,"14"-7"4353"0"0,3 4-3467 0 0,-11 3-4507 0 0,1 0-1 0 0,-1 1 1 0 0,9 0 0 0 0,5 2-654 0 0,33 8 0 0 0,-52-10-248 0 0,93 23 400 0 0,-77-17-2071 0 0,24 11-1 0 0,-29-10-4640 0 0,-3 1-1903 0 0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27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59 14279 0 0,'0'0'1103'0'0,"-1"-2"-720"0"0,-9-5 1979 0 0,9 6-1931 0 0,1 1 1 0 0,0-1-1 0 0,-1 1 0 0 0,1-1 0 0 0,0 1 1 0 0,-1-1-1 0 0,1 0 0 0 0,0 1 0 0 0,0-1 1 0 0,-1 1-1 0 0,1-1 0 0 0,0 0 0 0 0,0 1 1 0 0,0-1-1 0 0,0 0 0 0 0,0 1 0 0 0,0-1 1 0 0,0 0-1 0 0,0 1 0 0 0,0-1 0 0 0,0 0 1 0 0,1 1-1 0 0,-1-1 0 0 0,0 1 0 0 0,0-1 1 0 0,1 0-1 0 0,-1 0 0 0 0,7-8-1614 0 0,-4 7 1239 0 0,1-1 0 0 0,-1 1 1 0 0,1-1-1 0 0,0 1 0 0 0,-1 1 0 0 0,1-1 0 0 0,0 0 1 0 0,0 1-1 0 0,0 0 0 0 0,0 0 0 0 0,0 0 0 0 0,1 0 0 0 0,-1 1 1 0 0,0 0-1 0 0,7 0 0 0 0,5 0 171 0 0,0 2 0 0 0,27 5 0 0 0,-38-6-227 0 0,-3-1 0 0 0,0 0 0 0 0,0 1 0 0 0,0-1 0 0 0,-1 1 0 0 0,1-1 0 0 0,0 1 0 0 0,-1 0 0 0 0,1-1 0 0 0,0 1 0 0 0,-1 0 0 0 0,1 0 0 0 0,-1 0 0 0 0,3 2 0 0 0,1 3 11 0 0,-4-5-7 0 0,-1 0 1 0 0,0-1 0 0 0,0 1 0 0 0,0 0-1 0 0,1 0 1 0 0,-1-1 0 0 0,0 1 0 0 0,0 0-1 0 0,0 0 1 0 0,0 0 0 0 0,-1-1-1 0 0,1 1 1 0 0,0 0 0 0 0,0 0 0 0 0,0 0-1 0 0,-1-1 1 0 0,1 1 0 0 0,0 0 0 0 0,-1 0-1 0 0,-6 13 83 0 0,4-10-54 0 0,0 0 0 0 0,0 0 0 0 0,-1 0 0 0 0,1-1 0 0 0,-1 0 1 0 0,0 0-1 0 0,0 0 0 0 0,-6 4 0 0 0,-38 17 202 0 0,19-11-80 0 0,26-13-143 0 0,-8 7 99 0 0,10-6-58 0 0,19 15 11 0 0,-8-10-56 0 0,1 0 0 0 0,0 0 1 0 0,0-1-1 0 0,0-1 0 0 0,23 6 0 0 0,6 3 7 0 0,-29-10-15 0 0,-7-2 0 0 0,0 1 0 0 0,1 0 0 0 0,-1-1 0 0 0,0 1 0 0 0,-1 1 0 0 0,7 3 0 0 0,-1 1 0 0 0,-9-5 0 0 0,1 0 0 0 0,-1 0 0 0 0,1-1 0 0 0,-1 1 0 0 0,0 0 0 0 0,0 0 0 0 0,0 0 0 0 0,0 0 0 0 0,0 0 0 0 0,0 0 0 0 0,-1-1 0 0 0,1 1 0 0 0,-1 0 0 0 0,1 0 0 0 0,-1 0 0 0 0,0 1 0 0 0,-5 9 0 0 0,-1-6 13 0 0,0 1-1 0 0,0-1 1 0 0,-1 0-1 0 0,1 0 1 0 0,-1-1-1 0 0,-1 0 1 0 0,-11 5-1 0 0,-65 23 88 0 0,76-30-216 0 0,0 0 1 0 0,0-1-1 0 0,-1 0 0 0 0,-16 1 0 0 0,24-3-217 0 0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27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10135 0 0,'0'0'919'0'0,"3"0"-262"0"0,12 1 5243 0 0,23-1-1 0 0,46-8-1222 0 0,-15 0-4210 0 0,33-1-2725 0 0,-36-3-3923 0 0,-47 7 3909 0 0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28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12895 0 0,'0'0'10027'0'0,"2"-1"-8717"0"0,2-2-1029 0 0,0 1-1 0 0,0 1 0 0 0,0-1 1 0 0,0 1-1 0 0,1-1 0 0 0,-1 1 1 0 0,1 0-1 0 0,-1 1 0 0 0,0-1 1 0 0,1 1-1 0 0,5 0 0 0 0,14 0 288 0 0,-19 0-564 0 0,-1 0 1 0 0,1 0 0 0 0,0 0-1 0 0,-1 0 1 0 0,1 1 0 0 0,-1 0-1 0 0,1 0 1 0 0,-1 0 0 0 0,0 1-1 0 0,7 2 1 0 0,-1 4 6 0 0,-9-7-6 0 0,0 0 0 0 0,-1 0 1 0 0,1 0-1 0 0,-1 0 0 0 0,0 0 0 0 0,1 1 1 0 0,-1-1-1 0 0,0 0 0 0 0,0 0 0 0 0,1 0 1 0 0,-1 1-1 0 0,0-1 0 0 0,0 0 0 0 0,0 0 1 0 0,-1 1-1 0 0,1-1 0 0 0,0 0 0 0 0,0 0 1 0 0,-1 0-1 0 0,1 1 0 0 0,0-1 0 0 0,-1 0 1 0 0,0 0-1 0 0,1 0 0 0 0,-1 0 0 0 0,1 0 1 0 0,-1 0-1 0 0,0 0 0 0 0,-1 1 0 0 0,-3 4 78 0 0,-1 0 0 0 0,0 0 0 0 0,-10 7 0 0 0,0 0 116 0 0,-50 43 1078 0 0,65-55-757 0 0,0 1-392 0 0,-8 15 71 0 0,8-15-129 0 0,3-1 5 0 0,3 2-75 0 0,1-1-1 0 0,-1-1 1 0 0,1 1-1 0 0,0-1 1 0 0,-1 0-1 0 0,1 0 1 0 0,0 0-1 0 0,0-1 1 0 0,0 0 0 0 0,6-1-1 0 0,11-2-508 0 0,29-6 0 0 0,-13 1-773 0 0,-26 6-481 0 0,0-2 0 0 0,19-6 1 0 0,-13 3-6941 0 0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29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25 144 4143 0 0,'-21'-31'27058'0'0,"19"37"-28652"0"0,1 8 1825 0 0,0 0-1 0 0,1-1 0 0 0,1 1 1 0 0,0-1-1 0 0,1 1 1 0 0,4 16-1 0 0,26 79 397 0 0,-20-78-556 0 0,1 0-1 0 0,1 0 1 0 0,26 41 0 0 0,-38-69-29 0 0,4 0-20 0 0,-3-3 20 0 0,13-6 1 0 0,-13 1-26 0 0,-1 2-6 0 0,8-13 3 0 0,0-1 0 0 0,-1 0 0 0 0,0 0 0 0 0,-2-1 0 0 0,8-23 0 0 0,-5 13-14 0 0,11-27 0 0 0,23-65-64 0 0,-41 113 75 0 0,2 13 42 0 0,3 14 21 0 0,9 25 1 0 0,-11-26-11 0 0,16 34 0 0 0,-14-39-59 0 0,8 16 23 0 0,25 37 1 0 0,-34-58-24 0 0,0 0-1 0 0,1 0 1 0 0,0-1-1 0 0,1 0 1 0 0,-1 0 0 0 0,1-1-1 0 0,18 11 1 0 0,-20-14-5 0 0,0 0 0 0 0,1-1 0 0 0,-1 1 0 0 0,1-1 0 0 0,0-1 0 0 0,0 0 0 0 0,13 3 0 0 0,-18-5 0 0 0,-1 0 0 0 0,1 0 0 0 0,0 0 0 0 0,0 0 0 0 0,-1 0 0 0 0,1-1 0 0 0,0 1 0 0 0,-1-1 0 0 0,1 0 0 0 0,0 0 0 0 0,-1 0 0 0 0,1 0 0 0 0,-1 0 0 0 0,1 0 0 0 0,-1-1 0 0 0,0 1 0 0 0,0-1 0 0 0,1 0 0 0 0,-1 0 0 0 0,0 1 0 0 0,-1-1 0 0 0,1 0 0 0 0,0-1 0 0 0,0 1 0 0 0,-1 0 0 0 0,1 0 0 0 0,0-3 0 0 0,5-11 0 0 0,-1 0 0 0 0,-1 0 0 0 0,7-34 0 0 0,-8 31 0 0 0,6-33-107 0 0,-3-1 1 0 0,2-68-1 0 0,-9 113-55 0 0,0-1-1 0 0,0 1 1 0 0,0-1-1 0 0,-1 1 1 0 0,-1-1-1 0 0,-3-14 1 0 0,4 20-153 0 0,-1 0 1 0 0,1 0-1 0 0,-1 0 0 0 0,1 0 1 0 0,-1 1-1 0 0,0-1 1 0 0,0 0-1 0 0,0 1 0 0 0,-1-1 1 0 0,1 1-1 0 0,-1 0 1 0 0,1 0-1 0 0,-1 0 0 0 0,1 0 1 0 0,-1 0-1 0 0,0 1 1 0 0,0-1-1 0 0,0 1 0 0 0,0 0 1 0 0,0 0-1 0 0,-4-1 0 0 0,-25-6-2380 0 0,2 0-23 0 0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29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5 110 24591 0 0,'0'0'1125'0'0,"-1"-1"-25"0"0,0 0-1088 0 0,1 1-1 0 0,0 0 1 0 0,-1-1-1 0 0,1 1 1 0 0,0-1-1 0 0,0 1 1 0 0,-1-1-1 0 0,1 1 1 0 0,0 0 0 0 0,0-1-1 0 0,0 1 1 0 0,0-1-1 0 0,0 1 1 0 0,0-1-1 0 0,0 1 1 0 0,-1-1-1 0 0,1 1 1 0 0,1-1-1 0 0,-1 1 1 0 0,0-1-1 0 0,0 1 1 0 0,0-1-1 0 0,0 1 1 0 0,0-1-1 0 0,0 1 1 0 0,0-1-1 0 0,1 1 1 0 0,-1 0-1 0 0,0-1 1 0 0,0 1-1 0 0,1-1 1 0 0,-1 1-1 0 0,0-1 1 0 0,1 1-1 0 0,-1 0 1 0 0,0-1-1 0 0,1 1 1 0 0,0-1 45 0 0,1-2 32 0 0,0 1-1 0 0,1-1 1 0 0,-1 1-1 0 0,1 0 1 0 0,-1 0 0 0 0,1 0-1 0 0,0 0 1 0 0,0 0-1 0 0,0 0 1 0 0,0 1 0 0 0,0 0-1 0 0,0-1 1 0 0,0 1-1 0 0,0 0 1 0 0,7-1 0 0 0,5 0 144 0 0,1 0 0 0 0,18 1 1 0 0,-10 0-19 0 0,160-5-3469 0 0,-153 6 1599 0 0</inkml:trace>
  <inkml:trace contextRef="#ctx0" brushRef="#br0" timeOffset="1">616 34 4143 0 0,'2'0'9274'0'0,"23"-8"844"0"0,-2 1-6730 0 0,-7 3-2440 0 0,25-5 1 0 0,-16 6-940 0 0,0 1 0 0 0,-1 2 0 0 0,1 0 1 0 0,0 1-1 0 0,0 2 0 0 0,0 0 0 0 0,-1 2 0 0 0,33 10 0 0 0,-33-5-1415 0 0,-5 4-59 0 0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30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42 13823 0 0,'0'0'1062'0'0,"3"0"-693"0"0,91-31 11301 0 0,-51 24-10040 0 0,-3 3-338 0 0,-38 4-1091 0 0,2 2 50 0 0,-4-3-234 0 0,1 1 0 0 0,-1 0 1 0 0,0 0-1 0 0,1 0 1 0 0,-1 0-1 0 0,0 0 1 0 0,1 0-1 0 0,-1 0 0 0 0,0 0 1 0 0,0 0-1 0 0,1 1 1 0 0,-1-1-1 0 0,0 0 0 0 0,1 0 1 0 0,-1 0-1 0 0,0 0 1 0 0,0 0-1 0 0,1 0 1 0 0,-1 1-1 0 0,0-1 0 0 0,0 0 1 0 0,1 0-1 0 0,-1 0 1 0 0,0 1-1 0 0,0-1 1 0 0,0 0-1 0 0,1 0 0 0 0,-1 0 1 0 0,0 1-1 0 0,0-1 1 0 0,0 1-1 0 0,0 2 10 0 0,-1 0 0 0 0,-1 0 0 0 0,1-1 0 0 0,0 1 0 0 0,-1 0 1 0 0,1 0-1 0 0,-1-1 0 0 0,0 1 0 0 0,0-1 0 0 0,0 1 0 0 0,-3 1 0 0 0,-3 3 27 0 0,0 0 1 0 0,-11 6-1 0 0,10-7-21 0 0,0 0-1 0 0,0 1 1 0 0,1 0-1 0 0,-15 15 1 0 0,20-18 9 0 0,-2 6-31 0 0,2 2 0 0 0,3-9-5 0 0,0-1 0 0 0,0 0-1 0 0,1 0 1 0 0,-1 1 0 0 0,0-1 0 0 0,1 0 0 0 0,0 0 0 0 0,1 4 0 0 0,5 4 5 0 0,0-4-6 0 0,0-1-1 0 0,1 0 1 0 0,0 0 0 0 0,0-1 0 0 0,1 0 0 0 0,-1 0 0 0 0,1-1-1 0 0,12 3 1 0 0,25 11 5 0 0,-3 3-10 0 0,-31-13 0 0 0,-2 2 0 0 0,-4 3 0 0 0,-5 1 0 0 0,-1-10 12 0 0,-1-1-1 0 0,0 0 1 0 0,0 0-1 0 0,0 0 1 0 0,0 0-1 0 0,0 0 1 0 0,0 0-1 0 0,0 0 1 0 0,-1 0-1 0 0,1 0 1 0 0,-1-1-1 0 0,1 1 1 0 0,-1 0-1 0 0,0-1 1 0 0,-2 2-1 0 0,-4 3 89 0 0,-1-1 1 0 0,-12 6-1 0 0,1-1-21 0 0,3-2-62 0 0,0-1 1 0 0,0 0-1 0 0,-1-2 0 0 0,0 0 1 0 0,-37 5-1 0 0,-20 6-1424 0 0,58-11-1205 0 0,-1-2-7645 0 0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30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846 1 25135 0 0,'-2'1'1157'0'0,"-5"6"-908"0"0,1 0-1 0 0,-1 0 0 0 0,1 1 1 0 0,0 0-1 0 0,1 0 0 0 0,-6 12 1 0 0,-25 58-149 0 0,22-45 312 0 0,-56 155 1019 0 0,0 1-870 0 0,20-85-333 0 0,-4-2 0 0 0,-4-2 0 0 0,-94 119 0 0 0,132-192-216 0 0,-149 180 88 0 0,133-172-70 0 0,-26 29 57 0 0,62-64-86 0 0,0 0-1 0 0,-1 0 0 0 0,1 0 0 0 0,0 1 0 0 0,0-1 0 0 0,-1 0 1 0 0,1 0-1 0 0,0 1 0 0 0,0-1 0 0 0,-1 0 0 0 0,1 0 0 0 0,0 1 1 0 0,0-1-1 0 0,0 0 0 0 0,0 0 0 0 0,-1 1 0 0 0,1-1 0 0 0,0 0 1 0 0,0 1-1 0 0,0-1 0 0 0,0 0 0 0 0,0 1 0 0 0,0-1 1 0 0,0 0-1 0 0,0 0 0 0 0,0 1 0 0 0,0-1 0 0 0,0 0 0 0 0,0 1 1 0 0,0-1-1 0 0,0 0 0 0 0,0 1 0 0 0,0-1 0 0 0,0 0 0 0 0,1 1 1 0 0,-1-1-1 0 0,0 0 0 0 0,0 0 0 0 0,0 1 0 0 0,0-1 0 0 0,1 0 1 0 0,-1 0-1 0 0,0 1 0 0 0,0-1 0 0 0,0 0 0 0 0,1 0 1 0 0,-1 1-1 0 0,0-1 0 0 0,0 0 0 0 0,1 0 0 0 0,-1 0 0 0 0,0 0 1 0 0,1 0-1 0 0,-1 1 0 0 0,0-1 0 0 0,1 0 0 0 0,-1 0 0 0 0,0 0 1 0 0,1 0-1 0 0,-1 0 0 0 0,1 0 0 0 0,-1 0 0 0 0,4 1-3 0 0,0 0 0 0 0,0 0-1 0 0,0 0 1 0 0,1 0 0 0 0,-1-1 0 0 0,0 0-1 0 0,0 0 1 0 0,7-1 0 0 0,37-7-44 0 0,-22 3 35 0 0,228-24-5074 0 0,-83 11-1430 0 0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31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12895 0 0,'0'0'17103'0'0,"2"0"-16810"0"0,9-3-245 0 0,0 2 1 0 0,0-1-1 0 0,0 2 0 0 0,0-1 1 0 0,1 1-1 0 0,-1 1 0 0 0,0 0 1 0 0,0 1-1 0 0,0 0 0 0 0,-1 1 1 0 0,16 5-1 0 0,-10-3-48 0 0,-2 2 0 0 0,-4-1-16 0 0,-7-2-48 0 0,3 6 36 0 0,-4 3-20 0 0,-3-10 49 0 0,0 0 1 0 0,1-1-1 0 0,-1 1 0 0 0,-1 0 0 0 0,1-1 1 0 0,0 1-1 0 0,0-1 0 0 0,-1 0 1 0 0,1 1-1 0 0,-1-1 0 0 0,0 0 0 0 0,-2 2 1 0 0,-27 22 148 0 0,18-15-85 0 0,9-8-89 0 0,-17 9-112 0 0,14-8 42 0 0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31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0 14279 0 0,'-2'2'10563'0'0,"-5"4"-9441"0"0,-9 8 1120 0 0,-16 17 0 0 0,27-25-2032 0 0,0 0 0 0 0,0 0 0 0 0,1 1 0 0 0,0 0 0 0 0,0 0 0 0 0,-4 12 0 0 0,6-15-147 0 0,1-1-35 0 0,0-1 1 0 0,0 0 0 0 0,0 1 0 0 0,0-1 0 0 0,0 1 0 0 0,1-1 0 0 0,-1 1 0 0 0,1-1 0 0 0,0 1 0 0 0,-1 0 0 0 0,1-1-1 0 0,1 5 1 0 0,3 3-18 0 0,5 7 16 0 0,-4-13-11 0 0,-1-2-6 0 0,-1 0-14 0 0,0 1-1 0 0,0-1 1 0 0,0 0 0 0 0,0 0-1 0 0,1 0 1 0 0,-1 0-1 0 0,1-1 1 0 0,-1 1-1 0 0,1-1 1 0 0,0 0 0 0 0,-1 0-1 0 0,1-1 1 0 0,0 1-1 0 0,7 0 1 0 0,-2-2-34 0 0,1-1 0 0 0,-1 1 1 0 0,1-2-1 0 0,-1 1 0 0 0,0-1 0 0 0,10-5 1 0 0,-16 6 27 0 0,0 1 0 0 0,0-1 0 0 0,0 0 0 0 0,-1 0 0 0 0,1 0 0 0 0,-1 0 0 0 0,1 0 0 0 0,-1-1 0 0 0,0 1 0 0 0,0-1 0 0 0,0 1 0 0 0,0-1 0 0 0,0 0 0 0 0,-1 0 0 0 0,1 0 0 0 0,-1 0 0 0 0,0 0 0 0 0,0 0 0 0 0,0 0 0 0 0,0 0 0 0 0,1-7 0 0 0,-2 7-15 0 0,1-1-1 0 0,-1 1 1 0 0,0-1 0 0 0,0 0 0 0 0,0 1 0 0 0,-1-1 0 0 0,1 1 0 0 0,-1-1 0 0 0,0 1 0 0 0,0-1 0 0 0,0 1 0 0 0,0 0 0 0 0,0-1 0 0 0,-1 1-1 0 0,0 0 1 0 0,1 0 0 0 0,-1 0 0 0 0,-1 0 0 0 0,1 0 0 0 0,-3-2 0 0 0,1 1-101 0 0,-1 1 1 0 0,0-1-1 0 0,0 1 0 0 0,-9-5 1 0 0,-11-1-3639 0 0,12 4-6028 0 0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33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20183 0 0,'0'0'1832'0'0,"3"0"-1405"0"0,171-15 4574 0 0,-81 4-4461 0 0,-32 6-925 0 0,120-11-6 0 0,-122 14-3447 0 0,1 0-3817 0 0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33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6911 0 0,'0'0'17628'0'0,"2"1"-17321"0"0,140 68 1607 0 0,-132-64-1854 0 0,33 11-49 0 0,-33-11-11 0 0,-10-4 0 0 0,0-1 0 0 0,0 1 0 0 0,0-1 0 0 0,0 1 0 0 0,-1-1 0 0 0,1 1 0 0 0,0-1 0 0 0,0 1 0 0 0,0-1 0 0 0,-1 1 0 0 0,1-1 0 0 0,0 0 0 0 0,0 1 0 0 0,-1-1 0 0 0,1 1 0 0 0,0-1 0 0 0,-1 0 0 0 0,0 1 0 0 0,-7 8 178 0 0,0-1 0 0 0,-1 0-1 0 0,0-1 1 0 0,0 0 0 0 0,-1 0 0 0 0,-14 7-1 0 0,-6 4 211 0 0,20-13-206 0 0,8-5-174 0 0,0 1-1 0 0,1 0 1 0 0,-1-1 0 0 0,1 1-1 0 0,-1 0 1 0 0,0 0 0 0 0,1 0-1 0 0,-1 0 1 0 0,1 0 0 0 0,0 1-1 0 0,-1-1 1 0 0,1 0-1 0 0,0 1 1 0 0,0-1 0 0 0,0 1-1 0 0,0-1 1 0 0,0 1 0 0 0,0-1-1 0 0,0 1 1 0 0,1 0 0 0 0,-1-1-1 0 0,0 1 1 0 0,0 2-1 0 0,1-2-883 0 0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34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3 6911 0 0,'0'0'528'0'0,"-2"-1"159"0"0,0 1 83 0 0,0-1 0 0 0,0 1-1 0 0,0 0 1 0 0,1 0 0 0 0,-1 0 0 0 0,0 0 0 0 0,0 0-1 0 0,0 0 1 0 0,0 0 0 0 0,0 1 0 0 0,1-1 0 0 0,-1 1-1 0 0,0-1 1 0 0,0 1 0 0 0,1 0 0 0 0,-4 2 0 0 0,-6 2-94 0 0,0 2 1 0 0,1-1 0 0 0,-1 2 0 0 0,1-1 0 0 0,1 1 0 0 0,-14 15 0 0 0,-47 62 1382 0 0,36-40-1123 0 0,-16 14 193 0 0,49-58-989 0 0,0 1-87 0 0,1-2-54 0 0,0-1 1 0 0,0 1-1 0 0,0 0 0 0 0,0 0 0 0 0,0 0 0 0 0,0 0 0 0 0,0 0 0 0 0,0 0 0 0 0,0 0 0 0 0,0 0 1 0 0,-1 0-1 0 0,1 0 0 0 0,0 0 0 0 0,0-1 0 0 0,0 1 0 0 0,0 0 0 0 0,0 0 0 0 0,0 0 0 0 0,0 0 0 0 0,0 0 1 0 0,0 0-1 0 0,0 0 0 0 0,0 0 0 0 0,0 0 0 0 0,-1 0 0 0 0,1 0 0 0 0,0 0 0 0 0,0 0 0 0 0,0 0 0 0 0,0 0 1 0 0,0 0-1 0 0,0 0 0 0 0,0 0 0 0 0,0 0 0 0 0,0 0 0 0 0,-1 0 0 0 0,1 0 0 0 0,0 0 0 0 0,0 0 1 0 0,0 0-1 0 0,0 0 0 0 0,0 0 0 0 0,0 0 0 0 0,0 0 0 0 0,0 0 0 0 0,0 0 0 0 0,0 0 0 0 0,0 0 0 0 0,-1 1 1 0 0,7-18-147 0 0,11-21-219 0 0,-13 29 294 0 0,6-11-126 0 0,1-1 1 0 0,0 1 0 0 0,1 1 0 0 0,1 0-1 0 0,17-18 1 0 0,-22 29 124 0 0,5-3 58 0 0,-9 10 22 0 0,-2 1 5 0 0,0-1 84 0 0,10 1 157 0 0,-8 0-208 0 0,0 0 0 0 0,-1 1 1 0 0,1-1-1 0 0,0 1 0 0 0,-1 0 0 0 0,1 0 0 0 0,-1 0 1 0 0,1 1-1 0 0,-1-1 0 0 0,0 1 0 0 0,4 2 1 0 0,3 3 15 0 0,-1 0 0 0 0,10 10 0 0 0,-5-4-22 0 0,101 86 100 0 0,-111-96-139 0 0,12 14 0 0 0,-11-11-12 0 0,-2-3 1 0 0,0 0-1 0 0,-1 0 0 0 0,1 0 0 0 0,-1 1 0 0 0,3 6 0 0 0,-4-6-30 0 0,1 4 20 0 0,-3-6 20 0 0,1-1-1 0 0,0 0 1 0 0,-1 1 0 0 0,1-1-1 0 0,-1 0 1 0 0,0 0-1 0 0,1 0 1 0 0,-1 0-1 0 0,0 1 1 0 0,0-1-1 0 0,1 0 1 0 0,-1 0-1 0 0,0 0 1 0 0,0-1-1 0 0,0 1 1 0 0,0 0-1 0 0,0 0 1 0 0,0 0 0 0 0,-3 0-1 0 0,2 1-1 0 0,-5 2 8 0 0,-1 0 1 0 0,1 0-1 0 0,-1 0 1 0 0,0-1-1 0 0,0 0 1 0 0,-1-1-1 0 0,-15 4 1 0 0,-61 2 31 0 0,84-7-36 0 0,-48 3-297 0 0,30-1-84 0 0,0-1 1 0 0,-1-1 0 0 0,-30-3-1 0 0,48 2-561 0 0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35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46 17047 0 0,'-2'0'1311'0'0,"0"0"-1029"0"0,-1 1-1 0 0,1 0 1 0 0,-1-1 0 0 0,1 1-1 0 0,-1 0 1 0 0,1 0 0 0 0,-1 0-1 0 0,1 1 1 0 0,0-1 0 0 0,-1 1 0 0 0,1-1-1 0 0,0 1 1 0 0,0 0 0 0 0,0-1-1 0 0,-3 5 1 0 0,2-1 169 0 0,0-1-1 0 0,1 0 1 0 0,-1 1 0 0 0,1 0-1 0 0,0-1 1 0 0,1 1 0 0 0,-3 9-1 0 0,1 1 98 0 0,1-1 1 0 0,1 1-1 0 0,0 0 0 0 0,2 29 0 0 0,1-29-415 0 0,1 1-1 0 0,1 0 1 0 0,0-1 0 0 0,1 0-1 0 0,0 0 1 0 0,10 18-1 0 0,-1-5-73 0 0,1-2-1 0 0,25 33 0 0 0,-29-45-54 0 0,1 0 0 0 0,0 0 0 0 0,0-1 0 0 0,2 0 0 0 0,-1-1 0 0 0,2-1 0 0 0,15 10 0 0 0,-24-18-41 0 0,-1 1 0 0 0,1-1 1 0 0,1 0-1 0 0,-1-1 0 0 0,0 1 1 0 0,0-1-1 0 0,1-1 0 0 0,0 1 1 0 0,-1-1-1 0 0,1 0 1 0 0,0-1-1 0 0,-1 1 0 0 0,1-1 1 0 0,0-1-1 0 0,-1 1 0 0 0,1-1 1 0 0,0 0-1 0 0,-1-1 1 0 0,1 0-1 0 0,-1 0 0 0 0,1 0 1 0 0,6-4-1 0 0,-5 1-53 0 0,0 0 1 0 0,0 0-1 0 0,-1-1 0 0 0,0 0 0 0 0,0 0 1 0 0,0-1-1 0 0,6-9 0 0 0,-1 1-65 0 0,-1-1-1 0 0,13-25 1 0 0,-4-3-31 0 0,-1-1 0 0 0,-2 0 0 0 0,17-78 0 0 0,5-55 589 0 0,-37 166-197 0 0,-2 10 1454 0 0,0 6-1514 0 0,-3 18-33 0 0,1 0 1 0 0,2 0 0 0 0,0 0 0 0 0,1 1-1 0 0,2-1 1 0 0,8 41 0 0 0,-1-18-61 0 0,20 75-104 0 0,-27-111-510 0 0,-1 1 0 0 0,0-1-1 0 0,0 1 1 0 0,-1 13 0 0 0,-1-21-463 0 0,-1 0-375 0 0,1-1 878 0 0,-2 5 130 0 0,-3-2-3102 0 0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35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21679 0 0,'0'0'2824'0'0,"2"-1"-2320"0"0,4-3-295 0 0,1 1 0 0 0,-1 0-1 0 0,1 1 1 0 0,-1-1 0 0 0,1 1 0 0 0,0 1-1 0 0,0-1 1 0 0,10 0 0 0 0,62-1 377 0 0,-73 3-642 0 0,119-1-3284 0 0,-91-1 1119 0 0</inkml:trace>
  <inkml:trace contextRef="#ctx0" brushRef="#br0" timeOffset="1">667 34 12439 0 0,'0'0'1126'0'0,"2"0"-929"0"0,16-7 1564 0 0,0 1 1 0 0,0 0-1 0 0,1 2 1 0 0,0 0-1 0 0,0 1 0 0 0,22-1 1 0 0,37 5 318 0 0,1 5-3465 0 0,-46-3-48 0 0,-1 0-402 0 0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36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5 15199 0 0,'0'0'1963'0'0,"2"0"-166"0"0,55-5 6494 0 0,-15 7-7345 0 0,52 3-170 0 0,-33 4-10450 0 0</inkml:trace>
  <inkml:trace contextRef="#ctx0" brushRef="#br0" timeOffset="1">0 174 20215 0 0,'0'0'2832'0'0,"13"0"-2096"0"0,4-2 8 0 0,0 2 8 0 0,1-1-352 0 0,3-1-72 0 0,2 0-8 0 0,1 1-8 0 0,2-1-872 0 0,2 2-176 0 0,-2 0-32 0 0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37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42 583 14279 0 0,'1'-2'3664'0'0,"3"-4"-1833"0"0,-1-1-1 0 0,0 0 1 0 0,0 0-1 0 0,2-11 1 0 0,-2 5-92 0 0,1-25 1 0 0,-5-68-1049 0 0,0 90-234 0 0,-2-21-343 0 0,-13-54-1 0 0,0 3-120 0 0,11 53 7 0 0,-18-60 0 0 0,21 87-12 0 0,8 24-1 0 0,-1-3 4 0 0,0 0-1 0 0,1 0 1 0 0,0-1-1 0 0,11 16 1 0 0,-5-13 9 0 0,1 0 0 0 0,1 0 0 0 0,0-1 0 0 0,1-1 0 0 0,0 0 0 0 0,1-1 0 0 0,31 18 0 0 0,-37-24 0 0 0,0-1 0 0 0,0-1 0 0 0,1 1 0 0 0,-1-2 0 0 0,1 0 0 0 0,0 0 0 0 0,0-1 0 0 0,0 0 0 0 0,0 0 0 0 0,0-2 0 0 0,0 1 0 0 0,0-1 0 0 0,0-1 0 0 0,0 0 0 0 0,17-4 0 0 0,-21 3 0 0 0,-1-1 0 0 0,1 0 0 0 0,0 0 0 0 0,-1-1 0 0 0,0 1 0 0 0,0-2 0 0 0,0 1 0 0 0,0 0 0 0 0,-1-1 0 0 0,1 0 0 0 0,-1-1 0 0 0,-1 1 0 0 0,1-1 0 0 0,-1 0 0 0 0,0 0 0 0 0,4-7 0 0 0,5-13 0 0 0,-1 1 0 0 0,14-50 0 0 0,-19 56 0 0 0,-1-11 0 0 0,-6 28 0 0 0,-1 4-1 0 0,-2 7-1 0 0,-2 14 16 0 0,4 12-7 0 0,2-1 1 0 0,1 1 0 0 0,1-1-1 0 0,2 0 1 0 0,2 0-1 0 0,18 57 1 0 0,-18-66-99 0 0,8 23-572 0 0,33 74 1 0 0,-47-120 319 0 0,1 1 0 0 0,-1-1 1 0 0,0 0-1 0 0,1 0 0 0 0,0 0 0 0 0,-1 0 0 0 0,1 0 0 0 0,0 0 1 0 0,0-1-1 0 0,0 1 0 0 0,0 0 0 0 0,0-1 0 0 0,1 0 0 0 0,-1 1 1 0 0,0-1-1 0 0,1 0 0 0 0,-1 0 0 0 0,1 0 0 0 0,-1-1 0 0 0,1 1 1 0 0,-1-1-1 0 0,1 1 0 0 0,0-1 0 0 0,-1 0 0 0 0,1 0 1 0 0,-1 0-1 0 0,1 0 0 0 0,0 0 0 0 0,-1-1 0 0 0,1 1 0 0 0,3-2 1 0 0,9-4-1912 0 0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38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20 7831 0 0,'0'0'603'0'0,"-2"-1"-396"0"0,-15-9-60 0 0,14 9 1087 0 0,-1-1 0 0 0,1 1 1 0 0,0 0-1 0 0,-1 0 0 0 0,1 0 1 0 0,-1 0-1 0 0,1 1 0 0 0,-1 0 1 0 0,1-1-1 0 0,-1 1 0 0 0,1 0 1 0 0,-5 1-1 0 0,-17 5 771 0 0,13-1-1478 0 0,0 1 0 0 0,0 0 0 0 0,0 1 1 0 0,1 0-1 0 0,-11 10 0 0 0,-49 46 302 0 0,66-58-797 0 0,1 0 0 0 0,-1 1 0 0 0,1-1-1 0 0,0 1 1 0 0,0 0 0 0 0,1 1 0 0 0,0-1 0 0 0,0 0 0 0 0,0 1-1 0 0,1 0 1 0 0,0 0 0 0 0,0-1 0 0 0,-1 14 0 0 0,3-15-32 0 0,-1-1 1 0 0,1 0-1 0 0,1 0 1 0 0,-1 0-1 0 0,1 0 0 0 0,-1 0 1 0 0,1 0-1 0 0,0 1 1 0 0,1-2-1 0 0,-1 1 0 0 0,1 0 1 0 0,-1 0-1 0 0,1 0 1 0 0,0-1-1 0 0,1 1 0 0 0,-1-1 1 0 0,1 1-1 0 0,-1-1 1 0 0,1 0-1 0 0,0 0 0 0 0,0 0 1 0 0,0-1-1 0 0,1 1 1 0 0,4 3-1 0 0,0-2-45 0 0,0 0 0 0 0,0-1 0 0 0,0 0 1 0 0,1 0-1 0 0,-1-1 0 0 0,1 0 0 0 0,-1 0 0 0 0,1-1 0 0 0,0 0 1 0 0,0 0-1 0 0,0-1 0 0 0,-1-1 0 0 0,1 1 0 0 0,15-4 0 0 0,-12 1-53 0 0,1 0 0 0 0,-1-1-1 0 0,0 0 1 0 0,-1-1 0 0 0,1 0-1 0 0,-1-1 1 0 0,0 0 0 0 0,0-1-1 0 0,16-14 1 0 0,27-30-606 0 0,-47 44 597 0 0,-2-2 127 0 0,-4 7 1087 0 0,-1 3-1087 0 0,0 0-1 0 0,0 0 0 0 0,0 0 1 0 0,0 0-1 0 0,1 0 1 0 0,-1 0-1 0 0,0 0 1 0 0,1 0-1 0 0,-1 0 1 0 0,0 0-1 0 0,1 1 1 0 0,1 1 22 0 0,4 15 55 0 0,1 0 1 0 0,1 0-1 0 0,0-1 0 0 0,2 0 1 0 0,0 0-1 0 0,0-1 0 0 0,2 0 1 0 0,22 23-1 0 0,-27-33-87 0 0,-1 0 0 0 0,1 0 0 0 0,0-1 0 0 0,0 0 0 0 0,0 0 0 0 0,1-1 0 0 0,-1 0 0 0 0,1 0 0 0 0,0-1 0 0 0,0 0 0 0 0,1-1 0 0 0,-1 1 0 0 0,10 0 0 0 0,1-1-10 0 0,-15-4 0 0 0,1 1 0 0 0,-2 0 1 0 0,-1 1 0 0 0,1-1-1 0 0,0 0 1 0 0,0 0 0 0 0,0 0 0 0 0,0 0 0 0 0,-1 0 0 0 0,1 0-1 0 0,-1-1 1 0 0,1 0 0 0 0,-1 1 0 0 0,1-1 0 0 0,-1 0-1 0 0,0 0 1 0 0,0 0 0 0 0,4-5 0 0 0,-3 2 8 0 0,-1 1 1 0 0,0-1 0 0 0,1 0-1 0 0,-2-1 1 0 0,1 1-1 0 0,1-7 1 0 0,2-6 33 0 0,-3 7-33 0 0,0 0 1 0 0,0 0-1 0 0,-1 0 1 0 0,-1-1-1 0 0,0 1 1 0 0,0 0-1 0 0,-4-22 0 0 0,1 7-17 0 0,1 14-135 0 0,-1 1 0 0 0,0 0 0 0 0,-1 0-1 0 0,0 0 1 0 0,-1 0 0 0 0,0 1 0 0 0,-10-16 0 0 0,14 24-665 0 0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38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52 12439 0 0,'0'0'12365'0'0,"0"1"-11283"0"0,-4 14-445 0 0,0 0 0 0 0,-1 0 1 0 0,0-1-1 0 0,-2 1 0 0 0,-10 18 0 0 0,-14 33 297 0 0,10-2-478 0 0,18-53-381 0 0,68-129-1083 0 0,-36 72 667 0 0,-4 6 138 0 0,44-54 1 0 0,-68 92 632 0 0,0 2-398 0 0,0 0 1 0 0,0 0-1 0 0,0 0 0 0 0,0-1 1 0 0,0 1-1 0 0,0 0 1 0 0,0 0-1 0 0,0 0 1 0 0,0 1-1 0 0,0-1 0 0 0,0 0 1 0 0,0 0-1 0 0,0 1 1 0 0,0-1-1 0 0,0 0 1 0 0,0 1-1 0 0,-1-1 0 0 0,1 1 1 0 0,0-1-1 0 0,1 2 1 0 0,16 13 259 0 0,-8-1-196 0 0,0 0 0 0 0,0 1 1 0 0,-1 0-1 0 0,9 23 0 0 0,-10-20-72 0 0,1 0-1 0 0,0-1 1 0 0,15 19 0 0 0,-7-15-32 0 0,8 11-38 0 0,39 38 1 0 0,-63-69-9 0 0,-3 1-84 0 0,-3 0 129 0 0,-1 1 0 0 0,0-1 0 0 0,0 0 0 0 0,0 0 0 0 0,0-1 0 0 0,0 0-1 0 0,0 0 1 0 0,-1 0 0 0 0,-5-1 0 0 0,-64-4 13 0 0,42 1-55 0 0,-152 3-679 0 0,179 0 983 0 0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39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22919 0 0,'0'0'4816'0'0,"-1"2"-4039"0"0,-3 13-372 0 0,0 1-1 0 0,1-1 0 0 0,1 1 0 0 0,0-1 0 0 0,1 1 1 0 0,2 22-1 0 0,16 99-20 0 0,-4-35-167 0 0,-6-32-369 0 0,-7-68 67 0 0,0 0-91 0 0,0 1 1194 0 0,1 8-5088 0 0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39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74 13359 0 0,'0'0'612'0'0,"-2"-2"-14"0"0,-5-6 5312 0 0,17 5-4255 0 0,-1 1 0 0 0,1-1 0 0 0,0 1 0 0 0,17-1 0 0 0,46 2-331 0 0,-36 1-616 0 0,524-31 1089 0 0,-540 28-1803 0 0,143-11 78 0 0,-141 13-98 0 0,0 1-1 0 0,0 2 1 0 0,1 0-1 0 0,43 11 0 0 0,-65-12-81 0 0,2 1 21 0 0,-4-2 46 0 0,0 0 1 0 0,0 0-1 0 0,1 0 0 0 0,-1 0 1 0 0,0 0-1 0 0,0 0 0 0 0,0 0 1 0 0,1 0-1 0 0,-1 0 0 0 0,0 0 1 0 0,0 0-1 0 0,1 0 0 0 0,-1 0 1 0 0,0 0-1 0 0,0 0 0 0 0,0 0 0 0 0,1 1 1 0 0,-1-1-1 0 0,0 0 0 0 0,0 0 1 0 0,0 0-1 0 0,0 0 0 0 0,1 0 1 0 0,-1 1-1 0 0,0-1 0 0 0,0 0 1 0 0,0 0-1 0 0,0 0 0 0 0,0 1 1 0 0,0-1-1 0 0,0 0 0 0 0,1 0 0 0 0,-1 1 1 0 0,0-1-1 0 0,0 0 0 0 0,0 0 1 0 0,0 1-1 0 0,0 2-343 0 0,-1 0-1 0 0,1 0 1 0 0,-1 0 0 0 0,1 0-1 0 0,-1 0 1 0 0,-1 4-1 0 0,-5 6-772 0 0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40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28 8751 0 0,'-10'-3'15829'0'0,"53"-2"-12506"0"0,13-3-1788 0 0,-3 0-891 0 0,-12 5-1242 0 0,0 3 1 0 0,67 6 0 0 0,-91-3-1315 0 0,-4 1-4831 0 0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40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19375 0 0,'0'0'4877'0'0,"2"1"-4354"0"0,63 11 399 0 0,3-3-3471 0 0,-46-7 536 0 0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41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25 723 20159 0 0,'0'0'2292'0'0,"1"-2"-1513"0"0,1-3-161 0 0,-1 0 0 0 0,1-1 0 0 0,-1 1 0 0 0,0-1 1 0 0,-1 1-1 0 0,1-1 0 0 0,-1 1 0 0 0,-1-9 0 0 0,-7-46 1758 0 0,6 50-2485 0 0,-7-50 414 0 0,2 0 0 0 0,1-65 0 0 0,5 54-302 0 0,2-82-206 0 0,-1 154 198 0 0,0 0 1 0 0,1 0-1 0 0,-1 0 1 0 0,0 0-1 0 0,1-1 1 0 0,-1 1-1 0 0,1 0 1 0 0,-1 0-1 0 0,1 0 0 0 0,0-1 1 0 0,-1 1-1 0 0,2 0 1 0 0,1 3-1 0 0,7 9 5 0 0,0-1 0 0 0,1 0 0 0 0,1 0 0 0 0,0-1 0 0 0,0-1 0 0 0,1 0 0 0 0,1-1 0 0 0,-1 0 0 0 0,21 9 0 0 0,-21-11 0 0 0,1-2 0 0 0,-1 0 0 0 0,1-1 0 0 0,0 0 0 0 0,0-1 0 0 0,0 0 0 0 0,1-2 0 0 0,-1 1 0 0 0,0-2 0 0 0,28-2 0 0 0,-34 1 0 0 0,0 0 0 0 0,0-1 0 0 0,0 0 0 0 0,0-1 0 0 0,-1 0 0 0 0,1 0 0 0 0,-1 0 0 0 0,1-1 0 0 0,-1 0 0 0 0,0-1 0 0 0,-1 0 0 0 0,1 0 0 0 0,-1 0 0 0 0,0-1 0 0 0,0 0 0 0 0,-1 0 0 0 0,1 0 0 0 0,-1-1 0 0 0,-1 1 0 0 0,0-1 0 0 0,1-1 0 0 0,-2 1 0 0 0,1 0 0 0 0,-1-1 0 0 0,2-8 0 0 0,-3 11 0 0 0,5-14-33 0 0,-1-1-1 0 0,0 0 1 0 0,-2 0 0 0 0,0 0 0 0 0,1-28 0 0 0,-16 55 13 0 0,8-3 21 0 0,0 0 0 0 0,0 0 0 0 0,1 0 0 0 0,-1 0 0 0 0,1 1 0 0 0,0-1 0 0 0,0 1-1 0 0,1-1 1 0 0,-1 1 0 0 0,0 6 0 0 0,-1 6 10 0 0,-1 27 0 0 0,3-23 28 0 0,0 21-4 0 0,1-1 0 0 0,2 1 0 0 0,3 0 0 0 0,0-1 1 0 0,3 0-1 0 0,2-1 0 0 0,1 1 0 0 0,30 70 0 0 0,-38-106-75 0 0,-1 0-1 0 0,1 0 1 0 0,0 0 0 0 0,0-1 0 0 0,1 1-1 0 0,-1-1 1 0 0,1 1 0 0 0,0-1 0 0 0,0 0-1 0 0,1-1 1 0 0,-1 1 0 0 0,7 4-1 0 0,-7-6-352 0 0,-1-1-1 0 0,1 1 0 0 0,0 0 0 0 0,0-1 1 0 0,0 0-1 0 0,0 0 0 0 0,6 1 0 0 0,-6-2-684 0 0,0 0 0 0 0,0 0-1 0 0,0 0 1 0 0,0 0 0 0 0,-1-1 0 0 0,1 0-1 0 0,0 1 1 0 0,7-4 0 0 0,3-3-6920 0 0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41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3 11519 0 0,'0'0'1040'0'0,"-2"0"-853"0"0,-4-1 734 0 0,1 0 0 0 0,-1 1-1 0 0,1-1 1 0 0,-1 1 0 0 0,1 0 0 0 0,-1 1 0 0 0,1 0 0 0 0,-1 0-1 0 0,1 0 1 0 0,-7 2 0 0 0,5 1-173 0 0,0-1 1 0 0,0 2-1 0 0,0-1 0 0 0,1 1 1 0 0,-8 6-1 0 0,10-8-718 0 0,-12 11 397 0 0,0 0 0 0 0,1 1 0 0 0,1 0 0 0 0,1 1 0 0 0,-17 25 0 0 0,25-33-373 0 0,0 0-1 0 0,0 0 1 0 0,1 1-1 0 0,1 0 1 0 0,-1 0-1 0 0,1 0 0 0 0,1 0 1 0 0,0 0-1 0 0,0 1 1 0 0,1-1-1 0 0,0 1 1 0 0,1-1-1 0 0,-1 1 1 0 0,3 11-1 0 0,-1-15-52 0 0,0-1-1 0 0,0 0 1 0 0,0 0 0 0 0,1 0-1 0 0,-1 0 1 0 0,2 0 0 0 0,-1 0-1 0 0,0-1 1 0 0,1 1-1 0 0,0-1 1 0 0,0 1 0 0 0,0-1-1 0 0,0 0 1 0 0,5 4 0 0 0,-3-4-7 0 0,1 0 1 0 0,-1 0-1 0 0,1-1 0 0 0,0 1 1 0 0,0-1-1 0 0,0 0 1 0 0,0-1-1 0 0,0 1 0 0 0,13 2 1 0 0,-2-3-327 0 0,1 0 0 0 0,0 0 1 0 0,0-2-1 0 0,-1 0 0 0 0,1-1 0 0 0,0-1 1 0 0,23-5-1 0 0,-25 3-982 0 0,0 0 1 0 0,0-1-1 0 0,-1 0 0 0 0,0-1 0 0 0,21-12 1 0 0,-18 6-6225 0 0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42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4 17247 0 0,'0'0'794'0'0,"-2"0"-22"0"0,-4-3-364 0 0,4 3 302 0 0,1 1-458 0 0,0 1 0 0 0,0-1-1 0 0,0 1 1 0 0,0 0 0 0 0,0-1 0 0 0,0 1-1 0 0,1 0 1 0 0,-1 0 0 0 0,1-1 0 0 0,-1 3-1 0 0,1-2-65 0 0,-1 0 0 0 0,1 0-1 0 0,0 0 1 0 0,1 1-1 0 0,-1-1 1 0 0,0 0-1 0 0,0 0 1 0 0,1-1-1 0 0,-1 1 1 0 0,1 0 0 0 0,1 2-1 0 0,0 4 359 0 0,9 24 287 0 0,0 0-1 0 0,3 0 1 0 0,0-1 0 0 0,33 50-1 0 0,-44-78-805 0 0,-1 0-1 0 0,0 0 1 0 0,1 0-1 0 0,-1-1 1 0 0,1 1-1 0 0,0-1 0 0 0,0 1 1 0 0,0-1-1 0 0,0 0 1 0 0,0 0-1 0 0,1-1 1 0 0,-1 1-1 0 0,1-1 1 0 0,5 2-1 0 0,-7-2-5 0 0,0 0 1 0 0,0-1-1 0 0,0 1 0 0 0,0-1 1 0 0,0 0-1 0 0,0 0 0 0 0,1 0 0 0 0,-1 0 1 0 0,0 0-1 0 0,0 0 0 0 0,0-1 1 0 0,0 1-1 0 0,0-1 0 0 0,0 1 1 0 0,0-1-1 0 0,0 0 0 0 0,0 0 0 0 0,0 1 1 0 0,0-2-1 0 0,0 1 0 0 0,0 0 1 0 0,0 0-1 0 0,-1-1 0 0 0,1 1 1 0 0,-1 0-1 0 0,1-1 0 0 0,-1 0 1 0 0,1 1-1 0 0,-1-1 0 0 0,0 0 0 0 0,0 0 1 0 0,0 0-1 0 0,1-2 0 0 0,3-7 49 0 0,0 0 1 0 0,-1 0-1 0 0,-1 0 0 0 0,4-18 0 0 0,-7 26-60 0 0,4-19-19 0 0,-2 0 0 0 0,0 0 0 0 0,-3-32 0 0 0,1 18-1143 0 0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42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353 33 5983 0 0,'-1'-1'464'0'0,"-2"-3"291"0"0,-1 1 1 0 0,1 1-1 0 0,-1-1 0 0 0,0 0 0 0 0,1 1 0 0 0,-1 0 0 0 0,0 0 0 0 0,0 0 0 0 0,-1 0 0 0 0,1 1 0 0 0,0 0 1 0 0,-1 0-1 0 0,-5-1 0 0 0,3 1-34 0 0,0 1 1 0 0,0 0 0 0 0,1 0 0 0 0,-1 1-1 0 0,0 0 1 0 0,0 0 0 0 0,1 0-1 0 0,-9 4 1 0 0,3-1-162 0 0,0 2 1 0 0,0-1-1 0 0,0 1 0 0 0,1 1 0 0 0,0 0 1 0 0,0 1-1 0 0,1 0 0 0 0,-18 18 0 0 0,17-13-407 0 0,1 0-1 0 0,0 0 1 0 0,0 1-1 0 0,1 1 1 0 0,1 0-1 0 0,1 0 0 0 0,0 0 1 0 0,1 1-1 0 0,0 0 1 0 0,1 0-1 0 0,-5 33 1 0 0,9-36-60 0 0,-1 0-1 0 0,2 1 1 0 0,0-1 0 0 0,0 1 0 0 0,2-1 0 0 0,-1 0 0 0 0,2 0-1 0 0,-1 0 1 0 0,2 0 0 0 0,0 0 0 0 0,1 0 0 0 0,0-1 0 0 0,0 0-1 0 0,2 0 1 0 0,11 18 0 0 0,-7-15-228 0 0,2 1 1 0 0,0-2-1 0 0,0 1 1 0 0,1-2-1 0 0,28 21 0 0 0,-35-29 59 0 0,1 0 0 0 0,0 0-1 0 0,0-1 1 0 0,1 0-1 0 0,-1-1 1 0 0,1 0 0 0 0,0 0-1 0 0,-1 0 1 0 0,1-1 0 0 0,1-1-1 0 0,-1 0 1 0 0,0 0-1 0 0,0 0 1 0 0,12-2 0 0 0,-17 0-125 0 0,0 1-1 0 0,0-1 1 0 0,-1 0 0 0 0,1 0 0 0 0,0 0 0 0 0,-1-1 0 0 0,1 1 0 0 0,-1-1 0 0 0,0 0-1 0 0,0 0 1 0 0,6-4 0 0 0,-4 1-231 0 0,0 0 1 0 0,-1 0-1 0 0,1 0 0 0 0,-1 0 1 0 0,0 0-1 0 0,3-8 1 0 0,1-3-1401 0 0,0-1 0 0 0,-1 0 0 0 0,8-35 0 0 0,20-108-6397 0 0,-17-2 10304 0 0,-17 126 15532 0 0,0 38-17137 0 0,7 14-38 0 0,-1 0 0 0 0,0 0 1 0 0,-1 1-1 0 0,3 18 0 0 0,12 74 237 0 0,-7-30-511 0 0,-7-45-111 0 0,0-7-51 0 0,-2 1 0 0 0,2 32-1 0 0,-7-60-107 0 0,0 0 0 0 0,0 1 0 0 0,0-1 0 0 0,0 0-1 0 0,0 1 1 0 0,0-1 0 0 0,0 0 0 0 0,0 1-1 0 0,0-1 1 0 0,0 0 0 0 0,0 1 0 0 0,0-1 0 0 0,0 0-1 0 0,0 1 1 0 0,0-1 0 0 0,0 0 0 0 0,-1 1 0 0 0,1-1-1 0 0,0 0 1 0 0,0 1 0 0 0,0-1 0 0 0,0 0 0 0 0,-1 1-1 0 0,1-1 1 0 0,0 0 0 0 0,0 0 0 0 0,-1 1 0 0 0,1-1-1 0 0,0 0 1 0 0,0 0 0 0 0,-1 1 0 0 0,0-1-21 0 0,0 0 0 0 0,1 0 0 0 0,-1 0 1 0 0,0-1-1 0 0,1 1 0 0 0,-1 0 0 0 0,0 0 1 0 0,1 0-1 0 0,-1-1 0 0 0,0 1 0 0 0,1 0 1 0 0,-1-1-1 0 0,1 1 0 0 0,-2-1 0 0 0,-19-18-2882 0 0,11 8 1023 0 0</inkml:trace>
  <inkml:trace contextRef="#ctx0" brushRef="#br0" timeOffset="1">291 187 14279 0 0,'0'0'1103'0'0,"-1"-2"-720"0"0,-6-7 6126 0 0,16-2-3004 0 0,-7 9-3297 0 0,0 0 1 0 0,0 1-1 0 0,0-1 0 0 0,1 1 0 0 0,-1-1 0 0 0,0 1 1 0 0,1 0-1 0 0,-1 0 0 0 0,1 0 0 0 0,0 0 0 0 0,-1 1 1 0 0,6-2-1 0 0,38-1 990 0 0,-26 3-851 0 0,233-2 600 0 0,-234 3-1435 0 0,-1 1-1 0 0,36 7 1 0 0,-44-6-705 0 0,0 0 0 0 0,-1 0 0 0 0,1 1-1 0 0,8 5 1 0 0,-6-2-7515 0 0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42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11975 0 0,'2'1'3531'0'0,"32"9"6228"0"0,22 1-5962 0 0,-3-1-2525 0 0,-50-10-1016 0 0,-3 2-168 0 0,2 6-4 0 0,-1-6 10 0 0,-3-1 9 0 0,-4 5-16 0 0,0-1-1 0 0,0 1 1 0 0,-1-1 0 0 0,0-1-1 0 0,-11 7 1 0 0,15-10-28 0 0,3-1-56 0 0,-1 0-1 0 0,1 0 0 0 0,0 1 1 0 0,-1-1-1 0 0,1 0 1 0 0,-1 0-1 0 0,1 1 1 0 0,-1-1-1 0 0,1 0 0 0 0,0 0 1 0 0,-1 1-1 0 0,1-1 1 0 0,0 1-1 0 0,-1-1 0 0 0,1 0 1 0 0,0 1-1 0 0,0-1 1 0 0,-1 1-1 0 0,1 0 1 0 0,-7 9 80 0 0,6-8-78 0 0,1-1 1 0 0,-1 0 0 0 0,1 0 0 0 0,-1 1-1 0 0,1-1 1 0 0,-1 1 0 0 0,1-1 0 0 0,0 0-1 0 0,0 1 1 0 0,0-1 0 0 0,0 1 0 0 0,0-1-1 0 0,0 1 1 0 0,0-1 0 0 0,0 3 0 0 0,0-3-4 0 0,0 0 1 0 0,0 0 0 0 0,0 0-1 0 0,0 0 1 0 0,1 0 0 0 0,-1 0-1 0 0,0 0 1 0 0,0 0 0 0 0,1-1-1 0 0,-1 1 1 0 0,0 0 0 0 0,1 0-1 0 0,-1 0 1 0 0,1 0-1 0 0,-1 0 1 0 0,1 0 0 0 0,0-1-1 0 0,-1 1 1 0 0,1 0 0 0 0,1 1-1 0 0,0 0 8 0 0,2 2-2 0 0,-1 0 0 0 0,1 0-1 0 0,0-1 1 0 0,-1 1 0 0 0,2-1 0 0 0,-1 0-1 0 0,0 0 1 0 0,5 2 0 0 0,3 1 13 0 0,25 7 1 0 0,26 10-11 0 0,-51-18-11 0 0,-3 4 0 0 0,-9-9 1 0 0,0 1 0 0 0,1 0 0 0 0,-1 0-1 0 0,0 0 1 0 0,1-1 0 0 0,-1 1 0 0 0,0 0 0 0 0,0 0 0 0 0,0 0 0 0 0,0 0-1 0 0,0-1 1 0 0,0 1 0 0 0,0 1 0 0 0,-1 2 12 0 0,0 0 0 0 0,0 0 0 0 0,0-1 0 0 0,-1 1 0 0 0,0-1 0 0 0,0 1 0 0 0,0-1 0 0 0,0 0 0 0 0,0 0 0 0 0,-1 0 0 0 0,1 0 0 0 0,-1 0 0 0 0,0 0 0 0 0,0-1 0 0 0,0 1 0 0 0,0-1 1 0 0,-4 2-1 0 0,-2 2 1 0 0,0-1 1 0 0,-1 0 0 0 0,1 0 0 0 0,-1-1 0 0 0,-12 4 0 0 0,17-7-108 0 0,0 1 1 0 0,0-1-1 0 0,-1 0 1 0 0,1 0-1 0 0,-10 0 0 0 0,14-1-271 0 0,-1-1 0 0 0,0 1 0 0 0,1-1-1 0 0,-1 1 1 0 0,0-1 0 0 0,1 1 0 0 0,-1-1 0 0 0,1 0-1 0 0,-1 0 1 0 0,1 0 0 0 0,-1 0 0 0 0,-1-2-1 0 0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43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1 422 10591 0 0,'0'0'819'0'0,"2"-2"-534"0"0,24-12 903 0 0,-18 10 1415 0 0,0 1 0 0 0,0 0 1 0 0,15-4-1 0 0,0 4-801 0 0,189-2 1635 0 0,-154 5-5685 0 0,-39 0 824 0 0</inkml:trace>
  <inkml:trace contextRef="#ctx0" brushRef="#br0" timeOffset="1">590 0 20471 0 0,'0'0'3052'0'0,"0"3"-2139"0"0,32 188 3131 0 0,-6-43-1685 0 0,-24-135-2358 0 0,4 25 25 0 0,0 75 0 0 0,-9-102 32 0 0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43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20703 0 0,'0'0'1877'0'0,"2"0"-1543"0"0,33-3 927 0 0,0 2 0 0 0,42 4-1 0 0,195 37 1635 0 0,-208-30-2929 0 0,22 5-616 0 0,-75-11-2437 0 0,1-1 1 0 0,19 10-1 0 0,-19-6-5377 0 0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44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10135 0 0,'2'2'8482'0'0,"1"1"-7691"0"0,1 1 1 0 0,-1-1-1 0 0,1 0 1 0 0,0 0-1 0 0,0 0 1 0 0,0-1 0 0 0,7 4-1 0 0,36 11 1976 0 0,-30-11-2054 0 0,21 10 1 0 0,-31-14-564 0 0,-4-1-119 0 0,-1 0 0 0 0,0 0 0 0 0,1 0 0 0 0,-1 0 0 0 0,0 0 0 0 0,0 0 0 0 0,1 1 0 0 0,-1-1 0 0 0,0 1 0 0 0,0-1 0 0 0,-1 1 0 0 0,1 0 0 0 0,0 0 0 0 0,0 0 0 0 0,-1 0 0 0 0,2 2 0 0 0,-3-2-20 0 0,1-1-1 0 0,-1 1 0 0 0,0 0 0 0 0,0 0 1 0 0,0-1-1 0 0,0 1 0 0 0,0 0 0 0 0,0-1 1 0 0,-1 1-1 0 0,1 0 0 0 0,-1-1 0 0 0,1 1 1 0 0,-1 0-1 0 0,-1 2 0 0 0,2-3 15 0 0,-4 6 71 0 0,1 0 0 0 0,-1 0 0 0 0,-1 0 0 0 0,1-1 0 0 0,-1 0 0 0 0,0 0 0 0 0,-7 6 0 0 0,-16 21 696 0 0,27-31-728 0 0,1-2-46 0 0,-1 1 0 0 0,1 0 1 0 0,-1-1-1 0 0,1 1 0 0 0,0 0 0 0 0,-1-1 0 0 0,1 1 1 0 0,0 0-1 0 0,0-1 0 0 0,0 1 0 0 0,-1 0 0 0 0,1 0 1 0 0,0-1-1 0 0,0 1 0 0 0,0 0 0 0 0,0 1 0 0 0,3 1-13 0 0,0-1 0 0 0,-1 1 0 0 0,1-1 0 0 0,0 1 0 0 0,0-1 0 0 0,0 0 0 0 0,0 0 0 0 0,1-1 0 0 0,-1 1 0 0 0,0-1 0 0 0,1 1 0 0 0,-1-1 0 0 0,1 0 0 0 0,0 0 0 0 0,-1-1 0 0 0,1 1 0 0 0,4-1 0 0 0,8 1-7 0 0,0-1-1 0 0,28-3 1 0 0,-32 2-289 0 0,0-1 0 0 0,-1-1 0 0 0,1 0 0 0 0,-1-1 0 0 0,1 0 0 0 0,15-8 0 0 0,-20 8-452 0 0,0 0 1 0 0,0-1 0 0 0,0 0 0 0 0,-1 0-1 0 0,0 0 1 0 0,7-8 0 0 0,-1-1-1913 0 0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44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15663 0 0,'0'0'1971'0'0,"2"0"-375"0"0,2-2-1037 0 0,1 1 0 0 0,-1 0 0 0 0,1 0 0 0 0,-1 1 0 0 0,1-1 0 0 0,-1 1 0 0 0,1 0 0 0 0,-1 0 0 0 0,1 1 0 0 0,-1-1 0 0 0,0 1 0 0 0,1 0 0 0 0,-1 0 0 0 0,7 3 0 0 0,8 3 78 0 0,34 19 0 0 0,-39-18-218 0 0,14 7 83 0 0,-1 2-1 0 0,40 32 1 0 0,43 49 147 0 0,-92-79-607 0 0,0 1 0 0 0,-1 0-1 0 0,-2 2 1 0 0,24 40 0 0 0,-18-22 46 0 0,30 84 0 0 0,-44-103-88 0 0,-1 0 0 0 0,-1 1 0 0 0,-1 0 0 0 0,-1 0 0 0 0,-1 0 0 0 0,-1 0 0 0 0,-1 0 0 0 0,0 0 0 0 0,-2 0 0 0 0,-1 0 0 0 0,-1-1 0 0 0,0 1 0 0 0,-2-1 0 0 0,-8 22 0 0 0,10-34 18 0 0,-1 1-1 0 0,-1-1 1 0 0,1 0 0 0 0,-1 0-1 0 0,-1 0 1 0 0,0-1 0 0 0,0 0-1 0 0,0 0 1 0 0,-1-1 0 0 0,-1 0-1 0 0,-16 11 1 0 0,12-10 6 0 0,0-1-1 0 0,0 0 1 0 0,-1-1-1 0 0,0-1 1 0 0,0 0-1 0 0,-1-1 1 0 0,1 0-1 0 0,-16 1 1 0 0,-15 0-1804 0 0,43-5 832 0 0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50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110 783 10135 0 0,'0'0'8060'0'0,"3"0"-5738"0"0,-1 0-2139 0 0,-1 0 1 0 0,1-1 0 0 0,-1 1 0 0 0,1 0 0 0 0,-1-1 0 0 0,1 1-1 0 0,-1-1 1 0 0,1 0 0 0 0,-1 1 0 0 0,0-1 0 0 0,1 0 0 0 0,-1 0 0 0 0,0 0-1 0 0,0 0 1 0 0,1 0 0 0 0,-1 0 0 0 0,0 0 0 0 0,0-1 0 0 0,0 1-1 0 0,1-3 1 0 0,0 1 143 0 0,-1 0-1 0 0,1-1 0 0 0,-1 0 1 0 0,0 1-1 0 0,0-1 0 0 0,-1 0 1 0 0,1 1-1 0 0,0-7 0 0 0,-2-5 356 0 0,1-1 0 0 0,-2 1 0 0 0,-4-23 0 0 0,-5-3-319 0 0,-16-42 0 0 0,14 47-31 0 0,-15-69-1 0 0,-7-125-603 0 0,33 219 222 0 0,0-1 0 0 0,0 1-1 0 0,-1 0 1 0 0,-1 0 0 0 0,-7-16 0 0 0,7 21 7 0 0,5 23 83 0 0,2 2-40 0 0,1 1 0 0 0,1-1 0 0 0,0-1 0 0 0,2 1 0 0 0,0-1 0 0 0,1 0 0 0 0,1 0 0 0 0,0-1 0 0 0,14 18 0 0 0,-6-12 11 0 0,2-1-1 0 0,35 33 1 0 0,-48-48-9 0 0,1-1 1 0 0,1-1-1 0 0,-1 1 1 0 0,1-1-1 0 0,0 0 1 0 0,1-1-1 0 0,-1 0 1 0 0,1-1-1 0 0,-1 1 1 0 0,1-2-1 0 0,0 1 1 0 0,13 1-1 0 0,-18-4-1 0 0,1 1-1 0 0,-1-1 1 0 0,0-1 0 0 0,1 1 0 0 0,-1-1-1 0 0,0 0 1 0 0,0 0 0 0 0,0 0-1 0 0,0 0 1 0 0,0-1 0 0 0,0 1 0 0 0,7-5-1 0 0,-6 2 3 0 0,1 0 0 0 0,0 0-1 0 0,-1-1 1 0 0,0 0-1 0 0,0 0 1 0 0,0 0 0 0 0,3-7-1 0 0,5-8 7 0 0,-1 0-1 0 0,-1-1 0 0 0,13-34 1 0 0,-21 47-9 0 0,18-51-126 0 0,23-108 0 0 0,-37 143 77 0 0,-6 22 166 0 0,0 5-104 0 0,-1-1-1 0 0,1 1 1 0 0,-1-1-1 0 0,0 1 1 0 0,0-1-1 0 0,0 1 1 0 0,0 3-1 0 0,0 7 25 0 0,6 69 73 0 0,4-1 0 0 0,4 0-1 0 0,35 116 1 0 0,-40-168-625 0 0,1-1 0 0 0,22 42 0 0 0,-25-60-765 0 0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50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75 10135 0 0,'0'0'778'0'0,"1"-2"-506"0"0,9-15 282 0 0,-4 6 2128 0 0,0 0 1 0 0,4-13-1 0 0,-9 23-1505 0 0,-1-8 3984 0 0,-3 9-5021 0 0,0 0-1 0 0,0 0 0 0 0,0 1 0 0 0,0-1 0 0 0,0 1 0 0 0,0-1 0 0 0,1 1 1 0 0,-1 0-1 0 0,0 0 0 0 0,1 0 0 0 0,-1 0 0 0 0,0 1 0 0 0,-3 2 0 0 0,-34 27 757 0 0,29-22-705 0 0,-2 2 26 0 0,1 1 0 0 0,1 0 0 0 0,0 0 0 0 0,1 1 0 0 0,0 1 0 0 0,1 0 0 0 0,-14 27 0 0 0,20-32-158 0 0,-1 0 1 0 0,1-1-1 0 0,1 1 1 0 0,0 0-1 0 0,0 0 0 0 0,-1 18 1 0 0,3-23-54 0 0,0 0-1 0 0,0 1 1 0 0,1-1 0 0 0,-1 0 0 0 0,1 0 0 0 0,0 0-1 0 0,0 0 1 0 0,0 0 0 0 0,1 0 0 0 0,-1 0 0 0 0,1-1-1 0 0,0 1 1 0 0,0 0 0 0 0,0-1 0 0 0,1 0-1 0 0,-1 1 1 0 0,6 4 0 0 0,-5-5-16 0 0,0 1 0 0 0,1-2 0 0 0,-1 1 0 0 0,1 0 0 0 0,-1-1 0 0 0,1 1 0 0 0,0-1 0 0 0,0 0 0 0 0,0 0 0 0 0,0-1 0 0 0,1 1 0 0 0,-1-1 0 0 0,0 0 0 0 0,1 0 0 0 0,-1 0 0 0 0,0-1 0 0 0,1 0 0 0 0,-1 0 0 0 0,7 0 0 0 0,0 0-38 0 0,6-1-676 0 0,1 0 0 0 0,-1 0 0 0 0,0-2 0 0 0,0 0 0 0 0,0-1 0 0 0,29-11 0 0 0,-26 5-704 0 0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51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 10591 0 0,'0'0'18020'0'0,"0"3"-17515"0"0,6 27 140 0 0,2 0 0 0 0,0 0-1 0 0,16 34 1 0 0,-21-57-616 0 0,0-1 1 0 0,1 1-1 0 0,0-1 0 0 0,1 0 1 0 0,-1 0-1 0 0,1 0 0 0 0,7 6 1 0 0,-10-12-18 0 0,0 1 1 0 0,0 0 0 0 0,0 0 0 0 0,0-1 0 0 0,0 1-1 0 0,0-1 1 0 0,0 0 0 0 0,0 0 0 0 0,0 0 0 0 0,0 0-1 0 0,0 0 1 0 0,0 0 0 0 0,0 0 0 0 0,0-1 0 0 0,0 1-1 0 0,1-1 1 0 0,-1 1 0 0 0,-1-1 0 0 0,4-1 0 0 0,7-5 0 0 0,-1-3-13 0 0,-7 4-22 0 0,0 0 0 0 0,-1 0 0 0 0,1 0 1 0 0,-1-1-1 0 0,0 0 0 0 0,-1 1 0 0 0,3-13 0 0 0,7-52-320 0 0,-10 57 274 0 0,-2 13-34 0 0,13-71-2609 0 0,-3 43-5840 0 0,-3 14-180 0 0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51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31 5527 0 0,'0'0'423'0'0,"1"-2"-278"0"0,16-26 19710 0 0,-27 35-17905 0 0,-14 14-1080 0 0,2 1 0 0 0,-30 38 0 0 0,30-31-432 0 0,1 1-1 0 0,-32 62 1 0 0,46-80-387 0 0,2 1 0 0 0,0 0 0 0 0,0 0 0 0 0,1 1 0 0 0,1-1 0 0 0,0 1-1 0 0,1 0 1 0 0,0 0 0 0 0,1 0 0 0 0,2 25 0 0 0,0-34-80 0 0,-1 0 0 0 0,1-1 1 0 0,0 1-1 0 0,1 0 0 0 0,0 0 0 0 0,-1 0 0 0 0,1-1 1 0 0,1 1-1 0 0,-1-1 0 0 0,1 1 0 0 0,-1-1 0 0 0,1 0 1 0 0,7 7-1 0 0,-5-7 16 0 0,-1 0 1 0 0,1 0-1 0 0,0-1 1 0 0,1 0-1 0 0,-1 1 1 0 0,0-2-1 0 0,1 1 1 0 0,0-1-1 0 0,0 0 1 0 0,6 2-1 0 0,0-2-604 0 0,-1 0 0 0 0,0 0 0 0 0,1-1-1 0 0,22-1 1 0 0,-19-1-1694 0 0,-1-1-1 0 0,1 0 0 0 0,18-6 1 0 0,-3-3-6104 0 0</inkml:trace>
  <inkml:trace contextRef="#ctx0" brushRef="#br0" timeOffset="1">594 88 13359 0 0,'-2'1'4022'0'0,"1"0"-3407"0"0,0-1 1 0 0,-1 1 0 0 0,1 0-1 0 0,0 0 1 0 0,0 0 0 0 0,0 0-1 0 0,-1 0 1 0 0,1 1 0 0 0,0-1-1 0 0,0 0 1 0 0,1 0 0 0 0,-1 1-1 0 0,-1 1 1 0 0,1 0-136 0 0,0 0 1 0 0,0 0 0 0 0,0 0-1 0 0,0 0 1 0 0,0 0-1 0 0,1 4 1 0 0,-1 5-420 0 0,1 1 1 0 0,2 19 0 0 0,0-15 649 0 0,16 219-252 0 0,-18-154-1316 0 0,0-82 695 0 0,0 0 1 0 0,0 1-1 0 0,0-1 0 0 0,0 1 1 0 0,0-1-1 0 0,0 1 1 0 0,0-1-1 0 0,0 1 0 0 0,-1-1 1 0 0,1 0-1 0 0,0 1 1 0 0,0-1-1 0 0,0 1 0 0 0,0-1 1 0 0,-1 0-1 0 0,1 1 1 0 0,0-1-1 0 0,-1 1 1 0 0,1-1-1 0 0,0 0 0 0 0,0 1 1 0 0,-1-1-1 0 0,1 0 1 0 0,-1 0-1 0 0,1 1 0 0 0,0-1 1 0 0,-1 0-1 0 0,1 0 1 0 0,-1 0-1 0 0,1 1 1 0 0,0-1-1 0 0,-1 0 0 0 0,1 0 1 0 0,-1 0-1 0 0,1 0 1 0 0,-1 0-1 0 0,1 0 0 0 0,0 0 1 0 0,-1 0-1 0 0,1 0 1 0 0,-1 0-1 0 0,1 0 0 0 0,-1 0 1 0 0,1 0-1 0 0,-1 0 1 0 0,1-1-1 0 0,-10-1-8074 0 0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51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15199 0 0,'0'0'1379'0'0,"1"-2"-1136"0"0,-1 0 198 0 0,1-1 0 0 0,0 1 0 0 0,0 0 0 0 0,0 0 0 0 0,1 0 0 0 0,-1 0 0 0 0,0 0 0 0 0,1 0 0 0 0,-1 0 0 0 0,1 0 0 0 0,0 0 0 0 0,0 1 0 0 0,-1-1 0 0 0,1 1 0 0 0,0-1 0 0 0,0 1 0 0 0,3-1 0 0 0,0 0 419 0 0,0 0-1 0 0,0 0 1 0 0,1 1-1 0 0,-1 0 1 0 0,7-1 0 0 0,-2 1-927 0 0,31-6 462 0 0,1 2 0 0 0,0 2 1 0 0,54 3-1 0 0,-57 1-1410 0 0,-12 0-3617 0 0,46 7 1 0 0,-49-3-4475 0 0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52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13359 0 0,'0'0'9840'0'0,"3"0"-8441"0"0,18 1 481 0 0,22-1 0 0 0,-28-1-1621 0 0,-1 0 1 0 0,1 1-1 0 0,-1 1 0 0 0,1 1 0 0 0,22 4 1 0 0,-33-5-250 0 0,-3-1-5 0 0,0 0-1 0 0,1 1 1 0 0,-1-1-1 0 0,0 1 1 0 0,0-1-1 0 0,1 1 1 0 0,-1 0-1 0 0,0-1 0 0 0,0 1 1 0 0,0 0-1 0 0,0 0 1 0 0,0-1-1 0 0,0 1 1 0 0,1 2-1 0 0,0-2 22 0 0,-1 0-1 0 0,1 1 0 0 0,-1-1 1 0 0,0 0-1 0 0,0 1 1 0 0,0-1-1 0 0,0 1 1 0 0,0-1-1 0 0,0 1 1 0 0,1 2-1 0 0,-1-1 175 0 0,-4 11 64 0 0,0-9-203 0 0,1 1 0 0 0,-1-1 0 0 0,0 0 0 0 0,0 0 0 0 0,0 0 0 0 0,-1 0 0 0 0,0-1-1 0 0,0 0 1 0 0,0 1 0 0 0,0-1 0 0 0,-9 5 0 0 0,7-3 35 0 0,-1-1 1 0 0,1 1-1 0 0,-8 11 0 0 0,10-13-42 0 0,4-3-51 0 0,-1-1 0 0 0,1 1 0 0 0,0-1 0 0 0,-1 1 1 0 0,1-1-1 0 0,0 1 0 0 0,-1 0 0 0 0,1-1 0 0 0,0 1 0 0 0,0-1 0 0 0,-1 1 0 0 0,1 0 1 0 0,0-1-1 0 0,0 1 0 0 0,0 0 0 0 0,0-1 0 0 0,0 1 0 0 0,0 1 0 0 0,1 10 8 0 0,3 2-11 0 0,5-4 0 0 0,-7-7 0 0 0,3 1 0 0 0,-1 1 0 0 0,1-2 0 0 0,1 1 0 0 0,-1 0 0 0 0,0-1 0 0 0,10 4 0 0 0,4 3 0 0 0,-17-8 0 0 0,10 10 0 0 0,-3-3 0 0 0,-2 3 11 0 0,-4 1 31 0 0,-3-7-27 0 0,-1-1-1 0 0,1 1 0 0 0,-1-1 0 0 0,0 1 0 0 0,-2 5 1 0 0,-2 0 43 0 0,1-6-40 0 0,-1-1 0 0 0,-1 1-1 0 0,1-1 1 0 0,0-1 0 0 0,-1 1-1 0 0,0-1 1 0 0,0 0 0 0 0,0 0-1 0 0,0 0 1 0 0,-11 2 0 0 0,-8 5-26 0 0,20-8-61 0 0,0-1 0 0 0,-1 0 1 0 0,1 0-1 0 0,0 0 0 0 0,-1 0 0 0 0,1-1 0 0 0,-1 0 1 0 0,1 0-1 0 0,-8-2 0 0 0,11 2-68 0 0,1-1 1 0 0,-1 1-1 0 0,0-1 0 0 0,1 0 0 0 0,-1 0 1 0 0,1 1-1 0 0,-1-1 0 0 0,1 0 0 0 0,0 0 1 0 0,-2-2-1 0 0,-1-3-3555 0 0</inkml:trace>
  <inkml:trace contextRef="#ctx0" brushRef="#br0" timeOffset="1">303 134 7831 0 0,'0'0'706'0'0,"3"0"-578"0"0,68-13 14565 0 0,2 2-8339 0 0,148-15-7448 0 0,-195 23-600 0 0,-1-1-447 0 0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52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338 45 10591 0 0,'0'0'14817'0'0,"0"2"-13037"0"0,7 32-205 0 0,-2 1-1 0 0,0 63 1 0 0,-4-55-1490 0 0,10 60 0 0 0,-1-43-30 0 0,9 44-8 0 0,-18-94 134 0 0</inkml:trace>
  <inkml:trace contextRef="#ctx0" brushRef="#br0" timeOffset="1">1 3 16583 0 0,'0'0'1506'0'0,"2"-1"-1241"0"0,23 0 586 0 0,15 2 4848 0 0,8 0-1736 0 0,3 0-2758 0 0,-31 0-744 0 0,26-2 0 0 0,4-1-187 0 0,54 5 1 0 0,-13 6-367 0 0,-77-7-413 0 0,0 1 0 0 0,-1 0 0 0 0,1 1 0 0 0,17 8 0 0 0,-16-3-1035 0 0,-2 3-55 0 0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53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13359 0 0,'3'1'6086'0'0,"24"8"627"0"0,-22-7-6391 0 0,-1 0 0 0 0,1 1 1 0 0,0 0-1 0 0,-1-1 0 0 0,1 2 0 0 0,4 3 1 0 0,-8-6-133 0 0,0 1-28 0 0,1 1-100 0 0,-1 0-1 0 0,0 0 1 0 0,0 0 0 0 0,0 1 0 0 0,0-1 0 0 0,0 0-1 0 0,-1 0 1 0 0,0 1 0 0 0,1-1 0 0 0,-1 0 0 0 0,0 0-1 0 0,-1 1 1 0 0,1-1 0 0 0,-1 0 0 0 0,1 0 0 0 0,-1 1-1 0 0,0-1 1 0 0,0 0 0 0 0,0 0 0 0 0,-3 5 0 0 0,-1 2 149 0 0,-1-1 0 0 0,0 1 0 0 0,-1-1 0 0 0,-14 16 0 0 0,18-22-143 0 0,0 0 0 0 0,1 0 0 0 0,-1 1 0 0 0,1-1 0 0 0,-1 1 0 0 0,1-1 0 0 0,-2 6 0 0 0,3 1-52 0 0,6 1-37 0 0,-2-8 0 0 0,1 0 0 0 0,0 0 0 0 0,0 0 0 0 0,0 0 0 0 0,0-1 0 0 0,0 1 0 0 0,0-1 0 0 0,1 0 0 0 0,-1 0 0 0 0,1-1 1 0 0,0 1-1 0 0,-1-1 0 0 0,1 0 0 0 0,7 0 0 0 0,0 0 22 0 0,1 0 1 0 0,-1-1-1 0 0,1 0 1 0 0,18-4-1 0 0,-16 2-488 0 0,0-2-1 0 0,0 0 1 0 0,-1-1-1 0 0,0 0 1 0 0,0-1-1 0 0,0-1 1 0 0,0 0-1 0 0,-1 0 1 0 0,18-15-1 0 0,-11 4-1741 0 0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53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11055 0 0,'0'0'1002'0'0,"2"2"-372"0"0,61 36 12652 0 0,-10-6-10384 0 0,4 2-1901 0 0,25 18-105 0 0,-33-17-473 0 0,46 37 141 0 0,-79-58-499 0 0,-1 0 0 0 0,0 1 0 0 0,21 29 0 0 0,-24-27-39 0 0,-2-1 0 0 0,0 2 0 0 0,0-1 1 0 0,9 29-1 0 0,-15-33-11 0 0,0 0 0 0 0,-1 0 0 0 0,0 0 0 0 0,-1 1 0 0 0,-1-1 0 0 0,0 1 0 0 0,-2 21 0 0 0,0-20-1 0 0,0 0-1 0 0,-2 0 1 0 0,0 0 0 0 0,0-1 0 0 0,-1 1 0 0 0,-1-1 0 0 0,0 0-1 0 0,-2 0 1 0 0,1 0 0 0 0,-1-1 0 0 0,-1 0 0 0 0,0-1 0 0 0,-1 1-1 0 0,-1-2 1 0 0,-18 20 0 0 0,26-29-66 0 0,-6 5-424 0 0,-1 1 1 0 0,0-1-1 0 0,-12 8 0 0 0,6-7-1073 0 0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54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10135 0 0,'2'-2'7235'0'0,"0"0"-6339"0"0,0-1 1 0 0,1 1-1 0 0,-1 0 1 0 0,1 0-1 0 0,0 0 1 0 0,-1 0-1 0 0,1 1 1 0 0,4-3-1 0 0,0 2-264 0 0,0-1-1 0 0,-1 1 1 0 0,11-2 0 0 0,5 1-500 0 0,33 0 1 0 0,-45 3 420 0 0,-4-1-596 0 0,103 1 17 0 0,-94 0-1187 0 0,0 2 0 0 0,0 0 0 0 0,0 0 0 0 0,28 10-1 0 0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54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20991 0 0,'0'0'2824'0'0,"16"2"-2544"0"0,2-2 0 0 0,0 0-80 0 0,1 0-8 0 0,1 0-8 0 0,2 0 0 0 0,3 0-1080 0 0,2-2-224 0 0,3-1-32 0 0,0 0-7752 0 0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54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11055 0 0,'0'0'11476'0'0,"2"0"-9996"0"0,23 2 703 0 0,45-2 1 0 0,-64 0-2101 0 0,1 0 0 0 0,-1 0 0 0 0,0 1 1 0 0,11 2-1 0 0,-6 0-70 0 0,0 5-13 0 0,-10-7 4 0 0,0 1-1 0 0,0-1 1 0 0,0 1-1 0 0,0 0 0 0 0,-1-1 1 0 0,1 1-1 0 0,-1 0 1 0 0,1-1-1 0 0,-1 1 1 0 0,1 0-1 0 0,-1 0 1 0 0,0-1-1 0 0,0 1 1 0 0,0 0-1 0 0,0 0 1 0 0,0 0-1 0 0,0-1 1 0 0,-1 1-1 0 0,1 0 1 0 0,-1 0-1 0 0,1-1 1 0 0,-1 1-1 0 0,0 0 1 0 0,1-1-1 0 0,-1 1 1 0 0,-1 1-1 0 0,-3 5 37 0 0,0 0 0 0 0,0-1-1 0 0,-11 12 1 0 0,15-18-34 0 0,-23 25 273 0 0,12-14 123 0 0,0 1-1 0 0,-19 29 1 0 0,31-41-378 0 0,-1 1 0 0 0,1-1 0 0 0,-1 1 0 0 0,1 0 0 0 0,0-1 0 0 0,-1 1 0 0 0,1-1 1 0 0,0 1-1 0 0,0 0 0 0 0,0-1 0 0 0,0 1 0 0 0,1 2 0 0 0,3 5 65 0 0,7-3 6 0 0,-3-2-79 0 0,1-2 0 0 0,-1 1 0 0 0,0-1-1 0 0,1-1 1 0 0,-1 0 0 0 0,17 1 0 0 0,54-6-557 0 0,-65 3 306 0 0,15-3-661 0 0,28-7 0 0 0,3-1-3668 0 0,-34 7-4303 0 0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55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270 121 14279 0 0,'0'0'655'0'0,"-2"-2"-12"0"0,0 0-538 0 0,0-1-24 0 0,-14-3-13 0 0,12 5 591 0 0,0 0 0 0 0,0 0 0 0 0,-1 1 1 0 0,1-1-1 0 0,0 1 0 0 0,-1 0 0 0 0,1 0 0 0 0,0 0 0 0 0,-1 0 0 0 0,1 1 0 0 0,0 0 0 0 0,0 0 0 0 0,-5 2 0 0 0,3-1-172 0 0,0 1 0 0 0,0 0 0 0 0,0 0 0 0 0,0 1-1 0 0,1 0 1 0 0,0 0 0 0 0,-9 9 0 0 0,1 1-63 0 0,0 2 0 0 0,2-1 0 0 0,0 2-1 0 0,-17 32 1 0 0,19-31-273 0 0,1 0-1 0 0,0 1 1 0 0,1 0-1 0 0,1 0 0 0 0,1 0 1 0 0,-4 39-1 0 0,8-50-138 0 0,0 0 0 0 0,1 0-1 0 0,0 1 1 0 0,1-1 0 0 0,0 0-1 0 0,0 0 1 0 0,1 0 0 0 0,0 0-1 0 0,0 0 1 0 0,1 0 0 0 0,0 0-1 0 0,0-1 1 0 0,1 0 0 0 0,0 1 0 0 0,0-1-1 0 0,1-1 1 0 0,0 1 0 0 0,0-1-1 0 0,9 10 1 0 0,-4-9-13 0 0,-1 1 0 0 0,1-2 1 0 0,0 1-1 0 0,0-1 0 0 0,0-1 0 0 0,1 0 0 0 0,0 0 1 0 0,0-1-1 0 0,0 0 0 0 0,1-1 0 0 0,-1-1 1 0 0,19 2-1 0 0,-6-2-22 0 0,-1-1 1 0 0,1-2-1 0 0,-1 0 1 0 0,1-2-1 0 0,31-7 1 0 0,-35 4-25 0 0,0 0 0 0 0,-1-2 1 0 0,0 0-1 0 0,0-2 0 0 0,-1 0 1 0 0,21-15-1 0 0,-28 18 20 0 0,0-2 0 0 0,-1 0 0 0 0,0 0 0 0 0,-1 0 0 0 0,0-1 0 0 0,0-1 0 0 0,-1 0 0 0 0,0 0 0 0 0,-1 0 0 0 0,-1-1 0 0 0,1 0 0 0 0,-2 0 0 0 0,0-1 0 0 0,0 1 0 0 0,-1-1 0 0 0,-1 0 0 0 0,0-1 0 0 0,-1 1 0 0 0,0 0 0 0 0,-1-1 0 0 0,-1 1 0 0 0,0-1 0 0 0,-1 1 0 0 0,0-1 0 0 0,-1 1 0 0 0,0 0 0 0 0,-1 0 0 0 0,-1 0 0 0 0,0 0 0 0 0,-1 0 0 0 0,-11-21 0 0 0,9 23 28 0 0,0 0-1 0 0,-1 1 1 0 0,0 0-1 0 0,0 0 1 0 0,-1 1-1 0 0,-1 0 1 0 0,-19-14-1 0 0,16 14-3 0 0,-1 0-1 0 0,-1 1 1 0 0,1 0-1 0 0,-1 1 0 0 0,-27-8 1 0 0,26 11-128 0 0,0 0 0 0 0,0 1 0 0 0,0 1 1 0 0,0 0-1 0 0,-1 1 0 0 0,-19 2 0 0 0,27-1-281 0 0,-1 1 1 0 0,1 1-1 0 0,-1 0 0 0 0,1 0 1 0 0,0 1-1 0 0,0 0 0 0 0,0 1 1 0 0,0 0-1 0 0,0 0 0 0 0,1 1 0 0 0,-15 11 1 0 0,5-1-2194 0 0,-18 20 1 0 0,10-6-66 0 0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55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10591 0 0,'2'1'6375'0'0,"1"1"-5405"0"0,0 0 0 0 0,0 0 1 0 0,0 0-1 0 0,0 1 0 0 0,0-1 0 0 0,0 1 1 0 0,2 3-1 0 0,0 0 173 0 0,0 0 0 0 0,6 13 0 0 0,0 3-274 0 0,9 28 1 0 0,-16-38-334 0 0,6 16-546 0 0,3 9 453 0 0,23 43 0 0 0,-31-69-1049 0 0,1-1-1 0 0,0 0 0 0 0,1-1 0 0 0,0 0 0 0 0,1 0 1 0 0,-1 0-1 0 0,2-1 0 0 0,14 12 0 0 0,-18-18-2501 0 0,5 1-5368 0 0</inkml:trace>
  <inkml:trace contextRef="#ctx0" brushRef="#br0" timeOffset="1">351 138 8751 0 0,'2'-7'491'0'0,"-1"5"-387"0"0,0-1 0 0 0,0 1 0 0 0,0-1 1 0 0,0 1-1 0 0,0 0 0 0 0,1 0 0 0 0,-1-1 0 0 0,3-2 0 0 0,-2 3 970 0 0,0-1-1 0 0,1 1 0 0 0,-1-1 0 0 0,0 1 1 0 0,1 0-1 0 0,0-1 0 0 0,-1 1 1 0 0,5-2-1 0 0,-2 2 121 0 0,-1 0 1 0 0,1-1-1 0 0,0 2 1 0 0,9-3-1 0 0,2 1 328 0 0,1 1-1 0 0,24 0 0 0 0,-19 1-1193 0 0,-17 1-259 0 0,0 0 0 0 0,0 0-1 0 0,-1 1 1 0 0,1-1 0 0 0,0 1 0 0 0,0 1 0 0 0,-1-1-1 0 0,1 1 1 0 0,5 2 0 0 0,7 5-68 0 0,-15-5 2 0 0,-1-1 4 0 0,2 1 35 0 0,-2-3-41 0 0,0 0 0 0 0,0 1 0 0 0,-1-1 0 0 0,1 1 0 0 0,0-1 0 0 0,-1 1 0 0 0,1-1 0 0 0,-1 1 0 0 0,1-1 0 0 0,-1 1 0 0 0,1 0 0 0 0,-1 1 0 0 0,0 1-3 0 0,0 9 2 0 0,-1-10 1 0 0,1 0 10 0 0,-1 0 0 0 0,0-1-1 0 0,0 1 1 0 0,0 0 0 0 0,0 0-1 0 0,0-1 1 0 0,0 1 0 0 0,-1-1-1 0 0,1 1 1 0 0,-1-1 0 0 0,0 1-1 0 0,0-1 1 0 0,0 0 0 0 0,-4 3-1 0 0,1 0 42 0 0,3-4-39 0 0,0 0 1 0 0,1 1 0 0 0,-1-1-1 0 0,1 1 1 0 0,-1 0 0 0 0,1-1-1 0 0,0 1 1 0 0,-1 0 0 0 0,1 0-1 0 0,0 0 1 0 0,0 0 0 0 0,0 0-1 0 0,0 2 1 0 0,0-3-4 0 0,-2 8 52 0 0,3 2-50 0 0,0-6-12 0 0,2 0 0 0 0,9 12 0 0 0,1-3 0 0 0,-7-11 0 0 0,-1-2 0 0 0,21 14 0 0 0,44 14 0 0 0,-61-24 0 0 0,1-1 0 0 0,0 1 0 0 0,0 1 0 0 0,-1-1 0 0 0,0 1 0 0 0,0 1 0 0 0,-1 0 0 0 0,8 8 0 0 0,-7-7 0 0 0,-3 3 0 0 0,-5-9 0 0 0,0 0-1 0 0,0 1 1 0 0,0-1-1 0 0,0 0 1 0 0,0 0-1 0 0,0 1 1 0 0,-1-1 0 0 0,0 0-1 0 0,1 0 1 0 0,-1 1-1 0 0,0-1 1 0 0,0 0 0 0 0,0 0-1 0 0,-2 3 1 0 0,1-1 15 0 0,-1-1 0 0 0,0 1 1 0 0,-1-1-1 0 0,1 1 0 0 0,0-1 1 0 0,-8 5-1 0 0,2-2 29 0 0,0-1 0 0 0,-1 0 0 0 0,0-1 0 0 0,0 0 0 0 0,-16 5 0 0 0,4-3 26 0 0,12-3-55 0 0,1 0 1 0 0,-1-1-1 0 0,0 0 1 0 0,-18 1-1 0 0,-23-4-1403 0 0,29 0-7168 0 0,7 2-1132 0 0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57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 22607 0 0,'0'0'2047'0'0,"2"-1"-1686"0"0,-1-1-347 0 0,1 1 0 0 0,0-1 0 0 0,0 1 0 0 0,0 0 0 0 0,0-1 0 0 0,0 1 1 0 0,0 0-1 0 0,0 0 0 0 0,0 0 0 0 0,1 0 0 0 0,3 0 0 0 0,4-2 212 0 0,7-3 297 0 0,0 0 1 0 0,1 1-1 0 0,28-3 1 0 0,-18 3 131 0 0,-10 2-479 0 0,0 1 1 0 0,1 0-1 0 0,-1 2 0 0 0,19 1 1 0 0,73 13-2747 0 0,-78-9 282 0 0,-17-3 504 0 0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57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13359 0 0,'1'-2'5323'0'0,"1"0"-4982"0"0,0 0 1 0 0,-1 0-1 0 0,1 0 0 0 0,0 0 1 0 0,0 0-1 0 0,1 1 1 0 0,-1-1-1 0 0,0 1 1 0 0,0-1-1 0 0,1 1 0 0 0,-1 0 1 0 0,1 0-1 0 0,-1 0 1 0 0,1 0-1 0 0,-1 0 0 0 0,1 0 1 0 0,0 1-1 0 0,3-1 1 0 0,11-1 273 0 0,29-1 1 0 0,-35 3-357 0 0,82-5 234 0 0,75 0-5683 0 0,-147 5 3267 0 0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58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28 8751 0 0,'0'-2'674'0'0,"-1"0"-545"0"0,-11-22 17836 0 0,241 108-15522 0 0,-139-54-1958 0 0,-79-26-485 0 0,0 1 0 0 0,-1 0 0 0 0,0 0 0 0 0,14 10 0 0 0,-13-5-11 0 0,-2 1-45 0 0,-4 2-21 0 0,-4 0-3 0 0,-1-10 70 0 0,-1 0 1 0 0,0 0-1 0 0,0 0 1 0 0,0 0-1 0 0,0 0 0 0 0,-1 0 1 0 0,1 0-1 0 0,-1 0 1 0 0,0-1-1 0 0,0 1 0 0 0,0-1 1 0 0,0 1-1 0 0,0-1 0 0 0,0 0 1 0 0,-6 4-1 0 0,-3 3 8 0 0,-1-1 0 0 0,-14 8 0 0 0,-124 66-134 0 0,75-37-1763 0 0,59-33 14 0 0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59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11519 0 0,'0'0'13015'0'0,"1"3"-12066"0"0,3 7-477 0 0,0 0 0 0 0,0 0 0 0 0,-1 1 1 0 0,3 19-1 0 0,2 51 653 0 0,-4-37-670 0 0,0-3-181 0 0,14 211 258 0 0,-15-224-1990 0 0,-2-26 425 0 0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59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62 17503 0 0,'-10'-5'511'0'0,"2"1"-96"0"0,0 0 0 0 0,0 1 0 0 0,-18-5 8152 0 0,35 5-8230 0 0,0 0 0 0 0,0 1 0 0 0,0 0 0 0 0,0 1 0 0 0,0 0 0 0 0,0 0 0 0 0,1 1 0 0 0,12 1 0 0 0,6 0-94 0 0,299-15 875 0 0,-41 1-958 0 0,-235 13-664 0 0,1 3 0 0 0,-1 1 0 0 0,1 3-1 0 0,82 21 1 0 0,-110-20-2487 0 0,35 15-1 0 0,-35-11-5861 0 0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5:59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12895 0 0,'-10'1'12537'0'0,"22"1"-11690"0"0,0 0-1 0 0,0-1 1 0 0,0 0 0 0 0,12-1-1 0 0,18 1-321 0 0,2-3-145 0 0,-37 1-325 0 0,-1 1 0 0 0,1-1 0 0 0,0 1 0 0 0,-1 0 0 0 0,1 1 0 0 0,-1 0 0 0 0,13 2 0 0 0,-7 0 5 0 0,-9-3 9 0 0,-3 2-26 0 0,0-1 1 0 0,-1 1-1 0 0,0 0 0 0 0,1-1 1 0 0,-1 1-1 0 0,0-1 0 0 0,0 1 0 0 0,0 0 1 0 0,-2 1-1 0 0,2-2-28 0 0,-2 3 46 0 0,-1-1 0 0 0,-1 0 1 0 0,1 0-1 0 0,0 0 0 0 0,-1 0 0 0 0,-7 2 0 0 0,4-1 10 0 0,-1 1 1 0 0,1 0-1 0 0,0 0 0 0 0,-9 8 0 0 0,15-10-23 0 0,-3 5-36 0 0,2 5-12 0 0,4-11 4 0 0,0 1 0 0 0,1 0-1 0 0,-1-1 1 0 0,0 1 0 0 0,1 0 0 0 0,-1-1-1 0 0,1 0 1 0 0,0 1 0 0 0,-1-1 0 0 0,1 0 0 0 0,0 0-1 0 0,1 0 1 0 0,-1 0 0 0 0,0-1 0 0 0,1 1-1 0 0,-1 0 1 0 0,3 0 0 0 0,-1 1 3 0 0,1 1-1 0 0,1 0 0 0 0,-1-1 1 0 0,1 0-1 0 0,-1 0 0 0 0,1 0 1 0 0,0-1-1 0 0,7 3 0 0 0,2-1-3 0 0,-9-1 9 0 0,28 9 46 0 0,59 32 0 0 0,-89-42-59 0 0,1 0 3 0 0,10 16-19 0 0,-12-14 10 0 0,1 0-1 0 0,-2 0 1 0 0,1 1 0 0 0,0-1 0 0 0,-1 1-1 0 0,0 0 1 0 0,0 0 0 0 0,0 0 0 0 0,-1 0-1 0 0,2 7 1 0 0,-3 2 7 0 0,-1-10-3 0 0,0 0-1 0 0,-1 0 1 0 0,1 0 0 0 0,-1-1-1 0 0,0 1 1 0 0,0 0-1 0 0,0-1 1 0 0,0 0 0 0 0,-1 1-1 0 0,1-1 1 0 0,-1 0-1 0 0,0 0 1 0 0,0 0 0 0 0,0-1-1 0 0,0 1 1 0 0,-5 2 0 0 0,-6 4 0 0 0,-1-1 0 0 0,-24 11 0 0 0,30-16 5 0 0,-6 4 5 0 0,-1-1 0 0 0,0-1 0 0 0,-31 6 0 0 0,38-9-205 0 0,-1-1 1 0 0,1-1-1 0 0,-1 1 1 0 0,0-2-1 0 0,1 1 1 0 0,-1-1-1 0 0,-18-5 1 0 0,26 6-590 0 0,-5-12-8208 0 0,1-4-143 0 0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6:00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22951 0 0,'0'0'2077'0'0,"2"-2"-1707"0"0,0 1-247 0 0,0-1 0 0 0,0 0 1 0 0,0 1-1 0 0,0-1 1 0 0,1 1-1 0 0,-1 0 0 0 0,0-1 1 0 0,1 1-1 0 0,0 0 0 0 0,-1 1 1 0 0,1-1-1 0 0,-1 0 0 0 0,1 1 1 0 0,0 0-1 0 0,-1-1 0 0 0,5 1 1 0 0,2 0 148 0 0,20-2 271 0 0,1 1 0 0 0,0 2 1 0 0,0 1-1 0 0,46 9 0 0 0,-12-2-1478 0 0,13 4-2035 0 0,-52-9 887 0 0</inkml:trace>
  <inkml:trace contextRef="#ctx0" brushRef="#br0" timeOffset="1">112 216 6447 0 0,'0'-13'21158'0'0,"6"11"-23537"0"0,3-1 2650 0 0,1 0 1 0 0,0 1-1 0 0,0 0 1 0 0,0 1-1 0 0,17 0 1 0 0,-7-1-144 0 0,120-1 271 0 0,-78 3-2409 0 0,0-2-4877 0 0,-21-1-1079 0 0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6:00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429 73 17967 0 0,'0'0'7672'0'0,"2"3"-6593"0"0,4 13-317 0 0,0 1 0 0 0,-1 0 0 0 0,0 1 0 0 0,3 27 0 0 0,4 19-252 0 0,9 30-58 0 0,2 10-314 0 0,-19-88-139 0 0,0 1 1 0 0,-1 0-1 0 0,0 0 0 0 0,-2 0 0 0 0,0 22 0 0 0,-1-37-79 0 0,-2 3-355 0 0,2-5 362 0 0,0 0-1 0 0,0 1 1 0 0,0-1 0 0 0,0 1-1 0 0,0-1 1 0 0,0 0 0 0 0,0 1-1 0 0,0-1 1 0 0,0 0-1 0 0,0 1 1 0 0,0-1 0 0 0,0 0-1 0 0,-1 1 1 0 0,1-1 0 0 0,0 0-1 0 0,0 1 1 0 0,0-1-1 0 0,-1 0 1 0 0,1 1 0 0 0,0-1-1 0 0,0 0 1 0 0,-1 0 0 0 0,1 1-1 0 0,0-1 1 0 0,-1 0-1 0 0,1 0 1 0 0,0 0 0 0 0,-23 3-4147 0 0,10-6 2417 0 0</inkml:trace>
  <inkml:trace contextRef="#ctx0" brushRef="#br0" timeOffset="1">6 60 22775 0 0,'0'0'1043'0'0,"-1"-1"-23"0"0,-3-6-516 0 0,4 7-434 0 0,0-1-1 0 0,0 1 1 0 0,0-1 0 0 0,0 1-1 0 0,1-1 1 0 0,-1 0 0 0 0,0 1 0 0 0,0-1-1 0 0,1 1 1 0 0,-1-1 0 0 0,0 1-1 0 0,1-1 1 0 0,-1 1 0 0 0,0 0 0 0 0,1-1-1 0 0,-1 1 1 0 0,1-1 0 0 0,-1 1 0 0 0,1 0-1 0 0,-1-1 1 0 0,1 1 0 0 0,-1-1 50 0 0,4-1 151 0 0,0 0 0 0 0,-1 0 0 0 0,1 0 0 0 0,0 0 0 0 0,0 0-1 0 0,0 1 1 0 0,0-1 0 0 0,5 0 0 0 0,36-5 784 0 0,-32 5-729 0 0,104-9 623 0 0,230 7-1 0 0,-297 7-1314 0 0,88 14-1 0 0,-131-16-49 0 0,0 1-1 0 0,0 1 1 0 0,-1-1 0 0 0,1 1-1 0 0,-1 0 1 0 0,1 0 0 0 0,-1 1-1 0 0,0 0 1 0 0,0 0 0 0 0,-1 0-1 0 0,7 7 1 0 0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6:01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11055 0 0,'2'1'6214'0'0,"27"7"761"0"0,1-3-4164 0 0,29 8-420 0 0,-58-12-2326 0 0,5 0 252 0 0,0 1-1 0 0,0 1 1 0 0,8 3 0 0 0,-12-5-288 0 0,-1 0 0 0 0,1 1 1 0 0,0-1-1 0 0,-1 0 0 0 0,0 1 0 0 0,1-1 0 0 0,-1 1 0 0 0,0-1 0 0 0,0 1 0 0 0,0-1 1 0 0,0 1-1 0 0,0 0 0 0 0,0 0 0 0 0,0 1 0 0 0,0-1 83 0 0,-1 1 0 0 0,-2 3-60 0 0,1 0-1 0 0,-1 0 1 0 0,0-1-1 0 0,-1 1 1 0 0,1-1-1 0 0,-1 0 1 0 0,0 1 0 0 0,0-1-1 0 0,-8 8 1 0 0,3-3 84 0 0,-2-1 1 0 0,1 0 0 0 0,-19 13 0 0 0,24-19-105 0 0,-6 5 63 0 0,-4 6 12 0 0,14-14-106 0 0,0 1-1 0 0,0-1 1 0 0,-1 0-1 0 0,1 0 1 0 0,0 0 0 0 0,0 1-1 0 0,0-1 1 0 0,-1 0-1 0 0,1 1 1 0 0,0-1-1 0 0,0 0 1 0 0,0 0-1 0 0,0 1 1 0 0,0-1-1 0 0,0 0 1 0 0,-1 1-1 0 0,1-1 1 0 0,0 0-1 0 0,0 0 1 0 0,0 1-1 0 0,0-1 1 0 0,0 0 0 0 0,0 1-1 0 0,0-1 1 0 0,0 0-1 0 0,0 1 1 0 0,1-1-1 0 0,-1 0 1 0 0,0 1-1 0 0,0-1 1 0 0,0 0-1 0 0,0 0 1 0 0,0 1-1 0 0,0-1 1 0 0,1 0-1 0 0,-1 0 1 0 0,0 1-1 0 0,0-1 1 0 0,0 0 0 0 0,1 0-1 0 0,-1 1 1 0 0,0-1-1 0 0,0 0 1 0 0,1 0-1 0 0,-1 0 1 0 0,0 0-1 0 0,0 1 1 0 0,1-1-1 0 0,-1 0 1 0 0,0 0-1 0 0,1 0 1 0 0,-1 0-1 0 0,0 0 1 0 0,1 0-1 0 0,-1 0 1 0 0,0 0 0 0 0,1 0-1 0 0,-1 0 0 0 0,19 8 0 0 0,-12-8 0 0 0,-2 0 0 0 0,11 0-39 0 0,-1-1 1 0 0,1-1-1 0 0,-1 0 1 0 0,0-1-1 0 0,1-1 1 0 0,20-7-1 0 0,3-1-76 0 0,39-11-1203 0 0,-26 5-2840 0 0,-28 9-5685 0 0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6:01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282 0 11975 0 0,'0'0'15744'0'0,"0"3"-14741"0"0,0 23-586 0 0,0 1 0 0 0,2-1 0 0 0,1 0 0 0 0,1 0 0 0 0,8 27-1 0 0,2 15 8 0 0,-13-55-812 0 0,0 1 1 0 0,0-1-1 0 0,-1 1 0 0 0,-3 21 0 0 0,2-34-83 0 0,1 0 0 0 0,-1 1-1 0 0,0-1 1 0 0,1 0 0 0 0,-1 0-1 0 0,0 0 1 0 0,0 1 0 0 0,0-1-1 0 0,0 0 1 0 0,0 0-1 0 0,0 0 1 0 0,0 0 0 0 0,0 0-1 0 0,-2 1 1 0 0</inkml:trace>
  <inkml:trace contextRef="#ctx0" brushRef="#br0" timeOffset="1">0 253 13823 0 0,'2'-1'12439'0'0,"13"-4"-11610"0"0,-1 1 0 0 0,1 0 0 0 0,0 0 0 0 0,1 2 0 0 0,16-2 0 0 0,80 1-866 0 0,8 4-3496 0 0,-89-1-6470 0 0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6:02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38 14743 0 0,'0'0'1335'0'0,"1"-2"-766"0"0,0 0-77 0 0,-1 0 0 0 0,1 1 0 0 0,1-1 0 0 0,-1 0-1 0 0,0 1 1 0 0,0-1 0 0 0,1 1 0 0 0,-1-1 0 0 0,0 1-1 0 0,1 0 1 0 0,-1 0 0 0 0,1 0 0 0 0,0 0 0 0 0,2-2-1 0 0,1 1 109 0 0,0 0-1 0 0,0 1 0 0 0,0-1 0 0 0,8-1 0 0 0,-5 2-202 0 0,25-1 1450 0 0,-33 5-1600 0 0,-2 1-158 0 0,1-1-1 0 0,-1 1 1 0 0,1 0 0 0 0,-1-1-1 0 0,0 1 1 0 0,0-1-1 0 0,-1 0 1 0 0,1 0 0 0 0,-1 0-1 0 0,0 0 1 0 0,1 0 0 0 0,-6 3-1 0 0,-8 7 268 0 0,-23 13 1 0 0,2-1-47 0 0,26-17-209 0 0,1 1 0 0 0,0 0 0 0 0,-15 19 0 0 0,17-17-28 0 0,5 5 10 0 0,3-14-74 0 0,-1 0-1 0 0,1 0 1 0 0,1 1 0 0 0,-1-1 0 0 0,0 0 0 0 0,0 1 0 0 0,1-1 0 0 0,-1 0 0 0 0,1 0 0 0 0,0 0-1 0 0,0 0 1 0 0,0 0 0 0 0,0 0 0 0 0,0 0 0 0 0,0 0 0 0 0,0 0 0 0 0,1 0 0 0 0,-1 0 0 0 0,4 3-1 0 0,-1-2 19 0 0,0 0 0 0 0,0 0-1 0 0,1 0 1 0 0,-1-1 0 0 0,1 0-1 0 0,-1 0 1 0 0,1 0-1 0 0,6 2 1 0 0,9 0-182 0 0,0 0 0 0 0,0-1 0 0 0,0-1 0 0 0,0 0 0 0 0,1-2 0 0 0,-1-1 0 0 0,38-5 0 0 0,1-8-2087 0 0,-21 0-6068 0 0,-12 2-690 0 0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6:02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236 159 11975 0 0,'0'0'923'0'0,"-2"-1"-602"0"0,-3-2 256 0 0,0 1 0 0 0,0-1-1 0 0,-10-2 1 0 0,11 4 244 0 0,0 0 0 0 0,0 1-1 0 0,0-1 1 0 0,0 1 0 0 0,0 0-1 0 0,0 0 1 0 0,0 0 0 0 0,-1 1 0 0 0,1-1-1 0 0,0 1 1 0 0,0 0 0 0 0,0 0-1 0 0,0 0 1 0 0,1 1 0 0 0,-6 2 0 0 0,-15 12-217 0 0,10-4-199 0 0,2 1 0 0 0,0 0 1 0 0,0 0-1 0 0,1 1 0 0 0,-12 21 1 0 0,19-27-352 0 0,0 0 0 0 0,0 0 1 0 0,1 0-1 0 0,0 0 0 0 0,1 1 0 0 0,0-1 1 0 0,0 1-1 0 0,1-1 0 0 0,0 1 0 0 0,1 0 1 0 0,-1-1-1 0 0,2 1 0 0 0,-1 0 1 0 0,3 10-1 0 0,-2-12-50 0 0,1 0 0 0 0,-1 0 0 0 0,2 0 0 0 0,-1-1 0 0 0,1 1 0 0 0,0-1 0 0 0,0 0 0 0 0,1 1-1 0 0,-1-2 1 0 0,1 1 0 0 0,1 0 0 0 0,-1-1 0 0 0,1 1 0 0 0,0-1 0 0 0,0-1 0 0 0,1 1 0 0 0,-1-1 0 0 0,7 4 0 0 0,0-1-9 0 0,-1-1-1 0 0,1 0 1 0 0,0-1 0 0 0,1 0-1 0 0,-1-1 1 0 0,1 0 0 0 0,0-1-1 0 0,0-1 1 0 0,0 0 0 0 0,0 0-1 0 0,0-2 1 0 0,0 1 0 0 0,0-2-1 0 0,24-3 1 0 0,-21 1-46 0 0,0-1 0 0 0,0-1 0 0 0,0-1 1 0 0,-1 0-1 0 0,0-1 0 0 0,0 0 0 0 0,-1-1 0 0 0,0-1 0 0 0,0 0 0 0 0,-1-1 1 0 0,0-1-1 0 0,0 0 0 0 0,14-18 0 0 0,-20 21-19 0 0,0-1 1 0 0,-1 0-1 0 0,0 0 0 0 0,-1 0 1 0 0,0-1-1 0 0,0 0 0 0 0,-1 0 1 0 0,0 0-1 0 0,3-15 1 0 0,-6 17 30 0 0,0-1 0 0 0,0 0-1 0 0,0 0 1 0 0,-1 0 0 0 0,-1 0 0 0 0,1 0 0 0 0,-1 0 0 0 0,-1 0 0 0 0,0 1 0 0 0,0-1 0 0 0,-1 0 0 0 0,-5-11 0 0 0,2 6 50 0 0,-2 0 0 0 0,0 1 0 0 0,-1 0 0 0 0,0 0 0 0 0,-1 1 0 0 0,0 0 0 0 0,-1 0 0 0 0,0 1 0 0 0,-14-10 0 0 0,15 13-57 0 0,-1 1 0 0 0,0-1 0 0 0,-1 1-1 0 0,1 1 1 0 0,-1 0 0 0 0,-1 1-1 0 0,1 1 1 0 0,-1-1 0 0 0,1 2-1 0 0,-1 0 1 0 0,-15-2 0 0 0,22 5-423 0 0,0 0 0 0 0,0 0 0 0 0,0 1 0 0 0,1 0 1 0 0,-1 0-1 0 0,0 0 0 0 0,0 0 0 0 0,0 1 0 0 0,1 0 1 0 0,-1 0-1 0 0,1 1 0 0 0,-10 6 0 0 0,-1 0-1803 0 0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6:03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21567 0 0,'0'0'1957'0'0,"0"3"-1615"0"0,1 9 381 0 0,1 0 1 0 0,0 1 0 0 0,1-1 0 0 0,5 15-1 0 0,5 20 1189 0 0,-4-14-1232 0 0,1-1-1 0 0,15 35 0 0 0,-14-39-538 0 0,-1-9-371 0 0,0 0 0 0 0,0 0-1 0 0,20 24 1 0 0,-30-43 230 0 0,2 2-714 0 0,-2-2 666 0 0,0 1-1 0 0,0-1 0 0 0,0 0 0 0 0,0 1 0 0 0,0-1 0 0 0,1 0 1 0 0,-1 1-1 0 0,0-1 0 0 0,0 0 0 0 0,0 0 0 0 0,1 1 1 0 0,-1-1-1 0 0,0 0 0 0 0,0 1 0 0 0,1-1 0 0 0,-1 0 0 0 0,0 0 1 0 0,0 0-1 0 0,1 1 0 0 0,-1-1 0 0 0,0 0 0 0 0,1 0 1 0 0,5 5-3840 0 0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6:03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18799 0 0,'0'0'862'0'0,"3"-1"-18"0"0,1-1-649 0 0,29-8 130 0 0,-20 8 1129 0 0,0 1 0 0 0,1 0 1 0 0,-1 1-1 0 0,0 1 1 0 0,17 2-1 0 0,-27-3-1404 0 0,-1 0 0 0 0,0 0 0 0 0,1 1 0 0 0,-1-1 0 0 0,0 1 0 0 0,1 0 0 0 0,-1 0 0 0 0,0-1 0 0 0,0 1 0 0 0,1 1 0 0 0,-1-1 0 0 0,0 0 0 0 0,0 1 0 0 0,0-1 0 0 0,-1 1 0 0 0,1-1 0 0 0,0 1 0 0 0,-1 0 0 0 0,1 0 0 0 0,-1-1 0 0 0,1 1 0 0 0,-1 0 0 0 0,0 1 0 0 0,0-1 0 0 0,0 0 0 0 0,0 0 0 0 0,1 3 0 0 0,-2-2-20 0 0,0 1 1 0 0,0-1-1 0 0,-1 0 1 0 0,1 1-1 0 0,-1-1 0 0 0,0 0 1 0 0,0 0-1 0 0,0 1 1 0 0,0-1-1 0 0,-3 4 0 0 0,3-5-12 0 0,-2 3 30 0 0,0 0 0 0 0,0-1-1 0 0,-1 1 1 0 0,1 0 0 0 0,-6 4 0 0 0,-6 7 76 0 0,7-5-44 0 0,3-1-56 0 0,5 4 18 0 0,1-11-40 0 0,0 0-1 0 0,0 0 0 0 0,0 0 1 0 0,1 0-1 0 0,-1 0 0 0 0,1 0 1 0 0,4 4-1 0 0,6 3-1 0 0,24 6-20 0 0,46 16 1 0 0,-39-17-2 0 0,7 2-2 0 0,-49-17 21 0 0,-1 0 0 0 0,1 0 0 0 0,0 1 0 0 0,-1-1 0 0 0,1 0 0 0 0,0 1-1 0 0,-1-1 1 0 0,1 0 0 0 0,0 1 0 0 0,-1-1 0 0 0,1 1 0 0 0,0-1 0 0 0,-1 1-1 0 0,1 0 1 0 0,-1 0 5 0 0,1-1-1 0 0,-1 1 1 0 0,0 0-1 0 0,0-1 1 0 0,0 1-1 0 0,0 0 0 0 0,0-1 1 0 0,0 1-1 0 0,0 0 1 0 0,0-1-1 0 0,0 1 1 0 0,-1 0-1 0 0,1-1 1 0 0,0 1-1 0 0,0-1 0 0 0,0 1 1 0 0,-1 1-1 0 0,-1 0 16 0 0,1 0-1 0 0,-1 1 1 0 0,0-1-1 0 0,0 0 1 0 0,0 0-1 0 0,0 0 1 0 0,0 0-1 0 0,-1 0 1 0 0,1 0-1 0 0,0-1 1 0 0,-1 1-1 0 0,-3 1 1 0 0,-37 13 199 0 0,25-10-154 0 0,-53 17 32 0 0,34-12-13 0 0,-39 18 0 0 0,66-24-95 0 0,0 0-94 0 0,-8 10-6241 0 0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6:04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138 119 13359 0 0,'-24'-7'999'0'0,"-45"-8"-1"0"0,47 11 1241 0 0,14 2-1940 0 0,-6-4 11201 0 0,23 5-9831 0 0,267-8-158 0 0,7-10-1383 0 0,-77 4-63 0 0,-126 11-65 0 0,562-24 0 0 0,-315 20 0 0 0,-212 9-1849 0 0,-118 0 1579 0 0,0-1 1 0 0,1 1 0 0 0,-1 0 0 0 0,1 0 0 0 0,-1 0-1 0 0,-4 2 1 0 0,-5 3-616 0 0,-11 1-709 0 0,-3 2-49 0 0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6:04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0 512 6911 0 0,'0'0'623'0'0,"2"26"21522"0"0,-1-25-21276 0 0,4 2-1902 0 0,-3-2 2096 0 0,11-6-18 0 0,-11 2-1010 0 0,0 0-1 0 0,1 0 1 0 0,-1-1-1 0 0,0 1 1 0 0,0 0-1 0 0,-1-1 1 0 0,1 0-1 0 0,-1 1 1 0 0,1-1-1 0 0,-1 0 1 0 0,0 0 0 0 0,-1 0-1 0 0,1-5 1 0 0,0-9 239 0 0,-2-31 0 0 0,0 15-162 0 0,-3-165-112 0 0,3 167 0 0 0,-6-37 0 0 0,10 75 0 0 0,1 0 0 0 0,-1 0 0 0 0,1 0 0 0 0,0-1 0 0 0,5 6 0 0 0,35 36 0 0 0,-31-35 0 0 0,0-1 0 0 0,1 0 0 0 0,0-1 0 0 0,1-1 0 0 0,0 0 0 0 0,18 7 0 0 0,-23-12 0 0 0,0 0 0 0 0,1 0 0 0 0,0-1 0 0 0,0-1 0 0 0,0 0 0 0 0,0 0 0 0 0,0-1 0 0 0,0 0 0 0 0,0-1 0 0 0,18-2 0 0 0,-23 1 0 0 0,0-1 0 0 0,1 0 0 0 0,-1 0 0 0 0,0-1 0 0 0,0 0 0 0 0,-1 0 0 0 0,1 0 0 0 0,0-1 0 0 0,-1 1 0 0 0,0-2 0 0 0,0 1 0 0 0,6-7 0 0 0,6-8 0 0 0,27-36 0 0 0,-41 50 0 0 0,39-62 0 0 0,-22 34 0 0 0,-1-2 0 0 0,-13 28 0 0 0,-4 9 0 0 0,-2 7 0 0 0,0-8 0 0 0,4 125 0 0 0,-2-98 0 0 0,1 0 0 0 0,11 40 0 0 0,-10-54-150 0 0,1 0 0 0 0,0 0 0 0 0,1-1 0 0 0,0 0 1 0 0,1-1-1 0 0,1 1 0 0 0,0-1 0 0 0,0 0 0 0 0,1-1 0 0 0,1 0 0 0 0,0-1 0 0 0,0 0 0 0 0,1 0 1 0 0,0-1-1 0 0,1 0 0 0 0,0-1 0 0 0,0-1 0 0 0,20 10 0 0 0,-29-16-367 0 0,-1-1 1 0 0,0 1-1 0 0,1 0 1 0 0,-1-1-1 0 0,1 1 0 0 0,0-1 1 0 0,-1 0-1 0 0,1 0 1 0 0,-1 0-1 0 0,6-1 0 0 0,6-1-8440 0 0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6:05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41 21247 0 0,'0'0'976'0'0,"-1"-3"-24"0"0,1 0-780 0 0,0-1-77 0 0,-8-12 185 0 0,7 15-86 0 0,0 0 0 0 0,0 0 0 0 0,0 0 0 0 0,0 0 0 0 0,0 0 1 0 0,0 0-1 0 0,-1 0 0 0 0,1 0 0 0 0,0 0 0 0 0,-1 0 0 0 0,1 1 0 0 0,0-1 1 0 0,-1 1-1 0 0,1-1 0 0 0,-1 1 0 0 0,1-1 0 0 0,-1 1 0 0 0,1 0 0 0 0,-1 0 0 0 0,1-1 1 0 0,-1 1-1 0 0,1 0 0 0 0,-1 1 0 0 0,1-1 0 0 0,-1 0 0 0 0,1 0 0 0 0,-1 1 0 0 0,1-1 1 0 0,-1 1-1 0 0,-1 0 0 0 0,-4 1 14 0 0,1 1 0 0 0,0 0 1 0 0,0 0-1 0 0,0 0 0 0 0,-9 7 1 0 0,0 2 10 0 0,1 1 1 0 0,0 0-1 0 0,1 1 1 0 0,-14 18-1 0 0,21-25-186 0 0,1 1 0 0 0,0 0-1 0 0,0 0 1 0 0,1 0 0 0 0,0 0 0 0 0,1 1-1 0 0,0 0 1 0 0,0 0 0 0 0,1 0-1 0 0,-2 15 1 0 0,3-16-32 0 0,1 1 0 0 0,0-1 0 0 0,1 0 0 0 0,0 0 0 0 0,1 1 0 0 0,-1-1 0 0 0,2 0 0 0 0,-1 0 0 0 0,1-1 0 0 0,0 1 0 0 0,0-1-1 0 0,9 14 1 0 0,-8-16-10 0 0,-1 1 0 0 0,2-1-1 0 0,-1 0 1 0 0,0 0 0 0 0,1 0-1 0 0,0-1 1 0 0,0 1 0 0 0,1-1-1 0 0,-1-1 1 0 0,1 1-1 0 0,0-1 1 0 0,0 0 0 0 0,0 0-1 0 0,0 0 1 0 0,0-1 0 0 0,9 2-1 0 0,-8-3-19 0 0,1 0 0 0 0,-1-1 0 0 0,1 0-1 0 0,-1 0 1 0 0,1-1 0 0 0,-1 1 0 0 0,14-5 0 0 0,-4 0-71 0 0,0 0 0 0 0,19-10 0 0 0,-27 11 62 0 0,-1-1 1 0 0,1 0-1 0 0,-1-1 1 0 0,0 0-1 0 0,0 0 0 0 0,0-1 1 0 0,-1 1-1 0 0,0-2 1 0 0,8-10-1 0 0,0-3-139 0 0,-13 11 962 0 0,-3 7-97 0 0,2 10-675 0 0,0-1 0 0 0,1 1 1 0 0,-1-1-1 0 0,1 0 0 0 0,4 9 0 0 0,-1 0-12 0 0,1-2-1 0 0,-1 0 0 0 0,2-1 0 0 0,0 1 0 0 0,0-1 0 0 0,1-1 0 0 0,1 1 0 0 0,0-1 0 0 0,19 18 0 0 0,-25-26 0 0 0,0 0 0 0 0,0 0 0 0 0,0 0 0 0 0,0 0 0 0 0,0-1 0 0 0,1 1 0 0 0,4 2 0 0 0,-1-1 0 0 0,5 1 0 0 0,1-4 0 0 0,-8 0 0 0 0,0-2 0 0 0,14-7 0 0 0,-8 1 0 0 0,-3-3 0 0 0,-1 0 0 0 0,0 0 0 0 0,-1-1 0 0 0,0 0 0 0 0,9-22 0 0 0,-10 21 0 0 0,-1 3 0 0 0,-1-1 0 0 0,1 0 0 0 0,-2 0 0 0 0,1 0 0 0 0,-1 0 0 0 0,-1 0 0 0 0,0-18 0 0 0,2-6 0 0 0,0 25 0 0 0,1 2-79 0 0,-3 6-329 0 0,8-5-2705 0 0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6:14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5063 0 0,'2'-2'3744'0'0,"8"-17"10648"0"0,3 24-11123 0 0,-9-4-2945 0 0,0-1-1 0 0,0 1 1 0 0,1 0-1 0 0,-1 1 1 0 0,0-1-1 0 0,4 3 1 0 0,16 4 382 0 0,20 1-622 0 0,1-1 0 0 0,0-2 0 0 0,77-1 0 0 0,-60-2-4171 0 0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6:15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17 10591 0 0,'-2'0'819'0'0,"-18"-5"15725"0"0,39 1-13675 0 0,14 1-5253 0 0,-23 2 3865 0 0,194-2-1536 0 0,-67 6-4066 0 0,-111-3 2496 0 0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6:15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65 14279 0 0,'0'0'1103'0'0,"-2"-1"-720"0"0,-15-8 7191 0 0,17 9-7503 0 0,20-2 6339 0 0,-15 2-8031 0 0,326-44 4006 0 0,-312 41-2369 0 0,-1 1 0 0 0,1 0 0 0 0,0 1-1 0 0,23 2 1 0 0,-29 2-16 0 0,-12-2 4 0 0,0 0 0 0 0,0-1 0 0 0,0 1 0 0 0,0 0 0 0 0,0-1 0 0 0,-1 1 0 0 0,1 0 0 0 0,0 0 0 0 0,0 0 0 0 0,0 0 0 0 0,-1 0 0 0 0,1 0 0 0 0,-1 0 0 0 0,1 0 0 0 0,-1 0 0 0 0,1 0 0 0 0,-1 1 0 0 0,1-1 0 0 0,-1 2 0 0 0,1 0 23 0 0,-1 0 0 0 0,0 1-1 0 0,0-1 1 0 0,0 1 0 0 0,0-1 0 0 0,-2 7 0 0 0,-1 2 105 0 0,0 0 0 0 0,-9 20 0 0 0,-22 44 431 0 0,-31 80-35 0 0,54-123-458 0 0,1 0 0 0 0,-11 66 0 0 0,4 16-519 0 0,16-114-119 0 0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6:16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19807 0 0,'0'0'2065'0'0,"2"-1"-1745"0"0,1-1 424 0 0,0 1-1 0 0,0-1 0 0 0,0 1 0 0 0,1-1 0 0 0,-1 1 0 0 0,7-1 0 0 0,2 0-78 0 0,1 1 0 0 0,13 0-1 0 0,9-1 75 0 0,216-25-640 0 0,-239 26-374 0 0,97-18-4797 0 0,-87 13 3208 0 0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6:16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7 5063 0 0,'0'0'390'0'0,"26"-6"21096"0"0,-24 7-20637 0 0,-1 0-724 0 0,0 0 0 0 0,0 0 0 0 0,0 1 0 0 0,0-1 0 0 0,0 0 0 0 0,0 0 0 0 0,-1 0 0 0 0,1 1 0 0 0,0-1 0 0 0,-1 0 0 0 0,1 1 0 0 0,-1-1 0 0 0,1 1-1 0 0,-1-1 1 0 0,0 1 0 0 0,1-1 0 0 0,-1 2 0 0 0,0 1-13 0 0,0-1-1 0 0,-1 1 0 0 0,1-1 1 0 0,-1 1-1 0 0,1-1 1 0 0,-1 1-1 0 0,-2 3 1 0 0,0 1 9 0 0,-1 0 0 0 0,1-1 0 0 0,-2 1 0 0 0,1-1 0 0 0,-11 12 0 0 0,-20 19 168 0 0,-1-1 0 0 0,-65 50 0 0 0,92-80-247 0 0,-1-1-31 0 0,3 0 1 0 0,7-6-11 0 0,0 0 0 0 0,0 0 0 0 0,0 0 0 0 0,0 0 0 0 0,0 0 0 0 0,0 0-1 0 0,0 0 1 0 0,0 0 0 0 0,0 0 0 0 0,-1 0 0 0 0,1 0 0 0 0,0 0 0 0 0,0 0 0 0 0,0 0 0 0 0,0 0 0 0 0,0 0 0 0 0,0 1 0 0 0,0-1 0 0 0,0 0-1 0 0,0 0 1 0 0,0 0 0 0 0,0 0 0 0 0,0 0 0 0 0,0 0 0 0 0,0 0 0 0 0,0 0 0 0 0,0 0 0 0 0,0 0 0 0 0,0 0 0 0 0,0 1 0 0 0,0-1 0 0 0,0 0-1 0 0,0 0 1 0 0,0 0 0 0 0,0 0 0 0 0,0 0 0 0 0,0 0 0 0 0,0 0 0 0 0,0 0 0 0 0,0 0 0 0 0,0 0 0 0 0,1 0 0 0 0,-1 0 0 0 0,0 0 0 0 0,0 0-1 0 0,0 1 1 0 0,0-1 0 0 0,0 0 0 0 0,0 0 0 0 0,0 0 0 0 0,0 0 0 0 0,2 2 1 0 0,-1-1 0 0 0,1 1 0 0 0,0 0-1 0 0,-1-1 1 0 0,1 1 0 0 0,0-1 0 0 0,0 1 0 0 0,0-1 0 0 0,0 0 0 0 0,1 0 0 0 0,-1 0-1 0 0,0 0 1 0 0,0-1 0 0 0,1 1 0 0 0,-1 0 0 0 0,0-1 0 0 0,5 1 0 0 0,6 0-75 0 0,29-1 1 0 0,-24 0 83 0 0,186 3-499 0 0,-131 5-1279 0 0,-71-8 987 0 0,4 0 335 0 0,-1-1-2076 0 0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6:17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22775 0 0,'0'0'4912'0'0,"2"2"-4088"0"0,8 24 219 0 0,-1 0 0 0 0,7 34 0 0 0,7 60-504 0 0,-13-66-271 0 0,0 7-151 0 0,8 35-127 0 0,-18-93-21 0 0,1 0 1 0 0,0 0-1 0 0,0 0 1 0 0,0-1-1 0 0,0 1 1 0 0,3 4-1 0 0,5 0-1058 0 0,-6-6 844 0 0,-2 0-589 0 0,12-1-1196 0 0,-10-1 1585 0 0,0 0 0 0 0,0 0 0 0 0,0 0 0 0 0,0 0 0 0 0,0 0 0 0 0,-1-1 0 0 0,1 0 0 0 0,-1 1 0 0 0,1-1 0 0 0,-1 0 0 0 0,1 0 0 0 0,-1 0 0 0 0,0 0 0 0 0,0-1 0 0 0,0 1 0 0 0,0 0 0 0 0,-1-1 0 0 0,3-3 0 0 0,8-12-2147 0 0</inkml:trace>
  <inkml:trace contextRef="#ctx0" brushRef="#br0" timeOffset="1">482 91 8751 0 0,'-2'1'16715'0'0,"-2"1"-16129"0"0,0 1 0 0 0,0 0 0 0 0,1 0 0 0 0,-1 0 1 0 0,0 0-1 0 0,1 1 0 0 0,0-1 0 0 0,-5 8 0 0 0,-21 37 413 0 0,19-32-733 0 0,2-1-107 0 0,1 1 0 0 0,0 0 1 0 0,-10 32-1 0 0,15-38-149 0 0,-1-1 1 0 0,2 1-1 0 0,-1-1 0 0 0,2 1 0 0 0,-1 0 0 0 0,1 0 1 0 0,1 0-1 0 0,1 13 0 0 0,-1-19-8 0 0,1 0 0 0 0,-1-1-1 0 0,0 1 1 0 0,1-1 0 0 0,0 0 0 0 0,0 1 0 0 0,0-1 0 0 0,0 0-1 0 0,1 0 1 0 0,-1 0 0 0 0,1 0 0 0 0,0-1 0 0 0,-1 1-1 0 0,1-1 1 0 0,1 0 0 0 0,-1 1 0 0 0,0-1 0 0 0,0-1-1 0 0,1 1 1 0 0,-1 0 0 0 0,1-1 0 0 0,-1 0 0 0 0,1 0-1 0 0,5 1 1 0 0,0 0-15 0 0,0 0-1 0 0,0-1 1 0 0,0 0-1 0 0,0-1 0 0 0,0 0 1 0 0,0 0-1 0 0,0-1 1 0 0,0 0-1 0 0,11-3 0 0 0,-13 2-27 0 0,0 0-1 0 0,1 0 1 0 0,-1-1-1 0 0,0 0 1 0 0,0 0-1 0 0,-1-1 1 0 0,1 0-1 0 0,7-5 1 0 0,-1-2-27 0 0,-8 7 36 0 0,1 0 0 0 0,-1 0 1 0 0,0-1-1 0 0,0 0 1 0 0,0 0-1 0 0,-1 0 0 0 0,0 0 1 0 0,0-1-1 0 0,0 0 1 0 0,3-7-1 0 0,-2 4-8 0 0,-2 0 0 0 0,1-1 0 0 0,-1 0 0 0 0,-1 0 0 0 0,0 0 0 0 0,0 0-1 0 0,-1 0 1 0 0,0-1 0 0 0,-1 1 0 0 0,0 0 0 0 0,-1 0 0 0 0,0-1 0 0 0,0 1 0 0 0,-1 0 0 0 0,-1 0 0 0 0,-6-17 0 0 0,7 23-10 0 0,0 1 1 0 0,0-1-1 0 0,-1 0 1 0 0,0 1-1 0 0,0 0 0 0 0,0 0 1 0 0,0 0-1 0 0,0 0 1 0 0,-7-4-1 0 0,4 2-214 0 0,1 2 0 0 0,-2-1 0 0 0,1 1 0 0 0,0 0 0 0 0,-10-3 0 0 0,14 5-110 0 0,0 0 1 0 0,0 1-1 0 0,0-1 1 0 0,0 1-1 0 0,0 0 1 0 0,0 0-1 0 0,0-1 1 0 0,0 1-1 0 0,0 1 1 0 0,0-1-1 0 0,-1 0 1 0 0,1 0-1 0 0,0 1 1 0 0,-3 0-1 0 0,-5 4-8262 0 0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6:17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1 310 4607 0 0,'0'0'22192'0'0,"6"11"-21368"0"0,2 1-528 0 0,4-2-536 0 0,-1-2-112 0 0,5-2-7256 0 0,0-1-1008 0 0</inkml:trace>
  <inkml:trace contextRef="#ctx0" brushRef="#br0" timeOffset="1">283 0 12439 0 0,'0'0'12972'0'0,"1"3"-11321"0"0,2 4-1017 0 0,0 0 1 0 0,-1 1 0 0 0,1 0-1 0 0,-2-1 1 0 0,3 14 0 0 0,0 43 448 0 0,-3-30-792 0 0,1-10-133 0 0,-1 6-109 0 0,2-1 0 0 0,1 0 1 0 0,10 41-1 0 0,-13-69-53 0 0,3 14-69 0 0,5 24-1 0 0,-8-38-127 0 0,0 1-1 0 0,0-1 1 0 0,1 1-1 0 0,-1-1 0 0 0,0 0 1 0 0,1 0-1 0 0,-1 0 1 0 0,1 0-1 0 0,2 2 0 0 0,-3-3 90 0 0,-1 0-1 0 0,1 0 1 0 0,-1 0 0 0 0,1 0-1 0 0,-1 0 1 0 0,1 0-1 0 0,0 0 1 0 0,-1 0-1 0 0,1 0 1 0 0,-1 0-1 0 0,1 0 1 0 0,0 0-1 0 0,-1 0 1 0 0,1 0-1 0 0,-1 0 1 0 0,1-1-1 0 0,-1 1 1 0 0,1 0 0 0 0,0-1-1 0 0,-1 1 1 0 0,1-1-1 0 0,0 1-261 0 0,11-6-1243 0 0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6:18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8751 0 0,'0'0'20011'0'0,"2"1"-19419"0"0,13 2-166 0 0,0 0 0 0 0,-1-1 0 0 0,1 0 0 0 0,0-1 0 0 0,26-2 0 0 0,22-3-273 0 0,-1-3 1 0 0,69-17 0 0 0,-98 18-130 0 0,-19 6 35 0 0,-3 2 7 0 0,-11-2-60 0 0,1 1-1 0 0,0-1 0 0 0,-1 1 1 0 0,1-1-1 0 0,-1 1 0 0 0,1-1 1 0 0,-1 1-1 0 0,1 0 0 0 0,-1-1 1 0 0,0 1-1 0 0,1-1 0 0 0,-1 1 1 0 0,0 0-1 0 0,1-1 0 0 0,-1 1 1 0 0,0 0-1 0 0,0 0 0 0 0,0-1 1 0 0,0 1-1 0 0,1 1 0 0 0,-1-1 7 0 0,1 4-7 0 0,0 0 0 0 0,0 0 0 0 0,0 0 0 0 0,-1 0 0 0 0,0 0 0 0 0,0 0 0 0 0,0-1 0 0 0,0 1 0 0 0,-3 9 0 0 0,-1 5 24 0 0,-9 21 0 0 0,2-6-14 0 0,-19 59-15 0 0,17-59 0 0 0,2 1 0 0 0,-9 53 0 0 0,13-49-16 0 0,4-18-81 0 0,3-20-58 0 0</inkml:trace>
  <inkml:trace contextRef="#ctx0" brushRef="#br0" timeOffset="1">73 256 12439 0 0,'3'1'9707'0'0,"76"11"-4162"0"0,7-4-4263 0 0,-25-4-835 0 0,71 1-537 0 0,-75-4-733 0 0,-33 0 626 0 0,16 0-3307 0 0,62-5 1 0 0,-70-2 1359 0 0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6:18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22575 0 0,'0'0'2565'0'0,"0"2"-1714"0"0,-2 9 90 0 0,0 0 0 0 0,1-1 0 0 0,0 1 0 0 0,2 20-1 0 0,8 46 446 0 0,-3-31-1077 0 0,24 144 68 0 0,-16-85-377 0 0,-14-96 0 0 0,0-1-32 0 0,0-6-133 0 0,11-10-3407 0 0,-7 4 2700 0 0,0 0 0 0 0,0 0 1 0 0,5-9-1 0 0,3-5-1088 0 0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6:19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0 17503 0 0,'0'0'10528'0'0,"-1"2"-9647"0"0,-6 10-256 0 0,0-1 0 0 0,-1 0 0 0 0,0 0 0 0 0,-12 12-1 0 0,-63 64 107 0 0,12-25-731 0 0,31-30 0 0 0,33-26 0 0 0,-17 17 0 0 0,19-14 0 0 0,4-9 0 0 0,1 1 0 0 0,0-1 0 0 0,0 0 0 0 0,0 1 0 0 0,0-1 0 0 0,0 1 0 0 0,0-1 0 0 0,0 0 0 0 0,0 1 0 0 0,0-1 0 0 0,0 1 0 0 0,0-1 0 0 0,0 1 0 0 0,0-1 0 0 0,0 0 0 0 0,0 1 0 0 0,1-1 0 0 0,-1 0 0 0 0,0 1 0 0 0,0-1 0 0 0,0 1 0 0 0,1-1 0 0 0,1 2 0 0 0,-1 0 0 0 0,1 0 0 0 0,0-1 0 0 0,0 1 0 0 0,0-1 0 0 0,0 1 0 0 0,1-1 0 0 0,-1 0 0 0 0,0 0 0 0 0,0 0 0 0 0,1 0 0 0 0,4 1 0 0 0,35 5 0 0 0,-17-4 0 0 0,145 22 0 0 0,-94-13 0 0 0,122 24 0 0 0,-186-33 0 0 0,-1 0 0 0 0,-1 0 0 0 0,1 0 0 0 0,13 7 0 0 0,-12-5-79 0 0,1 0-877 0 0,-11-4 383 0 0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6:40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492 114 11519 0 0,'-2'-2'528'0'0,"-2"0"-234"0"0,-1-1-121 0 0,0 0 0 0 0,0 0 0 0 0,0 0 1 0 0,0-1-1 0 0,0 0 0 0 0,1 0 0 0 0,0 0 0 0 0,0 0 0 0 0,0-1 0 0 0,0 0 0 0 0,1 0 0 0 0,-6-9 0 0 0,8 11 223 0 0,0 0 1 0 0,0 0-1 0 0,-1 0 0 0 0,1 1 0 0 0,-1-1 0 0 0,0 0 1 0 0,0 1-1 0 0,0-1 0 0 0,0 1 0 0 0,0 0 0 0 0,-1-1 0 0 0,1 1 1 0 0,-1 0-1 0 0,1 1 0 0 0,-1-1 0 0 0,0 0 0 0 0,1 1 1 0 0,-1-1-1 0 0,0 1 0 0 0,-4-1 0 0 0,3 1-266 0 0,0 1 0 0 0,0-1 0 0 0,0 1 0 0 0,0 0-1 0 0,0 0 1 0 0,0 1 0 0 0,0-1 0 0 0,1 1 0 0 0,-1 0 0 0 0,0 0 0 0 0,0 0 0 0 0,1 0 0 0 0,-1 1-1 0 0,0-1 1 0 0,1 1 0 0 0,-5 3 0 0 0,-3 2 114 0 0,1 1-1 0 0,1 0 0 0 0,-1 1 1 0 0,-15 18-1 0 0,7-4 80 0 0,-16 26 0 0 0,-2 9 265 0 0,-48 105 0 0 0,71-131-381 0 0,0 2 0 0 0,2-1 0 0 0,2 1-1 0 0,1 1 1 0 0,-4 38 0 0 0,11-58-125 0 0,0 0-1 0 0,1 0 1 0 0,0-1-1 0 0,1 1 1 0 0,1 0-1 0 0,5 19 1 0 0,-6-28-73 0 0,1 0 0 0 0,0 0 0 0 0,1 0 0 0 0,-1-1 1 0 0,1 1-1 0 0,1-1 0 0 0,-1 1 0 0 0,1-1 0 0 0,-1 0 1 0 0,2 0-1 0 0,-1 0 0 0 0,0-1 0 0 0,1 0 0 0 0,0 1 0 0 0,0-2 1 0 0,0 1-1 0 0,6 3 0 0 0,-3-3-32 0 0,1 0-1 0 0,-1-1 1 0 0,1 0 0 0 0,-1 0 0 0 0,1-1-1 0 0,0 0 1 0 0,0-1 0 0 0,0 1 0 0 0,10-1-1 0 0,-5-2-24 0 0,-1 0-1 0 0,0 0 0 0 0,0-1 1 0 0,0-1-1 0 0,21-7 0 0 0,-10 1-52 0 0,-1-1 0 0 0,0-1 0 0 0,-1-1 0 0 0,-1-1 0 0 0,0-1 0 0 0,22-20 0 0 0,-27 21 45 0 0,0-1-1 0 0,-2-1 0 0 0,0-1 1 0 0,0 0-1 0 0,-1-1 1 0 0,-2 0-1 0 0,1-1 0 0 0,-2 0 1 0 0,0 0-1 0 0,-2-1 1 0 0,0-1-1 0 0,-1 0 1 0 0,8-33-1 0 0,-13 38 57 0 0,-4 3 11 0 0,2 11-9 0 0,-1 1-1 0 0,1 0 1 0 0,0-1 0 0 0,0 1 0 0 0,-1 0 0 0 0,1-1-1 0 0,0 1 1 0 0,-1 0 0 0 0,1-1 0 0 0,0 1 0 0 0,-1 0-1 0 0,1 0 1 0 0,-1-1 0 0 0,1 1 0 0 0,0 0 0 0 0,-1 0 0 0 0,1 0-1 0 0,-1 0 1 0 0,1 0 0 0 0,-1 0 0 0 0,1-1 0 0 0,-1 1-1 0 0,1 0 1 0 0,-1 0 0 0 0,1 0 0 0 0,-1 1 0 0 0,-13 5 64 0 0,11-3-30 0 0,-1 1 1 0 0,0 0-1 0 0,-6 7 1 0 0,4-2 4 0 0,1 0 0 0 0,0 0 0 0 0,1 1 0 0 0,-1-1 0 0 0,2 1-1 0 0,-1 0 1 0 0,2 0 0 0 0,-1 0 0 0 0,1 0 0 0 0,1 1 0 0 0,0-1 0 0 0,0 0 0 0 0,1 1 0 0 0,0-1 0 0 0,2 13-1 0 0,-1-17-61 0 0,0 1 0 0 0,0-1-1 0 0,1 0 1 0 0,0 1-1 0 0,0-1 1 0 0,0 0-1 0 0,1 0 1 0 0,0-1-1 0 0,0 1 1 0 0,1-1-1 0 0,-1 1 1 0 0,1-1-1 0 0,0 0 1 0 0,1 0-1 0 0,-1-1 1 0 0,1 1-1 0 0,0-1 1 0 0,0 0-1 0 0,0 0 1 0 0,1-1-1 0 0,-1 1 1 0 0,1-1 0 0 0,0-1-1 0 0,0 1 1 0 0,9 2-1 0 0,-9-4-73 0 0,1 0 0 0 0,-1 0 0 0 0,0 0 1 0 0,0-1-1 0 0,0 0 0 0 0,1-1 0 0 0,-1 1 0 0 0,0-1 0 0 0,0-1 0 0 0,0 1 1 0 0,0-1-1 0 0,0 0 0 0 0,0 0 0 0 0,-1 0 0 0 0,1-1 0 0 0,-1 0 0 0 0,1 0 1 0 0,-1-1-1 0 0,5-4 0 0 0,5-4-145 0 0,0-1 0 0 0,-1 0 1 0 0,-1-2-1 0 0,21-28 0 0 0,-14 12 107 0 0,-1-1-1 0 0,21-49 1 0 0,-33 66 125 0 0,0 4 98 0 0,-1 8 150 0 0,-5 4-196 0 0,-1 0 0 0 0,1-1 0 0 0,0 1 0 0 0,-1 0 0 0 0,1-1-1 0 0,0 1 1 0 0,-1 0 0 0 0,1 0 0 0 0,-1 0 0 0 0,1-1 0 0 0,-1 1 0 0 0,0 0 0 0 0,1 0-1 0 0,-1 0 1 0 0,0 0 0 0 0,1 1 0 0 0,1 10 594 0 0,3 22 0 0 0,3 157 1026 0 0,4 32-1016 0 0,-7-181-815 0 0,9 59 430 0 0,-12-90-831 0 0,1 0 0 0 0,0 0 0 0 0,1-1 0 0 0,0 1 0 0 0,1-1 0 0 0,10 17 0 0 0,-3-14-5866 0 0,2-2-1900 0 0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6:40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152 284 23783 0 0,'-12'8'334'0'0,"1"1"1"0"0,0 0-1 0 0,0 1 0 0 0,1 0 1 0 0,0 1-1 0 0,1 0 0 0 0,-11 17 1 0 0,12-16-396 0 0,0 0 190 0 0,0 1 1 0 0,1 0-1 0 0,0 1 0 0 0,1-1 1 0 0,-4 17-1 0 0,9-27-127 0 0,0 0-1 0 0,0 0 1 0 0,1 0-1 0 0,-1 0 1 0 0,1 0-1 0 0,0 0 1 0 0,0 0-1 0 0,0 0 0 0 0,1 0 1 0 0,-1 0-1 0 0,1 0 1 0 0,-1 0-1 0 0,1 0 1 0 0,0 0-1 0 0,0 0 1 0 0,0 0-1 0 0,1 0 1 0 0,-1-1-1 0 0,1 1 1 0 0,-1-1-1 0 0,1 1 1 0 0,0-1-1 0 0,0 1 1 0 0,0-1-1 0 0,0 0 1 0 0,1 0-1 0 0,-1 0 1 0 0,0 0-1 0 0,1 0 0 0 0,-1-1 1 0 0,4 2-1 0 0,-1 0-153 0 0,0-1-1 0 0,-1-1 0 0 0,1 1 1 0 0,0-1-1 0 0,0 0 0 0 0,1 0 0 0 0,-1 0 1 0 0,0-1-1 0 0,0 0 0 0 0,0 0 0 0 0,0 0 1 0 0,0 0-1 0 0,1-1 0 0 0,8-2 1 0 0,0-1-531 0 0,1-1 0 0 0,-1 0 1 0 0,25-13-1 0 0,-28 11 434 0 0,0 0 0 0 0,0-1 0 0 0,-1 0-1 0 0,0-1 1 0 0,0 0 0 0 0,-1-1 0 0 0,0 0 0 0 0,8-13 0 0 0,55-92-901 0 0,45-126-314 0 0,-102 197 1984 0 0,-14 40-445 0 0,0 0-1 0 0,-1 0 0 0 0,1 0 1 0 0,-1 0-1 0 0,0 0 1 0 0,0 0-1 0 0,0-1 0 0 0,0 1 1 0 0,-2-5-1 0 0,2 8-23 0 0,0 1-1 0 0,0-1 0 0 0,0 1 1 0 0,0 0-1 0 0,-1-1 0 0 0,1 1 0 0 0,0-1 1 0 0,0 1-1 0 0,0-1 0 0 0,-1 1 1 0 0,1 0-1 0 0,0-1 0 0 0,0 1 1 0 0,-1-1-1 0 0,1 1 0 0 0,0 0 1 0 0,-1-1-1 0 0,1 1 0 0 0,-1 0 1 0 0,1 0-1 0 0,0-1 0 0 0,-1 1 1 0 0,1 0-1 0 0,-1 0 0 0 0,1-1 1 0 0,-1 1-1 0 0,1 0 0 0 0,0 0 1 0 0,-1 0-1 0 0,0 0 0 0 0,0 0 61 0 0,0 0-1 0 0,0 0 1 0 0,0 1-1 0 0,-1-1 1 0 0,1 0-1 0 0,0 1 1 0 0,0-1-1 0 0,0 1 1 0 0,0-1-1 0 0,0 1 1 0 0,0 0-1 0 0,-1 0 1 0 0,-2 3 292 0 0,-1 0 0 0 0,1 1 0 0 0,-6 7 0 0 0,0 4-80 0 0,0 0 0 0 0,1 1 0 0 0,1 1 0 0 0,1-1-1 0 0,0 1 1 0 0,1 0 0 0 0,1 1 0 0 0,1 0 0 0 0,-3 26-1 0 0,6-31-245 0 0,0-1-1 0 0,1 0 1 0 0,0 0-1 0 0,1 0 0 0 0,1 0 1 0 0,0 0-1 0 0,0 0 0 0 0,2 0 1 0 0,6 17-1 0 0,-7-23-83 0 0,0 0-1 0 0,1 0 0 0 0,-1-1 1 0 0,2 0-1 0 0,-1 1 1 0 0,1-1-1 0 0,0 0 1 0 0,0-1-1 0 0,0 0 1 0 0,1 1-1 0 0,0-2 1 0 0,0 1-1 0 0,1-1 1 0 0,-1 0-1 0 0,1 0 1 0 0,0 0-1 0 0,10 3 0 0 0,-6-4-85 0 0,-1 0 0 0 0,0 0 0 0 0,1-1-1 0 0,0-1 1 0 0,-1 0 0 0 0,1 0-1 0 0,0-1 1 0 0,0 0 0 0 0,-1-1 0 0 0,1 0-1 0 0,0-1 1 0 0,-1 0 0 0 0,1-1-1 0 0,-1 0 1 0 0,0 0 0 0 0,0-1 0 0 0,0-1-1 0 0,-1 1 1 0 0,1-2 0 0 0,-1 1 0 0 0,0-1-1 0 0,-1-1 1 0 0,1 0 0 0 0,-1 0-1 0 0,0 0 1 0 0,12-16 0 0 0,-7 5 6 0 0,0 0 1 0 0,-2-1-1 0 0,0 0 1 0 0,-1 0-1 0 0,-1-1 1 0 0,0-1-1 0 0,-2 1 1 0 0,6-28-1 0 0,-10 26-33 0 0,-3 20 173 0 0,-2 3-8 0 0,0 0 0 0 0,0-1 0 0 0,0 1 0 0 0,0 0 0 0 0,0 0 0 0 0,0 0 0 0 0,0 0 0 0 0,1 0 0 0 0,-1 0 0 0 0,0 0-1 0 0,1 1 1 0 0,-1-1 0 0 0,1 0 0 0 0,-2 3 0 0 0,-18 26 885 0 0,15-20-619 0 0,-2 3-63 0 0,0 0 1 0 0,2 1-1 0 0,0 0 1 0 0,0 0-1 0 0,1 1 0 0 0,1-1 1 0 0,1 1-1 0 0,0 0 1 0 0,1 0-1 0 0,0 0 0 0 0,1 0 1 0 0,1 1-1 0 0,2 23 0 0 0,-1-34-255 0 0,0-1 0 0 0,0 0 0 0 0,1 1 0 0 0,-1-1 0 0 0,1 0 0 0 0,0 0 0 0 0,0 0 0 0 0,0 0 0 0 0,1-1 0 0 0,-1 1 0 0 0,1 0 0 0 0,0-1 0 0 0,0 0 0 0 0,0 0 0 0 0,6 5 0 0 0,-4-5-492 0 0,0 1 1 0 0,0-1 0 0 0,0-1 0 0 0,0 1-1 0 0,0-1 1 0 0,1 0 0 0 0,6 2 0 0 0,12 0-8625 0 0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6:41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422 13 5527 0 0,'-1'-1'423'0'0,"-21"-4"-294"0"0,-2-1 3586 0 0,21 6-2595 0 0,0-1 0 0 0,0 1 1 0 0,0 0-1 0 0,0 0 0 0 0,0 1 0 0 0,-5 0 0 0 0,-3 1 467 0 0,0 2-1 0 0,-20 8 1 0 0,16-4-1009 0 0,-1 0 1 0 0,2 2 0 0 0,-15 10-1 0 0,2 2-109 0 0,1 2 0 0 0,-25 29-1 0 0,29-28 283 0 0,0 2 0 0 0,2 0 0 0 0,-32 56 0 0 0,51-79-467 0 0,2 8-187 0 0,5-1-106 0 0,-6-11 6 0 0,0 0 0 0 0,0 1 0 0 0,0-1 1 0 0,0 0-1 0 0,0 0 0 0 0,0 0 0 0 0,0 0 0 0 0,1 0 0 0 0,-1 0 0 0 0,0 0 0 0 0,0 1 0 0 0,0-1 1 0 0,0 0-1 0 0,0 0 0 0 0,0 0 0 0 0,1 0 0 0 0,-1 0 0 0 0,0 0 0 0 0,0 0 0 0 0,0 0 1 0 0,0 0-1 0 0,0 0 0 0 0,1 0 0 0 0,-1 0 0 0 0,0 0 0 0 0,0 0 0 0 0,0 0 0 0 0,0 0 0 0 0,1 0 1 0 0,-1 0-1 0 0,0 0 0 0 0,0 0 0 0 0,0 0 0 0 0,0 0 0 0 0,1 0 0 0 0,-1 0 0 0 0,18-1-124 0 0,0-1-1 0 0,0-1 1 0 0,-1-1-1 0 0,1 0 1 0 0,-1-2-1 0 0,0 0 1 0 0,0 0 0 0 0,-1-2-1 0 0,1 0 1 0 0,-2-1-1 0 0,1 0 1 0 0,15-14-1 0 0,-8 2-3 0 0,-1-1 1 0 0,-1-1-1 0 0,35-50 0 0 0,-47 62 89 0 0,-3 5 48 0 0,-5 6 3 0 0,0 0-1 0 0,0 0 1 0 0,-1 0-1 0 0,1 1 1 0 0,0-1-1 0 0,-1 0 1 0 0,1 0-1 0 0,-1 1 1 0 0,1-1-1 0 0,0 0 1 0 0,-1 1-1 0 0,1-1 1 0 0,-1 1-1 0 0,1-1 1 0 0,-1 1-1 0 0,1-1 1 0 0,-1 1-1 0 0,1-1 1 0 0,-1 2-1 0 0,1-2 4 0 0,3 6 54 0 0,0 0 0 0 0,0 1 0 0 0,0 0 0 0 0,-1 0 0 0 0,0 0 0 0 0,-1 0 1 0 0,4 14-1 0 0,6 15 253 0 0,-9-29-274 0 0,0-1 0 0 0,1 1 1 0 0,-1-1-1 0 0,1 0 1 0 0,1 0-1 0 0,-1 0 0 0 0,1-1 1 0 0,0 1-1 0 0,0-1 0 0 0,1 0 1 0 0,8 6-1 0 0,-10-8-138 0 0,1-1 0 0 0,0 0-1 0 0,-1 0 1 0 0,1 0 0 0 0,0 0-1 0 0,0-1 1 0 0,0 0 0 0 0,0 0 0 0 0,0 0-1 0 0,0 0 1 0 0,0-1 0 0 0,0 0-1 0 0,0 0 1 0 0,0-1 0 0 0,0 1 0 0 0,0-1-1 0 0,7-2 1 0 0,-6 2-539 0 0,0-1 1 0 0,0 0-1 0 0,0 0 0 0 0,0-1 0 0 0,-1 1 0 0 0,1-1 1 0 0,-1-1-1 0 0,0 1 0 0 0,0-1 0 0 0,0 0 0 0 0,0 0 1 0 0,5-6-1 0 0,0-4-1611 0 0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6:43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28 209 5063 0 0,'0'0'232'0'0,"-6"-3"32"0"0,-6 8 7803 0 0,12-5-7690 0 0,0 0 0 0 0,0 1 0 0 0,-1 0 0 0 0,-4 11 4358 0 0,4-4-4019 0 0,0 0 0 0 0,0 0 1 0 0,0 0-1 0 0,1 0 1 0 0,0 0-1 0 0,1 0 1 0 0,0 0-1 0 0,2 10 1 0 0,3 3 355 0 0,13 37-1 0 0,-13-46-884 0 0,1 0 0 0 0,-1 0 0 0 0,2-1 0 0 0,0 0 0 0 0,12 13 0 0 0,-18-22-178 0 0,0 1 12 0 0,4 2 26 0 0,12 2-24 0 0,-18-7-21 0 0,0 0 1 0 0,1 0 0 0 0,-1 0-1 0 0,1 0 1 0 0,-1 0 0 0 0,1 0-1 0 0,-1 0 1 0 0,1 0 0 0 0,-1 0-1 0 0,1 0 1 0 0,-1 0 0 0 0,1 0-1 0 0,-1 0 1 0 0,1 0 0 0 0,-1 0-1 0 0,1 0 1 0 0,0-1 0 0 0,1 0 2 0 0,11-4-5 0 0,-11 1 0 0 0,-1 2 0 0 0,4-4-12 0 0,-1 0 0 0 0,0-1 0 0 0,-1 1 1 0 0,1-1-1 0 0,-1 1 0 0 0,-1-1 0 0 0,1 0 0 0 0,-1 0 0 0 0,0 0 0 0 0,0-10 0 0 0,8-24-331 0 0,2 0 0 0 0,21-50 0 0 0,-28 81 150 0 0,1 0 0 0 0,0 0 1 0 0,0 0-1 0 0,11-12 0 0 0,-16 21 54 0 0,7 11-185 0 0,-2 2 451 0 0,1 0-1 0 0,-1 0 0 0 0,-1 1 0 0 0,6 22 0 0 0,6 13 101 0 0,-13-38-222 0 0,0-2 0 0 0,1 1 0 0 0,0 0 0 0 0,1-1 0 0 0,-1 0 0 0 0,2 0 0 0 0,-1-1 0 0 0,1 1 0 0 0,0-2 0 0 0,1 1 0 0 0,-1-1 0 0 0,1 0 0 0 0,0 0 0 0 0,1-1 0 0 0,0 0 0 0 0,0-1 0 0 0,0 0 0 0 0,0 0 0 0 0,0-1 0 0 0,1 0 0 0 0,-1-1 0 0 0,1 0 0 0 0,0 0 0 0 0,0-1 0 0 0,0 0 0 0 0,0-1 0 0 0,12-1 0 0 0,4-1-55 0 0,-1-2 0 0 0,1-1 0 0 0,-1-1 0 0 0,0-1 0 0 0,0-1 1 0 0,27-13-1 0 0,-39 15 13 0 0,-1 0 1 0 0,0-1 0 0 0,0-1-1 0 0,-1 0 1 0 0,0 0-1 0 0,0-1 1 0 0,-1 0 0 0 0,0-1-1 0 0,-1 0 1 0 0,0-1-1 0 0,-1 0 1 0 0,0-1-1 0 0,8-14 1 0 0,-14 23 15 0 0,-1 0 1 0 0,0 0-1 0 0,0 0 0 0 0,0-1 0 0 0,0 1 0 0 0,0 0 1 0 0,-1 0-1 0 0,0-1 0 0 0,1 1 0 0 0,-1 0 1 0 0,0-1-1 0 0,-1 1 0 0 0,0-7 0 0 0,0 9 15 0 0,1-1 0 0 0,-1 1 1 0 0,1 0-1 0 0,-1-1 0 0 0,0 1 0 0 0,0 0 0 0 0,1-1 0 0 0,-1 1 0 0 0,0 0 0 0 0,0 0 0 0 0,0-1 0 0 0,-1 1 1 0 0,1 0-1 0 0,0 0 0 0 0,0 1 0 0 0,-1-1 0 0 0,1 0 0 0 0,0 0 0 0 0,-1 0 0 0 0,1 1 0 0 0,-1-1 1 0 0,1 1-1 0 0,0-1 0 0 0,-1 1 0 0 0,0 0 0 0 0,1 0 0 0 0,-1-1 0 0 0,1 1 0 0 0,-1 0 0 0 0,1 0 1 0 0,-1 0-1 0 0,-2 1 0 0 0,-7 1 22 0 0,0 0 0 0 0,0 0 0 0 0,0 1 1 0 0,1 0-1 0 0,0 1 0 0 0,-1 1 0 0 0,-12 6 1 0 0,9-2 79 0 0,0-1 1 0 0,1 2 0 0 0,0 0-1 0 0,-17 16 1 0 0,-30 39 207 0 0,54-57-270 0 0,-1 0 1 0 0,2 1-1 0 0,-1 0 0 0 0,1 0 1 0 0,0 0-1 0 0,-4 15 0 0 0,8-22-54 0 0,0 0 1 0 0,1 0-1 0 0,-1 0 0 0 0,1 0 0 0 0,-1 0 1 0 0,1 0-1 0 0,0 0 0 0 0,0 1 0 0 0,0-1 0 0 0,0 0 1 0 0,0 0-1 0 0,1 0 0 0 0,-1 0 0 0 0,1 1 1 0 0,-1-1-1 0 0,1 0 0 0 0,0 0 0 0 0,0 0 1 0 0,0 0-1 0 0,1 2 0 0 0,-1-3-9 0 0,1 1 1 0 0,0 0-1 0 0,-1-1 0 0 0,1 0 1 0 0,0 1-1 0 0,0-1 1 0 0,0 0-1 0 0,0 0 0 0 0,0 0 1 0 0,0 0-1 0 0,0-1 0 0 0,0 1 1 0 0,0 0-1 0 0,0-1 0 0 0,1 1 1 0 0,-1-1-1 0 0,0 0 0 0 0,0 0 1 0 0,4 0-1 0 0,3 0-174 0 0,0-1 0 0 0,0 0 0 0 0,-1 0 0 0 0,1-1-1 0 0,0 0 1 0 0,0 0 0 0 0,-1-1 0 0 0,1-1 0 0 0,-1 1 0 0 0,0-1 0 0 0,0 0-1 0 0,-1-1 1 0 0,12-8 0 0 0,-1 0-191 0 0,23-23 0 0 0,-34 30 358 0 0,-1-1 0 0 0,0 0 0 0 0,-1 0 0 0 0,0-1 0 0 0,0 1 0 0 0,6-13 0 0 0,-4 4 10 0 0,-2 8-15 0 0,-1-1 0 0 0,0 1 0 0 0,-1-1 0 0 0,0 0 0 0 0,3-17 0 0 0,-6 19 36 0 0,0 5 82 0 0,-2 3-10 0 0,0 1-1 0 0,0-1 1 0 0,0 0-1 0 0,0 1 1 0 0,0-1 0 0 0,0 1-1 0 0,0-1 1 0 0,0 1-1 0 0,1 0 1 0 0,-1 0-1 0 0,1 0 1 0 0,-1 0 0 0 0,-1 4-1 0 0,-1 3 93 0 0,1-1 0 0 0,0 1 1 0 0,1 0-1 0 0,0 0 0 0 0,0 0 0 0 0,0 0 0 0 0,2 1 0 0 0,-1-1 0 0 0,1 0 1 0 0,0 1-1 0 0,1-1 0 0 0,0 0 0 0 0,4 13 0 0 0,-4-17-130 0 0,1 0 0 0 0,1 0 0 0 0,-1 0 0 0 0,1 0 0 0 0,0-1 0 0 0,0 1 0 0 0,0-1 0 0 0,1 0 0 0 0,0 0 0 0 0,-1 0 0 0 0,1 0 0 0 0,1-1 0 0 0,-1 1 0 0 0,0-1 0 0 0,1 0 0 0 0,0 0 0 0 0,-1-1 0 0 0,1 0 0 0 0,10 4 0 0 0,-8-4-122 0 0,0 0 0 0 0,0-1-1 0 0,0 1 1 0 0,1-2 0 0 0,-1 1 0 0 0,0-1 0 0 0,1 0 0 0 0,-1 0 0 0 0,0-1 0 0 0,0 0 0 0 0,1 0 0 0 0,-1-1 0 0 0,0 1 0 0 0,8-5 0 0 0,-6 3-191 0 0,-1-2 0 0 0,0 1-1 0 0,0-1 1 0 0,0 0 0 0 0,-1 0 0 0 0,1-1-1 0 0,-1 0 1 0 0,0-1 0 0 0,-1 1 0 0 0,0-1-1 0 0,0-1 1 0 0,8-12 0 0 0,-8 10-14 0 0,-1-2 1 0 0,0 1-1 0 0,0 0 0 0 0,-1-1 1 0 0,-1 0-1 0 0,0 0 0 0 0,-1 0 1 0 0,0 0-1 0 0,1-14 0 0 0,-3 19 266 0 0,3-111-520 0 0,-3 103 823 0 0,-1 0-1 0 0,-1 0 1 0 0,-1 1 0 0 0,0-1 0 0 0,-9-26 2058 0 0,5 54-484 0 0,1-4-1438 0 0,2 3-111 0 0,1-1 0 0 0,0 1 1 0 0,0 0-1 0 0,1 0 0 0 0,1 0 0 0 0,0 17 1 0 0,7 74 645 0 0,-5-93-893 0 0,0 0 1 0 0,1 0 0 0 0,0 0-1 0 0,1-1 1 0 0,0 1 0 0 0,1-1-1 0 0,-1 0 1 0 0,2 0 0 0 0,-1 0 0 0 0,9 10-1 0 0,-10-15-71 0 0,0 0-1 0 0,0-1 1 0 0,0 1 0 0 0,1-1-1 0 0,-1 0 1 0 0,1 0 0 0 0,0 0-1 0 0,0-1 1 0 0,0 1-1 0 0,0-1 1 0 0,0 0 0 0 0,1 0-1 0 0,-1-1 1 0 0,1 1-1 0 0,-1-1 1 0 0,1 0 0 0 0,0 0-1 0 0,-1-1 1 0 0,1 1 0 0 0,0-1-1 0 0,-1 0 1 0 0,1 0-1 0 0,7-1 1 0 0,-4-1-65 0 0,0 0 1 0 0,-1 0-1 0 0,1-1 0 0 0,-1 0 0 0 0,1 0 1 0 0,-1-1-1 0 0,0 0 0 0 0,0 0 1 0 0,-1 0-1 0 0,1-1 0 0 0,7-7 0 0 0,-1-1-112 0 0,0 0-1 0 0,-1-1 1 0 0,20-28-1 0 0,-2-8-86 0 0,-28 45 263 0 0,1 0 1 0 0,-1 0-1 0 0,0 0 1 0 0,-1-1-1 0 0,1 1 1 0 0,-1 0-1 0 0,0-1 1 0 0,0-7-1 0 0,-2 14 44 0 0,1 1 1 0 0,-1-1-1 0 0,0 1 0 0 0,0-1 0 0 0,0 0 1 0 0,0 0-1 0 0,0 1 0 0 0,-2 1 0 0 0,-3 3 60 0 0,2 0-16 0 0,0 0 0 0 0,1 1-1 0 0,0-1 1 0 0,0 1 0 0 0,0 0 0 0 0,1-1-1 0 0,0 1 1 0 0,0 0 0 0 0,1 1 0 0 0,-1 9-1 0 0,1-13-38 0 0,1 0 0 0 0,0 0 0 0 0,0 0 0 0 0,1 0 0 0 0,-1 0 0 0 0,1 0 0 0 0,0 0 0 0 0,0 0 0 0 0,0 0 0 0 0,0 0 0 0 0,1 0 0 0 0,0 0 0 0 0,-1-1 0 0 0,1 1 0 0 0,1-1 0 0 0,-1 0 0 0 0,0 1 0 0 0,1-1 0 0 0,5 5 0 0 0,-2-3-71 0 0,0 0 0 0 0,1-1 0 0 0,-1 1 1 0 0,1-2-1 0 0,0 1 0 0 0,-1-1 0 0 0,2 0 0 0 0,-1 0 0 0 0,0-1 0 0 0,0 0 1 0 0,1 0-1 0 0,-1-1 0 0 0,1 0 0 0 0,0 0 0 0 0,-1-1 0 0 0,1 0 0 0 0,0 0 1 0 0,-1-1-1 0 0,16-2 0 0 0,-10-1-77 0 0,1 0-1 0 0,-1 0 1 0 0,0-2 0 0 0,0 1 0 0 0,0-2 0 0 0,-1 1 0 0 0,22-17 0 0 0,-27 17 161 0 0,-1 1 0 0 0,0-1 0 0 0,0-1 0 0 0,-1 1 0 0 0,1-1 0 0 0,-1 0 0 0 0,-1 0 0 0 0,1-1 1 0 0,-1 1-1 0 0,-1-1 0 0 0,1 0 0 0 0,-1 0 0 0 0,-1 0 0 0 0,3-11 0 0 0,-2 7 66 0 0,-1 0 0 0 0,0-1 1 0 0,-1 0-1 0 0,0 1 0 0 0,-1-1 0 0 0,-2-22 0 0 0,1 34-33 0 0,1 0-35 0 0,0 1 0 0 0,0 0 0 0 0,0 0 0 0 0,0 0 0 0 0,0-1-1 0 0,0 1 1 0 0,0 0 0 0 0,0 0 0 0 0,0 0 0 0 0,0-1 0 0 0,-1 1 0 0 0,1 0 0 0 0,0 0 0 0 0,0 0-1 0 0,0-1 1 0 0,0 1 0 0 0,0 0 0 0 0,-1 0 0 0 0,1 0 0 0 0,0 0 0 0 0,0 0 0 0 0,0 0 0 0 0,-1-1-1 0 0,1 1 1 0 0,0 0 0 0 0,0 0 0 0 0,0 0 0 0 0,-1 0 0 0 0,1 0 0 0 0,0 0 0 0 0,0 0 0 0 0,-1 0-1 0 0,1 0 1 0 0,0 0 0 0 0,-1 0 0 0 0,-1 6 18 0 0,0-1 1 0 0,0 1-1 0 0,0 0 0 0 0,0-1 1 0 0,1 1-1 0 0,0 0 0 0 0,0 0 1 0 0,1 0-1 0 0,0 0 0 0 0,0 0 1 0 0,0 0-1 0 0,0 0 0 0 0,3 8 0 0 0,2 11-10 0 0,15 44-1 0 0,-16-57 0 0 0,108 289 278 0 0,-78-217-360 0 0,31 123-1 0 0,-59-184-82 0 0,0 1 0 0 0,-2 0 0 0 0,-1 0 0 0 0,-1 0-1 0 0,-1 0 1 0 0,-3 39 0 0 0,1-53 59 0 0,-1-1-1 0 0,0 1 1 0 0,0-1-1 0 0,-1 0 1 0 0,0 1-1 0 0,-1-1 1 0 0,0-1 0 0 0,-7 12-1 0 0,7-14 44 0 0,0 0-1 0 0,-1-1 0 0 0,0 1 1 0 0,0-1-1 0 0,0 0 1 0 0,0-1-1 0 0,-1 1 1 0 0,0-1-1 0 0,0 0 1 0 0,0-1-1 0 0,0 1 1 0 0,-11 3-1 0 0,8-3-79 0 0,-1-1 0 0 0,1 0 1 0 0,0-1-1 0 0,-1 0 0 0 0,0-1 0 0 0,-11 1 0 0 0,18-1 66 0 0,0-2 0 0 0,0 1 0 0 0,0 0 0 0 0,0 0 0 0 0,0-1-1 0 0,0 1 1 0 0,0-1 0 0 0,1 0 0 0 0,-1 0 0 0 0,0 0 0 0 0,1 0 0 0 0,-1-1 0 0 0,0 1-1 0 0,1-1 1 0 0,0 0 0 0 0,-1 1 0 0 0,1-1 0 0 0,0 0 0 0 0,0 0 0 0 0,0-1 0 0 0,0 1-1 0 0,0 0 1 0 0,0-1 0 0 0,-2-4 0 0 0,1-2-64 0 0,0 1 0 0 0,0-1 1 0 0,1 0-1 0 0,0 0 0 0 0,0 0 0 0 0,1-1 0 0 0,0 1 0 0 0,1 0 0 0 0,0 0 0 0 0,1-1 1 0 0,1-8-1 0 0,2-11 10 0 0,2 1-1 0 0,12-35 1 0 0,6-8 87 0 0,37-73 0 0 0,44-63 0 0 0,52-124 0 0 0,-149 309 175 0 0,-1 0 0 0 0,0-1 0 0 0,3-32 0 0 0,-9 53-112 0 0,-1 0 0 0 0,0-1 0 0 0,-1 1 0 0 0,1-1 0 0 0,0 1 0 0 0,-1 0 0 0 0,0-1 0 0 0,-1-3 0 0 0,-1-4 1950 0 0,4 10-2006 0 0,1 1 1 0 0,-1 0-1 0 0,1 0 0 0 0,-1 0 0 0 0,1 0 0 0 0,-1 0 1 0 0,0 0-1 0 0,2 3 0 0 0,2 0 0 0 0,122 75-134 0 0,-103-65 118 0 0,7 2-9 0 0,-20-10-39 0 0,0-1 0 0 0,0 2 0 0 0,0 0-1 0 0,17 14 1 0 0,-27-20 52 0 0,0 1 0 0 0,0-1 0 0 0,0 0-1 0 0,0 1 1 0 0,0-1 0 0 0,0 1 0 0 0,0-1 0 0 0,0 1 0 0 0,-1 0-1 0 0,1-1 1 0 0,0 1 0 0 0,-1 0 0 0 0,0-1 0 0 0,1 1 0 0 0,-1 0-1 0 0,0 0 1 0 0,0 1 0 0 0,0 0-13 0 0,0 0 0 0 0,-1 0 0 0 0,0 1 0 0 0,1-1 0 0 0,-1 0-1 0 0,0-1 1 0 0,0 1 0 0 0,-4 5 0 0 0,0 2-27 0 0,-1-2 1 0 0,-1 1-1 0 0,0-1 0 0 0,-10 10 0 0 0,-38 29 121 0 0,81-65-172 0 0,-20 14 67 0 0,-1 1 0 0 0,1-1 0 0 0,6-6 0 0 0,29-32-102 0 0,-10 9 83 0 0,47-37 0 0 0,-74 66 81 0 0,1 0-1 0 0,1 1 1 0 0,-1 0-1 0 0,0 0 0 0 0,1 1 1 0 0,-1 0-1 0 0,1 0 1 0 0,0 0-1 0 0,7-1 0 0 0,-12 3 6 0 0,0 0-1 0 0,0 1 1 0 0,0-1-1 0 0,0 1 1 0 0,1-1-1 0 0,-1 1 1 0 0,0-1-1 0 0,0 1 1 0 0,0 0 0 0 0,-1-1-1 0 0,1 1 1 0 0,0 0-1 0 0,0 0 1 0 0,0 0-1 0 0,0 0 1 0 0,-1 0-1 0 0,1 0 1 0 0,0 1-1 0 0,1 0 64 0 0,2 6 187 0 0,1-1 0 0 0,-1 1 0 0 0,0 1 0 0 0,-1-1 0 0 0,0 0 0 0 0,3 15 0 0 0,2 5 30 0 0,-2-9-135 0 0,0 0-37 0 0,14 31 0 0 0,-18-45-176 0 0,1-1 0 0 0,-1 1 0 0 0,1-1 0 0 0,0 0-1 0 0,0 0 1 0 0,0 0 0 0 0,1 0 0 0 0,-1-1 0 0 0,1 1 0 0 0,0-1 0 0 0,8 5 0 0 0,-10-7-143 0 0,0 0 1 0 0,0 0 0 0 0,0-1-1 0 0,-1 1 1 0 0,1-1 0 0 0,0 1-1 0 0,0-1 1 0 0,3 1 0 0 0,9-4-3748 0 0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6:43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4 24967 0 0,'-19'-3'2704'0'0,"30"6"-3256"0"0,4 2 456 0 0,3 0-1624 0 0,3 0-328 0 0,0 0-64 0 0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6:44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0 19119 0 0,'0'0'1735'0'0,"-15"3"-546"0"0,-9 6 1181 0 0,-31 7 0 0 0,45-13-2165 0 0,0 0 0 0 0,0 0-1 0 0,0 1 1 0 0,1 1 0 0 0,-1-1 0 0 0,1 2 0 0 0,0-1-1 0 0,1 1 1 0 0,-10 8 0 0 0,10-4-79 0 0,7-7-118 0 0,1-1 7 0 0,0-2-14 0 0,0 1-1 0 0,0-1 1 0 0,-1 1-1 0 0,1 0 0 0 0,0-1 1 0 0,0 1-1 0 0,0-1 0 0 0,0 1 1 0 0,0-1-1 0 0,0 1 1 0 0,0 0-1 0 0,0-1 0 0 0,0 1 1 0 0,0-1-1 0 0,0 1 1 0 0,0 0-1 0 0,1-1 0 0 0,-1 1 1 0 0,0-1-1 0 0,0 1 0 0 0,1-1 1 0 0,-1 1-1 0 0,0-1 1 0 0,0 1-1 0 0,1-1 0 0 0,-1 1 1 0 0,1-1-1 0 0,-1 1 1 0 0,1 0-1 0 0,0 0-1 0 0,3 3-5 0 0,0 1-1 0 0,0-1 1 0 0,0 0-1 0 0,0 0 1 0 0,1-1 0 0 0,-1 1-1 0 0,1-1 1 0 0,0 0-1 0 0,7 3 1 0 0,3 1-15 0 0,0-1-1 0 0,17 5 1 0 0,9 1 16 0 0,148 51-54 0 0,-184-61 74 0 0,-1 1-1 0 0,1-1 1 0 0,-1 1 0 0 0,0 0-1 0 0,1 0 1 0 0,-1 1 0 0 0,0-1-1 0 0,-1 1 1 0 0,1 0-1 0 0,-1 0 1 0 0,0 0 0 0 0,0 0-1 0 0,0 1 1 0 0,4 7 0 0 0,-5-8 40 0 0,-1-1 1 0 0,0 0-1 0 0,0 1 1 0 0,0-1-1 0 0,0 0 1 0 0,0 1-1 0 0,-1 0 1 0 0,0-1-1 0 0,0 1 1 0 0,0-1-1 0 0,0 1 1 0 0,0-1-1 0 0,-1 1 1 0 0,1-1-1 0 0,-1 1 1 0 0,0-1-1 0 0,0 1 1 0 0,0-1-1 0 0,-1 0 1 0 0,1 0-1 0 0,-1 1 1 0 0,-2 3-1 0 0,-3 2 62 0 0,0-1-1 0 0,-1 0 1 0 0,0 0-1 0 0,0 0 1 0 0,-1-1-1 0 0,0 0 1 0 0,0-1-1 0 0,-1 0 1 0 0,0 0-1 0 0,-12 5 1 0 0,-7 0-17 0 0,-1 0 1 0 0,-44 9 0 0 0,36-12-569 0 0,-56 5-1 0 0,37-10-7974 0 0,16-1-1233 0 0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6:44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33 11519 0 0,'-11'-2'-1180'0'0,"-9"-1"6314"0"0,12 1 695 0 0,21 3-3225 0 0,60 7-1525 0 0,52 3 1034 0 0,382-35 391 0 0,-409 16-2478 0 0,-55 5-61 0 0,53-5-519 0 0,126 5-1 0 0,-111 8-1946 0 0,-63-6-6135 0 0,-35-1 1144 0 0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6:45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24159 0 0,'0'0'2552'0'0,"2"0"-3040"0"0,15 7 851 0 0,1-2-1 0 0,20 4 1 0 0,5 2 5 0 0,66 12-23 0 0,-67-16-145 0 0,42 13-1 0 0,-80-18-170 0 0,0-1-1 0 0,0 1 1 0 0,0 0-1 0 0,0 0 1 0 0,-1 1-1 0 0,5 2 1 0 0,-6-4 43 0 0,-2 0-54 0 0,0 0 0 0 0,1 1 1 0 0,-1-1-1 0 0,1 0 0 0 0,-1 0 0 0 0,0 1 0 0 0,0-1 0 0 0,0 0 1 0 0,0 0-1 0 0,0 0 0 0 0,0 1 0 0 0,0-1 0 0 0,0 0 0 0 0,-1 0 1 0 0,1 2-1 0 0,-2 1 29 0 0,0 0 1 0 0,0 0 0 0 0,0 0-1 0 0,0 0 1 0 0,-1-1-1 0 0,1 1 1 0 0,-1-1 0 0 0,0 1-1 0 0,0-1 1 0 0,0 0 0 0 0,-1 0-1 0 0,-4 2 1 0 0,-7 6 89 0 0,-24 12-1 0 0,35-20-114 0 0,-73 35-974 0 0,-92 32-1 0 0,143-60-731 0 0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6:45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0 18455 0 0,'0'0'1675'0'0,"-1"2"-1382"0"0,-2 2-178 0 0,1-1-1 0 0,0 1 1 0 0,0 1-1 0 0,0-1 0 0 0,0 0 1 0 0,0 0-1 0 0,1 1 1 0 0,-2 8-1 0 0,-4 44 1805 0 0,5-36-1392 0 0,-2 53 1004 0 0,4 1 0 0 0,10 95-1 0 0,-4-99-1134 0 0,18 127 140 0 0,-8-137-451 0 0,-7-27-137 0 0,-8-32-181 0 0,0-1-327 0 0,-15-29-8854 0 0,9 11 2236 0 0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6:46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74 14743 0 0,'-13'-4'12631'0'0,"14"4"-12609"0"0,0 0 0 0 0,0 0 0 0 0,0 0 0 0 0,0 0 1 0 0,0 0-1 0 0,0 0 0 0 0,0 0 0 0 0,0-1 0 0 0,1 1 1 0 0,-1 0-1 0 0,2-1 0 0 0,1-1-2 0 0,308-34 2289 0 0,-150 19-2106 0 0,-85 9-189 0 0,82 3 0 0 0,-113 7-114 0 0,0 1 0 0 0,0 3 0 0 0,51 12 0 0 0,-88-15 48 0 0,0-1 0 0 0,0 1 0 0 0,0 1 0 0 0,0 0 0 0 0,-1 0 0 0 0,0 0 0 0 0,0 1 0 0 0,14 11-1 0 0,-19-14 39 0 0,-1 1 0 0 0,1-1 0 0 0,-1 1 0 0 0,0-1 0 0 0,0 1 0 0 0,0 0 0 0 0,0 0-1 0 0,0 0 1 0 0,0 0 0 0 0,-1 1 0 0 0,1-1 0 0 0,-1 0 0 0 0,0 1 0 0 0,0-1-1 0 0,-1 1 1 0 0,1-1 0 0 0,-1 1 0 0 0,1-1 0 0 0,-1 1 0 0 0,0-1 0 0 0,0 1-1 0 0,-1-1 1 0 0,1 1 0 0 0,-1-1 0 0 0,0 1 0 0 0,-1 3 0 0 0,-1 2 7 0 0,-1 0 1 0 0,0-1-1 0 0,0 0 1 0 0,-1 1 0 0 0,0-2-1 0 0,-1 1 1 0 0,0-1-1 0 0,-11 12 1 0 0,-6 3 39 0 0,-32 22 0 0 0,34-28-37 0 0,-1 1 28 0 0,-1-2 0 0 0,-1-1 0 0 0,-1 0 1 0 0,1-2-1 0 0,-44 14 0 0 0,25-12-892 0 0,0-3-1 0 0,-77 11 1 0 0,107-21-428 0 0,0 0 0 0 0,0 0 0 0 0,-25-3 0 0 0,21-1-1031 0 0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6:46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4 14279 0 0,'1'1'6118'0'0,"3"3"-5345"0"0,0 1 0 0 0,-1 0 1 0 0,0-1-1 0 0,0 1 1 0 0,0 0-1 0 0,0 0 0 0 0,-1 1 1 0 0,3 8-1 0 0,10 50-150 0 0,-6-21 373 0 0,18 48-301 0 0,3-1 0 0 0,5-1 0 0 0,81 149 0 0 0,-97-204-648 0 0,31 39-1 0 0,-37-57-30 0 0,0 0-1 0 0,1-1 1 0 0,1-1-1 0 0,20 16 1 0 0,-31-26-10 0 0,-4-3-2 0 0,1 0 0 0 0,0-1 0 0 0,0 1 0 0 0,0 0 0 0 0,1 0 0 0 0,-1-1 0 0 0,0 1 0 0 0,0 0 0 0 0,0-1 0 0 0,0 1 0 0 0,1-1 0 0 0,-1 0 1 0 0,0 1-1 0 0,0-1 0 0 0,1 0 0 0 0,-1 0 0 0 0,0 0 0 0 0,1 0 0 0 0,1 0 0 0 0,-2 0 7 0 0,0 0 0 0 0,0 0 0 0 0,1-1 0 0 0,-1 1 0 0 0,0 0 1 0 0,0-1-1 0 0,0 1 0 0 0,0 0 0 0 0,0-1 0 0 0,0 0 0 0 0,0 1 1 0 0,0-1-1 0 0,0 1 0 0 0,0-1 0 0 0,-1 0 0 0 0,1 0 0 0 0,0 0 0 0 0,0 1 1 0 0,0-1-1 0 0,-1 0 0 0 0,1 0 0 0 0,-1 0 0 0 0,1 0 0 0 0,-1 0 1 0 0,1 0-1 0 0,0-2 0 0 0,1-3 37 0 0,-1 1 0 0 0,1-1 0 0 0,0-10 1 0 0,-1 12-30 0 0,8-109 142 0 0,-3 27-82 0 0,11-47-235 0 0,5 1 1 0 0,41-130-1 0 0,-30 162-2649 0 0,-32 99 1877 0 0</inkml:trace>
  <inkml:trace contextRef="#ctx0" brushRef="#br0" timeOffset="1">24 433 18431 0 0,'-5'1'939'0'0,"-13"-3"7083"0"0,22 0-5107 0 0,15-1-2473 0 0,-19 3-309 0 0,264-25 1040 0 0,-15 1-3408 0 0,-203 21 775 0 0,-1 0-61 0 0</inkml:trace>
  <inkml:trace contextRef="#ctx0" brushRef="#br0" timeOffset="2">1184 403 25399 0 0,'0'0'2299'0'0,"2"-1"-1875"0"0,31-7-60 0 0,-22 5 106 0 0,0 0-1 0 0,14-2 1 0 0,22 0 360 0 0,68-6-561 0 0,-106 11-417 0 0,54 0-1516 0 0,-53 1 333 0 0,-1 0 1 0 0,14 3-1 0 0,-13 0-1252 0 0</inkml:trace>
  <inkml:trace contextRef="#ctx0" brushRef="#br0" timeOffset="3">1238 565 22751 0 0,'-18'6'1000'0'0,"9"-3"-434"0"0,-1 0 1 0 0,1 1 0 0 0,1 0 0 0 0,-14 8 2854 0 0,23-10-2741 0 0,1-1-615 0 0,0 1 1 0 0,0-1-1 0 0,0 1 0 0 0,0-1 0 0 0,0 1 0 0 0,1-1 1 0 0,-1 0-1 0 0,0 0 0 0 0,1 0 0 0 0,-1 0 1 0 0,1-1-1 0 0,-1 1 0 0 0,1-1 0 0 0,-1 0 0 0 0,1 1 1 0 0,0-1-1 0 0,-1 0 0 0 0,4-1 0 0 0,9 0-65 0 0,28-6-1 0 0,-37 6 35 0 0,126-30-667 0 0,-13 3-2619 0 0,-83 21 1825 0 0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6:47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0 761 2759 0 0,'1'1'207'0'0,"18"34"24509"0"0,-18-35-24587 0 0,0 0 1 0 0,1 0-1 0 0,-1 0 0 0 0,0 0 1 0 0,1 0-1 0 0,-1 0 1 0 0,0 0-1 0 0,1 0 0 0 0,-1 0 1 0 0,0-1-1 0 0,0 1 1 0 0,1-1-1 0 0,-1 1 1 0 0,0-1-1 0 0,0 1 0 0 0,1-1 1 0 0,-1 0-1 0 0,0 1 1 0 0,1-2-1 0 0,0 0-3 0 0,1-1 0 0 0,-1 1 0 0 0,0 0-1 0 0,-1-1 1 0 0,1 1 0 0 0,0-1 0 0 0,-1 0 0 0 0,2-3 0 0 0,1-5-11 0 0,0 0 0 0 0,-1 0 0 0 0,3-18 0 0 0,7-63-43 0 0,2-134 0 0 0,-15 196-72 0 0,0 0 0 0 0,-2 0 0 0 0,-1 0 0 0 0,-1 1 0 0 0,-2-1 0 0 0,-10-30 0 0 0,14 55 0 0 0,0 0 0 0 0,0 0 0 0 0,-1 0 0 0 0,0 1 0 0 0,-4-7 0 0 0,6 10 0 0 0,1 0 0 0 0,-1 1 0 0 0,1-1 0 0 0,0 1 0 0 0,-1-1 0 0 0,1 0 0 0 0,-1 1 0 0 0,1-1 0 0 0,-1 1 0 0 0,0 0 0 0 0,1-1 0 0 0,-1 1 0 0 0,1-1 0 0 0,-1 1 0 0 0,0 0 0 0 0,1 0 0 0 0,-1-1 0 0 0,0 1 0 0 0,1 0 0 0 0,-1 0 0 0 0,0 0 0 0 0,0 0 0 0 0,1 0 0 0 0,-1 0 0 0 0,0 0 0 0 0,0 0 0 0 0,1 0 0 0 0,-1 0 0 0 0,0 0 0 0 0,1 0 0 0 0,-1 0 0 0 0,0 0 0 0 0,1 1 0 0 0,-1-1 0 0 0,0 0 0 0 0,1 1 0 0 0,-1-1 0 0 0,0 0 0 0 0,1 1 0 0 0,-1-1 0 0 0,1 1 0 0 0,-1-1 0 0 0,1 1 0 0 0,-1-1 0 0 0,1 1 0 0 0,-1 0 0 0 0,1-1 0 0 0,0 1 0 0 0,-1-1 0 0 0,1 1 0 0 0,-1 1 0 0 0,-3 5 5 0 0,1 0 0 0 0,-1 1 0 0 0,1-1 0 0 0,1 1 0 0 0,-1 0 0 0 0,1 0 0 0 0,1 0 0 0 0,-1 0 0 0 0,2 0 0 0 0,-1 0 0 0 0,1 0 0 0 0,0 1 0 0 0,1-1 0 0 0,-1 0 0 0 0,3 9 0 0 0,-1-9 0 0 0,0 1 1 0 0,0-1-1 0 0,1 0 0 0 0,0 0 1 0 0,0 0-1 0 0,1 0 0 0 0,0 0 1 0 0,1-1-1 0 0,-1 0 0 0 0,1 0 1 0 0,1 0-1 0 0,-1 0 0 0 0,1-1 1 0 0,8 7-1 0 0,-2-5-20 0 0,-1 0 1 0 0,1-1-1 0 0,1 0 0 0 0,-1-1 1 0 0,1-1-1 0 0,0 0 0 0 0,0-1 1 0 0,1 0-1 0 0,-1-1 0 0 0,1 0 1 0 0,0-1-1 0 0,-1-1 0 0 0,1 0 1 0 0,25-2-1 0 0,-26 0 2 0 0,0-1 0 0 0,-1 0 0 0 0,1-1 0 0 0,-1 0 0 0 0,0-1 0 0 0,0 0 0 0 0,0-1 0 0 0,0-1 1 0 0,-1 0-1 0 0,0 0 0 0 0,0-1 0 0 0,-1 0 0 0 0,0-1 0 0 0,0 0 0 0 0,0-1 0 0 0,9-12 0 0 0,-5 4 6 0 0,-1-2 0 0 0,-1 1-1 0 0,-1-2 1 0 0,14-30 0 0 0,23-88-29 0 0,-38 92 370 0 0,-7 30-127 0 0,-2 14-132 0 0,-2 5-35 0 0,-4 45 40 0 0,2-1 0 0 0,1 1 0 0 0,3-1 0 0 0,13 90 0 0 0,-4-78-102 0 0,-5-26-265 0 0,1-1-1 0 0,1 0 1 0 0,24 63-1 0 0,-30-92 142 0 0,1 1-1 0 0,0 0 1 0 0,0-1-1 0 0,0 0 1 0 0,1 1-1 0 0,3 3 1 0 0,7 2-2555 0 0,3-5-6643 0 0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6:47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1 211 20847 0 0,'0'-1'959'0'0,"0"-2"-827"0"0,0-1 0 0 0,0 1-1 0 0,1 0 1 0 0,-1-1 0 0 0,1 1 0 0 0,0 0 0 0 0,0 0 0 0 0,1-1 0 0 0,-1 1 0 0 0,5-6 2767 0 0,-4 10-2667 0 0,0 0 0 0 0,0 0 0 0 0,0 0 0 0 0,0 1 0 0 0,-1-1-1 0 0,1 1 1 0 0,0-1 0 0 0,0 1 0 0 0,-1-1 0 0 0,1 1 0 0 0,1 3 0 0 0,-1-2 88 0 0,5 5-14 0 0,-1 0 0 0 0,-1 1 0 0 0,0 0 0 0 0,0 0 0 0 0,6 18 0 0 0,14 52 308 0 0,-16-43-496 0 0,14 60-15 0 0,-4-10 34 0 0,-6-40-116 0 0,-12-45 345 0 0,-1-23-422 0 0,2-1 0 0 0,1 1 0 0 0,1-1 0 0 0,9-30 1 0 0,36-84-229 0 0,-35 104 264 0 0,1 0 0 0 0,2 1 1 0 0,1 0-1 0 0,2 1 0 0 0,1 2 0 0 0,39-45 0 0 0,-53 67 38 0 0,0 1 0 0 0,1-1 1 0 0,0 1-1 0 0,0 1 0 0 0,1-1 0 0 0,-1 1 0 0 0,1 1 0 0 0,10-4 0 0 0,-15 6-5 0 0,0 1 0 0 0,0 0-1 0 0,0 0 1 0 0,0 0 0 0 0,0 1 0 0 0,0 0 0 0 0,0-1-1 0 0,0 1 1 0 0,8 2 0 0 0,-9-2-16 0 0,-1 1 1 0 0,1-1-1 0 0,-1 1 0 0 0,0 0 0 0 0,1 0 1 0 0,-1 1-1 0 0,0-1 0 0 0,0 0 0 0 0,1 1 1 0 0,-1-1-1 0 0,0 1 0 0 0,-1 0 0 0 0,1-1 1 0 0,0 1-1 0 0,0 0 0 0 0,2 4 0 0 0,-3-3 0 0 0,1-1 0 0 0,-1 0 0 0 0,0 1 0 0 0,0-1 0 0 0,0 1-1 0 0,0-1 1 0 0,0 1 0 0 0,-1 0 0 0 0,1-1 0 0 0,-1 1 0 0 0,0 0-1 0 0,0-1 1 0 0,0 6 0 0 0,-1-3-2 0 0,0 0 1 0 0,0 0-1 0 0,0 0 0 0 0,-1 0 0 0 0,0 0 1 0 0,-4 8-1 0 0,-3 2-2 0 0,0-1 0 0 0,-1 0 0 0 0,-16 16 0 0 0,26-29 7 0 0,-21 19 14 0 0,-1 0 1 0 0,0-1-1 0 0,-2-1 0 0 0,-43 25 1 0 0,36-23 7 0 0,0 0 0 0 0,-36 34 1 0 0,48-32 43 0 0,15-12-2 0 0,3-8-60 0 0,1 0-1 0 0,1 0 1 0 0,-1 0-1 0 0,0 0 1 0 0,0 0-1 0 0,1 0 1 0 0,0 0-1 0 0,-1 0 0 0 0,1 0 1 0 0,0 0-1 0 0,0 0 1 0 0,-1-1-1 0 0,2 1 1 0 0,-1 0-1 0 0,0 0 1 0 0,0-1-1 0 0,0 1 0 0 0,1-1 1 0 0,-1 1-1 0 0,1-1 1 0 0,-1 0-1 0 0,1 0 1 0 0,3 2-1 0 0,4 3 11 0 0,0 0 0 0 0,1-1 0 0 0,10 4-1 0 0,-15-7-12 0 0,20 7-1 0 0,31 8 0 0 0,-23-7 0 0 0,-7-4-203 0 0,-1 0-1 0 0,1-2 1 0 0,50 3-1 0 0,-28-7-361 0 0,58-7 0 0 0,-29-5-1980 0 0,-39 3 466 0 0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6:48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503 208 24127 0 0,'-8'-36'2676'0'0,"8"22"1464"0"0,7 156-2468 0 0,-4-84-1684 0 0,2-1 1 0 0,3 0-1 0 0,2 0 1 0 0,3-1-1 0 0,36 100 1 0 0,-33-102-1203 0 0,-16-53 581 0 0,-8-11-6903 0 0,7 8 6863 0 0,-6-9-1850 0 0</inkml:trace>
  <inkml:trace contextRef="#ctx0" brushRef="#br0" timeOffset="1">76 172 7367 0 0,'-6'-1'274'0'0,"0"0"0"0"0,0-1 0 0 0,0 0-1 0 0,1 0 1 0 0,-1 0 0 0 0,0-1 0 0 0,1 1-1 0 0,-6-5 1 0 0,-8-17 19280 0 0,20 24-19334 0 0,8-5 677 0 0,-7 4-621 0 0,11-4 84 0 0,1 1 0 0 0,-1 0 0 0 0,27-3 0 0 0,45 0 49 0 0,-41 5-357 0 0,582-55 36 0 0,-513 46-218 0 0,18-2-140 0 0,-105 10-1264 0 0,0 0-6027 0 0,-3-1-2440 0 0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05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72 6911 0 0,'-4'2'155'0'0,"0"1"-1"0"0,0-1 0 0 0,-1 1 1 0 0,1-1-1 0 0,0-1 0 0 0,-22 8 17509 0 0,53-1-16313 0 0,-7-6-1231 0 0,1-1 1 0 0,28-2 0 0 0,-6 0 159 0 0,348-29 1183 0 0,-364 27-1420 0 0,372-33-63 0 0,-213 22-2276 0 0,-141 9 249 0 0,0-2-4165 0 0,-4-1-1729 0 0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05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0 24303 0 0,'-1'1'1116'0'0,"-7"3"-29"0"0,1 1-701 0 0,9 3-302 0 0,-1-7-59 0 0,-1-1-1 0 0,1 1 1 0 0,-1 0 0 0 0,1-1-1 0 0,-1 1 1 0 0,1 0-1 0 0,0-1 1 0 0,-1 1-1 0 0,1-1 1 0 0,0 1-1 0 0,0-1 1 0 0,-1 1-1 0 0,1-1 1 0 0,2 1-1 0 0,1 2 55 0 0,5 3-19 0 0,1 0 1 0 0,-1-1-1 0 0,1 0 1 0 0,1-1-1 0 0,9 4 0 0 0,57 12 416 0 0,-15-5-290 0 0,-57-13-186 0 0,-2-1 0 0 0,1 0 0 0 0,-1 0 0 0 0,0 1 0 0 0,1-1 0 0 0,-1 1 0 0 0,0 0 0 0 0,0 0 0 0 0,0 0 0 0 0,0 1 0 0 0,0-1 0 0 0,-1 0 0 0 0,5 7 0 0 0,-5-8 8 0 0,-1 1 0 0 0,1 0 0 0 0,-1 0 0 0 0,0 0 0 0 0,0 0 0 0 0,0 0 0 0 0,0 0 0 0 0,0 0 0 0 0,0 1 0 0 0,-1-1 0 0 0,1 0 0 0 0,0 0 0 0 0,-1 1 0 0 0,0-1 0 0 0,0 0 0 0 0,0 1 0 0 0,0-1 0 0 0,0 0 0 0 0,0 1 0 0 0,0-1 0 0 0,-1 0 0 0 0,1 1 0 0 0,-1-1 0 0 0,0 0 0 0 0,0 0 0 0 0,0 0 0 0 0,0 0 0 0 0,-1 3 0 0 0,-2 2 32 0 0,-1 0 0 0 0,1 0 0 0 0,-1 0 0 0 0,0-1 0 0 0,-1 1 0 0 0,-10 8 0 0 0,-8 5-471 0 0,-2-1-1 0 0,0-1 1 0 0,-1-1-1 0 0,-44 20 1 0 0,43-24-796 0 0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06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 17503 0 0,'0'0'1352'0'0,"-2"0"-873"0"0,1 0-443 0 0,1 0 0 0 0,-1 1 1 0 0,0-1-1 0 0,1 0 0 0 0,-1 0 0 0 0,1 0 0 0 0,-1 1 1 0 0,0-1-1 0 0,1 0 0 0 0,-1 1 0 0 0,1-1 0 0 0,-1 0 1 0 0,1 1-1 0 0,-1-1 0 0 0,1 1 0 0 0,-1-1 1 0 0,1 0-1 0 0,0 1 0 0 0,-1-1 0 0 0,1 1 0 0 0,-1 0 1 0 0,1-1-1 0 0,0 1 0 0 0,0-1 0 0 0,-1 1 0 0 0,1 0 1 0 0,0-1-1 0 0,0 1 0 0 0,0-1 0 0 0,0 1 0 0 0,-1 1 1 0 0,1-1 221 0 0,-1 8 369 0 0,0-1 0 0 0,1 0-1 0 0,0 0 1 0 0,0 1 0 0 0,1-1-1 0 0,0 0 1 0 0,3 12 0 0 0,1 11-352 0 0,30 205 1951 0 0,-22-175-2628 0 0,39 107 0 0 0,-51-167-381 0 0,1 6 1460 0 0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06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15663 0 0,'3'-1'8569'0'0,"6"-1"-7788"0"0,0 0 0 0 0,0 1-1 0 0,1 0 1 0 0,12 1 0 0 0,19-3-359 0 0,40-12-141 0 0,-45 8-148 0 0,0 1 1 0 0,38-1-1 0 0,-48 6-162 0 0,50 1-262 0 0,-68 0 249 0 0,0 1-1 0 0,0 1 1 0 0,0-1-1 0 0,0 1 1 0 0,0 0-1 0 0,14 7 1 0 0,-20-8 5 0 0,0 0 1 0 0,0 0-1 0 0,0 0 1 0 0,-1 1-1 0 0,1-1 1 0 0,0 0 0 0 0,-1 1-1 0 0,1-1 1 0 0,-1 1-1 0 0,1 0 1 0 0,-1-1-1 0 0,0 1 1 0 0,0 0-1 0 0,0 0 1 0 0,0 0 0 0 0,0 0-1 0 0,0 0 1 0 0,0 0-1 0 0,-1 0 1 0 0,1 0-1 0 0,-1 0 1 0 0,1 0-1 0 0,-1 0 1 0 0,0 1 0 0 0,0-1-1 0 0,0 0 1 0 0,0 0-1 0 0,0 0 1 0 0,0 0-1 0 0,-1 4 1 0 0,-2 3-54 0 0,1-1 0 0 0,-2 1 0 0 0,1-1 0 0 0,-1 0 0 0 0,-7 13 0 0 0,1-5 46 0 0,-1-1 0 0 0,-1 0-1 0 0,0-1 1 0 0,-1 0-1 0 0,0 0 1 0 0,-17 11 0 0 0,11-10-555 0 0,0-1 1 0 0,-1-1 0 0 0,-1-1-1 0 0,-31 13 1 0 0,28-15-1557 0 0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06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21391 0 0,'0'3'984'0'0,"17"44"396"0"0,-10-28-690 0 0,0 0 1 0 0,7 36 0 0 0,-8-7 1248 0 0,-1 72 1 0 0,-5-120-1927 0 0,0 1 1 0 0,0-1 0 0 0,0 0-1 0 0,0 0 1 0 0,0 1 0 0 0,0-1-1 0 0,0 0 1 0 0,0 0 0 0 0,0 1 0 0 0,0-1-1 0 0,0 0 1 0 0,0 0 0 0 0,0 1-1 0 0,0-1 1 0 0,0 0 0 0 0,0 0-1 0 0,0 1 1 0 0,0-1 0 0 0,0 0-1 0 0,0 0 1 0 0,0 0 0 0 0,-1 1-1 0 0,1-1 1 0 0,0 0 0 0 0,0 0-1 0 0,0 0 1 0 0,0 1 0 0 0,0-1 0 0 0,-1 0-1 0 0,1 0 1 0 0,0 0 0 0 0,0 0-1 0 0,0 1 1 0 0,-1-1 0 0 0,1 0-1 0 0,-1 0 1 0 0,-6-7 67 0 0,-6-16-127 0 0,12 17 28 0 0,1 0 0 0 0,-1 0 0 0 0,1-1 0 0 0,0 1 0 0 0,0 0 0 0 0,1 0 0 0 0,0 0 0 0 0,0 0 0 0 0,1 0 0 0 0,-1 0 1 0 0,1 0-1 0 0,0 1 0 0 0,1-1 0 0 0,0 1 0 0 0,3-6 0 0 0,1-2-44 0 0,1 1 1 0 0,1 0-1 0 0,0 0 1 0 0,1 1 0 0 0,12-11-1 0 0,-7 8-50 0 0,1 1 0 0 0,0 1 1 0 0,22-13-1 0 0,-28 19 77 0 0,0 1 1 0 0,0 1-1 0 0,0-1 1 0 0,1 2 0 0 0,-1 0-1 0 0,1 0 1 0 0,17-2-1 0 0,-26 5 39 0 0,0 0 0 0 0,0 0 0 0 0,0 0 0 0 0,0 0 0 0 0,0 0 0 0 0,0 1 0 0 0,0-1 0 0 0,0 0-1 0 0,0 1 1 0 0,0 0 0 0 0,0 0 0 0 0,0-1 0 0 0,-1 1 0 0 0,1 0 0 0 0,0 0 0 0 0,-1 1 0 0 0,1-1 0 0 0,-1 0-1 0 0,1 0 1 0 0,-1 1 0 0 0,1-1 0 0 0,-1 1 0 0 0,0-1 0 0 0,0 1 0 0 0,0 0 0 0 0,0-1 0 0 0,0 1-1 0 0,0 0 1 0 0,0 0 0 0 0,-1 0 0 0 0,1 0 0 0 0,0 3 0 0 0,1 3 89 0 0,-1-1 0 0 0,1 1 1 0 0,-2 0-1 0 0,1-1 0 0 0,-1 1 1 0 0,0 0-1 0 0,-1 8 0 0 0,-1-7-13 0 0,-2 22 262 0 0,0 0 0 0 0,3 1 0 0 0,2 43 0 0 0,-1-73-325 0 0,0 1-1 0 0,1-1 1 0 0,-1 1-1 0 0,1-1 1 0 0,0 1-1 0 0,-1-1 1 0 0,3 4-1 0 0,5 4-3 0 0,-3-9-15 0 0,-3-1 3 0 0,2 1-28 0 0,1 0 1 0 0,-1-1-1 0 0,1 0 1 0 0,-1 0-1 0 0,0 0 0 0 0,1 0 1 0 0,-1-1-1 0 0,1 1 0 0 0,-1-1 1 0 0,0 0-1 0 0,1 0 1 0 0,-1-1-1 0 0,0 1 0 0 0,7-5 1 0 0,-1 0-90 0 0,0 0 1 0 0,-1-1 0 0 0,0 0-1 0 0,13-14 1 0 0,-19 18 86 0 0,1-1 0 0 0,-1 1 0 0 0,-1-1 0 0 0,1 1 0 0 0,-1-1 0 0 0,1 0 0 0 0,-1 0 0 0 0,0 0 0 0 0,0 0 0 0 0,-1 0 0 0 0,1-1 0 0 0,-1 1 0 0 0,0 0 0 0 0,0-1 0 0 0,-1 1 0 0 0,1-1 0 0 0,-1 1 0 0 0,0-1 0 0 0,0 1 0 0 0,0 0 0 0 0,-2-8 0 0 0,0 6 19 0 0,1 1 0 0 0,-2-1 1 0 0,1 0-1 0 0,0 1 0 0 0,-1-1 1 0 0,0 1-1 0 0,-1 0 0 0 0,1 0 1 0 0,-1 0-1 0 0,0 0 0 0 0,0 1 0 0 0,0-1 1 0 0,-1 1-1 0 0,1 0 0 0 0,-8-4 1 0 0,0 0-230 0 0,-1 0 1 0 0,0 1-1 0 0,-1 1 1 0 0,0 0 0 0 0,0 1-1 0 0,0 0 1 0 0,0 1-1 0 0,-1 1 1 0 0,1 0 0 0 0,-23-1-1 0 0,34 4 149 0 0,-4-1-546 0 0,0 0 1 0 0,0 1-1 0 0,1 0 0 0 0,-1 0 0 0 0,-13 3 0 0 0,18-2-640 0 0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07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65 12439 0 0,'0'0'958'0'0,"0"-1"-389"0"0,1-4 437 0 0,-1 0 0 0 0,-1 0 0 0 0,1 0 0 0 0,-1 0 0 0 0,0 0 1 0 0,0 0-1 0 0,-2-5 0 0 0,2 9-869 0 0,1 0 0 0 0,-1 0 0 0 0,1 0 0 0 0,-1 0 0 0 0,0 0-1 0 0,0 0 1 0 0,1 0 0 0 0,-1 0 0 0 0,0 0 0 0 0,0 0 0 0 0,0 0 0 0 0,0 0 0 0 0,0 1 0 0 0,0-1 0 0 0,0 0 0 0 0,0 1 0 0 0,-1-1 0 0 0,1 1 0 0 0,0-1 0 0 0,0 1 0 0 0,0-1 0 0 0,-1 1 0 0 0,1 0 0 0 0,0 0 0 0 0,0 0 0 0 0,-1 0-1 0 0,1 0 1 0 0,0 0 0 0 0,-1 0 0 0 0,1 0 0 0 0,0 0 0 0 0,0 0 0 0 0,-3 1 0 0 0,0 1-15 0 0,-1 0-1 0 0,0 0 0 0 0,1 0 1 0 0,-1 1-1 0 0,1-1 1 0 0,0 1-1 0 0,0 0 1 0 0,0 0-1 0 0,0 0 1 0 0,1 1-1 0 0,-6 6 1 0 0,0 1 106 0 0,1 0 0 0 0,-15 24 1 0 0,19-28-174 0 0,0 1 1 0 0,0 0 0 0 0,1 0 0 0 0,0 0-1 0 0,0 1 1 0 0,1-1 0 0 0,0 1 0 0 0,0 9-1 0 0,1-15-39 0 0,1 0-1 0 0,0 0 1 0 0,1 0 0 0 0,-1 0-1 0 0,1 0 1 0 0,-1 0-1 0 0,1 0 1 0 0,0 0-1 0 0,0 0 1 0 0,0 0-1 0 0,0 0 1 0 0,1 0-1 0 0,-1-1 1 0 0,1 1 0 0 0,-1 0-1 0 0,1-1 1 0 0,0 0-1 0 0,0 1 1 0 0,0-1-1 0 0,1 0 1 0 0,-1 0-1 0 0,0 0 1 0 0,1 0-1 0 0,-1-1 1 0 0,1 1-1 0 0,4 2 1 0 0,2-1-24 0 0,-1-1 0 0 0,1 0 1 0 0,0 0-1 0 0,0 0 0 0 0,0-1 0 0 0,-1-1 0 0 0,14 0 0 0 0,-6 1-6 0 0,-3-2-57 0 0,1 0 0 0 0,0 0 1 0 0,0-2-1 0 0,-1 1 0 0 0,1-2 1 0 0,-1 0-1 0 0,0 0 0 0 0,0-1 1 0 0,16-9-1 0 0,-5-3-313 0 0,-23 16 256 0 0,-1-2-442 0 0,-1 1 127 0 0,1-1 1 0 0,0 0 0 0 0,-1 0-1 0 0,1 0 1 0 0,-1 1 0 0 0,-2-6-1 0 0,-1 3-1250 0 0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08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8 209 19063 0 0,'0'0'6024'0'0,"2"-1"-5100"0"0,10-3-443 0 0,-1 0 0 0 0,0-1 0 0 0,0 0-1 0 0,-1-1 1 0 0,1 0 0 0 0,-1-1 0 0 0,17-14 0 0 0,-11 6-433 0 0,35-32-1 0 0,-45 40-47 0 0,-1 1-1 0 0,1 0 1 0 0,-2-1 0 0 0,1 0 0 0 0,-1 0-1 0 0,5-10 1 0 0,-6 5 0 0 0,-3 12 0 0 0,0-1 0 0 0,0 1 0 0 0,0-1 0 0 0,0 0 0 0 0,0 1 0 0 0,0-1 0 0 0,0 0 0 0 0,0 1 0 0 0,0-1 0 0 0,0 1 0 0 0,-1-1 0 0 0,1 0 0 0 0,0 1 0 0 0,0-1 0 0 0,0 1 0 0 0,-1-1 0 0 0,1 1 0 0 0,-1-2 0 0 0,-2 1 0 0 0,1 0 4 0 0,0 0 1 0 0,0 1-1 0 0,1-1 1 0 0,-1 0-1 0 0,0 1 0 0 0,0 0 1 0 0,0-1-1 0 0,0 1 1 0 0,0 0-1 0 0,0 0 0 0 0,1 0 1 0 0,-1 0-1 0 0,0 0 1 0 0,0 0-1 0 0,0 0 0 0 0,0 1 1 0 0,0-1-1 0 0,-3 2 1 0 0,-2 1 13 0 0,1-1 1 0 0,0 1-1 0 0,0 0 1 0 0,-6 5-1 0 0,-4 2 62 0 0,2 1 1 0 0,0 1-1 0 0,0 0 1 0 0,-17 21-1 0 0,25-26-42 0 0,0 0 0 0 0,1 0 0 0 0,0 0 0 0 0,1 1 0 0 0,0 0 0 0 0,0 0 0 0 0,0 0 0 0 0,1 0 0 0 0,0 1-1 0 0,1-1 1 0 0,-2 13 0 0 0,4-19-39 0 0,-1 1-1 0 0,1-1 0 0 0,0 1 0 0 0,0-1 1 0 0,0 1-1 0 0,1-1 0 0 0,-1 1 0 0 0,1-1 1 0 0,-1 1-1 0 0,1-1 0 0 0,0 0 0 0 0,0 1 1 0 0,0-1-1 0 0,0 0 0 0 0,0 1 0 0 0,0-1 0 0 0,1 0 1 0 0,1 2-1 0 0,0-1-9 0 0,0-1 0 0 0,0 0 1 0 0,-1 0-1 0 0,1 0 0 0 0,1 0 0 0 0,-1 0 0 0 0,0-1 0 0 0,0 1 1 0 0,1-1-1 0 0,-1 0 0 0 0,6 1 0 0 0,3 0-273 0 0,1 0-1 0 0,-1-1 0 0 0,1-1 0 0 0,0 0 1 0 0,-1-1-1 0 0,16-3 0 0 0,19-6-2746 0 0,0-2 0 0 0,-2-3 0 0 0,52-22-1 0 0,-82 30 2092 0 0,0 0-1 0 0,0-1 0 0 0,0-1 1 0 0,-1 0-1 0 0,-1-1 0 0 0,0 0 1 0 0,21-21-1 0 0,-29 25 729 0 0,0-1 0 0 0,0 0-1 0 0,5-11 1 0 0,-8 14 743 0 0,0 0 1 0 0,0 0-1 0 0,-1 0 1 0 0,1 0-1 0 0,-1 0 0 0 0,0 0 1 0 0,0 0-1 0 0,0-5 0 0 0,-1 8-277 0 0,0 0 0 0 0,-1 0 0 0 0,1 0 0 0 0,0 0 0 0 0,0 0 0 0 0,0 1 0 0 0,-1-1 0 0 0,1 0-1 0 0,-1 0 1 0 0,1 0 0 0 0,-1 1 0 0 0,1-1 0 0 0,-1 0 0 0 0,1 1 0 0 0,-1-1 0 0 0,1 0 0 0 0,-1 1 0 0 0,0-1 0 0 0,1 1-1 0 0,-1-1 1 0 0,0 1 0 0 0,0-1 0 0 0,1 1 0 0 0,-1-1 0 0 0,0 1 0 0 0,-1-1 0 0 0,-1 0 265 0 0,1 1 0 0 0,-1-1 0 0 0,0 0-1 0 0,0 1 1 0 0,1-1 0 0 0,-4 1 0 0 0,-2 0-89 0 0,0 1 0 0 0,1 0 0 0 0,-1 0 0 0 0,1 0 0 0 0,-1 1 0 0 0,1 0 0 0 0,0 1 0 0 0,0-1 1 0 0,0 1-1 0 0,0 1 0 0 0,0-1 0 0 0,-9 8 0 0 0,12-9-344 0 0,-1 1 0 0 0,0 1 0 0 0,1-1 1 0 0,0 1-1 0 0,-7 7 0 0 0,10-10-81 0 0,0-1-1 0 0,1 1 1 0 0,-1 0-1 0 0,1 0 1 0 0,-1 0-1 0 0,0 1 1 0 0,1-1-1 0 0,0 0 0 0 0,-1 0 1 0 0,1 0-1 0 0,0 0 1 0 0,-1 0-1 0 0,1 0 1 0 0,0 1-1 0 0,0-1 1 0 0,0 0-1 0 0,0 0 1 0 0,0 0-1 0 0,0 0 1 0 0,1 0-1 0 0,-1 1 1 0 0,0-1-1 0 0,0 0 1 0 0,1 0-1 0 0,-1 0 1 0 0,1 0-1 0 0,-1 0 1 0 0,1 0-1 0 0,-1 0 1 0 0,1 0-1 0 0,0 0 1 0 0,1 1-1 0 0,1 2-5 0 0,1-1-1 0 0,0 1 1 0 0,-1-1 0 0 0,2 0 0 0 0,-1 0-1 0 0,0 0 1 0 0,1-1 0 0 0,-1 0-1 0 0,1 0 1 0 0,-1 0 0 0 0,10 2 0 0 0,6 1-32 0 0,34 4 1 0 0,-17-4 32 0 0,-15-2 0 0 0,-8-1 0 0 0,22 6 0 0 0,-32-7 0 0 0,0 1 0 0 0,0-1 0 0 0,-1 1 0 0 0,1 0 0 0 0,-1-1 0 0 0,0 2 0 0 0,1-1 0 0 0,-1 0 0 0 0,0 1 0 0 0,4 4 0 0 0,-6-7 0 0 0,-1 1 0 0 0,1-1 0 0 0,-1 1 0 0 0,1-1 0 0 0,-1 0 0 0 0,1 1 0 0 0,-1 0 0 0 0,0-1 0 0 0,1 1 0 0 0,-1-1 0 0 0,0 1 0 0 0,0-1 0 0 0,1 1 0 0 0,-1 0 0 0 0,0-1 0 0 0,0 1 0 0 0,0-1 0 0 0,0 1 0 0 0,0 0 0 0 0,0-1 0 0 0,0 1 0 0 0,0 0 0 0 0,0-1 0 0 0,0 1 0 0 0,0 0 0 0 0,0-1 0 0 0,0 1 0 0 0,0-1 0 0 0,0 1 0 0 0,-1 0 0 0 0,1-1 0 0 0,0 1 0 0 0,-1-1 0 0 0,1 2 0 0 0,-2 0 0 0 0,0 2-9 0 0,0 1 0 0 0,-1-1 0 0 0,1 0 0 0 0,-1 0 0 0 0,0 0-1 0 0,0-1 1 0 0,0 1 0 0 0,-1-1 0 0 0,1 1 0 0 0,-1-1 0 0 0,0 0 0 0 0,-6 3 0 0 0,1 0-93 0 0,0-1 1 0 0,0-1 0 0 0,-1 0-1 0 0,-18 6 1 0 0,27-10-109 0 0,0 1 0 0 0,0-1 0 0 0,1 0 0 0 0,-1 0 0 0 0,0 1 0 0 0,0-1 0 0 0,0 0 0 0 0,1 0 1 0 0,-1 0-1 0 0,0 0 0 0 0,0 0 0 0 0,0 0 0 0 0,1 0 0 0 0,-1 0 0 0 0,0 0 0 0 0,0-1 0 0 0,0 1 0 0 0,1 0 1 0 0,-1 0-1 0 0,-1-1 0 0 0,2 0-22 0 0,-1 0 1 0 0,1 0-1 0 0,0 1 1 0 0,0-1 0 0 0,0 0-1 0 0,0 1 1 0 0,0-1-1 0 0,0 0 1 0 0,0 1-1 0 0,0-1 1 0 0,0 0-1 0 0,0 0 1 0 0,0 1 0 0 0,1-1-1 0 0,-1 0 1 0 0,0 1-1 0 0,0-1 1 0 0,1 0-1 0 0,-1 1 1 0 0,0-1 0 0 0,1 1-1 0 0,-1-1 1 0 0,2-1-1 0 0,7-10-6996 0 0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08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1 11975 0 0,'-2'0'6011'0'0,"-11"1"-1835"0"0,1 1-1985 0 0,0 0 0 0 0,-17 5 0 0 0,18-3-1955 0 0,1-1 1 0 0,1 1-1 0 0,-1 0 1 0 0,0 1-1 0 0,-15 11 1 0 0,22-14-213 0 0,0 1-1 0 0,1-1 1 0 0,0 1 0 0 0,-1-1 0 0 0,1 1 0 0 0,0 0 0 0 0,0 0 0 0 0,0 0 0 0 0,-2 6-1 0 0,4-8-92 0 0,0 1 50 0 0,1 0 1 0 0,0 1-1 0 0,0-1 0 0 0,0 0 1 0 0,0 0-1 0 0,0-1 0 0 0,1 3 1 0 0,2-1-7 0 0,-1 0 0 0 0,1 0 0 0 0,-1 0 1 0 0,1-1-1 0 0,0 1 0 0 0,0-1 0 0 0,0 0 0 0 0,7 2 1 0 0,38 11-145 0 0,-26-10 109 0 0,6 3 17 0 0,0-1 0 0 0,1-2 1 0 0,33 1-1 0 0,-42-4 27 0 0,34 6 0 0 0,-48-7 13 0 0,0 1 0 0 0,-1 0-1 0 0,0 0 1 0 0,1 1 0 0 0,-1-1 0 0 0,0 1 0 0 0,0 1-1 0 0,0-1 1 0 0,6 6 0 0 0,-7-2 3 0 0,-5-5 4 0 0,0-1 0 0 0,0 1 0 0 0,-1-1 0 0 0,1 1 0 0 0,0-1 0 0 0,0 1 0 0 0,-1-1-1 0 0,1 1 1 0 0,-1-1 0 0 0,0 1 0 0 0,1-1 0 0 0,-1 0 0 0 0,0 1 0 0 0,0-1 0 0 0,0 0 0 0 0,1 0 0 0 0,-1 1 0 0 0,-1-1 0 0 0,1 0 0 0 0,0 0 0 0 0,0 0-1 0 0,0 0 1 0 0,-2 1 0 0 0,-5 3 20 0 0,0 1-1 0 0,-13 5 0 0 0,15-8-6 0 0,-119 55-201 0 0,39-31-7603 0 0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08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15663 0 0,'1'2'9921'0'0,"2"1"-9558"0"0,0 1-1 0 0,0 0 1 0 0,0 0 0 0 0,-1 0-1 0 0,0 0 1 0 0,0 0-1 0 0,0 1 1 0 0,0-1-1 0 0,-1 0 1 0 0,1 1-1 0 0,-1 0 1 0 0,1 8-1 0 0,-1 8 296 0 0,-1 36-1 0 0,1 3-267 0 0,1-45-373 0 0,0 0 0 0 0,0 0 0 0 0,2 0 0 0 0,0-1 1 0 0,7 18-1 0 0,-9-27-197 0 0,1 0 0 0 0,0 0-1 0 0,0 0 1 0 0,0 0 0 0 0,1 0 0 0 0,7 8 0 0 0,-7-10-237 0 0,-1-1-1 0 0,0 1 1 0 0,1-1 0 0 0,0 1 0 0 0,-1-1-1 0 0,1 0 1 0 0,0-1 0 0 0,0 1-1 0 0,0-1 1 0 0,7 2 0 0 0,7 1-9182 0 0</inkml:trace>
  <inkml:trace contextRef="#ctx0" brushRef="#br0" timeOffset="1">394 159 8287 0 0,'1'-1'16227'0'0,"9"-5"-15342"0"0,-1-1 0 0 0,1 1 1 0 0,1 1-1 0 0,19-8 0 0 0,23-6-2477 0 0,-11 5-5941 0 0,-20 6-995 0 0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09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0 23471 0 0,'0'0'2556'0'0,"1"0"-2236"0"0,54 0 2051 0 0,124 2-533 0 0,-174-1-1836 0 0,0-1 0 0 0,0 1 0 0 0,0-1-1 0 0,1 1 1 0 0,-1 1 0 0 0,0-1 0 0 0,0 1 0 0 0,-1 0-1 0 0,1 0 1 0 0,0 1 0 0 0,6 4 0 0 0,-10-6 3 0 0,-1 0 1 0 0,1-1 0 0 0,-1 1-1 0 0,0 0 1 0 0,1 0-1 0 0,-1 0 1 0 0,0 0 0 0 0,0 0-1 0 0,0 0 1 0 0,0 0-1 0 0,0 0 1 0 0,0 1 0 0 0,0-1-1 0 0,0 0 1 0 0,0 0-1 0 0,0 0 1 0 0,-1 0 0 0 0,1-1-1 0 0,0 1 1 0 0,-1 0-1 0 0,0 2 1 0 0,1-2 1 0 0,-3 6 12 0 0,-1 0 0 0 0,1 0 0 0 0,-1 0 0 0 0,0 0 0 0 0,-1-1 0 0 0,0 0 0 0 0,0 0 0 0 0,0 0 0 0 0,-1 0 0 0 0,-8 6 0 0 0,-8 5 28 0 0,-39 22-1 0 0,14-10-30 0 0,36-22 3 0 0,-63 46 18 0 0,62-43-38 0 0,0 0 1 0 0,0 1-1 0 0,-16 21 0 0 0,12-6 1 0 0,15-25 0 0 0,1 0 0 0 0,-1 0 0 0 0,1 1 0 0 0,0-1 0 0 0,-1 0 0 0 0,1 1 0 0 0,0-1 0 0 0,0 0 0 0 0,0 1 0 0 0,0-1 0 0 0,0 1 0 0 0,0-1 0 0 0,0 0 0 0 0,0 1 0 0 0,0-1 0 0 0,1 0 0 0 0,-1 1 0 0 0,1-1 0 0 0,-1 0 0 0 0,1 2 0 0 0,7 5 0 0 0,-4-6 3 0 0,1 1 0 0 0,0-1 0 0 0,1 0 0 0 0,-1 0 0 0 0,0 0 0 0 0,1-1 0 0 0,-1 0 0 0 0,0 0 0 0 0,11 0 0 0 0,5 0 19 0 0,26-4 1 0 0,-18 0 31 0 0,-1-2 0 0 0,48-14-1 0 0,53-27-1638 0 0,-103 34 758 0 0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09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25975 0 0,'0'0'2816'0'0,"10"3"-6432"0"0</inkml:trace>
  <inkml:trace contextRef="#ctx0" brushRef="#br0" timeOffset="1">81 284 18431 0 0,'0'0'1960'0'0,"-1"8"-1896"0"0,2 10 10312 0 0,2-11-10376 0 0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09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13823 0 0,'0'0'1062'0'0,"-3"8"2226"0"0,0 19 4379 0 0,1 1-4483 0 0,0-1-2852 0 0,-3 178 1158 0 0,9-128-1205 0 0,25 131 0 0 0,-27-198-385 0 0,1 0 0 0 0,5 14 0 0 0,-7-23-476 0 0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10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19807 0 0,'0'0'2065'0'0,"2"-1"-1730"0"0,7-1 1301 0 0,0-1 0 0 0,15-1 0 0 0,46 0 1014 0 0,-42 3-2289 0 0,414-28 1821 0 0,-220 15-2443 0 0,-73 17-3554 0 0,-115 0 2158 0 0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10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1 247 9215 0 0,'1'1'8631'0'0,"24"9"-1062"0"0,2-5-3968 0 0,30-5-2644 0 0,-13-1-43 0 0,-6 0-526 0 0,-31 0-341 0 0,1 0 0 0 0,0 1 0 0 0,0 0 0 0 0,0 0 0 0 0,0 1 0 0 0,14 3 0 0 0,-21-4-37 0 0,0 0 0 0 0,1 0-1 0 0,-1 1 1 0 0,0-1 0 0 0,0 0-1 0 0,0 1 1 0 0,0-1 0 0 0,-1 1-1 0 0,1-1 1 0 0,0 1 0 0 0,0-1-1 0 0,0 1 1 0 0,0 0 0 0 0,0-1 0 0 0,-1 1-1 0 0,1 0 1 0 0,0 0 0 0 0,-1-1-1 0 0,1 1 1 0 0,0 0 0 0 0,-1 0-1 0 0,1 0 1 0 0,-1 0 0 0 0,1 0-1 0 0,-1 0 1 0 0,0 0 0 0 0,1 0-1 0 0,-1 0 1 0 0,0 0 0 0 0,0 0-1 0 0,0 0 1 0 0,0 0 0 0 0,0 0-1 0 0,0 0 1 0 0,0 2 0 0 0,0 1 4 0 0,-1 1 24 0 0,1 0 0 0 0,-1 0 0 0 0,0-1 1 0 0,0 1-1 0 0,0 0 0 0 0,-1 0 0 0 0,1-1 0 0 0,-5 9 0 0 0,-24 34 198 0 0,8-14-114 0 0,19-27-112 0 0,-1 0 0 0 0,1 0-1 0 0,1 0 1 0 0,-1 0 0 0 0,1 0 0 0 0,-2 11-1 0 0,3-16-8 0 0,1 1 0 0 0,0-1 0 0 0,0 0 0 0 0,0 0 0 0 0,-1 0 0 0 0,1 0 0 0 0,0 0 0 0 0,0 0 0 0 0,1 0 0 0 0,-1 0 0 0 0,0 0-1 0 0,0 0 1 0 0,0 0 0 0 0,1 0 0 0 0,-1 0 0 0 0,0 0 0 0 0,1 0 0 0 0,-1 0 0 0 0,1 0 0 0 0,0 0 0 0 0,-1 0 0 0 0,1 0 0 0 0,0 0 0 0 0,-1 0-1 0 0,1-1 1 0 0,0 1 0 0 0,0 0 0 0 0,0 0 0 0 0,-1-1 0 0 0,1 1 0 0 0,0-1 0 0 0,1 1 0 0 0,1 1-1 0 0,1 0-24 0 0,-1-1 0 0 0,1 1-1 0 0,0-1 1 0 0,0 0 0 0 0,0 0 0 0 0,0 0 0 0 0,0 0-1 0 0,0-1 1 0 0,0 0 0 0 0,0 0 0 0 0,0 0 0 0 0,0 0-1 0 0,0 0 1 0 0,0-1 0 0 0,0 0 0 0 0,0 0 0 0 0,-1 0-1 0 0,1 0 1 0 0,6-3 0 0 0,7-4-204 0 0,-1 0 0 0 0,29-19 0 0 0,53-42-4853 0 0,-68 46 3418 0 0</inkml:trace>
  <inkml:trace contextRef="#ctx0" brushRef="#br0" timeOffset="1">782 27 8751 0 0,'10'-13'18705'0'0,"1"10"-16234"0"0,-3 1-2119 0 0,0 0-1 0 0,0 1 1 0 0,1 0-1 0 0,-1 1 1 0 0,0 0 0 0 0,12 1-1 0 0,7 0-52 0 0,117-7-860 0 0,-96 5-1073 0 0,-27 2-1738 0 0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11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6 424 17047 0 0,'-5'4'9845'0'0,"11"-2"-9521"0"0,-1 0 0 0 0,1 0 0 0 0,0 0 0 0 0,0-1 0 0 0,0 0 0 0 0,12 1-1 0 0,41-2-65 0 0,-42-1-172 0 0,39-3-1383 0 0,0-2-1 0 0,59-16 1 0 0,-72 13-795 0 0</inkml:trace>
  <inkml:trace contextRef="#ctx0" brushRef="#br0" timeOffset="1">975 15 23327 0 0,'0'0'1068'0'0,"0"-1"-23"0"0,-2-6-671 0 0,-1 0 4170 0 0,2 13-4284 0 0,0-1 0 0 0,-1 0 1 0 0,1 0-1 0 0,1 1 0 0 0,-1-1 1 0 0,1 11-1 0 0,0-5-66 0 0,-2 45-116 0 0,3 0 1 0 0,2 0 0 0 0,2 0-1 0 0,22 95 1 0 0,0-58-975 0 0,-26-91 536 0 0,0 2-922 0 0,-11-8-4532 0 0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11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15199 0 0,'0'-8'10083'0'0,"4"6"-9558"0"0,0-1 0 0 0,0 1 1 0 0,0 0-1 0 0,0 0 0 0 0,0 1 0 0 0,1-1 1 0 0,-1 1-1 0 0,1 0 0 0 0,6-1 1 0 0,45-2-188 0 0,-42 3 88 0 0,282-2 511 0 0,-62 1-406 0 0,102 1-931 0 0,-315 2 194 0 0,24 4 1 0 0,-12 2-2065 0 0,-4 6-5991 0 0,-15-4-973 0 0</inkml:trace>
  <inkml:trace contextRef="#ctx0" brushRef="#br0" timeOffset="1">1111 680 17503 0 0,'0'2'1352'0'0,"6"21"-836"0"0,7 13 4815 0 0,2 8 1579 0 0,-10-14-6415 0 0,6 144 165 0 0,-10-159-461 0 0,-1-9-566 0 0,0-1 0 0 0,0 0 0 0 0,1 0 0 0 0,1 7 0 0 0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13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4 17967 0 0,'0'0'8295'0'0,"3"1"-7371"0"0,3 0-694 0 0,0 0 1 0 0,0 0 0 0 0,0 0-1 0 0,0-1 1 0 0,1 0 0 0 0,-1 0-1 0 0,0 0 1 0 0,0-1-1 0 0,6-1 1 0 0,23-2 300 0 0,-19 4-471 0 0,10-2 83 0 0,33 4-1 0 0,-51-1-128 0 0,-1 0-1 0 0,1 0 1 0 0,-1 1-1 0 0,0 0 1 0 0,1 0-1 0 0,-1 1 1 0 0,0 0-1 0 0,0 0 1 0 0,7 5-1 0 0,-1 2-13 0 0,-11-8 1 0 0,0 0 0 0 0,-1 0 0 0 0,1 0-1 0 0,-1 0 1 0 0,0 0 0 0 0,1 1 0 0 0,-1-1 0 0 0,0 0 0 0 0,0 1 0 0 0,-1-1-1 0 0,1 1 1 0 0,0-1 0 0 0,-1 0 0 0 0,0 1 0 0 0,1-1 0 0 0,-1 1 0 0 0,0-1-1 0 0,0 1 1 0 0,-1-1 0 0 0,1 1 0 0 0,0-1 0 0 0,-1 1 0 0 0,0-1 0 0 0,1 1-1 0 0,-3 3 1 0 0,-2 5 12 0 0,0 0 0 0 0,-1 0-1 0 0,-14 20 1 0 0,12-20-1 0 0,-205 262 1359 0 0,205-265-1326 0 0,0 1 1 0 0,1 0-1 0 0,1 0 0 0 0,-1 0 1 0 0,1 1-1 0 0,1 0 0 0 0,0 1 1 0 0,-5 14-1 0 0,9-13 30 0 0,2-10-72 0 0,0 0 0 0 0,0 0 0 0 0,-1 0 0 0 0,1 0 0 0 0,1 0 1 0 0,-1 0-1 0 0,0-1 0 0 0,0 1 0 0 0,1 0 0 0 0,-1-1 0 0 0,1 1 0 0 0,-1-1 1 0 0,1 1-1 0 0,0-1 0 0 0,-1 0 0 0 0,1 0 0 0 0,0 0 0 0 0,0 0 0 0 0,0 0 1 0 0,0 0-1 0 0,0 0 0 0 0,0-1 0 0 0,4 2 0 0 0,0-1-4 0 0,1 0 0 0 0,0 0 0 0 0,0 0 1 0 0,-1-1-1 0 0,1 1 0 0 0,9-2 0 0 0,9-3 22 0 0,0-1 0 0 0,0-1 0 0 0,42-17 0 0 0,66-37-4462 0 0,-82 35-2211 0 0,-7 5-2611 0 0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14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92 19807 0 0,'0'0'4999'0'0,"2"-1"-3435"0"0,20-8-593 0 0,-1 0 0 0 0,2 2 1 0 0,41-8-1 0 0,67-16-2049 0 0,-82 18-2773 0 0,-24 7-5436 0 0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14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83 23871 0 0,'0'0'2632'0'0,"2"0"-2168"0"0,39-10 1690 0 0,-26 5-1338 0 0,26-3-1 0 0,27-1-140 0 0,-36 4-584 0 0,0 1 1 0 0,0 1 0 0 0,53 3 0 0 0,-56 2-39 0 0,-19 1-53 0 0,-9-3 2 0 0,-1 0 0 0 0,1 1 0 0 0,-1-1 0 0 0,1 0 0 0 0,-1 1 0 0 0,1-1 0 0 0,-1 1 0 0 0,0-1 0 0 0,1 1-1 0 0,-1-1 1 0 0,0 1 0 0 0,1-1 0 0 0,-1 1 0 0 0,0-1 0 0 0,1 1 0 0 0,-1-1 0 0 0,0 1 0 0 0,0-1 0 0 0,0 1 0 0 0,0 0 0 0 0,0-1 0 0 0,1 1 0 0 0,-1 0 0 0 0,0 1 11 0 0,-1 0 0 0 0,1 0 0 0 0,0 0 0 0 0,-1 0 1 0 0,1-1-1 0 0,-1 1 0 0 0,-1 3 0 0 0,-1 1 31 0 0,0 0 0 0 0,0-1 0 0 0,-8 10 0 0 0,-7 3 24 0 0,0-1-1 0 0,-39 30 1 0 0,44-38-63 0 0,11-7-5 0 0,-15 11 0 0 0,-16 15 0 0 0,33-27 0 0 0,0-1 0 0 0,-1 0 0 0 0,1 0 0 0 0,0 0 0 0 0,-1 1 0 0 0,1-1 0 0 0,0 0 0 0 0,-1 0 0 0 0,1 1 0 0 0,0-1 0 0 0,0 0 0 0 0,-1 1 0 0 0,1-1 0 0 0,0 0 0 0 0,0 1 0 0 0,0-1 0 0 0,-1 0 0 0 0,1 1 0 0 0,0-1 0 0 0,0 1 0 0 0,0-1 0 0 0,0 0 0 0 0,0 1 0 0 0,0-1 0 0 0,0 1 0 0 0,0-1 0 0 0,0 0 0 0 0,0 1 0 0 0,0-1 0 0 0,0 1 0 0 0,0-1 0 0 0,0 0 0 0 0,0 1 0 0 0,0-1 0 0 0,1 0 0 0 0,-1 1 0 0 0,0-1 0 0 0,0 1 0 0 0,0-1 0 0 0,1 0 0 0 0,-1 0 0 0 0,0 1 0 0 0,0-1 0 0 0,1 0 0 0 0,-1 1 0 0 0,1 0 0 0 0,2 2 0 0 0,0 1 0 0 0,0 0 0 0 0,1-1 0 0 0,-1 1 0 0 0,1-1 0 0 0,0 0 0 0 0,-1 0 0 0 0,2 0 0 0 0,-1-1 0 0 0,0 1 0 0 0,0-1 0 0 0,1 0 0 0 0,5 1 0 0 0,10 4 0 0 0,33 6 0 0 0,-49-12 0 0 0,5 0 1 0 0,19 5-2 0 0,54 18 1 0 0,-75-21 5 0 0,0-1 0 0 0,0 2 0 0 0,0-1 0 0 0,-1 1 0 0 0,1 0 0 0 0,-1 0 0 0 0,0 1-1 0 0,0 0 1 0 0,0 0 0 0 0,-1 0 0 0 0,0 1 0 0 0,8 10 0 0 0,-12-13-5 0 0,1 0 0 0 0,-1-1 0 0 0,0 1 0 0 0,0 0 0 0 0,0 0 0 0 0,0 0 0 0 0,-1 0 0 0 0,1 0 0 0 0,-1 0 0 0 0,0 0 0 0 0,0 0 0 0 0,0 0 0 0 0,0 0 0 0 0,0 0 0 0 0,0 0 0 0 0,-1 0 0 0 0,0 0 0 0 0,0 0 0 0 0,0 0 0 0 0,0 0 0 0 0,0 0 0 0 0,0-1 0 0 0,-1 1 0 0 0,1 0 0 0 0,-1-1 0 0 0,0 1 0 0 0,-2 2 0 0 0,-5 5 0 0 0,0 1 0 0 0,-1-1 0 0 0,-1-1 0 0 0,-16 13 0 0 0,6-7 44 0 0,-1 0 1 0 0,0-2-1 0 0,-44 20 0 0 0,50-26-247 0 0,0-2 1 0 0,0 0-1 0 0,0 0 0 0 0,-1-2 0 0 0,0 0 0 0 0,1-1 1 0 0,-18 0-1 0 0,11-5-1541 0 0,22 2 215 0 0,0 0 1223 0 0,1 1 0 0 0,0-1 1 0 0,0 1-1 0 0,0 0 0 0 0,0-1 1 0 0,0 1-1 0 0,0-1 0 0 0,0 1 0 0 0,0 0 1 0 0,0-1-1 0 0,0 1 0 0 0,0-1 0 0 0,0 1 1 0 0,0-1-1 0 0,0 1 0 0 0,0 0 0 0 0,0-1 1 0 0,0 1-1 0 0,1 0 0 0 0,-1-1 0 0 0,5-14-9411 0 0</inkml:trace>
  <inkml:trace contextRef="#ctx0" brushRef="#br0" timeOffset="1">1074 0 10591 0 0,'0'0'488'0'0,"-1"1"-12"0"0,-19 21 9857 0 0,8-9-2605 0 0,3-6-6568 0 0,7-5-1140 0 0,0-1 0 0 0,1 1 0 0 0,-1 0 0 0 0,1-1 0 0 0,0 1 0 0 0,0 0 0 0 0,0 0 0 0 0,0 0 0 0 0,-1 2 0 0 0,-1 2-222 0 0,2-5-62 0 0,1 10-1586 0 0,0 1 101 0 0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15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15199 0 0,'-8'16'1579'0'0,"6"-12"-3261"0"0,0 6 9302 0 0,1 0 57 0 0,3-8-9259 0 0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15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1 174 8751 0 0,'0'0'17627'0'0,"2"2"-16818"0"0,6 8-416 0 0,0 1-1 0 0,-1 0 1 0 0,0 0-1 0 0,5 14 1 0 0,21 54 359 0 0,-23-53-491 0 0,73 215 957 0 0,-7-17-416 0 0,-54-169-642 0 0,48 86 0 0 0,-60-131-141 0 0,-10-10-16 0 0,0 0 1 0 0,0 0-1 0 0,0 0 0 0 0,1 0 0 0 0,-1 1 0 0 0,0-1 1 0 0,0 0-1 0 0,0 0 0 0 0,1 0 0 0 0,-1 0 0 0 0,0 0 1 0 0,0-1-1 0 0,1 1 0 0 0,-1 0 0 0 0,0 0 0 0 0,0 0 0 0 0,0 0 1 0 0,1 0-1 0 0,-1 0 0 0 0,0 0 0 0 0,0 0 0 0 0,0 0 1 0 0,0 0-1 0 0,1-1 0 0 0,-1 1 0 0 0,0 0 0 0 0,0 0 1 0 0,0 0-1 0 0,0 0 0 0 0,1 0 0 0 0,-1-1 0 0 0,0 1 0 0 0,1-2 12 0 0,0-1 0 0 0,0 1-1 0 0,-1 0 1 0 0,1-1 0 0 0,-1 1-1 0 0,1 0 1 0 0,-1-1-1 0 0,0-3 1 0 0,2-81-5 0 0,2-35-12 0 0,47-176-130 0 0,24 6-76 0 0,-51 201 172 0 0,-18 70-165 0 0,3-30 0 0 0,-7 20-2481 0 0,-7 40-319 0 0,0 3 1310 0 0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16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54 105 20271 0 0,'-3'0'259'0'0,"0"0"0"0"0,0 0 0 0 0,0-1 0 0 0,-1 0 0 0 0,1 1-1 0 0,0-1 1 0 0,0 0 0 0 0,1-1 0 0 0,-1 1 0 0 0,0 0 0 0 0,-3-3 0 0 0,-8-3 2387 0 0,21-2 1089 0 0,-4 7-3543 0 0,1-1 0 0 0,0 1 1 0 0,-1 1-1 0 0,1-1 0 0 0,0 0 0 0 0,0 1 1 0 0,0 0-1 0 0,1 0 0 0 0,5-1 0 0 0,8-2 161 0 0,45-11-166 0 0,1 3 0 0 0,116-7 0 0 0,113 9-3720 0 0,-254 14 1798 0 0,-1 2-65 0 0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16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48 2759 0 0,'-6'1'27569'0'0,"17"-6"-26838"0"0,11-3-359 0 0,-1 1 0 0 0,31-7 0 0 0,0 0-191 0 0,-50 14-117 0 0,-1 0-53 0 0,-1 0 0 0 0,1 0 0 0 0,-1 0 0 0 0,1 0-1 0 0,-1 0 1 0 0,1 0 0 0 0,-1 0 0 0 0,0 0 0 0 0,1 0-1 0 0,-1 0 1 0 0,1 0 0 0 0,-1 1 0 0 0,1-1 0 0 0,-1 0-1 0 0,1 0 1 0 0,-1 0 0 0 0,0 1 0 0 0,1-1 0 0 0,0 1-1 0 0,-2 3-4 0 0,0-1-1 0 0,0 1 0 0 0,-1-1 1 0 0,1 1-1 0 0,-1-1 0 0 0,0 0 1 0 0,0 0-1 0 0,0 1 1 0 0,-3 3-1 0 0,-27 27 58 0 0,15-17-49 0 0,-3 3-14 0 0,12-12 0 0 0,-1 0 0 0 0,2 1 0 0 0,-13 17 0 0 0,19-25 0 0 0,1-1 0 0 0,-1 1 0 0 0,1-1 0 0 0,0 0 0 0 0,-1 1 0 0 0,1-1 0 0 0,0 1 0 0 0,-1-1 0 0 0,1 1 0 0 0,0-1 0 0 0,0 1 0 0 0,0-1 0 0 0,-1 1 0 0 0,1-1 0 0 0,0 1 0 0 0,0-1 0 0 0,0 1 0 0 0,0-1 0 0 0,0 1 0 0 0,0-1 0 0 0,0 1 0 0 0,0-1 0 0 0,0 1 0 0 0,0-1 0 0 0,0 1 0 0 0,0 0 0 0 0,1-1 0 0 0,-1 1 0 0 0,0-1 0 0 0,0 1 0 0 0,0-1 0 0 0,1 1 0 0 0,0 0 0 0 0,-1 1 0 0 0,1 0 0 0 0,0 0 0 0 0,0 0 0 0 0,0 0 0 0 0,0 0 0 0 0,1 0 0 0 0,-1 0 0 0 0,0-1 0 0 0,1 1 0 0 0,0-1 0 0 0,-1 1 0 0 0,1-1 0 0 0,0 1 0 0 0,-1-1 0 0 0,1 0 0 0 0,0 0 0 0 0,0 0 0 0 0,0 0 0 0 0,4 2 0 0 0,4 0 0 0 0,0 0 0 0 0,21 3 0 0 0,-8-2 0 0 0,46 10 0 0 0,22 6 0 0 0,-76-16 0 0 0,0 1 0 0 0,0 1 0 0 0,25 13 0 0 0,-38-18 0 0 0,0 0 0 0 0,0 0 0 0 0,0 1 0 0 0,0-1 0 0 0,0 1 0 0 0,0-1 0 0 0,-1 1 0 0 0,1-1 0 0 0,-1 1 0 0 0,1 0 0 0 0,-1 0 0 0 0,0 0 0 0 0,0 0 0 0 0,0 0 0 0 0,0 0 0 0 0,0 0 0 0 0,0 0 0 0 0,0 0 0 0 0,0 3 0 0 0,-1-2 0 0 0,0-1 0 0 0,0 0 0 0 0,0 0 0 0 0,0 0 0 0 0,-1 0 0 0 0,1 0 0 0 0,0 0 0 0 0,-1 0 0 0 0,0 0 0 0 0,1 0 0 0 0,-1 0 0 0 0,0-1 0 0 0,0 1 0 0 0,0 0 0 0 0,0 0 0 0 0,-1-1 0 0 0,1 1 0 0 0,0-1 0 0 0,-1 1 0 0 0,1-1 0 0 0,-3 2 0 0 0,-8 7 0 0 0,0-2 0 0 0,-1 0 0 0 0,0 0 0 0 0,-1-1 0 0 0,1-1 0 0 0,-29 10 0 0 0,10-7 0 0 0,0-1 0 0 0,-37 3 0 0 0,50-9-452 0 0,0-1 0 0 0,0 0 0 0 0,-26-4 0 0 0,42 3 178 0 0,1 0 0 0 0,-1-1-1 0 0,1 0 1 0 0,0 1 0 0 0,-1-1-1 0 0,1 0 1 0 0,0 0 0 0 0,0 0 0 0 0,-3-2-1 0 0,-5-5-1294 0 0</inkml:trace>
</inkml:ink>
</file>

<file path=ppt/ink/ink2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16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81 6447 0 0,'0'0'586'0'0,"2"0"303"0"0,20 2 12911 0 0,1-3-5877 0 0,6-2-4138 0 0,14-5-4616 0 0,16-1 995 0 0,79-13-159 0 0,-50 6-743 0 0,-30 6-1140 0 0,-19 2-6136 0 0,-8 2-1525 0 0</inkml:trace>
</inkml:ink>
</file>

<file path=ppt/ink/ink2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17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0 109 16583 0 0,'3'0'8980'0'0,"124"-19"-3394"0"0,67-20-5763 0 0,2-2-3603 0 0,-156 31 2251 0 0</inkml:trace>
</inkml:ink>
</file>

<file path=ppt/ink/ink2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17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91 330 13823 0 0,'-7'-2'14871'0'0,"12"19"-14214"0"0,0-1 1 0 0,0 0 0 0 0,2 0-1 0 0,12 22 1 0 0,-7-14-441 0 0,41 68 247 0 0,10 18-378 0 0,-26-48-68 0 0,-30-51-18 0 0,0 1 0 0 0,16 18 0 0 0,-16-23 0 0 0,1-3 0 0 0,1-6 0 0 0,-7 1 0 0 0,0 0 0 0 0,0-1 0 0 0,0 1 0 0 0,0-1 0 0 0,0 1 0 0 0,-1-1 0 0 0,1 0 0 0 0,0 1 0 0 0,-1-1 0 0 0,0 0 0 0 0,1 0 0 0 0,-1 0 0 0 0,1-4 0 0 0,12-32 0 0 0,-9 24 0 0 0,88-322 0 0 0,-42 134 0 0 0,-47 189-6 0 0,1-10-87 0 0,2 0 1 0 0,1 1-1 0 0,20-42 1 0 0,-13 47-867 0 0,-14 16 42 0 0</inkml:trace>
  <inkml:trace contextRef="#ctx0" brushRef="#br0" timeOffset="1">29 599 16127 0 0,'-8'0'337'0'0,"-13"-8"9118"0"0,37-2-5438 0 0,6 2-3195 0 0,1 0-1 0 0,33-6 0 0 0,-15 4-737 0 0,160-37 103 0 0,-116 29-902 0 0,107-19-5763 0 0,-151 33 4495 0 0</inkml:trace>
</inkml:ink>
</file>

<file path=ppt/ink/ink2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18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4 23927 0 0,'0'0'2165'0'0,"2"0"-1781"0"0,2 0-435 0 0,69-3 2262 0 0,-71 3-2039 0 0,0 0 0 0 0,0 0 0 0 0,0 0 0 0 0,0 0 0 0 0,0 0 0 0 0,1 1 0 0 0,-1-1 0 0 0,2 1 1 0 0,9 2 937 0 0,-12-3-1078 0 0,-1 0 1 0 0,1 0-1 0 0,0 1 0 0 0,-1-1 1 0 0,1 0-1 0 0,-1 1 0 0 0,1-1 1 0 0,-1 0-1 0 0,0 1 0 0 0,1-1 1 0 0,-1 0-1 0 0,1 1 0 0 0,-1-1 1 0 0,0 1-1 0 0,1-1 0 0 0,-1 1 1 0 0,0-1-1 0 0,1 1 0 0 0,-1-1 1 0 0,0 1-1 0 0,0-1 0 0 0,1 1 1 0 0,-1-1-1 0 0,0 1 0 0 0,0 0 1 0 0,3 15 237 0 0,-3-12-254 0 0,-1 1 0 0 0,1-1 0 0 0,-1 0 0 0 0,0 0 0 0 0,0-1 0 0 0,0 1 0 0 0,-1 0 0 0 0,1 0 0 0 0,-3 3 0 0 0,-21 32 145 0 0,9-15-121 0 0,-15 20-40 0 0,22-33 0 0 0,1 0 0 0 0,0 1 0 0 0,1 0 0 0 0,0 0 0 0 0,1 0 0 0 0,0 1 0 0 0,-4 16 0 0 0,9-28 0 0 0,1 1 0 0 0,-1 0 0 0 0,1 0 0 0 0,0 0 0 0 0,0-1 0 0 0,0 1 0 0 0,0 0 0 0 0,0 0 0 0 0,0 0 0 0 0,0 0 0 0 0,1-1 0 0 0,-1 1 0 0 0,1 0 0 0 0,-1 0 0 0 0,1-1 0 0 0,0 1 0 0 0,-1 0 0 0 0,2 1 0 0 0,-1-2 0 0 0,0 0 0 0 0,0 0 0 0 0,0 0 0 0 0,0 0 0 0 0,0 0 0 0 0,0 0 0 0 0,0 0 0 0 0,0 0 0 0 0,0 0 0 0 0,0-1 0 0 0,1 1 0 0 0,-1-1 0 0 0,0 1 0 0 0,0-1 0 0 0,1 1 0 0 0,-1-1 0 0 0,0 1 0 0 0,1-1 0 0 0,-1 0 0 0 0,1 0 0 0 0,1 0 0 0 0,2 0 0 0 0,13 2 0 0 0,0-2 0 0 0,0 0 0 0 0,0-2 0 0 0,0 0 0 0 0,29-7 0 0 0,-20 4 0 0 0,75-17 0 0 0,41-6 0 0 0,-87 20-2572 0 0,-1-5-4664 0 0</inkml:trace>
</inkml:ink>
</file>

<file path=ppt/ink/ink2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20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98 17503 0 0,'0'0'1352'0'0,"-2"0"-873"0"0,-7-2 7734 0 0,10 1-8075 0 0,0-1 0 0 0,1 1 0 0 0,-1 0 0 0 0,0-1 0 0 0,1 1 0 0 0,-1 0 0 0 0,0 0 0 0 0,1 0 0 0 0,0 0 0 0 0,-1 0 0 0 0,3-1 0 0 0,-1 1 55 0 0,18-11 115 0 0,0 1 0 0 0,1 1 0 0 0,0 2 0 0 0,1 0-1 0 0,43-9 1 0 0,-38 12-289 0 0,0 1-1 0 0,0 1 0 0 0,1 1 1 0 0,45 5-1 0 0,-66-3-18 0 0,-1 1 0 0 0,0 0 0 0 0,1 0 0 0 0,-1 1 0 0 0,0 0 0 0 0,12 5 0 0 0,-7 2 0 0 0,-10-8 0 0 0,-1 1 0 0 0,0 0 0 0 0,0 0 0 0 0,0 0-1 0 0,0 0 1 0 0,0-1 0 0 0,-1 1 0 0 0,1 0 0 0 0,0 0 0 0 0,-1 1 0 0 0,0-1 0 0 0,1 0 0 0 0,-1 0-1 0 0,0 0 1 0 0,0 0 0 0 0,0 0 0 0 0,0 0 0 0 0,-1 0 0 0 0,1 0 0 0 0,0 0 0 0 0,-1 0-1 0 0,0 0 1 0 0,1 0 0 0 0,-1 0 0 0 0,0 0 0 0 0,0 0 0 0 0,-2 3 0 0 0,-2 4 14 0 0,-1 0 0 0 0,-1 0 0 0 0,-13 15 0 0 0,5-9-1 0 0,0-1-1 0 0,-1-1 0 0 0,0 0 0 0 0,-20 11 0 0 0,-74 37 118 0 0,93-52-114 0 0,-40 24 87 0 0,57-32-100 0 0,-1-1 0 0 0,1 0 0 0 0,-1 1 0 0 0,1-1 0 0 0,-1 0 0 0 0,1 1 0 0 0,-1-1 0 0 0,1 1 0 0 0,-1-1 0 0 0,1 1 0 0 0,-1-1 0 0 0,1 1 1 0 0,0-1-1 0 0,-1 1 0 0 0,1-1 0 0 0,0 1 0 0 0,-1 0 0 0 0,1 1 6 0 0,0-2-8 0 0,0 0 0 0 0,-1 0 0 0 0,1 0 0 0 0,0 0 0 0 0,0 0-1 0 0,0 0 1 0 0,0 0 0 0 0,0 1 0 0 0,0-1 0 0 0,0 0 0 0 0,0 0 0 0 0,0 0 0 0 0,0 0 0 0 0,0 0 0 0 0,0 0 0 0 0,0 0 0 0 0,0 0 0 0 0,0 1 0 0 0,0-1 0 0 0,0 0 0 0 0,0 0 0 0 0,0 0 0 0 0,0 0 0 0 0,0 0 0 0 0,0 0 0 0 0,0 0 0 0 0,0 0 0 0 0,0 1 0 0 0,0-1 0 0 0,0 0 0 0 0,0 0 0 0 0,0 0 0 0 0,0 0 0 0 0,0 0 0 0 0,0 0 0 0 0,0 0 0 0 0,0 0 0 0 0,0 0 0 0 0,0 1 0 0 0,1-1-1 0 0,-1 0 1 0 0,0 0 0 0 0,0 0 0 0 0,4 4 6 0 0,-1 0-1 0 0,1-1 0 0 0,0 1 1 0 0,0-1-1 0 0,1 0 0 0 0,-1 0 0 0 0,1-1 1 0 0,-1 1-1 0 0,1-1 0 0 0,0 0 1 0 0,0 0-1 0 0,9 1 0 0 0,10 3-13 0 0,35 3 1 0 0,-36-6 12 0 0,10 2-2 0 0,39 11 0 0 0,-61-13 4 0 0,1 1 0 0 0,-1 1 0 0 0,0-1 0 0 0,0 2 0 0 0,0-1 0 0 0,17 14 0 0 0,-25-17-8 0 0,0 1-1 0 0,0-1 1 0 0,-1 1 0 0 0,1-1 0 0 0,-1 1-1 0 0,1 0 1 0 0,-1 0 0 0 0,0 1 0 0 0,0-1-1 0 0,0 0 1 0 0,-1 1 0 0 0,1-1 0 0 0,-1 1-1 0 0,0-1 1 0 0,0 1 0 0 0,0 0 0 0 0,0-1-1 0 0,0 7 1 0 0,-2-5 10 0 0,1 0 0 0 0,-1 0-1 0 0,1-1 1 0 0,-1 1 0 0 0,0 0 0 0 0,-1-1-1 0 0,1 1 1 0 0,-1-1 0 0 0,0 0 0 0 0,0 1-1 0 0,-1-1 1 0 0,1 0 0 0 0,-1 0 0 0 0,-4 5-1 0 0,-10 12 42 0 0,-2-1 0 0 0,0-1-1 0 0,-1-1 1 0 0,-1 0 0 0 0,0-2-1 0 0,-1 0 1 0 0,-1-1 0 0 0,-1-2-1 0 0,-32 15 1 0 0,44-23-98 0 0,-9 4-71 0 0,-30 8 1 0 0,45-16-76 0 0,0 0 1 0 0,0 1-1 0 0,0-2 1 0 0,0 1-1 0 0,0-1 1 0 0,-1 0-1 0 0,1 0 1 0 0,0-1-1 0 0,0 1 1 0 0,-7-3-1 0 0,12 3 72 0 0,0 0-1 0 0,0-1 1 0 0,0 1 0 0 0,0-1 0 0 0,0 1-1 0 0,0 0 1 0 0,0-1 0 0 0,0 0 0 0 0,0 1-1 0 0,0-1 1 0 0,0 0 0 0 0,0 1-1 0 0,1-1 1 0 0,-1 0 0 0 0,0 0 0 0 0,1 0-1 0 0,-1 1 1 0 0,0-1 0 0 0,1 0 0 0 0,-1 0-1 0 0,1 0 1 0 0,-1 0 0 0 0,1-2-1 0 0,-2-11-2239 0 0</inkml:trace>
</inkml:ink>
</file>

<file path=ppt/ink/ink2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20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97 15663 0 0,'57'-8'2006'0'0,"27"-12"6329"0"0,-35 7-5893 0 0,3-1-1557 0 0,26-5-1308 0 0,-70 17 296 0 0,52-11-2254 0 0,-38 5 388 0 0</inkml:trace>
</inkml:ink>
</file>

<file path=ppt/ink/ink2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21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322 1 10135 0 0,'0'0'778'0'0,"-2"1"-506"0"0,-8 3 3424 0 0,-6 6 5579 0 0,2 3-4499 0 0,6-3-4371 0 0,0 0 1 0 0,-10 18 0 0 0,4-6 972 0 0,-8 14-816 0 0,13-20-454 0 0,-1-1 0 0 0,-18 22-1 0 0,12-18-68 0 0,-2-2 1 0 0,0 0-1 0 0,0-1 0 0 0,-2 0 0 0 0,-36 21 0 0 0,45-31-39 0 0,11-5 0 0 0,-1-1 0 0 0,1 0 0 0 0,-1 0 0 0 0,1 1 0 0 0,0-1 0 0 0,-1 0 0 0 0,1 0 0 0 0,0 1 0 0 0,-1-1 0 0 0,1 0 0 0 0,0 1 0 0 0,0-1 0 0 0,-1 0 0 0 0,1 1 0 0 0,0-1 0 0 0,0 1 0 0 0,0-1 0 0 0,-1 0 0 0 0,1 1 0 0 0,0 0 0 0 0,0 0 0 0 0,0-1 0 0 0,1 1 0 0 0,-1 0 0 0 0,0 0 0 0 0,0-1 0 0 0,1 1 0 0 0,-1-1 0 0 0,0 1 0 0 0,1 0 0 0 0,-1-1 0 0 0,1 1 0 0 0,-1-1 0 0 0,1 1 0 0 0,-1 0 0 0 0,1-1 0 0 0,0 1 0 0 0,2 1 0 0 0,0 0 0 0 0,1 0 0 0 0,-1 0 0 0 0,0 0 0 0 0,1-1 0 0 0,-1 1 0 0 0,1-1 0 0 0,0 0 0 0 0,-1 0 0 0 0,1-1 0 0 0,6 1 0 0 0,4 0 0 0 0,26-2 0 0 0,-17-1 0 0 0,217-25-287 0 0,-194 20-77 0 0,56-12-2836 0 0,-61 6-6825 0 0</inkml:trace>
  <inkml:trace contextRef="#ctx0" brushRef="#br0" timeOffset="1">346 25 3223 0 0,'-1'2'17359'0'0,"-9"26"-9202"0"0,7-15-7645 0 0,1 0 0 0 0,0 1 0 0 0,-1 18 0 0 0,3 43 469 0 0,10 82 1 0 0,22 74-998 0 0,-4-106-152 0 0,-26-116-216 0 0,1-1 0 0 0,1 0 1 0 0,0 0-1 0 0,0 0 0 0 0,0-1 1 0 0,1 1-1 0 0,6 7 0 0 0,-10-14 138 0 0,0 0 0 0 0,0 0-1 0 0,0 0 1 0 0,0 0-1 0 0,0-1 1 0 0,0 1-1 0 0,0-1 1 0 0,0 1 0 0 0,0 0-1 0 0,0-1 1 0 0,0 0-1 0 0,0 1 1 0 0,0-1-1 0 0,0 0 1 0 0,0 1 0 0 0,2-1-1 0 0,9-1-9053 0 0</inkml:trace>
</inkml:ink>
</file>

<file path=ppt/ink/ink2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21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0 22111 0 0,'0'0'984'0'0,"-8"4"200"0"0,-2-3-952 0 0,3 2-232 0 0,1 6 2744 0 0,1-3-1224 0 0,2 2 8 0 0,0 3-1192 0 0,1-2-240 0 0,4 0-8 0 0,-1 4-1352 0 0,3-1-272 0 0,0-1-48 0 0,3 0-16 0 0</inkml:trace>
  <inkml:trace contextRef="#ctx0" brushRef="#br0" timeOffset="1">164 305 8751 0 0,'-1'2'399'0'0,"-13"24"-199"0"0,3-5 1528 0 0,4-7 2319 0 0,-5 12 11387 0 0,12-25-15361 0 0,0-1 1 0 0,-1 1-1 0 0,1 0 0 0 0,0 0 1 0 0,-1 0-1 0 0,1-1 1 0 0,0 1-1 0 0,0 0 0 0 0,0 0 1 0 0,0 0-1 0 0,0 0 0 0 0,0-1 1 0 0,0 1-1 0 0,0 0 0 0 0,0 0 1 0 0,0 0-1 0 0,0-1 0 0 0,1 1 1 0 0,-1 0-1 0 0,0 0 1 0 0,0 0-1 0 0,1-1 0 0 0,-1 1 1 0 0,1 1-1 0 0,1-1-207 0 0,-1 0 1 0 0,0 0-1 0 0,1 0 1 0 0,-1 0-1 0 0,1 0 0 0 0,0-1 1 0 0,-1 1-1 0 0,1 0 1 0 0,0-1-1 0 0,-1 1 1 0 0,1-1-1 0 0,2 1 0 0 0,7 1-1371 0 0</inkml:trace>
</inkml:ink>
</file>

<file path=ppt/ink/ink2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21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0 19807 0 0,'-2'2'1526'0'0,"-2"2"-1294"0"0,1-1 1 0 0,-1 1 0 0 0,1 0 0 0 0,-1 0-1 0 0,1 1 1 0 0,0-1 0 0 0,1 0 0 0 0,-1 1-1 0 0,1 0 1 0 0,0 0 0 0 0,0 0 0 0 0,0 0-1 0 0,-1 10 1 0 0,-3 14 1050 0 0,2 1 0 0 0,1 0 0 0 0,2 31 0 0 0,2-32-897 0 0,1 0 0 0 0,2 0 1 0 0,1 0-1 0 0,1 0 0 0 0,17 48 0 0 0,52 108 13 0 0,-64-159-399 0 0,0 1 0 0 0,6 28 0 0 0,-17-52-31 0 0,1 0 1 0 0,-1 0-1 0 0,0 0 0 0 0,0 0 1 0 0,0-1-1 0 0,0 1 0 0 0,-1 4 1 0 0,1-6-285 0 0,-2 1-267 0 0,2-1 557 0 0,0-1 0 0 0,0 0 0 0 0,0 0-1 0 0,0 1 1 0 0,0-1 0 0 0,-1 0-1 0 0,1 0 1 0 0,0 0 0 0 0,0 1 0 0 0,0-1-1 0 0,0 0 1 0 0,0 0 0 0 0,0 0-1 0 0,-1 1 1 0 0,1-1 0 0 0,0 0 0 0 0,0 0-1 0 0,0 0 1 0 0,-1 0 0 0 0,1 1 0 0 0,0-1-1 0 0,0 0 1 0 0,0 0 0 0 0,-1 0-1 0 0,1 0 1 0 0,0 0 0 0 0,0 0 0 0 0,-1 0-1 0 0,-1 1-335 0 0,-1-1 0 0 0,1 1 0 0 0,-1-1-1 0 0,1 0 1 0 0,-1 0 0 0 0,1 0 0 0 0,-1 0 0 0 0,1 0-1 0 0,-1 0 1 0 0,1-1 0 0 0,-1 1 0 0 0,-2-2-1 0 0,-8-5-9099 0 0</inkml:trace>
</inkml:ink>
</file>

<file path=ppt/ink/ink2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22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0 166 25887 0 0,'0'0'2345'0'0,"3"-2"-1929"0"0,7-5-364 0 0,0-1 0 0 0,0 1-1 0 0,1 1 1 0 0,0 0-1 0 0,17-6 1 0 0,65-20 926 0 0,-74 25-710 0 0,42-10 780 0 0,93-16-1 0 0,64 8-950 0 0,-194 23-556 0 0,1 1-1 0 0,-1 0 0 0 0,1 2 0 0 0,-1 1 0 0 0,0 1 1 0 0,41 11-1 0 0,-40-4-2484 0 0,1 5-6683 0 0</inkml:trace>
</inkml:ink>
</file>

<file path=ppt/ink/ink2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22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0 22255 0 0,'0'0'2019'0'0,"1"1"-1527"0"0,0 0-231 0 0,0-1-1 0 0,0 1 1 0 0,0-1 0 0 0,0 1 0 0 0,0 0 0 0 0,0-1 0 0 0,-1 1-1 0 0,1 0 1 0 0,0 0 0 0 0,0 0 0 0 0,-1 0 0 0 0,1-1-1 0 0,0 1 1 0 0,-1 0 0 0 0,1 0 0 0 0,-1 0 0 0 0,0 0 0 0 0,1 0-1 0 0,-1 1 1 0 0,0-1 0 0 0,1 1 0 0 0,-1 1-84 0 0,0 0 1 0 0,0-1-1 0 0,0 1 0 0 0,0-1 1 0 0,-1 1-1 0 0,1-1 1 0 0,-1 1-1 0 0,0-1 0 0 0,-1 4 1 0 0,-2 2-111 0 0,0 0 0 0 0,0 0 0 0 0,-1 0 0 0 0,-9 11 1 0 0,-3 0-38 0 0,-1 0 1 0 0,-1-1 0 0 0,-1-1-1 0 0,-40 27 1 0 0,47-33-31 0 0,12-11 0 0 0,1 0 0 0 0,0 0 0 0 0,0 0 0 0 0,0 0 0 0 0,-1 1 0 0 0,1-1 0 0 0,0 0 0 0 0,0 0 0 0 0,0 0 0 0 0,0 1 0 0 0,-1-1 0 0 0,1 0 0 0 0,0 0 0 0 0,0 0 0 0 0,0 1 0 0 0,0-1 0 0 0,0 0 0 0 0,0 0 0 0 0,0 1 0 0 0,0-1 0 0 0,0 0 0 0 0,0 0 0 0 0,0 1 0 0 0,0-1 0 0 0,0 0 0 0 0,0 0 0 0 0,0 1 0 0 0,0-1 0 0 0,0 0 0 0 0,0 0 0 0 0,0 1 0 0 0,0-1 0 0 0,0 0 0 0 0,0 0 0 0 0,0 0 0 0 0,0 1 0 0 0,1-1 0 0 0,-1 0 0 0 0,0 0 0 0 0,0 0 0 0 0,0 1 0 0 0,0-1 0 0 0,1 0 0 0 0,-1 0 0 0 0,0 0 0 0 0,0 0 0 0 0,0 1 0 0 0,1-1 0 0 0,-1 0 0 0 0,0 0 0 0 0,0 0 0 0 0,1 0 0 0 0,10 4 0 0 0,-10-4 0 0 0,7 2 0 0 0,0-1 0 0 0,1 0 0 0 0,-1 0 0 0 0,1-1 0 0 0,14-1 0 0 0,44-10 0 0 0,-5 1 0 0 0,131-8-1705 0 0,-191 18 1383 0 0,3 1 228 0 0</inkml:trace>
  <inkml:trace contextRef="#ctx0" brushRef="#br0" timeOffset="1">188 44 21535 0 0,'0'0'2429'0'0,"2"1"-1719"0"0,1 2-393 0 0,0-1 1 0 0,0 1 0 0 0,0 0-1 0 0,0 0 1 0 0,-1 0 0 0 0,1 1-1 0 0,-1-1 1 0 0,0 0 0 0 0,0 1-1 0 0,0 0 1 0 0,-1-1 0 0 0,1 1-1 0 0,-1 0 1 0 0,0 0 0 0 0,1 5-1 0 0,3 10 671 0 0,2 34 0 0 0,-7-50-973 0 0,7 166 785 0 0,-6-82-580 0 0,-1-86-223 0 0,1 14-714 0 0,0-1 0 0 0,0 0 0 0 0,7 26 0 0 0,-7-37 498 0 0,0 0 0 0 0,0 1 0 0 0,1-1 0 0 0,-1 0 0 0 0,1 0 0 0 0,0 0 0 0 0,0-1 0 0 0,0 1 0 0 0,4 4 0 0 0,-5-6 135 0 0,0 1 0 0 0,1-1 0 0 0,0 0 1 0 0,-1 0-1 0 0,1 0 0 0 0,0 0 0 0 0,-1-1 0 0 0,1 1 0 0 0,0 0 0 0 0,0-1 0 0 0,-1 1 1 0 0,1-1-1 0 0,0 0 0 0 0,0 0 0 0 0,0 1 0 0 0,0-1 0 0 0,0 0 0 0 0,3-1 0 0 0,9-2-1997 0 0</inkml:trace>
</inkml:ink>
</file>

<file path=ppt/ink/ink2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23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18431 0 0,'0'0'1916'0'0,"1"0"-1481"0"0,20-6 4647 0 0,26-5 1 0 0,25 1-2829 0 0,72 5-2725 0 0,-80 7 143 0 0,-3 1-1246 0 0,-21-5-2323 0 0,-20 1-5955 0 0</inkml:trace>
  <inkml:trace contextRef="#ctx0" brushRef="#br0" timeOffset="1">210 118 11055 0 0,'-6'2'15617'0'0,"28"0"-14873"0"0,0-1-1 0 0,0-1 0 0 0,29-3 0 0 0,67-16-856 0 0,-18 2-1621 0 0,-61 12 111 0 0,0-1-73 0 0</inkml:trace>
</inkml:ink>
</file>

<file path=ppt/ink/ink2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23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569 93 16127 0 0,'0'1'9100'0'0,"-2"11"-7280"0"0,1 0-1 0 0,1 20 0 0 0,9 57-569 0 0,-5-58-771 0 0,35 218-126 0 0,-34-219-399 0 0,15 71-408 0 0,-20-91-48 0 0</inkml:trace>
  <inkml:trace contextRef="#ctx0" brushRef="#br0" timeOffset="1">19 104 7831 0 0,'-19'-17'22219'0'0,"33"12"-22207"0"0,-11 4 570 0 0,19-6-81 0 0,1 2 0 0 0,45-6 0 0 0,-40 7-265 0 0,154-15 70 0 0,-59 7-228 0 0,190-11-745 0 0,-290 23-302 0 0,-1 1 0 0 0,0 1-1 0 0,0 1 1 0 0,32 8 0 0 0,-33-3-486 0 0</inkml:trace>
</inkml:ink>
</file>

<file path=ppt/ink/ink2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24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12895 0 0,'0'0'998'0'0,"2"1"-657"0"0,6 2 1585 0 0,0 1 0 0 0,0-1 0 0 0,0-1 1 0 0,0 0-1 0 0,17 3 0 0 0,10-3 2362 0 0,1-1-3483 0 0,-10-1 49 0 0,32-5-1 0 0,-56 4-814 0 0,-1 1-31 0 0,0 0-1 0 0,0 0 1 0 0,0 0 0 0 0,0 0-1 0 0,0 0 1 0 0,-1 0 0 0 0,1 0-1 0 0,0 0 1 0 0,0 0 0 0 0,0 0-1 0 0,0 0 1 0 0,0 1 0 0 0,-1-1-1 0 0,1 0 1 0 0,0 0 0 0 0,1 2-1 0 0,-2-2-7 0 0,1 0 1 0 0,-1 0-1 0 0,1 0 0 0 0,-1 0 0 0 0,0 0 0 0 0,1 0 0 0 0,-1 0 1 0 0,1 0-1 0 0,-1 0 0 0 0,0 0 0 0 0,1 0 0 0 0,-1 1 0 0 0,0-1 0 0 0,1 0 1 0 0,-1 0-1 0 0,0 1 0 0 0,1-1 0 0 0,-1 0 0 0 0,0 0 0 0 0,1 1 1 0 0,-1-1-1 0 0,0 0 0 0 0,0 1 0 0 0,1-1 0 0 0,-1 0 0 0 0,0 1 0 0 0,0-1 1 0 0,0 0-1 0 0,0 1 0 0 0,1-1 0 0 0,-1 0 0 0 0,0 1 0 0 0,0-1 1 0 0,0 1-1 0 0,0-1 0 0 0,0 0 0 0 0,0 1 0 0 0,0-1 0 0 0,0 1 0 0 0,0-1 1 0 0,0 0-1 0 0,0 1 0 0 0,0 0 0 0 0,-1-1 0 0 0,2 2 0 0 0,-2 1 0 0 0,1-1 0 0 0,0 1 0 0 0,0-1 0 0 0,-1 0 0 0 0,1 1 0 0 0,-1-1 0 0 0,0 0 0 0 0,0 0 0 0 0,1 1 0 0 0,-2-1 0 0 0,1 0 0 0 0,-1 2 0 0 0,-23 27 0 0 0,20-26 0 0 0,0 1 0 0 0,1-1 0 0 0,-7 12 0 0 0,8-9 0 0 0,1 5 0 0 0,4-8 0 0 0,-1-4 0 0 0,2 4 0 0 0,0-1 0 0 0,-1 0 0 0 0,1 1 0 0 0,1-1 0 0 0,-1 0 0 0 0,1-1 0 0 0,-1 1 0 0 0,1-1 0 0 0,0 1 0 0 0,0-1 0 0 0,1 0 0 0 0,8 4 0 0 0,2 1 0 0 0,0-1 0 0 0,27 8 0 0 0,-7-4 0 0 0,58 19 0 0 0,-79-24 0 0 0,0 0 0 0 0,0 1 0 0 0,0 1 0 0 0,13 10 0 0 0,-25-17 0 0 0,0 1 0 0 0,0-1 0 0 0,0 1 0 0 0,-1-1 0 0 0,1 1 0 0 0,0 0 0 0 0,-1 0 0 0 0,0 0 0 0 0,2 2 0 0 0,-1 9 0 0 0,-2-10 0 0 0,0-1 0 0 0,-1 0 0 0 0,1 0 0 0 0,-1 0 0 0 0,1 0 0 0 0,-1 0 0 0 0,0 0 0 0 0,0 0 0 0 0,0 0 0 0 0,0 0 0 0 0,0 0 0 0 0,0 0 0 0 0,0-1 0 0 0,-1 1 0 0 0,1-1 0 0 0,-4 4 0 0 0,-26 19 0 0 0,28-22 0 0 0,-38 24 0 0 0,-1-3 0 0 0,-74 31 0 0 0,76-40 0 0 0,0-2 0 0 0,-68 11 0 0 0,102-22 0 0 0,-22 2-2150 0 0,0-5-4796 0 0</inkml:trace>
</inkml:ink>
</file>

<file path=ppt/ink/ink2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24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369 9 18975 0 0,'0'0'1720'0'0,"10"-8"6736"0"0,-16 15-7900 0 0,0 0-1 0 0,-7 12 1 0 0,-5 6-102 0 0,-57 62 240 0 0,-126 109-1 0 0,146-142-585 0 0,54-54-108 0 0,1 0 0 0 0,0 1 0 0 0,0-1 0 0 0,-1 0 0 0 0,1 0 0 0 0,0 1 0 0 0,0-1 0 0 0,-1 0 0 0 0,1 1 0 0 0,0-1 0 0 0,0 0 0 0 0,0 1 0 0 0,-1-1 0 0 0,1 1 0 0 0,0-1 0 0 0,0 0 0 0 0,0 1 0 0 0,0-1 0 0 0,0 0 0 0 0,0 1 0 0 0,0-1 0 0 0,0 1 0 0 0,1 0 0 0 0,0 0 0 0 0,0 0 0 0 0,0 0 0 0 0,0 0 0 0 0,0 0 0 0 0,0 0 0 0 0,0 0 0 0 0,0 0 0 0 0,0-1 0 0 0,1 1 0 0 0,-1 0 0 0 0,0-1 0 0 0,1 1 0 0 0,-1-1 0 0 0,0 0 0 0 0,1 1 0 0 0,-1-1 0 0 0,3 0 0 0 0,30 3 0 0 0,-31-3 0 0 0,23 0 0 0 0,0-2 0 0 0,0-1 0 0 0,0-1 0 0 0,34-10 0 0 0,23-3 0 0 0,193-34-832 0 0,-225 46-1457 0 0,-48 4 923 0 0</inkml:trace>
</inkml:ink>
</file>

<file path=ppt/ink/ink2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25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22951 0 0,'0'0'4353'0'0,"1"2"-3687"0"0,5 12-107 0 0,0 1 1 0 0,-1 0 0 0 0,-1 0 0 0 0,-1 0-1 0 0,0 0 1 0 0,2 31 0 0 0,-6 99 25 0 0,0-116-427 0 0,0-11-126 0 0,2 295 67 0 0,0-300-299 0 0,0 1 1 0 0,1-1 0 0 0,1 0 0 0 0,0 0-1 0 0,1 0 1 0 0,7 15 0 0 0,-11-27 81 0 0,1-1 0 0 0,-1 1 0 0 0,1-1-1 0 0,0 1 1 0 0,-1 0 0 0 0,1-1 0 0 0,-1 1 0 0 0,1-1 0 0 0,0 0-1 0 0,0 1 1 0 0,-1-1 0 0 0,1 0 0 0 0,0 1 0 0 0,0-1 0 0 0,-1 0 0 0 0,1 0-1 0 0,0 1 1 0 0,1-1 0 0 0,5-1-3750 0 0,5-4-5435 0 0</inkml:trace>
  <inkml:trace contextRef="#ctx0" brushRef="#br0" timeOffset="1">489 290 6911 0 0,'2'0'10052'0'0,"8"3"-7008"0"0,0 0 0 0 0,0-1-1 0 0,14 1 1 0 0,-5-2-1722 0 0,22-2 0 0 0,-8-2-1702 0 0,51-11 1 0 0,29-14-4768 0 0,-73 18-4338 0 0</inkml:trace>
</inkml:ink>
</file>

<file path=ppt/ink/ink2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25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9215 0 0,'0'0'831'0'0,"0"3"-79"0"0,-4 46 12489 0 0,4 3-7052 0 0,10 105-5148 0 0,-8-124 230 0 0,53 345-1048 0 0,-51-356-221 0 0,2 32 0 0 0,-4-35-171 0 0,0-16-218 0 0,-1 0-92 0 0,14-5-8739 0 0,1-4-473 0 0</inkml:trace>
</inkml:ink>
</file>

<file path=ppt/ink/ink2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27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27 22111 0 0,'-35'-10'2343'0'0,"25"6"-1729"0"0,1 1 0 0 0,-1 0 0 0 0,0 1 0 0 0,0 1 0 0 0,-15-2 0 0 0,11 3 319 0 0,3 0-741 0 0,0 0 0 0 0,0 0 0 0 0,0 1 0 0 0,-16 4 0 0 0,25-4-310 0 0,1-1-1 0 0,0 1 1 0 0,-1 0-1 0 0,1 0 1 0 0,0 0-1 0 0,-1-1 1 0 0,1 1-1 0 0,0 1 1 0 0,0-1-1 0 0,0 0 1 0 0,0 0-1 0 0,0 0 1 0 0,-1 3-1 0 0,1-3-71 0 0</inkml:trace>
</inkml:ink>
</file>

<file path=ppt/ink/ink2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27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19807 0 0,'0'0'1526'0'0,"-2"1"-987"0"0,-6 7 5591 0 0,8-8-6011 0 0,-1 1 0 0 0,1-1 0 0 0,0 0 1 0 0,-1 0-1 0 0,1 1 0 0 0,0-1 0 0 0,-1 0 0 0 0,1 1 1 0 0,0-1-1 0 0,0 0 0 0 0,-1 1 0 0 0,1-1 1 0 0,0 0-1 0 0,0 1 0 0 0,0-1 0 0 0,0 0 0 0 0,-1 1 1 0 0,1-1-1 0 0,0 1 0 0 0,0 0 0 0 0,-1 1 1159 0 0,24-4-3483 0 0,-6-1-5059 0 0,1 0-2331 0 0</inkml:trace>
</inkml:ink>
</file>

<file path=ppt/ink/ink2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28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6 199 21279 0 0,'0'0'976'0'0,"-1"-2"-24"0"0,-2-3-528 0 0,2 4 616 0 0,9 13 167 0 0,30 92 2376 0 0,-16-40-2704 0 0,145 329 1209 0 0,-96-264-1901 0 0,-52-103-182 0 0,-3-7 65 0 0,-15-17-24 0 0,0-4-43 0 0,1 1 0 0 0,-1 0 0 0 0,0 0-1 0 0,0 0 1 0 0,0-1 0 0 0,0 1 0 0 0,0 0 0 0 0,0-1-1 0 0,0 1 1 0 0,1-3 0 0 0,2-7-3 0 0,0 0 0 0 0,0-1 0 0 0,-1 1 0 0 0,1-13 0 0 0,1-2 0 0 0,76-289 0 0 0,28-52 0 0 0,-58 224-936 0 0,-50 141 513 0 0</inkml:trace>
</inkml:ink>
</file>

<file path=ppt/ink/ink2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28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44 127 17503 0 0,'-8'1'778'0'0,"5"-1"-587"0"0,-1 0 0 0 0,0 0 0 0 0,1-1 0 0 0,-1 1 0 0 0,1-1 0 0 0,-11-3 10138 0 0,23-1-9005 0 0,-5 2-1212 0 0,37-15 112 0 0,0 2 0 0 0,0 1 0 0 0,2 2 0 0 0,0 2 0 0 0,46-6 0 0 0,9 5-530 0 0,115 1-1 0 0,-89 15-1013 0 0,-42 7-3061 0 0,-51-4-5226 0 0</inkml:trace>
</inkml:ink>
</file>

<file path=ppt/ink/ink2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28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6 20991 0 0,'7'-5'10307'0'0,"-7"12"-9657"0"0,0-5-584 0 0,0 1 0 0 0,0-1 0 0 0,0 0 1 0 0,0 0-1 0 0,0 1 0 0 0,-1-1 0 0 0,1 0 0 0 0,-1 0 0 0 0,-1 3 1 0 0,-5 10-49 0 0,-2-1 0 0 0,1 0-1 0 0,-2 0 1 0 0,0-1 0 0 0,-1 0 0 0 0,-20 19 0 0 0,-15 17 14 0 0,33-31-32 0 0,13-18 0 0 0,-1 0 0 0 0,1 1 0 0 0,0-1 0 0 0,0 1 0 0 0,-1-1 0 0 0,1 1 0 0 0,0-1 0 0 0,0 0 0 0 0,0 1 0 0 0,0-1 0 0 0,0 1 0 0 0,0-1 0 0 0,0 1 0 0 0,0-1 0 0 0,0 1 0 0 0,0-1 0 0 0,0 1 0 0 0,0-1 0 0 0,0 1 0 0 0,0-1 0 0 0,0 1 0 0 0,0-1 0 0 0,0 0 0 0 0,1 1 0 0 0,-1-1 0 0 0,0 1 0 0 0,0-1 0 0 0,1 1 0 0 0,-1-1 0 0 0,0 0 0 0 0,0 1 0 0 0,1-1 0 0 0,-1 0 0 0 0,0 1 0 0 0,1-1 0 0 0,-1 0 0 0 0,1 1 0 0 0,-1-1 0 0 0,0 0 0 0 0,1 0 0 0 0,-1 0 0 0 0,1 1 0 0 0,-1-1 0 0 0,1 0 0 0 0,-1 0 0 0 0,1 0 0 0 0,0 0 0 0 0,4 2 0 0 0,-1-1 0 0 0,1 1 0 0 0,0-1 0 0 0,0-1 0 0 0,-1 1 0 0 0,1-1 0 0 0,0 1 0 0 0,0-2 0 0 0,0 1 0 0 0,9-2 0 0 0,3 1 0 0 0,20-3-356 0 0,-1-2 0 0 0,60-16 1 0 0,23-4-606 0 0,-117 26 168 0 0</inkml:trace>
  <inkml:trace contextRef="#ctx0" brushRef="#br0" timeOffset="1">145 74 12439 0 0,'1'2'12391'0'0,"6"16"-10835"0"0,-1 0 1 0 0,-1 0-1 0 0,5 27 0 0 0,3 60-686 0 0,-3-14-380 0 0,-9-86-495 0 0,3 24-311 0 0,1-1 0 0 0,2 1 0 0 0,17 48 0 0 0,-22-73 5 0 0,0 1 1 0 0,1-1-1 0 0,-1 1 0 0 0,4 3 1 0 0,-5-6 54 0 0,0-1 1 0 0,1 0-1 0 0,-1 0 0 0 0,0 0 1 0 0,0 0-1 0 0,0 0 0 0 0,1 0 1 0 0,-1 0-1 0 0,0 0 1 0 0,1 0-1 0 0,-1 0 0 0 0,1-1 1 0 0,-1 1-1 0 0,1-1 0 0 0,-1 1 1 0 0,3-1-1 0 0,8 0-1816 0 0</inkml:trace>
</inkml:ink>
</file>

<file path=ppt/ink/ink2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29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 23671 0 0,'0'0'2144'0'0,"2"-2"-1763"0"0,7-4 108 0 0,0 0-1 0 0,1 0 1 0 0,0 1-1 0 0,0 1 1 0 0,0-1-1 0 0,1 2 0 0 0,0-1 1 0 0,-1 1-1 0 0,1 1 1 0 0,20-2-1 0 0,11 1-428 0 0,63 4 1 0 0,-95-1-168 0 0,-5 0-62 0 0,11 1-926 0 0,1 0 0 0 0,27 5 1 0 0,-29-1-1005 0 0</inkml:trace>
  <inkml:trace contextRef="#ctx0" brushRef="#br0" timeOffset="1">75 204 6911 0 0,'-7'5'20083'0'0,"23"-8"-17537"0"0,84-10-1620 0 0,157-29-2998 0 0,-249 40 1875 0 0,21-5-2407 0 0,-1-1-3306 0 0,3-1-2582 0 0</inkml:trace>
</inkml:ink>
</file>

<file path=ppt/ink/ink2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29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1 265 7367 0 0,'3'-6'26277'0'0,"41"149"-28514"0"0,-31-94 2917 0 0,36 87 0 0 0,-26-86-680 0 0,2-2 0 0 0,2-1 0 0 0,55 71 0 0 0,-80-115 0 0 0,1 0 0 0 0,-1 0 0 0 0,1 0 0 0 0,0-1 0 0 0,0 1 0 0 0,0-1 0 0 0,5 3 0 0 0,-7-4 0 0 0,0-1 0 0 0,0 1 0 0 0,-1-1 0 0 0,1 0 0 0 0,0 1 0 0 0,0-1 0 0 0,0 0 0 0 0,0 0 0 0 0,0 1 0 0 0,0-1 0 0 0,0 0 0 0 0,0 0 0 0 0,0 0 0 0 0,0 0 0 0 0,0 0 0 0 0,0 0 0 0 0,0 0 0 0 0,0-1 0 0 0,0 1 0 0 0,0 0 0 0 0,0-1 0 0 0,-1 1 0 0 0,3-1 0 0 0,-1 0 0 0 0,1 0 0 0 0,0-1 0 0 0,-1 1 0 0 0,1-1 0 0 0,-1 1 0 0 0,1-1 0 0 0,-1 0 0 0 0,1 0 0 0 0,-1 0 0 0 0,0-1 0 0 0,0 1 0 0 0,0 0 0 0 0,0-1 0 0 0,2-4 0 0 0,2-4 0 0 0,-1 0 0 0 0,5-14 0 0 0,0 1 0 0 0,13-29 0 0 0,-2-1 0 0 0,19-78 0 0 0,9-97-88 0 0,-37 158 12 0 0,2-91-1 0 0,-15 125-247 0 0,1 35 229 0 0,0 0 0 0 0,-1 1 0 0 0,1-1 0 0 0,0 0 1 0 0,-1 1-1 0 0,1-1 0 0 0,-1 1 0 0 0,1-1 0 0 0,-1 0 0 0 0,0 1 0 0 0,0-1 0 0 0,0 1 0 0 0,1 0 0 0 0,-2-1 0 0 0,1 1 0 0 0,0 0 0 0 0,0-1 0 0 0,0 1 0 0 0,-2-1 0 0 0,1 1-61 0 0,1 1 0 0 0,0 0 0 0 0,0 0 1 0 0,0 0-1 0 0,0 0 0 0 0,0 0 0 0 0,0 0 0 0 0,0 0 0 0 0,0 0 1 0 0,0 0-1 0 0,0 1 0 0 0,0-1 0 0 0,0 0 0 0 0,0 1 0 0 0,0-1 0 0 0,0 1 1 0 0,-1 0-1 0 0,-12 7-2135 0 0</inkml:trace>
</inkml:ink>
</file>

<file path=ppt/ink/ink2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30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 12895 0 0,'1'1'8662'0'0,"7"0"-6323"0"0,1-1 0 0 0,-1 1 1 0 0,9-2-1 0 0,49-8-1405 0 0,-26 4-330 0 0,0 0-512 0 0,406-34-366 0 0,-350 42-1082 0 0,-79-1-961 0 0,29 7 0 0 0,-18-1-7332 0 0</inkml:trace>
  <inkml:trace contextRef="#ctx0" brushRef="#br0" timeOffset="1">1144 205 14743 0 0,'0'0'1335'0'0,"0"2"-1096"0"0,7 67 1830 0 0,-1 38 5371 0 0,4 39-499 0 0,-2-73-7414 0 0,6 60-1323 0 0,-12-120 689 0 0</inkml:trace>
</inkml:ink>
</file>

<file path=ppt/ink/ink2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41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10 159 5983 0 0,'0'0'464'0'0,"0"-1"-305"0"0,0-4 240 0 0,0 0 1 0 0,0 1-1 0 0,0-1 0 0 0,-1 1 0 0 0,1-1 0 0 0,-3-7 1 0 0,1 7 854 0 0,1 1 0 0 0,0-1 1 0 0,0 0-1 0 0,1 1 1 0 0,-1-1-1 0 0,1 0 0 0 0,0 0 1 0 0,1 1-1 0 0,0-9 1 0 0,-1 13-1053 0 0,0-1 0 0 0,1 0 0 0 0,-1 1 0 0 0,0-1 0 0 0,0 1 0 0 0,0-1 0 0 0,0 1 0 0 0,1-1 0 0 0,-1 1 0 0 0,0-1 0 0 0,1 1 0 0 0,-1-1 0 0 0,0 1 0 0 0,1-1 0 0 0,-1 1 0 0 0,0 0 0 0 0,1-1 0 0 0,-1 1 0 0 0,1-1 0 0 0,-1 1 1 0 0,1 0-1 0 0,-1 0 0 0 0,1-1 0 0 0,-1 1 0 0 0,1 0 0 0 0,-1 0 0 0 0,1-1 0 0 0,1 1 0 0 0,-1 0-92 0 0,0 0-1 0 0,1 0 1 0 0,-1 1 0 0 0,0-1 0 0 0,1 0-1 0 0,-1 1 1 0 0,0-1 0 0 0,1 1 0 0 0,-1-1-1 0 0,0 1 1 0 0,0 0 0 0 0,2 0 0 0 0,1 3-62 0 0,0-1 0 0 0,0 0 0 0 0,0 1 0 0 0,0 0 0 0 0,-1 0 0 0 0,5 6 0 0 0,6 16 206 0 0,-1 1 0 0 0,-2 0 0 0 0,15 50 1 0 0,-17-48-145 0 0,104 339 744 0 0,-111-360-846 0 0,8 20 48 0 0,-10-28-55 0 0,1 1 0 0 0,-1-1-1 0 0,0 1 1 0 0,0-1 0 0 0,0 1-1 0 0,0-1 1 0 0,1 0 0 0 0,-1 1-1 0 0,0-1 1 0 0,0 0 0 0 0,1 1-1 0 0,-1-1 1 0 0,0 0 0 0 0,1 1-1 0 0,-1-1 1 0 0,0 0 0 0 0,1 1-1 0 0,-1-1 1 0 0,0 0 0 0 0,1 0-1 0 0,-1 0 1 0 0,1 1 0 0 0,-1-1-1 0 0,1 0 1 0 0,-1 0 0 0 0,0 0-1 0 0,1 0 1 0 0,-1 0 0 0 0,1 0-1 0 0,-1 0 1 0 0,1 0 0 0 0,0 0-1 0 0,0 0 3 0 0,1-1-1 0 0,-1 1 1 0 0,0-1-1 0 0,0 0 1 0 0,0 1-1 0 0,1-1 1 0 0,-1 0-1 0 0,0 0 1 0 0,0 0-1 0 0,2-2 1 0 0,1-2 5 0 0,1-1 0 0 0,-1 1 1 0 0,6-12-1 0 0,-1-4-8 0 0,-2-1 0 0 0,0 1 0 0 0,-2-1 0 0 0,6-42 0 0 0,-1 5 0 0 0,54-173-64 0 0,-62 224 62 0 0,2 0-1 0 0,-1 0 1 0 0,1 0 0 0 0,0 1 0 0 0,0-1-1 0 0,11-12 1 0 0,-13 17-73 0 0,1 4 6 0 0,-1-1 62 0 0,0 1-1 0 0,0 0 1 0 0,0 0 0 0 0,0 0 0 0 0,0 0-1 0 0,0 0 1 0 0,0 0 0 0 0,0 0 0 0 0,0 1-1 0 0,0-1 1 0 0,-1 1 0 0 0,1-1 0 0 0,-1 1-1 0 0,1 0 1 0 0,-1 0 0 0 0,1-1 0 0 0,-1 1-1 0 0,0 0 1 0 0,0 0 0 0 0,2 4-1 0 0,2 7-4 0 0,0 1-1 0 0,4 16 0 0 0,-6-20 1 0 0,24 99-25 0 0,11 34 164 0 0,-30-117-77 0 0,2-1 1 0 0,0 0-1 0 0,20 32 0 0 0,-21-43-44 0 0,0 0 0 0 0,1 0 0 0 0,1-1 0 0 0,0-1 0 0 0,0 0 0 0 0,1-1 0 0 0,15 11 0 0 0,-20-16-5 0 0,1-1 0 0 0,0 0 0 0 0,1-1 1 0 0,-1 1-1 0 0,1-2 0 0 0,0 1 0 0 0,-1-1 0 0 0,1-1 0 0 0,1 0 0 0 0,-1 0 1 0 0,0 0-1 0 0,0-1 0 0 0,17-1 0 0 0,-21 0-1 0 0,0 0 0 0 0,0-1 0 0 0,0 0 0 0 0,0 0 0 0 0,0 0 1 0 0,0-1-1 0 0,0 1 0 0 0,-1-1 0 0 0,1-1 0 0 0,-1 1 0 0 0,1 0 0 0 0,-1-1 0 0 0,0 0 0 0 0,5-5 0 0 0,-4 4 0 0 0,0-2 1 0 0,-1 1-1 0 0,0-1 0 0 0,0 1 0 0 0,0-1 0 0 0,-1 0 0 0 0,0 0 0 0 0,0-1 1 0 0,3-8-1 0 0,0-11-2 0 0,0 1-1 0 0,-2-1 1 0 0,-1 0 0 0 0,0-37 0 0 0,-3 49-1 0 0,2-33-104 0 0,3-71-1957 0 0,-12-143 1 0 0,2 223-812 0 0,-3 4-6149 0 0</inkml:trace>
</inkml:ink>
</file>

<file path=ppt/ink/ink2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41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1 125 20271 0 0,'0'0'2423'0'0,"3"0"-1359"0"0,44-2 1673 0 0,62-9 0 0 0,51-18-2934 0 0,-70 12 645 0 0,180-38-3775 0 0,-213 44 1402 0 0</inkml:trace>
</inkml:ink>
</file>

<file path=ppt/ink/ink2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41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16127 0 0,'0'0'3598'0'0,"3"-1"-1499"0"0,5-1-735 0 0,1-2-1 0 0,0 1 0 0 0,11-7 0 0 0,-10 5-1112 0 0,-1 1 0 0 0,1 0 0 0 0,13-4 1 0 0,8 1-450 0 0,64-5 0 0 0,-78 11-2715 0 0,0 1 0 0 0,33 5 0 0 0,-6 4-5339 0 0</inkml:trace>
</inkml:ink>
</file>

<file path=ppt/ink/ink2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42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0 320 6911 0 0,'1'2'4063'0'0,"12"28"4485"0"0,-1 2-3629 0 0,41 119 374 0 0,-14-55-3784 0 0,-39-94-1342 0 0,2-4-109 0 0,1 0-56 0 0,-1 0-1 0 0,0 0 0 0 0,1-1 0 0 0,-1 1 0 0 0,0-1 0 0 0,-1 1 0 0 0,1-1 1 0 0,0 0-1 0 0,-1 0 0 0 0,2-4 0 0 0,11-36-2 0 0,-6 17 0 0 0,19-64-83 0 0,-17 54 11 0 0,1 0 0 0 0,22-46-1 0 0,-33 80-3 0 0,6 13-5 0 0,-2-7 81 0 0,2 11 32 0 0,-1 0-1 0 0,0 0 1 0 0,5 29 0 0 0,-6-27 33 0 0,0 0 0 0 0,11 28 0 0 0,-13-40-55 0 0,1 1-1 0 0,0-1 1 0 0,0 1-1 0 0,1-1 0 0 0,-1 0 1 0 0,1 0-1 0 0,0-1 0 0 0,1 1 1 0 0,-1-1-1 0 0,1 0 1 0 0,7 6-1 0 0,-4-6-43 0 0,0 0 0 0 0,0 0 1 0 0,0-1-1 0 0,0 0 0 0 0,0 0 0 0 0,1-1 0 0 0,-1 0 1 0 0,1 0-1 0 0,0-1 0 0 0,-1 0 0 0 0,1-1 0 0 0,0 0 1 0 0,0 0-1 0 0,17-3 0 0 0,-11 0-37 0 0,1-1 1 0 0,-1 0-1 0 0,0-1 0 0 0,-1 0 0 0 0,1-1 1 0 0,-1-1-1 0 0,21-13 0 0 0,-28 15 41 0 0,0-1 0 0 0,0 1-1 0 0,0-1 1 0 0,-1 0 0 0 0,0-1 0 0 0,-1 0 0 0 0,1 0-1 0 0,-1 0 1 0 0,-1 0 0 0 0,1-1 0 0 0,-1 0 0 0 0,0 0-1 0 0,-1 0 1 0 0,0 0 0 0 0,0 0 0 0 0,-1-1 0 0 0,0 1-1 0 0,-1-1 1 0 0,2-13 0 0 0,-1 0-19 0 0,-1 15 48 0 0,0 0 1 0 0,-1 0-1 0 0,1 0 1 0 0,-1 0-1 0 0,-1 0 1 0 0,1-1-1 0 0,-1 1 1 0 0,-3-9-1 0 0,4 15 2 0 0,0 1-1 0 0,0-1 1 0 0,-1 0 0 0 0,1 1-1 0 0,0-1 1 0 0,-1 0 0 0 0,1 1-1 0 0,-1-1 1 0 0,1 0-1 0 0,-1 1 1 0 0,1-1 0 0 0,-1 1-1 0 0,1-1 1 0 0,-1 1 0 0 0,1-1-1 0 0,-1 1 1 0 0,0-1 0 0 0,1 1-1 0 0,-1 0 1 0 0,0-1-1 0 0,1 1 1 0 0,-1 0 0 0 0,0-1-1 0 0,0 1 1 0 0,1 0 0 0 0,-2 0-1 0 0,0 0 8 0 0,0 0-1 0 0,1 0 0 0 0,-1 1 1 0 0,0-1-1 0 0,1 1 1 0 0,-1-1-1 0 0,1 1 0 0 0,-1-1 1 0 0,1 1-1 0 0,-1 0 1 0 0,-2 2-1 0 0,-1 0 34 0 0,0 1-1 0 0,0 1 1 0 0,0-1-1 0 0,1 1 1 0 0,-5 6-1 0 0,0 2 33 0 0,1-1-1 0 0,0 1 1 0 0,1 1-1 0 0,1-1 1 0 0,0 1-1 0 0,1 0 1 0 0,-5 18-1 0 0,9-27-56 0 0,0 0 0 0 0,1 0-1 0 0,-1 0 1 0 0,1 1 0 0 0,0-1-1 0 0,1 0 1 0 0,-1 0 0 0 0,1 0 0 0 0,0 0-1 0 0,3 9 1 0 0,-3-11-16 0 0,1 1 0 0 0,-1-1 0 0 0,1 0 0 0 0,0 0 0 0 0,1 1 0 0 0,-1-1 0 0 0,1-1 0 0 0,-1 1 0 0 0,1 0-1 0 0,0 0 1 0 0,0-1 0 0 0,0 0 0 0 0,0 0 0 0 0,0 1 0 0 0,0-2 0 0 0,4 3 0 0 0,8 2-112 0 0,0 0 0 0 0,1-1 0 0 0,-1-1 1 0 0,1 0-1 0 0,0-2 0 0 0,0 1 0 0 0,0-2 0 0 0,0 0 0 0 0,1-1 0 0 0,28-3 0 0 0,-29 1 3 0 0,-1-1 0 0 0,0 0 0 0 0,0-1 0 0 0,0-1-1 0 0,0 0 1 0 0,-1-1 0 0 0,1-1 0 0 0,-2 0 0 0 0,1-1-1 0 0,-1 0 1 0 0,16-13 0 0 0,-17 9 108 0 0,0 0-1 0 0,-2-1 1 0 0,1 0-1 0 0,-1 0 1 0 0,-1-1 0 0 0,-1 0-1 0 0,0-1 1 0 0,-1 0-1 0 0,0 0 1 0 0,6-23 0 0 0,-5 13 21 0 0,-2-1-1 0 0,-1-1 1 0 0,-1 1 0 0 0,-1-1 0 0 0,-1-43 0 0 0,-2 62 26 0 0,-1 0 1 0 0,0 0-1 0 0,0 0 1 0 0,-2-7-1 0 0,2 12 25 0 0,0 0-1 0 0,0 0 1 0 0,-1 1-1 0 0,1-1 0 0 0,0 0 1 0 0,-1 1-1 0 0,0-1 0 0 0,1 1 1 0 0,-1 0-1 0 0,0-1 0 0 0,0 1 1 0 0,-5-3-1 0 0,7 4-28 0 0,-1 1-1 0 0,0-1 1 0 0,0 1-1 0 0,1-1 1 0 0,-1 1 0 0 0,0-1-1 0 0,0 1 1 0 0,1 0-1 0 0,-1-1 1 0 0,0 1 0 0 0,0 0-1 0 0,0 0 1 0 0,0-1-1 0 0,0 1 1 0 0,1 0 0 0 0,-1 0-1 0 0,0 0 1 0 0,0 0-1 0 0,0 0 1 0 0,0 1 0 0 0,0-1-1 0 0,0 0 1 0 0,1 0-1 0 0,-3 1 1 0 0,2 0 12 0 0,0 0 0 0 0,-1 0-1 0 0,1 0 1 0 0,0 0 0 0 0,-1 0 0 0 0,1 0-1 0 0,0 1 1 0 0,0-1 0 0 0,0 0 0 0 0,0 1-1 0 0,-1 2 1 0 0,-2 3 42 0 0,1 0-1 0 0,1 1 0 0 0,-1-1 1 0 0,-1 10-1 0 0,1 1-57 0 0,2-1 0 0 0,0 1 0 0 0,0-1 0 0 0,2 1 0 0 0,0-1 0 0 0,1 1 0 0 0,1-1 0 0 0,6 23 0 0 0,2-4-44 0 0,2 1 0 0 0,29 58 0 0 0,-21-56-233 0 0,-13-26-433 0 0,0 1 1 0 0,-1 0-1 0 0,-1 1 1 0 0,9 27-1 0 0,-15-40-255 0 0</inkml:trace>
</inkml:ink>
</file>

<file path=ppt/ink/ink2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42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0 169 12895 0 0,'2'0'13500'0'0,"2"1"-13191"0"0,1 1 0 0 0,-1-1 0 0 0,1-1 0 0 0,-1 1-1 0 0,1-1 1 0 0,-1 0 0 0 0,1 0 0 0 0,6-1 0 0 0,40-7 155 0 0,-35 5-192 0 0,51-10-8 0 0,72-11-860 0 0,-64 13-1318 0 0,-24 0-5460 0 0,-12 2-1366 0 0</inkml:trace>
  <inkml:trace contextRef="#ctx0" brushRef="#br0" timeOffset="1">852 18 4143 0 0,'2'0'15414'0'0,"17"2"-8299"0"0,16-6-5127 0 0,-13 1-993 0 0,7 0-473 0 0,82-6 677 0 0,-90 8-2034 0 0,0 2 1 0 0,0 0-1 0 0,27 5 1 0 0,-46-5 375 0 0,17 5-1598 0 0,-19-6 1653 0 0,1 1 0 0 0,0-1 1 0 0,0 1-1 0 0,-1-1 0 0 0,1 1 0 0 0,0 0 0 0 0,-1-1 0 0 0,1 1 1 0 0,0 0-1 0 0,-1 0 0 0 0,1 0 0 0 0,-1-1 0 0 0,1 2 1 0 0,4 12-2107 0 0</inkml:trace>
</inkml:ink>
</file>

<file path=ppt/ink/ink2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43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 22487 0 0,'0'0'2039'0'0,"4"8"-1638"0"0,-3-6-327 0 0,0-1-1 0 0,0 1 1 0 0,0-1-1 0 0,0 1 1 0 0,1-1-1 0 0,-1 0 1 0 0,0 1-1 0 0,1-1 1 0 0,-1 0-1 0 0,1 0 1 0 0,0 0 0 0 0,-1 0-1 0 0,1 0 1 0 0,0 0-1 0 0,-1-1 1 0 0,1 1-1 0 0,0-1 1 0 0,0 1-1 0 0,0-1 1 0 0,-1 1-1 0 0,1-1 1 0 0,0 0-1 0 0,0 0 1 0 0,2 0-1 0 0,7-1 634 0 0,-1 0 0 0 0,0 0 0 0 0,14-4 0 0 0,-4 1-190 0 0,131-26 99 0 0,-78 14-692 0 0,22-6-3540 0 0,-72 12-244 0 0,-21 8 1877 0 0</inkml:trace>
</inkml:ink>
</file>

<file path=ppt/ink/ink2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43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13359 0 0,'3'-1'11987'0'0,"0"17"-10546"0"0,1 25-989 0 0,14 109 559 0 0,-5-87-3271 0 0,-13-61 1318 0 0</inkml:trace>
</inkml:ink>
</file>

<file path=ppt/ink/ink2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44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11519 0 0,'2'2'12701'0'0,"2"4"-12200"0"0,0 0-1 0 0,-1 1 0 0 0,0-1 1 0 0,0 1-1 0 0,0 0 0 0 0,3 13 1 0 0,8 48 786 0 0,-11-49-1045 0 0,3 18-148 0 0,7 35 573 0 0,22 76 0 0 0,-28-126-546 0 0,1 0 0 0 0,1 0 0 0 0,0-1 0 0 0,2 0 0 0 0,1-1-1 0 0,0 0 1 0 0,25 29 0 0 0,-35-46-119 0 0,0 0 1 0 0,1-1-1 0 0,-1 0 0 0 0,1 0 0 0 0,0 1 1 0 0,0-1-1 0 0,-1-1 0 0 0,1 1 1 0 0,0 0-1 0 0,1-1 0 0 0,-1 1 0 0 0,0-1 1 0 0,5 1-1 0 0,-6-2-1 0 0,0 0 1 0 0,0 0-1 0 0,0 0 0 0 0,0 0 0 0 0,0 0 1 0 0,0 0-1 0 0,0-1 0 0 0,0 1 1 0 0,0-1-1 0 0,-1 1 0 0 0,1-1 0 0 0,0 0 1 0 0,0 1-1 0 0,0-1 0 0 0,-1 0 0 0 0,1 0 1 0 0,0-1-1 0 0,-1 1 0 0 0,1 0 1 0 0,-1-1-1 0 0,1 1 0 0 0,-1 0 0 0 0,0-1 1 0 0,2-2-1 0 0,4-7-1 0 0,0 1 0 0 0,-1-1 0 0 0,0 0 0 0 0,-1-1 0 0 0,0 0 0 0 0,3-12 0 0 0,14-79 0 0 0,-12 52 0 0 0,-3 19 0 0 0,3-17-3 0 0,2 0 0 0 0,2 0 0 0 0,22-51 0 0 0,-31 91-57 0 0,-5 9 59 0 0,0 0 0 0 0,0 0 0 0 0,0 0 0 0 0,0 0-1 0 0,0 0 1 0 0,0 0 0 0 0,0 0 0 0 0,0 0 0 0 0,0 1 0 0 0,0-1 0 0 0,0 0 0 0 0,0 0 0 0 0,0 0-1 0 0,0 0 1 0 0,0 0 0 0 0,0 0 0 0 0,0 0 0 0 0,0 0 0 0 0,0 0 0 0 0,0 0 0 0 0,0 0 0 0 0,0 0-1 0 0,0 0 1 0 0,0 0 0 0 0,0 0 0 0 0,0 0 0 0 0,0 0 0 0 0,1 0 0 0 0,-1 0 0 0 0,0 0 0 0 0,0 0-1 0 0,0 0 1 0 0,0 0 0 0 0,0 0 0 0 0,0 0 0 0 0,0 0 0 0 0,0 0 0 0 0,0 0 0 0 0,0 0 0 0 0,0 0-1 0 0,0 0 1 0 0,0 0 0 0 0,0 0 0 0 0,0 0 0 0 0,0 0 0 0 0,1 0 0 0 0,-1 0 0 0 0,0 0 0 0 0,0 0-1 0 0,0 0 1 0 0,0 0 0 0 0,0 0 0 0 0,0 0 0 0 0,9 21 0 0 0,-2 1 1 0 0,0-1-1 0 0,-1 2 0 0 0,3 26 0 0 0,-5-22 29 0 0,2-1-1 0 0,1 0 0 0 0,10 25 0 0 0,-10-37-23 0 0,0 0 1 0 0,0 0-1 0 0,2-1 0 0 0,0-1 0 0 0,0 1 0 0 0,1-1 0 0 0,0-1 0 0 0,1 0 0 0 0,1 0 1 0 0,17 12-1 0 0,-21-18-2 0 0,0 0 1 0 0,0 0-1 0 0,1-1 1 0 0,0 0 0 0 0,-1-1-1 0 0,1 0 1 0 0,18 4-1 0 0,-19-6-1 0 0,-1 0 0 0 0,0-1 0 0 0,1 0-1 0 0,-1 0 1 0 0,0 0 0 0 0,0-1-1 0 0,1 0 1 0 0,-1-1 0 0 0,0 0 0 0 0,0 0-1 0 0,8-4 1 0 0,-12 4-9 0 0,1 0 0 0 0,-1 0 0 0 0,0 0 0 0 0,0-1-1 0 0,0 1 1 0 0,0-1 0 0 0,-1 0 0 0 0,1 0 0 0 0,-1 0 0 0 0,0 0 0 0 0,1 0 0 0 0,-2-1-1 0 0,1 1 1 0 0,0-1 0 0 0,-1 1 0 0 0,3-7 0 0 0,1-6-50 0 0,-1-1 0 0 0,3-23 0 0 0,-1-13-1256 0 0,-1 0 1 0 0,-5-86-1 0 0,-3 109-919 0 0,-1-1-4066 0 0,-2 2-1892 0 0</inkml:trace>
</inkml:ink>
</file>

<file path=ppt/ink/ink2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44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1 199 18431 0 0,'0'0'3208'0'0,"15"-8"-1808"0"0,4-4 40 0 0,4 2 16 0 0,1 1-1216 0 0,2-3-240 0 0,3-2 0 0 0,5 2-104 0 0,2 1-472 0 0,6 0-96 0 0,3-2-24 0 0,-1 0-9032 0 0</inkml:trace>
  <inkml:trace contextRef="#ctx0" brushRef="#br0" timeOffset="1">792 37 15663 0 0,'0'0'1418'0'0,"2"0"-1168"0"0,10-1 1988 0 0,0-1 0 0 0,0 0 0 0 0,14-4-1 0 0,18-3-320 0 0,-16 5-1903 0 0,84-9 1293 0 0,-97 13-2586 0 0,26 3-1 0 0,-32-2-637 0 0,0 1 0 0 0,0 0 0 0 0,16 6 0 0 0,0 4-6401 0 0</inkml:trace>
</inkml:ink>
</file>

<file path=ppt/ink/ink2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45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18167 0 0,'0'0'1646'0'0,"1"1"-1356"0"0,2 1-103 0 0,0 0 0 0 0,-1-1 0 0 0,1 1 0 0 0,0-1 0 0 0,0 0 0 0 0,0 0 0 0 0,0 0 0 0 0,0 0 0 0 0,1-1 0 0 0,-1 1 0 0 0,0-1 0 0 0,0 1 0 0 0,0-1 0 0 0,1 0 0 0 0,-1-1 0 0 0,0 1 0 0 0,0 0 0 0 0,4-2 0 0 0,10-2 1014 0 0,-1-1 1 0 0,21-8-1 0 0,-13 4-734 0 0,-13 4-116 0 0,-7 3-202 0 0,1 0-1 0 0,-1 1 1 0 0,0-1 0 0 0,1 1 0 0 0,-1 0 0 0 0,1 0-1 0 0,0 0 1 0 0,-1 1 0 0 0,8-1 0 0 0,-11 2-124 0 0,0-1 0 0 0,0 0 0 0 0,0 1 1 0 0,-1-1-1 0 0,1 1 0 0 0,0 0 0 0 0,0-1 0 0 0,-1 1 1 0 0,1 0-1 0 0,0-1 0 0 0,-1 1 0 0 0,1 0 0 0 0,0 0 1 0 0,-1 0-1 0 0,1-1 0 0 0,-1 1 0 0 0,0 0 1 0 0,1 0-1 0 0,-1 0 0 0 0,0 0 0 0 0,1 0 0 0 0,-1 0 1 0 0,0 0-1 0 0,0 0 0 0 0,0 0 0 0 0,0 0 0 0 0,0 1 1 0 0,0 2 45 0 0,0 0 0 0 0,0 0 0 0 0,0 0 0 0 0,-1 0 0 0 0,-1 6 0 0 0,-3 4 188 0 0,-11 24 0 0 0,11-28-163 0 0,1-1-1 0 0,0 1 1 0 0,0 0-1 0 0,1 0 0 0 0,0 0 1 0 0,-1 12-1 0 0,4-19-87 0 0,0-1-1 0 0,0 0 0 0 0,0 0 0 0 0,0 0 0 0 0,0 1 1 0 0,1-1-1 0 0,-1 0 0 0 0,1 0 0 0 0,-1 0 1 0 0,1 0-1 0 0,0 0 0 0 0,0 0 0 0 0,0 0 0 0 0,0 0 1 0 0,0 0-1 0 0,0 0 0 0 0,1 0 0 0 0,2 2 0 0 0,-2-1 1 0 0,1-1-1 0 0,0 0 1 0 0,0 0-1 0 0,1 0 0 0 0,-1-1 1 0 0,0 1-1 0 0,0-1 0 0 0,1 1 1 0 0,-1-1-1 0 0,6 1 0 0 0,4 0-89 0 0,0-1-1 0 0,-1 0 0 0 0,1-1 0 0 0,0-1 0 0 0,19-2 1 0 0,78-18-1812 0 0,-37 0-2650 0 0,-42 10-4689 0 0</inkml:trace>
</inkml:ink>
</file>

<file path=ppt/ink/ink2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45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0 8751 0 0,'0'0'674'0'0,"-7"5"130"0"0,3-2 887 0 0,1 0-1 0 0,-1 0 1 0 0,1 1 0 0 0,0-1 0 0 0,-3 6 0 0 0,3-5-442 0 0,1 0 1 0 0,-1 1-1 0 0,1-1 1 0 0,-2 8-1 0 0,2-4-638 0 0,0-1 0 0 0,1 1 0 0 0,0 0 1 0 0,0-1-1 0 0,1 1 0 0 0,1 13 0 0 0,2 1-610 0 0,1 0 0 0 0,0-1-1 0 0,2 1 1 0 0,11 24 0 0 0,23 50-2498 0 0,-37-81 896 0 0,-1-2-3473 0 0</inkml:trace>
  <inkml:trace contextRef="#ctx0" brushRef="#br0" timeOffset="1">6 256 3223 0 0,'-5'8'24077'0'0,"7"-6"-23925"0"0,1-1 0 0 0,0 1 1 0 0,0-1-1 0 0,0 0 0 0 0,0 0 0 0 0,1 0 0 0 0,-1 0 0 0 0,0 0 0 0 0,0-1 0 0 0,0 1 0 0 0,1-1 0 0 0,-1 0 0 0 0,6 0 0 0 0,8-2 133 0 0,24-4 0 0 0,-22 2-156 0 0,157-30-1406 0 0,-136 26 505 0 0</inkml:trace>
</inkml:ink>
</file>

<file path=ppt/ink/ink2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45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24 16583 0 0,'2'0'7459'0'0,"11"0"-6207"0"0,1-2-1 0 0,-1 0 1 0 0,22-6 0 0 0,11-2-231 0 0,-46 9-1017 0 0,1 1 1 0 0,0 0 0 0 0,-1 0 0 0 0,1 0 0 0 0,0-1 0 0 0,-1 1-1 0 0,1 0 1 0 0,0 0 0 0 0,-1 0 0 0 0,1 0 0 0 0,0 0-1 0 0,0 0 1 0 0,-1 0 0 0 0,1 0 0 0 0,0 1 0 0 0,-1-1-1 0 0,1 0 1 0 0,0 0 0 0 0,-1 1 0 0 0,1-1 0 0 0,-1 0-1 0 0,1 1 1 0 0,0-1 0 0 0,-1 0 0 0 0,1 1 0 0 0,-1-1-1 0 0,1 1 1 0 0,-1-1 0 0 0,1 1 0 0 0,-1-1 0 0 0,0 1-1 0 0,1-1 1 0 0,0 2 0 0 0,-1 0 3 0 0,0-1 1 0 0,0 1-1 0 0,0 0 1 0 0,0 0-1 0 0,0 0 1 0 0,-1-1-1 0 0,1 1 1 0 0,0 0-1 0 0,-1 0 1 0 0,0-1-1 0 0,1 1 1 0 0,-2 3-1 0 0,-6 8 44 0 0,0 1 1 0 0,0-1-1 0 0,-1-1 1 0 0,-1 0-1 0 0,-20 20 0 0 0,18-19 28 0 0,0 0-1 0 0,1 0 1 0 0,1 1-1 0 0,-11 17 1 0 0,20-29-73 0 0,1-1-1 0 0,-1 0 1 0 0,0 0 0 0 0,1 1-1 0 0,-1-1 1 0 0,1 0 0 0 0,-1 1-1 0 0,1-1 1 0 0,0 0 0 0 0,0 1-1 0 0,-1-1 1 0 0,1 0 0 0 0,0 1 0 0 0,0-1-1 0 0,0 1 1 0 0,0-1 0 0 0,1 0-1 0 0,-1 1 1 0 0,0-1 0 0 0,1 0-1 0 0,-1 1 1 0 0,1-1 0 0 0,-1 0-1 0 0,1 1 1 0 0,-1-1 0 0 0,1 0-1 0 0,0 0 1 0 0,0 0 0 0 0,0 0-1 0 0,-1 1 1 0 0,1-1 0 0 0,0-1-1 0 0,1 1 1 0 0,-1 0 0 0 0,0 0-1 0 0,0 0 1 0 0,0 0 0 0 0,0-1-1 0 0,1 1 1 0 0,-1 0 0 0 0,0-1-1 0 0,3 1 1 0 0,2 1-4 0 0,1 1 0 0 0,0-2 0 0 0,0 1 1 0 0,0-1-1 0 0,0 0 0 0 0,0-1 0 0 0,9 0 0 0 0,20-3-499 0 0,0-2 0 0 0,0-1-1 0 0,0-2 1 0 0,-1-1 0 0 0,57-24 0 0 0,-49 13-2670 0 0,-24 11 693 0 0</inkml:trace>
</inkml:ink>
</file>

<file path=ppt/ink/ink2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46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21623 0 0,'0'0'5553'0'0,"1"1"-4467"0"0,2 5-715 0 0,-1-1-1 0 0,1 0 1 0 0,-1 1 0 0 0,0 0 0 0 0,0-1 0 0 0,2 10 0 0 0,4 42 549 0 0,-2-12-588 0 0,5 13-262 0 0,3 1 1 0 0,2-2 0 0 0,44 104-1 0 0,-51-143-6 0 0,1 0 0 0 0,16 21 0 0 0,-21-32-51 0 0,0 0 0 0 0,1-1 0 0 0,-1 0 1 0 0,1 0-1 0 0,0 0 0 0 0,1-1 0 0 0,0 0 1 0 0,10 6-1 0 0,-16-10-13 0 0,1 0 1 0 0,0 0-1 0 0,-1-1 1 0 0,1 1-1 0 0,0-1 1 0 0,0 1-1 0 0,-1-1 1 0 0,1 1-1 0 0,0-1 1 0 0,0 0-1 0 0,0 0 1 0 0,0 0-1 0 0,-1 0 1 0 0,1 0-1 0 0,0-1 1 0 0,0 1-1 0 0,0 0 1 0 0,2-2-1 0 0,-2 1 2 0 0,0 0-1 0 0,0 0 1 0 0,0-1-1 0 0,0 1 1 0 0,0-1-1 0 0,0 1 1 0 0,0-1 0 0 0,0 0-1 0 0,-1 0 1 0 0,1 0-1 0 0,-1 0 1 0 0,2-2-1 0 0,2-7 6 0 0,0 0 0 0 0,-1 0 0 0 0,0 0 0 0 0,4-18-1 0 0,-6 22-5 0 0,22-93-1 0 0,17-57 0 0 0,-26 96 0 0 0,-10 37 0 0 0,1 0 0 0 0,1 1 0 0 0,15-32 0 0 0,-22 56 0 0 0,0-1 0 0 0,0 0 0 0 0,0 1 0 0 0,0-1 0 0 0,0 0 0 0 0,0 0 0 0 0,0 1 0 0 0,0-1 0 0 0,0 0 0 0 0,0 1 0 0 0,1-1 0 0 0,-1 0 0 0 0,0 0 0 0 0,0 0 0 0 0,0 1 0 0 0,0-1 0 0 0,1 0 0 0 0,-1 0 0 0 0,0 1 0 0 0,0-1 0 0 0,0 0 0 0 0,1 0 0 0 0,-1 0 0 0 0,0 0 0 0 0,0 0 0 0 0,1 1 0 0 0,-1-1 0 0 0,0 0 0 0 0,1 0 0 0 0,-1 0 0 0 0,0 0 0 0 0,0 0 0 0 0,1 0 0 0 0,-1 0 0 0 0,0 0 0 0 0,1 0 0 0 0,-1 0 0 0 0,0 0 0 0 0,0 0 0 0 0,1 0 0 0 0,-1 0 0 0 0,0 0 0 0 0,1 0 0 0 0,-1-1 0 0 0,0 1 0 0 0,0 0 0 0 0,1 0 0 0 0,-1 0 0 0 0,0 0 0 0 0,0 0 0 0 0,0-1 0 0 0,1 1 0 0 0,-1 0 0 0 0,0 0 0 0 0,0 0 0 0 0,0-1 0 0 0,1 1 0 0 0,-1 0 0 0 0,0 0 0 0 0,0-1 0 0 0,0 1 0 0 0,0 0 0 0 0,0 0 0 0 0,1-1 0 0 0,-1 1 0 0 0,0 0 0 0 0,0 0 0 0 0,0-1 0 0 0,0 1 0 0 0,0 0 0 0 0,3 6 0 0 0,1 0 0 0 0,-1 0 0 0 0,0 1 0 0 0,-1-1 0 0 0,0 1 0 0 0,2 8 0 0 0,6 44 0 0 0,-5-21 0 0 0,1-6 0 0 0,1 1 0 0 0,22 59 0 0 0,-25-81 0 0 0,1 0 0 0 0,1 0 0 0 0,-1 0 0 0 0,2-1 0 0 0,-1 0 0 0 0,2 0 0 0 0,-1-1 0 0 0,1 0 0 0 0,1 0 0 0 0,-1-1 0 0 0,14 10 0 0 0,-18-15 0 0 0,0-1 0 0 0,0 1 0 0 0,0-1 0 0 0,0 0 0 0 0,0 0 0 0 0,1-1 0 0 0,-1 1 0 0 0,0-1 0 0 0,1 0 0 0 0,-1 0 0 0 0,1-1 0 0 0,0 1 0 0 0,-1-1 0 0 0,1 0 0 0 0,-1 0 0 0 0,1-1 0 0 0,0 1 0 0 0,-1-1 0 0 0,1 0 0 0 0,-1 0 0 0 0,7-3 0 0 0,-4 1 0 0 0,-1 0 0 0 0,0-1 0 0 0,0 0 0 0 0,0 0 0 0 0,-1 0 0 0 0,1-1 0 0 0,-1 0 0 0 0,0 0 0 0 0,-1 0 0 0 0,1-1 0 0 0,-1 1 0 0 0,0-1 0 0 0,5-9 0 0 0,2-8-32 0 0,-1 0 0 0 0,-1-1 0 0 0,-1 0 0 0 0,6-27 0 0 0,11-102-249 0 0,-23 142-65 0 0,-1 0 1 0 0,-1-1-1 0 0,0 1 1 0 0,0-1-1 0 0,-1 1 1 0 0,0-1-1 0 0,-1 1 1 0 0,-4-14-1 0 0,-3 2-1087 0 0</inkml:trace>
</inkml:ink>
</file>

<file path=ppt/ink/ink2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46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1 205 13359 0 0,'0'0'1424'0'0,"11"-3"1360"0"0,5-1 504 0 0,4-2 104 0 0,5-1 16 0 0,5 1-2800 0 0,4-1-608 0 0,3-1 0 0 0,7 0-112 0 0,4-3-424 0 0,3 1-80 0 0,1 0-24 0 0,1-1-6472 0 0,1-2-1304 0 0</inkml:trace>
  <inkml:trace contextRef="#ctx0" brushRef="#br0" timeOffset="1">1048 0 22687 0 0,'0'0'2061'0'0,"2"1"-1605"0"0,20 5 735 0 0,2-2 0 0 0,-1-1-1 0 0,1 0 1 0 0,38-2 0 0 0,-24-1-1174 0 0,-1 1 1 0 0,0 2 0 0 0,45 10-1 0 0,-76-11-200 0 0,0 0-1 0 0,0 0 1 0 0,0 0-1 0 0,-1 1 1 0 0,1 0-1 0 0,-1 0 0 0 0,0 1 1 0 0,0-1-1 0 0,0 1 1 0 0,6 6-1 0 0,6 10-2915 0 0,-4 1-3505 0 0,-5 0-1815 0 0</inkml:trace>
</inkml:ink>
</file>

<file path=ppt/ink/ink2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47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83 19231 0 0,'0'0'1744'0'0,"0"1"-1434"0"0,2 8 2089 0 0,-1-9-1099 0 0,6 1-808 0 0,-1 1-1 0 0,0-2 0 0 0,1 1 0 0 0,-1-1 0 0 0,1 0 0 0 0,-1 0 0 0 0,0-1 0 0 0,1 1 0 0 0,-1-1 1 0 0,9-3-1 0 0,9-4 150 0 0,32-15 1 0 0,-4 2-265 0 0,-18 8-216 0 0,-21 7-87 0 0,1 1 0 0 0,-1 0 0 0 0,30-5 0 0 0,-42 10 157 0 0,-4 10-199 0 0,-2-3-32 0 0,0 1 0 0 0,0-1 0 0 0,-1 0 0 0 0,1 0 0 0 0,-2-1 0 0 0,-6 7 0 0 0,6-8 0 0 0,1 1 0 0 0,1 0 0 0 0,-1 0 0 0 0,1 0 0 0 0,0 1 0 0 0,0 0 0 0 0,-6 12 0 0 0,10-16 0 0 0,-1 1 0 0 0,1 0 0 0 0,-1 0 0 0 0,1 0 0 0 0,1 0 0 0 0,-1 0 0 0 0,0 0 0 0 0,1 0 0 0 0,0 0 0 0 0,0 0 0 0 0,0 0 0 0 0,0 0 0 0 0,2 5 0 0 0,-2-8 0 0 0,0 1 0 0 0,0-1 0 0 0,1 1 0 0 0,-1 0 0 0 0,1-1 0 0 0,-1 1 0 0 0,1-1 0 0 0,0 1 0 0 0,0-1 0 0 0,-1 1 0 0 0,1-1 0 0 0,0 0 0 0 0,0 1 0 0 0,2 0 0 0 0,1 2 0 0 0,2 2 0 0 0,0 1 0 0 0,1-2 0 0 0,0 1 0 0 0,0-1 0 0 0,0 0 0 0 0,0-1 0 0 0,14 7 0 0 0,6 3 0 0 0,20 10 0 0 0,6 3 0 0 0,-48-24 0 0 0,0 0 0 0 0,0 0 0 0 0,0 1 0 0 0,-1 0 0 0 0,0 0 0 0 0,1 1 0 0 0,4 6 0 0 0,-8-10 0 0 0,0 0 0 0 0,0 0 0 0 0,-1 1 0 0 0,1-1 0 0 0,0 0 0 0 0,-1 1 0 0 0,1-1 0 0 0,-1 0 0 0 0,1 1 0 0 0,-1-1 0 0 0,0 1 0 0 0,1-1 0 0 0,-1 1 0 0 0,0-1 0 0 0,0 0 0 0 0,0 1 0 0 0,0-1 0 0 0,0 1 0 0 0,-1-1 0 0 0,1 1 0 0 0,0-1 0 0 0,-1 1 0 0 0,1-1 0 0 0,-1 0 0 0 0,1 1 0 0 0,-1-1 0 0 0,1 0 0 0 0,-1 1 0 0 0,0-1 0 0 0,0 0 0 0 0,0 0 0 0 0,0 0 0 0 0,0 0 0 0 0,0 0 0 0 0,0 0 0 0 0,0 0 0 0 0,0 0 0 0 0,0 0 0 0 0,-3 1 0 0 0,-4 3 0 0 0,-1 0 0 0 0,0-1 0 0 0,0 0 0 0 0,-16 4 0 0 0,17-5 0 0 0,-18 6-860 0 0,-1-2 0 0 0,-48 7 0 0 0,47-12-1554 0 0,1 0 0 0 0,-50-4-1 0 0,50-1-7450 0 0</inkml:trace>
</inkml:ink>
</file>

<file path=ppt/ink/ink2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56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1172 0 16927 0 0,'0'0'1536'0'0,"8"5"-1117"0"0,-7-2-279 0 0,0 0 1 0 0,0 0-1 0 0,-1 0 1 0 0,1 0-1 0 0,-1 0 0 0 0,1 0 1 0 0,-1 0-1 0 0,0 0 1 0 0,0 1-1 0 0,0-1 0 0 0,-1 0 1 0 0,1 0-1 0 0,-2 4 1 0 0,1 0 68 0 0,-4 25 655 0 0,-2 0 0 0 0,-12 36 0 0 0,-30 61 924 0 0,21-54-1153 0 0,-208 513 1252 0 0,170-439-1652 0 0,-89 194 130 0 0,-18-9-117 0 0,151-296-228 0 0,-125 213 125 0 0,-17-12 186 0 0,159-233-319 0 0,-82 110 551 0 0,84-111-528 0 0,0 0-1 0 0,1 0 1 0 0,-1 1 0 0 0,1-1 0 0 0,-2 8 0 0 0,4-11-31 0 0,0 0-1 0 0,0-1 1 0 0,0 1-1 0 0,1 0 1 0 0,-1-1-1 0 0,1 1 1 0 0,-1 0-1 0 0,1-1 1 0 0,0 1 0 0 0,0-1-1 0 0,0 1 1 0 0,-1-1-1 0 0,1 0 1 0 0,0 1-1 0 0,1-1 1 0 0,-1 0-1 0 0,3 3 1 0 0,-2-3-2 0 0,0 1 1 0 0,0-1-1 0 0,1 1 0 0 0,-1-1 0 0 0,1 0 1 0 0,-1 0-1 0 0,1 0 0 0 0,-1 0 1 0 0,1 0-1 0 0,5 0 0 0 0,31 2 41 0 0,-32-3-36 0 0,167-4 201 0 0,98 13-139 0 0,70-6-7469 0 0,-242-3 3722 0 0,-57 0-4700 0 0</inkml:trace>
</inkml:ink>
</file>

<file path=ppt/ink/ink2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56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15 8287 0 0,'-34'-14'18876'0'0,"34"17"-18275"0"0,0 3-528 0 0,1 0-1 0 0,0 0 0 0 0,1 0 0 0 0,-1 0 0 0 0,1 0 0 0 0,0 0 0 0 0,0 0 0 0 0,1-1 0 0 0,0 1 1 0 0,0-1-1 0 0,0 0 0 0 0,1 0 0 0 0,0 0 0 0 0,0 0 0 0 0,0-1 0 0 0,0 1 0 0 0,1-1 1 0 0,-1 0-1 0 0,1 0 0 0 0,0-1 0 0 0,10 6 0 0 0,16 5-59 0 0,1-1 0 0 0,1-1-1 0 0,0-2 1 0 0,38 7 0 0 0,-30-7-13 0 0,-27-6 0 0 0,-5 5 0 0 0,-9-8 0 0 0,1 0 0 0 0,-1 0 0 0 0,1 0 0 0 0,-1 0 0 0 0,0 0 0 0 0,1 0 0 0 0,-1 1 0 0 0,0-1 0 0 0,0 0 0 0 0,0 0 0 0 0,0 0 0 0 0,0 0 0 0 0,0 0 0 0 0,0 1 0 0 0,0-1 0 0 0,-1 0 0 0 0,1 0 0 0 0,0 0 0 0 0,-1 0 0 0 0,1 0 0 0 0,-1 0 0 0 0,1 0 0 0 0,-1 0 0 0 0,1 0 0 0 0,-1 0 0 0 0,0 0 0 0 0,1 0 0 0 0,-2 1 0 0 0,-3 3 0 0 0,0 0 0 0 0,0 0 0 0 0,-8 5 0 0 0,9-7 0 0 0,-67 51-296 0 0,-103 59 0 0 0,172-111-325 0 0</inkml:trace>
</inkml:ink>
</file>

<file path=ppt/ink/ink2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56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184 223 17967 0 0,'0'0'4520'0'0,"-2"1"-3103"0"0,-14 15-265 0 0,0 1 0 0 0,-25 35 0 0 0,4-5-73 0 0,27-35-880 0 0,1 0 1 0 0,-1 1-1 0 0,2 0 1 0 0,0 1-1 0 0,1 0 1 0 0,-10 24-1 0 0,16-36-194 0 0,1-1 1 0 0,-1 1-1 0 0,1 0 0 0 0,0-1 0 0 0,-1 1 0 0 0,1 0 1 0 0,0-1-1 0 0,0 1 0 0 0,0 0 0 0 0,0 0 1 0 0,1-1-1 0 0,-1 1 0 0 0,0 0 0 0 0,1-1 1 0 0,-1 1-1 0 0,1 0 0 0 0,0-1 0 0 0,-1 1 1 0 0,1-1-1 0 0,0 1 0 0 0,0-1 0 0 0,0 1 1 0 0,0-1-1 0 0,2 3 0 0 0,0-2 3 0 0,0 1 0 0 0,0-1 0 0 0,0 0 0 0 0,0 0 0 0 0,1-1 1 0 0,-1 1-1 0 0,1-1 0 0 0,-1 1 0 0 0,1-1 0 0 0,6 1 0 0 0,8 1-8 0 0,0-1 0 0 0,1 0 0 0 0,-1-2 0 0 0,25-2 0 0 0,-8-1 0 0 0,47-12 0 0 0,-58 9 0 0 0,1-1 0 0 0,-1 0 0 0 0,35-18 0 0 0,-51 21 0 0 0,0 0 0 0 0,0-1 0 0 0,0 0 0 0 0,-1 0 0 0 0,1-1 0 0 0,-1 0 0 0 0,-1 0 0 0 0,1-1 0 0 0,-1 0 0 0 0,-1 0 0 0 0,1-1 0 0 0,-1 1 0 0 0,5-10 0 0 0,-8 12 1 0 0,0 1 0 0 0,0-1-1 0 0,-1 0 1 0 0,0 1 0 0 0,1-1 0 0 0,-2 0-1 0 0,1 0 1 0 0,0 0 0 0 0,-1 0 0 0 0,0 0 0 0 0,0 0-1 0 0,-2-9 1 0 0,0 7 1 0 0,0 0 1 0 0,0 1-1 0 0,0-1 1 0 0,-1 1-1 0 0,0 0 1 0 0,0-1-1 0 0,-1 1 1 0 0,-5-7-1 0 0,-3-1 3 0 0,0 1-1 0 0,-1 0 1 0 0,0 1-1 0 0,-1 0 1 0 0,-1 1-1 0 0,-17-10 1 0 0,-96-51-161 0 0,15 11-2757 0 0,87 44 1510 0 0</inkml:trace>
</inkml:ink>
</file>

<file path=ppt/ink/ink2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58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30 6911 0 0,'-3'-3'99'0'0,"2"3"-69"0"0,0-1 1 0 0,1 1 0 0 0,-1-1 0 0 0,0 1 0 0 0,1-1 0 0 0,-1 1 0 0 0,0-1-1 0 0,1 1 1 0 0,-1 0 0 0 0,0-1 0 0 0,0 1 0 0 0,0 0 0 0 0,1 0 0 0 0,-1 0-1 0 0,0 0 1 0 0,-1 0 0 0 0,-9 0 78 0 0,-9 4 470 0 0,16-2 2616 0 0,7-1-2231 0 0,11 2-350 0 0,0 0 1 0 0,1-1-1 0 0,0-1 1 0 0,0-1-1 0 0,24-1 1 0 0,-2 0-20 0 0,273-3 1563 0 0,-219 2-1893 0 0,-49 1-186 0 0,584-3 339 0 0,-575 5-459 0 0,146 6 216 0 0,-141-3-574 0 0,80 17 0 0 0,-133-20 23 0 0,-40 6-1480 0 0,-221 5 656 0 0,44-22 1200 0 0,12-1 0 0 0,-39 4 21 0 0,-151-1 22 0 0,250 12 24 0 0,-36-1 182 0 0,161-3-282 0 0,-1 0 768 0 0,30-1-7 0 0,866-35 2302 0 0,-204 25-2136 0 0,-246 11-704 0 0,-167 3-999 0 0,-168-1-1035 0 0,-58-1 885 0 0</inkml:trace>
</inkml:ink>
</file>

<file path=ppt/ink/ink2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47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15663 0 0,'0'0'1418'0'0,"3"0"-864"0"0,-2 0-204 0 0,1 0 1 0 0,-1 0-1 0 0,1 0 0 0 0,-1 1 0 0 0,1-1 1 0 0,-1 0-1 0 0,0 0 0 0 0,1 1 0 0 0,-1-1 1 0 0,1 1-1 0 0,-1 0 0 0 0,0-1 0 0 0,1 1 1 0 0,-1 0-1 0 0,0-1 0 0 0,0 1 0 0 0,0 0 1 0 0,0 0-1 0 0,0 0 0 0 0,0 0 0 0 0,2 2 1 0 0,-2 0-112 0 0,1 0 1 0 0,-1 0-1 0 0,0 0 1 0 0,1 0-1 0 0,-1 0 1 0 0,-1 0-1 0 0,1 0 1 0 0,0 7-1 0 0,5 82 1036 0 0,-6-63-810 0 0,2 0 1 0 0,6 32-1 0 0,0-18-2927 0 0,-5-25-1926 0 0,0 29 0 0 0</inkml:trace>
</inkml:ink>
</file>

<file path=ppt/ink/ink2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48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59 13823 0 0,'-16'-10'5990'0'0,"16"9"-5682"0"0,0 0 0 0 0,0 1 0 0 0,1-1 0 0 0,-1 0 0 0 0,0 1 0 0 0,1-1 0 0 0,-1 0 0 0 0,1 1 0 0 0,-1-1 0 0 0,1 1 0 0 0,-1-1 0 0 0,1 1 0 0 0,0-1 0 0 0,-1 1 0 0 0,1-1 0 0 0,-1 1 0 0 0,2-1 0 0 0,15-8-140 0 0,-14 8 174 0 0,8-4-230 0 0,0 0 0 0 0,1 1 0 0 0,-1 1 0 0 0,1 0 0 0 0,0 1 0 0 0,19-2 0 0 0,74 2-2423 0 0,-104 2 2225 0 0,33 2-1217 0 0</inkml:trace>
</inkml:ink>
</file>

<file path=ppt/ink/ink2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48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61 22687 0 0,'-8'0'2061'0'0,"1"-1"-1618"0"0,6 1 520 0 0,15-16 650 0 0,-8 11-1366 0 0,0 2-1 0 0,1-1 1 0 0,0 1-1 0 0,-1 0 1 0 0,1 0-1 0 0,13-3 1 0 0,45-6 131 0 0,-53 10-373 0 0,0 1-1 0 0,0 0 1 0 0,0 1-1 0 0,0 0 1 0 0,0 1-1 0 0,14 3 1 0 0,-24-4 70 0 0,-2 3-48 0 0,-1 0 0 0 0,1-1 0 0 0,-1 1 0 0 0,0-1 0 0 0,0 1 0 0 0,0 0 0 0 0,0-1 0 0 0,0 0 1 0 0,-1 1-1 0 0,1-1 0 0 0,-1 0 0 0 0,1 0 0 0 0,-1 0 0 0 0,0 0 0 0 0,-3 3 0 0 0,-6 5 159 0 0,-19 13-1 0 0,23-19-128 0 0,-34 24 222 0 0,22-16-118 0 0,1 0 1 0 0,-30 27-1 0 0,47-38-158 0 0,0 0 0 0 0,0 0 0 0 0,1 0 0 0 0,-1 0 0 0 0,0 0 0 0 0,0 0 0 0 0,0 0 0 0 0,1 0 0 0 0,-1 0 1 0 0,0 1-1 0 0,1-1 0 0 0,0 0 0 0 0,-1 0 0 0 0,1 1 0 0 0,-1-1 0 0 0,1 0 0 0 0,0 1 0 0 0,0-1 0 0 0,0 0 0 0 0,0 1 0 0 0,0-1 0 0 0,0 0 1 0 0,0 1-1 0 0,0-1 0 0 0,1 0 0 0 0,-1 1 0 0 0,0-1 0 0 0,1 0 0 0 0,-1 0 0 0 0,1 1 0 0 0,0-1 0 0 0,-1 0 0 0 0,1 0 0 0 0,0 0 1 0 0,0 0-1 0 0,0 0 0 0 0,-1 0 0 0 0,1 0 0 0 0,0 0 0 0 0,0 0 0 0 0,2 1 0 0 0,5 4-8 0 0,0 0-1 0 0,0-1 1 0 0,1 0 0 0 0,13 6-1 0 0,-14-7 10 0 0,26 11-28 0 0,60 18-1 0 0,-22-9-39 0 0,-58-18 52 0 0,1 4 12 0 0,-14-5 0 0 0,-1-4 0 0 0,0 1 0 0 0,1 0 0 0 0,-1 0 0 0 0,0 0 0 0 0,0 0 0 0 0,0 0 0 0 0,0 0 0 0 0,0 0 0 0 0,0-1 0 0 0,0 1 0 0 0,-1 0 0 0 0,1 0 0 0 0,-1 0 0 0 0,0 0 0 0 0,1-1 0 0 0,-1 1 0 0 0,0 0 0 0 0,0-1 0 0 0,0 1 0 0 0,0 0 0 0 0,0-1 0 0 0,0 1 0 0 0,-1-1 0 0 0,1 0 0 0 0,0 1 0 0 0,-1-1 0 0 0,1 0 0 0 0,-3 1 0 0 0,-5 5 0 0 0,1-2 0 0 0,-1 1 0 0 0,-15 5 0 0 0,22-10 0 0 0,-29 13-563 0 0,-52 15 0 0 0,67-25 269 0 0,0 0 1 0 0,-1-1 0 0 0,1-1-1 0 0,0 0 1 0 0,-23-2-1 0 0,25-1-1412 0 0,1-2-365 0 0</inkml:trace>
</inkml:ink>
</file>

<file path=ppt/ink/ink2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48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15663 0 0,'0'0'1207'0'0,"1"-1"-788"0"0,0 0 89 0 0,0 1 0 0 0,0-1 1 0 0,1 0-1 0 0,-1 0 1 0 0,0 1-1 0 0,0-1 0 0 0,0 1 1 0 0,0-1-1 0 0,1 1 0 0 0,-1-1 1 0 0,0 1-1 0 0,1 0 1 0 0,-1-1-1 0 0,0 1 0 0 0,1 0 1 0 0,0 0-1 0 0,-1 0-347 0 0,0 1 0 0 0,0-1 0 0 0,0 0 0 0 0,-1 1 0 0 0,1-1 0 0 0,0 0-1 0 0,0 1 1 0 0,0-1 0 0 0,-1 1 0 0 0,1-1 0 0 0,0 1 0 0 0,-1-1 0 0 0,1 1 0 0 0,0 0 0 0 0,-1-1-1 0 0,1 1 1 0 0,0 1 0 0 0,1 3-133 0 0,0-1 0 0 0,0 1-1 0 0,0 0 1 0 0,-1-1 0 0 0,0 1-1 0 0,1 6 1 0 0,0-5 742 0 0,8 43 203 0 0,31 128 494 0 0,-30-141-1403 0 0,1 0 0 0 0,32 62 0 0 0,-40-89-64 0 0,6 9 0 0 0,19 28 0 0 0,-26-41 0 0 0,1 0 0 0 0,0 0 0 0 0,0-1 0 0 0,0 0 0 0 0,1 0 0 0 0,0 0 0 0 0,-1-1 0 0 0,1 1 0 0 0,0-1 0 0 0,8 3 0 0 0,-4-3 0 0 0,-8-2 0 0 0,-1-1 0 0 0,1 0 0 0 0,-1 0 0 0 0,1 0 0 0 0,0 0 0 0 0,-1 1 0 0 0,1-1 0 0 0,-1 0 0 0 0,1 0 0 0 0,0 0 0 0 0,-1 0 0 0 0,1 0 0 0 0,-1 0 0 0 0,1 0 0 0 0,0-1 0 0 0,-1 1 0 0 0,1 0 0 0 0,-1 0 0 0 0,1 0 0 0 0,-1-1 0 0 0,1 1 0 0 0,0 0 0 0 0,-1 0 0 0 0,1-1 0 0 0,-1 1 0 0 0,1-1 0 0 0,-1 1 0 0 0,1-1 0 0 0,0-1 0 0 0,3-1 0 0 0,0 0 0 0 0,0-1 0 0 0,0 0 0 0 0,0 1 0 0 0,-1-2 0 0 0,0 1 0 0 0,0 0 0 0 0,0-1 0 0 0,-1 1 0 0 0,1-1 0 0 0,-1 0 0 0 0,3-8 0 0 0,1-8-1 0 0,7-39 0 0 0,-8 28-8 0 0,32-123-97 0 0,-26 117 75 0 0,1 0 1 0 0,19-36 0 0 0,-30 70 30 0 0,1 1 0 0 0,0-1 0 0 0,1 0 0 0 0,4-5 0 0 0,-7 8 0 0 0,0 1 0 0 0,0 0 0 0 0,0-1 0 0 0,0 1 0 0 0,0 0 0 0 0,1 0 0 0 0,-1-1 0 0 0,0 1 0 0 0,0 0 0 0 0,0 0 0 0 0,1-1 0 0 0,-1 1 0 0 0,0 0 0 0 0,0 0 0 0 0,1-1 0 0 0,-1 1 0 0 0,0 0 0 0 0,1 0 0 0 0,-1 0 0 0 0,0 0 0 0 0,0 0 0 0 0,1 0 0 0 0,-1-1 0 0 0,0 1 0 0 0,1 0 0 0 0,-1 0 0 0 0,0 0 0 0 0,1 0 0 0 0,-1 0 0 0 0,0 0 0 0 0,1 0 0 0 0,-1 0 0 0 0,0 0 0 0 0,1 0 0 0 0,-1 1 0 0 0,0-1 0 0 0,1 0 0 0 0,-1 0 0 0 0,0 0 0 0 0,1 0 0 0 0,-1 0 0 0 0,0 1 0 0 0,0-1 0 0 0,1 0 0 0 0,-1 0 0 0 0,0 0 0 0 0,0 1 0 0 0,1-1 0 0 0,-1 0 0 0 0,0 0 0 0 0,0 1 0 0 0,0-1 0 0 0,1 0 0 0 0,-1 1 0 0 0,0-1 0 0 0,0 0 0 0 0,0 1 0 0 0,0-1 0 0 0,4 7 26 0 0,0 0 0 0 0,0 0-1 0 0,-1 0 1 0 0,0 1 0 0 0,-1-1 0 0 0,1 1-1 0 0,-2-1 1 0 0,3 15 0 0 0,2 10 54 0 0,-2-18-37 0 0,5 22 8 0 0,1-2 1 0 0,2 1 0 0 0,16 32 0 0 0,-23-57-56 0 0,-1-2 0 0 0,1 1 0 0 0,1-1 0 0 0,0 1 0 0 0,0-1 0 0 0,1-1 0 0 0,0 0 1 0 0,0 0-1 0 0,0 0 0 0 0,1 0 0 0 0,0-1 0 0 0,0-1 0 0 0,1 1 0 0 0,0-2 0 0 0,17 9 0 0 0,-19-11-1 0 0,0-1 0 0 0,0 1 0 0 0,0-1 0 0 0,0 0 1 0 0,0 0-1 0 0,0-1 0 0 0,0 0 0 0 0,0 0 0 0 0,0-1 1 0 0,0 0-1 0 0,0 0 0 0 0,0 0 0 0 0,0-1 0 0 0,-1 0 1 0 0,1-1-1 0 0,0 1 0 0 0,7-6 0 0 0,-5 3 15 0 0,0 0-1 0 0,-1-1 1 0 0,0 0 0 0 0,-1-1-1 0 0,1 0 1 0 0,-1 0 0 0 0,0 0-1 0 0,-1-1 1 0 0,0 0 0 0 0,0 0-1 0 0,7-14 1 0 0,0-8-5 0 0,-1 0 0 0 0,-1-1-1 0 0,-1-1 1 0 0,7-45 0 0 0,-13 57-772 0 0,-1 0 1 0 0,-1 0-1 0 0,-1-24 0 0 0,-2 34-75 0 0,1 0 0 0 0,-2 0 0 0 0,1 0 1 0 0,-1 0-1 0 0,-1 0 0 0 0,0 1 0 0 0,0-1 0 0 0,-6-10 0 0 0,-3-1-8682 0 0</inkml:trace>
</inkml:ink>
</file>

<file path=ppt/ink/ink2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49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0 113 8751 0 0,'3'0'9714'0'0,"48"-3"368"0"0,28-9-8504 0 0,3 0-1552 0 0,62-4 26 0 0,60-6-3479 0 0,-157 17 1970 0 0</inkml:trace>
  <inkml:trace contextRef="#ctx0" brushRef="#br0" timeOffset="1.39">1101 50 6911 0 0,'2'0'4603'0'0,"18"-4"4495"0"0,1 0-3795 0 0,13-1-2300 0 0,45-7-1882 0 0,-2 1-269 0 0,9-1-989 0 0,-73 11-131 0 0,1 0-1 0 0,-1 1 0 0 0,1 1 1 0 0,17 3-1 0 0,-26-3-211 0 0,-1 0 1 0 0,1 0-1 0 0,0 1 0 0 0,-1-1 1 0 0,1 1-1 0 0,-1 0 0 0 0,0 1 1 0 0,1-1-1 0 0,-1 1 0 0 0,0-1 1 0 0,-1 1-1 0 0,6 5 0 0 0,5 9-8152 0 0</inkml:trace>
</inkml:ink>
</file>

<file path=ppt/ink/ink2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49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38 7831 0 0,'17'-3'26653'0'0,"-32"17"-30167"0"0,11-11 5302 0 0,-101 102-1777 0 0,55-54-13 0 0,50-51 2 0 0,-1 0 0 0 0,1 0 0 0 0,0 0 0 0 0,0 0 0 0 0,-1 0 0 0 0,1 1 0 0 0,0-1 0 0 0,0 0 0 0 0,0 0 0 0 0,-1 0 0 0 0,1 1 0 0 0,0-1 0 0 0,0 0 0 0 0,0 0 0 0 0,0 1 0 0 0,0-1 0 0 0,-1 0 0 0 0,1 1 0 0 0,0-1 0 0 0,0 0 0 0 0,0 0 0 0 0,0 1 0 0 0,0-1 0 0 0,0 0 0 0 0,0 1 0 0 0,0-1 0 0 0,0 0 0 0 0,0 0 0 0 0,0 1 0 0 0,0-1 0 0 0,0 0 0 0 0,0 1 0 0 0,0-1 0 0 0,1 0 0 0 0,-1 0 0 0 0,0 1 0 0 0,0-1 0 0 0,0 0 0 0 0,0 0 0 0 0,0 1 0 0 0,1-1 0 0 0,-1 0 0 0 0,0 0 0 0 0,0 0 0 0 0,0 1 0 0 0,1-1 0 0 0,-1 0 0 0 0,0 0 0 0 0,0 0 0 0 0,1 0 0 0 0,-1 1 0 0 0,0-1 0 0 0,0 0 0 0 0,1 0 0 0 0,-1 0 0 0 0,0 0 0 0 0,0 0 0 0 0,1 0 0 0 0,-1 0 0 0 0,0 0 0 0 0,1 0 0 0 0,3 2 0 0 0,-1-1 0 0 0,1 0 0 0 0,0 0 0 0 0,-1 0 0 0 0,1-1 0 0 0,0 1 0 0 0,0-1 0 0 0,0 0 0 0 0,0 0 0 0 0,4-1 0 0 0,43-7 0 0 0,-36 4 0 0 0,146-20-3376 0 0,-152 21-1608 0 0</inkml:trace>
  <inkml:trace contextRef="#ctx0" brushRef="#br0" timeOffset="1">140 0 7367 0 0,'0'2'9280'0'0,"3"50"-709"0"0,4 0-3447 0 0,21 52-2170 0 0,55 95-4924 0 0,-81-197 1583 0 0,17 34-489 0 0,-10-25-2069 0 0,1-4-3774 0 0</inkml:trace>
</inkml:ink>
</file>

<file path=ppt/ink/ink2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50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2 25311 0 0,'0'0'2292'0'0,"-2"0"-1885"0"0,1 0-316 0 0,0-1 0 0 0,0 1 1 0 0,0 0-1 0 0,0 0 0 0 0,0 0 0 0 0,0 0 1 0 0,0 0-1 0 0,0 0 0 0 0,0 0 0 0 0,0 0 1 0 0,0 1-1 0 0,0-1 0 0 0,0 0 0 0 0,0 0 1 0 0,0 1-1 0 0,1-1 0 0 0,-1 1 1 0 0,0-1-1 0 0,0 1 0 0 0,0-1 0 0 0,0 1 1 0 0,0 0-1 0 0,1-1 0 0 0,-1 1 0 0 0,0 0 1 0 0,1 0-1 0 0,-1-1 0 0 0,0 1 0 0 0,1 0 1 0 0,-1 1-1 0 0,-1 2 41 0 0,1-1-1 0 0,0 1 1 0 0,0 0-1 0 0,0 0 1 0 0,0-1-1 0 0,0 1 0 0 0,1 0 1 0 0,0 0-1 0 0,0 0 1 0 0,0 0-1 0 0,1 4 1 0 0,1 6 6 0 0,7 24 0 0 0,-2-7-68 0 0,10 44-63 0 0,-8-38-216 0 0,8 69-1 0 0,-18-91 202 0 0,0-8-1907 0 0</inkml:trace>
  <inkml:trace contextRef="#ctx0" brushRef="#br0" timeOffset="1">1 168 24303 0 0,'0'0'2712'0'0,"2"0"-2040"0"0,5 3-231 0 0,0-1-1 0 0,-1 0 1 0 0,2-1-1 0 0,-1 0 1 0 0,0 0 0 0 0,9 0-1 0 0,48-3 548 0 0,-33 1-669 0 0,198-22 4 0 0,-132 7-9800 0 0,-71 11-376 0 0</inkml:trace>
</inkml:ink>
</file>

<file path=ppt/ink/ink2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50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11 14743 0 0,'0'0'1136'0'0,"2"0"-746"0"0,1-2 328 0 0,-1 1 1 0 0,1-1-1 0 0,0 1 0 0 0,0 0 1 0 0,0 0-1 0 0,0 0 1 0 0,0 0-1 0 0,0 1 1 0 0,0-1-1 0 0,1 1 1 0 0,-1 0-1 0 0,0 0 1 0 0,0 0-1 0 0,5 1 1 0 0,-6 0 933 0 0,-2-1-1600 0 0,1 0 1 0 0,0 0 0 0 0,0 1-1 0 0,-1-1 1 0 0,1 1 0 0 0,0-1-1 0 0,-1 0 1 0 0,1 1 0 0 0,0-1-1 0 0,-1 1 1 0 0,1-1 0 0 0,-1 1-1 0 0,1 0 1 0 0,-1-1 0 0 0,1 1 0 0 0,-1 0-1 0 0,1-1 1 0 0,-1 1 0 0 0,1 0-1 0 0,-1-1 1 0 0,0 1 0 0 0,0 0-1 0 0,1 0 1 0 0,-1 0 0 0 0,0-1-1 0 0,0 1 1 0 0,0 0 0 0 0,0 1-1 0 0,1 1 81 0 0,-1 0-1 0 0,0 0 1 0 0,1 1-1 0 0,-1-1 0 0 0,0 0 1 0 0,-1 4-1 0 0,-1-1-22 0 0,0 1-1 0 0,0-1 0 0 0,-1 1 0 0 0,0-1 0 0 0,0 0 0 0 0,-1 0 1 0 0,-6 8-1 0 0,-34 37 326 0 0,15-20-306 0 0,-5 5-62 0 0,22-23-30 0 0,0 0-1 0 0,-19 26 1 0 0,27-31-37 0 0,4 2 0 0 0,1-9 0 0 0,0 1 0 0 0,0 0 0 0 0,0-1 0 0 0,0 1 0 0 0,0-1 0 0 0,0 1 0 0 0,0-1 0 0 0,1 0 0 0 0,-1 1 0 0 0,0-1 0 0 0,1 0 0 0 0,-1 0 0 0 0,1 0 0 0 0,-1 0 0 0 0,1 0 0 0 0,0 0 0 0 0,-1-1 0 0 0,1 1 0 0 0,0 0 0 0 0,0-1 0 0 0,0 1 0 0 0,-1-1 0 0 0,1 0 0 0 0,0 1 0 0 0,0-1 0 0 0,3 0 0 0 0,6-1 0 0 0,-1 1 0 0 0,0-2 0 0 0,17-3 0 0 0,-15 3 0 0 0,234-61-1108 0 0,-202 51 895 0 0,-38 10-75 0 0,4 0-616 0 0,-1-1-1 0 0,0 0 1 0 0,14-7-1 0 0</inkml:trace>
</inkml:ink>
</file>

<file path=ppt/ink/ink2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51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5527 0 0,'0'0'19092'0'0,"1"-1"-18889"0"0,-1 1 1 0 0,0 0-1 0 0,1-1 1 0 0,-1 1-1 0 0,0 0 0 0 0,1-1 1 0 0,-1 1-1 0 0,1 0 0 0 0,-1 0 1 0 0,1-1-1 0 0,-1 1 1 0 0,1 0-1 0 0,-1 0 0 0 0,0 0 1 0 0,1 0-1 0 0,0-1 0 0 0,2 2-42 0 0,-1 0 0 0 0,0 0 0 0 0,0 1-1 0 0,1-1 1 0 0,-1 0 0 0 0,0 1-1 0 0,0-1 1 0 0,0 1 0 0 0,-1 0 0 0 0,1 0-1 0 0,0-1 1 0 0,-1 1 0 0 0,3 3-1 0 0,-1 0 16 0 0,0 1 0 0 0,-1-1-1 0 0,1 0 1 0 0,-1 1-1 0 0,2 7 1 0 0,0 6 97 0 0,-1-1 0 0 0,2 30 0 0 0,-3 4-90 0 0,-2-25-194 0 0,2 0 0 0 0,1 0 0 0 0,8 36 0 0 0,-11-61-122 0 0,1 0 1 0 0,0 1 0 0 0,0-1 0 0 0,0 0 0 0 0,0 1 0 0 0,0-1-1 0 0,0 0 1 0 0,1 0 0 0 0,-1 0 0 0 0,1 0 0 0 0,-1 0-1 0 0,1 0 1 0 0,0-1 0 0 0,0 1 0 0 0,4 2 0 0 0,-5-3-76 0 0,1 0 1 0 0,-1-1-1 0 0,1 1 0 0 0,-1-1 1 0 0,1 0-1 0 0,-1 1 1 0 0,1-1-1 0 0,-1 0 1 0 0,1 0-1 0 0,0 0 1 0 0,-1 0-1 0 0,1 0 1 0 0,-1 0-1 0 0,1-1 1 0 0,-1 1-1 0 0,1 0 0 0 0,-1-1 1 0 0,1 1-1 0 0,-1-1 1 0 0,1 0-1 0 0,-1 0 1 0 0,1 1-1 0 0,-1-1 1 0 0,0 0-1 0 0,0 0 1 0 0,2-1-1 0 0,8-9-2356 0 0</inkml:trace>
</inkml:ink>
</file>

<file path=ppt/ink/ink2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51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11055 0 0,'0'0'13828'0'0,"1"3"-12113"0"0,19 117 2918 0 0,6 30-3490 0 0,-15-111-1062 0 0,2 0 0 0 0,24 52 0 0 0,-26-69-56 0 0,1 1 0 0 0,1-2 0 0 0,1 0 0 0 0,1-1 0 0 0,20 21 0 0 0,-31-37-25 0 0,0 0 0 0 0,0 0 0 0 0,1 0 0 0 0,0-1 0 0 0,-1 0 0 0 0,1 0 0 0 0,1 0 0 0 0,-1 0 0 0 0,6 1 0 0 0,-9-3 0 0 0,1 0 0 0 0,-1-1 0 0 0,0 1 0 0 0,1-1 0 0 0,-1 1 0 0 0,1-1 0 0 0,-1 0 0 0 0,1 0 0 0 0,-1 0 0 0 0,1 0 0 0 0,-1-1 0 0 0,1 1 0 0 0,-1-1 0 0 0,1 1 0 0 0,-1-1 0 0 0,0 0 0 0 0,1 0 0 0 0,-1 0 0 0 0,0 0 0 0 0,0 0 0 0 0,0 0 0 0 0,0-1 0 0 0,3-1 0 0 0,3-6 0 0 0,1 0 0 0 0,-2-1 0 0 0,1 0 0 0 0,-1 0 0 0 0,-1-1 0 0 0,0 1 0 0 0,9-22 0 0 0,24-88 0 0 0,-24 68 0 0 0,62-167 0 0 0,-72 207 0 0 0,-5 12 0 0 0,0 0 0 0 0,0 0 0 0 0,0 0 0 0 0,0-1 0 0 0,0 1 0 0 0,0 0 0 0 0,0 0 0 0 0,0 0 0 0 0,0 0 0 0 0,1-1 0 0 0,-1 1 0 0 0,0 0 0 0 0,0 0 0 0 0,0 0 0 0 0,0 0 0 0 0,0 0 0 0 0,0-1 0 0 0,0 1 0 0 0,0 0 0 0 0,0 0 0 0 0,0 0 0 0 0,1 0 0 0 0,-1 0 0 0 0,0 0 0 0 0,0 0 0 0 0,0 0 0 0 0,0-1 0 0 0,0 1 0 0 0,0 0 0 0 0,1 0 0 0 0,-1 0 0 0 0,0 0 0 0 0,0 0 0 0 0,0 0 0 0 0,0 0 0 0 0,1 0 0 0 0,-1 0 0 0 0,0 0 0 0 0,0 0 0 0 0,0 0 0 0 0,0 0 0 0 0,0 0 0 0 0,1 0 0 0 0,-1 0 0 0 0,0 0 0 0 0,0 0 0 0 0,0 0 0 0 0,0 0 0 0 0,0 0 0 0 0,1 0 0 0 0,-1 1 0 0 0,0-1 0 0 0,0 0 0 0 0,0 0 0 0 0,0 0 0 0 0,0 0 0 0 0,0 0 0 0 0,1 0 0 0 0,-1 0 0 0 0,0 0 0 0 0,0 1 0 0 0,0-1 0 0 0,3 8 0 0 0,-3-7 0 0 0,7 22 0 0 0,-2 1 0 0 0,4 35 0 0 0,-6-31 0 0 0,11 40 0 0 0,-5-38-65 0 0,1 0-1 0 0,23 47 1 0 0,-27-66 45 0 0,0 0 1 0 0,0-1-1 0 0,1 0 1 0 0,1 0-1 0 0,0 0 0 0 0,0-1 1 0 0,0-1-1 0 0,1 1 1 0 0,20 13-1 0 0,-25-19 28 0 0,1-1 0 0 0,-1 1 1 0 0,1-1-1 0 0,0 0 0 0 0,0 0 0 0 0,0-1 0 0 0,0 1 0 0 0,0-1 1 0 0,0 0-1 0 0,0-1 0 0 0,0 1 0 0 0,1-1 0 0 0,-1 0 0 0 0,0 0 1 0 0,0-1-1 0 0,0 1 0 0 0,1-1 0 0 0,-1 0 0 0 0,0-1 0 0 0,0 1 1 0 0,0-1-1 0 0,-1 0 0 0 0,7-3 0 0 0,-3 0 8 0 0,0 0 1 0 0,0-1-1 0 0,-1 0 0 0 0,1 0 1 0 0,-1-1-1 0 0,-1 1 0 0 0,1-2 1 0 0,-1 1-1 0 0,-1-1 0 0 0,1 1 1 0 0,7-18-1 0 0,-3 2-93 0 0,-1 0-1 0 0,-1-1 1 0 0,-1 0 0 0 0,-1 0-1 0 0,-1-1 1 0 0,-2 0 0 0 0,0 1-1 0 0,-1-1 1 0 0,-2-1 0 0 0,-5-48-1 0 0,4 64-340 0 0,-1-1 0 0 0,-1 1 0 0 0,0-1 0 0 0,0 1 0 0 0,-1 0 0 0 0,-10-19 0 0 0,-4 2-1749 0 0</inkml:trace>
</inkml:ink>
</file>

<file path=ppt/ink/ink2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7:52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1 158 25487 0 0,'0'0'2307'0'0,"2"1"-1899"0"0,8 3-339 0 0,0-1 0 0 0,0 0 0 0 0,0-1 1 0 0,1 0-1 0 0,-1-1 0 0 0,21 0 0 0 0,67-6 824 0 0,-89 4-850 0 0,143-10 613 0 0,11-2-2084 0 0,-55 1-2880 0 0,-64 6-4699 0 0</inkml:trace>
  <inkml:trace contextRef="#ctx0" brushRef="#br0" timeOffset="1">1094 69 12439 0 0,'0'0'958'0'0,"1"-1"-220"0"0,47-19 9641 0 0,5 6-6121 0 0,55-6-2751 0 0,-91 17-955 0 0,9-2-532 0 0,40 0-1 0 0,-57 5-429 0 0,-1 0 0 0 0,1 0 1 0 0,0 1-1 0 0,-1 0 0 0 0,0 1 0 0 0,1 0 0 0 0,-1 0 1 0 0,14 6-1 0 0,-7 2-2053 0 0</inkml:trace>
  <inkml:trace contextRef="#ctx0" brushRef="#br0" timeOffset="2">1551 524 20903 0 0,'0'0'960'0'0,"0"2"-21"0"0,6 27-570 0 0,-3-17 445 0 0,0 1 0 0 0,1 18-1 0 0,-3 17 1832 0 0,13 137 1689 0 0,-13-174-4313 0 0,1 3-102 0 0,0-1 1 0 0,0 0 0 0 0,1 0 0 0 0,1 0-1 0 0,0-1 1 0 0,9 19 0 0 0,-4-23-1960 0 0,-1-2 837 0 0</inkml:trace>
</inkml:ink>
</file>

<file path=ppt/ink/ink2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8:12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1203 0 14279 0 0,'0'0'2388'0'0,"0"3"-1442"0"0,-1 19-506 0 0,-1-1 0 0 0,0 1 0 0 0,-2-1 0 0 0,-1 0 0 0 0,-1 0 0 0 0,0-1 0 0 0,-15 31 0 0 0,-81 135 1093 0 0,82-151-1132 0 0,-105 159 730 0 0,43-68-638 0 0,49-73-330 0 0,-285 422 918 0 0,224-346-912 0 0,-92 119 57 0 0,165-223-186 0 0,-59 67 182 0 0,65-76-8 0 0,-1-1 0 0 0,-1-1-1 0 0,-25 18 1 0 0,42-32-197 0 0,-1 0 0 0 0,1 0 0 0 0,0 0 0 0 0,0 0-1 0 0,0 0 1 0 0,-1 0 0 0 0,1 0 0 0 0,0 0 0 0 0,0 0 0 0 0,0 0 0 0 0,-1 0-1 0 0,1 1 1 0 0,0-1 0 0 0,0 0 0 0 0,0 0 0 0 0,0 0 0 0 0,-1 0 0 0 0,1 0 0 0 0,0 1-1 0 0,0-1 1 0 0,0 0 0 0 0,0 0 0 0 0,0 0 0 0 0,0 0 0 0 0,0 1 0 0 0,-1-1-1 0 0,1 0 1 0 0,0 0 0 0 0,0 0 0 0 0,0 1 0 0 0,0-1 0 0 0,0 0 0 0 0,0 0 0 0 0,0 0-1 0 0,0 1 1 0 0,0-1 0 0 0,0 0 0 0 0,0 0 0 0 0,0 1 0 0 0,0-1 0 0 0,0 0-1 0 0,1 0 1 0 0,-1 0 0 0 0,0 1 0 0 0,0-1 0 0 0,0 0 0 0 0,13 4 149 0 0,20-2-165 0 0,67-15 191 0 0,-35 3-91 0 0,54-6-71 0 0,71-6-52 0 0,29 16-5363 0 0,-184 6 3312 0 0,-5 0 70 0 0</inkml:trace>
</inkml:ink>
</file>

<file path=ppt/ink/ink2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8:12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14 12895 0 0,'-26'-13'11489'0'0,"29"15"-11287"0"0,21 13-35 0 0,1-1 0 0 0,1 0 1 0 0,37 12-1 0 0,-1 2-183 0 0,-59-27 1 0 0,0 1-1 0 0,-1-1 0 0 0,1 1 1 0 0,-1 0-1 0 0,5 4 1 0 0,-6-5 9 0 0,-1-1 1 0 0,0 1-1 0 0,1 0 1 0 0,-1-1 0 0 0,0 1-1 0 0,0 0 1 0 0,0 0-1 0 0,0-1 1 0 0,0 1-1 0 0,0 0 1 0 0,0 0-1 0 0,0-1 1 0 0,0 1-1 0 0,0 0 1 0 0,0 0 0 0 0,0-1-1 0 0,0 1 1 0 0,-1 0-1 0 0,1-1 1 0 0,-1 2-1 0 0,1 0-6 0 0,-2 1 15 0 0,1 1 0 0 0,-1-1-1 0 0,1 1 1 0 0,-1-1 0 0 0,0 0 0 0 0,0 1 0 0 0,0-1-1 0 0,-1 0 1 0 0,1-1 0 0 0,-1 1 0 0 0,1 0 0 0 0,-5 2-1 0 0,-6 5 166 0 0,-21 12 0 0 0,17-11 64 0 0,2-2-111 0 0,-4 3-133 0 0,0 0 0 0 0,2 1 0 0 0,-1 0-1 0 0,-26 28 1 0 0,43-39-496 0 0,2 11-3964 0 0</inkml:trace>
</inkml:ink>
</file>

<file path=ppt/ink/ink2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8:13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364 116 17967 0 0,'-4'-2'135'0'0,"0"0"-1"0"0,0 0 0 0 0,0 0 0 0 0,0 1 1 0 0,0 0-1 0 0,0 0 0 0 0,0 0 1 0 0,-1 0-1 0 0,1 0 0 0 0,0 1 1 0 0,-1 0-1 0 0,1 0 0 0 0,0 0 1 0 0,-1 1-1 0 0,-6 1 0 0 0,-4 2 489 0 0,-1 0-1 0 0,-27 14 0 0 0,19-8 1258 0 0,6-3-1492 0 0,0 2-1 0 0,0 0 1 0 0,1 1 0 0 0,0 1-1 0 0,1 1 1 0 0,0 0-1 0 0,1 1 1 0 0,0 0-1 0 0,-15 20 1 0 0,22-22-304 0 0,4 1-31 0 0,7 0-42 0 0,-1-8-9 0 0,0-1-1 0 0,0 0 0 0 0,0 0 1 0 0,0 0-1 0 0,1-1 1 0 0,-1 1-1 0 0,1 0 1 0 0,-1-1-1 0 0,1 0 1 0 0,0 0-1 0 0,0 0 0 0 0,0 0 1 0 0,1 0-1 0 0,-1 0 1 0 0,0-1-1 0 0,1 0 1 0 0,-1 1-1 0 0,1-1 1 0 0,-1 0-1 0 0,7 0 1 0 0,7 1 6 0 0,-1 0 0 0 0,1-1 1 0 0,19-2-1 0 0,-32 1-8 0 0,9-1 4 0 0,0 0 0 0 0,0 0 1 0 0,0-1-1 0 0,0-1 0 0 0,-1 0 0 0 0,23-10 0 0 0,-30 12-1 0 0,-1-2-1 0 0,1 1 0 0 0,-1 0 0 0 0,0-1 0 0 0,1 0 0 0 0,-1 0 1 0 0,-1 0-1 0 0,1-1 0 0 0,0 1 0 0 0,-1-1 0 0 0,1 0 0 0 0,-1 0 0 0 0,0 0 1 0 0,-1 0-1 0 0,1-1 0 0 0,-1 1 0 0 0,0-1 0 0 0,0 1 0 0 0,0-1 1 0 0,1-7-1 0 0,-1 1 21 0 0,-1 1 1 0 0,0-1 0 0 0,-1 1 0 0 0,0-1-1 0 0,-1 0 1 0 0,0 1 0 0 0,0-1-1 0 0,-6-18 1 0 0,0 8-857 0 0,-1 0-1 0 0,0 0 1 0 0,-14-21 0 0 0,7 14-8178 0 0</inkml:trace>
</inkml:ink>
</file>

<file path=ppt/ink/ink2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8:17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9959 0 0,'0'0'904'0'0,"2"2"-745"0"0,63 96 744 0 0,-26-40-102 0 0,-16-21-64 0 0,-2 0 0 0 0,26 65 1 0 0,20 86 315 0 0,-53-139-947 0 0,11 62 0 0 0,-21-89-72 0 0,-2 0-1 0 0,0 0 0 0 0,-2 0 0 0 0,0 0 0 0 0,-5 32 0 0 0,3-42-145 0 0,-1-1 1 0 0,0 0 0 0 0,0 0-1 0 0,-1 0 1 0 0,-1 0-1 0 0,0-1 1 0 0,0 1 0 0 0,-1-1-1 0 0,0-1 1 0 0,-1 1-1 0 0,0-1 1 0 0,-1 0 0 0 0,1 0-1 0 0,-2-1 1 0 0,-16 13-1 0 0,7-10-1076 0 0</inkml:trace>
</inkml:ink>
</file>

<file path=ppt/ink/ink2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8:17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233 243 9215 0 0,'0'0'707'0'0,"-2"3"-464"0"0,-66 151 2509 0 0,1 63-671 0 0,66-214-188 0 0,-10-9-993 0 0,8 2-805 0 0,-1 1 0 0 0,1-1 0 0 0,0 0 0 0 0,1 0 0 0 0,-1 0 0 0 0,1 0 0 0 0,0-1 0 0 0,0 1 0 0 0,-3-9 0 0 0,-1-2 51 0 0,-4-9-35 0 0,0 0 0 0 0,-10-45 0 0 0,17 53-93 0 0,0 0-1 0 0,2-1 0 0 0,-1 1 1 0 0,2-1-1 0 0,3-24 1 0 0,1 7-17 0 0,2 0 1 0 0,2 1 0 0 0,1 0 0 0 0,2 0-1 0 0,17-38 1 0 0,-24 63 1 0 0,-2 3 4 0 0,1-1-1 0 0,0 0 1 0 0,0 1-1 0 0,1 0 1 0 0,0 0-1 0 0,-1 0 1 0 0,2 0-1 0 0,-1 1 1 0 0,0-1-1 0 0,8-4 1 0 0,-10 7 218 0 0,10 1 155 0 0,-10 1-355 0 0,0 0-1 0 0,-1 1 1 0 0,1-1-1 0 0,-1 1 1 0 0,1 0-1 0 0,-1-1 0 0 0,0 1 1 0 0,1 0-1 0 0,-1 0 1 0 0,0 0-1 0 0,1 0 1 0 0,-1 0-1 0 0,0 0 1 0 0,0 0-1 0 0,0 0 1 0 0,2 3-1 0 0,-1-1 32 0 0,37 42 319 0 0,17 16-203 0 0,-47-53-172 0 0,0 0-1 0 0,1 0 0 0 0,0-1 1 0 0,21 11-1 0 0,10 1-803 0 0,1-3 0 0 0,0-1-1 0 0,1-3 1 0 0,70 12 0 0 0,-68-16-623 0 0</inkml:trace>
</inkml:ink>
</file>

<file path=ppt/ink/ink2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8:18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11055 0 0,'0'0'852'0'0,"0"4"-384"0"0,3 21 665 0 0,1 1 0 0 0,1-1 0 0 0,9 25-1 0 0,31 77-715 0 0,-6-20-157 0 0,-8-22-127 0 0,16 56-18 0 0,-43-124-121 0 0,-1 1 0 0 0,0-1 0 0 0,-1 1 0 0 0,-1-1-1 0 0,-1 1 1 0 0,0 0 0 0 0,-6 34 0 0 0,5-48-309 0 0,1-2 224 0 0,0-1 0 0 0,0 1 1 0 0,-1-1-1 0 0,1 0 1 0 0,0 1-1 0 0,-1-1 1 0 0,1 0-1 0 0,-1 1 1 0 0,0-1-1 0 0,1 0 1 0 0,-1 0-1 0 0,0 0 0 0 0,0 0 1 0 0,1 1-1 0 0,-1-1 1 0 0,-2 1-1 0 0,-6 2-1221 0 0</inkml:trace>
</inkml:ink>
</file>

<file path=ppt/ink/ink2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6-22T22:18:18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214 164 12439 0 0,'-1'-1'54'0'0,"0"0"-1"0"0,0 0 1 0 0,0 1-1 0 0,0-1 0 0 0,0 1 1 0 0,0-1-1 0 0,0 1 1 0 0,0-1-1 0 0,0 1 1 0 0,0 0-1 0 0,0-1 0 0 0,-1 1 1 0 0,1 0-1 0 0,0 0 1 0 0,0 0-1 0 0,0 0 1 0 0,0 0-1 0 0,-1 0 1 0 0,1 0-1 0 0,0 0 0 0 0,-1 1 1 0 0,0 0 98 0 0,0 0-1 0 0,-1 0 1 0 0,1 0 0 0 0,1 0 0 0 0,-1 0 0 0 0,0 0-1 0 0,0 1 1 0 0,0-1 0 0 0,1 1 0 0 0,-3 2-1 0 0,-1 2 122 0 0,1 0-1 0 0,-1 0 1 0 0,1 1-1 0 0,0 0 1 0 0,-4 11-1 0 0,-29 78-97 0 0,37-95-140 0 0,0 0 0 0 0,0 0 0 0 0,-1 0 0 0 0,1 0 1 0 0,-1 0-1 0 0,1 0 0 0 0,-1 0 0 0 0,1 0 0 0 0,-1 0 0 0 0,0 0 0 0 0,1 0 0 0 0,-1-1 0 0 0,0 1 1 0 0,0 0-1 0 0,0-1 0 0 0,1 1 0 0 0,-1 0 0 0 0,0-1 0 0 0,0 1 0 0 0,0-1 0 0 0,0 1 1 0 0,0-1-1 0 0,0 0 0 0 0,0 1 0 0 0,0-1 0 0 0,0 0 0 0 0,0 0 0 0 0,0 0 0 0 0,0 0 1 0 0,0 0-1 0 0,0 0 0 0 0,-1 0 0 0 0,1 0 0 0 0,0 0 0 0 0,0 0 0 0 0,0-1 0 0 0,0 1 0 0 0,0 0 1 0 0,0-1-1 0 0,0 1 0 0 0,0-1 0 0 0,0 1 0 0 0,1-1 0 0 0,-1 1 0 0 0,-1-2 0 0 0,-2 0 38 0 0,0-1-1 0 0,0 0 0 0 0,0 0 0 0 0,1-1 0 0 0,-1 1 1 0 0,1-1-1 0 0,0 1 0 0 0,-4-7 0 0 0,4 5-40 0 0,0-1-1 0 0,0 0 1 0 0,0 0-1 0 0,1 0 1 0 0,0 0-1 0 0,0 0 1 0 0,0 0-1 0 0,1-1 1 0 0,0 1-1 0 0,0-1 1 0 0,1 1-1 0 0,0-1 1 0 0,0 1-1 0 0,0-1 1 0 0,2-8-1 0 0,1 4-4 0 0,0 1 0 0 0,0 0 0 0 0,1 0-1 0 0,0 0 1 0 0,1 0 0 0 0,0 0 0 0 0,0 1 0 0 0,11-14-1 0 0,-7 13 66 0 0,-1-1 0 0 0,2 2 0 0 0,0-1 0 0 0,0 1 0 0 0,0 0 1 0 0,14-7-1 0 0,-21 14 56 0 0,0 0 0 0 0,-1 1 1 0 0,1 0-1 0 0,0-1 1 0 0,0 1-1 0 0,0 0 1 0 0,0 1-1 0 0,0-1 0 0 0,0 0 1 0 0,0 1-1 0 0,0 0 1 0 0,1 0-1 0 0,-1 0 1 0 0,0 0-1 0 0,0 0 1 0 0,0 1-1 0 0,6 0 0 0 0,-1 2 10 0 0,0 0 0 0 0,0 1 0 0 0,-1 0 0 0 0,1 0 0 0 0,7 6 0 0 0,82 56 41 0 0,-79-52-911 0 0,-1 0 0 0 0,-1 1 0 0 0,0 1 0 0 0,16 21 0 0 0,-17-19-6944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E2A4B-3483-6341-C6C2-3E6D02B7D7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97BA21-8C55-8F6D-B108-D21BF0EB6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D8793-1332-807E-AA4C-09727A284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A8071-EEF8-4959-8C23-88A3D4912023}" type="datetimeFigureOut">
              <a:rPr lang="en-US" smtClean="0"/>
              <a:t>6/22/2022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2CB72-A75D-6A17-3FD8-2A5E2CEA3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9B2BA-B281-5DA3-7F52-9975297A4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70B27-325A-4D9E-883C-47B081E52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175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90DB7-CFBE-CD55-E48E-424A0E80E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416AF-EC3E-9631-EEB2-88E3782D6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8ED5F-5121-C733-3420-D7AFD3A67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A8071-EEF8-4959-8C23-88A3D4912023}" type="datetimeFigureOut">
              <a:rPr lang="en-US" smtClean="0"/>
              <a:t>6/22/2022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4AA9A-6B00-5BA5-992F-5BE682492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015F5-87AA-4924-8966-EDAC0F5EC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70B27-325A-4D9E-883C-47B081E52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99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232BC-4957-BBC4-99C8-C8B5947A6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1554CA-7DF8-056B-8C8E-7A5F3CF2C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CEF26-2249-34EF-6079-DAFE8621A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A8071-EEF8-4959-8C23-88A3D4912023}" type="datetimeFigureOut">
              <a:rPr lang="en-US" smtClean="0"/>
              <a:t>6/22/2022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7B4CB-ACF9-4F6D-F936-5084003E8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1ECEC-155A-3C23-9002-8BA805A9D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70B27-325A-4D9E-883C-47B081E52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18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AA28C-0CC6-6D55-F2CD-F943BD2D0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F20EB-1B66-3F55-BC3E-7594C904FF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F1C553-39A1-D00F-9C83-4CF15BDA3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729FCE-76D8-02DB-B800-4905A9161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A8071-EEF8-4959-8C23-88A3D4912023}" type="datetimeFigureOut">
              <a:rPr lang="en-US" smtClean="0"/>
              <a:t>6/22/2022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99D597-AF68-41D6-F7C7-CD17A55D3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15D9BE-702F-4291-56DB-E2AEEC21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70B27-325A-4D9E-883C-47B081E52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357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3D045-FB06-56BE-12D4-036E1AADB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2E2B3-5F26-A9C7-DC87-3B2829F1AE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8B0605-F267-E7C3-9ABD-9E7AC224AA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9CA36F-E930-A5EC-BAD7-C1B15F50EE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4C3FD6-BAF2-5C3B-33DC-88F1336762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FED484-6E06-DF43-EEB9-E0E417EAD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A8071-EEF8-4959-8C23-88A3D4912023}" type="datetimeFigureOut">
              <a:rPr lang="en-US" smtClean="0"/>
              <a:t>6/22/2022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D0B81E-F114-9F4B-F993-1E953104B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22CAEF-76C7-0AD2-D32E-EAC2683D7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70B27-325A-4D9E-883C-47B081E52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301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526E9-53AB-864E-59CB-991B6582C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4A6D3E-B5FD-D69F-6BBD-421527798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A8071-EEF8-4959-8C23-88A3D4912023}" type="datetimeFigureOut">
              <a:rPr lang="en-US" smtClean="0"/>
              <a:t>6/22/2022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98B074-0BC1-21EF-54F5-7F3351444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E55DC-BAF9-D6F4-8629-6445DB6D0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70B27-325A-4D9E-883C-47B081E52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474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4A7BCE-A4B4-CF76-16E4-97203AE5F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A8071-EEF8-4959-8C23-88A3D4912023}" type="datetimeFigureOut">
              <a:rPr lang="en-US" smtClean="0"/>
              <a:t>6/22/2022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18F92B-3F8A-D7B2-3303-86F132D71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889845-19EA-BAF1-4C9D-E04367635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70B27-325A-4D9E-883C-47B081E52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129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AF9C3-B677-F698-C323-83A96F4FB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7512D-EDA9-D8E3-FA0E-CD67C6053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DFD58F-0D3A-643C-65E0-4D50F08E08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EA7B21-7501-6860-AF5C-2DA1B90BE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A8071-EEF8-4959-8C23-88A3D4912023}" type="datetimeFigureOut">
              <a:rPr lang="en-US" smtClean="0"/>
              <a:t>6/22/2022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1B43BB-7761-1026-0E32-802F5DF4F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C0C9A8-ABE8-2D01-710B-3F7206031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70B27-325A-4D9E-883C-47B081E52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585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1A6D0-49AC-153A-70A0-8ED105926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927CD7-AFA9-D63F-E77B-A33EE25EE1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895A-E71E-139B-B86A-6CC1D1028F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ACEE6F-A2DB-6A71-AD4D-4BAEABF48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A8071-EEF8-4959-8C23-88A3D4912023}" type="datetimeFigureOut">
              <a:rPr lang="en-US" smtClean="0"/>
              <a:t>6/22/2022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368D65-2093-414F-7131-91FE8A564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CCC408-31C3-EE4E-EBF3-AC4214AE3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70B27-325A-4D9E-883C-47B081E52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074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4CF74-334F-BEA8-933A-3E8BC0CDE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E3C639-D524-8833-9DC3-6816B2AAB6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451FB-C7D6-FABD-4518-3F9ED80E5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A8071-EEF8-4959-8C23-88A3D4912023}" type="datetimeFigureOut">
              <a:rPr lang="en-US" smtClean="0"/>
              <a:t>6/22/2022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CAC3B-0BFA-3D3B-05A0-B7E668366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0055F-8E0F-A742-9973-34B6AB2EF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70B27-325A-4D9E-883C-47B081E52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004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93041D-9B8E-599D-BCDD-D682F6BAEB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0823DE-9FA2-132D-15DC-92128A6149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53DB1-83B8-867B-D464-BBC74DFCC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A8071-EEF8-4959-8C23-88A3D4912023}" type="datetimeFigureOut">
              <a:rPr lang="en-US" smtClean="0"/>
              <a:t>6/22/2022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567A0-9546-E301-EB5B-753EF1C11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3DB01-ACB2-1845-17FB-69DC05AB3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70B27-325A-4D9E-883C-47B081E52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307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E21BF0-F86F-354E-07E8-D253914A8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5985E-2C72-6D14-E8CA-0C084CD32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2EAE4-4A4E-F2C1-8A6F-A6D29CB1B7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A8071-EEF8-4959-8C23-88A3D4912023}" type="datetimeFigureOut">
              <a:rPr lang="en-US" smtClean="0"/>
              <a:t>6/22/2022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CCA3C-63A1-F575-7E94-F65E914977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3C7ED-65F6-88E7-6D31-C73C54D849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070B27-325A-4D9E-883C-47B081E52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7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4.xml"/><Relationship Id="rId16" Type="http://schemas.openxmlformats.org/officeDocument/2006/relationships/customXml" Target="../ink/ink8.xml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66" Type="http://schemas.openxmlformats.org/officeDocument/2006/relationships/customXml" Target="../ink/ink33.xml"/><Relationship Id="rId74" Type="http://schemas.openxmlformats.org/officeDocument/2006/relationships/customXml" Target="../ink/ink37.xml"/><Relationship Id="rId79" Type="http://schemas.openxmlformats.org/officeDocument/2006/relationships/image" Target="../media/image39.png"/><Relationship Id="rId5" Type="http://schemas.openxmlformats.org/officeDocument/2006/relationships/image" Target="../media/image2.png"/><Relationship Id="rId61" Type="http://schemas.openxmlformats.org/officeDocument/2006/relationships/image" Target="../media/image30.png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56" Type="http://schemas.openxmlformats.org/officeDocument/2006/relationships/customXml" Target="../ink/ink28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77" Type="http://schemas.openxmlformats.org/officeDocument/2006/relationships/image" Target="../media/image38.png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3" Type="http://schemas.openxmlformats.org/officeDocument/2006/relationships/image" Target="../media/image1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29.png"/><Relationship Id="rId67" Type="http://schemas.openxmlformats.org/officeDocument/2006/relationships/image" Target="../media/image33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2" Type="http://schemas.openxmlformats.org/officeDocument/2006/relationships/customXml" Target="../ink/ink1.xml"/><Relationship Id="rId29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7.png"/><Relationship Id="rId21" Type="http://schemas.openxmlformats.org/officeDocument/2006/relationships/image" Target="../media/image49.png"/><Relationship Id="rId324" Type="http://schemas.openxmlformats.org/officeDocument/2006/relationships/customXml" Target="../ink/ink202.xml"/><Relationship Id="rId531" Type="http://schemas.openxmlformats.org/officeDocument/2006/relationships/customXml" Target="../ink/ink306.xml"/><Relationship Id="rId170" Type="http://schemas.openxmlformats.org/officeDocument/2006/relationships/image" Target="../media/image123.png"/><Relationship Id="rId268" Type="http://schemas.openxmlformats.org/officeDocument/2006/relationships/customXml" Target="../ink/ink174.xml"/><Relationship Id="rId475" Type="http://schemas.openxmlformats.org/officeDocument/2006/relationships/customXml" Target="../ink/ink278.xml"/><Relationship Id="rId32" Type="http://schemas.openxmlformats.org/officeDocument/2006/relationships/customXml" Target="../ink/ink55.xml"/><Relationship Id="rId128" Type="http://schemas.openxmlformats.org/officeDocument/2006/relationships/image" Target="../media/image102.png"/><Relationship Id="rId335" Type="http://schemas.openxmlformats.org/officeDocument/2006/relationships/image" Target="../media/image205.png"/><Relationship Id="rId542" Type="http://schemas.openxmlformats.org/officeDocument/2006/relationships/image" Target="../media/image308.png"/><Relationship Id="rId181" Type="http://schemas.openxmlformats.org/officeDocument/2006/relationships/customXml" Target="../ink/ink130.xml"/><Relationship Id="rId402" Type="http://schemas.openxmlformats.org/officeDocument/2006/relationships/customXml" Target="../ink/ink241.xml"/><Relationship Id="rId279" Type="http://schemas.openxmlformats.org/officeDocument/2006/relationships/image" Target="../media/image177.png"/><Relationship Id="rId486" Type="http://schemas.openxmlformats.org/officeDocument/2006/relationships/image" Target="../media/image280.png"/><Relationship Id="rId43" Type="http://schemas.openxmlformats.org/officeDocument/2006/relationships/image" Target="../media/image60.png"/><Relationship Id="rId139" Type="http://schemas.openxmlformats.org/officeDocument/2006/relationships/customXml" Target="../ink/ink109.xml"/><Relationship Id="rId346" Type="http://schemas.openxmlformats.org/officeDocument/2006/relationships/customXml" Target="../ink/ink213.xml"/><Relationship Id="rId553" Type="http://schemas.openxmlformats.org/officeDocument/2006/relationships/customXml" Target="../ink/ink317.xml"/><Relationship Id="rId192" Type="http://schemas.openxmlformats.org/officeDocument/2006/relationships/image" Target="../media/image134.png"/><Relationship Id="rId206" Type="http://schemas.openxmlformats.org/officeDocument/2006/relationships/customXml" Target="../ink/ink143.xml"/><Relationship Id="rId413" Type="http://schemas.openxmlformats.org/officeDocument/2006/relationships/image" Target="../media/image244.png"/><Relationship Id="rId497" Type="http://schemas.openxmlformats.org/officeDocument/2006/relationships/customXml" Target="../ink/ink289.xml"/><Relationship Id="rId357" Type="http://schemas.openxmlformats.org/officeDocument/2006/relationships/image" Target="../media/image216.png"/><Relationship Id="rId54" Type="http://schemas.openxmlformats.org/officeDocument/2006/relationships/customXml" Target="../ink/ink66.xml"/><Relationship Id="rId217" Type="http://schemas.openxmlformats.org/officeDocument/2006/relationships/image" Target="../media/image146.png"/><Relationship Id="rId564" Type="http://schemas.openxmlformats.org/officeDocument/2006/relationships/image" Target="../media/image319.png"/><Relationship Id="rId424" Type="http://schemas.openxmlformats.org/officeDocument/2006/relationships/image" Target="../media/image249.png"/><Relationship Id="rId270" Type="http://schemas.openxmlformats.org/officeDocument/2006/relationships/customXml" Target="../ink/ink175.xml"/><Relationship Id="rId65" Type="http://schemas.openxmlformats.org/officeDocument/2006/relationships/image" Target="../media/image71.png"/><Relationship Id="rId130" Type="http://schemas.openxmlformats.org/officeDocument/2006/relationships/image" Target="../media/image103.png"/><Relationship Id="rId368" Type="http://schemas.openxmlformats.org/officeDocument/2006/relationships/customXml" Target="../ink/ink224.xml"/><Relationship Id="rId172" Type="http://schemas.openxmlformats.org/officeDocument/2006/relationships/image" Target="../media/image124.png"/><Relationship Id="rId228" Type="http://schemas.openxmlformats.org/officeDocument/2006/relationships/customXml" Target="../ink/ink154.xml"/><Relationship Id="rId435" Type="http://schemas.openxmlformats.org/officeDocument/2006/relationships/customXml" Target="../ink/ink258.xml"/><Relationship Id="rId477" Type="http://schemas.openxmlformats.org/officeDocument/2006/relationships/customXml" Target="../ink/ink279.xml"/><Relationship Id="rId281" Type="http://schemas.openxmlformats.org/officeDocument/2006/relationships/image" Target="../media/image178.png"/><Relationship Id="rId337" Type="http://schemas.openxmlformats.org/officeDocument/2006/relationships/image" Target="../media/image206.png"/><Relationship Id="rId502" Type="http://schemas.openxmlformats.org/officeDocument/2006/relationships/image" Target="../media/image288.png"/><Relationship Id="rId34" Type="http://schemas.openxmlformats.org/officeDocument/2006/relationships/customXml" Target="../ink/ink56.xml"/><Relationship Id="rId76" Type="http://schemas.openxmlformats.org/officeDocument/2006/relationships/customXml" Target="../ink/ink77.xml"/><Relationship Id="rId141" Type="http://schemas.openxmlformats.org/officeDocument/2006/relationships/customXml" Target="../ink/ink110.xml"/><Relationship Id="rId379" Type="http://schemas.openxmlformats.org/officeDocument/2006/relationships/image" Target="../media/image227.png"/><Relationship Id="rId544" Type="http://schemas.openxmlformats.org/officeDocument/2006/relationships/image" Target="../media/image309.png"/><Relationship Id="rId7" Type="http://schemas.openxmlformats.org/officeDocument/2006/relationships/image" Target="../media/image42.png"/><Relationship Id="rId183" Type="http://schemas.openxmlformats.org/officeDocument/2006/relationships/customXml" Target="../ink/ink131.xml"/><Relationship Id="rId239" Type="http://schemas.openxmlformats.org/officeDocument/2006/relationships/image" Target="../media/image157.png"/><Relationship Id="rId390" Type="http://schemas.openxmlformats.org/officeDocument/2006/relationships/customXml" Target="../ink/ink235.xml"/><Relationship Id="rId404" Type="http://schemas.openxmlformats.org/officeDocument/2006/relationships/customXml" Target="../ink/ink242.xml"/><Relationship Id="rId446" Type="http://schemas.openxmlformats.org/officeDocument/2006/relationships/image" Target="../media/image260.png"/><Relationship Id="rId250" Type="http://schemas.openxmlformats.org/officeDocument/2006/relationships/customXml" Target="../ink/ink165.xml"/><Relationship Id="rId292" Type="http://schemas.openxmlformats.org/officeDocument/2006/relationships/customXml" Target="../ink/ink186.xml"/><Relationship Id="rId306" Type="http://schemas.openxmlformats.org/officeDocument/2006/relationships/customXml" Target="../ink/ink193.xml"/><Relationship Id="rId488" Type="http://schemas.openxmlformats.org/officeDocument/2006/relationships/image" Target="../media/image281.png"/><Relationship Id="rId45" Type="http://schemas.openxmlformats.org/officeDocument/2006/relationships/image" Target="../media/image61.png"/><Relationship Id="rId87" Type="http://schemas.openxmlformats.org/officeDocument/2006/relationships/image" Target="../media/image82.png"/><Relationship Id="rId110" Type="http://schemas.openxmlformats.org/officeDocument/2006/relationships/customXml" Target="../ink/ink94.xml"/><Relationship Id="rId348" Type="http://schemas.openxmlformats.org/officeDocument/2006/relationships/customXml" Target="../ink/ink214.xml"/><Relationship Id="rId513" Type="http://schemas.openxmlformats.org/officeDocument/2006/relationships/customXml" Target="../ink/ink297.xml"/><Relationship Id="rId555" Type="http://schemas.openxmlformats.org/officeDocument/2006/relationships/customXml" Target="../ink/ink318.xml"/><Relationship Id="rId152" Type="http://schemas.openxmlformats.org/officeDocument/2006/relationships/image" Target="../media/image114.png"/><Relationship Id="rId194" Type="http://schemas.openxmlformats.org/officeDocument/2006/relationships/image" Target="../media/image135.png"/><Relationship Id="rId208" Type="http://schemas.openxmlformats.org/officeDocument/2006/relationships/customXml" Target="../ink/ink144.xml"/><Relationship Id="rId415" Type="http://schemas.openxmlformats.org/officeDocument/2006/relationships/image" Target="../media/image245.png"/><Relationship Id="rId457" Type="http://schemas.openxmlformats.org/officeDocument/2006/relationships/customXml" Target="../ink/ink269.xml"/><Relationship Id="rId261" Type="http://schemas.openxmlformats.org/officeDocument/2006/relationships/image" Target="../media/image168.png"/><Relationship Id="rId499" Type="http://schemas.openxmlformats.org/officeDocument/2006/relationships/customXml" Target="../ink/ink290.xml"/><Relationship Id="rId14" Type="http://schemas.openxmlformats.org/officeDocument/2006/relationships/customXml" Target="../ink/ink46.xml"/><Relationship Id="rId56" Type="http://schemas.openxmlformats.org/officeDocument/2006/relationships/customXml" Target="../ink/ink67.xml"/><Relationship Id="rId317" Type="http://schemas.openxmlformats.org/officeDocument/2006/relationships/image" Target="../media/image196.png"/><Relationship Id="rId359" Type="http://schemas.openxmlformats.org/officeDocument/2006/relationships/image" Target="../media/image217.png"/><Relationship Id="rId524" Type="http://schemas.openxmlformats.org/officeDocument/2006/relationships/image" Target="../media/image299.png"/><Relationship Id="rId566" Type="http://schemas.openxmlformats.org/officeDocument/2006/relationships/image" Target="../media/image320.png"/><Relationship Id="rId98" Type="http://schemas.openxmlformats.org/officeDocument/2006/relationships/customXml" Target="../ink/ink88.xml"/><Relationship Id="rId121" Type="http://schemas.openxmlformats.org/officeDocument/2006/relationships/image" Target="../media/image99.png"/><Relationship Id="rId163" Type="http://schemas.openxmlformats.org/officeDocument/2006/relationships/customXml" Target="../ink/ink121.xml"/><Relationship Id="rId219" Type="http://schemas.openxmlformats.org/officeDocument/2006/relationships/image" Target="../media/image147.png"/><Relationship Id="rId370" Type="http://schemas.openxmlformats.org/officeDocument/2006/relationships/customXml" Target="../ink/ink225.xml"/><Relationship Id="rId426" Type="http://schemas.openxmlformats.org/officeDocument/2006/relationships/image" Target="../media/image250.png"/><Relationship Id="rId230" Type="http://schemas.openxmlformats.org/officeDocument/2006/relationships/customXml" Target="../ink/ink155.xml"/><Relationship Id="rId468" Type="http://schemas.openxmlformats.org/officeDocument/2006/relationships/image" Target="../media/image271.png"/><Relationship Id="rId25" Type="http://schemas.openxmlformats.org/officeDocument/2006/relationships/image" Target="../media/image51.png"/><Relationship Id="rId67" Type="http://schemas.openxmlformats.org/officeDocument/2006/relationships/image" Target="../media/image72.png"/><Relationship Id="rId272" Type="http://schemas.openxmlformats.org/officeDocument/2006/relationships/customXml" Target="../ink/ink176.xml"/><Relationship Id="rId328" Type="http://schemas.openxmlformats.org/officeDocument/2006/relationships/customXml" Target="../ink/ink204.xml"/><Relationship Id="rId535" Type="http://schemas.openxmlformats.org/officeDocument/2006/relationships/customXml" Target="../ink/ink308.xml"/><Relationship Id="rId132" Type="http://schemas.openxmlformats.org/officeDocument/2006/relationships/image" Target="../media/image104.png"/><Relationship Id="rId174" Type="http://schemas.openxmlformats.org/officeDocument/2006/relationships/image" Target="../media/image125.png"/><Relationship Id="rId381" Type="http://schemas.openxmlformats.org/officeDocument/2006/relationships/image" Target="../media/image228.png"/><Relationship Id="rId241" Type="http://schemas.openxmlformats.org/officeDocument/2006/relationships/image" Target="../media/image158.png"/><Relationship Id="rId437" Type="http://schemas.openxmlformats.org/officeDocument/2006/relationships/customXml" Target="../ink/ink259.xml"/><Relationship Id="rId479" Type="http://schemas.openxmlformats.org/officeDocument/2006/relationships/customXml" Target="../ink/ink280.xml"/><Relationship Id="rId36" Type="http://schemas.openxmlformats.org/officeDocument/2006/relationships/customXml" Target="../ink/ink57.xml"/><Relationship Id="rId283" Type="http://schemas.openxmlformats.org/officeDocument/2006/relationships/image" Target="../media/image179.png"/><Relationship Id="rId339" Type="http://schemas.openxmlformats.org/officeDocument/2006/relationships/image" Target="../media/image207.png"/><Relationship Id="rId490" Type="http://schemas.openxmlformats.org/officeDocument/2006/relationships/image" Target="../media/image282.png"/><Relationship Id="rId504" Type="http://schemas.openxmlformats.org/officeDocument/2006/relationships/image" Target="../media/image289.png"/><Relationship Id="rId546" Type="http://schemas.openxmlformats.org/officeDocument/2006/relationships/image" Target="../media/image310.png"/><Relationship Id="rId78" Type="http://schemas.openxmlformats.org/officeDocument/2006/relationships/customXml" Target="../ink/ink78.xml"/><Relationship Id="rId101" Type="http://schemas.openxmlformats.org/officeDocument/2006/relationships/image" Target="../media/image89.png"/><Relationship Id="rId143" Type="http://schemas.openxmlformats.org/officeDocument/2006/relationships/customXml" Target="../ink/ink111.xml"/><Relationship Id="rId185" Type="http://schemas.openxmlformats.org/officeDocument/2006/relationships/customXml" Target="../ink/ink132.xml"/><Relationship Id="rId350" Type="http://schemas.openxmlformats.org/officeDocument/2006/relationships/customXml" Target="../ink/ink215.xml"/><Relationship Id="rId406" Type="http://schemas.openxmlformats.org/officeDocument/2006/relationships/customXml" Target="../ink/ink243.xml"/><Relationship Id="rId9" Type="http://schemas.openxmlformats.org/officeDocument/2006/relationships/image" Target="../media/image43.png"/><Relationship Id="rId210" Type="http://schemas.openxmlformats.org/officeDocument/2006/relationships/customXml" Target="../ink/ink145.xml"/><Relationship Id="rId392" Type="http://schemas.openxmlformats.org/officeDocument/2006/relationships/customXml" Target="../ink/ink236.xml"/><Relationship Id="rId448" Type="http://schemas.openxmlformats.org/officeDocument/2006/relationships/image" Target="../media/image261.png"/><Relationship Id="rId252" Type="http://schemas.openxmlformats.org/officeDocument/2006/relationships/customXml" Target="../ink/ink166.xml"/><Relationship Id="rId294" Type="http://schemas.openxmlformats.org/officeDocument/2006/relationships/customXml" Target="../ink/ink187.xml"/><Relationship Id="rId308" Type="http://schemas.openxmlformats.org/officeDocument/2006/relationships/customXml" Target="../ink/ink194.xml"/><Relationship Id="rId515" Type="http://schemas.openxmlformats.org/officeDocument/2006/relationships/customXml" Target="../ink/ink298.xml"/><Relationship Id="rId47" Type="http://schemas.openxmlformats.org/officeDocument/2006/relationships/image" Target="../media/image62.png"/><Relationship Id="rId89" Type="http://schemas.openxmlformats.org/officeDocument/2006/relationships/image" Target="../media/image83.png"/><Relationship Id="rId112" Type="http://schemas.openxmlformats.org/officeDocument/2006/relationships/customXml" Target="../ink/ink95.xml"/><Relationship Id="rId154" Type="http://schemas.openxmlformats.org/officeDocument/2006/relationships/image" Target="../media/image115.png"/><Relationship Id="rId361" Type="http://schemas.openxmlformats.org/officeDocument/2006/relationships/image" Target="../media/image218.png"/><Relationship Id="rId557" Type="http://schemas.openxmlformats.org/officeDocument/2006/relationships/customXml" Target="../ink/ink319.xml"/><Relationship Id="rId196" Type="http://schemas.openxmlformats.org/officeDocument/2006/relationships/image" Target="../media/image136.png"/><Relationship Id="rId417" Type="http://schemas.openxmlformats.org/officeDocument/2006/relationships/customXml" Target="../ink/ink249.xml"/><Relationship Id="rId459" Type="http://schemas.openxmlformats.org/officeDocument/2006/relationships/customXml" Target="../ink/ink270.xml"/><Relationship Id="rId16" Type="http://schemas.openxmlformats.org/officeDocument/2006/relationships/customXml" Target="../ink/ink47.xml"/><Relationship Id="rId221" Type="http://schemas.openxmlformats.org/officeDocument/2006/relationships/image" Target="../media/image148.png"/><Relationship Id="rId263" Type="http://schemas.openxmlformats.org/officeDocument/2006/relationships/image" Target="../media/image169.png"/><Relationship Id="rId319" Type="http://schemas.openxmlformats.org/officeDocument/2006/relationships/image" Target="../media/image197.png"/><Relationship Id="rId470" Type="http://schemas.openxmlformats.org/officeDocument/2006/relationships/image" Target="../media/image272.png"/><Relationship Id="rId526" Type="http://schemas.openxmlformats.org/officeDocument/2006/relationships/image" Target="../media/image300.png"/><Relationship Id="rId58" Type="http://schemas.openxmlformats.org/officeDocument/2006/relationships/customXml" Target="../ink/ink68.xml"/><Relationship Id="rId123" Type="http://schemas.openxmlformats.org/officeDocument/2006/relationships/customXml" Target="../ink/ink101.xml"/><Relationship Id="rId330" Type="http://schemas.openxmlformats.org/officeDocument/2006/relationships/customXml" Target="../ink/ink205.xml"/><Relationship Id="rId568" Type="http://schemas.openxmlformats.org/officeDocument/2006/relationships/image" Target="../media/image321.png"/><Relationship Id="rId165" Type="http://schemas.openxmlformats.org/officeDocument/2006/relationships/customXml" Target="../ink/ink122.xml"/><Relationship Id="rId372" Type="http://schemas.openxmlformats.org/officeDocument/2006/relationships/customXml" Target="../ink/ink226.xml"/><Relationship Id="rId428" Type="http://schemas.openxmlformats.org/officeDocument/2006/relationships/image" Target="../media/image251.png"/><Relationship Id="rId232" Type="http://schemas.openxmlformats.org/officeDocument/2006/relationships/customXml" Target="../ink/ink156.xml"/><Relationship Id="rId274" Type="http://schemas.openxmlformats.org/officeDocument/2006/relationships/customXml" Target="../ink/ink177.xml"/><Relationship Id="rId481" Type="http://schemas.openxmlformats.org/officeDocument/2006/relationships/customXml" Target="../ink/ink281.xml"/><Relationship Id="rId27" Type="http://schemas.openxmlformats.org/officeDocument/2006/relationships/image" Target="../media/image52.png"/><Relationship Id="rId69" Type="http://schemas.openxmlformats.org/officeDocument/2006/relationships/image" Target="../media/image73.png"/><Relationship Id="rId134" Type="http://schemas.openxmlformats.org/officeDocument/2006/relationships/image" Target="../media/image105.png"/><Relationship Id="rId537" Type="http://schemas.openxmlformats.org/officeDocument/2006/relationships/customXml" Target="../ink/ink309.xml"/><Relationship Id="rId80" Type="http://schemas.openxmlformats.org/officeDocument/2006/relationships/customXml" Target="../ink/ink79.xml"/><Relationship Id="rId176" Type="http://schemas.openxmlformats.org/officeDocument/2006/relationships/image" Target="../media/image126.png"/><Relationship Id="rId341" Type="http://schemas.openxmlformats.org/officeDocument/2006/relationships/image" Target="../media/image208.png"/><Relationship Id="rId383" Type="http://schemas.openxmlformats.org/officeDocument/2006/relationships/image" Target="../media/image229.png"/><Relationship Id="rId439" Type="http://schemas.openxmlformats.org/officeDocument/2006/relationships/customXml" Target="../ink/ink260.xml"/><Relationship Id="rId201" Type="http://schemas.openxmlformats.org/officeDocument/2006/relationships/image" Target="../media/image138.png"/><Relationship Id="rId243" Type="http://schemas.openxmlformats.org/officeDocument/2006/relationships/image" Target="../media/image159.png"/><Relationship Id="rId285" Type="http://schemas.openxmlformats.org/officeDocument/2006/relationships/image" Target="../media/image180.png"/><Relationship Id="rId450" Type="http://schemas.openxmlformats.org/officeDocument/2006/relationships/image" Target="../media/image262.png"/><Relationship Id="rId506" Type="http://schemas.openxmlformats.org/officeDocument/2006/relationships/image" Target="../media/image290.png"/><Relationship Id="rId38" Type="http://schemas.openxmlformats.org/officeDocument/2006/relationships/customXml" Target="../ink/ink58.xml"/><Relationship Id="rId103" Type="http://schemas.openxmlformats.org/officeDocument/2006/relationships/image" Target="../media/image90.png"/><Relationship Id="rId310" Type="http://schemas.openxmlformats.org/officeDocument/2006/relationships/customXml" Target="../ink/ink195.xml"/><Relationship Id="rId492" Type="http://schemas.openxmlformats.org/officeDocument/2006/relationships/image" Target="../media/image283.png"/><Relationship Id="rId548" Type="http://schemas.openxmlformats.org/officeDocument/2006/relationships/image" Target="../media/image311.png"/><Relationship Id="rId91" Type="http://schemas.openxmlformats.org/officeDocument/2006/relationships/image" Target="../media/image84.png"/><Relationship Id="rId145" Type="http://schemas.openxmlformats.org/officeDocument/2006/relationships/customXml" Target="../ink/ink112.xml"/><Relationship Id="rId187" Type="http://schemas.openxmlformats.org/officeDocument/2006/relationships/customXml" Target="../ink/ink133.xml"/><Relationship Id="rId352" Type="http://schemas.openxmlformats.org/officeDocument/2006/relationships/customXml" Target="../ink/ink216.xml"/><Relationship Id="rId394" Type="http://schemas.openxmlformats.org/officeDocument/2006/relationships/customXml" Target="../ink/ink237.xml"/><Relationship Id="rId408" Type="http://schemas.openxmlformats.org/officeDocument/2006/relationships/customXml" Target="../ink/ink244.xml"/><Relationship Id="rId212" Type="http://schemas.openxmlformats.org/officeDocument/2006/relationships/customXml" Target="../ink/ink146.xml"/><Relationship Id="rId254" Type="http://schemas.openxmlformats.org/officeDocument/2006/relationships/customXml" Target="../ink/ink167.xml"/><Relationship Id="rId49" Type="http://schemas.openxmlformats.org/officeDocument/2006/relationships/image" Target="../media/image63.png"/><Relationship Id="rId114" Type="http://schemas.openxmlformats.org/officeDocument/2006/relationships/customXml" Target="../ink/ink96.xml"/><Relationship Id="rId296" Type="http://schemas.openxmlformats.org/officeDocument/2006/relationships/customXml" Target="../ink/ink188.xml"/><Relationship Id="rId461" Type="http://schemas.openxmlformats.org/officeDocument/2006/relationships/customXml" Target="../ink/ink271.xml"/><Relationship Id="rId517" Type="http://schemas.openxmlformats.org/officeDocument/2006/relationships/customXml" Target="../ink/ink299.xml"/><Relationship Id="rId559" Type="http://schemas.openxmlformats.org/officeDocument/2006/relationships/customXml" Target="../ink/ink320.xml"/><Relationship Id="rId60" Type="http://schemas.openxmlformats.org/officeDocument/2006/relationships/customXml" Target="../ink/ink69.xml"/><Relationship Id="rId156" Type="http://schemas.openxmlformats.org/officeDocument/2006/relationships/image" Target="../media/image116.png"/><Relationship Id="rId198" Type="http://schemas.openxmlformats.org/officeDocument/2006/relationships/image" Target="../media/image137.png"/><Relationship Id="rId321" Type="http://schemas.openxmlformats.org/officeDocument/2006/relationships/image" Target="../media/image198.png"/><Relationship Id="rId363" Type="http://schemas.openxmlformats.org/officeDocument/2006/relationships/image" Target="../media/image219.png"/><Relationship Id="rId419" Type="http://schemas.openxmlformats.org/officeDocument/2006/relationships/customXml" Target="../ink/ink250.xml"/><Relationship Id="rId570" Type="http://schemas.openxmlformats.org/officeDocument/2006/relationships/image" Target="../media/image322.png"/><Relationship Id="rId223" Type="http://schemas.openxmlformats.org/officeDocument/2006/relationships/image" Target="../media/image149.png"/><Relationship Id="rId430" Type="http://schemas.openxmlformats.org/officeDocument/2006/relationships/image" Target="../media/image252.png"/><Relationship Id="rId18" Type="http://schemas.openxmlformats.org/officeDocument/2006/relationships/customXml" Target="../ink/ink48.xml"/><Relationship Id="rId265" Type="http://schemas.openxmlformats.org/officeDocument/2006/relationships/image" Target="../media/image170.png"/><Relationship Id="rId472" Type="http://schemas.openxmlformats.org/officeDocument/2006/relationships/image" Target="../media/image273.png"/><Relationship Id="rId528" Type="http://schemas.openxmlformats.org/officeDocument/2006/relationships/image" Target="../media/image301.png"/><Relationship Id="rId125" Type="http://schemas.openxmlformats.org/officeDocument/2006/relationships/customXml" Target="../ink/ink102.xml"/><Relationship Id="rId167" Type="http://schemas.openxmlformats.org/officeDocument/2006/relationships/customXml" Target="../ink/ink123.xml"/><Relationship Id="rId332" Type="http://schemas.openxmlformats.org/officeDocument/2006/relationships/customXml" Target="../ink/ink206.xml"/><Relationship Id="rId374" Type="http://schemas.openxmlformats.org/officeDocument/2006/relationships/customXml" Target="../ink/ink227.xml"/><Relationship Id="rId71" Type="http://schemas.openxmlformats.org/officeDocument/2006/relationships/image" Target="../media/image74.png"/><Relationship Id="rId234" Type="http://schemas.openxmlformats.org/officeDocument/2006/relationships/customXml" Target="../ink/ink157.xml"/><Relationship Id="rId2" Type="http://schemas.openxmlformats.org/officeDocument/2006/relationships/customXml" Target="../ink/ink40.xml"/><Relationship Id="rId29" Type="http://schemas.openxmlformats.org/officeDocument/2006/relationships/image" Target="../media/image53.png"/><Relationship Id="rId276" Type="http://schemas.openxmlformats.org/officeDocument/2006/relationships/customXml" Target="../ink/ink178.xml"/><Relationship Id="rId441" Type="http://schemas.openxmlformats.org/officeDocument/2006/relationships/customXml" Target="../ink/ink261.xml"/><Relationship Id="rId483" Type="http://schemas.openxmlformats.org/officeDocument/2006/relationships/customXml" Target="../ink/ink282.xml"/><Relationship Id="rId539" Type="http://schemas.openxmlformats.org/officeDocument/2006/relationships/customXml" Target="../ink/ink310.xml"/><Relationship Id="rId40" Type="http://schemas.openxmlformats.org/officeDocument/2006/relationships/customXml" Target="../ink/ink59.xml"/><Relationship Id="rId136" Type="http://schemas.openxmlformats.org/officeDocument/2006/relationships/image" Target="../media/image106.png"/><Relationship Id="rId178" Type="http://schemas.openxmlformats.org/officeDocument/2006/relationships/image" Target="../media/image127.png"/><Relationship Id="rId301" Type="http://schemas.openxmlformats.org/officeDocument/2006/relationships/image" Target="../media/image188.png"/><Relationship Id="rId343" Type="http://schemas.openxmlformats.org/officeDocument/2006/relationships/image" Target="../media/image209.png"/><Relationship Id="rId550" Type="http://schemas.openxmlformats.org/officeDocument/2006/relationships/image" Target="../media/image312.png"/><Relationship Id="rId82" Type="http://schemas.openxmlformats.org/officeDocument/2006/relationships/customXml" Target="../ink/ink80.xml"/><Relationship Id="rId203" Type="http://schemas.openxmlformats.org/officeDocument/2006/relationships/image" Target="../media/image139.png"/><Relationship Id="rId385" Type="http://schemas.openxmlformats.org/officeDocument/2006/relationships/image" Target="../media/image230.png"/><Relationship Id="rId245" Type="http://schemas.openxmlformats.org/officeDocument/2006/relationships/image" Target="../media/image160.png"/><Relationship Id="rId287" Type="http://schemas.openxmlformats.org/officeDocument/2006/relationships/image" Target="../media/image181.png"/><Relationship Id="rId410" Type="http://schemas.openxmlformats.org/officeDocument/2006/relationships/customXml" Target="../ink/ink245.xml"/><Relationship Id="rId452" Type="http://schemas.openxmlformats.org/officeDocument/2006/relationships/image" Target="../media/image263.png"/><Relationship Id="rId494" Type="http://schemas.openxmlformats.org/officeDocument/2006/relationships/image" Target="../media/image284.png"/><Relationship Id="rId508" Type="http://schemas.openxmlformats.org/officeDocument/2006/relationships/image" Target="../media/image291.png"/><Relationship Id="rId105" Type="http://schemas.openxmlformats.org/officeDocument/2006/relationships/image" Target="../media/image91.png"/><Relationship Id="rId147" Type="http://schemas.openxmlformats.org/officeDocument/2006/relationships/customXml" Target="../ink/ink113.xml"/><Relationship Id="rId312" Type="http://schemas.openxmlformats.org/officeDocument/2006/relationships/customXml" Target="../ink/ink196.xml"/><Relationship Id="rId354" Type="http://schemas.openxmlformats.org/officeDocument/2006/relationships/customXml" Target="../ink/ink217.xml"/><Relationship Id="rId51" Type="http://schemas.openxmlformats.org/officeDocument/2006/relationships/image" Target="../media/image64.png"/><Relationship Id="rId93" Type="http://schemas.openxmlformats.org/officeDocument/2006/relationships/image" Target="../media/image85.png"/><Relationship Id="rId189" Type="http://schemas.openxmlformats.org/officeDocument/2006/relationships/customXml" Target="../ink/ink134.xml"/><Relationship Id="rId396" Type="http://schemas.openxmlformats.org/officeDocument/2006/relationships/customXml" Target="../ink/ink238.xml"/><Relationship Id="rId561" Type="http://schemas.openxmlformats.org/officeDocument/2006/relationships/customXml" Target="../ink/ink321.xml"/><Relationship Id="rId214" Type="http://schemas.openxmlformats.org/officeDocument/2006/relationships/customXml" Target="../ink/ink147.xml"/><Relationship Id="rId256" Type="http://schemas.openxmlformats.org/officeDocument/2006/relationships/customXml" Target="../ink/ink168.xml"/><Relationship Id="rId298" Type="http://schemas.openxmlformats.org/officeDocument/2006/relationships/customXml" Target="../ink/ink189.xml"/><Relationship Id="rId421" Type="http://schemas.openxmlformats.org/officeDocument/2006/relationships/customXml" Target="../ink/ink251.xml"/><Relationship Id="rId463" Type="http://schemas.openxmlformats.org/officeDocument/2006/relationships/customXml" Target="../ink/ink272.xml"/><Relationship Id="rId519" Type="http://schemas.openxmlformats.org/officeDocument/2006/relationships/customXml" Target="../ink/ink300.xml"/><Relationship Id="rId116" Type="http://schemas.openxmlformats.org/officeDocument/2006/relationships/customXml" Target="../ink/ink97.xml"/><Relationship Id="rId158" Type="http://schemas.openxmlformats.org/officeDocument/2006/relationships/image" Target="../media/image117.png"/><Relationship Id="rId323" Type="http://schemas.openxmlformats.org/officeDocument/2006/relationships/image" Target="../media/image199.png"/><Relationship Id="rId530" Type="http://schemas.openxmlformats.org/officeDocument/2006/relationships/image" Target="../media/image302.png"/><Relationship Id="rId20" Type="http://schemas.openxmlformats.org/officeDocument/2006/relationships/customXml" Target="../ink/ink49.xml"/><Relationship Id="rId62" Type="http://schemas.openxmlformats.org/officeDocument/2006/relationships/customXml" Target="../ink/ink70.xml"/><Relationship Id="rId365" Type="http://schemas.openxmlformats.org/officeDocument/2006/relationships/image" Target="../media/image220.png"/><Relationship Id="rId225" Type="http://schemas.openxmlformats.org/officeDocument/2006/relationships/image" Target="../media/image150.png"/><Relationship Id="rId267" Type="http://schemas.openxmlformats.org/officeDocument/2006/relationships/image" Target="../media/image171.png"/><Relationship Id="rId432" Type="http://schemas.openxmlformats.org/officeDocument/2006/relationships/image" Target="../media/image253.png"/><Relationship Id="rId474" Type="http://schemas.openxmlformats.org/officeDocument/2006/relationships/image" Target="../media/image274.png"/><Relationship Id="rId127" Type="http://schemas.openxmlformats.org/officeDocument/2006/relationships/customXml" Target="../ink/ink103.xml"/><Relationship Id="rId31" Type="http://schemas.openxmlformats.org/officeDocument/2006/relationships/image" Target="../media/image54.png"/><Relationship Id="rId73" Type="http://schemas.openxmlformats.org/officeDocument/2006/relationships/image" Target="../media/image75.png"/><Relationship Id="rId169" Type="http://schemas.openxmlformats.org/officeDocument/2006/relationships/customXml" Target="../ink/ink124.xml"/><Relationship Id="rId334" Type="http://schemas.openxmlformats.org/officeDocument/2006/relationships/customXml" Target="../ink/ink207.xml"/><Relationship Id="rId376" Type="http://schemas.openxmlformats.org/officeDocument/2006/relationships/customXml" Target="../ink/ink228.xml"/><Relationship Id="rId541" Type="http://schemas.openxmlformats.org/officeDocument/2006/relationships/customXml" Target="../ink/ink311.xml"/><Relationship Id="rId4" Type="http://schemas.openxmlformats.org/officeDocument/2006/relationships/customXml" Target="../ink/ink41.xml"/><Relationship Id="rId180" Type="http://schemas.openxmlformats.org/officeDocument/2006/relationships/image" Target="../media/image128.png"/><Relationship Id="rId236" Type="http://schemas.openxmlformats.org/officeDocument/2006/relationships/customXml" Target="../ink/ink158.xml"/><Relationship Id="rId278" Type="http://schemas.openxmlformats.org/officeDocument/2006/relationships/customXml" Target="../ink/ink179.xml"/><Relationship Id="rId401" Type="http://schemas.openxmlformats.org/officeDocument/2006/relationships/image" Target="../media/image238.png"/><Relationship Id="rId443" Type="http://schemas.openxmlformats.org/officeDocument/2006/relationships/customXml" Target="../ink/ink262.xml"/><Relationship Id="rId303" Type="http://schemas.openxmlformats.org/officeDocument/2006/relationships/image" Target="../media/image189.png"/><Relationship Id="rId485" Type="http://schemas.openxmlformats.org/officeDocument/2006/relationships/customXml" Target="../ink/ink283.xml"/><Relationship Id="rId42" Type="http://schemas.openxmlformats.org/officeDocument/2006/relationships/customXml" Target="../ink/ink60.xml"/><Relationship Id="rId84" Type="http://schemas.openxmlformats.org/officeDocument/2006/relationships/customXml" Target="../ink/ink81.xml"/><Relationship Id="rId138" Type="http://schemas.openxmlformats.org/officeDocument/2006/relationships/image" Target="../media/image107.png"/><Relationship Id="rId345" Type="http://schemas.openxmlformats.org/officeDocument/2006/relationships/image" Target="../media/image210.png"/><Relationship Id="rId387" Type="http://schemas.openxmlformats.org/officeDocument/2006/relationships/image" Target="../media/image231.png"/><Relationship Id="rId510" Type="http://schemas.openxmlformats.org/officeDocument/2006/relationships/image" Target="../media/image292.png"/><Relationship Id="rId552" Type="http://schemas.openxmlformats.org/officeDocument/2006/relationships/image" Target="../media/image313.png"/><Relationship Id="rId191" Type="http://schemas.openxmlformats.org/officeDocument/2006/relationships/customXml" Target="../ink/ink135.xml"/><Relationship Id="rId205" Type="http://schemas.openxmlformats.org/officeDocument/2006/relationships/image" Target="../media/image140.png"/><Relationship Id="rId247" Type="http://schemas.openxmlformats.org/officeDocument/2006/relationships/image" Target="../media/image161.png"/><Relationship Id="rId412" Type="http://schemas.openxmlformats.org/officeDocument/2006/relationships/customXml" Target="../ink/ink246.xml"/><Relationship Id="rId107" Type="http://schemas.openxmlformats.org/officeDocument/2006/relationships/image" Target="../media/image92.png"/><Relationship Id="rId289" Type="http://schemas.openxmlformats.org/officeDocument/2006/relationships/image" Target="../media/image182.png"/><Relationship Id="rId454" Type="http://schemas.openxmlformats.org/officeDocument/2006/relationships/image" Target="../media/image264.png"/><Relationship Id="rId496" Type="http://schemas.openxmlformats.org/officeDocument/2006/relationships/image" Target="../media/image285.png"/><Relationship Id="rId11" Type="http://schemas.openxmlformats.org/officeDocument/2006/relationships/image" Target="../media/image44.png"/><Relationship Id="rId53" Type="http://schemas.openxmlformats.org/officeDocument/2006/relationships/image" Target="../media/image65.png"/><Relationship Id="rId149" Type="http://schemas.openxmlformats.org/officeDocument/2006/relationships/customXml" Target="../ink/ink114.xml"/><Relationship Id="rId314" Type="http://schemas.openxmlformats.org/officeDocument/2006/relationships/customXml" Target="../ink/ink197.xml"/><Relationship Id="rId356" Type="http://schemas.openxmlformats.org/officeDocument/2006/relationships/customXml" Target="../ink/ink218.xml"/><Relationship Id="rId398" Type="http://schemas.openxmlformats.org/officeDocument/2006/relationships/customXml" Target="../ink/ink239.xml"/><Relationship Id="rId521" Type="http://schemas.openxmlformats.org/officeDocument/2006/relationships/customXml" Target="../ink/ink301.xml"/><Relationship Id="rId563" Type="http://schemas.openxmlformats.org/officeDocument/2006/relationships/customXml" Target="../ink/ink322.xml"/><Relationship Id="rId95" Type="http://schemas.openxmlformats.org/officeDocument/2006/relationships/image" Target="../media/image86.png"/><Relationship Id="rId160" Type="http://schemas.openxmlformats.org/officeDocument/2006/relationships/image" Target="../media/image118.png"/><Relationship Id="rId216" Type="http://schemas.openxmlformats.org/officeDocument/2006/relationships/customXml" Target="../ink/ink148.xml"/><Relationship Id="rId423" Type="http://schemas.openxmlformats.org/officeDocument/2006/relationships/customXml" Target="../ink/ink252.xml"/><Relationship Id="rId258" Type="http://schemas.openxmlformats.org/officeDocument/2006/relationships/customXml" Target="../ink/ink169.xml"/><Relationship Id="rId465" Type="http://schemas.openxmlformats.org/officeDocument/2006/relationships/customXml" Target="../ink/ink273.xml"/><Relationship Id="rId22" Type="http://schemas.openxmlformats.org/officeDocument/2006/relationships/customXml" Target="../ink/ink50.xml"/><Relationship Id="rId64" Type="http://schemas.openxmlformats.org/officeDocument/2006/relationships/customXml" Target="../ink/ink71.xml"/><Relationship Id="rId118" Type="http://schemas.openxmlformats.org/officeDocument/2006/relationships/customXml" Target="../ink/ink98.xml"/><Relationship Id="rId325" Type="http://schemas.openxmlformats.org/officeDocument/2006/relationships/image" Target="../media/image200.png"/><Relationship Id="rId367" Type="http://schemas.openxmlformats.org/officeDocument/2006/relationships/image" Target="../media/image221.png"/><Relationship Id="rId532" Type="http://schemas.openxmlformats.org/officeDocument/2006/relationships/image" Target="../media/image303.png"/><Relationship Id="rId171" Type="http://schemas.openxmlformats.org/officeDocument/2006/relationships/customXml" Target="../ink/ink125.xml"/><Relationship Id="rId227" Type="http://schemas.openxmlformats.org/officeDocument/2006/relationships/image" Target="../media/image151.png"/><Relationship Id="rId269" Type="http://schemas.openxmlformats.org/officeDocument/2006/relationships/image" Target="../media/image172.png"/><Relationship Id="rId434" Type="http://schemas.openxmlformats.org/officeDocument/2006/relationships/image" Target="../media/image254.png"/><Relationship Id="rId476" Type="http://schemas.openxmlformats.org/officeDocument/2006/relationships/image" Target="../media/image275.png"/><Relationship Id="rId33" Type="http://schemas.openxmlformats.org/officeDocument/2006/relationships/image" Target="../media/image55.png"/><Relationship Id="rId129" Type="http://schemas.openxmlformats.org/officeDocument/2006/relationships/customXml" Target="../ink/ink104.xml"/><Relationship Id="rId280" Type="http://schemas.openxmlformats.org/officeDocument/2006/relationships/customXml" Target="../ink/ink180.xml"/><Relationship Id="rId336" Type="http://schemas.openxmlformats.org/officeDocument/2006/relationships/customXml" Target="../ink/ink208.xml"/><Relationship Id="rId501" Type="http://schemas.openxmlformats.org/officeDocument/2006/relationships/customXml" Target="../ink/ink291.xml"/><Relationship Id="rId543" Type="http://schemas.openxmlformats.org/officeDocument/2006/relationships/customXml" Target="../ink/ink312.xml"/><Relationship Id="rId75" Type="http://schemas.openxmlformats.org/officeDocument/2006/relationships/image" Target="../media/image76.png"/><Relationship Id="rId140" Type="http://schemas.openxmlformats.org/officeDocument/2006/relationships/image" Target="../media/image108.png"/><Relationship Id="rId182" Type="http://schemas.openxmlformats.org/officeDocument/2006/relationships/image" Target="../media/image129.png"/><Relationship Id="rId378" Type="http://schemas.openxmlformats.org/officeDocument/2006/relationships/customXml" Target="../ink/ink229.xml"/><Relationship Id="rId403" Type="http://schemas.openxmlformats.org/officeDocument/2006/relationships/image" Target="../media/image239.png"/><Relationship Id="rId6" Type="http://schemas.openxmlformats.org/officeDocument/2006/relationships/customXml" Target="../ink/ink42.xml"/><Relationship Id="rId238" Type="http://schemas.openxmlformats.org/officeDocument/2006/relationships/customXml" Target="../ink/ink159.xml"/><Relationship Id="rId445" Type="http://schemas.openxmlformats.org/officeDocument/2006/relationships/customXml" Target="../ink/ink263.xml"/><Relationship Id="rId487" Type="http://schemas.openxmlformats.org/officeDocument/2006/relationships/customXml" Target="../ink/ink284.xml"/><Relationship Id="rId291" Type="http://schemas.openxmlformats.org/officeDocument/2006/relationships/image" Target="../media/image183.png"/><Relationship Id="rId305" Type="http://schemas.openxmlformats.org/officeDocument/2006/relationships/image" Target="../media/image190.png"/><Relationship Id="rId347" Type="http://schemas.openxmlformats.org/officeDocument/2006/relationships/image" Target="../media/image211.png"/><Relationship Id="rId512" Type="http://schemas.openxmlformats.org/officeDocument/2006/relationships/image" Target="../media/image293.png"/><Relationship Id="rId44" Type="http://schemas.openxmlformats.org/officeDocument/2006/relationships/customXml" Target="../ink/ink61.xml"/><Relationship Id="rId86" Type="http://schemas.openxmlformats.org/officeDocument/2006/relationships/customXml" Target="../ink/ink82.xml"/><Relationship Id="rId151" Type="http://schemas.openxmlformats.org/officeDocument/2006/relationships/customXml" Target="../ink/ink115.xml"/><Relationship Id="rId389" Type="http://schemas.openxmlformats.org/officeDocument/2006/relationships/image" Target="../media/image232.png"/><Relationship Id="rId554" Type="http://schemas.openxmlformats.org/officeDocument/2006/relationships/image" Target="../media/image314.png"/><Relationship Id="rId193" Type="http://schemas.openxmlformats.org/officeDocument/2006/relationships/customXml" Target="../ink/ink136.xml"/><Relationship Id="rId207" Type="http://schemas.openxmlformats.org/officeDocument/2006/relationships/image" Target="../media/image141.png"/><Relationship Id="rId249" Type="http://schemas.openxmlformats.org/officeDocument/2006/relationships/image" Target="../media/image162.png"/><Relationship Id="rId414" Type="http://schemas.openxmlformats.org/officeDocument/2006/relationships/customXml" Target="../ink/ink247.xml"/><Relationship Id="rId456" Type="http://schemas.openxmlformats.org/officeDocument/2006/relationships/image" Target="../media/image265.png"/><Relationship Id="rId498" Type="http://schemas.openxmlformats.org/officeDocument/2006/relationships/image" Target="../media/image286.png"/><Relationship Id="rId13" Type="http://schemas.openxmlformats.org/officeDocument/2006/relationships/image" Target="../media/image45.png"/><Relationship Id="rId109" Type="http://schemas.openxmlformats.org/officeDocument/2006/relationships/image" Target="../media/image93.png"/><Relationship Id="rId260" Type="http://schemas.openxmlformats.org/officeDocument/2006/relationships/customXml" Target="../ink/ink170.xml"/><Relationship Id="rId316" Type="http://schemas.openxmlformats.org/officeDocument/2006/relationships/customXml" Target="../ink/ink198.xml"/><Relationship Id="rId523" Type="http://schemas.openxmlformats.org/officeDocument/2006/relationships/customXml" Target="../ink/ink302.xml"/><Relationship Id="rId55" Type="http://schemas.openxmlformats.org/officeDocument/2006/relationships/image" Target="../media/image66.png"/><Relationship Id="rId97" Type="http://schemas.openxmlformats.org/officeDocument/2006/relationships/image" Target="../media/image87.png"/><Relationship Id="rId120" Type="http://schemas.openxmlformats.org/officeDocument/2006/relationships/customXml" Target="../ink/ink99.xml"/><Relationship Id="rId358" Type="http://schemas.openxmlformats.org/officeDocument/2006/relationships/customXml" Target="../ink/ink219.xml"/><Relationship Id="rId565" Type="http://schemas.openxmlformats.org/officeDocument/2006/relationships/customXml" Target="../ink/ink323.xml"/><Relationship Id="rId162" Type="http://schemas.openxmlformats.org/officeDocument/2006/relationships/image" Target="../media/image119.png"/><Relationship Id="rId218" Type="http://schemas.openxmlformats.org/officeDocument/2006/relationships/customXml" Target="../ink/ink149.xml"/><Relationship Id="rId425" Type="http://schemas.openxmlformats.org/officeDocument/2006/relationships/customXml" Target="../ink/ink253.xml"/><Relationship Id="rId467" Type="http://schemas.openxmlformats.org/officeDocument/2006/relationships/customXml" Target="../ink/ink274.xml"/><Relationship Id="rId271" Type="http://schemas.openxmlformats.org/officeDocument/2006/relationships/image" Target="../media/image173.png"/><Relationship Id="rId24" Type="http://schemas.openxmlformats.org/officeDocument/2006/relationships/customXml" Target="../ink/ink51.xml"/><Relationship Id="rId66" Type="http://schemas.openxmlformats.org/officeDocument/2006/relationships/customXml" Target="../ink/ink72.xml"/><Relationship Id="rId131" Type="http://schemas.openxmlformats.org/officeDocument/2006/relationships/customXml" Target="../ink/ink105.xml"/><Relationship Id="rId327" Type="http://schemas.openxmlformats.org/officeDocument/2006/relationships/image" Target="../media/image201.png"/><Relationship Id="rId369" Type="http://schemas.openxmlformats.org/officeDocument/2006/relationships/image" Target="../media/image222.png"/><Relationship Id="rId534" Type="http://schemas.openxmlformats.org/officeDocument/2006/relationships/image" Target="../media/image304.png"/><Relationship Id="rId173" Type="http://schemas.openxmlformats.org/officeDocument/2006/relationships/customXml" Target="../ink/ink126.xml"/><Relationship Id="rId229" Type="http://schemas.openxmlformats.org/officeDocument/2006/relationships/image" Target="../media/image152.png"/><Relationship Id="rId380" Type="http://schemas.openxmlformats.org/officeDocument/2006/relationships/customXml" Target="../ink/ink230.xml"/><Relationship Id="rId436" Type="http://schemas.openxmlformats.org/officeDocument/2006/relationships/image" Target="../media/image255.png"/><Relationship Id="rId240" Type="http://schemas.openxmlformats.org/officeDocument/2006/relationships/customXml" Target="../ink/ink160.xml"/><Relationship Id="rId478" Type="http://schemas.openxmlformats.org/officeDocument/2006/relationships/image" Target="../media/image276.png"/><Relationship Id="rId35" Type="http://schemas.openxmlformats.org/officeDocument/2006/relationships/image" Target="../media/image56.png"/><Relationship Id="rId77" Type="http://schemas.openxmlformats.org/officeDocument/2006/relationships/image" Target="../media/image77.png"/><Relationship Id="rId100" Type="http://schemas.openxmlformats.org/officeDocument/2006/relationships/customXml" Target="../ink/ink89.xml"/><Relationship Id="rId282" Type="http://schemas.openxmlformats.org/officeDocument/2006/relationships/customXml" Target="../ink/ink181.xml"/><Relationship Id="rId338" Type="http://schemas.openxmlformats.org/officeDocument/2006/relationships/customXml" Target="../ink/ink209.xml"/><Relationship Id="rId503" Type="http://schemas.openxmlformats.org/officeDocument/2006/relationships/customXml" Target="../ink/ink292.xml"/><Relationship Id="rId545" Type="http://schemas.openxmlformats.org/officeDocument/2006/relationships/customXml" Target="../ink/ink313.xml"/><Relationship Id="rId8" Type="http://schemas.openxmlformats.org/officeDocument/2006/relationships/customXml" Target="../ink/ink43.xml"/><Relationship Id="rId142" Type="http://schemas.openxmlformats.org/officeDocument/2006/relationships/image" Target="../media/image109.png"/><Relationship Id="rId184" Type="http://schemas.openxmlformats.org/officeDocument/2006/relationships/image" Target="../media/image130.png"/><Relationship Id="rId391" Type="http://schemas.openxmlformats.org/officeDocument/2006/relationships/image" Target="../media/image233.png"/><Relationship Id="rId405" Type="http://schemas.openxmlformats.org/officeDocument/2006/relationships/image" Target="../media/image240.png"/><Relationship Id="rId447" Type="http://schemas.openxmlformats.org/officeDocument/2006/relationships/customXml" Target="../ink/ink264.xml"/><Relationship Id="rId251" Type="http://schemas.openxmlformats.org/officeDocument/2006/relationships/image" Target="../media/image163.png"/><Relationship Id="rId489" Type="http://schemas.openxmlformats.org/officeDocument/2006/relationships/customXml" Target="../ink/ink285.xml"/><Relationship Id="rId46" Type="http://schemas.openxmlformats.org/officeDocument/2006/relationships/customXml" Target="../ink/ink62.xml"/><Relationship Id="rId293" Type="http://schemas.openxmlformats.org/officeDocument/2006/relationships/image" Target="../media/image184.png"/><Relationship Id="rId307" Type="http://schemas.openxmlformats.org/officeDocument/2006/relationships/image" Target="../media/image191.png"/><Relationship Id="rId349" Type="http://schemas.openxmlformats.org/officeDocument/2006/relationships/image" Target="../media/image212.png"/><Relationship Id="rId514" Type="http://schemas.openxmlformats.org/officeDocument/2006/relationships/image" Target="../media/image294.png"/><Relationship Id="rId556" Type="http://schemas.openxmlformats.org/officeDocument/2006/relationships/image" Target="../media/image315.png"/><Relationship Id="rId88" Type="http://schemas.openxmlformats.org/officeDocument/2006/relationships/customXml" Target="../ink/ink83.xml"/><Relationship Id="rId111" Type="http://schemas.openxmlformats.org/officeDocument/2006/relationships/image" Target="../media/image94.png"/><Relationship Id="rId153" Type="http://schemas.openxmlformats.org/officeDocument/2006/relationships/customXml" Target="../ink/ink116.xml"/><Relationship Id="rId195" Type="http://schemas.openxmlformats.org/officeDocument/2006/relationships/customXml" Target="../ink/ink137.xml"/><Relationship Id="rId209" Type="http://schemas.openxmlformats.org/officeDocument/2006/relationships/image" Target="../media/image142.png"/><Relationship Id="rId360" Type="http://schemas.openxmlformats.org/officeDocument/2006/relationships/customXml" Target="../ink/ink220.xml"/><Relationship Id="rId416" Type="http://schemas.openxmlformats.org/officeDocument/2006/relationships/customXml" Target="../ink/ink248.xml"/><Relationship Id="rId220" Type="http://schemas.openxmlformats.org/officeDocument/2006/relationships/customXml" Target="../ink/ink150.xml"/><Relationship Id="rId458" Type="http://schemas.openxmlformats.org/officeDocument/2006/relationships/image" Target="../media/image266.png"/><Relationship Id="rId15" Type="http://schemas.openxmlformats.org/officeDocument/2006/relationships/image" Target="../media/image46.png"/><Relationship Id="rId57" Type="http://schemas.openxmlformats.org/officeDocument/2006/relationships/image" Target="../media/image67.png"/><Relationship Id="rId262" Type="http://schemas.openxmlformats.org/officeDocument/2006/relationships/customXml" Target="../ink/ink171.xml"/><Relationship Id="rId318" Type="http://schemas.openxmlformats.org/officeDocument/2006/relationships/customXml" Target="../ink/ink199.xml"/><Relationship Id="rId525" Type="http://schemas.openxmlformats.org/officeDocument/2006/relationships/customXml" Target="../ink/ink303.xml"/><Relationship Id="rId567" Type="http://schemas.openxmlformats.org/officeDocument/2006/relationships/customXml" Target="../ink/ink324.xml"/><Relationship Id="rId99" Type="http://schemas.openxmlformats.org/officeDocument/2006/relationships/image" Target="../media/image88.png"/><Relationship Id="rId122" Type="http://schemas.openxmlformats.org/officeDocument/2006/relationships/customXml" Target="../ink/ink100.xml"/><Relationship Id="rId164" Type="http://schemas.openxmlformats.org/officeDocument/2006/relationships/image" Target="../media/image120.png"/><Relationship Id="rId371" Type="http://schemas.openxmlformats.org/officeDocument/2006/relationships/image" Target="../media/image223.png"/><Relationship Id="rId427" Type="http://schemas.openxmlformats.org/officeDocument/2006/relationships/customXml" Target="../ink/ink254.xml"/><Relationship Id="rId469" Type="http://schemas.openxmlformats.org/officeDocument/2006/relationships/customXml" Target="../ink/ink275.xml"/><Relationship Id="rId26" Type="http://schemas.openxmlformats.org/officeDocument/2006/relationships/customXml" Target="../ink/ink52.xml"/><Relationship Id="rId231" Type="http://schemas.openxmlformats.org/officeDocument/2006/relationships/image" Target="../media/image153.png"/><Relationship Id="rId273" Type="http://schemas.openxmlformats.org/officeDocument/2006/relationships/image" Target="../media/image174.png"/><Relationship Id="rId329" Type="http://schemas.openxmlformats.org/officeDocument/2006/relationships/image" Target="../media/image202.png"/><Relationship Id="rId480" Type="http://schemas.openxmlformats.org/officeDocument/2006/relationships/image" Target="../media/image277.png"/><Relationship Id="rId536" Type="http://schemas.openxmlformats.org/officeDocument/2006/relationships/image" Target="../media/image305.png"/><Relationship Id="rId68" Type="http://schemas.openxmlformats.org/officeDocument/2006/relationships/customXml" Target="../ink/ink73.xml"/><Relationship Id="rId133" Type="http://schemas.openxmlformats.org/officeDocument/2006/relationships/customXml" Target="../ink/ink106.xml"/><Relationship Id="rId175" Type="http://schemas.openxmlformats.org/officeDocument/2006/relationships/customXml" Target="../ink/ink127.xml"/><Relationship Id="rId340" Type="http://schemas.openxmlformats.org/officeDocument/2006/relationships/customXml" Target="../ink/ink210.xml"/><Relationship Id="rId200" Type="http://schemas.openxmlformats.org/officeDocument/2006/relationships/customXml" Target="../ink/ink140.xml"/><Relationship Id="rId382" Type="http://schemas.openxmlformats.org/officeDocument/2006/relationships/customXml" Target="../ink/ink231.xml"/><Relationship Id="rId438" Type="http://schemas.openxmlformats.org/officeDocument/2006/relationships/image" Target="../media/image256.png"/><Relationship Id="rId242" Type="http://schemas.openxmlformats.org/officeDocument/2006/relationships/customXml" Target="../ink/ink161.xml"/><Relationship Id="rId284" Type="http://schemas.openxmlformats.org/officeDocument/2006/relationships/customXml" Target="../ink/ink182.xml"/><Relationship Id="rId491" Type="http://schemas.openxmlformats.org/officeDocument/2006/relationships/customXml" Target="../ink/ink286.xml"/><Relationship Id="rId505" Type="http://schemas.openxmlformats.org/officeDocument/2006/relationships/customXml" Target="../ink/ink293.xml"/><Relationship Id="rId37" Type="http://schemas.openxmlformats.org/officeDocument/2006/relationships/image" Target="../media/image57.png"/><Relationship Id="rId79" Type="http://schemas.openxmlformats.org/officeDocument/2006/relationships/image" Target="../media/image78.png"/><Relationship Id="rId102" Type="http://schemas.openxmlformats.org/officeDocument/2006/relationships/customXml" Target="../ink/ink90.xml"/><Relationship Id="rId144" Type="http://schemas.openxmlformats.org/officeDocument/2006/relationships/image" Target="../media/image110.png"/><Relationship Id="rId547" Type="http://schemas.openxmlformats.org/officeDocument/2006/relationships/customXml" Target="../ink/ink314.xml"/><Relationship Id="rId90" Type="http://schemas.openxmlformats.org/officeDocument/2006/relationships/customXml" Target="../ink/ink84.xml"/><Relationship Id="rId186" Type="http://schemas.openxmlformats.org/officeDocument/2006/relationships/image" Target="../media/image131.png"/><Relationship Id="rId351" Type="http://schemas.openxmlformats.org/officeDocument/2006/relationships/image" Target="../media/image213.png"/><Relationship Id="rId393" Type="http://schemas.openxmlformats.org/officeDocument/2006/relationships/image" Target="../media/image234.png"/><Relationship Id="rId407" Type="http://schemas.openxmlformats.org/officeDocument/2006/relationships/image" Target="../media/image241.png"/><Relationship Id="rId449" Type="http://schemas.openxmlformats.org/officeDocument/2006/relationships/customXml" Target="../ink/ink265.xml"/><Relationship Id="rId211" Type="http://schemas.openxmlformats.org/officeDocument/2006/relationships/image" Target="../media/image143.png"/><Relationship Id="rId253" Type="http://schemas.openxmlformats.org/officeDocument/2006/relationships/image" Target="../media/image164.png"/><Relationship Id="rId295" Type="http://schemas.openxmlformats.org/officeDocument/2006/relationships/image" Target="../media/image185.png"/><Relationship Id="rId309" Type="http://schemas.openxmlformats.org/officeDocument/2006/relationships/image" Target="../media/image192.png"/><Relationship Id="rId460" Type="http://schemas.openxmlformats.org/officeDocument/2006/relationships/image" Target="../media/image267.png"/><Relationship Id="rId516" Type="http://schemas.openxmlformats.org/officeDocument/2006/relationships/image" Target="../media/image295.png"/><Relationship Id="rId48" Type="http://schemas.openxmlformats.org/officeDocument/2006/relationships/customXml" Target="../ink/ink63.xml"/><Relationship Id="rId113" Type="http://schemas.openxmlformats.org/officeDocument/2006/relationships/image" Target="../media/image95.png"/><Relationship Id="rId320" Type="http://schemas.openxmlformats.org/officeDocument/2006/relationships/customXml" Target="../ink/ink200.xml"/><Relationship Id="rId558" Type="http://schemas.openxmlformats.org/officeDocument/2006/relationships/image" Target="../media/image316.png"/><Relationship Id="rId155" Type="http://schemas.openxmlformats.org/officeDocument/2006/relationships/customXml" Target="../ink/ink117.xml"/><Relationship Id="rId197" Type="http://schemas.openxmlformats.org/officeDocument/2006/relationships/customXml" Target="../ink/ink138.xml"/><Relationship Id="rId362" Type="http://schemas.openxmlformats.org/officeDocument/2006/relationships/customXml" Target="../ink/ink221.xml"/><Relationship Id="rId418" Type="http://schemas.openxmlformats.org/officeDocument/2006/relationships/image" Target="../media/image246.png"/><Relationship Id="rId222" Type="http://schemas.openxmlformats.org/officeDocument/2006/relationships/customXml" Target="../ink/ink151.xml"/><Relationship Id="rId264" Type="http://schemas.openxmlformats.org/officeDocument/2006/relationships/customXml" Target="../ink/ink172.xml"/><Relationship Id="rId471" Type="http://schemas.openxmlformats.org/officeDocument/2006/relationships/customXml" Target="../ink/ink276.xml"/><Relationship Id="rId17" Type="http://schemas.openxmlformats.org/officeDocument/2006/relationships/image" Target="../media/image47.png"/><Relationship Id="rId59" Type="http://schemas.openxmlformats.org/officeDocument/2006/relationships/image" Target="../media/image68.png"/><Relationship Id="rId124" Type="http://schemas.openxmlformats.org/officeDocument/2006/relationships/image" Target="../media/image100.png"/><Relationship Id="rId527" Type="http://schemas.openxmlformats.org/officeDocument/2006/relationships/customXml" Target="../ink/ink304.xml"/><Relationship Id="rId569" Type="http://schemas.openxmlformats.org/officeDocument/2006/relationships/customXml" Target="../ink/ink325.xml"/><Relationship Id="rId70" Type="http://schemas.openxmlformats.org/officeDocument/2006/relationships/customXml" Target="../ink/ink74.xml"/><Relationship Id="rId166" Type="http://schemas.openxmlformats.org/officeDocument/2006/relationships/image" Target="../media/image121.png"/><Relationship Id="rId331" Type="http://schemas.openxmlformats.org/officeDocument/2006/relationships/image" Target="../media/image203.png"/><Relationship Id="rId373" Type="http://schemas.openxmlformats.org/officeDocument/2006/relationships/image" Target="../media/image224.png"/><Relationship Id="rId429" Type="http://schemas.openxmlformats.org/officeDocument/2006/relationships/customXml" Target="../ink/ink255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54.png"/><Relationship Id="rId440" Type="http://schemas.openxmlformats.org/officeDocument/2006/relationships/image" Target="../media/image257.png"/><Relationship Id="rId28" Type="http://schemas.openxmlformats.org/officeDocument/2006/relationships/customXml" Target="../ink/ink53.xml"/><Relationship Id="rId275" Type="http://schemas.openxmlformats.org/officeDocument/2006/relationships/image" Target="../media/image175.png"/><Relationship Id="rId300" Type="http://schemas.openxmlformats.org/officeDocument/2006/relationships/customXml" Target="../ink/ink190.xml"/><Relationship Id="rId482" Type="http://schemas.openxmlformats.org/officeDocument/2006/relationships/image" Target="../media/image278.png"/><Relationship Id="rId538" Type="http://schemas.openxmlformats.org/officeDocument/2006/relationships/image" Target="../media/image306.png"/><Relationship Id="rId81" Type="http://schemas.openxmlformats.org/officeDocument/2006/relationships/image" Target="../media/image79.png"/><Relationship Id="rId135" Type="http://schemas.openxmlformats.org/officeDocument/2006/relationships/customXml" Target="../ink/ink107.xml"/><Relationship Id="rId177" Type="http://schemas.openxmlformats.org/officeDocument/2006/relationships/customXml" Target="../ink/ink128.xml"/><Relationship Id="rId342" Type="http://schemas.openxmlformats.org/officeDocument/2006/relationships/customXml" Target="../ink/ink211.xml"/><Relationship Id="rId384" Type="http://schemas.openxmlformats.org/officeDocument/2006/relationships/customXml" Target="../ink/ink232.xml"/><Relationship Id="rId202" Type="http://schemas.openxmlformats.org/officeDocument/2006/relationships/customXml" Target="../ink/ink141.xml"/><Relationship Id="rId244" Type="http://schemas.openxmlformats.org/officeDocument/2006/relationships/customXml" Target="../ink/ink162.xml"/><Relationship Id="rId39" Type="http://schemas.openxmlformats.org/officeDocument/2006/relationships/image" Target="../media/image58.png"/><Relationship Id="rId286" Type="http://schemas.openxmlformats.org/officeDocument/2006/relationships/customXml" Target="../ink/ink183.xml"/><Relationship Id="rId451" Type="http://schemas.openxmlformats.org/officeDocument/2006/relationships/customXml" Target="../ink/ink266.xml"/><Relationship Id="rId493" Type="http://schemas.openxmlformats.org/officeDocument/2006/relationships/customXml" Target="../ink/ink287.xml"/><Relationship Id="rId507" Type="http://schemas.openxmlformats.org/officeDocument/2006/relationships/customXml" Target="../ink/ink294.xml"/><Relationship Id="rId549" Type="http://schemas.openxmlformats.org/officeDocument/2006/relationships/customXml" Target="../ink/ink315.xml"/><Relationship Id="rId50" Type="http://schemas.openxmlformats.org/officeDocument/2006/relationships/customXml" Target="../ink/ink64.xml"/><Relationship Id="rId104" Type="http://schemas.openxmlformats.org/officeDocument/2006/relationships/customXml" Target="../ink/ink91.xml"/><Relationship Id="rId146" Type="http://schemas.openxmlformats.org/officeDocument/2006/relationships/image" Target="../media/image111.png"/><Relationship Id="rId188" Type="http://schemas.openxmlformats.org/officeDocument/2006/relationships/image" Target="../media/image132.png"/><Relationship Id="rId311" Type="http://schemas.openxmlformats.org/officeDocument/2006/relationships/image" Target="../media/image193.png"/><Relationship Id="rId353" Type="http://schemas.openxmlformats.org/officeDocument/2006/relationships/image" Target="../media/image214.png"/><Relationship Id="rId395" Type="http://schemas.openxmlformats.org/officeDocument/2006/relationships/image" Target="../media/image235.png"/><Relationship Id="rId409" Type="http://schemas.openxmlformats.org/officeDocument/2006/relationships/image" Target="../media/image242.png"/><Relationship Id="rId560" Type="http://schemas.openxmlformats.org/officeDocument/2006/relationships/image" Target="../media/image317.png"/><Relationship Id="rId92" Type="http://schemas.openxmlformats.org/officeDocument/2006/relationships/customXml" Target="../ink/ink85.xml"/><Relationship Id="rId213" Type="http://schemas.openxmlformats.org/officeDocument/2006/relationships/image" Target="../media/image144.png"/><Relationship Id="rId420" Type="http://schemas.openxmlformats.org/officeDocument/2006/relationships/image" Target="../media/image247.png"/><Relationship Id="rId255" Type="http://schemas.openxmlformats.org/officeDocument/2006/relationships/image" Target="../media/image165.png"/><Relationship Id="rId297" Type="http://schemas.openxmlformats.org/officeDocument/2006/relationships/image" Target="../media/image186.png"/><Relationship Id="rId462" Type="http://schemas.openxmlformats.org/officeDocument/2006/relationships/image" Target="../media/image268.png"/><Relationship Id="rId518" Type="http://schemas.openxmlformats.org/officeDocument/2006/relationships/image" Target="../media/image296.png"/><Relationship Id="rId115" Type="http://schemas.openxmlformats.org/officeDocument/2006/relationships/image" Target="../media/image96.png"/><Relationship Id="rId157" Type="http://schemas.openxmlformats.org/officeDocument/2006/relationships/customXml" Target="../ink/ink118.xml"/><Relationship Id="rId322" Type="http://schemas.openxmlformats.org/officeDocument/2006/relationships/customXml" Target="../ink/ink201.xml"/><Relationship Id="rId364" Type="http://schemas.openxmlformats.org/officeDocument/2006/relationships/customXml" Target="../ink/ink222.xml"/><Relationship Id="rId61" Type="http://schemas.openxmlformats.org/officeDocument/2006/relationships/image" Target="../media/image69.png"/><Relationship Id="rId199" Type="http://schemas.openxmlformats.org/officeDocument/2006/relationships/customXml" Target="../ink/ink139.xml"/><Relationship Id="rId19" Type="http://schemas.openxmlformats.org/officeDocument/2006/relationships/image" Target="../media/image48.png"/><Relationship Id="rId224" Type="http://schemas.openxmlformats.org/officeDocument/2006/relationships/customXml" Target="../ink/ink152.xml"/><Relationship Id="rId266" Type="http://schemas.openxmlformats.org/officeDocument/2006/relationships/customXml" Target="../ink/ink173.xml"/><Relationship Id="rId431" Type="http://schemas.openxmlformats.org/officeDocument/2006/relationships/customXml" Target="../ink/ink256.xml"/><Relationship Id="rId473" Type="http://schemas.openxmlformats.org/officeDocument/2006/relationships/customXml" Target="../ink/ink277.xml"/><Relationship Id="rId529" Type="http://schemas.openxmlformats.org/officeDocument/2006/relationships/customXml" Target="../ink/ink305.xml"/><Relationship Id="rId30" Type="http://schemas.openxmlformats.org/officeDocument/2006/relationships/customXml" Target="../ink/ink54.xml"/><Relationship Id="rId126" Type="http://schemas.openxmlformats.org/officeDocument/2006/relationships/image" Target="../media/image101.png"/><Relationship Id="rId168" Type="http://schemas.openxmlformats.org/officeDocument/2006/relationships/image" Target="../media/image122.png"/><Relationship Id="rId333" Type="http://schemas.openxmlformats.org/officeDocument/2006/relationships/image" Target="../media/image204.png"/><Relationship Id="rId540" Type="http://schemas.openxmlformats.org/officeDocument/2006/relationships/image" Target="../media/image307.png"/><Relationship Id="rId72" Type="http://schemas.openxmlformats.org/officeDocument/2006/relationships/customXml" Target="../ink/ink75.xml"/><Relationship Id="rId375" Type="http://schemas.openxmlformats.org/officeDocument/2006/relationships/image" Target="../media/image225.png"/><Relationship Id="rId3" Type="http://schemas.openxmlformats.org/officeDocument/2006/relationships/image" Target="../media/image40.png"/><Relationship Id="rId235" Type="http://schemas.openxmlformats.org/officeDocument/2006/relationships/image" Target="../media/image155.png"/><Relationship Id="rId277" Type="http://schemas.openxmlformats.org/officeDocument/2006/relationships/image" Target="../media/image176.png"/><Relationship Id="rId400" Type="http://schemas.openxmlformats.org/officeDocument/2006/relationships/customXml" Target="../ink/ink240.xml"/><Relationship Id="rId442" Type="http://schemas.openxmlformats.org/officeDocument/2006/relationships/image" Target="../media/image258.png"/><Relationship Id="rId484" Type="http://schemas.openxmlformats.org/officeDocument/2006/relationships/image" Target="../media/image279.png"/><Relationship Id="rId137" Type="http://schemas.openxmlformats.org/officeDocument/2006/relationships/customXml" Target="../ink/ink108.xml"/><Relationship Id="rId302" Type="http://schemas.openxmlformats.org/officeDocument/2006/relationships/customXml" Target="../ink/ink191.xml"/><Relationship Id="rId344" Type="http://schemas.openxmlformats.org/officeDocument/2006/relationships/customXml" Target="../ink/ink212.xml"/><Relationship Id="rId41" Type="http://schemas.openxmlformats.org/officeDocument/2006/relationships/image" Target="../media/image59.png"/><Relationship Id="rId83" Type="http://schemas.openxmlformats.org/officeDocument/2006/relationships/image" Target="../media/image80.png"/><Relationship Id="rId179" Type="http://schemas.openxmlformats.org/officeDocument/2006/relationships/customXml" Target="../ink/ink129.xml"/><Relationship Id="rId386" Type="http://schemas.openxmlformats.org/officeDocument/2006/relationships/customXml" Target="../ink/ink233.xml"/><Relationship Id="rId551" Type="http://schemas.openxmlformats.org/officeDocument/2006/relationships/customXml" Target="../ink/ink316.xml"/><Relationship Id="rId190" Type="http://schemas.openxmlformats.org/officeDocument/2006/relationships/image" Target="../media/image133.png"/><Relationship Id="rId204" Type="http://schemas.openxmlformats.org/officeDocument/2006/relationships/customXml" Target="../ink/ink142.xml"/><Relationship Id="rId246" Type="http://schemas.openxmlformats.org/officeDocument/2006/relationships/customXml" Target="../ink/ink163.xml"/><Relationship Id="rId288" Type="http://schemas.openxmlformats.org/officeDocument/2006/relationships/customXml" Target="../ink/ink184.xml"/><Relationship Id="rId411" Type="http://schemas.openxmlformats.org/officeDocument/2006/relationships/image" Target="../media/image243.png"/><Relationship Id="rId453" Type="http://schemas.openxmlformats.org/officeDocument/2006/relationships/customXml" Target="../ink/ink267.xml"/><Relationship Id="rId509" Type="http://schemas.openxmlformats.org/officeDocument/2006/relationships/customXml" Target="../ink/ink295.xml"/><Relationship Id="rId106" Type="http://schemas.openxmlformats.org/officeDocument/2006/relationships/customXml" Target="../ink/ink92.xml"/><Relationship Id="rId313" Type="http://schemas.openxmlformats.org/officeDocument/2006/relationships/image" Target="../media/image194.png"/><Relationship Id="rId495" Type="http://schemas.openxmlformats.org/officeDocument/2006/relationships/customXml" Target="../ink/ink288.xml"/><Relationship Id="rId10" Type="http://schemas.openxmlformats.org/officeDocument/2006/relationships/customXml" Target="../ink/ink44.xml"/><Relationship Id="rId52" Type="http://schemas.openxmlformats.org/officeDocument/2006/relationships/customXml" Target="../ink/ink65.xml"/><Relationship Id="rId94" Type="http://schemas.openxmlformats.org/officeDocument/2006/relationships/customXml" Target="../ink/ink86.xml"/><Relationship Id="rId148" Type="http://schemas.openxmlformats.org/officeDocument/2006/relationships/image" Target="../media/image112.png"/><Relationship Id="rId355" Type="http://schemas.openxmlformats.org/officeDocument/2006/relationships/image" Target="../media/image215.png"/><Relationship Id="rId397" Type="http://schemas.openxmlformats.org/officeDocument/2006/relationships/image" Target="../media/image236.png"/><Relationship Id="rId520" Type="http://schemas.openxmlformats.org/officeDocument/2006/relationships/image" Target="../media/image297.png"/><Relationship Id="rId562" Type="http://schemas.openxmlformats.org/officeDocument/2006/relationships/image" Target="../media/image318.png"/><Relationship Id="rId215" Type="http://schemas.openxmlformats.org/officeDocument/2006/relationships/image" Target="../media/image145.png"/><Relationship Id="rId257" Type="http://schemas.openxmlformats.org/officeDocument/2006/relationships/image" Target="../media/image166.png"/><Relationship Id="rId422" Type="http://schemas.openxmlformats.org/officeDocument/2006/relationships/image" Target="../media/image248.png"/><Relationship Id="rId464" Type="http://schemas.openxmlformats.org/officeDocument/2006/relationships/image" Target="../media/image269.png"/><Relationship Id="rId299" Type="http://schemas.openxmlformats.org/officeDocument/2006/relationships/image" Target="../media/image187.png"/><Relationship Id="rId63" Type="http://schemas.openxmlformats.org/officeDocument/2006/relationships/image" Target="../media/image70.png"/><Relationship Id="rId159" Type="http://schemas.openxmlformats.org/officeDocument/2006/relationships/customXml" Target="../ink/ink119.xml"/><Relationship Id="rId366" Type="http://schemas.openxmlformats.org/officeDocument/2006/relationships/customXml" Target="../ink/ink223.xml"/><Relationship Id="rId226" Type="http://schemas.openxmlformats.org/officeDocument/2006/relationships/customXml" Target="../ink/ink153.xml"/><Relationship Id="rId433" Type="http://schemas.openxmlformats.org/officeDocument/2006/relationships/customXml" Target="../ink/ink257.xml"/><Relationship Id="rId74" Type="http://schemas.openxmlformats.org/officeDocument/2006/relationships/customXml" Target="../ink/ink76.xml"/><Relationship Id="rId377" Type="http://schemas.openxmlformats.org/officeDocument/2006/relationships/image" Target="../media/image226.png"/><Relationship Id="rId500" Type="http://schemas.openxmlformats.org/officeDocument/2006/relationships/image" Target="../media/image287.png"/><Relationship Id="rId5" Type="http://schemas.openxmlformats.org/officeDocument/2006/relationships/image" Target="../media/image41.png"/><Relationship Id="rId237" Type="http://schemas.openxmlformats.org/officeDocument/2006/relationships/image" Target="../media/image156.png"/><Relationship Id="rId444" Type="http://schemas.openxmlformats.org/officeDocument/2006/relationships/image" Target="../media/image259.png"/><Relationship Id="rId290" Type="http://schemas.openxmlformats.org/officeDocument/2006/relationships/customXml" Target="../ink/ink185.xml"/><Relationship Id="rId304" Type="http://schemas.openxmlformats.org/officeDocument/2006/relationships/customXml" Target="../ink/ink192.xml"/><Relationship Id="rId388" Type="http://schemas.openxmlformats.org/officeDocument/2006/relationships/customXml" Target="../ink/ink234.xml"/><Relationship Id="rId511" Type="http://schemas.openxmlformats.org/officeDocument/2006/relationships/customXml" Target="../ink/ink296.xml"/><Relationship Id="rId85" Type="http://schemas.openxmlformats.org/officeDocument/2006/relationships/image" Target="../media/image81.png"/><Relationship Id="rId150" Type="http://schemas.openxmlformats.org/officeDocument/2006/relationships/image" Target="../media/image113.png"/><Relationship Id="rId248" Type="http://schemas.openxmlformats.org/officeDocument/2006/relationships/customXml" Target="../ink/ink164.xml"/><Relationship Id="rId455" Type="http://schemas.openxmlformats.org/officeDocument/2006/relationships/customXml" Target="../ink/ink268.xml"/><Relationship Id="rId12" Type="http://schemas.openxmlformats.org/officeDocument/2006/relationships/customXml" Target="../ink/ink45.xml"/><Relationship Id="rId108" Type="http://schemas.openxmlformats.org/officeDocument/2006/relationships/customXml" Target="../ink/ink93.xml"/><Relationship Id="rId315" Type="http://schemas.openxmlformats.org/officeDocument/2006/relationships/image" Target="../media/image195.png"/><Relationship Id="rId522" Type="http://schemas.openxmlformats.org/officeDocument/2006/relationships/image" Target="../media/image298.png"/><Relationship Id="rId96" Type="http://schemas.openxmlformats.org/officeDocument/2006/relationships/customXml" Target="../ink/ink87.xml"/><Relationship Id="rId161" Type="http://schemas.openxmlformats.org/officeDocument/2006/relationships/customXml" Target="../ink/ink120.xml"/><Relationship Id="rId399" Type="http://schemas.openxmlformats.org/officeDocument/2006/relationships/image" Target="../media/image237.png"/><Relationship Id="rId259" Type="http://schemas.openxmlformats.org/officeDocument/2006/relationships/image" Target="../media/image167.png"/><Relationship Id="rId466" Type="http://schemas.openxmlformats.org/officeDocument/2006/relationships/image" Target="../media/image270.png"/><Relationship Id="rId23" Type="http://schemas.openxmlformats.org/officeDocument/2006/relationships/image" Target="../media/image50.png"/><Relationship Id="rId119" Type="http://schemas.openxmlformats.org/officeDocument/2006/relationships/image" Target="../media/image98.png"/><Relationship Id="rId326" Type="http://schemas.openxmlformats.org/officeDocument/2006/relationships/customXml" Target="../ink/ink203.xml"/><Relationship Id="rId533" Type="http://schemas.openxmlformats.org/officeDocument/2006/relationships/customXml" Target="../ink/ink307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80.png"/><Relationship Id="rId21" Type="http://schemas.openxmlformats.org/officeDocument/2006/relationships/image" Target="../media/image332.png"/><Relationship Id="rId324" Type="http://schemas.openxmlformats.org/officeDocument/2006/relationships/customXml" Target="../ink/ink487.xml"/><Relationship Id="rId531" Type="http://schemas.openxmlformats.org/officeDocument/2006/relationships/image" Target="../media/image586.png"/><Relationship Id="rId170" Type="http://schemas.openxmlformats.org/officeDocument/2006/relationships/customXml" Target="../ink/ink410.xml"/><Relationship Id="rId268" Type="http://schemas.openxmlformats.org/officeDocument/2006/relationships/customXml" Target="../ink/ink459.xml"/><Relationship Id="rId475" Type="http://schemas.openxmlformats.org/officeDocument/2006/relationships/image" Target="../media/image559.png"/><Relationship Id="rId32" Type="http://schemas.openxmlformats.org/officeDocument/2006/relationships/customXml" Target="../ink/ink341.xml"/><Relationship Id="rId128" Type="http://schemas.openxmlformats.org/officeDocument/2006/relationships/customXml" Target="../ink/ink389.xml"/><Relationship Id="rId335" Type="http://schemas.openxmlformats.org/officeDocument/2006/relationships/image" Target="../media/image489.png"/><Relationship Id="rId542" Type="http://schemas.openxmlformats.org/officeDocument/2006/relationships/customXml" Target="../ink/ink596.xml"/><Relationship Id="rId181" Type="http://schemas.openxmlformats.org/officeDocument/2006/relationships/image" Target="../media/image412.png"/><Relationship Id="rId402" Type="http://schemas.openxmlformats.org/officeDocument/2006/relationships/customXml" Target="../ink/ink526.xml"/><Relationship Id="rId279" Type="http://schemas.openxmlformats.org/officeDocument/2006/relationships/image" Target="../media/image461.png"/><Relationship Id="rId486" Type="http://schemas.openxmlformats.org/officeDocument/2006/relationships/customXml" Target="../ink/ink568.xml"/><Relationship Id="rId43" Type="http://schemas.openxmlformats.org/officeDocument/2006/relationships/image" Target="../media/image343.png"/><Relationship Id="rId139" Type="http://schemas.openxmlformats.org/officeDocument/2006/relationships/image" Target="../media/image391.png"/><Relationship Id="rId346" Type="http://schemas.openxmlformats.org/officeDocument/2006/relationships/customXml" Target="../ink/ink498.xml"/><Relationship Id="rId553" Type="http://schemas.openxmlformats.org/officeDocument/2006/relationships/image" Target="../media/image597.png"/><Relationship Id="rId192" Type="http://schemas.openxmlformats.org/officeDocument/2006/relationships/customXml" Target="../ink/ink421.xml"/><Relationship Id="rId206" Type="http://schemas.openxmlformats.org/officeDocument/2006/relationships/customXml" Target="../ink/ink428.xml"/><Relationship Id="rId413" Type="http://schemas.openxmlformats.org/officeDocument/2006/relationships/image" Target="../media/image528.png"/><Relationship Id="rId497" Type="http://schemas.openxmlformats.org/officeDocument/2006/relationships/image" Target="../media/image569.png"/><Relationship Id="rId357" Type="http://schemas.openxmlformats.org/officeDocument/2006/relationships/image" Target="../media/image500.png"/><Relationship Id="rId54" Type="http://schemas.openxmlformats.org/officeDocument/2006/relationships/customXml" Target="../ink/ink352.xml"/><Relationship Id="rId217" Type="http://schemas.openxmlformats.org/officeDocument/2006/relationships/image" Target="../media/image430.png"/><Relationship Id="rId564" Type="http://schemas.openxmlformats.org/officeDocument/2006/relationships/customXml" Target="../ink/ink607.xml"/><Relationship Id="rId424" Type="http://schemas.openxmlformats.org/officeDocument/2006/relationships/customXml" Target="../ink/ink537.xml"/><Relationship Id="rId270" Type="http://schemas.openxmlformats.org/officeDocument/2006/relationships/customXml" Target="../ink/ink460.xml"/><Relationship Id="rId65" Type="http://schemas.openxmlformats.org/officeDocument/2006/relationships/image" Target="../media/image354.png"/><Relationship Id="rId130" Type="http://schemas.openxmlformats.org/officeDocument/2006/relationships/customXml" Target="../ink/ink390.xml"/><Relationship Id="rId368" Type="http://schemas.openxmlformats.org/officeDocument/2006/relationships/customXml" Target="../ink/ink509.xml"/><Relationship Id="rId575" Type="http://schemas.openxmlformats.org/officeDocument/2006/relationships/image" Target="../media/image608.png"/><Relationship Id="rId228" Type="http://schemas.openxmlformats.org/officeDocument/2006/relationships/customXml" Target="../ink/ink439.xml"/><Relationship Id="rId435" Type="http://schemas.openxmlformats.org/officeDocument/2006/relationships/image" Target="../media/image539.png"/><Relationship Id="rId281" Type="http://schemas.openxmlformats.org/officeDocument/2006/relationships/image" Target="../media/image462.png"/><Relationship Id="rId502" Type="http://schemas.openxmlformats.org/officeDocument/2006/relationships/customXml" Target="../ink/ink576.xml"/><Relationship Id="rId76" Type="http://schemas.openxmlformats.org/officeDocument/2006/relationships/customXml" Target="../ink/ink363.xml"/><Relationship Id="rId141" Type="http://schemas.openxmlformats.org/officeDocument/2006/relationships/image" Target="../media/image392.png"/><Relationship Id="rId379" Type="http://schemas.openxmlformats.org/officeDocument/2006/relationships/image" Target="../media/image511.png"/><Relationship Id="rId7" Type="http://schemas.openxmlformats.org/officeDocument/2006/relationships/image" Target="../media/image325.png"/><Relationship Id="rId183" Type="http://schemas.openxmlformats.org/officeDocument/2006/relationships/image" Target="../media/image413.png"/><Relationship Id="rId239" Type="http://schemas.openxmlformats.org/officeDocument/2006/relationships/image" Target="../media/image441.png"/><Relationship Id="rId390" Type="http://schemas.openxmlformats.org/officeDocument/2006/relationships/customXml" Target="../ink/ink520.xml"/><Relationship Id="rId404" Type="http://schemas.openxmlformats.org/officeDocument/2006/relationships/customXml" Target="../ink/ink527.xml"/><Relationship Id="rId446" Type="http://schemas.openxmlformats.org/officeDocument/2006/relationships/customXml" Target="../ink/ink548.xml"/><Relationship Id="rId250" Type="http://schemas.openxmlformats.org/officeDocument/2006/relationships/customXml" Target="../ink/ink450.xml"/><Relationship Id="rId292" Type="http://schemas.openxmlformats.org/officeDocument/2006/relationships/customXml" Target="../ink/ink471.xml"/><Relationship Id="rId306" Type="http://schemas.openxmlformats.org/officeDocument/2006/relationships/customXml" Target="../ink/ink478.xml"/><Relationship Id="rId488" Type="http://schemas.openxmlformats.org/officeDocument/2006/relationships/customXml" Target="../ink/ink569.xml"/><Relationship Id="rId45" Type="http://schemas.openxmlformats.org/officeDocument/2006/relationships/image" Target="../media/image344.png"/><Relationship Id="rId87" Type="http://schemas.openxmlformats.org/officeDocument/2006/relationships/image" Target="../media/image365.png"/><Relationship Id="rId110" Type="http://schemas.openxmlformats.org/officeDocument/2006/relationships/customXml" Target="../ink/ink380.xml"/><Relationship Id="rId348" Type="http://schemas.openxmlformats.org/officeDocument/2006/relationships/customXml" Target="../ink/ink499.xml"/><Relationship Id="rId513" Type="http://schemas.openxmlformats.org/officeDocument/2006/relationships/image" Target="../media/image577.png"/><Relationship Id="rId555" Type="http://schemas.openxmlformats.org/officeDocument/2006/relationships/image" Target="../media/image598.png"/><Relationship Id="rId152" Type="http://schemas.openxmlformats.org/officeDocument/2006/relationships/customXml" Target="../ink/ink401.xml"/><Relationship Id="rId194" Type="http://schemas.openxmlformats.org/officeDocument/2006/relationships/customXml" Target="../ink/ink422.xml"/><Relationship Id="rId208" Type="http://schemas.openxmlformats.org/officeDocument/2006/relationships/customXml" Target="../ink/ink429.xml"/><Relationship Id="rId415" Type="http://schemas.openxmlformats.org/officeDocument/2006/relationships/image" Target="../media/image529.png"/><Relationship Id="rId457" Type="http://schemas.openxmlformats.org/officeDocument/2006/relationships/image" Target="../media/image550.png"/><Relationship Id="rId261" Type="http://schemas.openxmlformats.org/officeDocument/2006/relationships/image" Target="../media/image452.png"/><Relationship Id="rId499" Type="http://schemas.openxmlformats.org/officeDocument/2006/relationships/image" Target="../media/image570.png"/><Relationship Id="rId14" Type="http://schemas.openxmlformats.org/officeDocument/2006/relationships/customXml" Target="../ink/ink332.xml"/><Relationship Id="rId56" Type="http://schemas.openxmlformats.org/officeDocument/2006/relationships/customXml" Target="../ink/ink353.xml"/><Relationship Id="rId317" Type="http://schemas.openxmlformats.org/officeDocument/2006/relationships/image" Target="../media/image480.png"/><Relationship Id="rId359" Type="http://schemas.openxmlformats.org/officeDocument/2006/relationships/image" Target="../media/image501.png"/><Relationship Id="rId524" Type="http://schemas.openxmlformats.org/officeDocument/2006/relationships/customXml" Target="../ink/ink587.xml"/><Relationship Id="rId566" Type="http://schemas.openxmlformats.org/officeDocument/2006/relationships/customXml" Target="../ink/ink608.xml"/><Relationship Id="rId98" Type="http://schemas.openxmlformats.org/officeDocument/2006/relationships/customXml" Target="../ink/ink374.xml"/><Relationship Id="rId121" Type="http://schemas.openxmlformats.org/officeDocument/2006/relationships/image" Target="../media/image382.png"/><Relationship Id="rId163" Type="http://schemas.openxmlformats.org/officeDocument/2006/relationships/image" Target="../media/image403.png"/><Relationship Id="rId219" Type="http://schemas.openxmlformats.org/officeDocument/2006/relationships/image" Target="../media/image431.png"/><Relationship Id="rId370" Type="http://schemas.openxmlformats.org/officeDocument/2006/relationships/customXml" Target="../ink/ink510.xml"/><Relationship Id="rId426" Type="http://schemas.openxmlformats.org/officeDocument/2006/relationships/customXml" Target="../ink/ink538.xml"/><Relationship Id="rId230" Type="http://schemas.openxmlformats.org/officeDocument/2006/relationships/customXml" Target="../ink/ink440.xml"/><Relationship Id="rId468" Type="http://schemas.openxmlformats.org/officeDocument/2006/relationships/customXml" Target="../ink/ink559.xml"/><Relationship Id="rId25" Type="http://schemas.openxmlformats.org/officeDocument/2006/relationships/image" Target="../media/image334.png"/><Relationship Id="rId67" Type="http://schemas.openxmlformats.org/officeDocument/2006/relationships/image" Target="../media/image355.png"/><Relationship Id="rId272" Type="http://schemas.openxmlformats.org/officeDocument/2006/relationships/customXml" Target="../ink/ink461.xml"/><Relationship Id="rId328" Type="http://schemas.openxmlformats.org/officeDocument/2006/relationships/customXml" Target="../ink/ink489.xml"/><Relationship Id="rId535" Type="http://schemas.openxmlformats.org/officeDocument/2006/relationships/image" Target="../media/image588.png"/><Relationship Id="rId577" Type="http://schemas.openxmlformats.org/officeDocument/2006/relationships/image" Target="../media/image609.png"/><Relationship Id="rId132" Type="http://schemas.openxmlformats.org/officeDocument/2006/relationships/customXml" Target="../ink/ink391.xml"/><Relationship Id="rId174" Type="http://schemas.openxmlformats.org/officeDocument/2006/relationships/customXml" Target="../ink/ink412.xml"/><Relationship Id="rId381" Type="http://schemas.openxmlformats.org/officeDocument/2006/relationships/image" Target="../media/image512.png"/><Relationship Id="rId241" Type="http://schemas.openxmlformats.org/officeDocument/2006/relationships/image" Target="../media/image442.png"/><Relationship Id="rId437" Type="http://schemas.openxmlformats.org/officeDocument/2006/relationships/image" Target="../media/image540.png"/><Relationship Id="rId479" Type="http://schemas.openxmlformats.org/officeDocument/2006/relationships/image" Target="../media/image561.png"/><Relationship Id="rId36" Type="http://schemas.openxmlformats.org/officeDocument/2006/relationships/customXml" Target="../ink/ink343.xml"/><Relationship Id="rId283" Type="http://schemas.openxmlformats.org/officeDocument/2006/relationships/image" Target="../media/image463.png"/><Relationship Id="rId339" Type="http://schemas.openxmlformats.org/officeDocument/2006/relationships/image" Target="../media/image491.png"/><Relationship Id="rId490" Type="http://schemas.openxmlformats.org/officeDocument/2006/relationships/customXml" Target="../ink/ink570.xml"/><Relationship Id="rId504" Type="http://schemas.openxmlformats.org/officeDocument/2006/relationships/customXml" Target="../ink/ink577.xml"/><Relationship Id="rId546" Type="http://schemas.openxmlformats.org/officeDocument/2006/relationships/customXml" Target="../ink/ink598.xml"/><Relationship Id="rId78" Type="http://schemas.openxmlformats.org/officeDocument/2006/relationships/customXml" Target="../ink/ink364.xml"/><Relationship Id="rId101" Type="http://schemas.openxmlformats.org/officeDocument/2006/relationships/image" Target="../media/image372.png"/><Relationship Id="rId143" Type="http://schemas.openxmlformats.org/officeDocument/2006/relationships/image" Target="../media/image393.png"/><Relationship Id="rId185" Type="http://schemas.openxmlformats.org/officeDocument/2006/relationships/image" Target="../media/image414.png"/><Relationship Id="rId350" Type="http://schemas.openxmlformats.org/officeDocument/2006/relationships/customXml" Target="../ink/ink500.xml"/><Relationship Id="rId406" Type="http://schemas.openxmlformats.org/officeDocument/2006/relationships/customXml" Target="../ink/ink528.xml"/><Relationship Id="rId9" Type="http://schemas.openxmlformats.org/officeDocument/2006/relationships/image" Target="../media/image326.png"/><Relationship Id="rId210" Type="http://schemas.openxmlformats.org/officeDocument/2006/relationships/customXml" Target="../ink/ink430.xml"/><Relationship Id="rId392" Type="http://schemas.openxmlformats.org/officeDocument/2006/relationships/customXml" Target="../ink/ink521.xml"/><Relationship Id="rId448" Type="http://schemas.openxmlformats.org/officeDocument/2006/relationships/customXml" Target="../ink/ink549.xml"/><Relationship Id="rId252" Type="http://schemas.openxmlformats.org/officeDocument/2006/relationships/customXml" Target="../ink/ink451.xml"/><Relationship Id="rId294" Type="http://schemas.openxmlformats.org/officeDocument/2006/relationships/customXml" Target="../ink/ink472.xml"/><Relationship Id="rId308" Type="http://schemas.openxmlformats.org/officeDocument/2006/relationships/customXml" Target="../ink/ink479.xml"/><Relationship Id="rId515" Type="http://schemas.openxmlformats.org/officeDocument/2006/relationships/image" Target="../media/image578.png"/><Relationship Id="rId47" Type="http://schemas.openxmlformats.org/officeDocument/2006/relationships/image" Target="../media/image345.png"/><Relationship Id="rId89" Type="http://schemas.openxmlformats.org/officeDocument/2006/relationships/image" Target="../media/image366.png"/><Relationship Id="rId112" Type="http://schemas.openxmlformats.org/officeDocument/2006/relationships/customXml" Target="../ink/ink381.xml"/><Relationship Id="rId154" Type="http://schemas.openxmlformats.org/officeDocument/2006/relationships/customXml" Target="../ink/ink402.xml"/><Relationship Id="rId361" Type="http://schemas.openxmlformats.org/officeDocument/2006/relationships/image" Target="../media/image502.png"/><Relationship Id="rId557" Type="http://schemas.openxmlformats.org/officeDocument/2006/relationships/image" Target="../media/image599.png"/><Relationship Id="rId196" Type="http://schemas.openxmlformats.org/officeDocument/2006/relationships/customXml" Target="../ink/ink423.xml"/><Relationship Id="rId417" Type="http://schemas.openxmlformats.org/officeDocument/2006/relationships/image" Target="../media/image530.png"/><Relationship Id="rId459" Type="http://schemas.openxmlformats.org/officeDocument/2006/relationships/image" Target="../media/image551.png"/><Relationship Id="rId16" Type="http://schemas.openxmlformats.org/officeDocument/2006/relationships/customXml" Target="../ink/ink333.xml"/><Relationship Id="rId221" Type="http://schemas.openxmlformats.org/officeDocument/2006/relationships/image" Target="../media/image432.png"/><Relationship Id="rId263" Type="http://schemas.openxmlformats.org/officeDocument/2006/relationships/image" Target="../media/image453.png"/><Relationship Id="rId319" Type="http://schemas.openxmlformats.org/officeDocument/2006/relationships/image" Target="../media/image481.png"/><Relationship Id="rId470" Type="http://schemas.openxmlformats.org/officeDocument/2006/relationships/customXml" Target="../ink/ink560.xml"/><Relationship Id="rId526" Type="http://schemas.openxmlformats.org/officeDocument/2006/relationships/customXml" Target="../ink/ink588.xml"/><Relationship Id="rId58" Type="http://schemas.openxmlformats.org/officeDocument/2006/relationships/customXml" Target="../ink/ink354.xml"/><Relationship Id="rId123" Type="http://schemas.openxmlformats.org/officeDocument/2006/relationships/image" Target="../media/image383.png"/><Relationship Id="rId330" Type="http://schemas.openxmlformats.org/officeDocument/2006/relationships/customXml" Target="../ink/ink490.xml"/><Relationship Id="rId568" Type="http://schemas.openxmlformats.org/officeDocument/2006/relationships/customXml" Target="../ink/ink609.xml"/><Relationship Id="rId165" Type="http://schemas.openxmlformats.org/officeDocument/2006/relationships/image" Target="../media/image404.png"/><Relationship Id="rId372" Type="http://schemas.openxmlformats.org/officeDocument/2006/relationships/customXml" Target="../ink/ink511.xml"/><Relationship Id="rId428" Type="http://schemas.openxmlformats.org/officeDocument/2006/relationships/customXml" Target="../ink/ink539.xml"/><Relationship Id="rId232" Type="http://schemas.openxmlformats.org/officeDocument/2006/relationships/customXml" Target="../ink/ink441.xml"/><Relationship Id="rId274" Type="http://schemas.openxmlformats.org/officeDocument/2006/relationships/customXml" Target="../ink/ink462.xml"/><Relationship Id="rId481" Type="http://schemas.openxmlformats.org/officeDocument/2006/relationships/image" Target="../media/image562.png"/><Relationship Id="rId27" Type="http://schemas.openxmlformats.org/officeDocument/2006/relationships/image" Target="../media/image335.png"/><Relationship Id="rId69" Type="http://schemas.openxmlformats.org/officeDocument/2006/relationships/image" Target="../media/image356.png"/><Relationship Id="rId134" Type="http://schemas.openxmlformats.org/officeDocument/2006/relationships/customXml" Target="../ink/ink392.xml"/><Relationship Id="rId537" Type="http://schemas.openxmlformats.org/officeDocument/2006/relationships/image" Target="../media/image589.png"/><Relationship Id="rId579" Type="http://schemas.openxmlformats.org/officeDocument/2006/relationships/image" Target="../media/image610.png"/><Relationship Id="rId80" Type="http://schemas.openxmlformats.org/officeDocument/2006/relationships/customXml" Target="../ink/ink365.xml"/><Relationship Id="rId176" Type="http://schemas.openxmlformats.org/officeDocument/2006/relationships/customXml" Target="../ink/ink413.xml"/><Relationship Id="rId341" Type="http://schemas.openxmlformats.org/officeDocument/2006/relationships/image" Target="../media/image492.png"/><Relationship Id="rId383" Type="http://schemas.openxmlformats.org/officeDocument/2006/relationships/image" Target="../media/image513.png"/><Relationship Id="rId439" Type="http://schemas.openxmlformats.org/officeDocument/2006/relationships/image" Target="../media/image541.png"/><Relationship Id="rId201" Type="http://schemas.openxmlformats.org/officeDocument/2006/relationships/image" Target="../media/image422.png"/><Relationship Id="rId243" Type="http://schemas.openxmlformats.org/officeDocument/2006/relationships/image" Target="../media/image443.png"/><Relationship Id="rId285" Type="http://schemas.openxmlformats.org/officeDocument/2006/relationships/image" Target="../media/image464.png"/><Relationship Id="rId450" Type="http://schemas.openxmlformats.org/officeDocument/2006/relationships/customXml" Target="../ink/ink550.xml"/><Relationship Id="rId506" Type="http://schemas.openxmlformats.org/officeDocument/2006/relationships/customXml" Target="../ink/ink578.xml"/><Relationship Id="rId38" Type="http://schemas.openxmlformats.org/officeDocument/2006/relationships/customXml" Target="../ink/ink344.xml"/><Relationship Id="rId103" Type="http://schemas.openxmlformats.org/officeDocument/2006/relationships/image" Target="../media/image373.png"/><Relationship Id="rId310" Type="http://schemas.openxmlformats.org/officeDocument/2006/relationships/customXml" Target="../ink/ink480.xml"/><Relationship Id="rId492" Type="http://schemas.openxmlformats.org/officeDocument/2006/relationships/customXml" Target="../ink/ink571.xml"/><Relationship Id="rId548" Type="http://schemas.openxmlformats.org/officeDocument/2006/relationships/customXml" Target="../ink/ink599.xml"/><Relationship Id="rId91" Type="http://schemas.openxmlformats.org/officeDocument/2006/relationships/image" Target="../media/image367.png"/><Relationship Id="rId145" Type="http://schemas.openxmlformats.org/officeDocument/2006/relationships/image" Target="../media/image394.png"/><Relationship Id="rId187" Type="http://schemas.openxmlformats.org/officeDocument/2006/relationships/image" Target="../media/image415.png"/><Relationship Id="rId352" Type="http://schemas.openxmlformats.org/officeDocument/2006/relationships/customXml" Target="../ink/ink501.xml"/><Relationship Id="rId394" Type="http://schemas.openxmlformats.org/officeDocument/2006/relationships/customXml" Target="../ink/ink522.xml"/><Relationship Id="rId408" Type="http://schemas.openxmlformats.org/officeDocument/2006/relationships/customXml" Target="../ink/ink529.xml"/><Relationship Id="rId212" Type="http://schemas.openxmlformats.org/officeDocument/2006/relationships/customXml" Target="../ink/ink431.xml"/><Relationship Id="rId254" Type="http://schemas.openxmlformats.org/officeDocument/2006/relationships/customXml" Target="../ink/ink452.xml"/><Relationship Id="rId49" Type="http://schemas.openxmlformats.org/officeDocument/2006/relationships/image" Target="../media/image346.png"/><Relationship Id="rId114" Type="http://schemas.openxmlformats.org/officeDocument/2006/relationships/customXml" Target="../ink/ink382.xml"/><Relationship Id="rId296" Type="http://schemas.openxmlformats.org/officeDocument/2006/relationships/customXml" Target="../ink/ink473.xml"/><Relationship Id="rId461" Type="http://schemas.openxmlformats.org/officeDocument/2006/relationships/image" Target="../media/image552.png"/><Relationship Id="rId517" Type="http://schemas.openxmlformats.org/officeDocument/2006/relationships/image" Target="../media/image579.png"/><Relationship Id="rId559" Type="http://schemas.openxmlformats.org/officeDocument/2006/relationships/image" Target="../media/image600.png"/><Relationship Id="rId60" Type="http://schemas.openxmlformats.org/officeDocument/2006/relationships/customXml" Target="../ink/ink355.xml"/><Relationship Id="rId156" Type="http://schemas.openxmlformats.org/officeDocument/2006/relationships/customXml" Target="../ink/ink403.xml"/><Relationship Id="rId198" Type="http://schemas.openxmlformats.org/officeDocument/2006/relationships/customXml" Target="../ink/ink424.xml"/><Relationship Id="rId321" Type="http://schemas.openxmlformats.org/officeDocument/2006/relationships/image" Target="../media/image482.png"/><Relationship Id="rId363" Type="http://schemas.openxmlformats.org/officeDocument/2006/relationships/image" Target="../media/image503.png"/><Relationship Id="rId419" Type="http://schemas.openxmlformats.org/officeDocument/2006/relationships/image" Target="../media/image531.png"/><Relationship Id="rId570" Type="http://schemas.openxmlformats.org/officeDocument/2006/relationships/customXml" Target="../ink/ink610.xml"/><Relationship Id="rId223" Type="http://schemas.openxmlformats.org/officeDocument/2006/relationships/image" Target="../media/image433.png"/><Relationship Id="rId430" Type="http://schemas.openxmlformats.org/officeDocument/2006/relationships/customXml" Target="../ink/ink540.xml"/><Relationship Id="rId18" Type="http://schemas.openxmlformats.org/officeDocument/2006/relationships/customXml" Target="../ink/ink334.xml"/><Relationship Id="rId265" Type="http://schemas.openxmlformats.org/officeDocument/2006/relationships/image" Target="../media/image454.png"/><Relationship Id="rId472" Type="http://schemas.openxmlformats.org/officeDocument/2006/relationships/customXml" Target="../ink/ink561.xml"/><Relationship Id="rId528" Type="http://schemas.openxmlformats.org/officeDocument/2006/relationships/customXml" Target="../ink/ink589.xml"/><Relationship Id="rId125" Type="http://schemas.openxmlformats.org/officeDocument/2006/relationships/image" Target="../media/image384.png"/><Relationship Id="rId167" Type="http://schemas.openxmlformats.org/officeDocument/2006/relationships/image" Target="../media/image405.png"/><Relationship Id="rId332" Type="http://schemas.openxmlformats.org/officeDocument/2006/relationships/customXml" Target="../ink/ink491.xml"/><Relationship Id="rId374" Type="http://schemas.openxmlformats.org/officeDocument/2006/relationships/customXml" Target="../ink/ink512.xml"/><Relationship Id="rId581" Type="http://schemas.openxmlformats.org/officeDocument/2006/relationships/image" Target="../media/image611.png"/><Relationship Id="rId71" Type="http://schemas.openxmlformats.org/officeDocument/2006/relationships/image" Target="../media/image357.png"/><Relationship Id="rId234" Type="http://schemas.openxmlformats.org/officeDocument/2006/relationships/customXml" Target="../ink/ink442.xml"/><Relationship Id="rId2" Type="http://schemas.openxmlformats.org/officeDocument/2006/relationships/customXml" Target="../ink/ink326.xml"/><Relationship Id="rId29" Type="http://schemas.openxmlformats.org/officeDocument/2006/relationships/image" Target="../media/image336.png"/><Relationship Id="rId276" Type="http://schemas.openxmlformats.org/officeDocument/2006/relationships/customXml" Target="../ink/ink463.xml"/><Relationship Id="rId441" Type="http://schemas.openxmlformats.org/officeDocument/2006/relationships/image" Target="../media/image542.png"/><Relationship Id="rId483" Type="http://schemas.openxmlformats.org/officeDocument/2006/relationships/image" Target="../media/image563.png"/><Relationship Id="rId539" Type="http://schemas.openxmlformats.org/officeDocument/2006/relationships/image" Target="../media/image590.png"/><Relationship Id="rId40" Type="http://schemas.openxmlformats.org/officeDocument/2006/relationships/customXml" Target="../ink/ink345.xml"/><Relationship Id="rId136" Type="http://schemas.openxmlformats.org/officeDocument/2006/relationships/customXml" Target="../ink/ink393.xml"/><Relationship Id="rId178" Type="http://schemas.openxmlformats.org/officeDocument/2006/relationships/customXml" Target="../ink/ink414.xml"/><Relationship Id="rId301" Type="http://schemas.openxmlformats.org/officeDocument/2006/relationships/image" Target="../media/image472.png"/><Relationship Id="rId343" Type="http://schemas.openxmlformats.org/officeDocument/2006/relationships/image" Target="../media/image493.png"/><Relationship Id="rId550" Type="http://schemas.openxmlformats.org/officeDocument/2006/relationships/customXml" Target="../ink/ink600.xml"/><Relationship Id="rId82" Type="http://schemas.openxmlformats.org/officeDocument/2006/relationships/customXml" Target="../ink/ink366.xml"/><Relationship Id="rId203" Type="http://schemas.openxmlformats.org/officeDocument/2006/relationships/image" Target="../media/image423.png"/><Relationship Id="rId385" Type="http://schemas.openxmlformats.org/officeDocument/2006/relationships/image" Target="../media/image514.png"/><Relationship Id="rId245" Type="http://schemas.openxmlformats.org/officeDocument/2006/relationships/image" Target="../media/image444.png"/><Relationship Id="rId287" Type="http://schemas.openxmlformats.org/officeDocument/2006/relationships/image" Target="../media/image465.png"/><Relationship Id="rId410" Type="http://schemas.openxmlformats.org/officeDocument/2006/relationships/customXml" Target="../ink/ink530.xml"/><Relationship Id="rId452" Type="http://schemas.openxmlformats.org/officeDocument/2006/relationships/customXml" Target="../ink/ink551.xml"/><Relationship Id="rId494" Type="http://schemas.openxmlformats.org/officeDocument/2006/relationships/customXml" Target="../ink/ink572.xml"/><Relationship Id="rId508" Type="http://schemas.openxmlformats.org/officeDocument/2006/relationships/customXml" Target="../ink/ink579.xml"/><Relationship Id="rId105" Type="http://schemas.openxmlformats.org/officeDocument/2006/relationships/image" Target="../media/image374.png"/><Relationship Id="rId147" Type="http://schemas.openxmlformats.org/officeDocument/2006/relationships/image" Target="../media/image395.png"/><Relationship Id="rId312" Type="http://schemas.openxmlformats.org/officeDocument/2006/relationships/customXml" Target="../ink/ink481.xml"/><Relationship Id="rId354" Type="http://schemas.openxmlformats.org/officeDocument/2006/relationships/customXml" Target="../ink/ink502.xml"/><Relationship Id="rId51" Type="http://schemas.openxmlformats.org/officeDocument/2006/relationships/image" Target="../media/image347.png"/><Relationship Id="rId93" Type="http://schemas.openxmlformats.org/officeDocument/2006/relationships/image" Target="../media/image368.png"/><Relationship Id="rId189" Type="http://schemas.openxmlformats.org/officeDocument/2006/relationships/image" Target="../media/image416.png"/><Relationship Id="rId396" Type="http://schemas.openxmlformats.org/officeDocument/2006/relationships/customXml" Target="../ink/ink523.xml"/><Relationship Id="rId561" Type="http://schemas.openxmlformats.org/officeDocument/2006/relationships/image" Target="../media/image601.png"/><Relationship Id="rId214" Type="http://schemas.openxmlformats.org/officeDocument/2006/relationships/customXml" Target="../ink/ink432.xml"/><Relationship Id="rId256" Type="http://schemas.openxmlformats.org/officeDocument/2006/relationships/customXml" Target="../ink/ink453.xml"/><Relationship Id="rId298" Type="http://schemas.openxmlformats.org/officeDocument/2006/relationships/customXml" Target="../ink/ink474.xml"/><Relationship Id="rId421" Type="http://schemas.openxmlformats.org/officeDocument/2006/relationships/image" Target="../media/image532.png"/><Relationship Id="rId463" Type="http://schemas.openxmlformats.org/officeDocument/2006/relationships/image" Target="../media/image553.png"/><Relationship Id="rId519" Type="http://schemas.openxmlformats.org/officeDocument/2006/relationships/image" Target="../media/image580.png"/><Relationship Id="rId116" Type="http://schemas.openxmlformats.org/officeDocument/2006/relationships/customXml" Target="../ink/ink383.xml"/><Relationship Id="rId158" Type="http://schemas.openxmlformats.org/officeDocument/2006/relationships/customXml" Target="../ink/ink404.xml"/><Relationship Id="rId323" Type="http://schemas.openxmlformats.org/officeDocument/2006/relationships/image" Target="../media/image483.png"/><Relationship Id="rId530" Type="http://schemas.openxmlformats.org/officeDocument/2006/relationships/customXml" Target="../ink/ink590.xml"/><Relationship Id="rId20" Type="http://schemas.openxmlformats.org/officeDocument/2006/relationships/customXml" Target="../ink/ink335.xml"/><Relationship Id="rId62" Type="http://schemas.openxmlformats.org/officeDocument/2006/relationships/customXml" Target="../ink/ink356.xml"/><Relationship Id="rId365" Type="http://schemas.openxmlformats.org/officeDocument/2006/relationships/image" Target="../media/image504.png"/><Relationship Id="rId572" Type="http://schemas.openxmlformats.org/officeDocument/2006/relationships/customXml" Target="../ink/ink611.xml"/><Relationship Id="rId225" Type="http://schemas.openxmlformats.org/officeDocument/2006/relationships/image" Target="../media/image434.png"/><Relationship Id="rId267" Type="http://schemas.openxmlformats.org/officeDocument/2006/relationships/image" Target="../media/image455.png"/><Relationship Id="rId432" Type="http://schemas.openxmlformats.org/officeDocument/2006/relationships/customXml" Target="../ink/ink541.xml"/><Relationship Id="rId474" Type="http://schemas.openxmlformats.org/officeDocument/2006/relationships/customXml" Target="../ink/ink562.xml"/><Relationship Id="rId127" Type="http://schemas.openxmlformats.org/officeDocument/2006/relationships/image" Target="../media/image385.png"/><Relationship Id="rId31" Type="http://schemas.openxmlformats.org/officeDocument/2006/relationships/image" Target="../media/image337.png"/><Relationship Id="rId73" Type="http://schemas.openxmlformats.org/officeDocument/2006/relationships/image" Target="../media/image358.png"/><Relationship Id="rId169" Type="http://schemas.openxmlformats.org/officeDocument/2006/relationships/image" Target="../media/image406.png"/><Relationship Id="rId334" Type="http://schemas.openxmlformats.org/officeDocument/2006/relationships/customXml" Target="../ink/ink492.xml"/><Relationship Id="rId376" Type="http://schemas.openxmlformats.org/officeDocument/2006/relationships/customXml" Target="../ink/ink513.xml"/><Relationship Id="rId541" Type="http://schemas.openxmlformats.org/officeDocument/2006/relationships/image" Target="../media/image591.png"/><Relationship Id="rId583" Type="http://schemas.openxmlformats.org/officeDocument/2006/relationships/image" Target="../media/image612.png"/><Relationship Id="rId4" Type="http://schemas.openxmlformats.org/officeDocument/2006/relationships/customXml" Target="../ink/ink327.xml"/><Relationship Id="rId180" Type="http://schemas.openxmlformats.org/officeDocument/2006/relationships/customXml" Target="../ink/ink415.xml"/><Relationship Id="rId236" Type="http://schemas.openxmlformats.org/officeDocument/2006/relationships/customXml" Target="../ink/ink443.xml"/><Relationship Id="rId278" Type="http://schemas.openxmlformats.org/officeDocument/2006/relationships/customXml" Target="../ink/ink464.xml"/><Relationship Id="rId401" Type="http://schemas.openxmlformats.org/officeDocument/2006/relationships/image" Target="../media/image522.png"/><Relationship Id="rId443" Type="http://schemas.openxmlformats.org/officeDocument/2006/relationships/image" Target="../media/image543.png"/><Relationship Id="rId303" Type="http://schemas.openxmlformats.org/officeDocument/2006/relationships/image" Target="../media/image473.png"/><Relationship Id="rId485" Type="http://schemas.openxmlformats.org/officeDocument/2006/relationships/image" Target="../media/image564.png"/><Relationship Id="rId42" Type="http://schemas.openxmlformats.org/officeDocument/2006/relationships/customXml" Target="../ink/ink346.xml"/><Relationship Id="rId84" Type="http://schemas.openxmlformats.org/officeDocument/2006/relationships/customXml" Target="../ink/ink367.xml"/><Relationship Id="rId138" Type="http://schemas.openxmlformats.org/officeDocument/2006/relationships/customXml" Target="../ink/ink394.xml"/><Relationship Id="rId345" Type="http://schemas.openxmlformats.org/officeDocument/2006/relationships/image" Target="../media/image494.png"/><Relationship Id="rId387" Type="http://schemas.openxmlformats.org/officeDocument/2006/relationships/image" Target="../media/image515.png"/><Relationship Id="rId510" Type="http://schemas.openxmlformats.org/officeDocument/2006/relationships/customXml" Target="../ink/ink580.xml"/><Relationship Id="rId552" Type="http://schemas.openxmlformats.org/officeDocument/2006/relationships/customXml" Target="../ink/ink601.xml"/><Relationship Id="rId191" Type="http://schemas.openxmlformats.org/officeDocument/2006/relationships/image" Target="../media/image417.png"/><Relationship Id="rId205" Type="http://schemas.openxmlformats.org/officeDocument/2006/relationships/image" Target="../media/image424.png"/><Relationship Id="rId247" Type="http://schemas.openxmlformats.org/officeDocument/2006/relationships/image" Target="../media/image445.png"/><Relationship Id="rId412" Type="http://schemas.openxmlformats.org/officeDocument/2006/relationships/customXml" Target="../ink/ink531.xml"/><Relationship Id="rId107" Type="http://schemas.openxmlformats.org/officeDocument/2006/relationships/image" Target="../media/image375.png"/><Relationship Id="rId289" Type="http://schemas.openxmlformats.org/officeDocument/2006/relationships/image" Target="../media/image466.png"/><Relationship Id="rId454" Type="http://schemas.openxmlformats.org/officeDocument/2006/relationships/customXml" Target="../ink/ink552.xml"/><Relationship Id="rId496" Type="http://schemas.openxmlformats.org/officeDocument/2006/relationships/customXml" Target="../ink/ink573.xml"/><Relationship Id="rId11" Type="http://schemas.openxmlformats.org/officeDocument/2006/relationships/image" Target="../media/image327.png"/><Relationship Id="rId53" Type="http://schemas.openxmlformats.org/officeDocument/2006/relationships/image" Target="../media/image348.png"/><Relationship Id="rId149" Type="http://schemas.openxmlformats.org/officeDocument/2006/relationships/image" Target="../media/image396.png"/><Relationship Id="rId314" Type="http://schemas.openxmlformats.org/officeDocument/2006/relationships/customXml" Target="../ink/ink482.xml"/><Relationship Id="rId356" Type="http://schemas.openxmlformats.org/officeDocument/2006/relationships/customXml" Target="../ink/ink503.xml"/><Relationship Id="rId398" Type="http://schemas.openxmlformats.org/officeDocument/2006/relationships/customXml" Target="../ink/ink524.xml"/><Relationship Id="rId521" Type="http://schemas.openxmlformats.org/officeDocument/2006/relationships/image" Target="../media/image581.png"/><Relationship Id="rId563" Type="http://schemas.openxmlformats.org/officeDocument/2006/relationships/image" Target="../media/image602.png"/><Relationship Id="rId95" Type="http://schemas.openxmlformats.org/officeDocument/2006/relationships/image" Target="../media/image369.png"/><Relationship Id="rId160" Type="http://schemas.openxmlformats.org/officeDocument/2006/relationships/customXml" Target="../ink/ink405.xml"/><Relationship Id="rId216" Type="http://schemas.openxmlformats.org/officeDocument/2006/relationships/customXml" Target="../ink/ink433.xml"/><Relationship Id="rId423" Type="http://schemas.openxmlformats.org/officeDocument/2006/relationships/image" Target="../media/image533.png"/><Relationship Id="rId258" Type="http://schemas.openxmlformats.org/officeDocument/2006/relationships/customXml" Target="../ink/ink454.xml"/><Relationship Id="rId465" Type="http://schemas.openxmlformats.org/officeDocument/2006/relationships/image" Target="../media/image554.png"/><Relationship Id="rId22" Type="http://schemas.openxmlformats.org/officeDocument/2006/relationships/customXml" Target="../ink/ink336.xml"/><Relationship Id="rId64" Type="http://schemas.openxmlformats.org/officeDocument/2006/relationships/customXml" Target="../ink/ink357.xml"/><Relationship Id="rId118" Type="http://schemas.openxmlformats.org/officeDocument/2006/relationships/customXml" Target="../ink/ink384.xml"/><Relationship Id="rId325" Type="http://schemas.openxmlformats.org/officeDocument/2006/relationships/image" Target="../media/image484.png"/><Relationship Id="rId367" Type="http://schemas.openxmlformats.org/officeDocument/2006/relationships/image" Target="../media/image505.png"/><Relationship Id="rId532" Type="http://schemas.openxmlformats.org/officeDocument/2006/relationships/customXml" Target="../ink/ink591.xml"/><Relationship Id="rId574" Type="http://schemas.openxmlformats.org/officeDocument/2006/relationships/customXml" Target="../ink/ink612.xml"/><Relationship Id="rId171" Type="http://schemas.openxmlformats.org/officeDocument/2006/relationships/image" Target="../media/image407.png"/><Relationship Id="rId227" Type="http://schemas.openxmlformats.org/officeDocument/2006/relationships/image" Target="../media/image435.png"/><Relationship Id="rId269" Type="http://schemas.openxmlformats.org/officeDocument/2006/relationships/image" Target="../media/image456.png"/><Relationship Id="rId434" Type="http://schemas.openxmlformats.org/officeDocument/2006/relationships/customXml" Target="../ink/ink542.xml"/><Relationship Id="rId476" Type="http://schemas.openxmlformats.org/officeDocument/2006/relationships/customXml" Target="../ink/ink563.xml"/><Relationship Id="rId33" Type="http://schemas.openxmlformats.org/officeDocument/2006/relationships/image" Target="../media/image338.png"/><Relationship Id="rId129" Type="http://schemas.openxmlformats.org/officeDocument/2006/relationships/image" Target="../media/image386.png"/><Relationship Id="rId280" Type="http://schemas.openxmlformats.org/officeDocument/2006/relationships/customXml" Target="../ink/ink465.xml"/><Relationship Id="rId336" Type="http://schemas.openxmlformats.org/officeDocument/2006/relationships/customXml" Target="../ink/ink493.xml"/><Relationship Id="rId501" Type="http://schemas.openxmlformats.org/officeDocument/2006/relationships/image" Target="../media/image571.png"/><Relationship Id="rId543" Type="http://schemas.openxmlformats.org/officeDocument/2006/relationships/image" Target="../media/image592.png"/><Relationship Id="rId75" Type="http://schemas.openxmlformats.org/officeDocument/2006/relationships/image" Target="../media/image359.png"/><Relationship Id="rId140" Type="http://schemas.openxmlformats.org/officeDocument/2006/relationships/customXml" Target="../ink/ink395.xml"/><Relationship Id="rId182" Type="http://schemas.openxmlformats.org/officeDocument/2006/relationships/customXml" Target="../ink/ink416.xml"/><Relationship Id="rId378" Type="http://schemas.openxmlformats.org/officeDocument/2006/relationships/customXml" Target="../ink/ink514.xml"/><Relationship Id="rId403" Type="http://schemas.openxmlformats.org/officeDocument/2006/relationships/image" Target="../media/image523.png"/><Relationship Id="rId6" Type="http://schemas.openxmlformats.org/officeDocument/2006/relationships/customXml" Target="../ink/ink328.xml"/><Relationship Id="rId238" Type="http://schemas.openxmlformats.org/officeDocument/2006/relationships/customXml" Target="../ink/ink444.xml"/><Relationship Id="rId445" Type="http://schemas.openxmlformats.org/officeDocument/2006/relationships/image" Target="../media/image544.png"/><Relationship Id="rId487" Type="http://schemas.openxmlformats.org/officeDocument/2006/relationships/image" Target="../media/image565.png"/><Relationship Id="rId291" Type="http://schemas.openxmlformats.org/officeDocument/2006/relationships/image" Target="../media/image467.png"/><Relationship Id="rId305" Type="http://schemas.openxmlformats.org/officeDocument/2006/relationships/image" Target="../media/image474.png"/><Relationship Id="rId347" Type="http://schemas.openxmlformats.org/officeDocument/2006/relationships/image" Target="../media/image495.png"/><Relationship Id="rId512" Type="http://schemas.openxmlformats.org/officeDocument/2006/relationships/customXml" Target="../ink/ink581.xml"/><Relationship Id="rId44" Type="http://schemas.openxmlformats.org/officeDocument/2006/relationships/customXml" Target="../ink/ink347.xml"/><Relationship Id="rId86" Type="http://schemas.openxmlformats.org/officeDocument/2006/relationships/customXml" Target="../ink/ink368.xml"/><Relationship Id="rId151" Type="http://schemas.openxmlformats.org/officeDocument/2006/relationships/image" Target="../media/image397.png"/><Relationship Id="rId389" Type="http://schemas.openxmlformats.org/officeDocument/2006/relationships/image" Target="../media/image516.png"/><Relationship Id="rId554" Type="http://schemas.openxmlformats.org/officeDocument/2006/relationships/customXml" Target="../ink/ink602.xml"/><Relationship Id="rId193" Type="http://schemas.openxmlformats.org/officeDocument/2006/relationships/image" Target="../media/image418.png"/><Relationship Id="rId207" Type="http://schemas.openxmlformats.org/officeDocument/2006/relationships/image" Target="../media/image425.png"/><Relationship Id="rId249" Type="http://schemas.openxmlformats.org/officeDocument/2006/relationships/image" Target="../media/image446.png"/><Relationship Id="rId414" Type="http://schemas.openxmlformats.org/officeDocument/2006/relationships/customXml" Target="../ink/ink532.xml"/><Relationship Id="rId456" Type="http://schemas.openxmlformats.org/officeDocument/2006/relationships/customXml" Target="../ink/ink553.xml"/><Relationship Id="rId498" Type="http://schemas.openxmlformats.org/officeDocument/2006/relationships/customXml" Target="../ink/ink574.xml"/><Relationship Id="rId13" Type="http://schemas.openxmlformats.org/officeDocument/2006/relationships/image" Target="../media/image328.png"/><Relationship Id="rId109" Type="http://schemas.openxmlformats.org/officeDocument/2006/relationships/image" Target="../media/image376.png"/><Relationship Id="rId260" Type="http://schemas.openxmlformats.org/officeDocument/2006/relationships/customXml" Target="../ink/ink455.xml"/><Relationship Id="rId316" Type="http://schemas.openxmlformats.org/officeDocument/2006/relationships/customXml" Target="../ink/ink483.xml"/><Relationship Id="rId523" Type="http://schemas.openxmlformats.org/officeDocument/2006/relationships/image" Target="../media/image582.png"/><Relationship Id="rId55" Type="http://schemas.openxmlformats.org/officeDocument/2006/relationships/image" Target="../media/image349.png"/><Relationship Id="rId97" Type="http://schemas.openxmlformats.org/officeDocument/2006/relationships/image" Target="../media/image370.png"/><Relationship Id="rId120" Type="http://schemas.openxmlformats.org/officeDocument/2006/relationships/customXml" Target="../ink/ink385.xml"/><Relationship Id="rId358" Type="http://schemas.openxmlformats.org/officeDocument/2006/relationships/customXml" Target="../ink/ink504.xml"/><Relationship Id="rId565" Type="http://schemas.openxmlformats.org/officeDocument/2006/relationships/image" Target="../media/image603.png"/><Relationship Id="rId162" Type="http://schemas.openxmlformats.org/officeDocument/2006/relationships/customXml" Target="../ink/ink406.xml"/><Relationship Id="rId218" Type="http://schemas.openxmlformats.org/officeDocument/2006/relationships/customXml" Target="../ink/ink434.xml"/><Relationship Id="rId425" Type="http://schemas.openxmlformats.org/officeDocument/2006/relationships/image" Target="../media/image534.png"/><Relationship Id="rId467" Type="http://schemas.openxmlformats.org/officeDocument/2006/relationships/image" Target="../media/image555.png"/><Relationship Id="rId271" Type="http://schemas.openxmlformats.org/officeDocument/2006/relationships/image" Target="../media/image457.png"/><Relationship Id="rId24" Type="http://schemas.openxmlformats.org/officeDocument/2006/relationships/customXml" Target="../ink/ink337.xml"/><Relationship Id="rId66" Type="http://schemas.openxmlformats.org/officeDocument/2006/relationships/customXml" Target="../ink/ink358.xml"/><Relationship Id="rId131" Type="http://schemas.openxmlformats.org/officeDocument/2006/relationships/image" Target="../media/image387.png"/><Relationship Id="rId327" Type="http://schemas.openxmlformats.org/officeDocument/2006/relationships/image" Target="../media/image485.png"/><Relationship Id="rId369" Type="http://schemas.openxmlformats.org/officeDocument/2006/relationships/image" Target="../media/image506.png"/><Relationship Id="rId534" Type="http://schemas.openxmlformats.org/officeDocument/2006/relationships/customXml" Target="../ink/ink592.xml"/><Relationship Id="rId576" Type="http://schemas.openxmlformats.org/officeDocument/2006/relationships/customXml" Target="../ink/ink613.xml"/><Relationship Id="rId173" Type="http://schemas.openxmlformats.org/officeDocument/2006/relationships/image" Target="../media/image408.png"/><Relationship Id="rId229" Type="http://schemas.openxmlformats.org/officeDocument/2006/relationships/image" Target="../media/image436.png"/><Relationship Id="rId380" Type="http://schemas.openxmlformats.org/officeDocument/2006/relationships/customXml" Target="../ink/ink515.xml"/><Relationship Id="rId436" Type="http://schemas.openxmlformats.org/officeDocument/2006/relationships/customXml" Target="../ink/ink543.xml"/><Relationship Id="rId240" Type="http://schemas.openxmlformats.org/officeDocument/2006/relationships/customXml" Target="../ink/ink445.xml"/><Relationship Id="rId478" Type="http://schemas.openxmlformats.org/officeDocument/2006/relationships/customXml" Target="../ink/ink564.xml"/><Relationship Id="rId35" Type="http://schemas.openxmlformats.org/officeDocument/2006/relationships/image" Target="../media/image339.png"/><Relationship Id="rId77" Type="http://schemas.openxmlformats.org/officeDocument/2006/relationships/image" Target="../media/image360.png"/><Relationship Id="rId100" Type="http://schemas.openxmlformats.org/officeDocument/2006/relationships/customXml" Target="../ink/ink375.xml"/><Relationship Id="rId282" Type="http://schemas.openxmlformats.org/officeDocument/2006/relationships/customXml" Target="../ink/ink466.xml"/><Relationship Id="rId338" Type="http://schemas.openxmlformats.org/officeDocument/2006/relationships/customXml" Target="../ink/ink494.xml"/><Relationship Id="rId503" Type="http://schemas.openxmlformats.org/officeDocument/2006/relationships/image" Target="../media/image572.png"/><Relationship Id="rId545" Type="http://schemas.openxmlformats.org/officeDocument/2006/relationships/image" Target="../media/image593.png"/><Relationship Id="rId8" Type="http://schemas.openxmlformats.org/officeDocument/2006/relationships/customXml" Target="../ink/ink329.xml"/><Relationship Id="rId142" Type="http://schemas.openxmlformats.org/officeDocument/2006/relationships/customXml" Target="../ink/ink396.xml"/><Relationship Id="rId184" Type="http://schemas.openxmlformats.org/officeDocument/2006/relationships/customXml" Target="../ink/ink417.xml"/><Relationship Id="rId391" Type="http://schemas.openxmlformats.org/officeDocument/2006/relationships/image" Target="../media/image517.png"/><Relationship Id="rId405" Type="http://schemas.openxmlformats.org/officeDocument/2006/relationships/image" Target="../media/image524.png"/><Relationship Id="rId447" Type="http://schemas.openxmlformats.org/officeDocument/2006/relationships/image" Target="../media/image545.png"/><Relationship Id="rId251" Type="http://schemas.openxmlformats.org/officeDocument/2006/relationships/image" Target="../media/image447.png"/><Relationship Id="rId489" Type="http://schemas.openxmlformats.org/officeDocument/2006/relationships/image" Target="../media/image566.png"/><Relationship Id="rId46" Type="http://schemas.openxmlformats.org/officeDocument/2006/relationships/customXml" Target="../ink/ink348.xml"/><Relationship Id="rId293" Type="http://schemas.openxmlformats.org/officeDocument/2006/relationships/image" Target="../media/image468.png"/><Relationship Id="rId307" Type="http://schemas.openxmlformats.org/officeDocument/2006/relationships/image" Target="../media/image475.png"/><Relationship Id="rId349" Type="http://schemas.openxmlformats.org/officeDocument/2006/relationships/image" Target="../media/image496.png"/><Relationship Id="rId514" Type="http://schemas.openxmlformats.org/officeDocument/2006/relationships/customXml" Target="../ink/ink582.xml"/><Relationship Id="rId556" Type="http://schemas.openxmlformats.org/officeDocument/2006/relationships/customXml" Target="../ink/ink603.xml"/><Relationship Id="rId88" Type="http://schemas.openxmlformats.org/officeDocument/2006/relationships/customXml" Target="../ink/ink369.xml"/><Relationship Id="rId111" Type="http://schemas.openxmlformats.org/officeDocument/2006/relationships/image" Target="../media/image377.png"/><Relationship Id="rId153" Type="http://schemas.openxmlformats.org/officeDocument/2006/relationships/image" Target="../media/image398.png"/><Relationship Id="rId195" Type="http://schemas.openxmlformats.org/officeDocument/2006/relationships/image" Target="../media/image419.png"/><Relationship Id="rId209" Type="http://schemas.openxmlformats.org/officeDocument/2006/relationships/image" Target="../media/image426.png"/><Relationship Id="rId360" Type="http://schemas.openxmlformats.org/officeDocument/2006/relationships/customXml" Target="../ink/ink505.xml"/><Relationship Id="rId416" Type="http://schemas.openxmlformats.org/officeDocument/2006/relationships/customXml" Target="../ink/ink533.xml"/><Relationship Id="rId220" Type="http://schemas.openxmlformats.org/officeDocument/2006/relationships/customXml" Target="../ink/ink435.xml"/><Relationship Id="rId458" Type="http://schemas.openxmlformats.org/officeDocument/2006/relationships/customXml" Target="../ink/ink554.xml"/><Relationship Id="rId15" Type="http://schemas.openxmlformats.org/officeDocument/2006/relationships/image" Target="../media/image329.png"/><Relationship Id="rId57" Type="http://schemas.openxmlformats.org/officeDocument/2006/relationships/image" Target="../media/image350.png"/><Relationship Id="rId262" Type="http://schemas.openxmlformats.org/officeDocument/2006/relationships/customXml" Target="../ink/ink456.xml"/><Relationship Id="rId318" Type="http://schemas.openxmlformats.org/officeDocument/2006/relationships/customXml" Target="../ink/ink484.xml"/><Relationship Id="rId525" Type="http://schemas.openxmlformats.org/officeDocument/2006/relationships/image" Target="../media/image583.png"/><Relationship Id="rId567" Type="http://schemas.openxmlformats.org/officeDocument/2006/relationships/image" Target="../media/image604.png"/><Relationship Id="rId99" Type="http://schemas.openxmlformats.org/officeDocument/2006/relationships/image" Target="../media/image371.png"/><Relationship Id="rId122" Type="http://schemas.openxmlformats.org/officeDocument/2006/relationships/customXml" Target="../ink/ink386.xml"/><Relationship Id="rId164" Type="http://schemas.openxmlformats.org/officeDocument/2006/relationships/customXml" Target="../ink/ink407.xml"/><Relationship Id="rId371" Type="http://schemas.openxmlformats.org/officeDocument/2006/relationships/image" Target="../media/image507.png"/><Relationship Id="rId427" Type="http://schemas.openxmlformats.org/officeDocument/2006/relationships/image" Target="../media/image535.png"/><Relationship Id="rId469" Type="http://schemas.openxmlformats.org/officeDocument/2006/relationships/image" Target="../media/image556.png"/><Relationship Id="rId26" Type="http://schemas.openxmlformats.org/officeDocument/2006/relationships/customXml" Target="../ink/ink338.xml"/><Relationship Id="rId231" Type="http://schemas.openxmlformats.org/officeDocument/2006/relationships/image" Target="../media/image437.png"/><Relationship Id="rId273" Type="http://schemas.openxmlformats.org/officeDocument/2006/relationships/image" Target="../media/image458.png"/><Relationship Id="rId329" Type="http://schemas.openxmlformats.org/officeDocument/2006/relationships/image" Target="../media/image486.png"/><Relationship Id="rId480" Type="http://schemas.openxmlformats.org/officeDocument/2006/relationships/customXml" Target="../ink/ink565.xml"/><Relationship Id="rId536" Type="http://schemas.openxmlformats.org/officeDocument/2006/relationships/customXml" Target="../ink/ink593.xml"/><Relationship Id="rId68" Type="http://schemas.openxmlformats.org/officeDocument/2006/relationships/customXml" Target="../ink/ink359.xml"/><Relationship Id="rId133" Type="http://schemas.openxmlformats.org/officeDocument/2006/relationships/image" Target="../media/image388.png"/><Relationship Id="rId175" Type="http://schemas.openxmlformats.org/officeDocument/2006/relationships/image" Target="../media/image409.png"/><Relationship Id="rId340" Type="http://schemas.openxmlformats.org/officeDocument/2006/relationships/customXml" Target="../ink/ink495.xml"/><Relationship Id="rId578" Type="http://schemas.openxmlformats.org/officeDocument/2006/relationships/customXml" Target="../ink/ink614.xml"/><Relationship Id="rId200" Type="http://schemas.openxmlformats.org/officeDocument/2006/relationships/customXml" Target="../ink/ink425.xml"/><Relationship Id="rId382" Type="http://schemas.openxmlformats.org/officeDocument/2006/relationships/customXml" Target="../ink/ink516.xml"/><Relationship Id="rId438" Type="http://schemas.openxmlformats.org/officeDocument/2006/relationships/customXml" Target="../ink/ink544.xml"/><Relationship Id="rId242" Type="http://schemas.openxmlformats.org/officeDocument/2006/relationships/customXml" Target="../ink/ink446.xml"/><Relationship Id="rId284" Type="http://schemas.openxmlformats.org/officeDocument/2006/relationships/customXml" Target="../ink/ink467.xml"/><Relationship Id="rId491" Type="http://schemas.openxmlformats.org/officeDocument/2006/relationships/image" Target="../media/image300.png"/><Relationship Id="rId505" Type="http://schemas.openxmlformats.org/officeDocument/2006/relationships/image" Target="../media/image573.png"/><Relationship Id="rId37" Type="http://schemas.openxmlformats.org/officeDocument/2006/relationships/image" Target="../media/image340.png"/><Relationship Id="rId79" Type="http://schemas.openxmlformats.org/officeDocument/2006/relationships/image" Target="../media/image361.png"/><Relationship Id="rId102" Type="http://schemas.openxmlformats.org/officeDocument/2006/relationships/customXml" Target="../ink/ink376.xml"/><Relationship Id="rId144" Type="http://schemas.openxmlformats.org/officeDocument/2006/relationships/customXml" Target="../ink/ink397.xml"/><Relationship Id="rId547" Type="http://schemas.openxmlformats.org/officeDocument/2006/relationships/image" Target="../media/image594.png"/><Relationship Id="rId90" Type="http://schemas.openxmlformats.org/officeDocument/2006/relationships/customXml" Target="../ink/ink370.xml"/><Relationship Id="rId186" Type="http://schemas.openxmlformats.org/officeDocument/2006/relationships/customXml" Target="../ink/ink418.xml"/><Relationship Id="rId351" Type="http://schemas.openxmlformats.org/officeDocument/2006/relationships/image" Target="../media/image497.png"/><Relationship Id="rId393" Type="http://schemas.openxmlformats.org/officeDocument/2006/relationships/image" Target="../media/image518.png"/><Relationship Id="rId407" Type="http://schemas.openxmlformats.org/officeDocument/2006/relationships/image" Target="../media/image525.png"/><Relationship Id="rId449" Type="http://schemas.openxmlformats.org/officeDocument/2006/relationships/image" Target="../media/image546.png"/><Relationship Id="rId211" Type="http://schemas.openxmlformats.org/officeDocument/2006/relationships/image" Target="../media/image427.png"/><Relationship Id="rId253" Type="http://schemas.openxmlformats.org/officeDocument/2006/relationships/image" Target="../media/image448.png"/><Relationship Id="rId295" Type="http://schemas.openxmlformats.org/officeDocument/2006/relationships/image" Target="../media/image469.png"/><Relationship Id="rId309" Type="http://schemas.openxmlformats.org/officeDocument/2006/relationships/image" Target="../media/image476.png"/><Relationship Id="rId460" Type="http://schemas.openxmlformats.org/officeDocument/2006/relationships/customXml" Target="../ink/ink555.xml"/><Relationship Id="rId516" Type="http://schemas.openxmlformats.org/officeDocument/2006/relationships/customXml" Target="../ink/ink583.xml"/><Relationship Id="rId48" Type="http://schemas.openxmlformats.org/officeDocument/2006/relationships/customXml" Target="../ink/ink349.xml"/><Relationship Id="rId113" Type="http://schemas.openxmlformats.org/officeDocument/2006/relationships/image" Target="../media/image378.png"/><Relationship Id="rId320" Type="http://schemas.openxmlformats.org/officeDocument/2006/relationships/customXml" Target="../ink/ink485.xml"/><Relationship Id="rId558" Type="http://schemas.openxmlformats.org/officeDocument/2006/relationships/customXml" Target="../ink/ink604.xml"/><Relationship Id="rId155" Type="http://schemas.openxmlformats.org/officeDocument/2006/relationships/image" Target="../media/image399.png"/><Relationship Id="rId197" Type="http://schemas.openxmlformats.org/officeDocument/2006/relationships/image" Target="../media/image420.png"/><Relationship Id="rId362" Type="http://schemas.openxmlformats.org/officeDocument/2006/relationships/customXml" Target="../ink/ink506.xml"/><Relationship Id="rId418" Type="http://schemas.openxmlformats.org/officeDocument/2006/relationships/customXml" Target="../ink/ink534.xml"/><Relationship Id="rId222" Type="http://schemas.openxmlformats.org/officeDocument/2006/relationships/customXml" Target="../ink/ink436.xml"/><Relationship Id="rId264" Type="http://schemas.openxmlformats.org/officeDocument/2006/relationships/customXml" Target="../ink/ink457.xml"/><Relationship Id="rId471" Type="http://schemas.openxmlformats.org/officeDocument/2006/relationships/image" Target="../media/image557.png"/><Relationship Id="rId17" Type="http://schemas.openxmlformats.org/officeDocument/2006/relationships/image" Target="../media/image330.png"/><Relationship Id="rId59" Type="http://schemas.openxmlformats.org/officeDocument/2006/relationships/image" Target="../media/image351.png"/><Relationship Id="rId124" Type="http://schemas.openxmlformats.org/officeDocument/2006/relationships/customXml" Target="../ink/ink387.xml"/><Relationship Id="rId527" Type="http://schemas.openxmlformats.org/officeDocument/2006/relationships/image" Target="../media/image584.png"/><Relationship Id="rId569" Type="http://schemas.openxmlformats.org/officeDocument/2006/relationships/image" Target="../media/image605.png"/><Relationship Id="rId70" Type="http://schemas.openxmlformats.org/officeDocument/2006/relationships/customXml" Target="../ink/ink360.xml"/><Relationship Id="rId166" Type="http://schemas.openxmlformats.org/officeDocument/2006/relationships/customXml" Target="../ink/ink408.xml"/><Relationship Id="rId331" Type="http://schemas.openxmlformats.org/officeDocument/2006/relationships/image" Target="../media/image487.png"/><Relationship Id="rId373" Type="http://schemas.openxmlformats.org/officeDocument/2006/relationships/image" Target="../media/image508.png"/><Relationship Id="rId429" Type="http://schemas.openxmlformats.org/officeDocument/2006/relationships/image" Target="../media/image536.png"/><Relationship Id="rId580" Type="http://schemas.openxmlformats.org/officeDocument/2006/relationships/customXml" Target="../ink/ink615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438.png"/><Relationship Id="rId440" Type="http://schemas.openxmlformats.org/officeDocument/2006/relationships/customXml" Target="../ink/ink545.xml"/><Relationship Id="rId28" Type="http://schemas.openxmlformats.org/officeDocument/2006/relationships/customXml" Target="../ink/ink339.xml"/><Relationship Id="rId275" Type="http://schemas.openxmlformats.org/officeDocument/2006/relationships/image" Target="../media/image459.png"/><Relationship Id="rId300" Type="http://schemas.openxmlformats.org/officeDocument/2006/relationships/customXml" Target="../ink/ink475.xml"/><Relationship Id="rId482" Type="http://schemas.openxmlformats.org/officeDocument/2006/relationships/customXml" Target="../ink/ink566.xml"/><Relationship Id="rId538" Type="http://schemas.openxmlformats.org/officeDocument/2006/relationships/customXml" Target="../ink/ink594.xml"/><Relationship Id="rId81" Type="http://schemas.openxmlformats.org/officeDocument/2006/relationships/image" Target="../media/image362.png"/><Relationship Id="rId135" Type="http://schemas.openxmlformats.org/officeDocument/2006/relationships/image" Target="../media/image389.png"/><Relationship Id="rId177" Type="http://schemas.openxmlformats.org/officeDocument/2006/relationships/image" Target="../media/image410.png"/><Relationship Id="rId342" Type="http://schemas.openxmlformats.org/officeDocument/2006/relationships/customXml" Target="../ink/ink496.xml"/><Relationship Id="rId384" Type="http://schemas.openxmlformats.org/officeDocument/2006/relationships/customXml" Target="../ink/ink517.xml"/><Relationship Id="rId202" Type="http://schemas.openxmlformats.org/officeDocument/2006/relationships/customXml" Target="../ink/ink426.xml"/><Relationship Id="rId244" Type="http://schemas.openxmlformats.org/officeDocument/2006/relationships/customXml" Target="../ink/ink447.xml"/><Relationship Id="rId39" Type="http://schemas.openxmlformats.org/officeDocument/2006/relationships/image" Target="../media/image341.png"/><Relationship Id="rId286" Type="http://schemas.openxmlformats.org/officeDocument/2006/relationships/customXml" Target="../ink/ink468.xml"/><Relationship Id="rId451" Type="http://schemas.openxmlformats.org/officeDocument/2006/relationships/image" Target="../media/image547.png"/><Relationship Id="rId493" Type="http://schemas.openxmlformats.org/officeDocument/2006/relationships/image" Target="../media/image567.png"/><Relationship Id="rId507" Type="http://schemas.openxmlformats.org/officeDocument/2006/relationships/image" Target="../media/image574.png"/><Relationship Id="rId549" Type="http://schemas.openxmlformats.org/officeDocument/2006/relationships/image" Target="../media/image595.png"/><Relationship Id="rId50" Type="http://schemas.openxmlformats.org/officeDocument/2006/relationships/customXml" Target="../ink/ink350.xml"/><Relationship Id="rId104" Type="http://schemas.openxmlformats.org/officeDocument/2006/relationships/customXml" Target="../ink/ink377.xml"/><Relationship Id="rId146" Type="http://schemas.openxmlformats.org/officeDocument/2006/relationships/customXml" Target="../ink/ink398.xml"/><Relationship Id="rId188" Type="http://schemas.openxmlformats.org/officeDocument/2006/relationships/customXml" Target="../ink/ink419.xml"/><Relationship Id="rId311" Type="http://schemas.openxmlformats.org/officeDocument/2006/relationships/image" Target="../media/image477.png"/><Relationship Id="rId353" Type="http://schemas.openxmlformats.org/officeDocument/2006/relationships/image" Target="../media/image498.png"/><Relationship Id="rId395" Type="http://schemas.openxmlformats.org/officeDocument/2006/relationships/image" Target="../media/image519.png"/><Relationship Id="rId409" Type="http://schemas.openxmlformats.org/officeDocument/2006/relationships/image" Target="../media/image526.png"/><Relationship Id="rId560" Type="http://schemas.openxmlformats.org/officeDocument/2006/relationships/customXml" Target="../ink/ink605.xml"/><Relationship Id="rId92" Type="http://schemas.openxmlformats.org/officeDocument/2006/relationships/customXml" Target="../ink/ink371.xml"/><Relationship Id="rId213" Type="http://schemas.openxmlformats.org/officeDocument/2006/relationships/image" Target="../media/image428.png"/><Relationship Id="rId420" Type="http://schemas.openxmlformats.org/officeDocument/2006/relationships/customXml" Target="../ink/ink535.xml"/><Relationship Id="rId255" Type="http://schemas.openxmlformats.org/officeDocument/2006/relationships/image" Target="../media/image449.png"/><Relationship Id="rId297" Type="http://schemas.openxmlformats.org/officeDocument/2006/relationships/image" Target="../media/image470.png"/><Relationship Id="rId462" Type="http://schemas.openxmlformats.org/officeDocument/2006/relationships/customXml" Target="../ink/ink556.xml"/><Relationship Id="rId518" Type="http://schemas.openxmlformats.org/officeDocument/2006/relationships/customXml" Target="../ink/ink584.xml"/><Relationship Id="rId115" Type="http://schemas.openxmlformats.org/officeDocument/2006/relationships/image" Target="../media/image379.png"/><Relationship Id="rId157" Type="http://schemas.openxmlformats.org/officeDocument/2006/relationships/image" Target="../media/image400.png"/><Relationship Id="rId322" Type="http://schemas.openxmlformats.org/officeDocument/2006/relationships/customXml" Target="../ink/ink486.xml"/><Relationship Id="rId364" Type="http://schemas.openxmlformats.org/officeDocument/2006/relationships/customXml" Target="../ink/ink507.xml"/><Relationship Id="rId61" Type="http://schemas.openxmlformats.org/officeDocument/2006/relationships/image" Target="../media/image352.png"/><Relationship Id="rId199" Type="http://schemas.openxmlformats.org/officeDocument/2006/relationships/image" Target="../media/image421.png"/><Relationship Id="rId571" Type="http://schemas.openxmlformats.org/officeDocument/2006/relationships/image" Target="../media/image606.png"/><Relationship Id="rId19" Type="http://schemas.openxmlformats.org/officeDocument/2006/relationships/image" Target="../media/image331.png"/><Relationship Id="rId224" Type="http://schemas.openxmlformats.org/officeDocument/2006/relationships/customXml" Target="../ink/ink437.xml"/><Relationship Id="rId266" Type="http://schemas.openxmlformats.org/officeDocument/2006/relationships/customXml" Target="../ink/ink458.xml"/><Relationship Id="rId431" Type="http://schemas.openxmlformats.org/officeDocument/2006/relationships/image" Target="../media/image537.png"/><Relationship Id="rId473" Type="http://schemas.openxmlformats.org/officeDocument/2006/relationships/image" Target="../media/image558.png"/><Relationship Id="rId529" Type="http://schemas.openxmlformats.org/officeDocument/2006/relationships/image" Target="../media/image585.png"/><Relationship Id="rId30" Type="http://schemas.openxmlformats.org/officeDocument/2006/relationships/customXml" Target="../ink/ink340.xml"/><Relationship Id="rId126" Type="http://schemas.openxmlformats.org/officeDocument/2006/relationships/customXml" Target="../ink/ink388.xml"/><Relationship Id="rId168" Type="http://schemas.openxmlformats.org/officeDocument/2006/relationships/customXml" Target="../ink/ink409.xml"/><Relationship Id="rId333" Type="http://schemas.openxmlformats.org/officeDocument/2006/relationships/image" Target="../media/image488.png"/><Relationship Id="rId540" Type="http://schemas.openxmlformats.org/officeDocument/2006/relationships/customXml" Target="../ink/ink595.xml"/><Relationship Id="rId72" Type="http://schemas.openxmlformats.org/officeDocument/2006/relationships/customXml" Target="../ink/ink361.xml"/><Relationship Id="rId375" Type="http://schemas.openxmlformats.org/officeDocument/2006/relationships/image" Target="../media/image509.png"/><Relationship Id="rId582" Type="http://schemas.openxmlformats.org/officeDocument/2006/relationships/customXml" Target="../ink/ink616.xml"/><Relationship Id="rId3" Type="http://schemas.openxmlformats.org/officeDocument/2006/relationships/image" Target="../media/image323.png"/><Relationship Id="rId235" Type="http://schemas.openxmlformats.org/officeDocument/2006/relationships/image" Target="../media/image439.png"/><Relationship Id="rId277" Type="http://schemas.openxmlformats.org/officeDocument/2006/relationships/image" Target="../media/image460.png"/><Relationship Id="rId400" Type="http://schemas.openxmlformats.org/officeDocument/2006/relationships/customXml" Target="../ink/ink525.xml"/><Relationship Id="rId442" Type="http://schemas.openxmlformats.org/officeDocument/2006/relationships/customXml" Target="../ink/ink546.xml"/><Relationship Id="rId484" Type="http://schemas.openxmlformats.org/officeDocument/2006/relationships/customXml" Target="../ink/ink567.xml"/><Relationship Id="rId137" Type="http://schemas.openxmlformats.org/officeDocument/2006/relationships/image" Target="../media/image390.png"/><Relationship Id="rId302" Type="http://schemas.openxmlformats.org/officeDocument/2006/relationships/customXml" Target="../ink/ink476.xml"/><Relationship Id="rId344" Type="http://schemas.openxmlformats.org/officeDocument/2006/relationships/customXml" Target="../ink/ink497.xml"/><Relationship Id="rId41" Type="http://schemas.openxmlformats.org/officeDocument/2006/relationships/image" Target="../media/image342.png"/><Relationship Id="rId83" Type="http://schemas.openxmlformats.org/officeDocument/2006/relationships/image" Target="../media/image363.png"/><Relationship Id="rId179" Type="http://schemas.openxmlformats.org/officeDocument/2006/relationships/image" Target="../media/image411.png"/><Relationship Id="rId386" Type="http://schemas.openxmlformats.org/officeDocument/2006/relationships/customXml" Target="../ink/ink518.xml"/><Relationship Id="rId551" Type="http://schemas.openxmlformats.org/officeDocument/2006/relationships/image" Target="../media/image596.png"/><Relationship Id="rId190" Type="http://schemas.openxmlformats.org/officeDocument/2006/relationships/customXml" Target="../ink/ink420.xml"/><Relationship Id="rId204" Type="http://schemas.openxmlformats.org/officeDocument/2006/relationships/customXml" Target="../ink/ink427.xml"/><Relationship Id="rId246" Type="http://schemas.openxmlformats.org/officeDocument/2006/relationships/customXml" Target="../ink/ink448.xml"/><Relationship Id="rId288" Type="http://schemas.openxmlformats.org/officeDocument/2006/relationships/customXml" Target="../ink/ink469.xml"/><Relationship Id="rId411" Type="http://schemas.openxmlformats.org/officeDocument/2006/relationships/image" Target="../media/image527.png"/><Relationship Id="rId453" Type="http://schemas.openxmlformats.org/officeDocument/2006/relationships/image" Target="../media/image548.png"/><Relationship Id="rId509" Type="http://schemas.openxmlformats.org/officeDocument/2006/relationships/image" Target="../media/image575.png"/><Relationship Id="rId106" Type="http://schemas.openxmlformats.org/officeDocument/2006/relationships/customXml" Target="../ink/ink378.xml"/><Relationship Id="rId313" Type="http://schemas.openxmlformats.org/officeDocument/2006/relationships/image" Target="../media/image478.png"/><Relationship Id="rId495" Type="http://schemas.openxmlformats.org/officeDocument/2006/relationships/image" Target="../media/image568.png"/><Relationship Id="rId10" Type="http://schemas.openxmlformats.org/officeDocument/2006/relationships/customXml" Target="../ink/ink330.xml"/><Relationship Id="rId52" Type="http://schemas.openxmlformats.org/officeDocument/2006/relationships/customXml" Target="../ink/ink351.xml"/><Relationship Id="rId94" Type="http://schemas.openxmlformats.org/officeDocument/2006/relationships/customXml" Target="../ink/ink372.xml"/><Relationship Id="rId148" Type="http://schemas.openxmlformats.org/officeDocument/2006/relationships/customXml" Target="../ink/ink399.xml"/><Relationship Id="rId355" Type="http://schemas.openxmlformats.org/officeDocument/2006/relationships/image" Target="../media/image499.png"/><Relationship Id="rId397" Type="http://schemas.openxmlformats.org/officeDocument/2006/relationships/image" Target="../media/image520.png"/><Relationship Id="rId520" Type="http://schemas.openxmlformats.org/officeDocument/2006/relationships/customXml" Target="../ink/ink585.xml"/><Relationship Id="rId562" Type="http://schemas.openxmlformats.org/officeDocument/2006/relationships/customXml" Target="../ink/ink606.xml"/><Relationship Id="rId215" Type="http://schemas.openxmlformats.org/officeDocument/2006/relationships/image" Target="../media/image429.png"/><Relationship Id="rId257" Type="http://schemas.openxmlformats.org/officeDocument/2006/relationships/image" Target="../media/image450.png"/><Relationship Id="rId422" Type="http://schemas.openxmlformats.org/officeDocument/2006/relationships/customXml" Target="../ink/ink536.xml"/><Relationship Id="rId464" Type="http://schemas.openxmlformats.org/officeDocument/2006/relationships/customXml" Target="../ink/ink557.xml"/><Relationship Id="rId299" Type="http://schemas.openxmlformats.org/officeDocument/2006/relationships/image" Target="../media/image471.png"/><Relationship Id="rId63" Type="http://schemas.openxmlformats.org/officeDocument/2006/relationships/image" Target="../media/image353.png"/><Relationship Id="rId159" Type="http://schemas.openxmlformats.org/officeDocument/2006/relationships/image" Target="../media/image401.png"/><Relationship Id="rId366" Type="http://schemas.openxmlformats.org/officeDocument/2006/relationships/customXml" Target="../ink/ink508.xml"/><Relationship Id="rId573" Type="http://schemas.openxmlformats.org/officeDocument/2006/relationships/image" Target="../media/image607.png"/><Relationship Id="rId226" Type="http://schemas.openxmlformats.org/officeDocument/2006/relationships/customXml" Target="../ink/ink438.xml"/><Relationship Id="rId433" Type="http://schemas.openxmlformats.org/officeDocument/2006/relationships/image" Target="../media/image538.png"/><Relationship Id="rId74" Type="http://schemas.openxmlformats.org/officeDocument/2006/relationships/customXml" Target="../ink/ink362.xml"/><Relationship Id="rId377" Type="http://schemas.openxmlformats.org/officeDocument/2006/relationships/image" Target="../media/image510.png"/><Relationship Id="rId500" Type="http://schemas.openxmlformats.org/officeDocument/2006/relationships/customXml" Target="../ink/ink575.xml"/><Relationship Id="rId5" Type="http://schemas.openxmlformats.org/officeDocument/2006/relationships/image" Target="../media/image324.png"/><Relationship Id="rId237" Type="http://schemas.openxmlformats.org/officeDocument/2006/relationships/image" Target="../media/image440.png"/><Relationship Id="rId444" Type="http://schemas.openxmlformats.org/officeDocument/2006/relationships/customXml" Target="../ink/ink547.xml"/><Relationship Id="rId290" Type="http://schemas.openxmlformats.org/officeDocument/2006/relationships/customXml" Target="../ink/ink470.xml"/><Relationship Id="rId304" Type="http://schemas.openxmlformats.org/officeDocument/2006/relationships/customXml" Target="../ink/ink477.xml"/><Relationship Id="rId388" Type="http://schemas.openxmlformats.org/officeDocument/2006/relationships/customXml" Target="../ink/ink519.xml"/><Relationship Id="rId511" Type="http://schemas.openxmlformats.org/officeDocument/2006/relationships/image" Target="../media/image576.png"/><Relationship Id="rId85" Type="http://schemas.openxmlformats.org/officeDocument/2006/relationships/image" Target="../media/image364.png"/><Relationship Id="rId150" Type="http://schemas.openxmlformats.org/officeDocument/2006/relationships/customXml" Target="../ink/ink400.xml"/><Relationship Id="rId248" Type="http://schemas.openxmlformats.org/officeDocument/2006/relationships/customXml" Target="../ink/ink449.xml"/><Relationship Id="rId455" Type="http://schemas.openxmlformats.org/officeDocument/2006/relationships/image" Target="../media/image549.png"/><Relationship Id="rId12" Type="http://schemas.openxmlformats.org/officeDocument/2006/relationships/customXml" Target="../ink/ink331.xml"/><Relationship Id="rId108" Type="http://schemas.openxmlformats.org/officeDocument/2006/relationships/customXml" Target="../ink/ink379.xml"/><Relationship Id="rId315" Type="http://schemas.openxmlformats.org/officeDocument/2006/relationships/image" Target="../media/image479.png"/><Relationship Id="rId522" Type="http://schemas.openxmlformats.org/officeDocument/2006/relationships/customXml" Target="../ink/ink586.xml"/><Relationship Id="rId96" Type="http://schemas.openxmlformats.org/officeDocument/2006/relationships/customXml" Target="../ink/ink373.xml"/><Relationship Id="rId161" Type="http://schemas.openxmlformats.org/officeDocument/2006/relationships/image" Target="../media/image402.png"/><Relationship Id="rId399" Type="http://schemas.openxmlformats.org/officeDocument/2006/relationships/image" Target="../media/image521.png"/><Relationship Id="rId259" Type="http://schemas.openxmlformats.org/officeDocument/2006/relationships/image" Target="../media/image451.png"/><Relationship Id="rId466" Type="http://schemas.openxmlformats.org/officeDocument/2006/relationships/customXml" Target="../ink/ink558.xml"/><Relationship Id="rId23" Type="http://schemas.openxmlformats.org/officeDocument/2006/relationships/image" Target="../media/image333.png"/><Relationship Id="rId119" Type="http://schemas.openxmlformats.org/officeDocument/2006/relationships/image" Target="../media/image381.png"/><Relationship Id="rId326" Type="http://schemas.openxmlformats.org/officeDocument/2006/relationships/customXml" Target="../ink/ink488.xml"/><Relationship Id="rId533" Type="http://schemas.openxmlformats.org/officeDocument/2006/relationships/image" Target="../media/image587.png"/><Relationship Id="rId172" Type="http://schemas.openxmlformats.org/officeDocument/2006/relationships/customXml" Target="../ink/ink411.xml"/><Relationship Id="rId477" Type="http://schemas.openxmlformats.org/officeDocument/2006/relationships/image" Target="../media/image560.png"/><Relationship Id="rId337" Type="http://schemas.openxmlformats.org/officeDocument/2006/relationships/image" Target="../media/image490.png"/><Relationship Id="rId34" Type="http://schemas.openxmlformats.org/officeDocument/2006/relationships/customXml" Target="../ink/ink342.xml"/><Relationship Id="rId544" Type="http://schemas.openxmlformats.org/officeDocument/2006/relationships/customXml" Target="../ink/ink597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70.png"/><Relationship Id="rId299" Type="http://schemas.openxmlformats.org/officeDocument/2006/relationships/customXml" Target="../ink/ink766.xml"/><Relationship Id="rId21" Type="http://schemas.openxmlformats.org/officeDocument/2006/relationships/image" Target="../media/image622.png"/><Relationship Id="rId63" Type="http://schemas.openxmlformats.org/officeDocument/2006/relationships/image" Target="../media/image643.png"/><Relationship Id="rId159" Type="http://schemas.openxmlformats.org/officeDocument/2006/relationships/image" Target="../media/image690.png"/><Relationship Id="rId324" Type="http://schemas.openxmlformats.org/officeDocument/2006/relationships/image" Target="../media/image771.png"/><Relationship Id="rId366" Type="http://schemas.openxmlformats.org/officeDocument/2006/relationships/image" Target="../media/image792.png"/><Relationship Id="rId170" Type="http://schemas.openxmlformats.org/officeDocument/2006/relationships/customXml" Target="../ink/ink701.xml"/><Relationship Id="rId226" Type="http://schemas.openxmlformats.org/officeDocument/2006/relationships/image" Target="../media/image722.png"/><Relationship Id="rId433" Type="http://schemas.openxmlformats.org/officeDocument/2006/relationships/customXml" Target="../ink/ink833.xml"/><Relationship Id="rId268" Type="http://schemas.openxmlformats.org/officeDocument/2006/relationships/image" Target="../media/image743.png"/><Relationship Id="rId475" Type="http://schemas.openxmlformats.org/officeDocument/2006/relationships/customXml" Target="../ink/ink854.xml"/><Relationship Id="rId32" Type="http://schemas.openxmlformats.org/officeDocument/2006/relationships/customXml" Target="../ink/ink632.xml"/><Relationship Id="rId74" Type="http://schemas.openxmlformats.org/officeDocument/2006/relationships/customXml" Target="../ink/ink653.xml"/><Relationship Id="rId128" Type="http://schemas.openxmlformats.org/officeDocument/2006/relationships/customXml" Target="../ink/ink680.xml"/><Relationship Id="rId335" Type="http://schemas.openxmlformats.org/officeDocument/2006/relationships/customXml" Target="../ink/ink784.xml"/><Relationship Id="rId377" Type="http://schemas.openxmlformats.org/officeDocument/2006/relationships/customXml" Target="../ink/ink805.xml"/><Relationship Id="rId500" Type="http://schemas.openxmlformats.org/officeDocument/2006/relationships/image" Target="../media/image859.png"/><Relationship Id="rId5" Type="http://schemas.openxmlformats.org/officeDocument/2006/relationships/image" Target="../media/image614.png"/><Relationship Id="rId181" Type="http://schemas.openxmlformats.org/officeDocument/2006/relationships/image" Target="../media/image701.png"/><Relationship Id="rId237" Type="http://schemas.openxmlformats.org/officeDocument/2006/relationships/customXml" Target="../ink/ink735.xml"/><Relationship Id="rId402" Type="http://schemas.openxmlformats.org/officeDocument/2006/relationships/image" Target="../media/image810.png"/><Relationship Id="rId279" Type="http://schemas.openxmlformats.org/officeDocument/2006/relationships/customXml" Target="../ink/ink756.xml"/><Relationship Id="rId444" Type="http://schemas.openxmlformats.org/officeDocument/2006/relationships/image" Target="../media/image831.png"/><Relationship Id="rId486" Type="http://schemas.openxmlformats.org/officeDocument/2006/relationships/image" Target="../media/image852.png"/><Relationship Id="rId43" Type="http://schemas.openxmlformats.org/officeDocument/2006/relationships/image" Target="../media/image633.png"/><Relationship Id="rId139" Type="http://schemas.openxmlformats.org/officeDocument/2006/relationships/image" Target="../media/image680.png"/><Relationship Id="rId290" Type="http://schemas.openxmlformats.org/officeDocument/2006/relationships/image" Target="../media/image754.png"/><Relationship Id="rId304" Type="http://schemas.openxmlformats.org/officeDocument/2006/relationships/image" Target="../media/image761.png"/><Relationship Id="rId346" Type="http://schemas.openxmlformats.org/officeDocument/2006/relationships/image" Target="../media/image782.png"/><Relationship Id="rId388" Type="http://schemas.openxmlformats.org/officeDocument/2006/relationships/image" Target="../media/image803.png"/><Relationship Id="rId85" Type="http://schemas.openxmlformats.org/officeDocument/2006/relationships/image" Target="../media/image654.png"/><Relationship Id="rId150" Type="http://schemas.openxmlformats.org/officeDocument/2006/relationships/customXml" Target="../ink/ink691.xml"/><Relationship Id="rId192" Type="http://schemas.openxmlformats.org/officeDocument/2006/relationships/customXml" Target="../ink/ink712.xml"/><Relationship Id="rId206" Type="http://schemas.openxmlformats.org/officeDocument/2006/relationships/image" Target="../media/image713.png"/><Relationship Id="rId413" Type="http://schemas.openxmlformats.org/officeDocument/2006/relationships/customXml" Target="../ink/ink823.xml"/><Relationship Id="rId248" Type="http://schemas.openxmlformats.org/officeDocument/2006/relationships/image" Target="../media/image733.png"/><Relationship Id="rId455" Type="http://schemas.openxmlformats.org/officeDocument/2006/relationships/customXml" Target="../ink/ink844.xml"/><Relationship Id="rId497" Type="http://schemas.openxmlformats.org/officeDocument/2006/relationships/customXml" Target="../ink/ink865.xml"/><Relationship Id="rId12" Type="http://schemas.openxmlformats.org/officeDocument/2006/relationships/customXml" Target="../ink/ink622.xml"/><Relationship Id="rId108" Type="http://schemas.openxmlformats.org/officeDocument/2006/relationships/customXml" Target="../ink/ink670.xml"/><Relationship Id="rId315" Type="http://schemas.openxmlformats.org/officeDocument/2006/relationships/customXml" Target="../ink/ink774.xml"/><Relationship Id="rId357" Type="http://schemas.openxmlformats.org/officeDocument/2006/relationships/customXml" Target="../ink/ink795.xml"/><Relationship Id="rId54" Type="http://schemas.openxmlformats.org/officeDocument/2006/relationships/customXml" Target="../ink/ink643.xml"/><Relationship Id="rId96" Type="http://schemas.openxmlformats.org/officeDocument/2006/relationships/customXml" Target="../ink/ink664.xml"/><Relationship Id="rId161" Type="http://schemas.openxmlformats.org/officeDocument/2006/relationships/image" Target="../media/image691.png"/><Relationship Id="rId217" Type="http://schemas.openxmlformats.org/officeDocument/2006/relationships/customXml" Target="../ink/ink725.xml"/><Relationship Id="rId399" Type="http://schemas.openxmlformats.org/officeDocument/2006/relationships/customXml" Target="../ink/ink816.xml"/><Relationship Id="rId259" Type="http://schemas.openxmlformats.org/officeDocument/2006/relationships/customXml" Target="../ink/ink746.xml"/><Relationship Id="rId424" Type="http://schemas.openxmlformats.org/officeDocument/2006/relationships/image" Target="../media/image821.png"/><Relationship Id="rId466" Type="http://schemas.openxmlformats.org/officeDocument/2006/relationships/image" Target="../media/image842.png"/><Relationship Id="rId23" Type="http://schemas.openxmlformats.org/officeDocument/2006/relationships/image" Target="../media/image623.png"/><Relationship Id="rId119" Type="http://schemas.openxmlformats.org/officeDocument/2006/relationships/image" Target="../media/image671.png"/><Relationship Id="rId270" Type="http://schemas.openxmlformats.org/officeDocument/2006/relationships/image" Target="../media/image744.png"/><Relationship Id="rId326" Type="http://schemas.openxmlformats.org/officeDocument/2006/relationships/image" Target="../media/image772.png"/><Relationship Id="rId65" Type="http://schemas.openxmlformats.org/officeDocument/2006/relationships/image" Target="../media/image644.png"/><Relationship Id="rId130" Type="http://schemas.openxmlformats.org/officeDocument/2006/relationships/customXml" Target="../ink/ink681.xml"/><Relationship Id="rId368" Type="http://schemas.openxmlformats.org/officeDocument/2006/relationships/image" Target="../media/image793.png"/><Relationship Id="rId172" Type="http://schemas.openxmlformats.org/officeDocument/2006/relationships/customXml" Target="../ink/ink702.xml"/><Relationship Id="rId228" Type="http://schemas.openxmlformats.org/officeDocument/2006/relationships/image" Target="../media/image723.png"/><Relationship Id="rId435" Type="http://schemas.openxmlformats.org/officeDocument/2006/relationships/customXml" Target="../ink/ink834.xml"/><Relationship Id="rId477" Type="http://schemas.openxmlformats.org/officeDocument/2006/relationships/customXml" Target="../ink/ink855.xml"/><Relationship Id="rId281" Type="http://schemas.openxmlformats.org/officeDocument/2006/relationships/customXml" Target="../ink/ink757.xml"/><Relationship Id="rId337" Type="http://schemas.openxmlformats.org/officeDocument/2006/relationships/customXml" Target="../ink/ink785.xml"/><Relationship Id="rId502" Type="http://schemas.openxmlformats.org/officeDocument/2006/relationships/image" Target="../media/image860.png"/><Relationship Id="rId34" Type="http://schemas.openxmlformats.org/officeDocument/2006/relationships/customXml" Target="../ink/ink633.xml"/><Relationship Id="rId76" Type="http://schemas.openxmlformats.org/officeDocument/2006/relationships/customXml" Target="../ink/ink654.xml"/><Relationship Id="rId141" Type="http://schemas.openxmlformats.org/officeDocument/2006/relationships/image" Target="../media/image681.png"/><Relationship Id="rId379" Type="http://schemas.openxmlformats.org/officeDocument/2006/relationships/customXml" Target="../ink/ink806.xml"/><Relationship Id="rId7" Type="http://schemas.openxmlformats.org/officeDocument/2006/relationships/image" Target="../media/image615.png"/><Relationship Id="rId183" Type="http://schemas.openxmlformats.org/officeDocument/2006/relationships/image" Target="../media/image702.png"/><Relationship Id="rId239" Type="http://schemas.openxmlformats.org/officeDocument/2006/relationships/customXml" Target="../ink/ink736.xml"/><Relationship Id="rId390" Type="http://schemas.openxmlformats.org/officeDocument/2006/relationships/image" Target="../media/image804.png"/><Relationship Id="rId404" Type="http://schemas.openxmlformats.org/officeDocument/2006/relationships/image" Target="../media/image811.png"/><Relationship Id="rId446" Type="http://schemas.openxmlformats.org/officeDocument/2006/relationships/image" Target="../media/image832.png"/><Relationship Id="rId250" Type="http://schemas.openxmlformats.org/officeDocument/2006/relationships/image" Target="../media/image734.png"/><Relationship Id="rId292" Type="http://schemas.openxmlformats.org/officeDocument/2006/relationships/image" Target="../media/image755.png"/><Relationship Id="rId306" Type="http://schemas.openxmlformats.org/officeDocument/2006/relationships/image" Target="../media/image762.png"/><Relationship Id="rId488" Type="http://schemas.openxmlformats.org/officeDocument/2006/relationships/image" Target="../media/image853.png"/><Relationship Id="rId45" Type="http://schemas.openxmlformats.org/officeDocument/2006/relationships/image" Target="../media/image634.png"/><Relationship Id="rId87" Type="http://schemas.openxmlformats.org/officeDocument/2006/relationships/image" Target="../media/image655.png"/><Relationship Id="rId110" Type="http://schemas.openxmlformats.org/officeDocument/2006/relationships/customXml" Target="../ink/ink671.xml"/><Relationship Id="rId348" Type="http://schemas.openxmlformats.org/officeDocument/2006/relationships/image" Target="../media/image783.png"/><Relationship Id="rId152" Type="http://schemas.openxmlformats.org/officeDocument/2006/relationships/customXml" Target="../ink/ink692.xml"/><Relationship Id="rId194" Type="http://schemas.openxmlformats.org/officeDocument/2006/relationships/customXml" Target="../ink/ink713.xml"/><Relationship Id="rId208" Type="http://schemas.openxmlformats.org/officeDocument/2006/relationships/image" Target="../media/image714.png"/><Relationship Id="rId415" Type="http://schemas.openxmlformats.org/officeDocument/2006/relationships/customXml" Target="../ink/ink824.xml"/><Relationship Id="rId457" Type="http://schemas.openxmlformats.org/officeDocument/2006/relationships/customXml" Target="../ink/ink845.xml"/><Relationship Id="rId261" Type="http://schemas.openxmlformats.org/officeDocument/2006/relationships/customXml" Target="../ink/ink747.xml"/><Relationship Id="rId499" Type="http://schemas.openxmlformats.org/officeDocument/2006/relationships/customXml" Target="../ink/ink866.xml"/><Relationship Id="rId14" Type="http://schemas.openxmlformats.org/officeDocument/2006/relationships/customXml" Target="../ink/ink623.xml"/><Relationship Id="rId56" Type="http://schemas.openxmlformats.org/officeDocument/2006/relationships/customXml" Target="../ink/ink644.xml"/><Relationship Id="rId317" Type="http://schemas.openxmlformats.org/officeDocument/2006/relationships/customXml" Target="../ink/ink775.xml"/><Relationship Id="rId359" Type="http://schemas.openxmlformats.org/officeDocument/2006/relationships/customXml" Target="../ink/ink796.xml"/><Relationship Id="rId98" Type="http://schemas.openxmlformats.org/officeDocument/2006/relationships/customXml" Target="../ink/ink665.xml"/><Relationship Id="rId121" Type="http://schemas.openxmlformats.org/officeDocument/2006/relationships/image" Target="../media/image672.png"/><Relationship Id="rId163" Type="http://schemas.openxmlformats.org/officeDocument/2006/relationships/image" Target="../media/image692.png"/><Relationship Id="rId219" Type="http://schemas.openxmlformats.org/officeDocument/2006/relationships/customXml" Target="../ink/ink726.xml"/><Relationship Id="rId370" Type="http://schemas.openxmlformats.org/officeDocument/2006/relationships/image" Target="../media/image794.png"/><Relationship Id="rId426" Type="http://schemas.openxmlformats.org/officeDocument/2006/relationships/image" Target="../media/image822.png"/><Relationship Id="rId230" Type="http://schemas.openxmlformats.org/officeDocument/2006/relationships/image" Target="../media/image724.png"/><Relationship Id="rId468" Type="http://schemas.openxmlformats.org/officeDocument/2006/relationships/image" Target="../media/image843.png"/><Relationship Id="rId25" Type="http://schemas.openxmlformats.org/officeDocument/2006/relationships/image" Target="../media/image624.png"/><Relationship Id="rId67" Type="http://schemas.openxmlformats.org/officeDocument/2006/relationships/image" Target="../media/image645.png"/><Relationship Id="rId272" Type="http://schemas.openxmlformats.org/officeDocument/2006/relationships/image" Target="../media/image745.png"/><Relationship Id="rId328" Type="http://schemas.openxmlformats.org/officeDocument/2006/relationships/image" Target="../media/image773.png"/><Relationship Id="rId132" Type="http://schemas.openxmlformats.org/officeDocument/2006/relationships/customXml" Target="../ink/ink682.xml"/><Relationship Id="rId174" Type="http://schemas.openxmlformats.org/officeDocument/2006/relationships/customXml" Target="../ink/ink703.xml"/><Relationship Id="rId381" Type="http://schemas.openxmlformats.org/officeDocument/2006/relationships/customXml" Target="../ink/ink807.xml"/><Relationship Id="rId241" Type="http://schemas.openxmlformats.org/officeDocument/2006/relationships/customXml" Target="../ink/ink737.xml"/><Relationship Id="rId437" Type="http://schemas.openxmlformats.org/officeDocument/2006/relationships/customXml" Target="../ink/ink835.xml"/><Relationship Id="rId479" Type="http://schemas.openxmlformats.org/officeDocument/2006/relationships/customXml" Target="../ink/ink856.xml"/><Relationship Id="rId36" Type="http://schemas.openxmlformats.org/officeDocument/2006/relationships/customXml" Target="../ink/ink634.xml"/><Relationship Id="rId283" Type="http://schemas.openxmlformats.org/officeDocument/2006/relationships/customXml" Target="../ink/ink758.xml"/><Relationship Id="rId339" Type="http://schemas.openxmlformats.org/officeDocument/2006/relationships/customXml" Target="../ink/ink786.xml"/><Relationship Id="rId490" Type="http://schemas.openxmlformats.org/officeDocument/2006/relationships/image" Target="../media/image854.png"/><Relationship Id="rId504" Type="http://schemas.openxmlformats.org/officeDocument/2006/relationships/image" Target="../media/image861.png"/><Relationship Id="rId78" Type="http://schemas.openxmlformats.org/officeDocument/2006/relationships/customXml" Target="../ink/ink655.xml"/><Relationship Id="rId101" Type="http://schemas.openxmlformats.org/officeDocument/2006/relationships/image" Target="../media/image662.png"/><Relationship Id="rId143" Type="http://schemas.openxmlformats.org/officeDocument/2006/relationships/image" Target="../media/image682.png"/><Relationship Id="rId185" Type="http://schemas.openxmlformats.org/officeDocument/2006/relationships/image" Target="../media/image703.png"/><Relationship Id="rId350" Type="http://schemas.openxmlformats.org/officeDocument/2006/relationships/image" Target="../media/image784.png"/><Relationship Id="rId406" Type="http://schemas.openxmlformats.org/officeDocument/2006/relationships/image" Target="../media/image812.png"/><Relationship Id="rId9" Type="http://schemas.openxmlformats.org/officeDocument/2006/relationships/image" Target="../media/image616.png"/><Relationship Id="rId210" Type="http://schemas.openxmlformats.org/officeDocument/2006/relationships/image" Target="../media/image715.png"/><Relationship Id="rId392" Type="http://schemas.openxmlformats.org/officeDocument/2006/relationships/image" Target="../media/image805.png"/><Relationship Id="rId448" Type="http://schemas.openxmlformats.org/officeDocument/2006/relationships/image" Target="../media/image833.png"/><Relationship Id="rId252" Type="http://schemas.openxmlformats.org/officeDocument/2006/relationships/image" Target="../media/image735.png"/><Relationship Id="rId294" Type="http://schemas.openxmlformats.org/officeDocument/2006/relationships/image" Target="../media/image756.png"/><Relationship Id="rId308" Type="http://schemas.openxmlformats.org/officeDocument/2006/relationships/image" Target="../media/image763.png"/><Relationship Id="rId47" Type="http://schemas.openxmlformats.org/officeDocument/2006/relationships/image" Target="../media/image635.png"/><Relationship Id="rId89" Type="http://schemas.openxmlformats.org/officeDocument/2006/relationships/image" Target="../media/image656.png"/><Relationship Id="rId112" Type="http://schemas.openxmlformats.org/officeDocument/2006/relationships/customXml" Target="../ink/ink672.xml"/><Relationship Id="rId154" Type="http://schemas.openxmlformats.org/officeDocument/2006/relationships/customXml" Target="../ink/ink693.xml"/><Relationship Id="rId361" Type="http://schemas.openxmlformats.org/officeDocument/2006/relationships/customXml" Target="../ink/ink797.xml"/><Relationship Id="rId196" Type="http://schemas.openxmlformats.org/officeDocument/2006/relationships/customXml" Target="../ink/ink714.xml"/><Relationship Id="rId417" Type="http://schemas.openxmlformats.org/officeDocument/2006/relationships/customXml" Target="../ink/ink825.xml"/><Relationship Id="rId459" Type="http://schemas.openxmlformats.org/officeDocument/2006/relationships/customXml" Target="../ink/ink846.xml"/><Relationship Id="rId16" Type="http://schemas.openxmlformats.org/officeDocument/2006/relationships/customXml" Target="../ink/ink624.xml"/><Relationship Id="rId221" Type="http://schemas.openxmlformats.org/officeDocument/2006/relationships/customXml" Target="../ink/ink727.xml"/><Relationship Id="rId263" Type="http://schemas.openxmlformats.org/officeDocument/2006/relationships/customXml" Target="../ink/ink748.xml"/><Relationship Id="rId319" Type="http://schemas.openxmlformats.org/officeDocument/2006/relationships/customXml" Target="../ink/ink776.xml"/><Relationship Id="rId470" Type="http://schemas.openxmlformats.org/officeDocument/2006/relationships/image" Target="../media/image844.png"/><Relationship Id="rId58" Type="http://schemas.openxmlformats.org/officeDocument/2006/relationships/customXml" Target="../ink/ink645.xml"/><Relationship Id="rId123" Type="http://schemas.openxmlformats.org/officeDocument/2006/relationships/image" Target="../media/image92.png"/><Relationship Id="rId330" Type="http://schemas.openxmlformats.org/officeDocument/2006/relationships/image" Target="../media/image774.png"/><Relationship Id="rId165" Type="http://schemas.openxmlformats.org/officeDocument/2006/relationships/image" Target="../media/image693.png"/><Relationship Id="rId372" Type="http://schemas.openxmlformats.org/officeDocument/2006/relationships/image" Target="../media/image795.png"/><Relationship Id="rId428" Type="http://schemas.openxmlformats.org/officeDocument/2006/relationships/image" Target="../media/image823.png"/><Relationship Id="rId232" Type="http://schemas.openxmlformats.org/officeDocument/2006/relationships/image" Target="../media/image725.png"/><Relationship Id="rId274" Type="http://schemas.openxmlformats.org/officeDocument/2006/relationships/image" Target="../media/image746.png"/><Relationship Id="rId481" Type="http://schemas.openxmlformats.org/officeDocument/2006/relationships/customXml" Target="../ink/ink857.xml"/><Relationship Id="rId27" Type="http://schemas.openxmlformats.org/officeDocument/2006/relationships/image" Target="../media/image625.png"/><Relationship Id="rId69" Type="http://schemas.openxmlformats.org/officeDocument/2006/relationships/image" Target="../media/image646.png"/><Relationship Id="rId134" Type="http://schemas.openxmlformats.org/officeDocument/2006/relationships/customXml" Target="../ink/ink683.xml"/><Relationship Id="rId80" Type="http://schemas.openxmlformats.org/officeDocument/2006/relationships/customXml" Target="../ink/ink656.xml"/><Relationship Id="rId176" Type="http://schemas.openxmlformats.org/officeDocument/2006/relationships/customXml" Target="../ink/ink704.xml"/><Relationship Id="rId341" Type="http://schemas.openxmlformats.org/officeDocument/2006/relationships/customXml" Target="../ink/ink787.xml"/><Relationship Id="rId383" Type="http://schemas.openxmlformats.org/officeDocument/2006/relationships/customXml" Target="../ink/ink808.xml"/><Relationship Id="rId439" Type="http://schemas.openxmlformats.org/officeDocument/2006/relationships/customXml" Target="../ink/ink836.xml"/><Relationship Id="rId201" Type="http://schemas.openxmlformats.org/officeDocument/2006/relationships/customXml" Target="../ink/ink717.xml"/><Relationship Id="rId243" Type="http://schemas.openxmlformats.org/officeDocument/2006/relationships/customXml" Target="../ink/ink738.xml"/><Relationship Id="rId285" Type="http://schemas.openxmlformats.org/officeDocument/2006/relationships/customXml" Target="../ink/ink759.xml"/><Relationship Id="rId450" Type="http://schemas.openxmlformats.org/officeDocument/2006/relationships/image" Target="../media/image834.png"/><Relationship Id="rId506" Type="http://schemas.openxmlformats.org/officeDocument/2006/relationships/image" Target="../media/image862.png"/><Relationship Id="rId38" Type="http://schemas.openxmlformats.org/officeDocument/2006/relationships/customXml" Target="../ink/ink635.xml"/><Relationship Id="rId103" Type="http://schemas.openxmlformats.org/officeDocument/2006/relationships/image" Target="../media/image663.png"/><Relationship Id="rId310" Type="http://schemas.openxmlformats.org/officeDocument/2006/relationships/image" Target="../media/image764.png"/><Relationship Id="rId492" Type="http://schemas.openxmlformats.org/officeDocument/2006/relationships/image" Target="../media/image855.png"/><Relationship Id="rId91" Type="http://schemas.openxmlformats.org/officeDocument/2006/relationships/image" Target="../media/image657.png"/><Relationship Id="rId145" Type="http://schemas.openxmlformats.org/officeDocument/2006/relationships/image" Target="../media/image683.png"/><Relationship Id="rId187" Type="http://schemas.openxmlformats.org/officeDocument/2006/relationships/image" Target="../media/image704.png"/><Relationship Id="rId352" Type="http://schemas.openxmlformats.org/officeDocument/2006/relationships/image" Target="../media/image785.png"/><Relationship Id="rId394" Type="http://schemas.openxmlformats.org/officeDocument/2006/relationships/image" Target="../media/image806.png"/><Relationship Id="rId408" Type="http://schemas.openxmlformats.org/officeDocument/2006/relationships/image" Target="../media/image813.png"/><Relationship Id="rId212" Type="http://schemas.openxmlformats.org/officeDocument/2006/relationships/image" Target="../media/image716.png"/><Relationship Id="rId254" Type="http://schemas.openxmlformats.org/officeDocument/2006/relationships/image" Target="../media/image736.png"/><Relationship Id="rId49" Type="http://schemas.openxmlformats.org/officeDocument/2006/relationships/image" Target="../media/image636.png"/><Relationship Id="rId114" Type="http://schemas.openxmlformats.org/officeDocument/2006/relationships/customXml" Target="../ink/ink673.xml"/><Relationship Id="rId296" Type="http://schemas.openxmlformats.org/officeDocument/2006/relationships/image" Target="../media/image757.png"/><Relationship Id="rId461" Type="http://schemas.openxmlformats.org/officeDocument/2006/relationships/customXml" Target="../ink/ink847.xml"/><Relationship Id="rId60" Type="http://schemas.openxmlformats.org/officeDocument/2006/relationships/customXml" Target="../ink/ink646.xml"/><Relationship Id="rId156" Type="http://schemas.openxmlformats.org/officeDocument/2006/relationships/customXml" Target="../ink/ink694.xml"/><Relationship Id="rId198" Type="http://schemas.openxmlformats.org/officeDocument/2006/relationships/customXml" Target="../ink/ink715.xml"/><Relationship Id="rId321" Type="http://schemas.openxmlformats.org/officeDocument/2006/relationships/customXml" Target="../ink/ink777.xml"/><Relationship Id="rId363" Type="http://schemas.openxmlformats.org/officeDocument/2006/relationships/customXml" Target="../ink/ink798.xml"/><Relationship Id="rId419" Type="http://schemas.openxmlformats.org/officeDocument/2006/relationships/customXml" Target="../ink/ink826.xml"/><Relationship Id="rId223" Type="http://schemas.openxmlformats.org/officeDocument/2006/relationships/customXml" Target="../ink/ink728.xml"/><Relationship Id="rId430" Type="http://schemas.openxmlformats.org/officeDocument/2006/relationships/image" Target="../media/image824.png"/><Relationship Id="rId18" Type="http://schemas.openxmlformats.org/officeDocument/2006/relationships/customXml" Target="../ink/ink625.xml"/><Relationship Id="rId265" Type="http://schemas.openxmlformats.org/officeDocument/2006/relationships/customXml" Target="../ink/ink749.xml"/><Relationship Id="rId472" Type="http://schemas.openxmlformats.org/officeDocument/2006/relationships/image" Target="../media/image845.png"/><Relationship Id="rId125" Type="http://schemas.openxmlformats.org/officeDocument/2006/relationships/image" Target="../media/image673.png"/><Relationship Id="rId167" Type="http://schemas.openxmlformats.org/officeDocument/2006/relationships/image" Target="../media/image694.png"/><Relationship Id="rId332" Type="http://schemas.openxmlformats.org/officeDocument/2006/relationships/image" Target="../media/image775.png"/><Relationship Id="rId374" Type="http://schemas.openxmlformats.org/officeDocument/2006/relationships/image" Target="../media/image796.png"/><Relationship Id="rId71" Type="http://schemas.openxmlformats.org/officeDocument/2006/relationships/image" Target="../media/image647.png"/><Relationship Id="rId234" Type="http://schemas.openxmlformats.org/officeDocument/2006/relationships/image" Target="../media/image726.png"/><Relationship Id="rId2" Type="http://schemas.openxmlformats.org/officeDocument/2006/relationships/customXml" Target="../ink/ink617.xml"/><Relationship Id="rId29" Type="http://schemas.openxmlformats.org/officeDocument/2006/relationships/image" Target="../media/image626.png"/><Relationship Id="rId276" Type="http://schemas.openxmlformats.org/officeDocument/2006/relationships/image" Target="../media/image747.png"/><Relationship Id="rId441" Type="http://schemas.openxmlformats.org/officeDocument/2006/relationships/customXml" Target="../ink/ink837.xml"/><Relationship Id="rId483" Type="http://schemas.openxmlformats.org/officeDocument/2006/relationships/customXml" Target="../ink/ink858.xml"/><Relationship Id="rId40" Type="http://schemas.openxmlformats.org/officeDocument/2006/relationships/customXml" Target="../ink/ink636.xml"/><Relationship Id="rId136" Type="http://schemas.openxmlformats.org/officeDocument/2006/relationships/customXml" Target="../ink/ink684.xml"/><Relationship Id="rId178" Type="http://schemas.openxmlformats.org/officeDocument/2006/relationships/customXml" Target="../ink/ink705.xml"/><Relationship Id="rId301" Type="http://schemas.openxmlformats.org/officeDocument/2006/relationships/customXml" Target="../ink/ink767.xml"/><Relationship Id="rId343" Type="http://schemas.openxmlformats.org/officeDocument/2006/relationships/customXml" Target="../ink/ink788.xml"/><Relationship Id="rId82" Type="http://schemas.openxmlformats.org/officeDocument/2006/relationships/customXml" Target="../ink/ink657.xml"/><Relationship Id="rId203" Type="http://schemas.openxmlformats.org/officeDocument/2006/relationships/customXml" Target="../ink/ink718.xml"/><Relationship Id="rId385" Type="http://schemas.openxmlformats.org/officeDocument/2006/relationships/customXml" Target="../ink/ink809.xml"/><Relationship Id="rId245" Type="http://schemas.openxmlformats.org/officeDocument/2006/relationships/customXml" Target="../ink/ink739.xml"/><Relationship Id="rId287" Type="http://schemas.openxmlformats.org/officeDocument/2006/relationships/customXml" Target="../ink/ink760.xml"/><Relationship Id="rId410" Type="http://schemas.openxmlformats.org/officeDocument/2006/relationships/image" Target="../media/image814.png"/><Relationship Id="rId452" Type="http://schemas.openxmlformats.org/officeDocument/2006/relationships/image" Target="../media/image835.png"/><Relationship Id="rId494" Type="http://schemas.openxmlformats.org/officeDocument/2006/relationships/image" Target="../media/image856.png"/><Relationship Id="rId508" Type="http://schemas.openxmlformats.org/officeDocument/2006/relationships/image" Target="../media/image863.png"/><Relationship Id="rId105" Type="http://schemas.openxmlformats.org/officeDocument/2006/relationships/image" Target="../media/image664.png"/><Relationship Id="rId147" Type="http://schemas.openxmlformats.org/officeDocument/2006/relationships/image" Target="../media/image684.png"/><Relationship Id="rId312" Type="http://schemas.openxmlformats.org/officeDocument/2006/relationships/image" Target="../media/image765.png"/><Relationship Id="rId354" Type="http://schemas.openxmlformats.org/officeDocument/2006/relationships/image" Target="../media/image786.png"/><Relationship Id="rId51" Type="http://schemas.openxmlformats.org/officeDocument/2006/relationships/image" Target="../media/image637.png"/><Relationship Id="rId93" Type="http://schemas.openxmlformats.org/officeDocument/2006/relationships/image" Target="../media/image658.png"/><Relationship Id="rId189" Type="http://schemas.openxmlformats.org/officeDocument/2006/relationships/image" Target="../media/image705.png"/><Relationship Id="rId396" Type="http://schemas.openxmlformats.org/officeDocument/2006/relationships/image" Target="../media/image807.png"/><Relationship Id="rId214" Type="http://schemas.openxmlformats.org/officeDocument/2006/relationships/image" Target="../media/image717.png"/><Relationship Id="rId256" Type="http://schemas.openxmlformats.org/officeDocument/2006/relationships/image" Target="../media/image737.png"/><Relationship Id="rId298" Type="http://schemas.openxmlformats.org/officeDocument/2006/relationships/image" Target="../media/image758.png"/><Relationship Id="rId421" Type="http://schemas.openxmlformats.org/officeDocument/2006/relationships/customXml" Target="../ink/ink827.xml"/><Relationship Id="rId463" Type="http://schemas.openxmlformats.org/officeDocument/2006/relationships/customXml" Target="../ink/ink848.xml"/><Relationship Id="rId116" Type="http://schemas.openxmlformats.org/officeDocument/2006/relationships/customXml" Target="../ink/ink674.xml"/><Relationship Id="rId158" Type="http://schemas.openxmlformats.org/officeDocument/2006/relationships/customXml" Target="../ink/ink695.xml"/><Relationship Id="rId323" Type="http://schemas.openxmlformats.org/officeDocument/2006/relationships/customXml" Target="../ink/ink778.xml"/><Relationship Id="rId20" Type="http://schemas.openxmlformats.org/officeDocument/2006/relationships/customXml" Target="../ink/ink626.xml"/><Relationship Id="rId62" Type="http://schemas.openxmlformats.org/officeDocument/2006/relationships/customXml" Target="../ink/ink647.xml"/><Relationship Id="rId365" Type="http://schemas.openxmlformats.org/officeDocument/2006/relationships/customXml" Target="../ink/ink799.xml"/><Relationship Id="rId225" Type="http://schemas.openxmlformats.org/officeDocument/2006/relationships/customXml" Target="../ink/ink729.xml"/><Relationship Id="rId267" Type="http://schemas.openxmlformats.org/officeDocument/2006/relationships/customXml" Target="../ink/ink750.xml"/><Relationship Id="rId432" Type="http://schemas.openxmlformats.org/officeDocument/2006/relationships/image" Target="../media/image825.png"/><Relationship Id="rId474" Type="http://schemas.openxmlformats.org/officeDocument/2006/relationships/image" Target="../media/image846.png"/><Relationship Id="rId127" Type="http://schemas.openxmlformats.org/officeDocument/2006/relationships/image" Target="../media/image674.png"/><Relationship Id="rId31" Type="http://schemas.openxmlformats.org/officeDocument/2006/relationships/image" Target="../media/image627.png"/><Relationship Id="rId73" Type="http://schemas.openxmlformats.org/officeDocument/2006/relationships/image" Target="../media/image648.png"/><Relationship Id="rId169" Type="http://schemas.openxmlformats.org/officeDocument/2006/relationships/image" Target="../media/image695.png"/><Relationship Id="rId334" Type="http://schemas.openxmlformats.org/officeDocument/2006/relationships/image" Target="../media/image776.png"/><Relationship Id="rId376" Type="http://schemas.openxmlformats.org/officeDocument/2006/relationships/image" Target="../media/image797.png"/><Relationship Id="rId4" Type="http://schemas.openxmlformats.org/officeDocument/2006/relationships/customXml" Target="../ink/ink618.xml"/><Relationship Id="rId180" Type="http://schemas.openxmlformats.org/officeDocument/2006/relationships/customXml" Target="../ink/ink706.xml"/><Relationship Id="rId236" Type="http://schemas.openxmlformats.org/officeDocument/2006/relationships/image" Target="../media/image727.png"/><Relationship Id="rId278" Type="http://schemas.openxmlformats.org/officeDocument/2006/relationships/image" Target="../media/image748.png"/><Relationship Id="rId401" Type="http://schemas.openxmlformats.org/officeDocument/2006/relationships/customXml" Target="../ink/ink817.xml"/><Relationship Id="rId443" Type="http://schemas.openxmlformats.org/officeDocument/2006/relationships/customXml" Target="../ink/ink838.xml"/><Relationship Id="rId303" Type="http://schemas.openxmlformats.org/officeDocument/2006/relationships/customXml" Target="../ink/ink768.xml"/><Relationship Id="rId485" Type="http://schemas.openxmlformats.org/officeDocument/2006/relationships/customXml" Target="../ink/ink859.xml"/><Relationship Id="rId42" Type="http://schemas.openxmlformats.org/officeDocument/2006/relationships/customXml" Target="../ink/ink637.xml"/><Relationship Id="rId84" Type="http://schemas.openxmlformats.org/officeDocument/2006/relationships/customXml" Target="../ink/ink658.xml"/><Relationship Id="rId138" Type="http://schemas.openxmlformats.org/officeDocument/2006/relationships/customXml" Target="../ink/ink685.xml"/><Relationship Id="rId345" Type="http://schemas.openxmlformats.org/officeDocument/2006/relationships/customXml" Target="../ink/ink789.xml"/><Relationship Id="rId387" Type="http://schemas.openxmlformats.org/officeDocument/2006/relationships/customXml" Target="../ink/ink810.xml"/><Relationship Id="rId510" Type="http://schemas.openxmlformats.org/officeDocument/2006/relationships/image" Target="../media/image864.png"/><Relationship Id="rId191" Type="http://schemas.openxmlformats.org/officeDocument/2006/relationships/image" Target="../media/image706.png"/><Relationship Id="rId205" Type="http://schemas.openxmlformats.org/officeDocument/2006/relationships/customXml" Target="../ink/ink719.xml"/><Relationship Id="rId247" Type="http://schemas.openxmlformats.org/officeDocument/2006/relationships/customXml" Target="../ink/ink740.xml"/><Relationship Id="rId412" Type="http://schemas.openxmlformats.org/officeDocument/2006/relationships/image" Target="../media/image815.png"/><Relationship Id="rId107" Type="http://schemas.openxmlformats.org/officeDocument/2006/relationships/image" Target="../media/image665.png"/><Relationship Id="rId289" Type="http://schemas.openxmlformats.org/officeDocument/2006/relationships/customXml" Target="../ink/ink761.xml"/><Relationship Id="rId454" Type="http://schemas.openxmlformats.org/officeDocument/2006/relationships/image" Target="../media/image836.png"/><Relationship Id="rId496" Type="http://schemas.openxmlformats.org/officeDocument/2006/relationships/image" Target="../media/image857.png"/><Relationship Id="rId11" Type="http://schemas.openxmlformats.org/officeDocument/2006/relationships/image" Target="../media/image617.png"/><Relationship Id="rId53" Type="http://schemas.openxmlformats.org/officeDocument/2006/relationships/image" Target="../media/image638.png"/><Relationship Id="rId149" Type="http://schemas.openxmlformats.org/officeDocument/2006/relationships/image" Target="../media/image685.png"/><Relationship Id="rId314" Type="http://schemas.openxmlformats.org/officeDocument/2006/relationships/image" Target="../media/image766.png"/><Relationship Id="rId356" Type="http://schemas.openxmlformats.org/officeDocument/2006/relationships/image" Target="../media/image787.png"/><Relationship Id="rId398" Type="http://schemas.openxmlformats.org/officeDocument/2006/relationships/image" Target="../media/image808.png"/><Relationship Id="rId95" Type="http://schemas.openxmlformats.org/officeDocument/2006/relationships/image" Target="../media/image659.png"/><Relationship Id="rId160" Type="http://schemas.openxmlformats.org/officeDocument/2006/relationships/customXml" Target="../ink/ink696.xml"/><Relationship Id="rId216" Type="http://schemas.openxmlformats.org/officeDocument/2006/relationships/image" Target="../media/image718.png"/><Relationship Id="rId423" Type="http://schemas.openxmlformats.org/officeDocument/2006/relationships/customXml" Target="../ink/ink828.xml"/><Relationship Id="rId258" Type="http://schemas.openxmlformats.org/officeDocument/2006/relationships/image" Target="../media/image738.png"/><Relationship Id="rId465" Type="http://schemas.openxmlformats.org/officeDocument/2006/relationships/customXml" Target="../ink/ink849.xml"/><Relationship Id="rId22" Type="http://schemas.openxmlformats.org/officeDocument/2006/relationships/customXml" Target="../ink/ink627.xml"/><Relationship Id="rId64" Type="http://schemas.openxmlformats.org/officeDocument/2006/relationships/customXml" Target="../ink/ink648.xml"/><Relationship Id="rId118" Type="http://schemas.openxmlformats.org/officeDocument/2006/relationships/customXml" Target="../ink/ink675.xml"/><Relationship Id="rId325" Type="http://schemas.openxmlformats.org/officeDocument/2006/relationships/customXml" Target="../ink/ink779.xml"/><Relationship Id="rId367" Type="http://schemas.openxmlformats.org/officeDocument/2006/relationships/customXml" Target="../ink/ink800.xml"/><Relationship Id="rId171" Type="http://schemas.openxmlformats.org/officeDocument/2006/relationships/image" Target="../media/image696.png"/><Relationship Id="rId227" Type="http://schemas.openxmlformats.org/officeDocument/2006/relationships/customXml" Target="../ink/ink730.xml"/><Relationship Id="rId269" Type="http://schemas.openxmlformats.org/officeDocument/2006/relationships/customXml" Target="../ink/ink751.xml"/><Relationship Id="rId434" Type="http://schemas.openxmlformats.org/officeDocument/2006/relationships/image" Target="../media/image826.png"/><Relationship Id="rId476" Type="http://schemas.openxmlformats.org/officeDocument/2006/relationships/image" Target="../media/image847.png"/><Relationship Id="rId33" Type="http://schemas.openxmlformats.org/officeDocument/2006/relationships/image" Target="../media/image628.png"/><Relationship Id="rId129" Type="http://schemas.openxmlformats.org/officeDocument/2006/relationships/image" Target="../media/image675.png"/><Relationship Id="rId280" Type="http://schemas.openxmlformats.org/officeDocument/2006/relationships/image" Target="../media/image749.png"/><Relationship Id="rId336" Type="http://schemas.openxmlformats.org/officeDocument/2006/relationships/image" Target="../media/image777.png"/><Relationship Id="rId501" Type="http://schemas.openxmlformats.org/officeDocument/2006/relationships/customXml" Target="../ink/ink867.xml"/><Relationship Id="rId75" Type="http://schemas.openxmlformats.org/officeDocument/2006/relationships/image" Target="../media/image649.png"/><Relationship Id="rId140" Type="http://schemas.openxmlformats.org/officeDocument/2006/relationships/customXml" Target="../ink/ink686.xml"/><Relationship Id="rId182" Type="http://schemas.openxmlformats.org/officeDocument/2006/relationships/customXml" Target="../ink/ink707.xml"/><Relationship Id="rId378" Type="http://schemas.openxmlformats.org/officeDocument/2006/relationships/image" Target="../media/image798.png"/><Relationship Id="rId403" Type="http://schemas.openxmlformats.org/officeDocument/2006/relationships/customXml" Target="../ink/ink818.xml"/><Relationship Id="rId6" Type="http://schemas.openxmlformats.org/officeDocument/2006/relationships/customXml" Target="../ink/ink619.xml"/><Relationship Id="rId238" Type="http://schemas.openxmlformats.org/officeDocument/2006/relationships/image" Target="../media/image728.png"/><Relationship Id="rId445" Type="http://schemas.openxmlformats.org/officeDocument/2006/relationships/customXml" Target="../ink/ink839.xml"/><Relationship Id="rId487" Type="http://schemas.openxmlformats.org/officeDocument/2006/relationships/customXml" Target="../ink/ink860.xml"/><Relationship Id="rId291" Type="http://schemas.openxmlformats.org/officeDocument/2006/relationships/customXml" Target="../ink/ink762.xml"/><Relationship Id="rId305" Type="http://schemas.openxmlformats.org/officeDocument/2006/relationships/customXml" Target="../ink/ink769.xml"/><Relationship Id="rId347" Type="http://schemas.openxmlformats.org/officeDocument/2006/relationships/customXml" Target="../ink/ink790.xml"/><Relationship Id="rId44" Type="http://schemas.openxmlformats.org/officeDocument/2006/relationships/customXml" Target="../ink/ink638.xml"/><Relationship Id="rId86" Type="http://schemas.openxmlformats.org/officeDocument/2006/relationships/customXml" Target="../ink/ink659.xml"/><Relationship Id="rId151" Type="http://schemas.openxmlformats.org/officeDocument/2006/relationships/image" Target="../media/image686.png"/><Relationship Id="rId389" Type="http://schemas.openxmlformats.org/officeDocument/2006/relationships/customXml" Target="../ink/ink811.xml"/><Relationship Id="rId193" Type="http://schemas.openxmlformats.org/officeDocument/2006/relationships/image" Target="../media/image707.png"/><Relationship Id="rId207" Type="http://schemas.openxmlformats.org/officeDocument/2006/relationships/customXml" Target="../ink/ink720.xml"/><Relationship Id="rId249" Type="http://schemas.openxmlformats.org/officeDocument/2006/relationships/customXml" Target="../ink/ink741.xml"/><Relationship Id="rId414" Type="http://schemas.openxmlformats.org/officeDocument/2006/relationships/image" Target="../media/image816.png"/><Relationship Id="rId456" Type="http://schemas.openxmlformats.org/officeDocument/2006/relationships/image" Target="../media/image837.png"/><Relationship Id="rId498" Type="http://schemas.openxmlformats.org/officeDocument/2006/relationships/image" Target="../media/image858.png"/><Relationship Id="rId13" Type="http://schemas.openxmlformats.org/officeDocument/2006/relationships/image" Target="../media/image618.png"/><Relationship Id="rId109" Type="http://schemas.openxmlformats.org/officeDocument/2006/relationships/image" Target="../media/image666.png"/><Relationship Id="rId260" Type="http://schemas.openxmlformats.org/officeDocument/2006/relationships/image" Target="../media/image739.png"/><Relationship Id="rId316" Type="http://schemas.openxmlformats.org/officeDocument/2006/relationships/image" Target="../media/image767.png"/><Relationship Id="rId55" Type="http://schemas.openxmlformats.org/officeDocument/2006/relationships/image" Target="../media/image639.png"/><Relationship Id="rId97" Type="http://schemas.openxmlformats.org/officeDocument/2006/relationships/image" Target="../media/image660.png"/><Relationship Id="rId120" Type="http://schemas.openxmlformats.org/officeDocument/2006/relationships/customXml" Target="../ink/ink676.xml"/><Relationship Id="rId358" Type="http://schemas.openxmlformats.org/officeDocument/2006/relationships/image" Target="../media/image788.png"/><Relationship Id="rId162" Type="http://schemas.openxmlformats.org/officeDocument/2006/relationships/customXml" Target="../ink/ink697.xml"/><Relationship Id="rId218" Type="http://schemas.openxmlformats.org/officeDocument/2006/relationships/image" Target="../media/image719.png"/><Relationship Id="rId425" Type="http://schemas.openxmlformats.org/officeDocument/2006/relationships/customXml" Target="../ink/ink829.xml"/><Relationship Id="rId467" Type="http://schemas.openxmlformats.org/officeDocument/2006/relationships/customXml" Target="../ink/ink850.xml"/><Relationship Id="rId271" Type="http://schemas.openxmlformats.org/officeDocument/2006/relationships/customXml" Target="../ink/ink752.xml"/><Relationship Id="rId24" Type="http://schemas.openxmlformats.org/officeDocument/2006/relationships/customXml" Target="../ink/ink628.xml"/><Relationship Id="rId66" Type="http://schemas.openxmlformats.org/officeDocument/2006/relationships/customXml" Target="../ink/ink649.xml"/><Relationship Id="rId131" Type="http://schemas.openxmlformats.org/officeDocument/2006/relationships/image" Target="../media/image676.png"/><Relationship Id="rId327" Type="http://schemas.openxmlformats.org/officeDocument/2006/relationships/customXml" Target="../ink/ink780.xml"/><Relationship Id="rId369" Type="http://schemas.openxmlformats.org/officeDocument/2006/relationships/customXml" Target="../ink/ink801.xml"/><Relationship Id="rId173" Type="http://schemas.openxmlformats.org/officeDocument/2006/relationships/image" Target="../media/image697.png"/><Relationship Id="rId229" Type="http://schemas.openxmlformats.org/officeDocument/2006/relationships/customXml" Target="../ink/ink731.xml"/><Relationship Id="rId380" Type="http://schemas.openxmlformats.org/officeDocument/2006/relationships/image" Target="../media/image799.png"/><Relationship Id="rId436" Type="http://schemas.openxmlformats.org/officeDocument/2006/relationships/image" Target="../media/image827.png"/><Relationship Id="rId240" Type="http://schemas.openxmlformats.org/officeDocument/2006/relationships/image" Target="../media/image729.png"/><Relationship Id="rId478" Type="http://schemas.openxmlformats.org/officeDocument/2006/relationships/image" Target="../media/image848.png"/><Relationship Id="rId35" Type="http://schemas.openxmlformats.org/officeDocument/2006/relationships/image" Target="../media/image629.png"/><Relationship Id="rId77" Type="http://schemas.openxmlformats.org/officeDocument/2006/relationships/image" Target="../media/image650.png"/><Relationship Id="rId100" Type="http://schemas.openxmlformats.org/officeDocument/2006/relationships/customXml" Target="../ink/ink666.xml"/><Relationship Id="rId282" Type="http://schemas.openxmlformats.org/officeDocument/2006/relationships/image" Target="../media/image750.png"/><Relationship Id="rId338" Type="http://schemas.openxmlformats.org/officeDocument/2006/relationships/image" Target="../media/image778.png"/><Relationship Id="rId503" Type="http://schemas.openxmlformats.org/officeDocument/2006/relationships/customXml" Target="../ink/ink868.xml"/><Relationship Id="rId8" Type="http://schemas.openxmlformats.org/officeDocument/2006/relationships/customXml" Target="../ink/ink620.xml"/><Relationship Id="rId142" Type="http://schemas.openxmlformats.org/officeDocument/2006/relationships/customXml" Target="../ink/ink687.xml"/><Relationship Id="rId184" Type="http://schemas.openxmlformats.org/officeDocument/2006/relationships/customXml" Target="../ink/ink708.xml"/><Relationship Id="rId391" Type="http://schemas.openxmlformats.org/officeDocument/2006/relationships/customXml" Target="../ink/ink812.xml"/><Relationship Id="rId405" Type="http://schemas.openxmlformats.org/officeDocument/2006/relationships/customXml" Target="../ink/ink819.xml"/><Relationship Id="rId447" Type="http://schemas.openxmlformats.org/officeDocument/2006/relationships/customXml" Target="../ink/ink840.xml"/><Relationship Id="rId251" Type="http://schemas.openxmlformats.org/officeDocument/2006/relationships/customXml" Target="../ink/ink742.xml"/><Relationship Id="rId489" Type="http://schemas.openxmlformats.org/officeDocument/2006/relationships/customXml" Target="../ink/ink861.xml"/><Relationship Id="rId46" Type="http://schemas.openxmlformats.org/officeDocument/2006/relationships/customXml" Target="../ink/ink639.xml"/><Relationship Id="rId293" Type="http://schemas.openxmlformats.org/officeDocument/2006/relationships/customXml" Target="../ink/ink763.xml"/><Relationship Id="rId307" Type="http://schemas.openxmlformats.org/officeDocument/2006/relationships/customXml" Target="../ink/ink770.xml"/><Relationship Id="rId349" Type="http://schemas.openxmlformats.org/officeDocument/2006/relationships/customXml" Target="../ink/ink791.xml"/><Relationship Id="rId88" Type="http://schemas.openxmlformats.org/officeDocument/2006/relationships/customXml" Target="../ink/ink660.xml"/><Relationship Id="rId111" Type="http://schemas.openxmlformats.org/officeDocument/2006/relationships/image" Target="../media/image667.png"/><Relationship Id="rId153" Type="http://schemas.openxmlformats.org/officeDocument/2006/relationships/image" Target="../media/image687.png"/><Relationship Id="rId195" Type="http://schemas.openxmlformats.org/officeDocument/2006/relationships/image" Target="../media/image708.png"/><Relationship Id="rId209" Type="http://schemas.openxmlformats.org/officeDocument/2006/relationships/customXml" Target="../ink/ink721.xml"/><Relationship Id="rId360" Type="http://schemas.openxmlformats.org/officeDocument/2006/relationships/image" Target="../media/image789.png"/><Relationship Id="rId416" Type="http://schemas.openxmlformats.org/officeDocument/2006/relationships/image" Target="../media/image817.png"/><Relationship Id="rId220" Type="http://schemas.openxmlformats.org/officeDocument/2006/relationships/image" Target="../media/image720.png"/><Relationship Id="rId458" Type="http://schemas.openxmlformats.org/officeDocument/2006/relationships/image" Target="../media/image838.png"/><Relationship Id="rId15" Type="http://schemas.openxmlformats.org/officeDocument/2006/relationships/image" Target="../media/image619.png"/><Relationship Id="rId57" Type="http://schemas.openxmlformats.org/officeDocument/2006/relationships/image" Target="../media/image640.png"/><Relationship Id="rId262" Type="http://schemas.openxmlformats.org/officeDocument/2006/relationships/image" Target="../media/image740.png"/><Relationship Id="rId318" Type="http://schemas.openxmlformats.org/officeDocument/2006/relationships/image" Target="../media/image768.png"/><Relationship Id="rId99" Type="http://schemas.openxmlformats.org/officeDocument/2006/relationships/image" Target="../media/image661.png"/><Relationship Id="rId122" Type="http://schemas.openxmlformats.org/officeDocument/2006/relationships/customXml" Target="../ink/ink677.xml"/><Relationship Id="rId164" Type="http://schemas.openxmlformats.org/officeDocument/2006/relationships/customXml" Target="../ink/ink698.xml"/><Relationship Id="rId371" Type="http://schemas.openxmlformats.org/officeDocument/2006/relationships/customXml" Target="../ink/ink802.xml"/><Relationship Id="rId427" Type="http://schemas.openxmlformats.org/officeDocument/2006/relationships/customXml" Target="../ink/ink830.xml"/><Relationship Id="rId469" Type="http://schemas.openxmlformats.org/officeDocument/2006/relationships/customXml" Target="../ink/ink851.xml"/><Relationship Id="rId26" Type="http://schemas.openxmlformats.org/officeDocument/2006/relationships/customXml" Target="../ink/ink629.xml"/><Relationship Id="rId231" Type="http://schemas.openxmlformats.org/officeDocument/2006/relationships/customXml" Target="../ink/ink732.xml"/><Relationship Id="rId273" Type="http://schemas.openxmlformats.org/officeDocument/2006/relationships/customXml" Target="../ink/ink753.xml"/><Relationship Id="rId329" Type="http://schemas.openxmlformats.org/officeDocument/2006/relationships/customXml" Target="../ink/ink781.xml"/><Relationship Id="rId480" Type="http://schemas.openxmlformats.org/officeDocument/2006/relationships/image" Target="../media/image849.png"/><Relationship Id="rId68" Type="http://schemas.openxmlformats.org/officeDocument/2006/relationships/customXml" Target="../ink/ink650.xml"/><Relationship Id="rId133" Type="http://schemas.openxmlformats.org/officeDocument/2006/relationships/image" Target="../media/image677.png"/><Relationship Id="rId175" Type="http://schemas.openxmlformats.org/officeDocument/2006/relationships/image" Target="../media/image698.png"/><Relationship Id="rId340" Type="http://schemas.openxmlformats.org/officeDocument/2006/relationships/image" Target="../media/image779.png"/><Relationship Id="rId200" Type="http://schemas.openxmlformats.org/officeDocument/2006/relationships/image" Target="../media/image710.png"/><Relationship Id="rId382" Type="http://schemas.openxmlformats.org/officeDocument/2006/relationships/image" Target="../media/image800.png"/><Relationship Id="rId438" Type="http://schemas.openxmlformats.org/officeDocument/2006/relationships/image" Target="../media/image828.png"/><Relationship Id="rId242" Type="http://schemas.openxmlformats.org/officeDocument/2006/relationships/image" Target="../media/image730.png"/><Relationship Id="rId284" Type="http://schemas.openxmlformats.org/officeDocument/2006/relationships/image" Target="../media/image751.png"/><Relationship Id="rId491" Type="http://schemas.openxmlformats.org/officeDocument/2006/relationships/customXml" Target="../ink/ink862.xml"/><Relationship Id="rId505" Type="http://schemas.openxmlformats.org/officeDocument/2006/relationships/customXml" Target="../ink/ink869.xml"/><Relationship Id="rId37" Type="http://schemas.openxmlformats.org/officeDocument/2006/relationships/image" Target="../media/image630.png"/><Relationship Id="rId79" Type="http://schemas.openxmlformats.org/officeDocument/2006/relationships/image" Target="../media/image651.png"/><Relationship Id="rId102" Type="http://schemas.openxmlformats.org/officeDocument/2006/relationships/customXml" Target="../ink/ink667.xml"/><Relationship Id="rId144" Type="http://schemas.openxmlformats.org/officeDocument/2006/relationships/customXml" Target="../ink/ink688.xml"/><Relationship Id="rId90" Type="http://schemas.openxmlformats.org/officeDocument/2006/relationships/customXml" Target="../ink/ink661.xml"/><Relationship Id="rId186" Type="http://schemas.openxmlformats.org/officeDocument/2006/relationships/customXml" Target="../ink/ink709.xml"/><Relationship Id="rId351" Type="http://schemas.openxmlformats.org/officeDocument/2006/relationships/customXml" Target="../ink/ink792.xml"/><Relationship Id="rId393" Type="http://schemas.openxmlformats.org/officeDocument/2006/relationships/customXml" Target="../ink/ink813.xml"/><Relationship Id="rId407" Type="http://schemas.openxmlformats.org/officeDocument/2006/relationships/customXml" Target="../ink/ink820.xml"/><Relationship Id="rId449" Type="http://schemas.openxmlformats.org/officeDocument/2006/relationships/customXml" Target="../ink/ink841.xml"/><Relationship Id="rId211" Type="http://schemas.openxmlformats.org/officeDocument/2006/relationships/customXml" Target="../ink/ink722.xml"/><Relationship Id="rId253" Type="http://schemas.openxmlformats.org/officeDocument/2006/relationships/customXml" Target="../ink/ink743.xml"/><Relationship Id="rId295" Type="http://schemas.openxmlformats.org/officeDocument/2006/relationships/customXml" Target="../ink/ink764.xml"/><Relationship Id="rId309" Type="http://schemas.openxmlformats.org/officeDocument/2006/relationships/customXml" Target="../ink/ink771.xml"/><Relationship Id="rId460" Type="http://schemas.openxmlformats.org/officeDocument/2006/relationships/image" Target="../media/image839.png"/><Relationship Id="rId48" Type="http://schemas.openxmlformats.org/officeDocument/2006/relationships/customXml" Target="../ink/ink640.xml"/><Relationship Id="rId113" Type="http://schemas.openxmlformats.org/officeDocument/2006/relationships/image" Target="../media/image668.png"/><Relationship Id="rId320" Type="http://schemas.openxmlformats.org/officeDocument/2006/relationships/image" Target="../media/image769.png"/><Relationship Id="rId155" Type="http://schemas.openxmlformats.org/officeDocument/2006/relationships/image" Target="../media/image688.png"/><Relationship Id="rId197" Type="http://schemas.openxmlformats.org/officeDocument/2006/relationships/image" Target="../media/image709.png"/><Relationship Id="rId362" Type="http://schemas.openxmlformats.org/officeDocument/2006/relationships/image" Target="../media/image790.png"/><Relationship Id="rId418" Type="http://schemas.openxmlformats.org/officeDocument/2006/relationships/image" Target="../media/image818.png"/><Relationship Id="rId222" Type="http://schemas.openxmlformats.org/officeDocument/2006/relationships/image" Target="../media/image721.png"/><Relationship Id="rId264" Type="http://schemas.openxmlformats.org/officeDocument/2006/relationships/image" Target="../media/image741.png"/><Relationship Id="rId471" Type="http://schemas.openxmlformats.org/officeDocument/2006/relationships/customXml" Target="../ink/ink852.xml"/><Relationship Id="rId17" Type="http://schemas.openxmlformats.org/officeDocument/2006/relationships/image" Target="../media/image620.png"/><Relationship Id="rId59" Type="http://schemas.openxmlformats.org/officeDocument/2006/relationships/image" Target="../media/image641.png"/><Relationship Id="rId124" Type="http://schemas.openxmlformats.org/officeDocument/2006/relationships/customXml" Target="../ink/ink678.xml"/><Relationship Id="rId70" Type="http://schemas.openxmlformats.org/officeDocument/2006/relationships/customXml" Target="../ink/ink651.xml"/><Relationship Id="rId166" Type="http://schemas.openxmlformats.org/officeDocument/2006/relationships/customXml" Target="../ink/ink699.xml"/><Relationship Id="rId331" Type="http://schemas.openxmlformats.org/officeDocument/2006/relationships/customXml" Target="../ink/ink782.xml"/><Relationship Id="rId373" Type="http://schemas.openxmlformats.org/officeDocument/2006/relationships/customXml" Target="../ink/ink803.xml"/><Relationship Id="rId429" Type="http://schemas.openxmlformats.org/officeDocument/2006/relationships/customXml" Target="../ink/ink831.xml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733.xml"/><Relationship Id="rId440" Type="http://schemas.openxmlformats.org/officeDocument/2006/relationships/image" Target="../media/image829.png"/><Relationship Id="rId28" Type="http://schemas.openxmlformats.org/officeDocument/2006/relationships/customXml" Target="../ink/ink630.xml"/><Relationship Id="rId275" Type="http://schemas.openxmlformats.org/officeDocument/2006/relationships/customXml" Target="../ink/ink754.xml"/><Relationship Id="rId300" Type="http://schemas.openxmlformats.org/officeDocument/2006/relationships/image" Target="../media/image759.png"/><Relationship Id="rId482" Type="http://schemas.openxmlformats.org/officeDocument/2006/relationships/image" Target="../media/image850.png"/><Relationship Id="rId81" Type="http://schemas.openxmlformats.org/officeDocument/2006/relationships/image" Target="../media/image652.png"/><Relationship Id="rId135" Type="http://schemas.openxmlformats.org/officeDocument/2006/relationships/image" Target="../media/image678.png"/><Relationship Id="rId177" Type="http://schemas.openxmlformats.org/officeDocument/2006/relationships/image" Target="../media/image699.png"/><Relationship Id="rId342" Type="http://schemas.openxmlformats.org/officeDocument/2006/relationships/image" Target="../media/image780.png"/><Relationship Id="rId384" Type="http://schemas.openxmlformats.org/officeDocument/2006/relationships/image" Target="../media/image801.png"/><Relationship Id="rId202" Type="http://schemas.openxmlformats.org/officeDocument/2006/relationships/image" Target="../media/image711.png"/><Relationship Id="rId244" Type="http://schemas.openxmlformats.org/officeDocument/2006/relationships/image" Target="../media/image731.png"/><Relationship Id="rId39" Type="http://schemas.openxmlformats.org/officeDocument/2006/relationships/image" Target="../media/image631.png"/><Relationship Id="rId286" Type="http://schemas.openxmlformats.org/officeDocument/2006/relationships/image" Target="../media/image752.png"/><Relationship Id="rId451" Type="http://schemas.openxmlformats.org/officeDocument/2006/relationships/customXml" Target="../ink/ink842.xml"/><Relationship Id="rId493" Type="http://schemas.openxmlformats.org/officeDocument/2006/relationships/customXml" Target="../ink/ink863.xml"/><Relationship Id="rId507" Type="http://schemas.openxmlformats.org/officeDocument/2006/relationships/customXml" Target="../ink/ink870.xml"/><Relationship Id="rId50" Type="http://schemas.openxmlformats.org/officeDocument/2006/relationships/customXml" Target="../ink/ink641.xml"/><Relationship Id="rId104" Type="http://schemas.openxmlformats.org/officeDocument/2006/relationships/customXml" Target="../ink/ink668.xml"/><Relationship Id="rId146" Type="http://schemas.openxmlformats.org/officeDocument/2006/relationships/customXml" Target="../ink/ink689.xml"/><Relationship Id="rId188" Type="http://schemas.openxmlformats.org/officeDocument/2006/relationships/customXml" Target="../ink/ink710.xml"/><Relationship Id="rId311" Type="http://schemas.openxmlformats.org/officeDocument/2006/relationships/customXml" Target="../ink/ink772.xml"/><Relationship Id="rId353" Type="http://schemas.openxmlformats.org/officeDocument/2006/relationships/customXml" Target="../ink/ink793.xml"/><Relationship Id="rId395" Type="http://schemas.openxmlformats.org/officeDocument/2006/relationships/customXml" Target="../ink/ink814.xml"/><Relationship Id="rId409" Type="http://schemas.openxmlformats.org/officeDocument/2006/relationships/customXml" Target="../ink/ink821.xml"/><Relationship Id="rId92" Type="http://schemas.openxmlformats.org/officeDocument/2006/relationships/customXml" Target="../ink/ink662.xml"/><Relationship Id="rId213" Type="http://schemas.openxmlformats.org/officeDocument/2006/relationships/customXml" Target="../ink/ink723.xml"/><Relationship Id="rId420" Type="http://schemas.openxmlformats.org/officeDocument/2006/relationships/image" Target="../media/image819.png"/><Relationship Id="rId255" Type="http://schemas.openxmlformats.org/officeDocument/2006/relationships/customXml" Target="../ink/ink744.xml"/><Relationship Id="rId297" Type="http://schemas.openxmlformats.org/officeDocument/2006/relationships/customXml" Target="../ink/ink765.xml"/><Relationship Id="rId462" Type="http://schemas.openxmlformats.org/officeDocument/2006/relationships/image" Target="../media/image840.png"/><Relationship Id="rId115" Type="http://schemas.openxmlformats.org/officeDocument/2006/relationships/image" Target="../media/image669.png"/><Relationship Id="rId157" Type="http://schemas.openxmlformats.org/officeDocument/2006/relationships/image" Target="../media/image689.png"/><Relationship Id="rId322" Type="http://schemas.openxmlformats.org/officeDocument/2006/relationships/image" Target="../media/image770.png"/><Relationship Id="rId364" Type="http://schemas.openxmlformats.org/officeDocument/2006/relationships/image" Target="../media/image791.png"/><Relationship Id="rId61" Type="http://schemas.openxmlformats.org/officeDocument/2006/relationships/image" Target="../media/image642.png"/><Relationship Id="rId199" Type="http://schemas.openxmlformats.org/officeDocument/2006/relationships/customXml" Target="../ink/ink716.xml"/><Relationship Id="rId19" Type="http://schemas.openxmlformats.org/officeDocument/2006/relationships/image" Target="../media/image621.png"/><Relationship Id="rId224" Type="http://schemas.openxmlformats.org/officeDocument/2006/relationships/image" Target="../media/image95.png"/><Relationship Id="rId266" Type="http://schemas.openxmlformats.org/officeDocument/2006/relationships/image" Target="../media/image742.png"/><Relationship Id="rId431" Type="http://schemas.openxmlformats.org/officeDocument/2006/relationships/customXml" Target="../ink/ink832.xml"/><Relationship Id="rId473" Type="http://schemas.openxmlformats.org/officeDocument/2006/relationships/customXml" Target="../ink/ink853.xml"/><Relationship Id="rId30" Type="http://schemas.openxmlformats.org/officeDocument/2006/relationships/customXml" Target="../ink/ink631.xml"/><Relationship Id="rId126" Type="http://schemas.openxmlformats.org/officeDocument/2006/relationships/customXml" Target="../ink/ink679.xml"/><Relationship Id="rId168" Type="http://schemas.openxmlformats.org/officeDocument/2006/relationships/customXml" Target="../ink/ink700.xml"/><Relationship Id="rId333" Type="http://schemas.openxmlformats.org/officeDocument/2006/relationships/customXml" Target="../ink/ink783.xml"/><Relationship Id="rId72" Type="http://schemas.openxmlformats.org/officeDocument/2006/relationships/customXml" Target="../ink/ink652.xml"/><Relationship Id="rId375" Type="http://schemas.openxmlformats.org/officeDocument/2006/relationships/customXml" Target="../ink/ink804.xml"/><Relationship Id="rId3" Type="http://schemas.openxmlformats.org/officeDocument/2006/relationships/image" Target="../media/image613.png"/><Relationship Id="rId235" Type="http://schemas.openxmlformats.org/officeDocument/2006/relationships/customXml" Target="../ink/ink734.xml"/><Relationship Id="rId277" Type="http://schemas.openxmlformats.org/officeDocument/2006/relationships/customXml" Target="../ink/ink755.xml"/><Relationship Id="rId400" Type="http://schemas.openxmlformats.org/officeDocument/2006/relationships/image" Target="../media/image809.png"/><Relationship Id="rId442" Type="http://schemas.openxmlformats.org/officeDocument/2006/relationships/image" Target="../media/image830.png"/><Relationship Id="rId484" Type="http://schemas.openxmlformats.org/officeDocument/2006/relationships/image" Target="../media/image851.png"/><Relationship Id="rId137" Type="http://schemas.openxmlformats.org/officeDocument/2006/relationships/image" Target="../media/image679.png"/><Relationship Id="rId302" Type="http://schemas.openxmlformats.org/officeDocument/2006/relationships/image" Target="../media/image760.png"/><Relationship Id="rId344" Type="http://schemas.openxmlformats.org/officeDocument/2006/relationships/image" Target="../media/image781.png"/><Relationship Id="rId41" Type="http://schemas.openxmlformats.org/officeDocument/2006/relationships/image" Target="../media/image632.png"/><Relationship Id="rId83" Type="http://schemas.openxmlformats.org/officeDocument/2006/relationships/image" Target="../media/image653.png"/><Relationship Id="rId179" Type="http://schemas.openxmlformats.org/officeDocument/2006/relationships/image" Target="../media/image700.png"/><Relationship Id="rId386" Type="http://schemas.openxmlformats.org/officeDocument/2006/relationships/image" Target="../media/image802.png"/><Relationship Id="rId190" Type="http://schemas.openxmlformats.org/officeDocument/2006/relationships/customXml" Target="../ink/ink711.xml"/><Relationship Id="rId204" Type="http://schemas.openxmlformats.org/officeDocument/2006/relationships/image" Target="../media/image712.png"/><Relationship Id="rId246" Type="http://schemas.openxmlformats.org/officeDocument/2006/relationships/image" Target="../media/image732.png"/><Relationship Id="rId288" Type="http://schemas.openxmlformats.org/officeDocument/2006/relationships/image" Target="../media/image753.png"/><Relationship Id="rId411" Type="http://schemas.openxmlformats.org/officeDocument/2006/relationships/customXml" Target="../ink/ink822.xml"/><Relationship Id="rId453" Type="http://schemas.openxmlformats.org/officeDocument/2006/relationships/customXml" Target="../ink/ink843.xml"/><Relationship Id="rId509" Type="http://schemas.openxmlformats.org/officeDocument/2006/relationships/customXml" Target="../ink/ink871.xml"/><Relationship Id="rId106" Type="http://schemas.openxmlformats.org/officeDocument/2006/relationships/customXml" Target="../ink/ink669.xml"/><Relationship Id="rId313" Type="http://schemas.openxmlformats.org/officeDocument/2006/relationships/customXml" Target="../ink/ink773.xml"/><Relationship Id="rId495" Type="http://schemas.openxmlformats.org/officeDocument/2006/relationships/customXml" Target="../ink/ink864.xml"/><Relationship Id="rId10" Type="http://schemas.openxmlformats.org/officeDocument/2006/relationships/customXml" Target="../ink/ink621.xml"/><Relationship Id="rId52" Type="http://schemas.openxmlformats.org/officeDocument/2006/relationships/customXml" Target="../ink/ink642.xml"/><Relationship Id="rId94" Type="http://schemas.openxmlformats.org/officeDocument/2006/relationships/customXml" Target="../ink/ink663.xml"/><Relationship Id="rId148" Type="http://schemas.openxmlformats.org/officeDocument/2006/relationships/customXml" Target="../ink/ink690.xml"/><Relationship Id="rId355" Type="http://schemas.openxmlformats.org/officeDocument/2006/relationships/customXml" Target="../ink/ink794.xml"/><Relationship Id="rId397" Type="http://schemas.openxmlformats.org/officeDocument/2006/relationships/customXml" Target="../ink/ink815.xml"/><Relationship Id="rId215" Type="http://schemas.openxmlformats.org/officeDocument/2006/relationships/customXml" Target="../ink/ink724.xml"/><Relationship Id="rId257" Type="http://schemas.openxmlformats.org/officeDocument/2006/relationships/customXml" Target="../ink/ink745.xml"/><Relationship Id="rId422" Type="http://schemas.openxmlformats.org/officeDocument/2006/relationships/image" Target="../media/image820.png"/><Relationship Id="rId464" Type="http://schemas.openxmlformats.org/officeDocument/2006/relationships/image" Target="../media/image841.pn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22.png"/><Relationship Id="rId21" Type="http://schemas.openxmlformats.org/officeDocument/2006/relationships/image" Target="../media/image874.png"/><Relationship Id="rId63" Type="http://schemas.openxmlformats.org/officeDocument/2006/relationships/image" Target="../media/image895.png"/><Relationship Id="rId159" Type="http://schemas.openxmlformats.org/officeDocument/2006/relationships/image" Target="../media/image943.png"/><Relationship Id="rId324" Type="http://schemas.openxmlformats.org/officeDocument/2006/relationships/customXml" Target="../ink/ink1033.xml"/><Relationship Id="rId366" Type="http://schemas.openxmlformats.org/officeDocument/2006/relationships/customXml" Target="../ink/ink1054.xml"/><Relationship Id="rId170" Type="http://schemas.openxmlformats.org/officeDocument/2006/relationships/customXml" Target="../ink/ink956.xml"/><Relationship Id="rId226" Type="http://schemas.openxmlformats.org/officeDocument/2006/relationships/customXml" Target="../ink/ink984.xml"/><Relationship Id="rId433" Type="http://schemas.openxmlformats.org/officeDocument/2006/relationships/image" Target="../media/image1078.png"/><Relationship Id="rId268" Type="http://schemas.openxmlformats.org/officeDocument/2006/relationships/customXml" Target="../ink/ink1005.xml"/><Relationship Id="rId475" Type="http://schemas.openxmlformats.org/officeDocument/2006/relationships/image" Target="../media/image1098.png"/><Relationship Id="rId32" Type="http://schemas.openxmlformats.org/officeDocument/2006/relationships/customXml" Target="../ink/ink887.xml"/><Relationship Id="rId74" Type="http://schemas.openxmlformats.org/officeDocument/2006/relationships/customXml" Target="../ink/ink908.xml"/><Relationship Id="rId128" Type="http://schemas.openxmlformats.org/officeDocument/2006/relationships/customXml" Target="../ink/ink935.xml"/><Relationship Id="rId335" Type="http://schemas.openxmlformats.org/officeDocument/2006/relationships/image" Target="../media/image1030.png"/><Relationship Id="rId377" Type="http://schemas.openxmlformats.org/officeDocument/2006/relationships/image" Target="../media/image1051.png"/><Relationship Id="rId500" Type="http://schemas.openxmlformats.org/officeDocument/2006/relationships/customXml" Target="../ink/ink1121.xml"/><Relationship Id="rId5" Type="http://schemas.openxmlformats.org/officeDocument/2006/relationships/image" Target="../media/image866.png"/><Relationship Id="rId181" Type="http://schemas.openxmlformats.org/officeDocument/2006/relationships/image" Target="../media/image954.png"/><Relationship Id="rId237" Type="http://schemas.openxmlformats.org/officeDocument/2006/relationships/image" Target="../media/image981.png"/><Relationship Id="rId402" Type="http://schemas.openxmlformats.org/officeDocument/2006/relationships/customXml" Target="../ink/ink1072.xml"/><Relationship Id="rId279" Type="http://schemas.openxmlformats.org/officeDocument/2006/relationships/image" Target="../media/image1002.png"/><Relationship Id="rId444" Type="http://schemas.openxmlformats.org/officeDocument/2006/relationships/customXml" Target="../ink/ink1093.xml"/><Relationship Id="rId486" Type="http://schemas.openxmlformats.org/officeDocument/2006/relationships/customXml" Target="../ink/ink1114.xml"/><Relationship Id="rId43" Type="http://schemas.openxmlformats.org/officeDocument/2006/relationships/image" Target="../media/image885.png"/><Relationship Id="rId139" Type="http://schemas.openxmlformats.org/officeDocument/2006/relationships/image" Target="../media/image933.png"/><Relationship Id="rId290" Type="http://schemas.openxmlformats.org/officeDocument/2006/relationships/customXml" Target="../ink/ink1016.xml"/><Relationship Id="rId304" Type="http://schemas.openxmlformats.org/officeDocument/2006/relationships/customXml" Target="../ink/ink1023.xml"/><Relationship Id="rId346" Type="http://schemas.openxmlformats.org/officeDocument/2006/relationships/customXml" Target="../ink/ink1044.xml"/><Relationship Id="rId388" Type="http://schemas.openxmlformats.org/officeDocument/2006/relationships/customXml" Target="../ink/ink1065.xml"/><Relationship Id="rId511" Type="http://schemas.openxmlformats.org/officeDocument/2006/relationships/image" Target="../media/image1116.png"/><Relationship Id="rId85" Type="http://schemas.openxmlformats.org/officeDocument/2006/relationships/image" Target="../media/image906.png"/><Relationship Id="rId150" Type="http://schemas.openxmlformats.org/officeDocument/2006/relationships/customXml" Target="../ink/ink946.xml"/><Relationship Id="rId192" Type="http://schemas.openxmlformats.org/officeDocument/2006/relationships/customXml" Target="../ink/ink967.xml"/><Relationship Id="rId206" Type="http://schemas.openxmlformats.org/officeDocument/2006/relationships/customXml" Target="../ink/ink974.xml"/><Relationship Id="rId413" Type="http://schemas.openxmlformats.org/officeDocument/2006/relationships/image" Target="../media/image1068.png"/><Relationship Id="rId248" Type="http://schemas.openxmlformats.org/officeDocument/2006/relationships/customXml" Target="../ink/ink995.xml"/><Relationship Id="rId455" Type="http://schemas.openxmlformats.org/officeDocument/2006/relationships/image" Target="../media/image1088.png"/><Relationship Id="rId497" Type="http://schemas.openxmlformats.org/officeDocument/2006/relationships/image" Target="../media/image1109.png"/><Relationship Id="rId12" Type="http://schemas.openxmlformats.org/officeDocument/2006/relationships/customXml" Target="../ink/ink877.xml"/><Relationship Id="rId108" Type="http://schemas.openxmlformats.org/officeDocument/2006/relationships/customXml" Target="../ink/ink925.xml"/><Relationship Id="rId315" Type="http://schemas.openxmlformats.org/officeDocument/2006/relationships/image" Target="../media/image1020.png"/><Relationship Id="rId357" Type="http://schemas.openxmlformats.org/officeDocument/2006/relationships/image" Target="../media/image1041.png"/><Relationship Id="rId54" Type="http://schemas.openxmlformats.org/officeDocument/2006/relationships/customXml" Target="../ink/ink898.xml"/><Relationship Id="rId96" Type="http://schemas.openxmlformats.org/officeDocument/2006/relationships/customXml" Target="../ink/ink919.xml"/><Relationship Id="rId161" Type="http://schemas.openxmlformats.org/officeDocument/2006/relationships/image" Target="../media/image944.png"/><Relationship Id="rId217" Type="http://schemas.openxmlformats.org/officeDocument/2006/relationships/image" Target="../media/image972.png"/><Relationship Id="rId399" Type="http://schemas.openxmlformats.org/officeDocument/2006/relationships/image" Target="../media/image1062.png"/><Relationship Id="rId259" Type="http://schemas.openxmlformats.org/officeDocument/2006/relationships/image" Target="../media/image992.png"/><Relationship Id="rId424" Type="http://schemas.openxmlformats.org/officeDocument/2006/relationships/customXml" Target="../ink/ink1083.xml"/><Relationship Id="rId466" Type="http://schemas.openxmlformats.org/officeDocument/2006/relationships/customXml" Target="../ink/ink1104.xml"/><Relationship Id="rId23" Type="http://schemas.openxmlformats.org/officeDocument/2006/relationships/image" Target="../media/image875.png"/><Relationship Id="rId119" Type="http://schemas.openxmlformats.org/officeDocument/2006/relationships/image" Target="../media/image923.png"/><Relationship Id="rId270" Type="http://schemas.openxmlformats.org/officeDocument/2006/relationships/customXml" Target="../ink/ink1006.xml"/><Relationship Id="rId326" Type="http://schemas.openxmlformats.org/officeDocument/2006/relationships/customXml" Target="../ink/ink1034.xml"/><Relationship Id="rId65" Type="http://schemas.openxmlformats.org/officeDocument/2006/relationships/image" Target="../media/image896.png"/><Relationship Id="rId130" Type="http://schemas.openxmlformats.org/officeDocument/2006/relationships/customXml" Target="../ink/ink936.xml"/><Relationship Id="rId368" Type="http://schemas.openxmlformats.org/officeDocument/2006/relationships/customXml" Target="../ink/ink1055.xml"/><Relationship Id="rId172" Type="http://schemas.openxmlformats.org/officeDocument/2006/relationships/customXml" Target="../ink/ink957.xml"/><Relationship Id="rId228" Type="http://schemas.openxmlformats.org/officeDocument/2006/relationships/customXml" Target="../ink/ink985.xml"/><Relationship Id="rId435" Type="http://schemas.openxmlformats.org/officeDocument/2006/relationships/image" Target="../media/image1079.png"/><Relationship Id="rId477" Type="http://schemas.openxmlformats.org/officeDocument/2006/relationships/image" Target="../media/image1099.png"/><Relationship Id="rId281" Type="http://schemas.openxmlformats.org/officeDocument/2006/relationships/image" Target="../media/image1003.png"/><Relationship Id="rId337" Type="http://schemas.openxmlformats.org/officeDocument/2006/relationships/image" Target="../media/image1031.png"/><Relationship Id="rId502" Type="http://schemas.openxmlformats.org/officeDocument/2006/relationships/customXml" Target="../ink/ink1122.xml"/><Relationship Id="rId34" Type="http://schemas.openxmlformats.org/officeDocument/2006/relationships/customXml" Target="../ink/ink888.xml"/><Relationship Id="rId76" Type="http://schemas.openxmlformats.org/officeDocument/2006/relationships/customXml" Target="../ink/ink909.xml"/><Relationship Id="rId141" Type="http://schemas.openxmlformats.org/officeDocument/2006/relationships/image" Target="../media/image934.png"/><Relationship Id="rId379" Type="http://schemas.openxmlformats.org/officeDocument/2006/relationships/image" Target="../media/image1052.png"/><Relationship Id="rId7" Type="http://schemas.openxmlformats.org/officeDocument/2006/relationships/image" Target="../media/image867.png"/><Relationship Id="rId183" Type="http://schemas.openxmlformats.org/officeDocument/2006/relationships/image" Target="../media/image955.png"/><Relationship Id="rId239" Type="http://schemas.openxmlformats.org/officeDocument/2006/relationships/image" Target="../media/image982.png"/><Relationship Id="rId390" Type="http://schemas.openxmlformats.org/officeDocument/2006/relationships/customXml" Target="../ink/ink1066.xml"/><Relationship Id="rId404" Type="http://schemas.openxmlformats.org/officeDocument/2006/relationships/customXml" Target="../ink/ink1073.xml"/><Relationship Id="rId446" Type="http://schemas.openxmlformats.org/officeDocument/2006/relationships/customXml" Target="../ink/ink1094.xml"/><Relationship Id="rId250" Type="http://schemas.openxmlformats.org/officeDocument/2006/relationships/customXml" Target="../ink/ink996.xml"/><Relationship Id="rId292" Type="http://schemas.openxmlformats.org/officeDocument/2006/relationships/customXml" Target="../ink/ink1017.xml"/><Relationship Id="rId306" Type="http://schemas.openxmlformats.org/officeDocument/2006/relationships/customXml" Target="../ink/ink1024.xml"/><Relationship Id="rId488" Type="http://schemas.openxmlformats.org/officeDocument/2006/relationships/customXml" Target="../ink/ink1115.xml"/><Relationship Id="rId45" Type="http://schemas.openxmlformats.org/officeDocument/2006/relationships/image" Target="../media/image886.png"/><Relationship Id="rId87" Type="http://schemas.openxmlformats.org/officeDocument/2006/relationships/image" Target="../media/image907.png"/><Relationship Id="rId110" Type="http://schemas.openxmlformats.org/officeDocument/2006/relationships/customXml" Target="../ink/ink926.xml"/><Relationship Id="rId348" Type="http://schemas.openxmlformats.org/officeDocument/2006/relationships/customXml" Target="../ink/ink1045.xml"/><Relationship Id="rId513" Type="http://schemas.openxmlformats.org/officeDocument/2006/relationships/image" Target="../media/image1117.png"/><Relationship Id="rId152" Type="http://schemas.openxmlformats.org/officeDocument/2006/relationships/customXml" Target="../ink/ink947.xml"/><Relationship Id="rId194" Type="http://schemas.openxmlformats.org/officeDocument/2006/relationships/customXml" Target="../ink/ink968.xml"/><Relationship Id="rId208" Type="http://schemas.openxmlformats.org/officeDocument/2006/relationships/customXml" Target="../ink/ink975.xml"/><Relationship Id="rId415" Type="http://schemas.openxmlformats.org/officeDocument/2006/relationships/image" Target="../media/image1069.png"/><Relationship Id="rId457" Type="http://schemas.openxmlformats.org/officeDocument/2006/relationships/image" Target="../media/image1089.png"/><Relationship Id="rId261" Type="http://schemas.openxmlformats.org/officeDocument/2006/relationships/image" Target="../media/image993.png"/><Relationship Id="rId499" Type="http://schemas.openxmlformats.org/officeDocument/2006/relationships/image" Target="../media/image1110.png"/><Relationship Id="rId14" Type="http://schemas.openxmlformats.org/officeDocument/2006/relationships/customXml" Target="../ink/ink878.xml"/><Relationship Id="rId56" Type="http://schemas.openxmlformats.org/officeDocument/2006/relationships/customXml" Target="../ink/ink899.xml"/><Relationship Id="rId317" Type="http://schemas.openxmlformats.org/officeDocument/2006/relationships/image" Target="../media/image1021.png"/><Relationship Id="rId359" Type="http://schemas.openxmlformats.org/officeDocument/2006/relationships/image" Target="../media/image1042.png"/><Relationship Id="rId98" Type="http://schemas.openxmlformats.org/officeDocument/2006/relationships/customXml" Target="../ink/ink920.xml"/><Relationship Id="rId121" Type="http://schemas.openxmlformats.org/officeDocument/2006/relationships/image" Target="../media/image924.png"/><Relationship Id="rId163" Type="http://schemas.openxmlformats.org/officeDocument/2006/relationships/image" Target="../media/image945.png"/><Relationship Id="rId219" Type="http://schemas.openxmlformats.org/officeDocument/2006/relationships/image" Target="../media/image973.png"/><Relationship Id="rId370" Type="http://schemas.openxmlformats.org/officeDocument/2006/relationships/customXml" Target="../ink/ink1056.xml"/><Relationship Id="rId426" Type="http://schemas.openxmlformats.org/officeDocument/2006/relationships/customXml" Target="../ink/ink1084.xml"/><Relationship Id="rId230" Type="http://schemas.openxmlformats.org/officeDocument/2006/relationships/customXml" Target="../ink/ink986.xml"/><Relationship Id="rId468" Type="http://schemas.openxmlformats.org/officeDocument/2006/relationships/customXml" Target="../ink/ink1105.xml"/><Relationship Id="rId25" Type="http://schemas.openxmlformats.org/officeDocument/2006/relationships/image" Target="../media/image876.png"/><Relationship Id="rId67" Type="http://schemas.openxmlformats.org/officeDocument/2006/relationships/image" Target="../media/image897.png"/><Relationship Id="rId272" Type="http://schemas.openxmlformats.org/officeDocument/2006/relationships/customXml" Target="../ink/ink1007.xml"/><Relationship Id="rId328" Type="http://schemas.openxmlformats.org/officeDocument/2006/relationships/customXml" Target="../ink/ink1035.xml"/><Relationship Id="rId132" Type="http://schemas.openxmlformats.org/officeDocument/2006/relationships/customXml" Target="../ink/ink937.xml"/><Relationship Id="rId174" Type="http://schemas.openxmlformats.org/officeDocument/2006/relationships/customXml" Target="../ink/ink958.xml"/><Relationship Id="rId381" Type="http://schemas.openxmlformats.org/officeDocument/2006/relationships/image" Target="../media/image1053.png"/><Relationship Id="rId241" Type="http://schemas.openxmlformats.org/officeDocument/2006/relationships/image" Target="../media/image983.png"/><Relationship Id="rId437" Type="http://schemas.openxmlformats.org/officeDocument/2006/relationships/image" Target="../media/image1080.png"/><Relationship Id="rId479" Type="http://schemas.openxmlformats.org/officeDocument/2006/relationships/image" Target="../media/image1100.png"/><Relationship Id="rId36" Type="http://schemas.openxmlformats.org/officeDocument/2006/relationships/customXml" Target="../ink/ink889.xml"/><Relationship Id="rId283" Type="http://schemas.openxmlformats.org/officeDocument/2006/relationships/image" Target="../media/image1004.png"/><Relationship Id="rId339" Type="http://schemas.openxmlformats.org/officeDocument/2006/relationships/image" Target="../media/image1032.png"/><Relationship Id="rId490" Type="http://schemas.openxmlformats.org/officeDocument/2006/relationships/customXml" Target="../ink/ink1116.xml"/><Relationship Id="rId504" Type="http://schemas.openxmlformats.org/officeDocument/2006/relationships/customXml" Target="../ink/ink1123.xml"/><Relationship Id="rId78" Type="http://schemas.openxmlformats.org/officeDocument/2006/relationships/customXml" Target="../ink/ink910.xml"/><Relationship Id="rId101" Type="http://schemas.openxmlformats.org/officeDocument/2006/relationships/image" Target="../media/image914.png"/><Relationship Id="rId143" Type="http://schemas.openxmlformats.org/officeDocument/2006/relationships/image" Target="../media/image935.png"/><Relationship Id="rId185" Type="http://schemas.openxmlformats.org/officeDocument/2006/relationships/image" Target="../media/image956.png"/><Relationship Id="rId350" Type="http://schemas.openxmlformats.org/officeDocument/2006/relationships/customXml" Target="../ink/ink1046.xml"/><Relationship Id="rId406" Type="http://schemas.openxmlformats.org/officeDocument/2006/relationships/customXml" Target="../ink/ink1074.xml"/><Relationship Id="rId9" Type="http://schemas.openxmlformats.org/officeDocument/2006/relationships/image" Target="../media/image868.png"/><Relationship Id="rId210" Type="http://schemas.openxmlformats.org/officeDocument/2006/relationships/customXml" Target="../ink/ink976.xml"/><Relationship Id="rId392" Type="http://schemas.openxmlformats.org/officeDocument/2006/relationships/customXml" Target="../ink/ink1067.xml"/><Relationship Id="rId448" Type="http://schemas.openxmlformats.org/officeDocument/2006/relationships/customXml" Target="../ink/ink1095.xml"/><Relationship Id="rId252" Type="http://schemas.openxmlformats.org/officeDocument/2006/relationships/customXml" Target="../ink/ink997.xml"/><Relationship Id="rId294" Type="http://schemas.openxmlformats.org/officeDocument/2006/relationships/customXml" Target="../ink/ink1018.xml"/><Relationship Id="rId308" Type="http://schemas.openxmlformats.org/officeDocument/2006/relationships/customXml" Target="../ink/ink1025.xml"/><Relationship Id="rId515" Type="http://schemas.openxmlformats.org/officeDocument/2006/relationships/image" Target="../media/image1118.png"/><Relationship Id="rId47" Type="http://schemas.openxmlformats.org/officeDocument/2006/relationships/image" Target="../media/image887.png"/><Relationship Id="rId89" Type="http://schemas.openxmlformats.org/officeDocument/2006/relationships/image" Target="../media/image908.png"/><Relationship Id="rId112" Type="http://schemas.openxmlformats.org/officeDocument/2006/relationships/customXml" Target="../ink/ink927.xml"/><Relationship Id="rId154" Type="http://schemas.openxmlformats.org/officeDocument/2006/relationships/customXml" Target="../ink/ink948.xml"/><Relationship Id="rId361" Type="http://schemas.openxmlformats.org/officeDocument/2006/relationships/image" Target="../media/image1043.png"/><Relationship Id="rId196" Type="http://schemas.openxmlformats.org/officeDocument/2006/relationships/customXml" Target="../ink/ink969.xml"/><Relationship Id="rId417" Type="http://schemas.openxmlformats.org/officeDocument/2006/relationships/image" Target="../media/image1070.png"/><Relationship Id="rId459" Type="http://schemas.openxmlformats.org/officeDocument/2006/relationships/image" Target="../media/image1090.png"/><Relationship Id="rId16" Type="http://schemas.openxmlformats.org/officeDocument/2006/relationships/customXml" Target="../ink/ink879.xml"/><Relationship Id="rId221" Type="http://schemas.openxmlformats.org/officeDocument/2006/relationships/image" Target="../media/image974.png"/><Relationship Id="rId263" Type="http://schemas.openxmlformats.org/officeDocument/2006/relationships/image" Target="../media/image994.png"/><Relationship Id="rId319" Type="http://schemas.openxmlformats.org/officeDocument/2006/relationships/image" Target="../media/image1022.png"/><Relationship Id="rId470" Type="http://schemas.openxmlformats.org/officeDocument/2006/relationships/customXml" Target="../ink/ink1106.xml"/><Relationship Id="rId58" Type="http://schemas.openxmlformats.org/officeDocument/2006/relationships/customXml" Target="../ink/ink900.xml"/><Relationship Id="rId123" Type="http://schemas.openxmlformats.org/officeDocument/2006/relationships/image" Target="../media/image925.png"/><Relationship Id="rId330" Type="http://schemas.openxmlformats.org/officeDocument/2006/relationships/customXml" Target="../ink/ink1036.xml"/><Relationship Id="rId165" Type="http://schemas.openxmlformats.org/officeDocument/2006/relationships/image" Target="../media/image946.png"/><Relationship Id="rId372" Type="http://schemas.openxmlformats.org/officeDocument/2006/relationships/customXml" Target="../ink/ink1057.xml"/><Relationship Id="rId428" Type="http://schemas.openxmlformats.org/officeDocument/2006/relationships/customXml" Target="../ink/ink1085.xml"/><Relationship Id="rId232" Type="http://schemas.openxmlformats.org/officeDocument/2006/relationships/customXml" Target="../ink/ink987.xml"/><Relationship Id="rId274" Type="http://schemas.openxmlformats.org/officeDocument/2006/relationships/customXml" Target="../ink/ink1008.xml"/><Relationship Id="rId481" Type="http://schemas.openxmlformats.org/officeDocument/2006/relationships/image" Target="../media/image1101.png"/><Relationship Id="rId27" Type="http://schemas.openxmlformats.org/officeDocument/2006/relationships/image" Target="../media/image877.png"/><Relationship Id="rId69" Type="http://schemas.openxmlformats.org/officeDocument/2006/relationships/image" Target="../media/image898.png"/><Relationship Id="rId134" Type="http://schemas.openxmlformats.org/officeDocument/2006/relationships/customXml" Target="../ink/ink938.xml"/><Relationship Id="rId80" Type="http://schemas.openxmlformats.org/officeDocument/2006/relationships/customXml" Target="../ink/ink911.xml"/><Relationship Id="rId176" Type="http://schemas.openxmlformats.org/officeDocument/2006/relationships/customXml" Target="../ink/ink959.xml"/><Relationship Id="rId341" Type="http://schemas.openxmlformats.org/officeDocument/2006/relationships/image" Target="../media/image1033.png"/><Relationship Id="rId383" Type="http://schemas.openxmlformats.org/officeDocument/2006/relationships/image" Target="../media/image1054.png"/><Relationship Id="rId439" Type="http://schemas.openxmlformats.org/officeDocument/2006/relationships/image" Target="../media/image1081.png"/><Relationship Id="rId201" Type="http://schemas.openxmlformats.org/officeDocument/2006/relationships/image" Target="../media/image964.png"/><Relationship Id="rId243" Type="http://schemas.openxmlformats.org/officeDocument/2006/relationships/image" Target="../media/image984.png"/><Relationship Id="rId285" Type="http://schemas.openxmlformats.org/officeDocument/2006/relationships/image" Target="../media/image1005.png"/><Relationship Id="rId450" Type="http://schemas.openxmlformats.org/officeDocument/2006/relationships/customXml" Target="../ink/ink1096.xml"/><Relationship Id="rId506" Type="http://schemas.openxmlformats.org/officeDocument/2006/relationships/customXml" Target="../ink/ink1124.xml"/><Relationship Id="rId38" Type="http://schemas.openxmlformats.org/officeDocument/2006/relationships/customXml" Target="../ink/ink890.xml"/><Relationship Id="rId103" Type="http://schemas.openxmlformats.org/officeDocument/2006/relationships/image" Target="../media/image915.png"/><Relationship Id="rId310" Type="http://schemas.openxmlformats.org/officeDocument/2006/relationships/customXml" Target="../ink/ink1026.xml"/><Relationship Id="rId492" Type="http://schemas.openxmlformats.org/officeDocument/2006/relationships/customXml" Target="../ink/ink1117.xml"/><Relationship Id="rId91" Type="http://schemas.openxmlformats.org/officeDocument/2006/relationships/image" Target="../media/image909.png"/><Relationship Id="rId145" Type="http://schemas.openxmlformats.org/officeDocument/2006/relationships/image" Target="../media/image936.png"/><Relationship Id="rId187" Type="http://schemas.openxmlformats.org/officeDocument/2006/relationships/image" Target="../media/image957.png"/><Relationship Id="rId352" Type="http://schemas.openxmlformats.org/officeDocument/2006/relationships/customXml" Target="../ink/ink1047.xml"/><Relationship Id="rId394" Type="http://schemas.openxmlformats.org/officeDocument/2006/relationships/customXml" Target="../ink/ink1068.xml"/><Relationship Id="rId408" Type="http://schemas.openxmlformats.org/officeDocument/2006/relationships/customXml" Target="../ink/ink1075.xml"/><Relationship Id="rId212" Type="http://schemas.openxmlformats.org/officeDocument/2006/relationships/customXml" Target="../ink/ink977.xml"/><Relationship Id="rId254" Type="http://schemas.openxmlformats.org/officeDocument/2006/relationships/customXml" Target="../ink/ink998.xml"/><Relationship Id="rId49" Type="http://schemas.openxmlformats.org/officeDocument/2006/relationships/image" Target="../media/image888.png"/><Relationship Id="rId114" Type="http://schemas.openxmlformats.org/officeDocument/2006/relationships/customXml" Target="../ink/ink928.xml"/><Relationship Id="rId296" Type="http://schemas.openxmlformats.org/officeDocument/2006/relationships/customXml" Target="../ink/ink1019.xml"/><Relationship Id="rId461" Type="http://schemas.openxmlformats.org/officeDocument/2006/relationships/image" Target="../media/image1091.png"/><Relationship Id="rId60" Type="http://schemas.openxmlformats.org/officeDocument/2006/relationships/customXml" Target="../ink/ink901.xml"/><Relationship Id="rId156" Type="http://schemas.openxmlformats.org/officeDocument/2006/relationships/customXml" Target="../ink/ink949.xml"/><Relationship Id="rId198" Type="http://schemas.openxmlformats.org/officeDocument/2006/relationships/customXml" Target="../ink/ink970.xml"/><Relationship Id="rId321" Type="http://schemas.openxmlformats.org/officeDocument/2006/relationships/image" Target="../media/image1023.png"/><Relationship Id="rId363" Type="http://schemas.openxmlformats.org/officeDocument/2006/relationships/image" Target="../media/image1044.png"/><Relationship Id="rId419" Type="http://schemas.openxmlformats.org/officeDocument/2006/relationships/image" Target="../media/image1071.png"/><Relationship Id="rId223" Type="http://schemas.openxmlformats.org/officeDocument/2006/relationships/image" Target="../media/image975.png"/><Relationship Id="rId430" Type="http://schemas.openxmlformats.org/officeDocument/2006/relationships/customXml" Target="../ink/ink1086.xml"/><Relationship Id="rId18" Type="http://schemas.openxmlformats.org/officeDocument/2006/relationships/customXml" Target="../ink/ink880.xml"/><Relationship Id="rId265" Type="http://schemas.openxmlformats.org/officeDocument/2006/relationships/image" Target="../media/image995.png"/><Relationship Id="rId472" Type="http://schemas.openxmlformats.org/officeDocument/2006/relationships/customXml" Target="../ink/ink1107.xml"/><Relationship Id="rId125" Type="http://schemas.openxmlformats.org/officeDocument/2006/relationships/image" Target="../media/image926.png"/><Relationship Id="rId167" Type="http://schemas.openxmlformats.org/officeDocument/2006/relationships/image" Target="../media/image947.png"/><Relationship Id="rId332" Type="http://schemas.openxmlformats.org/officeDocument/2006/relationships/customXml" Target="../ink/ink1037.xml"/><Relationship Id="rId374" Type="http://schemas.openxmlformats.org/officeDocument/2006/relationships/customXml" Target="../ink/ink1058.xml"/><Relationship Id="rId71" Type="http://schemas.openxmlformats.org/officeDocument/2006/relationships/image" Target="../media/image899.png"/><Relationship Id="rId234" Type="http://schemas.openxmlformats.org/officeDocument/2006/relationships/customXml" Target="../ink/ink988.xml"/><Relationship Id="rId2" Type="http://schemas.openxmlformats.org/officeDocument/2006/relationships/customXml" Target="../ink/ink872.xml"/><Relationship Id="rId29" Type="http://schemas.openxmlformats.org/officeDocument/2006/relationships/image" Target="../media/image878.png"/><Relationship Id="rId276" Type="http://schemas.openxmlformats.org/officeDocument/2006/relationships/customXml" Target="../ink/ink1009.xml"/><Relationship Id="rId441" Type="http://schemas.openxmlformats.org/officeDocument/2006/relationships/image" Target="../media/image1082.png"/><Relationship Id="rId483" Type="http://schemas.openxmlformats.org/officeDocument/2006/relationships/image" Target="../media/image1102.png"/><Relationship Id="rId40" Type="http://schemas.openxmlformats.org/officeDocument/2006/relationships/customXml" Target="../ink/ink891.xml"/><Relationship Id="rId136" Type="http://schemas.openxmlformats.org/officeDocument/2006/relationships/customXml" Target="../ink/ink939.xml"/><Relationship Id="rId178" Type="http://schemas.openxmlformats.org/officeDocument/2006/relationships/customXml" Target="../ink/ink960.xml"/><Relationship Id="rId301" Type="http://schemas.openxmlformats.org/officeDocument/2006/relationships/image" Target="../media/image1013.png"/><Relationship Id="rId343" Type="http://schemas.openxmlformats.org/officeDocument/2006/relationships/image" Target="../media/image1034.png"/><Relationship Id="rId82" Type="http://schemas.openxmlformats.org/officeDocument/2006/relationships/customXml" Target="../ink/ink912.xml"/><Relationship Id="rId203" Type="http://schemas.openxmlformats.org/officeDocument/2006/relationships/image" Target="../media/image965.png"/><Relationship Id="rId385" Type="http://schemas.openxmlformats.org/officeDocument/2006/relationships/image" Target="../media/image1055.png"/><Relationship Id="rId245" Type="http://schemas.openxmlformats.org/officeDocument/2006/relationships/image" Target="../media/image985.png"/><Relationship Id="rId287" Type="http://schemas.openxmlformats.org/officeDocument/2006/relationships/image" Target="../media/image1006.png"/><Relationship Id="rId410" Type="http://schemas.openxmlformats.org/officeDocument/2006/relationships/customXml" Target="../ink/ink1076.xml"/><Relationship Id="rId452" Type="http://schemas.openxmlformats.org/officeDocument/2006/relationships/customXml" Target="../ink/ink1097.xml"/><Relationship Id="rId494" Type="http://schemas.openxmlformats.org/officeDocument/2006/relationships/customXml" Target="../ink/ink1118.xml"/><Relationship Id="rId508" Type="http://schemas.openxmlformats.org/officeDocument/2006/relationships/customXml" Target="../ink/ink1125.xml"/><Relationship Id="rId105" Type="http://schemas.openxmlformats.org/officeDocument/2006/relationships/image" Target="../media/image916.png"/><Relationship Id="rId147" Type="http://schemas.openxmlformats.org/officeDocument/2006/relationships/image" Target="../media/image937.png"/><Relationship Id="rId312" Type="http://schemas.openxmlformats.org/officeDocument/2006/relationships/customXml" Target="../ink/ink1027.xml"/><Relationship Id="rId354" Type="http://schemas.openxmlformats.org/officeDocument/2006/relationships/customXml" Target="../ink/ink1048.xml"/><Relationship Id="rId51" Type="http://schemas.openxmlformats.org/officeDocument/2006/relationships/image" Target="../media/image889.png"/><Relationship Id="rId93" Type="http://schemas.openxmlformats.org/officeDocument/2006/relationships/image" Target="../media/image910.png"/><Relationship Id="rId189" Type="http://schemas.openxmlformats.org/officeDocument/2006/relationships/image" Target="../media/image958.png"/><Relationship Id="rId396" Type="http://schemas.openxmlformats.org/officeDocument/2006/relationships/customXml" Target="../ink/ink1069.xml"/><Relationship Id="rId214" Type="http://schemas.openxmlformats.org/officeDocument/2006/relationships/customXml" Target="../ink/ink978.xml"/><Relationship Id="rId256" Type="http://schemas.openxmlformats.org/officeDocument/2006/relationships/customXml" Target="../ink/ink999.xml"/><Relationship Id="rId298" Type="http://schemas.openxmlformats.org/officeDocument/2006/relationships/customXml" Target="../ink/ink1020.xml"/><Relationship Id="rId421" Type="http://schemas.openxmlformats.org/officeDocument/2006/relationships/image" Target="../media/image1072.png"/><Relationship Id="rId463" Type="http://schemas.openxmlformats.org/officeDocument/2006/relationships/image" Target="../media/image1092.png"/><Relationship Id="rId116" Type="http://schemas.openxmlformats.org/officeDocument/2006/relationships/customXml" Target="../ink/ink929.xml"/><Relationship Id="rId158" Type="http://schemas.openxmlformats.org/officeDocument/2006/relationships/customXml" Target="../ink/ink950.xml"/><Relationship Id="rId323" Type="http://schemas.openxmlformats.org/officeDocument/2006/relationships/image" Target="../media/image1024.png"/><Relationship Id="rId20" Type="http://schemas.openxmlformats.org/officeDocument/2006/relationships/customXml" Target="../ink/ink881.xml"/><Relationship Id="rId62" Type="http://schemas.openxmlformats.org/officeDocument/2006/relationships/customXml" Target="../ink/ink902.xml"/><Relationship Id="rId365" Type="http://schemas.openxmlformats.org/officeDocument/2006/relationships/image" Target="../media/image1045.png"/><Relationship Id="rId225" Type="http://schemas.openxmlformats.org/officeDocument/2006/relationships/image" Target="../media/image773.png"/><Relationship Id="rId267" Type="http://schemas.openxmlformats.org/officeDocument/2006/relationships/image" Target="../media/image996.png"/><Relationship Id="rId432" Type="http://schemas.openxmlformats.org/officeDocument/2006/relationships/customXml" Target="../ink/ink1087.xml"/><Relationship Id="rId474" Type="http://schemas.openxmlformats.org/officeDocument/2006/relationships/customXml" Target="../ink/ink1108.xml"/><Relationship Id="rId127" Type="http://schemas.openxmlformats.org/officeDocument/2006/relationships/image" Target="../media/image927.png"/><Relationship Id="rId31" Type="http://schemas.openxmlformats.org/officeDocument/2006/relationships/image" Target="../media/image879.png"/><Relationship Id="rId73" Type="http://schemas.openxmlformats.org/officeDocument/2006/relationships/image" Target="../media/image900.png"/><Relationship Id="rId169" Type="http://schemas.openxmlformats.org/officeDocument/2006/relationships/image" Target="../media/image948.png"/><Relationship Id="rId334" Type="http://schemas.openxmlformats.org/officeDocument/2006/relationships/customXml" Target="../ink/ink1038.xml"/><Relationship Id="rId376" Type="http://schemas.openxmlformats.org/officeDocument/2006/relationships/customXml" Target="../ink/ink1059.xml"/><Relationship Id="rId4" Type="http://schemas.openxmlformats.org/officeDocument/2006/relationships/customXml" Target="../ink/ink873.xml"/><Relationship Id="rId180" Type="http://schemas.openxmlformats.org/officeDocument/2006/relationships/customXml" Target="../ink/ink961.xml"/><Relationship Id="rId236" Type="http://schemas.openxmlformats.org/officeDocument/2006/relationships/customXml" Target="../ink/ink989.xml"/><Relationship Id="rId278" Type="http://schemas.openxmlformats.org/officeDocument/2006/relationships/customXml" Target="../ink/ink1010.xml"/><Relationship Id="rId401" Type="http://schemas.openxmlformats.org/officeDocument/2006/relationships/image" Target="../media/image1063.png"/><Relationship Id="rId443" Type="http://schemas.openxmlformats.org/officeDocument/2006/relationships/image" Target="../media/image1083.png"/><Relationship Id="rId303" Type="http://schemas.openxmlformats.org/officeDocument/2006/relationships/image" Target="../media/image1014.png"/><Relationship Id="rId485" Type="http://schemas.openxmlformats.org/officeDocument/2006/relationships/image" Target="../media/image1103.png"/><Relationship Id="rId42" Type="http://schemas.openxmlformats.org/officeDocument/2006/relationships/customXml" Target="../ink/ink892.xml"/><Relationship Id="rId84" Type="http://schemas.openxmlformats.org/officeDocument/2006/relationships/customXml" Target="../ink/ink913.xml"/><Relationship Id="rId138" Type="http://schemas.openxmlformats.org/officeDocument/2006/relationships/customXml" Target="../ink/ink940.xml"/><Relationship Id="rId345" Type="http://schemas.openxmlformats.org/officeDocument/2006/relationships/image" Target="../media/image1035.png"/><Relationship Id="rId387" Type="http://schemas.openxmlformats.org/officeDocument/2006/relationships/image" Target="../media/image1056.png"/><Relationship Id="rId510" Type="http://schemas.openxmlformats.org/officeDocument/2006/relationships/customXml" Target="../ink/ink1126.xml"/><Relationship Id="rId191" Type="http://schemas.openxmlformats.org/officeDocument/2006/relationships/image" Target="../media/image959.png"/><Relationship Id="rId205" Type="http://schemas.openxmlformats.org/officeDocument/2006/relationships/image" Target="../media/image966.png"/><Relationship Id="rId247" Type="http://schemas.openxmlformats.org/officeDocument/2006/relationships/image" Target="../media/image986.png"/><Relationship Id="rId412" Type="http://schemas.openxmlformats.org/officeDocument/2006/relationships/customXml" Target="../ink/ink1077.xml"/><Relationship Id="rId107" Type="http://schemas.openxmlformats.org/officeDocument/2006/relationships/image" Target="../media/image917.png"/><Relationship Id="rId289" Type="http://schemas.openxmlformats.org/officeDocument/2006/relationships/image" Target="../media/image1007.png"/><Relationship Id="rId454" Type="http://schemas.openxmlformats.org/officeDocument/2006/relationships/customXml" Target="../ink/ink1098.xml"/><Relationship Id="rId496" Type="http://schemas.openxmlformats.org/officeDocument/2006/relationships/customXml" Target="../ink/ink1119.xml"/><Relationship Id="rId11" Type="http://schemas.openxmlformats.org/officeDocument/2006/relationships/image" Target="../media/image869.png"/><Relationship Id="rId53" Type="http://schemas.openxmlformats.org/officeDocument/2006/relationships/image" Target="../media/image890.png"/><Relationship Id="rId149" Type="http://schemas.openxmlformats.org/officeDocument/2006/relationships/image" Target="../media/image938.png"/><Relationship Id="rId314" Type="http://schemas.openxmlformats.org/officeDocument/2006/relationships/customXml" Target="../ink/ink1028.xml"/><Relationship Id="rId356" Type="http://schemas.openxmlformats.org/officeDocument/2006/relationships/customXml" Target="../ink/ink1049.xml"/><Relationship Id="rId398" Type="http://schemas.openxmlformats.org/officeDocument/2006/relationships/customXml" Target="../ink/ink1070.xml"/><Relationship Id="rId95" Type="http://schemas.openxmlformats.org/officeDocument/2006/relationships/image" Target="../media/image911.png"/><Relationship Id="rId160" Type="http://schemas.openxmlformats.org/officeDocument/2006/relationships/customXml" Target="../ink/ink951.xml"/><Relationship Id="rId216" Type="http://schemas.openxmlformats.org/officeDocument/2006/relationships/customXml" Target="../ink/ink979.xml"/><Relationship Id="rId423" Type="http://schemas.openxmlformats.org/officeDocument/2006/relationships/image" Target="../media/image1073.png"/><Relationship Id="rId258" Type="http://schemas.openxmlformats.org/officeDocument/2006/relationships/customXml" Target="../ink/ink1000.xml"/><Relationship Id="rId465" Type="http://schemas.openxmlformats.org/officeDocument/2006/relationships/image" Target="../media/image1093.png"/><Relationship Id="rId22" Type="http://schemas.openxmlformats.org/officeDocument/2006/relationships/customXml" Target="../ink/ink882.xml"/><Relationship Id="rId64" Type="http://schemas.openxmlformats.org/officeDocument/2006/relationships/customXml" Target="../ink/ink903.xml"/><Relationship Id="rId118" Type="http://schemas.openxmlformats.org/officeDocument/2006/relationships/customXml" Target="../ink/ink930.xml"/><Relationship Id="rId325" Type="http://schemas.openxmlformats.org/officeDocument/2006/relationships/image" Target="../media/image1025.png"/><Relationship Id="rId367" Type="http://schemas.openxmlformats.org/officeDocument/2006/relationships/image" Target="../media/image1046.png"/><Relationship Id="rId171" Type="http://schemas.openxmlformats.org/officeDocument/2006/relationships/image" Target="../media/image949.png"/><Relationship Id="rId227" Type="http://schemas.openxmlformats.org/officeDocument/2006/relationships/image" Target="../media/image976.png"/><Relationship Id="rId269" Type="http://schemas.openxmlformats.org/officeDocument/2006/relationships/image" Target="../media/image997.png"/><Relationship Id="rId434" Type="http://schemas.openxmlformats.org/officeDocument/2006/relationships/customXml" Target="../ink/ink1088.xml"/><Relationship Id="rId476" Type="http://schemas.openxmlformats.org/officeDocument/2006/relationships/customXml" Target="../ink/ink1109.xml"/><Relationship Id="rId33" Type="http://schemas.openxmlformats.org/officeDocument/2006/relationships/image" Target="../media/image880.png"/><Relationship Id="rId129" Type="http://schemas.openxmlformats.org/officeDocument/2006/relationships/image" Target="../media/image928.png"/><Relationship Id="rId280" Type="http://schemas.openxmlformats.org/officeDocument/2006/relationships/customXml" Target="../ink/ink1011.xml"/><Relationship Id="rId336" Type="http://schemas.openxmlformats.org/officeDocument/2006/relationships/customXml" Target="../ink/ink1039.xml"/><Relationship Id="rId501" Type="http://schemas.openxmlformats.org/officeDocument/2006/relationships/image" Target="../media/image1111.png"/><Relationship Id="rId75" Type="http://schemas.openxmlformats.org/officeDocument/2006/relationships/image" Target="../media/image901.png"/><Relationship Id="rId140" Type="http://schemas.openxmlformats.org/officeDocument/2006/relationships/customXml" Target="../ink/ink941.xml"/><Relationship Id="rId182" Type="http://schemas.openxmlformats.org/officeDocument/2006/relationships/customXml" Target="../ink/ink962.xml"/><Relationship Id="rId378" Type="http://schemas.openxmlformats.org/officeDocument/2006/relationships/customXml" Target="../ink/ink1060.xml"/><Relationship Id="rId403" Type="http://schemas.openxmlformats.org/officeDocument/2006/relationships/image" Target="../media/image1064.png"/><Relationship Id="rId6" Type="http://schemas.openxmlformats.org/officeDocument/2006/relationships/customXml" Target="../ink/ink874.xml"/><Relationship Id="rId238" Type="http://schemas.openxmlformats.org/officeDocument/2006/relationships/customXml" Target="../ink/ink990.xml"/><Relationship Id="rId445" Type="http://schemas.openxmlformats.org/officeDocument/2006/relationships/image" Target="../media/image1084.png"/><Relationship Id="rId487" Type="http://schemas.openxmlformats.org/officeDocument/2006/relationships/image" Target="../media/image1104.png"/><Relationship Id="rId291" Type="http://schemas.openxmlformats.org/officeDocument/2006/relationships/image" Target="../media/image1008.png"/><Relationship Id="rId305" Type="http://schemas.openxmlformats.org/officeDocument/2006/relationships/image" Target="../media/image1015.png"/><Relationship Id="rId347" Type="http://schemas.openxmlformats.org/officeDocument/2006/relationships/image" Target="../media/image1036.png"/><Relationship Id="rId512" Type="http://schemas.openxmlformats.org/officeDocument/2006/relationships/customXml" Target="../ink/ink1127.xml"/><Relationship Id="rId44" Type="http://schemas.openxmlformats.org/officeDocument/2006/relationships/customXml" Target="../ink/ink893.xml"/><Relationship Id="rId86" Type="http://schemas.openxmlformats.org/officeDocument/2006/relationships/customXml" Target="../ink/ink914.xml"/><Relationship Id="rId151" Type="http://schemas.openxmlformats.org/officeDocument/2006/relationships/image" Target="../media/image939.png"/><Relationship Id="rId389" Type="http://schemas.openxmlformats.org/officeDocument/2006/relationships/image" Target="../media/image1057.png"/><Relationship Id="rId193" Type="http://schemas.openxmlformats.org/officeDocument/2006/relationships/image" Target="../media/image960.png"/><Relationship Id="rId207" Type="http://schemas.openxmlformats.org/officeDocument/2006/relationships/image" Target="../media/image967.png"/><Relationship Id="rId249" Type="http://schemas.openxmlformats.org/officeDocument/2006/relationships/image" Target="../media/image987.png"/><Relationship Id="rId414" Type="http://schemas.openxmlformats.org/officeDocument/2006/relationships/customXml" Target="../ink/ink1078.xml"/><Relationship Id="rId456" Type="http://schemas.openxmlformats.org/officeDocument/2006/relationships/customXml" Target="../ink/ink1099.xml"/><Relationship Id="rId498" Type="http://schemas.openxmlformats.org/officeDocument/2006/relationships/customXml" Target="../ink/ink1120.xml"/><Relationship Id="rId13" Type="http://schemas.openxmlformats.org/officeDocument/2006/relationships/image" Target="../media/image870.png"/><Relationship Id="rId109" Type="http://schemas.openxmlformats.org/officeDocument/2006/relationships/image" Target="../media/image918.png"/><Relationship Id="rId260" Type="http://schemas.openxmlformats.org/officeDocument/2006/relationships/customXml" Target="../ink/ink1001.xml"/><Relationship Id="rId316" Type="http://schemas.openxmlformats.org/officeDocument/2006/relationships/customXml" Target="../ink/ink1029.xml"/><Relationship Id="rId55" Type="http://schemas.openxmlformats.org/officeDocument/2006/relationships/image" Target="../media/image891.png"/><Relationship Id="rId97" Type="http://schemas.openxmlformats.org/officeDocument/2006/relationships/image" Target="../media/image912.png"/><Relationship Id="rId120" Type="http://schemas.openxmlformats.org/officeDocument/2006/relationships/customXml" Target="../ink/ink931.xml"/><Relationship Id="rId358" Type="http://schemas.openxmlformats.org/officeDocument/2006/relationships/customXml" Target="../ink/ink1050.xml"/><Relationship Id="rId162" Type="http://schemas.openxmlformats.org/officeDocument/2006/relationships/customXml" Target="../ink/ink952.xml"/><Relationship Id="rId218" Type="http://schemas.openxmlformats.org/officeDocument/2006/relationships/customXml" Target="../ink/ink980.xml"/><Relationship Id="rId425" Type="http://schemas.openxmlformats.org/officeDocument/2006/relationships/image" Target="../media/image1074.png"/><Relationship Id="rId467" Type="http://schemas.openxmlformats.org/officeDocument/2006/relationships/image" Target="../media/image1094.png"/><Relationship Id="rId271" Type="http://schemas.openxmlformats.org/officeDocument/2006/relationships/image" Target="../media/image998.png"/><Relationship Id="rId24" Type="http://schemas.openxmlformats.org/officeDocument/2006/relationships/customXml" Target="../ink/ink883.xml"/><Relationship Id="rId66" Type="http://schemas.openxmlformats.org/officeDocument/2006/relationships/customXml" Target="../ink/ink904.xml"/><Relationship Id="rId131" Type="http://schemas.openxmlformats.org/officeDocument/2006/relationships/image" Target="../media/image929.png"/><Relationship Id="rId327" Type="http://schemas.openxmlformats.org/officeDocument/2006/relationships/image" Target="../media/image1026.png"/><Relationship Id="rId369" Type="http://schemas.openxmlformats.org/officeDocument/2006/relationships/image" Target="../media/image1047.png"/><Relationship Id="rId173" Type="http://schemas.openxmlformats.org/officeDocument/2006/relationships/image" Target="../media/image950.png"/><Relationship Id="rId229" Type="http://schemas.openxmlformats.org/officeDocument/2006/relationships/image" Target="../media/image977.png"/><Relationship Id="rId380" Type="http://schemas.openxmlformats.org/officeDocument/2006/relationships/customXml" Target="../ink/ink1061.xml"/><Relationship Id="rId436" Type="http://schemas.openxmlformats.org/officeDocument/2006/relationships/customXml" Target="../ink/ink1089.xml"/><Relationship Id="rId240" Type="http://schemas.openxmlformats.org/officeDocument/2006/relationships/customXml" Target="../ink/ink991.xml"/><Relationship Id="rId478" Type="http://schemas.openxmlformats.org/officeDocument/2006/relationships/customXml" Target="../ink/ink1110.xml"/><Relationship Id="rId35" Type="http://schemas.openxmlformats.org/officeDocument/2006/relationships/image" Target="../media/image881.png"/><Relationship Id="rId77" Type="http://schemas.openxmlformats.org/officeDocument/2006/relationships/image" Target="../media/image902.png"/><Relationship Id="rId100" Type="http://schemas.openxmlformats.org/officeDocument/2006/relationships/customXml" Target="../ink/ink921.xml"/><Relationship Id="rId282" Type="http://schemas.openxmlformats.org/officeDocument/2006/relationships/customXml" Target="../ink/ink1012.xml"/><Relationship Id="rId338" Type="http://schemas.openxmlformats.org/officeDocument/2006/relationships/customXml" Target="../ink/ink1040.xml"/><Relationship Id="rId503" Type="http://schemas.openxmlformats.org/officeDocument/2006/relationships/image" Target="../media/image1112.png"/><Relationship Id="rId8" Type="http://schemas.openxmlformats.org/officeDocument/2006/relationships/customXml" Target="../ink/ink875.xml"/><Relationship Id="rId142" Type="http://schemas.openxmlformats.org/officeDocument/2006/relationships/customXml" Target="../ink/ink942.xml"/><Relationship Id="rId184" Type="http://schemas.openxmlformats.org/officeDocument/2006/relationships/customXml" Target="../ink/ink963.xml"/><Relationship Id="rId391" Type="http://schemas.openxmlformats.org/officeDocument/2006/relationships/image" Target="../media/image1058.png"/><Relationship Id="rId405" Type="http://schemas.openxmlformats.org/officeDocument/2006/relationships/image" Target="../media/image1065.png"/><Relationship Id="rId447" Type="http://schemas.openxmlformats.org/officeDocument/2006/relationships/image" Target="../media/image95.png"/><Relationship Id="rId251" Type="http://schemas.openxmlformats.org/officeDocument/2006/relationships/image" Target="../media/image988.png"/><Relationship Id="rId489" Type="http://schemas.openxmlformats.org/officeDocument/2006/relationships/image" Target="../media/image1105.png"/><Relationship Id="rId46" Type="http://schemas.openxmlformats.org/officeDocument/2006/relationships/customXml" Target="../ink/ink894.xml"/><Relationship Id="rId293" Type="http://schemas.openxmlformats.org/officeDocument/2006/relationships/image" Target="../media/image1009.png"/><Relationship Id="rId307" Type="http://schemas.openxmlformats.org/officeDocument/2006/relationships/image" Target="../media/image1016.png"/><Relationship Id="rId349" Type="http://schemas.openxmlformats.org/officeDocument/2006/relationships/image" Target="../media/image1037.png"/><Relationship Id="rId514" Type="http://schemas.openxmlformats.org/officeDocument/2006/relationships/customXml" Target="../ink/ink1128.xml"/><Relationship Id="rId88" Type="http://schemas.openxmlformats.org/officeDocument/2006/relationships/customXml" Target="../ink/ink915.xml"/><Relationship Id="rId111" Type="http://schemas.openxmlformats.org/officeDocument/2006/relationships/image" Target="../media/image919.png"/><Relationship Id="rId153" Type="http://schemas.openxmlformats.org/officeDocument/2006/relationships/image" Target="../media/image940.png"/><Relationship Id="rId195" Type="http://schemas.openxmlformats.org/officeDocument/2006/relationships/image" Target="../media/image961.png"/><Relationship Id="rId209" Type="http://schemas.openxmlformats.org/officeDocument/2006/relationships/image" Target="../media/image968.png"/><Relationship Id="rId360" Type="http://schemas.openxmlformats.org/officeDocument/2006/relationships/customXml" Target="../ink/ink1051.xml"/><Relationship Id="rId416" Type="http://schemas.openxmlformats.org/officeDocument/2006/relationships/customXml" Target="../ink/ink1079.xml"/><Relationship Id="rId220" Type="http://schemas.openxmlformats.org/officeDocument/2006/relationships/customXml" Target="../ink/ink981.xml"/><Relationship Id="rId458" Type="http://schemas.openxmlformats.org/officeDocument/2006/relationships/customXml" Target="../ink/ink1100.xml"/><Relationship Id="rId15" Type="http://schemas.openxmlformats.org/officeDocument/2006/relationships/image" Target="../media/image871.png"/><Relationship Id="rId57" Type="http://schemas.openxmlformats.org/officeDocument/2006/relationships/image" Target="../media/image892.png"/><Relationship Id="rId262" Type="http://schemas.openxmlformats.org/officeDocument/2006/relationships/customXml" Target="../ink/ink1002.xml"/><Relationship Id="rId318" Type="http://schemas.openxmlformats.org/officeDocument/2006/relationships/customXml" Target="../ink/ink1030.xml"/><Relationship Id="rId99" Type="http://schemas.openxmlformats.org/officeDocument/2006/relationships/image" Target="../media/image913.png"/><Relationship Id="rId122" Type="http://schemas.openxmlformats.org/officeDocument/2006/relationships/customXml" Target="../ink/ink932.xml"/><Relationship Id="rId164" Type="http://schemas.openxmlformats.org/officeDocument/2006/relationships/customXml" Target="../ink/ink953.xml"/><Relationship Id="rId371" Type="http://schemas.openxmlformats.org/officeDocument/2006/relationships/image" Target="../media/image1048.png"/><Relationship Id="rId427" Type="http://schemas.openxmlformats.org/officeDocument/2006/relationships/image" Target="../media/image1075.png"/><Relationship Id="rId469" Type="http://schemas.openxmlformats.org/officeDocument/2006/relationships/image" Target="../media/image1095.png"/><Relationship Id="rId26" Type="http://schemas.openxmlformats.org/officeDocument/2006/relationships/customXml" Target="../ink/ink884.xml"/><Relationship Id="rId231" Type="http://schemas.openxmlformats.org/officeDocument/2006/relationships/image" Target="../media/image978.png"/><Relationship Id="rId273" Type="http://schemas.openxmlformats.org/officeDocument/2006/relationships/image" Target="../media/image999.png"/><Relationship Id="rId329" Type="http://schemas.openxmlformats.org/officeDocument/2006/relationships/image" Target="../media/image1027.png"/><Relationship Id="rId480" Type="http://schemas.openxmlformats.org/officeDocument/2006/relationships/customXml" Target="../ink/ink1111.xml"/><Relationship Id="rId68" Type="http://schemas.openxmlformats.org/officeDocument/2006/relationships/customXml" Target="../ink/ink905.xml"/><Relationship Id="rId133" Type="http://schemas.openxmlformats.org/officeDocument/2006/relationships/image" Target="../media/image930.png"/><Relationship Id="rId175" Type="http://schemas.openxmlformats.org/officeDocument/2006/relationships/image" Target="../media/image951.png"/><Relationship Id="rId340" Type="http://schemas.openxmlformats.org/officeDocument/2006/relationships/customXml" Target="../ink/ink1041.xml"/><Relationship Id="rId200" Type="http://schemas.openxmlformats.org/officeDocument/2006/relationships/customXml" Target="../ink/ink971.xml"/><Relationship Id="rId382" Type="http://schemas.openxmlformats.org/officeDocument/2006/relationships/customXml" Target="../ink/ink1062.xml"/><Relationship Id="rId438" Type="http://schemas.openxmlformats.org/officeDocument/2006/relationships/customXml" Target="../ink/ink1090.xml"/><Relationship Id="rId242" Type="http://schemas.openxmlformats.org/officeDocument/2006/relationships/customXml" Target="../ink/ink992.xml"/><Relationship Id="rId284" Type="http://schemas.openxmlformats.org/officeDocument/2006/relationships/customXml" Target="../ink/ink1013.xml"/><Relationship Id="rId491" Type="http://schemas.openxmlformats.org/officeDocument/2006/relationships/image" Target="../media/image1106.png"/><Relationship Id="rId505" Type="http://schemas.openxmlformats.org/officeDocument/2006/relationships/image" Target="../media/image1113.png"/><Relationship Id="rId37" Type="http://schemas.openxmlformats.org/officeDocument/2006/relationships/image" Target="../media/image882.png"/><Relationship Id="rId79" Type="http://schemas.openxmlformats.org/officeDocument/2006/relationships/image" Target="../media/image903.png"/><Relationship Id="rId102" Type="http://schemas.openxmlformats.org/officeDocument/2006/relationships/customXml" Target="../ink/ink922.xml"/><Relationship Id="rId144" Type="http://schemas.openxmlformats.org/officeDocument/2006/relationships/customXml" Target="../ink/ink943.xml"/><Relationship Id="rId90" Type="http://schemas.openxmlformats.org/officeDocument/2006/relationships/customXml" Target="../ink/ink916.xml"/><Relationship Id="rId186" Type="http://schemas.openxmlformats.org/officeDocument/2006/relationships/customXml" Target="../ink/ink964.xml"/><Relationship Id="rId351" Type="http://schemas.openxmlformats.org/officeDocument/2006/relationships/image" Target="../media/image1038.png"/><Relationship Id="rId393" Type="http://schemas.openxmlformats.org/officeDocument/2006/relationships/image" Target="../media/image1059.png"/><Relationship Id="rId407" Type="http://schemas.openxmlformats.org/officeDocument/2006/relationships/image" Target="../media/image1066.png"/><Relationship Id="rId449" Type="http://schemas.openxmlformats.org/officeDocument/2006/relationships/image" Target="../media/image1085.png"/><Relationship Id="rId211" Type="http://schemas.openxmlformats.org/officeDocument/2006/relationships/image" Target="../media/image969.png"/><Relationship Id="rId253" Type="http://schemas.openxmlformats.org/officeDocument/2006/relationships/image" Target="../media/image989.png"/><Relationship Id="rId295" Type="http://schemas.openxmlformats.org/officeDocument/2006/relationships/image" Target="../media/image1010.png"/><Relationship Id="rId309" Type="http://schemas.openxmlformats.org/officeDocument/2006/relationships/image" Target="../media/image1017.png"/><Relationship Id="rId460" Type="http://schemas.openxmlformats.org/officeDocument/2006/relationships/customXml" Target="../ink/ink1101.xml"/><Relationship Id="rId48" Type="http://schemas.openxmlformats.org/officeDocument/2006/relationships/customXml" Target="../ink/ink895.xml"/><Relationship Id="rId113" Type="http://schemas.openxmlformats.org/officeDocument/2006/relationships/image" Target="../media/image920.png"/><Relationship Id="rId320" Type="http://schemas.openxmlformats.org/officeDocument/2006/relationships/customXml" Target="../ink/ink1031.xml"/><Relationship Id="rId155" Type="http://schemas.openxmlformats.org/officeDocument/2006/relationships/image" Target="../media/image941.png"/><Relationship Id="rId197" Type="http://schemas.openxmlformats.org/officeDocument/2006/relationships/image" Target="../media/image962.png"/><Relationship Id="rId362" Type="http://schemas.openxmlformats.org/officeDocument/2006/relationships/customXml" Target="../ink/ink1052.xml"/><Relationship Id="rId418" Type="http://schemas.openxmlformats.org/officeDocument/2006/relationships/customXml" Target="../ink/ink1080.xml"/><Relationship Id="rId222" Type="http://schemas.openxmlformats.org/officeDocument/2006/relationships/customXml" Target="../ink/ink982.xml"/><Relationship Id="rId264" Type="http://schemas.openxmlformats.org/officeDocument/2006/relationships/customXml" Target="../ink/ink1003.xml"/><Relationship Id="rId471" Type="http://schemas.openxmlformats.org/officeDocument/2006/relationships/image" Target="../media/image1096.png"/><Relationship Id="rId17" Type="http://schemas.openxmlformats.org/officeDocument/2006/relationships/image" Target="../media/image872.png"/><Relationship Id="rId59" Type="http://schemas.openxmlformats.org/officeDocument/2006/relationships/image" Target="../media/image893.png"/><Relationship Id="rId124" Type="http://schemas.openxmlformats.org/officeDocument/2006/relationships/customXml" Target="../ink/ink933.xml"/><Relationship Id="rId70" Type="http://schemas.openxmlformats.org/officeDocument/2006/relationships/customXml" Target="../ink/ink906.xml"/><Relationship Id="rId166" Type="http://schemas.openxmlformats.org/officeDocument/2006/relationships/customXml" Target="../ink/ink954.xml"/><Relationship Id="rId331" Type="http://schemas.openxmlformats.org/officeDocument/2006/relationships/image" Target="../media/image1028.png"/><Relationship Id="rId373" Type="http://schemas.openxmlformats.org/officeDocument/2006/relationships/image" Target="../media/image1049.png"/><Relationship Id="rId429" Type="http://schemas.openxmlformats.org/officeDocument/2006/relationships/image" Target="../media/image1076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979.png"/><Relationship Id="rId440" Type="http://schemas.openxmlformats.org/officeDocument/2006/relationships/customXml" Target="../ink/ink1091.xml"/><Relationship Id="rId28" Type="http://schemas.openxmlformats.org/officeDocument/2006/relationships/customXml" Target="../ink/ink885.xml"/><Relationship Id="rId275" Type="http://schemas.openxmlformats.org/officeDocument/2006/relationships/image" Target="../media/image1000.png"/><Relationship Id="rId300" Type="http://schemas.openxmlformats.org/officeDocument/2006/relationships/customXml" Target="../ink/ink1021.xml"/><Relationship Id="rId482" Type="http://schemas.openxmlformats.org/officeDocument/2006/relationships/customXml" Target="../ink/ink1112.xml"/><Relationship Id="rId81" Type="http://schemas.openxmlformats.org/officeDocument/2006/relationships/image" Target="../media/image904.png"/><Relationship Id="rId135" Type="http://schemas.openxmlformats.org/officeDocument/2006/relationships/image" Target="../media/image931.png"/><Relationship Id="rId177" Type="http://schemas.openxmlformats.org/officeDocument/2006/relationships/image" Target="../media/image952.png"/><Relationship Id="rId342" Type="http://schemas.openxmlformats.org/officeDocument/2006/relationships/customXml" Target="../ink/ink1042.xml"/><Relationship Id="rId384" Type="http://schemas.openxmlformats.org/officeDocument/2006/relationships/customXml" Target="../ink/ink1063.xml"/><Relationship Id="rId202" Type="http://schemas.openxmlformats.org/officeDocument/2006/relationships/customXml" Target="../ink/ink972.xml"/><Relationship Id="rId244" Type="http://schemas.openxmlformats.org/officeDocument/2006/relationships/customXml" Target="../ink/ink993.xml"/><Relationship Id="rId39" Type="http://schemas.openxmlformats.org/officeDocument/2006/relationships/image" Target="../media/image883.png"/><Relationship Id="rId286" Type="http://schemas.openxmlformats.org/officeDocument/2006/relationships/customXml" Target="../ink/ink1014.xml"/><Relationship Id="rId451" Type="http://schemas.openxmlformats.org/officeDocument/2006/relationships/image" Target="../media/image1086.png"/><Relationship Id="rId493" Type="http://schemas.openxmlformats.org/officeDocument/2006/relationships/image" Target="../media/image1107.png"/><Relationship Id="rId507" Type="http://schemas.openxmlformats.org/officeDocument/2006/relationships/image" Target="../media/image1114.png"/><Relationship Id="rId50" Type="http://schemas.openxmlformats.org/officeDocument/2006/relationships/customXml" Target="../ink/ink896.xml"/><Relationship Id="rId104" Type="http://schemas.openxmlformats.org/officeDocument/2006/relationships/customXml" Target="../ink/ink923.xml"/><Relationship Id="rId146" Type="http://schemas.openxmlformats.org/officeDocument/2006/relationships/customXml" Target="../ink/ink944.xml"/><Relationship Id="rId188" Type="http://schemas.openxmlformats.org/officeDocument/2006/relationships/customXml" Target="../ink/ink965.xml"/><Relationship Id="rId311" Type="http://schemas.openxmlformats.org/officeDocument/2006/relationships/image" Target="../media/image1018.png"/><Relationship Id="rId353" Type="http://schemas.openxmlformats.org/officeDocument/2006/relationships/image" Target="../media/image1039.png"/><Relationship Id="rId395" Type="http://schemas.openxmlformats.org/officeDocument/2006/relationships/image" Target="../media/image1060.png"/><Relationship Id="rId409" Type="http://schemas.openxmlformats.org/officeDocument/2006/relationships/image" Target="../media/image624.png"/><Relationship Id="rId92" Type="http://schemas.openxmlformats.org/officeDocument/2006/relationships/customXml" Target="../ink/ink917.xml"/><Relationship Id="rId213" Type="http://schemas.openxmlformats.org/officeDocument/2006/relationships/image" Target="../media/image970.png"/><Relationship Id="rId420" Type="http://schemas.openxmlformats.org/officeDocument/2006/relationships/customXml" Target="../ink/ink1081.xml"/><Relationship Id="rId255" Type="http://schemas.openxmlformats.org/officeDocument/2006/relationships/image" Target="../media/image990.png"/><Relationship Id="rId297" Type="http://schemas.openxmlformats.org/officeDocument/2006/relationships/image" Target="../media/image1011.png"/><Relationship Id="rId462" Type="http://schemas.openxmlformats.org/officeDocument/2006/relationships/customXml" Target="../ink/ink1102.xml"/><Relationship Id="rId115" Type="http://schemas.openxmlformats.org/officeDocument/2006/relationships/image" Target="../media/image921.png"/><Relationship Id="rId157" Type="http://schemas.openxmlformats.org/officeDocument/2006/relationships/image" Target="../media/image942.png"/><Relationship Id="rId322" Type="http://schemas.openxmlformats.org/officeDocument/2006/relationships/customXml" Target="../ink/ink1032.xml"/><Relationship Id="rId364" Type="http://schemas.openxmlformats.org/officeDocument/2006/relationships/customXml" Target="../ink/ink1053.xml"/><Relationship Id="rId61" Type="http://schemas.openxmlformats.org/officeDocument/2006/relationships/image" Target="../media/image894.png"/><Relationship Id="rId199" Type="http://schemas.openxmlformats.org/officeDocument/2006/relationships/image" Target="../media/image963.png"/><Relationship Id="rId19" Type="http://schemas.openxmlformats.org/officeDocument/2006/relationships/image" Target="../media/image873.png"/><Relationship Id="rId224" Type="http://schemas.openxmlformats.org/officeDocument/2006/relationships/customXml" Target="../ink/ink983.xml"/><Relationship Id="rId266" Type="http://schemas.openxmlformats.org/officeDocument/2006/relationships/customXml" Target="../ink/ink1004.xml"/><Relationship Id="rId431" Type="http://schemas.openxmlformats.org/officeDocument/2006/relationships/image" Target="../media/image1077.png"/><Relationship Id="rId473" Type="http://schemas.openxmlformats.org/officeDocument/2006/relationships/image" Target="../media/image1097.png"/><Relationship Id="rId30" Type="http://schemas.openxmlformats.org/officeDocument/2006/relationships/customXml" Target="../ink/ink886.xml"/><Relationship Id="rId126" Type="http://schemas.openxmlformats.org/officeDocument/2006/relationships/customXml" Target="../ink/ink934.xml"/><Relationship Id="rId168" Type="http://schemas.openxmlformats.org/officeDocument/2006/relationships/customXml" Target="../ink/ink955.xml"/><Relationship Id="rId333" Type="http://schemas.openxmlformats.org/officeDocument/2006/relationships/image" Target="../media/image1029.png"/><Relationship Id="rId72" Type="http://schemas.openxmlformats.org/officeDocument/2006/relationships/customXml" Target="../ink/ink907.xml"/><Relationship Id="rId375" Type="http://schemas.openxmlformats.org/officeDocument/2006/relationships/image" Target="../media/image1050.png"/><Relationship Id="rId3" Type="http://schemas.openxmlformats.org/officeDocument/2006/relationships/image" Target="../media/image865.png"/><Relationship Id="rId235" Type="http://schemas.openxmlformats.org/officeDocument/2006/relationships/image" Target="../media/image980.png"/><Relationship Id="rId277" Type="http://schemas.openxmlformats.org/officeDocument/2006/relationships/image" Target="../media/image1001.png"/><Relationship Id="rId400" Type="http://schemas.openxmlformats.org/officeDocument/2006/relationships/customXml" Target="../ink/ink1071.xml"/><Relationship Id="rId442" Type="http://schemas.openxmlformats.org/officeDocument/2006/relationships/customXml" Target="../ink/ink1092.xml"/><Relationship Id="rId484" Type="http://schemas.openxmlformats.org/officeDocument/2006/relationships/customXml" Target="../ink/ink1113.xml"/><Relationship Id="rId137" Type="http://schemas.openxmlformats.org/officeDocument/2006/relationships/image" Target="../media/image932.png"/><Relationship Id="rId302" Type="http://schemas.openxmlformats.org/officeDocument/2006/relationships/customXml" Target="../ink/ink1022.xml"/><Relationship Id="rId344" Type="http://schemas.openxmlformats.org/officeDocument/2006/relationships/customXml" Target="../ink/ink1043.xml"/><Relationship Id="rId41" Type="http://schemas.openxmlformats.org/officeDocument/2006/relationships/image" Target="../media/image884.png"/><Relationship Id="rId83" Type="http://schemas.openxmlformats.org/officeDocument/2006/relationships/image" Target="../media/image905.png"/><Relationship Id="rId179" Type="http://schemas.openxmlformats.org/officeDocument/2006/relationships/image" Target="../media/image953.png"/><Relationship Id="rId386" Type="http://schemas.openxmlformats.org/officeDocument/2006/relationships/customXml" Target="../ink/ink1064.xml"/><Relationship Id="rId190" Type="http://schemas.openxmlformats.org/officeDocument/2006/relationships/customXml" Target="../ink/ink966.xml"/><Relationship Id="rId204" Type="http://schemas.openxmlformats.org/officeDocument/2006/relationships/customXml" Target="../ink/ink973.xml"/><Relationship Id="rId246" Type="http://schemas.openxmlformats.org/officeDocument/2006/relationships/customXml" Target="../ink/ink994.xml"/><Relationship Id="rId288" Type="http://schemas.openxmlformats.org/officeDocument/2006/relationships/customXml" Target="../ink/ink1015.xml"/><Relationship Id="rId411" Type="http://schemas.openxmlformats.org/officeDocument/2006/relationships/image" Target="../media/image1067.png"/><Relationship Id="rId453" Type="http://schemas.openxmlformats.org/officeDocument/2006/relationships/image" Target="../media/image1087.png"/><Relationship Id="rId509" Type="http://schemas.openxmlformats.org/officeDocument/2006/relationships/image" Target="../media/image1115.png"/><Relationship Id="rId106" Type="http://schemas.openxmlformats.org/officeDocument/2006/relationships/customXml" Target="../ink/ink924.xml"/><Relationship Id="rId313" Type="http://schemas.openxmlformats.org/officeDocument/2006/relationships/image" Target="../media/image1019.png"/><Relationship Id="rId495" Type="http://schemas.openxmlformats.org/officeDocument/2006/relationships/image" Target="../media/image1108.png"/><Relationship Id="rId10" Type="http://schemas.openxmlformats.org/officeDocument/2006/relationships/customXml" Target="../ink/ink876.xml"/><Relationship Id="rId52" Type="http://schemas.openxmlformats.org/officeDocument/2006/relationships/customXml" Target="../ink/ink897.xml"/><Relationship Id="rId94" Type="http://schemas.openxmlformats.org/officeDocument/2006/relationships/customXml" Target="../ink/ink918.xml"/><Relationship Id="rId148" Type="http://schemas.openxmlformats.org/officeDocument/2006/relationships/customXml" Target="../ink/ink945.xml"/><Relationship Id="rId355" Type="http://schemas.openxmlformats.org/officeDocument/2006/relationships/image" Target="../media/image1040.png"/><Relationship Id="rId397" Type="http://schemas.openxmlformats.org/officeDocument/2006/relationships/image" Target="../media/image1061.png"/><Relationship Id="rId215" Type="http://schemas.openxmlformats.org/officeDocument/2006/relationships/image" Target="../media/image971.png"/><Relationship Id="rId257" Type="http://schemas.openxmlformats.org/officeDocument/2006/relationships/image" Target="../media/image991.png"/><Relationship Id="rId422" Type="http://schemas.openxmlformats.org/officeDocument/2006/relationships/customXml" Target="../ink/ink1082.xml"/><Relationship Id="rId464" Type="http://schemas.openxmlformats.org/officeDocument/2006/relationships/customXml" Target="../ink/ink1103.xml"/><Relationship Id="rId299" Type="http://schemas.openxmlformats.org/officeDocument/2006/relationships/image" Target="../media/image1012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76.png"/><Relationship Id="rId21" Type="http://schemas.openxmlformats.org/officeDocument/2006/relationships/image" Target="../media/image1128.png"/><Relationship Id="rId42" Type="http://schemas.openxmlformats.org/officeDocument/2006/relationships/customXml" Target="../ink/ink1149.xml"/><Relationship Id="rId63" Type="http://schemas.openxmlformats.org/officeDocument/2006/relationships/image" Target="../media/image1149.png"/><Relationship Id="rId84" Type="http://schemas.openxmlformats.org/officeDocument/2006/relationships/customXml" Target="../ink/ink1170.xml"/><Relationship Id="rId138" Type="http://schemas.openxmlformats.org/officeDocument/2006/relationships/customXml" Target="../ink/ink1197.xml"/><Relationship Id="rId159" Type="http://schemas.openxmlformats.org/officeDocument/2006/relationships/image" Target="../media/image1197.png"/><Relationship Id="rId170" Type="http://schemas.openxmlformats.org/officeDocument/2006/relationships/customXml" Target="../ink/ink1213.xml"/><Relationship Id="rId191" Type="http://schemas.openxmlformats.org/officeDocument/2006/relationships/image" Target="../media/image1213.png"/><Relationship Id="rId205" Type="http://schemas.openxmlformats.org/officeDocument/2006/relationships/image" Target="../media/image1220.png"/><Relationship Id="rId226" Type="http://schemas.openxmlformats.org/officeDocument/2006/relationships/customXml" Target="../ink/ink1241.xml"/><Relationship Id="rId107" Type="http://schemas.openxmlformats.org/officeDocument/2006/relationships/image" Target="../media/image1171.png"/><Relationship Id="rId11" Type="http://schemas.openxmlformats.org/officeDocument/2006/relationships/image" Target="../media/image1123.png"/><Relationship Id="rId32" Type="http://schemas.openxmlformats.org/officeDocument/2006/relationships/customXml" Target="../ink/ink1144.xml"/><Relationship Id="rId53" Type="http://schemas.openxmlformats.org/officeDocument/2006/relationships/image" Target="../media/image1144.png"/><Relationship Id="rId74" Type="http://schemas.openxmlformats.org/officeDocument/2006/relationships/customXml" Target="../ink/ink1165.xml"/><Relationship Id="rId128" Type="http://schemas.openxmlformats.org/officeDocument/2006/relationships/customXml" Target="../ink/ink1192.xml"/><Relationship Id="rId149" Type="http://schemas.openxmlformats.org/officeDocument/2006/relationships/image" Target="../media/image1192.png"/><Relationship Id="rId5" Type="http://schemas.openxmlformats.org/officeDocument/2006/relationships/image" Target="../media/image1120.png"/><Relationship Id="rId95" Type="http://schemas.openxmlformats.org/officeDocument/2006/relationships/image" Target="../media/image1165.png"/><Relationship Id="rId160" Type="http://schemas.openxmlformats.org/officeDocument/2006/relationships/customXml" Target="../ink/ink1208.xml"/><Relationship Id="rId181" Type="http://schemas.openxmlformats.org/officeDocument/2006/relationships/image" Target="../media/image1208.png"/><Relationship Id="rId216" Type="http://schemas.openxmlformats.org/officeDocument/2006/relationships/customXml" Target="../ink/ink1236.xml"/><Relationship Id="rId237" Type="http://schemas.openxmlformats.org/officeDocument/2006/relationships/image" Target="../media/image1236.png"/><Relationship Id="rId22" Type="http://schemas.openxmlformats.org/officeDocument/2006/relationships/customXml" Target="../ink/ink1139.xml"/><Relationship Id="rId43" Type="http://schemas.openxmlformats.org/officeDocument/2006/relationships/image" Target="../media/image1139.png"/><Relationship Id="rId64" Type="http://schemas.openxmlformats.org/officeDocument/2006/relationships/customXml" Target="../ink/ink1160.xml"/><Relationship Id="rId118" Type="http://schemas.openxmlformats.org/officeDocument/2006/relationships/customXml" Target="../ink/ink1187.xml"/><Relationship Id="rId139" Type="http://schemas.openxmlformats.org/officeDocument/2006/relationships/image" Target="../media/image1187.png"/><Relationship Id="rId85" Type="http://schemas.openxmlformats.org/officeDocument/2006/relationships/image" Target="../media/image1160.png"/><Relationship Id="rId150" Type="http://schemas.openxmlformats.org/officeDocument/2006/relationships/customXml" Target="../ink/ink1203.xml"/><Relationship Id="rId171" Type="http://schemas.openxmlformats.org/officeDocument/2006/relationships/image" Target="../media/image1203.png"/><Relationship Id="rId192" Type="http://schemas.openxmlformats.org/officeDocument/2006/relationships/customXml" Target="../ink/ink1224.xml"/><Relationship Id="rId206" Type="http://schemas.openxmlformats.org/officeDocument/2006/relationships/customXml" Target="../ink/ink1231.xml"/><Relationship Id="rId227" Type="http://schemas.openxmlformats.org/officeDocument/2006/relationships/image" Target="../media/image1231.png"/><Relationship Id="rId12" Type="http://schemas.openxmlformats.org/officeDocument/2006/relationships/customXml" Target="../ink/ink1134.xml"/><Relationship Id="rId33" Type="http://schemas.openxmlformats.org/officeDocument/2006/relationships/image" Target="../media/image1134.png"/><Relationship Id="rId108" Type="http://schemas.openxmlformats.org/officeDocument/2006/relationships/customXml" Target="../ink/ink1182.xml"/><Relationship Id="rId129" Type="http://schemas.openxmlformats.org/officeDocument/2006/relationships/image" Target="../media/image1182.png"/><Relationship Id="rId54" Type="http://schemas.openxmlformats.org/officeDocument/2006/relationships/customXml" Target="../ink/ink1155.xml"/><Relationship Id="rId75" Type="http://schemas.openxmlformats.org/officeDocument/2006/relationships/image" Target="../media/image1155.png"/><Relationship Id="rId96" Type="http://schemas.openxmlformats.org/officeDocument/2006/relationships/customXml" Target="../ink/ink1176.xml"/><Relationship Id="rId140" Type="http://schemas.openxmlformats.org/officeDocument/2006/relationships/customXml" Target="../ink/ink1198.xml"/><Relationship Id="rId161" Type="http://schemas.openxmlformats.org/officeDocument/2006/relationships/image" Target="../media/image1198.png"/><Relationship Id="rId182" Type="http://schemas.openxmlformats.org/officeDocument/2006/relationships/customXml" Target="../ink/ink1219.xml"/><Relationship Id="rId217" Type="http://schemas.openxmlformats.org/officeDocument/2006/relationships/image" Target="../media/image1226.png"/><Relationship Id="rId6" Type="http://schemas.openxmlformats.org/officeDocument/2006/relationships/customXml" Target="../ink/ink1131.xml"/><Relationship Id="rId238" Type="http://schemas.openxmlformats.org/officeDocument/2006/relationships/customXml" Target="../ink/ink1247.xml"/><Relationship Id="rId23" Type="http://schemas.openxmlformats.org/officeDocument/2006/relationships/image" Target="../media/image1129.png"/><Relationship Id="rId119" Type="http://schemas.openxmlformats.org/officeDocument/2006/relationships/image" Target="../media/image1177.png"/><Relationship Id="rId44" Type="http://schemas.openxmlformats.org/officeDocument/2006/relationships/customXml" Target="../ink/ink1150.xml"/><Relationship Id="rId65" Type="http://schemas.openxmlformats.org/officeDocument/2006/relationships/image" Target="../media/image1150.png"/><Relationship Id="rId86" Type="http://schemas.openxmlformats.org/officeDocument/2006/relationships/customXml" Target="../ink/ink1171.xml"/><Relationship Id="rId130" Type="http://schemas.openxmlformats.org/officeDocument/2006/relationships/customXml" Target="../ink/ink1193.xml"/><Relationship Id="rId151" Type="http://schemas.openxmlformats.org/officeDocument/2006/relationships/image" Target="../media/image1193.png"/><Relationship Id="rId172" Type="http://schemas.openxmlformats.org/officeDocument/2006/relationships/customXml" Target="../ink/ink1214.xml"/><Relationship Id="rId193" Type="http://schemas.openxmlformats.org/officeDocument/2006/relationships/image" Target="../media/image1214.png"/><Relationship Id="rId207" Type="http://schemas.openxmlformats.org/officeDocument/2006/relationships/image" Target="../media/image1221.png"/><Relationship Id="rId228" Type="http://schemas.openxmlformats.org/officeDocument/2006/relationships/customXml" Target="../ink/ink1242.xml"/><Relationship Id="rId13" Type="http://schemas.openxmlformats.org/officeDocument/2006/relationships/image" Target="../media/image1124.png"/><Relationship Id="rId109" Type="http://schemas.openxmlformats.org/officeDocument/2006/relationships/image" Target="../media/image1172.png"/><Relationship Id="rId34" Type="http://schemas.openxmlformats.org/officeDocument/2006/relationships/customXml" Target="../ink/ink1145.xml"/><Relationship Id="rId55" Type="http://schemas.openxmlformats.org/officeDocument/2006/relationships/image" Target="../media/image1145.png"/><Relationship Id="rId76" Type="http://schemas.openxmlformats.org/officeDocument/2006/relationships/customXml" Target="../ink/ink1166.xml"/><Relationship Id="rId97" Type="http://schemas.openxmlformats.org/officeDocument/2006/relationships/image" Target="../media/image1166.png"/><Relationship Id="rId120" Type="http://schemas.openxmlformats.org/officeDocument/2006/relationships/customXml" Target="../ink/ink1188.xml"/><Relationship Id="rId141" Type="http://schemas.openxmlformats.org/officeDocument/2006/relationships/image" Target="../media/image1188.png"/><Relationship Id="rId7" Type="http://schemas.openxmlformats.org/officeDocument/2006/relationships/image" Target="../media/image1121.png"/><Relationship Id="rId162" Type="http://schemas.openxmlformats.org/officeDocument/2006/relationships/customXml" Target="../ink/ink1209.xml"/><Relationship Id="rId183" Type="http://schemas.openxmlformats.org/officeDocument/2006/relationships/image" Target="../media/image1209.png"/><Relationship Id="rId218" Type="http://schemas.openxmlformats.org/officeDocument/2006/relationships/customXml" Target="../ink/ink1237.xml"/><Relationship Id="rId239" Type="http://schemas.openxmlformats.org/officeDocument/2006/relationships/image" Target="../media/image1237.png"/><Relationship Id="rId24" Type="http://schemas.openxmlformats.org/officeDocument/2006/relationships/customXml" Target="../ink/ink1140.xml"/><Relationship Id="rId45" Type="http://schemas.openxmlformats.org/officeDocument/2006/relationships/image" Target="../media/image1140.png"/><Relationship Id="rId66" Type="http://schemas.openxmlformats.org/officeDocument/2006/relationships/customXml" Target="../ink/ink1161.xml"/><Relationship Id="rId87" Type="http://schemas.openxmlformats.org/officeDocument/2006/relationships/image" Target="../media/image1161.png"/><Relationship Id="rId110" Type="http://schemas.openxmlformats.org/officeDocument/2006/relationships/customXml" Target="../ink/ink1183.xml"/><Relationship Id="rId131" Type="http://schemas.openxmlformats.org/officeDocument/2006/relationships/image" Target="../media/image1183.png"/><Relationship Id="rId152" Type="http://schemas.openxmlformats.org/officeDocument/2006/relationships/customXml" Target="../ink/ink1204.xml"/><Relationship Id="rId173" Type="http://schemas.openxmlformats.org/officeDocument/2006/relationships/image" Target="../media/image1204.png"/><Relationship Id="rId194" Type="http://schemas.openxmlformats.org/officeDocument/2006/relationships/customXml" Target="../ink/ink1225.xml"/><Relationship Id="rId208" Type="http://schemas.openxmlformats.org/officeDocument/2006/relationships/customXml" Target="../ink/ink1232.xml"/><Relationship Id="rId229" Type="http://schemas.openxmlformats.org/officeDocument/2006/relationships/image" Target="../media/image1232.png"/><Relationship Id="rId240" Type="http://schemas.openxmlformats.org/officeDocument/2006/relationships/customXml" Target="../ink/ink1248.xml"/><Relationship Id="rId14" Type="http://schemas.openxmlformats.org/officeDocument/2006/relationships/customXml" Target="../ink/ink1135.xml"/><Relationship Id="rId35" Type="http://schemas.openxmlformats.org/officeDocument/2006/relationships/image" Target="../media/image1135.png"/><Relationship Id="rId56" Type="http://schemas.openxmlformats.org/officeDocument/2006/relationships/customXml" Target="../ink/ink1156.xml"/><Relationship Id="rId77" Type="http://schemas.openxmlformats.org/officeDocument/2006/relationships/image" Target="../media/image1156.png"/><Relationship Id="rId100" Type="http://schemas.openxmlformats.org/officeDocument/2006/relationships/customXml" Target="../ink/ink1178.xml"/><Relationship Id="rId8" Type="http://schemas.openxmlformats.org/officeDocument/2006/relationships/customXml" Target="../ink/ink1132.xml"/><Relationship Id="rId98" Type="http://schemas.openxmlformats.org/officeDocument/2006/relationships/customXml" Target="../ink/ink1177.xml"/><Relationship Id="rId121" Type="http://schemas.openxmlformats.org/officeDocument/2006/relationships/image" Target="../media/image1178.png"/><Relationship Id="rId142" Type="http://schemas.openxmlformats.org/officeDocument/2006/relationships/customXml" Target="../ink/ink1199.xml"/><Relationship Id="rId163" Type="http://schemas.openxmlformats.org/officeDocument/2006/relationships/image" Target="../media/image1199.png"/><Relationship Id="rId184" Type="http://schemas.openxmlformats.org/officeDocument/2006/relationships/customXml" Target="../ink/ink1220.xml"/><Relationship Id="rId219" Type="http://schemas.openxmlformats.org/officeDocument/2006/relationships/image" Target="../media/image1227.png"/><Relationship Id="rId230" Type="http://schemas.openxmlformats.org/officeDocument/2006/relationships/customXml" Target="../ink/ink1243.xml"/><Relationship Id="rId25" Type="http://schemas.openxmlformats.org/officeDocument/2006/relationships/image" Target="../media/image1130.png"/><Relationship Id="rId46" Type="http://schemas.openxmlformats.org/officeDocument/2006/relationships/customXml" Target="../ink/ink1151.xml"/><Relationship Id="rId67" Type="http://schemas.openxmlformats.org/officeDocument/2006/relationships/image" Target="../media/image1151.png"/><Relationship Id="rId88" Type="http://schemas.openxmlformats.org/officeDocument/2006/relationships/customXml" Target="../ink/ink1172.xml"/><Relationship Id="rId111" Type="http://schemas.openxmlformats.org/officeDocument/2006/relationships/image" Target="../media/image1173.png"/><Relationship Id="rId132" Type="http://schemas.openxmlformats.org/officeDocument/2006/relationships/customXml" Target="../ink/ink1194.xml"/><Relationship Id="rId153" Type="http://schemas.openxmlformats.org/officeDocument/2006/relationships/image" Target="../media/image1194.png"/><Relationship Id="rId174" Type="http://schemas.openxmlformats.org/officeDocument/2006/relationships/customXml" Target="../ink/ink1215.xml"/><Relationship Id="rId195" Type="http://schemas.openxmlformats.org/officeDocument/2006/relationships/image" Target="../media/image1215.png"/><Relationship Id="rId209" Type="http://schemas.openxmlformats.org/officeDocument/2006/relationships/image" Target="../media/image1222.png"/><Relationship Id="rId220" Type="http://schemas.openxmlformats.org/officeDocument/2006/relationships/customXml" Target="../ink/ink1238.xml"/><Relationship Id="rId241" Type="http://schemas.openxmlformats.org/officeDocument/2006/relationships/image" Target="../media/image1238.png"/><Relationship Id="rId15" Type="http://schemas.openxmlformats.org/officeDocument/2006/relationships/image" Target="../media/image1125.png"/><Relationship Id="rId36" Type="http://schemas.openxmlformats.org/officeDocument/2006/relationships/customXml" Target="../ink/ink1146.xml"/><Relationship Id="rId57" Type="http://schemas.openxmlformats.org/officeDocument/2006/relationships/image" Target="../media/image1146.png"/><Relationship Id="rId106" Type="http://schemas.openxmlformats.org/officeDocument/2006/relationships/customXml" Target="../ink/ink1181.xml"/><Relationship Id="rId127" Type="http://schemas.openxmlformats.org/officeDocument/2006/relationships/image" Target="../media/image1181.png"/><Relationship Id="rId10" Type="http://schemas.openxmlformats.org/officeDocument/2006/relationships/customXml" Target="../ink/ink1133.xml"/><Relationship Id="rId31" Type="http://schemas.openxmlformats.org/officeDocument/2006/relationships/image" Target="../media/image1133.png"/><Relationship Id="rId52" Type="http://schemas.openxmlformats.org/officeDocument/2006/relationships/customXml" Target="../ink/ink1154.xml"/><Relationship Id="rId73" Type="http://schemas.openxmlformats.org/officeDocument/2006/relationships/image" Target="../media/image1154.png"/><Relationship Id="rId78" Type="http://schemas.openxmlformats.org/officeDocument/2006/relationships/customXml" Target="../ink/ink1167.xml"/><Relationship Id="rId94" Type="http://schemas.openxmlformats.org/officeDocument/2006/relationships/customXml" Target="../ink/ink1175.xml"/><Relationship Id="rId99" Type="http://schemas.openxmlformats.org/officeDocument/2006/relationships/image" Target="../media/image1167.png"/><Relationship Id="rId101" Type="http://schemas.openxmlformats.org/officeDocument/2006/relationships/image" Target="../media/image1168.png"/><Relationship Id="rId122" Type="http://schemas.openxmlformats.org/officeDocument/2006/relationships/customXml" Target="../ink/ink1189.xml"/><Relationship Id="rId143" Type="http://schemas.openxmlformats.org/officeDocument/2006/relationships/image" Target="../media/image1189.png"/><Relationship Id="rId148" Type="http://schemas.openxmlformats.org/officeDocument/2006/relationships/customXml" Target="../ink/ink1202.xml"/><Relationship Id="rId164" Type="http://schemas.openxmlformats.org/officeDocument/2006/relationships/customXml" Target="../ink/ink1210.xml"/><Relationship Id="rId169" Type="http://schemas.openxmlformats.org/officeDocument/2006/relationships/image" Target="../media/image1202.png"/><Relationship Id="rId185" Type="http://schemas.openxmlformats.org/officeDocument/2006/relationships/image" Target="../media/image1210.png"/><Relationship Id="rId4" Type="http://schemas.openxmlformats.org/officeDocument/2006/relationships/customXml" Target="../ink/ink1130.xml"/><Relationship Id="rId9" Type="http://schemas.openxmlformats.org/officeDocument/2006/relationships/image" Target="../media/image1122.png"/><Relationship Id="rId180" Type="http://schemas.openxmlformats.org/officeDocument/2006/relationships/customXml" Target="../ink/ink1218.xml"/><Relationship Id="rId210" Type="http://schemas.openxmlformats.org/officeDocument/2006/relationships/customXml" Target="../ink/ink1233.xml"/><Relationship Id="rId215" Type="http://schemas.openxmlformats.org/officeDocument/2006/relationships/image" Target="../media/image1225.png"/><Relationship Id="rId236" Type="http://schemas.openxmlformats.org/officeDocument/2006/relationships/customXml" Target="../ink/ink1246.xml"/><Relationship Id="rId26" Type="http://schemas.openxmlformats.org/officeDocument/2006/relationships/customXml" Target="../ink/ink1141.xml"/><Relationship Id="rId231" Type="http://schemas.openxmlformats.org/officeDocument/2006/relationships/image" Target="../media/image1233.png"/><Relationship Id="rId47" Type="http://schemas.openxmlformats.org/officeDocument/2006/relationships/image" Target="../media/image1141.png"/><Relationship Id="rId68" Type="http://schemas.openxmlformats.org/officeDocument/2006/relationships/customXml" Target="../ink/ink1162.xml"/><Relationship Id="rId89" Type="http://schemas.openxmlformats.org/officeDocument/2006/relationships/image" Target="../media/image1162.png"/><Relationship Id="rId112" Type="http://schemas.openxmlformats.org/officeDocument/2006/relationships/customXml" Target="../ink/ink1184.xml"/><Relationship Id="rId133" Type="http://schemas.openxmlformats.org/officeDocument/2006/relationships/image" Target="../media/image1184.png"/><Relationship Id="rId154" Type="http://schemas.openxmlformats.org/officeDocument/2006/relationships/customXml" Target="../ink/ink1205.xml"/><Relationship Id="rId175" Type="http://schemas.openxmlformats.org/officeDocument/2006/relationships/image" Target="../media/image1205.png"/><Relationship Id="rId196" Type="http://schemas.openxmlformats.org/officeDocument/2006/relationships/customXml" Target="../ink/ink1226.xml"/><Relationship Id="rId200" Type="http://schemas.openxmlformats.org/officeDocument/2006/relationships/customXml" Target="../ink/ink1228.xml"/><Relationship Id="rId16" Type="http://schemas.openxmlformats.org/officeDocument/2006/relationships/customXml" Target="../ink/ink1136.xml"/><Relationship Id="rId221" Type="http://schemas.openxmlformats.org/officeDocument/2006/relationships/image" Target="../media/image1228.png"/><Relationship Id="rId37" Type="http://schemas.openxmlformats.org/officeDocument/2006/relationships/image" Target="../media/image1136.png"/><Relationship Id="rId58" Type="http://schemas.openxmlformats.org/officeDocument/2006/relationships/customXml" Target="../ink/ink1157.xml"/><Relationship Id="rId79" Type="http://schemas.openxmlformats.org/officeDocument/2006/relationships/image" Target="../media/image1157.png"/><Relationship Id="rId102" Type="http://schemas.openxmlformats.org/officeDocument/2006/relationships/customXml" Target="../ink/ink1179.xml"/><Relationship Id="rId123" Type="http://schemas.openxmlformats.org/officeDocument/2006/relationships/image" Target="../media/image1179.png"/><Relationship Id="rId144" Type="http://schemas.openxmlformats.org/officeDocument/2006/relationships/customXml" Target="../ink/ink1200.xml"/><Relationship Id="rId90" Type="http://schemas.openxmlformats.org/officeDocument/2006/relationships/customXml" Target="../ink/ink1173.xml"/><Relationship Id="rId165" Type="http://schemas.openxmlformats.org/officeDocument/2006/relationships/image" Target="../media/image1200.png"/><Relationship Id="rId186" Type="http://schemas.openxmlformats.org/officeDocument/2006/relationships/customXml" Target="../ink/ink1221.xml"/><Relationship Id="rId211" Type="http://schemas.openxmlformats.org/officeDocument/2006/relationships/image" Target="../media/image1223.png"/><Relationship Id="rId232" Type="http://schemas.openxmlformats.org/officeDocument/2006/relationships/customXml" Target="../ink/ink1244.xml"/><Relationship Id="rId27" Type="http://schemas.openxmlformats.org/officeDocument/2006/relationships/image" Target="../media/image1131.png"/><Relationship Id="rId48" Type="http://schemas.openxmlformats.org/officeDocument/2006/relationships/customXml" Target="../ink/ink1152.xml"/><Relationship Id="rId69" Type="http://schemas.openxmlformats.org/officeDocument/2006/relationships/image" Target="../media/image1152.png"/><Relationship Id="rId113" Type="http://schemas.openxmlformats.org/officeDocument/2006/relationships/image" Target="../media/image1174.png"/><Relationship Id="rId134" Type="http://schemas.openxmlformats.org/officeDocument/2006/relationships/customXml" Target="../ink/ink1195.xml"/><Relationship Id="rId80" Type="http://schemas.openxmlformats.org/officeDocument/2006/relationships/customXml" Target="../ink/ink1168.xml"/><Relationship Id="rId155" Type="http://schemas.openxmlformats.org/officeDocument/2006/relationships/image" Target="../media/image1195.png"/><Relationship Id="rId176" Type="http://schemas.openxmlformats.org/officeDocument/2006/relationships/customXml" Target="../ink/ink1216.xml"/><Relationship Id="rId197" Type="http://schemas.openxmlformats.org/officeDocument/2006/relationships/image" Target="../media/image1216.png"/><Relationship Id="rId201" Type="http://schemas.openxmlformats.org/officeDocument/2006/relationships/image" Target="../media/image1218.png"/><Relationship Id="rId222" Type="http://schemas.openxmlformats.org/officeDocument/2006/relationships/customXml" Target="../ink/ink1239.xml"/><Relationship Id="rId17" Type="http://schemas.openxmlformats.org/officeDocument/2006/relationships/image" Target="../media/image1126.png"/><Relationship Id="rId38" Type="http://schemas.openxmlformats.org/officeDocument/2006/relationships/customXml" Target="../ink/ink1147.xml"/><Relationship Id="rId59" Type="http://schemas.openxmlformats.org/officeDocument/2006/relationships/image" Target="../media/image1147.png"/><Relationship Id="rId103" Type="http://schemas.openxmlformats.org/officeDocument/2006/relationships/image" Target="../media/image1169.png"/><Relationship Id="rId124" Type="http://schemas.openxmlformats.org/officeDocument/2006/relationships/customXml" Target="../ink/ink1190.xml"/><Relationship Id="rId70" Type="http://schemas.openxmlformats.org/officeDocument/2006/relationships/customXml" Target="../ink/ink1163.xml"/><Relationship Id="rId91" Type="http://schemas.openxmlformats.org/officeDocument/2006/relationships/image" Target="../media/image1163.png"/><Relationship Id="rId145" Type="http://schemas.openxmlformats.org/officeDocument/2006/relationships/image" Target="../media/image1190.png"/><Relationship Id="rId166" Type="http://schemas.openxmlformats.org/officeDocument/2006/relationships/customXml" Target="../ink/ink1211.xml"/><Relationship Id="rId187" Type="http://schemas.openxmlformats.org/officeDocument/2006/relationships/image" Target="../media/image1211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234.xml"/><Relationship Id="rId233" Type="http://schemas.openxmlformats.org/officeDocument/2006/relationships/image" Target="../media/image1234.png"/><Relationship Id="rId28" Type="http://schemas.openxmlformats.org/officeDocument/2006/relationships/customXml" Target="../ink/ink1142.xml"/><Relationship Id="rId49" Type="http://schemas.openxmlformats.org/officeDocument/2006/relationships/image" Target="../media/image1142.png"/><Relationship Id="rId114" Type="http://schemas.openxmlformats.org/officeDocument/2006/relationships/customXml" Target="../ink/ink1185.xml"/><Relationship Id="rId60" Type="http://schemas.openxmlformats.org/officeDocument/2006/relationships/customXml" Target="../ink/ink1158.xml"/><Relationship Id="rId81" Type="http://schemas.openxmlformats.org/officeDocument/2006/relationships/image" Target="../media/image1158.png"/><Relationship Id="rId135" Type="http://schemas.openxmlformats.org/officeDocument/2006/relationships/image" Target="../media/image1185.png"/><Relationship Id="rId156" Type="http://schemas.openxmlformats.org/officeDocument/2006/relationships/customXml" Target="../ink/ink1206.xml"/><Relationship Id="rId177" Type="http://schemas.openxmlformats.org/officeDocument/2006/relationships/image" Target="../media/image1206.png"/><Relationship Id="rId198" Type="http://schemas.openxmlformats.org/officeDocument/2006/relationships/customXml" Target="../ink/ink1227.xml"/><Relationship Id="rId202" Type="http://schemas.openxmlformats.org/officeDocument/2006/relationships/customXml" Target="../ink/ink1229.xml"/><Relationship Id="rId223" Type="http://schemas.openxmlformats.org/officeDocument/2006/relationships/image" Target="../media/image1229.png"/><Relationship Id="rId18" Type="http://schemas.openxmlformats.org/officeDocument/2006/relationships/customXml" Target="../ink/ink1137.xml"/><Relationship Id="rId39" Type="http://schemas.openxmlformats.org/officeDocument/2006/relationships/image" Target="../media/image1137.png"/><Relationship Id="rId50" Type="http://schemas.openxmlformats.org/officeDocument/2006/relationships/customXml" Target="../ink/ink1153.xml"/><Relationship Id="rId104" Type="http://schemas.openxmlformats.org/officeDocument/2006/relationships/customXml" Target="../ink/ink1180.xml"/><Relationship Id="rId125" Type="http://schemas.openxmlformats.org/officeDocument/2006/relationships/image" Target="../media/image1180.png"/><Relationship Id="rId146" Type="http://schemas.openxmlformats.org/officeDocument/2006/relationships/customXml" Target="../ink/ink1201.xml"/><Relationship Id="rId167" Type="http://schemas.openxmlformats.org/officeDocument/2006/relationships/image" Target="../media/image1201.png"/><Relationship Id="rId188" Type="http://schemas.openxmlformats.org/officeDocument/2006/relationships/customXml" Target="../ink/ink1222.xml"/><Relationship Id="rId71" Type="http://schemas.openxmlformats.org/officeDocument/2006/relationships/image" Target="../media/image1153.png"/><Relationship Id="rId92" Type="http://schemas.openxmlformats.org/officeDocument/2006/relationships/customXml" Target="../ink/ink1174.xml"/><Relationship Id="rId213" Type="http://schemas.openxmlformats.org/officeDocument/2006/relationships/image" Target="../media/image1224.png"/><Relationship Id="rId234" Type="http://schemas.openxmlformats.org/officeDocument/2006/relationships/customXml" Target="../ink/ink1245.xml"/><Relationship Id="rId2" Type="http://schemas.openxmlformats.org/officeDocument/2006/relationships/customXml" Target="../ink/ink1129.xml"/><Relationship Id="rId29" Type="http://schemas.openxmlformats.org/officeDocument/2006/relationships/image" Target="../media/image1132.png"/><Relationship Id="rId40" Type="http://schemas.openxmlformats.org/officeDocument/2006/relationships/customXml" Target="../ink/ink1148.xml"/><Relationship Id="rId115" Type="http://schemas.openxmlformats.org/officeDocument/2006/relationships/image" Target="../media/image1175.png"/><Relationship Id="rId136" Type="http://schemas.openxmlformats.org/officeDocument/2006/relationships/customXml" Target="../ink/ink1196.xml"/><Relationship Id="rId157" Type="http://schemas.openxmlformats.org/officeDocument/2006/relationships/image" Target="../media/image1196.png"/><Relationship Id="rId178" Type="http://schemas.openxmlformats.org/officeDocument/2006/relationships/customXml" Target="../ink/ink1217.xml"/><Relationship Id="rId61" Type="http://schemas.openxmlformats.org/officeDocument/2006/relationships/image" Target="../media/image1148.png"/><Relationship Id="rId82" Type="http://schemas.openxmlformats.org/officeDocument/2006/relationships/customXml" Target="../ink/ink1169.xml"/><Relationship Id="rId199" Type="http://schemas.openxmlformats.org/officeDocument/2006/relationships/image" Target="../media/image1217.png"/><Relationship Id="rId203" Type="http://schemas.openxmlformats.org/officeDocument/2006/relationships/image" Target="../media/image1219.png"/><Relationship Id="rId19" Type="http://schemas.openxmlformats.org/officeDocument/2006/relationships/image" Target="../media/image1127.png"/><Relationship Id="rId224" Type="http://schemas.openxmlformats.org/officeDocument/2006/relationships/customXml" Target="../ink/ink1240.xml"/><Relationship Id="rId30" Type="http://schemas.openxmlformats.org/officeDocument/2006/relationships/customXml" Target="../ink/ink1143.xml"/><Relationship Id="rId105" Type="http://schemas.openxmlformats.org/officeDocument/2006/relationships/image" Target="../media/image1170.png"/><Relationship Id="rId126" Type="http://schemas.openxmlformats.org/officeDocument/2006/relationships/customXml" Target="../ink/ink1191.xml"/><Relationship Id="rId147" Type="http://schemas.openxmlformats.org/officeDocument/2006/relationships/image" Target="../media/image1191.png"/><Relationship Id="rId168" Type="http://schemas.openxmlformats.org/officeDocument/2006/relationships/customXml" Target="../ink/ink1212.xml"/><Relationship Id="rId51" Type="http://schemas.openxmlformats.org/officeDocument/2006/relationships/image" Target="../media/image1143.png"/><Relationship Id="rId72" Type="http://schemas.openxmlformats.org/officeDocument/2006/relationships/customXml" Target="../ink/ink1164.xml"/><Relationship Id="rId93" Type="http://schemas.openxmlformats.org/officeDocument/2006/relationships/image" Target="../media/image1164.png"/><Relationship Id="rId189" Type="http://schemas.openxmlformats.org/officeDocument/2006/relationships/image" Target="../media/image1212.png"/><Relationship Id="rId3" Type="http://schemas.openxmlformats.org/officeDocument/2006/relationships/image" Target="../media/image1119.png"/><Relationship Id="rId214" Type="http://schemas.openxmlformats.org/officeDocument/2006/relationships/customXml" Target="../ink/ink1235.xml"/><Relationship Id="rId235" Type="http://schemas.openxmlformats.org/officeDocument/2006/relationships/image" Target="../media/image1235.png"/><Relationship Id="rId116" Type="http://schemas.openxmlformats.org/officeDocument/2006/relationships/customXml" Target="../ink/ink1186.xml"/><Relationship Id="rId137" Type="http://schemas.openxmlformats.org/officeDocument/2006/relationships/image" Target="../media/image1186.png"/><Relationship Id="rId158" Type="http://schemas.openxmlformats.org/officeDocument/2006/relationships/customXml" Target="../ink/ink1207.xml"/><Relationship Id="rId20" Type="http://schemas.openxmlformats.org/officeDocument/2006/relationships/customXml" Target="../ink/ink1138.xml"/><Relationship Id="rId41" Type="http://schemas.openxmlformats.org/officeDocument/2006/relationships/image" Target="../media/image1138.png"/><Relationship Id="rId62" Type="http://schemas.openxmlformats.org/officeDocument/2006/relationships/customXml" Target="../ink/ink1159.xml"/><Relationship Id="rId83" Type="http://schemas.openxmlformats.org/officeDocument/2006/relationships/image" Target="../media/image1159.png"/><Relationship Id="rId179" Type="http://schemas.openxmlformats.org/officeDocument/2006/relationships/image" Target="../media/image1207.png"/><Relationship Id="rId190" Type="http://schemas.openxmlformats.org/officeDocument/2006/relationships/customXml" Target="../ink/ink1223.xml"/><Relationship Id="rId204" Type="http://schemas.openxmlformats.org/officeDocument/2006/relationships/customXml" Target="../ink/ink1230.xml"/><Relationship Id="rId225" Type="http://schemas.openxmlformats.org/officeDocument/2006/relationships/image" Target="../media/image1230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95.png"/><Relationship Id="rId299" Type="http://schemas.openxmlformats.org/officeDocument/2006/relationships/image" Target="../media/image1385.png"/><Relationship Id="rId21" Type="http://schemas.openxmlformats.org/officeDocument/2006/relationships/image" Target="../media/image1248.png"/><Relationship Id="rId63" Type="http://schemas.openxmlformats.org/officeDocument/2006/relationships/image" Target="../media/image1269.png"/><Relationship Id="rId159" Type="http://schemas.openxmlformats.org/officeDocument/2006/relationships/image" Target="../media/image1316.png"/><Relationship Id="rId324" Type="http://schemas.openxmlformats.org/officeDocument/2006/relationships/customXml" Target="../ink/ink1410.xml"/><Relationship Id="rId366" Type="http://schemas.openxmlformats.org/officeDocument/2006/relationships/customXml" Target="../ink/ink1431.xml"/><Relationship Id="rId170" Type="http://schemas.openxmlformats.org/officeDocument/2006/relationships/customXml" Target="../ink/ink1333.xml"/><Relationship Id="rId226" Type="http://schemas.openxmlformats.org/officeDocument/2006/relationships/customXml" Target="../ink/ink1361.xml"/><Relationship Id="rId433" Type="http://schemas.openxmlformats.org/officeDocument/2006/relationships/image" Target="../media/image1452.png"/><Relationship Id="rId268" Type="http://schemas.openxmlformats.org/officeDocument/2006/relationships/customXml" Target="../ink/ink1382.xml"/><Relationship Id="rId475" Type="http://schemas.openxmlformats.org/officeDocument/2006/relationships/image" Target="../media/image1473.png"/><Relationship Id="rId32" Type="http://schemas.openxmlformats.org/officeDocument/2006/relationships/customXml" Target="../ink/ink1264.xml"/><Relationship Id="rId74" Type="http://schemas.openxmlformats.org/officeDocument/2006/relationships/customXml" Target="../ink/ink1285.xml"/><Relationship Id="rId128" Type="http://schemas.openxmlformats.org/officeDocument/2006/relationships/customXml" Target="../ink/ink1312.xml"/><Relationship Id="rId335" Type="http://schemas.openxmlformats.org/officeDocument/2006/relationships/image" Target="../media/image1403.png"/><Relationship Id="rId377" Type="http://schemas.openxmlformats.org/officeDocument/2006/relationships/image" Target="../media/image1424.png"/><Relationship Id="rId5" Type="http://schemas.openxmlformats.org/officeDocument/2006/relationships/image" Target="../media/image1240.png"/><Relationship Id="rId181" Type="http://schemas.openxmlformats.org/officeDocument/2006/relationships/image" Target="../media/image1326.png"/><Relationship Id="rId237" Type="http://schemas.openxmlformats.org/officeDocument/2006/relationships/image" Target="../media/image1354.png"/><Relationship Id="rId402" Type="http://schemas.openxmlformats.org/officeDocument/2006/relationships/customXml" Target="../ink/ink1449.xml"/><Relationship Id="rId279" Type="http://schemas.openxmlformats.org/officeDocument/2006/relationships/image" Target="../media/image1375.png"/><Relationship Id="rId444" Type="http://schemas.openxmlformats.org/officeDocument/2006/relationships/customXml" Target="../ink/ink1470.xml"/><Relationship Id="rId43" Type="http://schemas.openxmlformats.org/officeDocument/2006/relationships/image" Target="../media/image1259.png"/><Relationship Id="rId139" Type="http://schemas.openxmlformats.org/officeDocument/2006/relationships/image" Target="../media/image1306.png"/><Relationship Id="rId290" Type="http://schemas.openxmlformats.org/officeDocument/2006/relationships/customXml" Target="../ink/ink1393.xml"/><Relationship Id="rId304" Type="http://schemas.openxmlformats.org/officeDocument/2006/relationships/customXml" Target="../ink/ink1400.xml"/><Relationship Id="rId346" Type="http://schemas.openxmlformats.org/officeDocument/2006/relationships/customXml" Target="../ink/ink1421.xml"/><Relationship Id="rId388" Type="http://schemas.openxmlformats.org/officeDocument/2006/relationships/customXml" Target="../ink/ink1442.xml"/><Relationship Id="rId85" Type="http://schemas.openxmlformats.org/officeDocument/2006/relationships/image" Target="../media/image1280.png"/><Relationship Id="rId150" Type="http://schemas.openxmlformats.org/officeDocument/2006/relationships/customXml" Target="../ink/ink1323.xml"/><Relationship Id="rId192" Type="http://schemas.openxmlformats.org/officeDocument/2006/relationships/customXml" Target="../ink/ink1344.xml"/><Relationship Id="rId206" Type="http://schemas.openxmlformats.org/officeDocument/2006/relationships/customXml" Target="../ink/ink1351.xml"/><Relationship Id="rId413" Type="http://schemas.openxmlformats.org/officeDocument/2006/relationships/image" Target="../media/image1442.png"/><Relationship Id="rId248" Type="http://schemas.openxmlformats.org/officeDocument/2006/relationships/customXml" Target="../ink/ink1372.xml"/><Relationship Id="rId455" Type="http://schemas.openxmlformats.org/officeDocument/2006/relationships/image" Target="../media/image1463.png"/><Relationship Id="rId12" Type="http://schemas.openxmlformats.org/officeDocument/2006/relationships/customXml" Target="../ink/ink1254.xml"/><Relationship Id="rId108" Type="http://schemas.openxmlformats.org/officeDocument/2006/relationships/customXml" Target="../ink/ink1302.xml"/><Relationship Id="rId315" Type="http://schemas.openxmlformats.org/officeDocument/2006/relationships/image" Target="../media/image1393.png"/><Relationship Id="rId357" Type="http://schemas.openxmlformats.org/officeDocument/2006/relationships/image" Target="../media/image1414.png"/><Relationship Id="rId54" Type="http://schemas.openxmlformats.org/officeDocument/2006/relationships/customXml" Target="../ink/ink1275.xml"/><Relationship Id="rId96" Type="http://schemas.openxmlformats.org/officeDocument/2006/relationships/customXml" Target="../ink/ink1296.xml"/><Relationship Id="rId161" Type="http://schemas.openxmlformats.org/officeDocument/2006/relationships/image" Target="../media/image1317.png"/><Relationship Id="rId217" Type="http://schemas.openxmlformats.org/officeDocument/2006/relationships/image" Target="../media/image1344.png"/><Relationship Id="rId399" Type="http://schemas.openxmlformats.org/officeDocument/2006/relationships/image" Target="../media/image1435.png"/><Relationship Id="rId259" Type="http://schemas.openxmlformats.org/officeDocument/2006/relationships/image" Target="../media/image1365.png"/><Relationship Id="rId424" Type="http://schemas.openxmlformats.org/officeDocument/2006/relationships/customXml" Target="../ink/ink1460.xml"/><Relationship Id="rId466" Type="http://schemas.openxmlformats.org/officeDocument/2006/relationships/customXml" Target="../ink/ink1481.xml"/><Relationship Id="rId23" Type="http://schemas.openxmlformats.org/officeDocument/2006/relationships/image" Target="../media/image1249.png"/><Relationship Id="rId119" Type="http://schemas.openxmlformats.org/officeDocument/2006/relationships/image" Target="../media/image1296.png"/><Relationship Id="rId270" Type="http://schemas.openxmlformats.org/officeDocument/2006/relationships/customXml" Target="../ink/ink1383.xml"/><Relationship Id="rId326" Type="http://schemas.openxmlformats.org/officeDocument/2006/relationships/customXml" Target="../ink/ink1411.xml"/><Relationship Id="rId65" Type="http://schemas.openxmlformats.org/officeDocument/2006/relationships/image" Target="../media/image1270.png"/><Relationship Id="rId130" Type="http://schemas.openxmlformats.org/officeDocument/2006/relationships/customXml" Target="../ink/ink1313.xml"/><Relationship Id="rId368" Type="http://schemas.openxmlformats.org/officeDocument/2006/relationships/customXml" Target="../ink/ink1432.xml"/><Relationship Id="rId172" Type="http://schemas.openxmlformats.org/officeDocument/2006/relationships/customXml" Target="../ink/ink1334.xml"/><Relationship Id="rId228" Type="http://schemas.openxmlformats.org/officeDocument/2006/relationships/customXml" Target="../ink/ink1362.xml"/><Relationship Id="rId435" Type="http://schemas.openxmlformats.org/officeDocument/2006/relationships/image" Target="../media/image1453.png"/><Relationship Id="rId477" Type="http://schemas.openxmlformats.org/officeDocument/2006/relationships/image" Target="../media/image1474.png"/><Relationship Id="rId281" Type="http://schemas.openxmlformats.org/officeDocument/2006/relationships/image" Target="../media/image1376.png"/><Relationship Id="rId337" Type="http://schemas.openxmlformats.org/officeDocument/2006/relationships/image" Target="../media/image1404.png"/><Relationship Id="rId34" Type="http://schemas.openxmlformats.org/officeDocument/2006/relationships/customXml" Target="../ink/ink1265.xml"/><Relationship Id="rId76" Type="http://schemas.openxmlformats.org/officeDocument/2006/relationships/customXml" Target="../ink/ink1286.xml"/><Relationship Id="rId141" Type="http://schemas.openxmlformats.org/officeDocument/2006/relationships/image" Target="../media/image1307.png"/><Relationship Id="rId379" Type="http://schemas.openxmlformats.org/officeDocument/2006/relationships/image" Target="../media/image1425.png"/><Relationship Id="rId7" Type="http://schemas.openxmlformats.org/officeDocument/2006/relationships/image" Target="../media/image1241.png"/><Relationship Id="rId183" Type="http://schemas.openxmlformats.org/officeDocument/2006/relationships/image" Target="../media/image1327.png"/><Relationship Id="rId239" Type="http://schemas.openxmlformats.org/officeDocument/2006/relationships/image" Target="../media/image1355.png"/><Relationship Id="rId390" Type="http://schemas.openxmlformats.org/officeDocument/2006/relationships/customXml" Target="../ink/ink1443.xml"/><Relationship Id="rId404" Type="http://schemas.openxmlformats.org/officeDocument/2006/relationships/customXml" Target="../ink/ink1450.xml"/><Relationship Id="rId446" Type="http://schemas.openxmlformats.org/officeDocument/2006/relationships/customXml" Target="../ink/ink1471.xml"/><Relationship Id="rId250" Type="http://schemas.openxmlformats.org/officeDocument/2006/relationships/customXml" Target="../ink/ink1373.xml"/><Relationship Id="rId292" Type="http://schemas.openxmlformats.org/officeDocument/2006/relationships/customXml" Target="../ink/ink1394.xml"/><Relationship Id="rId306" Type="http://schemas.openxmlformats.org/officeDocument/2006/relationships/customXml" Target="../ink/ink1401.xml"/><Relationship Id="rId45" Type="http://schemas.openxmlformats.org/officeDocument/2006/relationships/image" Target="../media/image1260.png"/><Relationship Id="rId87" Type="http://schemas.openxmlformats.org/officeDocument/2006/relationships/image" Target="../media/image1281.png"/><Relationship Id="rId110" Type="http://schemas.openxmlformats.org/officeDocument/2006/relationships/customXml" Target="../ink/ink1303.xml"/><Relationship Id="rId348" Type="http://schemas.openxmlformats.org/officeDocument/2006/relationships/customXml" Target="../ink/ink1422.xml"/><Relationship Id="rId152" Type="http://schemas.openxmlformats.org/officeDocument/2006/relationships/customXml" Target="../ink/ink1324.xml"/><Relationship Id="rId194" Type="http://schemas.openxmlformats.org/officeDocument/2006/relationships/customXml" Target="../ink/ink1345.xml"/><Relationship Id="rId208" Type="http://schemas.openxmlformats.org/officeDocument/2006/relationships/customXml" Target="../ink/ink1352.xml"/><Relationship Id="rId415" Type="http://schemas.openxmlformats.org/officeDocument/2006/relationships/image" Target="../media/image1443.png"/><Relationship Id="rId457" Type="http://schemas.openxmlformats.org/officeDocument/2006/relationships/image" Target="../media/image1464.png"/><Relationship Id="rId261" Type="http://schemas.openxmlformats.org/officeDocument/2006/relationships/image" Target="../media/image1366.png"/><Relationship Id="rId14" Type="http://schemas.openxmlformats.org/officeDocument/2006/relationships/customXml" Target="../ink/ink1255.xml"/><Relationship Id="rId56" Type="http://schemas.openxmlformats.org/officeDocument/2006/relationships/customXml" Target="../ink/ink1276.xml"/><Relationship Id="rId317" Type="http://schemas.openxmlformats.org/officeDocument/2006/relationships/image" Target="../media/image1394.png"/><Relationship Id="rId359" Type="http://schemas.openxmlformats.org/officeDocument/2006/relationships/image" Target="../media/image1415.png"/><Relationship Id="rId98" Type="http://schemas.openxmlformats.org/officeDocument/2006/relationships/customXml" Target="../ink/ink1297.xml"/><Relationship Id="rId121" Type="http://schemas.openxmlformats.org/officeDocument/2006/relationships/image" Target="../media/image1297.png"/><Relationship Id="rId163" Type="http://schemas.openxmlformats.org/officeDocument/2006/relationships/image" Target="../media/image1318.png"/><Relationship Id="rId219" Type="http://schemas.openxmlformats.org/officeDocument/2006/relationships/image" Target="../media/image1345.png"/><Relationship Id="rId370" Type="http://schemas.openxmlformats.org/officeDocument/2006/relationships/customXml" Target="../ink/ink1433.xml"/><Relationship Id="rId426" Type="http://schemas.openxmlformats.org/officeDocument/2006/relationships/customXml" Target="../ink/ink1461.xml"/><Relationship Id="rId230" Type="http://schemas.openxmlformats.org/officeDocument/2006/relationships/customXml" Target="../ink/ink1363.xml"/><Relationship Id="rId468" Type="http://schemas.openxmlformats.org/officeDocument/2006/relationships/customXml" Target="../ink/ink1482.xml"/><Relationship Id="rId25" Type="http://schemas.openxmlformats.org/officeDocument/2006/relationships/image" Target="../media/image1250.png"/><Relationship Id="rId67" Type="http://schemas.openxmlformats.org/officeDocument/2006/relationships/image" Target="../media/image1271.png"/><Relationship Id="rId272" Type="http://schemas.openxmlformats.org/officeDocument/2006/relationships/customXml" Target="../ink/ink1384.xml"/><Relationship Id="rId328" Type="http://schemas.openxmlformats.org/officeDocument/2006/relationships/customXml" Target="../ink/ink1412.xml"/><Relationship Id="rId132" Type="http://schemas.openxmlformats.org/officeDocument/2006/relationships/customXml" Target="../ink/ink1314.xml"/><Relationship Id="rId174" Type="http://schemas.openxmlformats.org/officeDocument/2006/relationships/customXml" Target="../ink/ink1335.xml"/><Relationship Id="rId381" Type="http://schemas.openxmlformats.org/officeDocument/2006/relationships/image" Target="../media/image1426.png"/><Relationship Id="rId241" Type="http://schemas.openxmlformats.org/officeDocument/2006/relationships/image" Target="../media/image1356.png"/><Relationship Id="rId437" Type="http://schemas.openxmlformats.org/officeDocument/2006/relationships/image" Target="../media/image1454.png"/><Relationship Id="rId36" Type="http://schemas.openxmlformats.org/officeDocument/2006/relationships/customXml" Target="../ink/ink1266.xml"/><Relationship Id="rId283" Type="http://schemas.openxmlformats.org/officeDocument/2006/relationships/image" Target="../media/image1377.png"/><Relationship Id="rId339" Type="http://schemas.openxmlformats.org/officeDocument/2006/relationships/image" Target="../media/image1405.png"/><Relationship Id="rId78" Type="http://schemas.openxmlformats.org/officeDocument/2006/relationships/customXml" Target="../ink/ink1287.xml"/><Relationship Id="rId101" Type="http://schemas.openxmlformats.org/officeDocument/2006/relationships/image" Target="../media/image1288.png"/><Relationship Id="rId143" Type="http://schemas.openxmlformats.org/officeDocument/2006/relationships/image" Target="../media/image1308.png"/><Relationship Id="rId185" Type="http://schemas.openxmlformats.org/officeDocument/2006/relationships/image" Target="../media/image1328.png"/><Relationship Id="rId350" Type="http://schemas.openxmlformats.org/officeDocument/2006/relationships/customXml" Target="../ink/ink1423.xml"/><Relationship Id="rId406" Type="http://schemas.openxmlformats.org/officeDocument/2006/relationships/customXml" Target="../ink/ink1451.xml"/><Relationship Id="rId9" Type="http://schemas.openxmlformats.org/officeDocument/2006/relationships/image" Target="../media/image1242.png"/><Relationship Id="rId210" Type="http://schemas.openxmlformats.org/officeDocument/2006/relationships/customXml" Target="../ink/ink1353.xml"/><Relationship Id="rId392" Type="http://schemas.openxmlformats.org/officeDocument/2006/relationships/customXml" Target="../ink/ink1444.xml"/><Relationship Id="rId448" Type="http://schemas.openxmlformats.org/officeDocument/2006/relationships/customXml" Target="../ink/ink1472.xml"/><Relationship Id="rId252" Type="http://schemas.openxmlformats.org/officeDocument/2006/relationships/customXml" Target="../ink/ink1374.xml"/><Relationship Id="rId294" Type="http://schemas.openxmlformats.org/officeDocument/2006/relationships/customXml" Target="../ink/ink1395.xml"/><Relationship Id="rId308" Type="http://schemas.openxmlformats.org/officeDocument/2006/relationships/customXml" Target="../ink/ink1402.xml"/><Relationship Id="rId47" Type="http://schemas.openxmlformats.org/officeDocument/2006/relationships/image" Target="../media/image1261.png"/><Relationship Id="rId89" Type="http://schemas.openxmlformats.org/officeDocument/2006/relationships/image" Target="../media/image1282.png"/><Relationship Id="rId112" Type="http://schemas.openxmlformats.org/officeDocument/2006/relationships/customXml" Target="../ink/ink1304.xml"/><Relationship Id="rId154" Type="http://schemas.openxmlformats.org/officeDocument/2006/relationships/customXml" Target="../ink/ink1325.xml"/><Relationship Id="rId361" Type="http://schemas.openxmlformats.org/officeDocument/2006/relationships/image" Target="../media/image1416.png"/><Relationship Id="rId196" Type="http://schemas.openxmlformats.org/officeDocument/2006/relationships/customXml" Target="../ink/ink1346.xml"/><Relationship Id="rId417" Type="http://schemas.openxmlformats.org/officeDocument/2006/relationships/image" Target="../media/image1444.png"/><Relationship Id="rId459" Type="http://schemas.openxmlformats.org/officeDocument/2006/relationships/image" Target="../media/image1465.png"/><Relationship Id="rId16" Type="http://schemas.openxmlformats.org/officeDocument/2006/relationships/customXml" Target="../ink/ink1256.xml"/><Relationship Id="rId221" Type="http://schemas.openxmlformats.org/officeDocument/2006/relationships/image" Target="../media/image1346.png"/><Relationship Id="rId263" Type="http://schemas.openxmlformats.org/officeDocument/2006/relationships/image" Target="../media/image1367.png"/><Relationship Id="rId319" Type="http://schemas.openxmlformats.org/officeDocument/2006/relationships/image" Target="../media/image1395.png"/><Relationship Id="rId470" Type="http://schemas.openxmlformats.org/officeDocument/2006/relationships/customXml" Target="../ink/ink1483.xml"/><Relationship Id="rId58" Type="http://schemas.openxmlformats.org/officeDocument/2006/relationships/customXml" Target="../ink/ink1277.xml"/><Relationship Id="rId123" Type="http://schemas.openxmlformats.org/officeDocument/2006/relationships/image" Target="../media/image1298.png"/><Relationship Id="rId330" Type="http://schemas.openxmlformats.org/officeDocument/2006/relationships/customXml" Target="../ink/ink1413.xml"/><Relationship Id="rId165" Type="http://schemas.openxmlformats.org/officeDocument/2006/relationships/image" Target="../media/image1319.png"/><Relationship Id="rId372" Type="http://schemas.openxmlformats.org/officeDocument/2006/relationships/customXml" Target="../ink/ink1434.xml"/><Relationship Id="rId428" Type="http://schemas.openxmlformats.org/officeDocument/2006/relationships/customXml" Target="../ink/ink1462.xml"/><Relationship Id="rId232" Type="http://schemas.openxmlformats.org/officeDocument/2006/relationships/customXml" Target="../ink/ink1364.xml"/><Relationship Id="rId274" Type="http://schemas.openxmlformats.org/officeDocument/2006/relationships/customXml" Target="../ink/ink1385.xml"/><Relationship Id="rId27" Type="http://schemas.openxmlformats.org/officeDocument/2006/relationships/image" Target="../media/image1251.png"/><Relationship Id="rId69" Type="http://schemas.openxmlformats.org/officeDocument/2006/relationships/image" Target="../media/image1272.png"/><Relationship Id="rId134" Type="http://schemas.openxmlformats.org/officeDocument/2006/relationships/customXml" Target="../ink/ink1315.xml"/><Relationship Id="rId80" Type="http://schemas.openxmlformats.org/officeDocument/2006/relationships/customXml" Target="../ink/ink1288.xml"/><Relationship Id="rId176" Type="http://schemas.openxmlformats.org/officeDocument/2006/relationships/customXml" Target="../ink/ink1336.xml"/><Relationship Id="rId341" Type="http://schemas.openxmlformats.org/officeDocument/2006/relationships/image" Target="../media/image1406.png"/><Relationship Id="rId383" Type="http://schemas.openxmlformats.org/officeDocument/2006/relationships/image" Target="../media/image1427.png"/><Relationship Id="rId439" Type="http://schemas.openxmlformats.org/officeDocument/2006/relationships/image" Target="../media/image1455.png"/><Relationship Id="rId201" Type="http://schemas.openxmlformats.org/officeDocument/2006/relationships/image" Target="../media/image1336.png"/><Relationship Id="rId243" Type="http://schemas.openxmlformats.org/officeDocument/2006/relationships/image" Target="../media/image1357.png"/><Relationship Id="rId285" Type="http://schemas.openxmlformats.org/officeDocument/2006/relationships/image" Target="../media/image1378.png"/><Relationship Id="rId450" Type="http://schemas.openxmlformats.org/officeDocument/2006/relationships/customXml" Target="../ink/ink1473.xml"/><Relationship Id="rId38" Type="http://schemas.openxmlformats.org/officeDocument/2006/relationships/customXml" Target="../ink/ink1267.xml"/><Relationship Id="rId103" Type="http://schemas.openxmlformats.org/officeDocument/2006/relationships/image" Target="../media/image1289.png"/><Relationship Id="rId310" Type="http://schemas.openxmlformats.org/officeDocument/2006/relationships/customXml" Target="../ink/ink1403.xml"/><Relationship Id="rId91" Type="http://schemas.openxmlformats.org/officeDocument/2006/relationships/image" Target="../media/image1283.png"/><Relationship Id="rId145" Type="http://schemas.openxmlformats.org/officeDocument/2006/relationships/image" Target="../media/image1309.png"/><Relationship Id="rId187" Type="http://schemas.openxmlformats.org/officeDocument/2006/relationships/image" Target="../media/image1329.png"/><Relationship Id="rId352" Type="http://schemas.openxmlformats.org/officeDocument/2006/relationships/customXml" Target="../ink/ink1424.xml"/><Relationship Id="rId394" Type="http://schemas.openxmlformats.org/officeDocument/2006/relationships/customXml" Target="../ink/ink1445.xml"/><Relationship Id="rId408" Type="http://schemas.openxmlformats.org/officeDocument/2006/relationships/customXml" Target="../ink/ink1452.xml"/><Relationship Id="rId212" Type="http://schemas.openxmlformats.org/officeDocument/2006/relationships/customXml" Target="../ink/ink1354.xml"/><Relationship Id="rId254" Type="http://schemas.openxmlformats.org/officeDocument/2006/relationships/customXml" Target="../ink/ink1375.xml"/><Relationship Id="rId49" Type="http://schemas.openxmlformats.org/officeDocument/2006/relationships/image" Target="../media/image1262.png"/><Relationship Id="rId114" Type="http://schemas.openxmlformats.org/officeDocument/2006/relationships/customXml" Target="../ink/ink1305.xml"/><Relationship Id="rId296" Type="http://schemas.openxmlformats.org/officeDocument/2006/relationships/customXml" Target="../ink/ink1396.xml"/><Relationship Id="rId461" Type="http://schemas.openxmlformats.org/officeDocument/2006/relationships/image" Target="../media/image1466.png"/><Relationship Id="rId60" Type="http://schemas.openxmlformats.org/officeDocument/2006/relationships/customXml" Target="../ink/ink1278.xml"/><Relationship Id="rId156" Type="http://schemas.openxmlformats.org/officeDocument/2006/relationships/customXml" Target="../ink/ink1326.xml"/><Relationship Id="rId198" Type="http://schemas.openxmlformats.org/officeDocument/2006/relationships/customXml" Target="../ink/ink1347.xml"/><Relationship Id="rId321" Type="http://schemas.openxmlformats.org/officeDocument/2006/relationships/image" Target="../media/image1396.png"/><Relationship Id="rId363" Type="http://schemas.openxmlformats.org/officeDocument/2006/relationships/image" Target="../media/image1417.png"/><Relationship Id="rId419" Type="http://schemas.openxmlformats.org/officeDocument/2006/relationships/image" Target="../media/image1445.png"/><Relationship Id="rId223" Type="http://schemas.openxmlformats.org/officeDocument/2006/relationships/image" Target="../media/image1347.png"/><Relationship Id="rId430" Type="http://schemas.openxmlformats.org/officeDocument/2006/relationships/customXml" Target="../ink/ink1463.xml"/><Relationship Id="rId18" Type="http://schemas.openxmlformats.org/officeDocument/2006/relationships/customXml" Target="../ink/ink1257.xml"/><Relationship Id="rId265" Type="http://schemas.openxmlformats.org/officeDocument/2006/relationships/image" Target="../media/image1368.png"/><Relationship Id="rId472" Type="http://schemas.openxmlformats.org/officeDocument/2006/relationships/customXml" Target="../ink/ink1484.xml"/><Relationship Id="rId125" Type="http://schemas.openxmlformats.org/officeDocument/2006/relationships/image" Target="../media/image1299.png"/><Relationship Id="rId167" Type="http://schemas.openxmlformats.org/officeDocument/2006/relationships/image" Target="../media/image1320.png"/><Relationship Id="rId332" Type="http://schemas.openxmlformats.org/officeDocument/2006/relationships/customXml" Target="../ink/ink1414.xml"/><Relationship Id="rId374" Type="http://schemas.openxmlformats.org/officeDocument/2006/relationships/customXml" Target="../ink/ink1435.xml"/><Relationship Id="rId71" Type="http://schemas.openxmlformats.org/officeDocument/2006/relationships/image" Target="../media/image1273.png"/><Relationship Id="rId234" Type="http://schemas.openxmlformats.org/officeDocument/2006/relationships/customXml" Target="../ink/ink1365.xml"/><Relationship Id="rId2" Type="http://schemas.openxmlformats.org/officeDocument/2006/relationships/customXml" Target="../ink/ink1249.xml"/><Relationship Id="rId29" Type="http://schemas.openxmlformats.org/officeDocument/2006/relationships/image" Target="../media/image1252.png"/><Relationship Id="rId276" Type="http://schemas.openxmlformats.org/officeDocument/2006/relationships/customXml" Target="../ink/ink1386.xml"/><Relationship Id="rId441" Type="http://schemas.openxmlformats.org/officeDocument/2006/relationships/image" Target="../media/image1456.png"/><Relationship Id="rId40" Type="http://schemas.openxmlformats.org/officeDocument/2006/relationships/customXml" Target="../ink/ink1268.xml"/><Relationship Id="rId136" Type="http://schemas.openxmlformats.org/officeDocument/2006/relationships/customXml" Target="../ink/ink1316.xml"/><Relationship Id="rId178" Type="http://schemas.openxmlformats.org/officeDocument/2006/relationships/customXml" Target="../ink/ink1337.xml"/><Relationship Id="rId301" Type="http://schemas.openxmlformats.org/officeDocument/2006/relationships/image" Target="../media/image1386.png"/><Relationship Id="rId343" Type="http://schemas.openxmlformats.org/officeDocument/2006/relationships/image" Target="../media/image1407.png"/><Relationship Id="rId82" Type="http://schemas.openxmlformats.org/officeDocument/2006/relationships/customXml" Target="../ink/ink1289.xml"/><Relationship Id="rId203" Type="http://schemas.openxmlformats.org/officeDocument/2006/relationships/image" Target="../media/image1337.png"/><Relationship Id="rId385" Type="http://schemas.openxmlformats.org/officeDocument/2006/relationships/image" Target="../media/image1428.png"/><Relationship Id="rId245" Type="http://schemas.openxmlformats.org/officeDocument/2006/relationships/image" Target="../media/image1358.png"/><Relationship Id="rId287" Type="http://schemas.openxmlformats.org/officeDocument/2006/relationships/image" Target="../media/image1379.png"/><Relationship Id="rId410" Type="http://schemas.openxmlformats.org/officeDocument/2006/relationships/customXml" Target="../ink/ink1453.xml"/><Relationship Id="rId452" Type="http://schemas.openxmlformats.org/officeDocument/2006/relationships/customXml" Target="../ink/ink1474.xml"/><Relationship Id="rId105" Type="http://schemas.openxmlformats.org/officeDocument/2006/relationships/image" Target="../media/image1290.png"/><Relationship Id="rId147" Type="http://schemas.openxmlformats.org/officeDocument/2006/relationships/image" Target="../media/image1310.png"/><Relationship Id="rId312" Type="http://schemas.openxmlformats.org/officeDocument/2006/relationships/customXml" Target="../ink/ink1404.xml"/><Relationship Id="rId354" Type="http://schemas.openxmlformats.org/officeDocument/2006/relationships/customXml" Target="../ink/ink1425.xml"/><Relationship Id="rId51" Type="http://schemas.openxmlformats.org/officeDocument/2006/relationships/image" Target="../media/image1263.png"/><Relationship Id="rId72" Type="http://schemas.openxmlformats.org/officeDocument/2006/relationships/customXml" Target="../ink/ink1284.xml"/><Relationship Id="rId93" Type="http://schemas.openxmlformats.org/officeDocument/2006/relationships/image" Target="../media/image1284.png"/><Relationship Id="rId189" Type="http://schemas.openxmlformats.org/officeDocument/2006/relationships/image" Target="../media/image1330.png"/><Relationship Id="rId375" Type="http://schemas.openxmlformats.org/officeDocument/2006/relationships/image" Target="../media/image1423.png"/><Relationship Id="rId396" Type="http://schemas.openxmlformats.org/officeDocument/2006/relationships/customXml" Target="../ink/ink1446.xml"/><Relationship Id="rId3" Type="http://schemas.openxmlformats.org/officeDocument/2006/relationships/image" Target="../media/image1239.png"/><Relationship Id="rId214" Type="http://schemas.openxmlformats.org/officeDocument/2006/relationships/customXml" Target="../ink/ink1355.xml"/><Relationship Id="rId235" Type="http://schemas.openxmlformats.org/officeDocument/2006/relationships/image" Target="../media/image1353.png"/><Relationship Id="rId256" Type="http://schemas.openxmlformats.org/officeDocument/2006/relationships/customXml" Target="../ink/ink1376.xml"/><Relationship Id="rId277" Type="http://schemas.openxmlformats.org/officeDocument/2006/relationships/image" Target="../media/image1374.png"/><Relationship Id="rId298" Type="http://schemas.openxmlformats.org/officeDocument/2006/relationships/customXml" Target="../ink/ink1397.xml"/><Relationship Id="rId400" Type="http://schemas.openxmlformats.org/officeDocument/2006/relationships/customXml" Target="../ink/ink1448.xml"/><Relationship Id="rId421" Type="http://schemas.openxmlformats.org/officeDocument/2006/relationships/image" Target="../media/image1446.png"/><Relationship Id="rId442" Type="http://schemas.openxmlformats.org/officeDocument/2006/relationships/customXml" Target="../ink/ink1469.xml"/><Relationship Id="rId463" Type="http://schemas.openxmlformats.org/officeDocument/2006/relationships/image" Target="../media/image1467.png"/><Relationship Id="rId116" Type="http://schemas.openxmlformats.org/officeDocument/2006/relationships/customXml" Target="../ink/ink1306.xml"/><Relationship Id="rId137" Type="http://schemas.openxmlformats.org/officeDocument/2006/relationships/image" Target="../media/image1305.png"/><Relationship Id="rId158" Type="http://schemas.openxmlformats.org/officeDocument/2006/relationships/customXml" Target="../ink/ink1327.xml"/><Relationship Id="rId302" Type="http://schemas.openxmlformats.org/officeDocument/2006/relationships/customXml" Target="../ink/ink1399.xml"/><Relationship Id="rId323" Type="http://schemas.openxmlformats.org/officeDocument/2006/relationships/image" Target="../media/image1397.png"/><Relationship Id="rId344" Type="http://schemas.openxmlformats.org/officeDocument/2006/relationships/customXml" Target="../ink/ink1420.xml"/><Relationship Id="rId20" Type="http://schemas.openxmlformats.org/officeDocument/2006/relationships/customXml" Target="../ink/ink1258.xml"/><Relationship Id="rId41" Type="http://schemas.openxmlformats.org/officeDocument/2006/relationships/image" Target="../media/image1258.png"/><Relationship Id="rId62" Type="http://schemas.openxmlformats.org/officeDocument/2006/relationships/customXml" Target="../ink/ink1279.xml"/><Relationship Id="rId83" Type="http://schemas.openxmlformats.org/officeDocument/2006/relationships/image" Target="../media/image1279.png"/><Relationship Id="rId179" Type="http://schemas.openxmlformats.org/officeDocument/2006/relationships/image" Target="../media/image1325.png"/><Relationship Id="rId365" Type="http://schemas.openxmlformats.org/officeDocument/2006/relationships/image" Target="../media/image1418.png"/><Relationship Id="rId386" Type="http://schemas.openxmlformats.org/officeDocument/2006/relationships/customXml" Target="../ink/ink1441.xml"/><Relationship Id="rId190" Type="http://schemas.openxmlformats.org/officeDocument/2006/relationships/customXml" Target="../ink/ink1343.xml"/><Relationship Id="rId204" Type="http://schemas.openxmlformats.org/officeDocument/2006/relationships/customXml" Target="../ink/ink1350.xml"/><Relationship Id="rId225" Type="http://schemas.openxmlformats.org/officeDocument/2006/relationships/image" Target="../media/image1348.png"/><Relationship Id="rId246" Type="http://schemas.openxmlformats.org/officeDocument/2006/relationships/customXml" Target="../ink/ink1371.xml"/><Relationship Id="rId267" Type="http://schemas.openxmlformats.org/officeDocument/2006/relationships/image" Target="../media/image1369.png"/><Relationship Id="rId288" Type="http://schemas.openxmlformats.org/officeDocument/2006/relationships/customXml" Target="../ink/ink1392.xml"/><Relationship Id="rId411" Type="http://schemas.openxmlformats.org/officeDocument/2006/relationships/image" Target="../media/image1441.png"/><Relationship Id="rId432" Type="http://schemas.openxmlformats.org/officeDocument/2006/relationships/customXml" Target="../ink/ink1464.xml"/><Relationship Id="rId453" Type="http://schemas.openxmlformats.org/officeDocument/2006/relationships/image" Target="../media/image1462.png"/><Relationship Id="rId474" Type="http://schemas.openxmlformats.org/officeDocument/2006/relationships/customXml" Target="../ink/ink1485.xml"/><Relationship Id="rId106" Type="http://schemas.openxmlformats.org/officeDocument/2006/relationships/customXml" Target="../ink/ink1301.xml"/><Relationship Id="rId127" Type="http://schemas.openxmlformats.org/officeDocument/2006/relationships/image" Target="../media/image1300.png"/><Relationship Id="rId313" Type="http://schemas.openxmlformats.org/officeDocument/2006/relationships/image" Target="../media/image1392.png"/><Relationship Id="rId10" Type="http://schemas.openxmlformats.org/officeDocument/2006/relationships/customXml" Target="../ink/ink1253.xml"/><Relationship Id="rId31" Type="http://schemas.openxmlformats.org/officeDocument/2006/relationships/image" Target="../media/image1253.png"/><Relationship Id="rId52" Type="http://schemas.openxmlformats.org/officeDocument/2006/relationships/customXml" Target="../ink/ink1274.xml"/><Relationship Id="rId73" Type="http://schemas.openxmlformats.org/officeDocument/2006/relationships/image" Target="../media/image1274.png"/><Relationship Id="rId94" Type="http://schemas.openxmlformats.org/officeDocument/2006/relationships/customXml" Target="../ink/ink1295.xml"/><Relationship Id="rId148" Type="http://schemas.openxmlformats.org/officeDocument/2006/relationships/customXml" Target="../ink/ink1322.xml"/><Relationship Id="rId169" Type="http://schemas.openxmlformats.org/officeDocument/2006/relationships/image" Target="../media/image1321.png"/><Relationship Id="rId334" Type="http://schemas.openxmlformats.org/officeDocument/2006/relationships/customXml" Target="../ink/ink1415.xml"/><Relationship Id="rId355" Type="http://schemas.openxmlformats.org/officeDocument/2006/relationships/image" Target="../media/image1413.png"/><Relationship Id="rId376" Type="http://schemas.openxmlformats.org/officeDocument/2006/relationships/customXml" Target="../ink/ink1436.xml"/><Relationship Id="rId397" Type="http://schemas.openxmlformats.org/officeDocument/2006/relationships/image" Target="../media/image1434.png"/><Relationship Id="rId4" Type="http://schemas.openxmlformats.org/officeDocument/2006/relationships/customXml" Target="../ink/ink1250.xml"/><Relationship Id="rId180" Type="http://schemas.openxmlformats.org/officeDocument/2006/relationships/customXml" Target="../ink/ink1338.xml"/><Relationship Id="rId215" Type="http://schemas.openxmlformats.org/officeDocument/2006/relationships/image" Target="../media/image1343.png"/><Relationship Id="rId236" Type="http://schemas.openxmlformats.org/officeDocument/2006/relationships/customXml" Target="../ink/ink1366.xml"/><Relationship Id="rId257" Type="http://schemas.openxmlformats.org/officeDocument/2006/relationships/image" Target="../media/image1364.png"/><Relationship Id="rId278" Type="http://schemas.openxmlformats.org/officeDocument/2006/relationships/customXml" Target="../ink/ink1387.xml"/><Relationship Id="rId401" Type="http://schemas.openxmlformats.org/officeDocument/2006/relationships/image" Target="../media/image1436.png"/><Relationship Id="rId422" Type="http://schemas.openxmlformats.org/officeDocument/2006/relationships/customXml" Target="../ink/ink1459.xml"/><Relationship Id="rId443" Type="http://schemas.openxmlformats.org/officeDocument/2006/relationships/image" Target="../media/image1457.png"/><Relationship Id="rId464" Type="http://schemas.openxmlformats.org/officeDocument/2006/relationships/customXml" Target="../ink/ink1480.xml"/><Relationship Id="rId303" Type="http://schemas.openxmlformats.org/officeDocument/2006/relationships/image" Target="../media/image1387.png"/><Relationship Id="rId42" Type="http://schemas.openxmlformats.org/officeDocument/2006/relationships/customXml" Target="../ink/ink1269.xml"/><Relationship Id="rId84" Type="http://schemas.openxmlformats.org/officeDocument/2006/relationships/customXml" Target="../ink/ink1290.xml"/><Relationship Id="rId138" Type="http://schemas.openxmlformats.org/officeDocument/2006/relationships/customXml" Target="../ink/ink1317.xml"/><Relationship Id="rId345" Type="http://schemas.openxmlformats.org/officeDocument/2006/relationships/image" Target="../media/image1408.png"/><Relationship Id="rId387" Type="http://schemas.openxmlformats.org/officeDocument/2006/relationships/image" Target="../media/image1429.png"/><Relationship Id="rId191" Type="http://schemas.openxmlformats.org/officeDocument/2006/relationships/image" Target="../media/image1331.png"/><Relationship Id="rId205" Type="http://schemas.openxmlformats.org/officeDocument/2006/relationships/image" Target="../media/image1338.png"/><Relationship Id="rId247" Type="http://schemas.openxmlformats.org/officeDocument/2006/relationships/image" Target="../media/image1359.png"/><Relationship Id="rId412" Type="http://schemas.openxmlformats.org/officeDocument/2006/relationships/customXml" Target="../ink/ink1454.xml"/><Relationship Id="rId107" Type="http://schemas.openxmlformats.org/officeDocument/2006/relationships/image" Target="../media/image1092.png"/><Relationship Id="rId289" Type="http://schemas.openxmlformats.org/officeDocument/2006/relationships/image" Target="../media/image1380.png"/><Relationship Id="rId454" Type="http://schemas.openxmlformats.org/officeDocument/2006/relationships/customXml" Target="../ink/ink1475.xml"/><Relationship Id="rId11" Type="http://schemas.openxmlformats.org/officeDocument/2006/relationships/image" Target="../media/image1243.png"/><Relationship Id="rId53" Type="http://schemas.openxmlformats.org/officeDocument/2006/relationships/image" Target="../media/image1264.png"/><Relationship Id="rId149" Type="http://schemas.openxmlformats.org/officeDocument/2006/relationships/image" Target="../media/image1311.png"/><Relationship Id="rId314" Type="http://schemas.openxmlformats.org/officeDocument/2006/relationships/customXml" Target="../ink/ink1405.xml"/><Relationship Id="rId356" Type="http://schemas.openxmlformats.org/officeDocument/2006/relationships/customXml" Target="../ink/ink1426.xml"/><Relationship Id="rId398" Type="http://schemas.openxmlformats.org/officeDocument/2006/relationships/customXml" Target="../ink/ink1447.xml"/><Relationship Id="rId95" Type="http://schemas.openxmlformats.org/officeDocument/2006/relationships/image" Target="../media/image1285.png"/><Relationship Id="rId160" Type="http://schemas.openxmlformats.org/officeDocument/2006/relationships/customXml" Target="../ink/ink1328.xml"/><Relationship Id="rId216" Type="http://schemas.openxmlformats.org/officeDocument/2006/relationships/customXml" Target="../ink/ink1356.xml"/><Relationship Id="rId423" Type="http://schemas.openxmlformats.org/officeDocument/2006/relationships/image" Target="../media/image1447.png"/><Relationship Id="rId258" Type="http://schemas.openxmlformats.org/officeDocument/2006/relationships/customXml" Target="../ink/ink1377.xml"/><Relationship Id="rId465" Type="http://schemas.openxmlformats.org/officeDocument/2006/relationships/image" Target="../media/image1468.png"/><Relationship Id="rId22" Type="http://schemas.openxmlformats.org/officeDocument/2006/relationships/customXml" Target="../ink/ink1259.xml"/><Relationship Id="rId64" Type="http://schemas.openxmlformats.org/officeDocument/2006/relationships/customXml" Target="../ink/ink1280.xml"/><Relationship Id="rId118" Type="http://schemas.openxmlformats.org/officeDocument/2006/relationships/customXml" Target="../ink/ink1307.xml"/><Relationship Id="rId325" Type="http://schemas.openxmlformats.org/officeDocument/2006/relationships/image" Target="../media/image1398.png"/><Relationship Id="rId367" Type="http://schemas.openxmlformats.org/officeDocument/2006/relationships/image" Target="../media/image1419.png"/><Relationship Id="rId171" Type="http://schemas.openxmlformats.org/officeDocument/2006/relationships/image" Target="../media/image92.png"/><Relationship Id="rId227" Type="http://schemas.openxmlformats.org/officeDocument/2006/relationships/image" Target="../media/image1349.png"/><Relationship Id="rId269" Type="http://schemas.openxmlformats.org/officeDocument/2006/relationships/image" Target="../media/image1370.png"/><Relationship Id="rId434" Type="http://schemas.openxmlformats.org/officeDocument/2006/relationships/customXml" Target="../ink/ink1465.xml"/><Relationship Id="rId476" Type="http://schemas.openxmlformats.org/officeDocument/2006/relationships/customXml" Target="../ink/ink1486.xml"/><Relationship Id="rId33" Type="http://schemas.openxmlformats.org/officeDocument/2006/relationships/image" Target="../media/image1254.png"/><Relationship Id="rId129" Type="http://schemas.openxmlformats.org/officeDocument/2006/relationships/image" Target="../media/image1301.png"/><Relationship Id="rId280" Type="http://schemas.openxmlformats.org/officeDocument/2006/relationships/customXml" Target="../ink/ink1388.xml"/><Relationship Id="rId336" Type="http://schemas.openxmlformats.org/officeDocument/2006/relationships/customXml" Target="../ink/ink1416.xml"/><Relationship Id="rId75" Type="http://schemas.openxmlformats.org/officeDocument/2006/relationships/image" Target="../media/image1275.png"/><Relationship Id="rId140" Type="http://schemas.openxmlformats.org/officeDocument/2006/relationships/customXml" Target="../ink/ink1318.xml"/><Relationship Id="rId182" Type="http://schemas.openxmlformats.org/officeDocument/2006/relationships/customXml" Target="../ink/ink1339.xml"/><Relationship Id="rId378" Type="http://schemas.openxmlformats.org/officeDocument/2006/relationships/customXml" Target="../ink/ink1437.xml"/><Relationship Id="rId403" Type="http://schemas.openxmlformats.org/officeDocument/2006/relationships/image" Target="../media/image1437.png"/><Relationship Id="rId6" Type="http://schemas.openxmlformats.org/officeDocument/2006/relationships/customXml" Target="../ink/ink1251.xml"/><Relationship Id="rId238" Type="http://schemas.openxmlformats.org/officeDocument/2006/relationships/customXml" Target="../ink/ink1367.xml"/><Relationship Id="rId445" Type="http://schemas.openxmlformats.org/officeDocument/2006/relationships/image" Target="../media/image1458.png"/><Relationship Id="rId291" Type="http://schemas.openxmlformats.org/officeDocument/2006/relationships/image" Target="../media/image1381.png"/><Relationship Id="rId305" Type="http://schemas.openxmlformats.org/officeDocument/2006/relationships/image" Target="../media/image1388.png"/><Relationship Id="rId347" Type="http://schemas.openxmlformats.org/officeDocument/2006/relationships/image" Target="../media/image1409.png"/><Relationship Id="rId44" Type="http://schemas.openxmlformats.org/officeDocument/2006/relationships/customXml" Target="../ink/ink1270.xml"/><Relationship Id="rId86" Type="http://schemas.openxmlformats.org/officeDocument/2006/relationships/customXml" Target="../ink/ink1291.xml"/><Relationship Id="rId151" Type="http://schemas.openxmlformats.org/officeDocument/2006/relationships/image" Target="../media/image1312.png"/><Relationship Id="rId389" Type="http://schemas.openxmlformats.org/officeDocument/2006/relationships/image" Target="../media/image1430.png"/><Relationship Id="rId193" Type="http://schemas.openxmlformats.org/officeDocument/2006/relationships/image" Target="../media/image1332.png"/><Relationship Id="rId207" Type="http://schemas.openxmlformats.org/officeDocument/2006/relationships/image" Target="../media/image1339.png"/><Relationship Id="rId249" Type="http://schemas.openxmlformats.org/officeDocument/2006/relationships/image" Target="../media/image1360.png"/><Relationship Id="rId414" Type="http://schemas.openxmlformats.org/officeDocument/2006/relationships/customXml" Target="../ink/ink1455.xml"/><Relationship Id="rId456" Type="http://schemas.openxmlformats.org/officeDocument/2006/relationships/customXml" Target="../ink/ink1476.xml"/><Relationship Id="rId13" Type="http://schemas.openxmlformats.org/officeDocument/2006/relationships/image" Target="../media/image1244.png"/><Relationship Id="rId109" Type="http://schemas.openxmlformats.org/officeDocument/2006/relationships/image" Target="../media/image1291.png"/><Relationship Id="rId260" Type="http://schemas.openxmlformats.org/officeDocument/2006/relationships/customXml" Target="../ink/ink1378.xml"/><Relationship Id="rId316" Type="http://schemas.openxmlformats.org/officeDocument/2006/relationships/customXml" Target="../ink/ink1406.xml"/><Relationship Id="rId55" Type="http://schemas.openxmlformats.org/officeDocument/2006/relationships/image" Target="../media/image1265.png"/><Relationship Id="rId97" Type="http://schemas.openxmlformats.org/officeDocument/2006/relationships/image" Target="../media/image1286.png"/><Relationship Id="rId120" Type="http://schemas.openxmlformats.org/officeDocument/2006/relationships/customXml" Target="../ink/ink1308.xml"/><Relationship Id="rId358" Type="http://schemas.openxmlformats.org/officeDocument/2006/relationships/customXml" Target="../ink/ink1427.xml"/><Relationship Id="rId162" Type="http://schemas.openxmlformats.org/officeDocument/2006/relationships/customXml" Target="../ink/ink1329.xml"/><Relationship Id="rId218" Type="http://schemas.openxmlformats.org/officeDocument/2006/relationships/customXml" Target="../ink/ink1357.xml"/><Relationship Id="rId425" Type="http://schemas.openxmlformats.org/officeDocument/2006/relationships/image" Target="../media/image1448.png"/><Relationship Id="rId467" Type="http://schemas.openxmlformats.org/officeDocument/2006/relationships/image" Target="../media/image1469.png"/><Relationship Id="rId271" Type="http://schemas.openxmlformats.org/officeDocument/2006/relationships/image" Target="../media/image1371.png"/><Relationship Id="rId24" Type="http://schemas.openxmlformats.org/officeDocument/2006/relationships/customXml" Target="../ink/ink1260.xml"/><Relationship Id="rId66" Type="http://schemas.openxmlformats.org/officeDocument/2006/relationships/customXml" Target="../ink/ink1281.xml"/><Relationship Id="rId131" Type="http://schemas.openxmlformats.org/officeDocument/2006/relationships/image" Target="../media/image1302.png"/><Relationship Id="rId327" Type="http://schemas.openxmlformats.org/officeDocument/2006/relationships/image" Target="../media/image1399.png"/><Relationship Id="rId369" Type="http://schemas.openxmlformats.org/officeDocument/2006/relationships/image" Target="../media/image1420.png"/><Relationship Id="rId173" Type="http://schemas.openxmlformats.org/officeDocument/2006/relationships/image" Target="../media/image1322.png"/><Relationship Id="rId229" Type="http://schemas.openxmlformats.org/officeDocument/2006/relationships/image" Target="../media/image1350.png"/><Relationship Id="rId380" Type="http://schemas.openxmlformats.org/officeDocument/2006/relationships/customXml" Target="../ink/ink1438.xml"/><Relationship Id="rId436" Type="http://schemas.openxmlformats.org/officeDocument/2006/relationships/customXml" Target="../ink/ink1466.xml"/><Relationship Id="rId240" Type="http://schemas.openxmlformats.org/officeDocument/2006/relationships/customXml" Target="../ink/ink1368.xml"/><Relationship Id="rId35" Type="http://schemas.openxmlformats.org/officeDocument/2006/relationships/image" Target="../media/image1255.png"/><Relationship Id="rId77" Type="http://schemas.openxmlformats.org/officeDocument/2006/relationships/image" Target="../media/image1276.png"/><Relationship Id="rId100" Type="http://schemas.openxmlformats.org/officeDocument/2006/relationships/customXml" Target="../ink/ink1298.xml"/><Relationship Id="rId282" Type="http://schemas.openxmlformats.org/officeDocument/2006/relationships/customXml" Target="../ink/ink1389.xml"/><Relationship Id="rId338" Type="http://schemas.openxmlformats.org/officeDocument/2006/relationships/customXml" Target="../ink/ink1417.xml"/><Relationship Id="rId8" Type="http://schemas.openxmlformats.org/officeDocument/2006/relationships/customXml" Target="../ink/ink1252.xml"/><Relationship Id="rId142" Type="http://schemas.openxmlformats.org/officeDocument/2006/relationships/customXml" Target="../ink/ink1319.xml"/><Relationship Id="rId184" Type="http://schemas.openxmlformats.org/officeDocument/2006/relationships/customXml" Target="../ink/ink1340.xml"/><Relationship Id="rId391" Type="http://schemas.openxmlformats.org/officeDocument/2006/relationships/image" Target="../media/image1431.png"/><Relationship Id="rId405" Type="http://schemas.openxmlformats.org/officeDocument/2006/relationships/image" Target="../media/image1438.png"/><Relationship Id="rId447" Type="http://schemas.openxmlformats.org/officeDocument/2006/relationships/image" Target="../media/image1459.png"/><Relationship Id="rId251" Type="http://schemas.openxmlformats.org/officeDocument/2006/relationships/image" Target="../media/image1361.png"/><Relationship Id="rId46" Type="http://schemas.openxmlformats.org/officeDocument/2006/relationships/customXml" Target="../ink/ink1271.xml"/><Relationship Id="rId293" Type="http://schemas.openxmlformats.org/officeDocument/2006/relationships/image" Target="../media/image1382.png"/><Relationship Id="rId307" Type="http://schemas.openxmlformats.org/officeDocument/2006/relationships/image" Target="../media/image1389.png"/><Relationship Id="rId349" Type="http://schemas.openxmlformats.org/officeDocument/2006/relationships/image" Target="../media/image1410.png"/><Relationship Id="rId88" Type="http://schemas.openxmlformats.org/officeDocument/2006/relationships/customXml" Target="../ink/ink1292.xml"/><Relationship Id="rId111" Type="http://schemas.openxmlformats.org/officeDocument/2006/relationships/image" Target="../media/image1292.png"/><Relationship Id="rId153" Type="http://schemas.openxmlformats.org/officeDocument/2006/relationships/image" Target="../media/image1313.png"/><Relationship Id="rId195" Type="http://schemas.openxmlformats.org/officeDocument/2006/relationships/image" Target="../media/image1333.png"/><Relationship Id="rId209" Type="http://schemas.openxmlformats.org/officeDocument/2006/relationships/image" Target="../media/image1340.png"/><Relationship Id="rId360" Type="http://schemas.openxmlformats.org/officeDocument/2006/relationships/customXml" Target="../ink/ink1428.xml"/><Relationship Id="rId416" Type="http://schemas.openxmlformats.org/officeDocument/2006/relationships/customXml" Target="../ink/ink1456.xml"/><Relationship Id="rId220" Type="http://schemas.openxmlformats.org/officeDocument/2006/relationships/customXml" Target="../ink/ink1358.xml"/><Relationship Id="rId458" Type="http://schemas.openxmlformats.org/officeDocument/2006/relationships/customXml" Target="../ink/ink1477.xml"/><Relationship Id="rId15" Type="http://schemas.openxmlformats.org/officeDocument/2006/relationships/image" Target="../media/image1245.png"/><Relationship Id="rId57" Type="http://schemas.openxmlformats.org/officeDocument/2006/relationships/image" Target="../media/image1266.png"/><Relationship Id="rId262" Type="http://schemas.openxmlformats.org/officeDocument/2006/relationships/customXml" Target="../ink/ink1379.xml"/><Relationship Id="rId318" Type="http://schemas.openxmlformats.org/officeDocument/2006/relationships/customXml" Target="../ink/ink1407.xml"/><Relationship Id="rId99" Type="http://schemas.openxmlformats.org/officeDocument/2006/relationships/image" Target="../media/image1287.png"/><Relationship Id="rId122" Type="http://schemas.openxmlformats.org/officeDocument/2006/relationships/customXml" Target="../ink/ink1309.xml"/><Relationship Id="rId164" Type="http://schemas.openxmlformats.org/officeDocument/2006/relationships/customXml" Target="../ink/ink1330.xml"/><Relationship Id="rId371" Type="http://schemas.openxmlformats.org/officeDocument/2006/relationships/image" Target="../media/image1421.png"/><Relationship Id="rId427" Type="http://schemas.openxmlformats.org/officeDocument/2006/relationships/image" Target="../media/image1449.png"/><Relationship Id="rId469" Type="http://schemas.openxmlformats.org/officeDocument/2006/relationships/image" Target="../media/image1470.png"/><Relationship Id="rId26" Type="http://schemas.openxmlformats.org/officeDocument/2006/relationships/customXml" Target="../ink/ink1261.xml"/><Relationship Id="rId231" Type="http://schemas.openxmlformats.org/officeDocument/2006/relationships/image" Target="../media/image1351.png"/><Relationship Id="rId273" Type="http://schemas.openxmlformats.org/officeDocument/2006/relationships/image" Target="../media/image1372.png"/><Relationship Id="rId329" Type="http://schemas.openxmlformats.org/officeDocument/2006/relationships/image" Target="../media/image1400.png"/><Relationship Id="rId68" Type="http://schemas.openxmlformats.org/officeDocument/2006/relationships/customXml" Target="../ink/ink1282.xml"/><Relationship Id="rId133" Type="http://schemas.openxmlformats.org/officeDocument/2006/relationships/image" Target="../media/image1303.png"/><Relationship Id="rId175" Type="http://schemas.openxmlformats.org/officeDocument/2006/relationships/image" Target="../media/image1323.png"/><Relationship Id="rId340" Type="http://schemas.openxmlformats.org/officeDocument/2006/relationships/customXml" Target="../ink/ink1418.xml"/><Relationship Id="rId200" Type="http://schemas.openxmlformats.org/officeDocument/2006/relationships/customXml" Target="../ink/ink1348.xml"/><Relationship Id="rId382" Type="http://schemas.openxmlformats.org/officeDocument/2006/relationships/customXml" Target="../ink/ink1439.xml"/><Relationship Id="rId438" Type="http://schemas.openxmlformats.org/officeDocument/2006/relationships/customXml" Target="../ink/ink1467.xml"/><Relationship Id="rId242" Type="http://schemas.openxmlformats.org/officeDocument/2006/relationships/customXml" Target="../ink/ink1369.xml"/><Relationship Id="rId284" Type="http://schemas.openxmlformats.org/officeDocument/2006/relationships/customXml" Target="../ink/ink1390.xml"/><Relationship Id="rId37" Type="http://schemas.openxmlformats.org/officeDocument/2006/relationships/image" Target="../media/image1256.png"/><Relationship Id="rId79" Type="http://schemas.openxmlformats.org/officeDocument/2006/relationships/image" Target="../media/image1277.png"/><Relationship Id="rId102" Type="http://schemas.openxmlformats.org/officeDocument/2006/relationships/customXml" Target="../ink/ink1299.xml"/><Relationship Id="rId144" Type="http://schemas.openxmlformats.org/officeDocument/2006/relationships/customXml" Target="../ink/ink1320.xml"/><Relationship Id="rId90" Type="http://schemas.openxmlformats.org/officeDocument/2006/relationships/customXml" Target="../ink/ink1293.xml"/><Relationship Id="rId186" Type="http://schemas.openxmlformats.org/officeDocument/2006/relationships/customXml" Target="../ink/ink1341.xml"/><Relationship Id="rId351" Type="http://schemas.openxmlformats.org/officeDocument/2006/relationships/image" Target="../media/image1411.png"/><Relationship Id="rId393" Type="http://schemas.openxmlformats.org/officeDocument/2006/relationships/image" Target="../media/image1432.png"/><Relationship Id="rId407" Type="http://schemas.openxmlformats.org/officeDocument/2006/relationships/image" Target="../media/image1439.png"/><Relationship Id="rId449" Type="http://schemas.openxmlformats.org/officeDocument/2006/relationships/image" Target="../media/image1460.png"/><Relationship Id="rId211" Type="http://schemas.openxmlformats.org/officeDocument/2006/relationships/image" Target="../media/image1341.png"/><Relationship Id="rId253" Type="http://schemas.openxmlformats.org/officeDocument/2006/relationships/image" Target="../media/image1362.png"/><Relationship Id="rId295" Type="http://schemas.openxmlformats.org/officeDocument/2006/relationships/image" Target="../media/image1383.png"/><Relationship Id="rId309" Type="http://schemas.openxmlformats.org/officeDocument/2006/relationships/image" Target="../media/image1390.png"/><Relationship Id="rId460" Type="http://schemas.openxmlformats.org/officeDocument/2006/relationships/customXml" Target="../ink/ink1478.xml"/><Relationship Id="rId48" Type="http://schemas.openxmlformats.org/officeDocument/2006/relationships/customXml" Target="../ink/ink1272.xml"/><Relationship Id="rId113" Type="http://schemas.openxmlformats.org/officeDocument/2006/relationships/image" Target="../media/image1293.png"/><Relationship Id="rId320" Type="http://schemas.openxmlformats.org/officeDocument/2006/relationships/customXml" Target="../ink/ink1408.xml"/><Relationship Id="rId155" Type="http://schemas.openxmlformats.org/officeDocument/2006/relationships/image" Target="../media/image1314.png"/><Relationship Id="rId197" Type="http://schemas.openxmlformats.org/officeDocument/2006/relationships/image" Target="../media/image1334.png"/><Relationship Id="rId362" Type="http://schemas.openxmlformats.org/officeDocument/2006/relationships/customXml" Target="../ink/ink1429.xml"/><Relationship Id="rId418" Type="http://schemas.openxmlformats.org/officeDocument/2006/relationships/customXml" Target="../ink/ink1457.xml"/><Relationship Id="rId222" Type="http://schemas.openxmlformats.org/officeDocument/2006/relationships/customXml" Target="../ink/ink1359.xml"/><Relationship Id="rId264" Type="http://schemas.openxmlformats.org/officeDocument/2006/relationships/customXml" Target="../ink/ink1380.xml"/><Relationship Id="rId471" Type="http://schemas.openxmlformats.org/officeDocument/2006/relationships/image" Target="../media/image1471.png"/><Relationship Id="rId17" Type="http://schemas.openxmlformats.org/officeDocument/2006/relationships/image" Target="../media/image1246.png"/><Relationship Id="rId59" Type="http://schemas.openxmlformats.org/officeDocument/2006/relationships/image" Target="../media/image1267.png"/><Relationship Id="rId124" Type="http://schemas.openxmlformats.org/officeDocument/2006/relationships/customXml" Target="../ink/ink1310.xml"/><Relationship Id="rId70" Type="http://schemas.openxmlformats.org/officeDocument/2006/relationships/customXml" Target="../ink/ink1283.xml"/><Relationship Id="rId166" Type="http://schemas.openxmlformats.org/officeDocument/2006/relationships/customXml" Target="../ink/ink1331.xml"/><Relationship Id="rId331" Type="http://schemas.openxmlformats.org/officeDocument/2006/relationships/image" Target="../media/image1401.png"/><Relationship Id="rId373" Type="http://schemas.openxmlformats.org/officeDocument/2006/relationships/image" Target="../media/image1422.png"/><Relationship Id="rId429" Type="http://schemas.openxmlformats.org/officeDocument/2006/relationships/image" Target="../media/image1450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352.png"/><Relationship Id="rId440" Type="http://schemas.openxmlformats.org/officeDocument/2006/relationships/customXml" Target="../ink/ink1468.xml"/><Relationship Id="rId28" Type="http://schemas.openxmlformats.org/officeDocument/2006/relationships/customXml" Target="../ink/ink1262.xml"/><Relationship Id="rId275" Type="http://schemas.openxmlformats.org/officeDocument/2006/relationships/image" Target="../media/image1373.png"/><Relationship Id="rId300" Type="http://schemas.openxmlformats.org/officeDocument/2006/relationships/customXml" Target="../ink/ink1398.xml"/><Relationship Id="rId81" Type="http://schemas.openxmlformats.org/officeDocument/2006/relationships/image" Target="../media/image1278.png"/><Relationship Id="rId135" Type="http://schemas.openxmlformats.org/officeDocument/2006/relationships/image" Target="../media/image1304.png"/><Relationship Id="rId177" Type="http://schemas.openxmlformats.org/officeDocument/2006/relationships/image" Target="../media/image1324.png"/><Relationship Id="rId342" Type="http://schemas.openxmlformats.org/officeDocument/2006/relationships/customXml" Target="../ink/ink1419.xml"/><Relationship Id="rId384" Type="http://schemas.openxmlformats.org/officeDocument/2006/relationships/customXml" Target="../ink/ink1440.xml"/><Relationship Id="rId202" Type="http://schemas.openxmlformats.org/officeDocument/2006/relationships/customXml" Target="../ink/ink1349.xml"/><Relationship Id="rId244" Type="http://schemas.openxmlformats.org/officeDocument/2006/relationships/customXml" Target="../ink/ink1370.xml"/><Relationship Id="rId39" Type="http://schemas.openxmlformats.org/officeDocument/2006/relationships/image" Target="../media/image1257.png"/><Relationship Id="rId286" Type="http://schemas.openxmlformats.org/officeDocument/2006/relationships/customXml" Target="../ink/ink1391.xml"/><Relationship Id="rId451" Type="http://schemas.openxmlformats.org/officeDocument/2006/relationships/image" Target="../media/image1461.png"/><Relationship Id="rId50" Type="http://schemas.openxmlformats.org/officeDocument/2006/relationships/customXml" Target="../ink/ink1273.xml"/><Relationship Id="rId104" Type="http://schemas.openxmlformats.org/officeDocument/2006/relationships/customXml" Target="../ink/ink1300.xml"/><Relationship Id="rId146" Type="http://schemas.openxmlformats.org/officeDocument/2006/relationships/customXml" Target="../ink/ink1321.xml"/><Relationship Id="rId188" Type="http://schemas.openxmlformats.org/officeDocument/2006/relationships/customXml" Target="../ink/ink1342.xml"/><Relationship Id="rId311" Type="http://schemas.openxmlformats.org/officeDocument/2006/relationships/image" Target="../media/image1391.png"/><Relationship Id="rId353" Type="http://schemas.openxmlformats.org/officeDocument/2006/relationships/image" Target="../media/image1412.png"/><Relationship Id="rId395" Type="http://schemas.openxmlformats.org/officeDocument/2006/relationships/image" Target="../media/image1433.png"/><Relationship Id="rId409" Type="http://schemas.openxmlformats.org/officeDocument/2006/relationships/image" Target="../media/image1440.png"/><Relationship Id="rId92" Type="http://schemas.openxmlformats.org/officeDocument/2006/relationships/customXml" Target="../ink/ink1294.xml"/><Relationship Id="rId213" Type="http://schemas.openxmlformats.org/officeDocument/2006/relationships/image" Target="../media/image1342.png"/><Relationship Id="rId420" Type="http://schemas.openxmlformats.org/officeDocument/2006/relationships/customXml" Target="../ink/ink1458.xml"/><Relationship Id="rId255" Type="http://schemas.openxmlformats.org/officeDocument/2006/relationships/image" Target="../media/image1363.png"/><Relationship Id="rId297" Type="http://schemas.openxmlformats.org/officeDocument/2006/relationships/image" Target="../media/image1384.png"/><Relationship Id="rId462" Type="http://schemas.openxmlformats.org/officeDocument/2006/relationships/customXml" Target="../ink/ink1479.xml"/><Relationship Id="rId115" Type="http://schemas.openxmlformats.org/officeDocument/2006/relationships/image" Target="../media/image1294.png"/><Relationship Id="rId157" Type="http://schemas.openxmlformats.org/officeDocument/2006/relationships/image" Target="../media/image1315.png"/><Relationship Id="rId322" Type="http://schemas.openxmlformats.org/officeDocument/2006/relationships/customXml" Target="../ink/ink1409.xml"/><Relationship Id="rId364" Type="http://schemas.openxmlformats.org/officeDocument/2006/relationships/customXml" Target="../ink/ink1430.xml"/><Relationship Id="rId61" Type="http://schemas.openxmlformats.org/officeDocument/2006/relationships/image" Target="../media/image1268.png"/><Relationship Id="rId199" Type="http://schemas.openxmlformats.org/officeDocument/2006/relationships/image" Target="../media/image1335.png"/><Relationship Id="rId19" Type="http://schemas.openxmlformats.org/officeDocument/2006/relationships/image" Target="../media/image1247.png"/><Relationship Id="rId224" Type="http://schemas.openxmlformats.org/officeDocument/2006/relationships/customXml" Target="../ink/ink1360.xml"/><Relationship Id="rId266" Type="http://schemas.openxmlformats.org/officeDocument/2006/relationships/customXml" Target="../ink/ink1381.xml"/><Relationship Id="rId431" Type="http://schemas.openxmlformats.org/officeDocument/2006/relationships/image" Target="../media/image1451.png"/><Relationship Id="rId473" Type="http://schemas.openxmlformats.org/officeDocument/2006/relationships/image" Target="../media/image1472.png"/><Relationship Id="rId30" Type="http://schemas.openxmlformats.org/officeDocument/2006/relationships/customXml" Target="../ink/ink1263.xml"/><Relationship Id="rId126" Type="http://schemas.openxmlformats.org/officeDocument/2006/relationships/customXml" Target="../ink/ink1311.xml"/><Relationship Id="rId168" Type="http://schemas.openxmlformats.org/officeDocument/2006/relationships/customXml" Target="../ink/ink1332.xml"/><Relationship Id="rId333" Type="http://schemas.openxmlformats.org/officeDocument/2006/relationships/image" Target="../media/image1402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532.png"/><Relationship Id="rId21" Type="http://schemas.openxmlformats.org/officeDocument/2006/relationships/image" Target="../media/image1484.png"/><Relationship Id="rId324" Type="http://schemas.openxmlformats.org/officeDocument/2006/relationships/image" Target="../media/image1632.png"/><Relationship Id="rId170" Type="http://schemas.openxmlformats.org/officeDocument/2006/relationships/image" Target="../media/image1557.png"/><Relationship Id="rId268" Type="http://schemas.openxmlformats.org/officeDocument/2006/relationships/image" Target="../media/image1605.png"/><Relationship Id="rId475" Type="http://schemas.openxmlformats.org/officeDocument/2006/relationships/customXml" Target="../ink/ink1724.xml"/><Relationship Id="rId32" Type="http://schemas.openxmlformats.org/officeDocument/2006/relationships/customXml" Target="../ink/ink1502.xml"/><Relationship Id="rId74" Type="http://schemas.openxmlformats.org/officeDocument/2006/relationships/customXml" Target="../ink/ink1523.xml"/><Relationship Id="rId128" Type="http://schemas.openxmlformats.org/officeDocument/2006/relationships/customXml" Target="../ink/ink1550.xml"/><Relationship Id="rId335" Type="http://schemas.openxmlformats.org/officeDocument/2006/relationships/customXml" Target="../ink/ink1654.xml"/><Relationship Id="rId377" Type="http://schemas.openxmlformats.org/officeDocument/2006/relationships/customXml" Target="../ink/ink1675.xml"/><Relationship Id="rId500" Type="http://schemas.openxmlformats.org/officeDocument/2006/relationships/image" Target="../media/image1718.png"/><Relationship Id="rId5" Type="http://schemas.openxmlformats.org/officeDocument/2006/relationships/image" Target="../media/image1476.png"/><Relationship Id="rId181" Type="http://schemas.openxmlformats.org/officeDocument/2006/relationships/customXml" Target="../ink/ink1577.xml"/><Relationship Id="rId237" Type="http://schemas.openxmlformats.org/officeDocument/2006/relationships/customXml" Target="../ink/ink1605.xml"/><Relationship Id="rId402" Type="http://schemas.openxmlformats.org/officeDocument/2006/relationships/image" Target="../media/image1670.png"/><Relationship Id="rId279" Type="http://schemas.openxmlformats.org/officeDocument/2006/relationships/customXml" Target="../ink/ink1626.xml"/><Relationship Id="rId444" Type="http://schemas.openxmlformats.org/officeDocument/2006/relationships/image" Target="../media/image1691.png"/><Relationship Id="rId486" Type="http://schemas.openxmlformats.org/officeDocument/2006/relationships/image" Target="../media/image1711.png"/><Relationship Id="rId43" Type="http://schemas.openxmlformats.org/officeDocument/2006/relationships/image" Target="../media/image1495.png"/><Relationship Id="rId139" Type="http://schemas.openxmlformats.org/officeDocument/2006/relationships/customXml" Target="../ink/ink1556.xml"/><Relationship Id="rId290" Type="http://schemas.openxmlformats.org/officeDocument/2006/relationships/image" Target="../media/image1615.png"/><Relationship Id="rId304" Type="http://schemas.openxmlformats.org/officeDocument/2006/relationships/image" Target="../media/image1622.png"/><Relationship Id="rId346" Type="http://schemas.openxmlformats.org/officeDocument/2006/relationships/image" Target="../media/image1642.png"/><Relationship Id="rId388" Type="http://schemas.openxmlformats.org/officeDocument/2006/relationships/image" Target="../media/image1663.png"/><Relationship Id="rId511" Type="http://schemas.openxmlformats.org/officeDocument/2006/relationships/customXml" Target="../ink/ink1742.xml"/><Relationship Id="rId85" Type="http://schemas.openxmlformats.org/officeDocument/2006/relationships/image" Target="../media/image1516.png"/><Relationship Id="rId150" Type="http://schemas.openxmlformats.org/officeDocument/2006/relationships/image" Target="../media/image1547.png"/><Relationship Id="rId192" Type="http://schemas.openxmlformats.org/officeDocument/2006/relationships/image" Target="../media/image1568.png"/><Relationship Id="rId206" Type="http://schemas.openxmlformats.org/officeDocument/2006/relationships/image" Target="../media/image1575.png"/><Relationship Id="rId413" Type="http://schemas.openxmlformats.org/officeDocument/2006/relationships/customXml" Target="../ink/ink1693.xml"/><Relationship Id="rId248" Type="http://schemas.openxmlformats.org/officeDocument/2006/relationships/image" Target="../media/image1595.png"/><Relationship Id="rId455" Type="http://schemas.openxmlformats.org/officeDocument/2006/relationships/customXml" Target="../ink/ink1714.xml"/><Relationship Id="rId497" Type="http://schemas.openxmlformats.org/officeDocument/2006/relationships/customXml" Target="../ink/ink1735.xml"/><Relationship Id="rId12" Type="http://schemas.openxmlformats.org/officeDocument/2006/relationships/customXml" Target="../ink/ink1492.xml"/><Relationship Id="rId108" Type="http://schemas.openxmlformats.org/officeDocument/2006/relationships/customXml" Target="../ink/ink1540.xml"/><Relationship Id="rId315" Type="http://schemas.openxmlformats.org/officeDocument/2006/relationships/customXml" Target="../ink/ink1644.xml"/><Relationship Id="rId357" Type="http://schemas.openxmlformats.org/officeDocument/2006/relationships/customXml" Target="../ink/ink1665.xml"/><Relationship Id="rId522" Type="http://schemas.openxmlformats.org/officeDocument/2006/relationships/image" Target="../media/image1729.png"/><Relationship Id="rId54" Type="http://schemas.openxmlformats.org/officeDocument/2006/relationships/customXml" Target="../ink/ink1513.xml"/><Relationship Id="rId96" Type="http://schemas.openxmlformats.org/officeDocument/2006/relationships/customXml" Target="../ink/ink1534.xml"/><Relationship Id="rId161" Type="http://schemas.openxmlformats.org/officeDocument/2006/relationships/customXml" Target="../ink/ink1567.xml"/><Relationship Id="rId217" Type="http://schemas.openxmlformats.org/officeDocument/2006/relationships/customXml" Target="../ink/ink1595.xml"/><Relationship Id="rId399" Type="http://schemas.openxmlformats.org/officeDocument/2006/relationships/customXml" Target="../ink/ink1686.xml"/><Relationship Id="rId259" Type="http://schemas.openxmlformats.org/officeDocument/2006/relationships/customXml" Target="../ink/ink1616.xml"/><Relationship Id="rId424" Type="http://schemas.openxmlformats.org/officeDocument/2006/relationships/image" Target="../media/image1681.png"/><Relationship Id="rId466" Type="http://schemas.openxmlformats.org/officeDocument/2006/relationships/image" Target="../media/image1701.png"/><Relationship Id="rId23" Type="http://schemas.openxmlformats.org/officeDocument/2006/relationships/image" Target="../media/image1485.png"/><Relationship Id="rId119" Type="http://schemas.openxmlformats.org/officeDocument/2006/relationships/image" Target="../media/image1533.png"/><Relationship Id="rId270" Type="http://schemas.openxmlformats.org/officeDocument/2006/relationships/image" Target="../media/image1606.png"/><Relationship Id="rId326" Type="http://schemas.openxmlformats.org/officeDocument/2006/relationships/image" Target="../media/image695.png"/><Relationship Id="rId65" Type="http://schemas.openxmlformats.org/officeDocument/2006/relationships/image" Target="../media/image1506.png"/><Relationship Id="rId130" Type="http://schemas.openxmlformats.org/officeDocument/2006/relationships/customXml" Target="../ink/ink1551.xml"/><Relationship Id="rId368" Type="http://schemas.openxmlformats.org/officeDocument/2006/relationships/image" Target="../media/image1653.png"/><Relationship Id="rId172" Type="http://schemas.openxmlformats.org/officeDocument/2006/relationships/image" Target="../media/image1558.png"/><Relationship Id="rId228" Type="http://schemas.openxmlformats.org/officeDocument/2006/relationships/image" Target="../media/image1585.png"/><Relationship Id="rId435" Type="http://schemas.openxmlformats.org/officeDocument/2006/relationships/customXml" Target="../ink/ink1704.xml"/><Relationship Id="rId477" Type="http://schemas.openxmlformats.org/officeDocument/2006/relationships/customXml" Target="../ink/ink1725.xml"/><Relationship Id="rId281" Type="http://schemas.openxmlformats.org/officeDocument/2006/relationships/customXml" Target="../ink/ink1627.xml"/><Relationship Id="rId337" Type="http://schemas.openxmlformats.org/officeDocument/2006/relationships/customXml" Target="../ink/ink1655.xml"/><Relationship Id="rId502" Type="http://schemas.openxmlformats.org/officeDocument/2006/relationships/image" Target="../media/image1719.png"/><Relationship Id="rId34" Type="http://schemas.openxmlformats.org/officeDocument/2006/relationships/customXml" Target="../ink/ink1503.xml"/><Relationship Id="rId76" Type="http://schemas.openxmlformats.org/officeDocument/2006/relationships/customXml" Target="../ink/ink1524.xml"/><Relationship Id="rId141" Type="http://schemas.openxmlformats.org/officeDocument/2006/relationships/customXml" Target="../ink/ink1557.xml"/><Relationship Id="rId379" Type="http://schemas.openxmlformats.org/officeDocument/2006/relationships/customXml" Target="../ink/ink1676.xml"/><Relationship Id="rId7" Type="http://schemas.openxmlformats.org/officeDocument/2006/relationships/image" Target="../media/image1477.png"/><Relationship Id="rId183" Type="http://schemas.openxmlformats.org/officeDocument/2006/relationships/customXml" Target="../ink/ink1578.xml"/><Relationship Id="rId239" Type="http://schemas.openxmlformats.org/officeDocument/2006/relationships/customXml" Target="../ink/ink1606.xml"/><Relationship Id="rId390" Type="http://schemas.openxmlformats.org/officeDocument/2006/relationships/image" Target="../media/image1664.png"/><Relationship Id="rId404" Type="http://schemas.openxmlformats.org/officeDocument/2006/relationships/image" Target="../media/image1671.png"/><Relationship Id="rId446" Type="http://schemas.openxmlformats.org/officeDocument/2006/relationships/image" Target="../media/image1692.png"/><Relationship Id="rId250" Type="http://schemas.openxmlformats.org/officeDocument/2006/relationships/image" Target="../media/image1596.png"/><Relationship Id="rId292" Type="http://schemas.openxmlformats.org/officeDocument/2006/relationships/image" Target="../media/image1616.png"/><Relationship Id="rId306" Type="http://schemas.openxmlformats.org/officeDocument/2006/relationships/image" Target="../media/image1623.png"/><Relationship Id="rId488" Type="http://schemas.openxmlformats.org/officeDocument/2006/relationships/image" Target="../media/image1712.png"/><Relationship Id="rId45" Type="http://schemas.openxmlformats.org/officeDocument/2006/relationships/image" Target="../media/image1496.png"/><Relationship Id="rId87" Type="http://schemas.openxmlformats.org/officeDocument/2006/relationships/image" Target="../media/image1517.png"/><Relationship Id="rId110" Type="http://schemas.openxmlformats.org/officeDocument/2006/relationships/customXml" Target="../ink/ink1541.xml"/><Relationship Id="rId348" Type="http://schemas.openxmlformats.org/officeDocument/2006/relationships/image" Target="../media/image1643.png"/><Relationship Id="rId513" Type="http://schemas.openxmlformats.org/officeDocument/2006/relationships/customXml" Target="../ink/ink1743.xml"/><Relationship Id="rId152" Type="http://schemas.openxmlformats.org/officeDocument/2006/relationships/image" Target="../media/image1548.png"/><Relationship Id="rId194" Type="http://schemas.openxmlformats.org/officeDocument/2006/relationships/image" Target="../media/image1569.png"/><Relationship Id="rId208" Type="http://schemas.openxmlformats.org/officeDocument/2006/relationships/image" Target="../media/image1576.png"/><Relationship Id="rId415" Type="http://schemas.openxmlformats.org/officeDocument/2006/relationships/customXml" Target="../ink/ink1694.xml"/><Relationship Id="rId457" Type="http://schemas.openxmlformats.org/officeDocument/2006/relationships/customXml" Target="../ink/ink1715.xml"/><Relationship Id="rId261" Type="http://schemas.openxmlformats.org/officeDocument/2006/relationships/customXml" Target="../ink/ink1617.xml"/><Relationship Id="rId499" Type="http://schemas.openxmlformats.org/officeDocument/2006/relationships/customXml" Target="../ink/ink1736.xml"/><Relationship Id="rId14" Type="http://schemas.openxmlformats.org/officeDocument/2006/relationships/customXml" Target="../ink/ink1493.xml"/><Relationship Id="rId56" Type="http://schemas.openxmlformats.org/officeDocument/2006/relationships/customXml" Target="../ink/ink1514.xml"/><Relationship Id="rId317" Type="http://schemas.openxmlformats.org/officeDocument/2006/relationships/customXml" Target="../ink/ink1645.xml"/><Relationship Id="rId359" Type="http://schemas.openxmlformats.org/officeDocument/2006/relationships/customXml" Target="../ink/ink1666.xml"/><Relationship Id="rId524" Type="http://schemas.openxmlformats.org/officeDocument/2006/relationships/image" Target="../media/image1730.png"/><Relationship Id="rId98" Type="http://schemas.openxmlformats.org/officeDocument/2006/relationships/customXml" Target="../ink/ink1535.xml"/><Relationship Id="rId121" Type="http://schemas.openxmlformats.org/officeDocument/2006/relationships/image" Target="../media/image669.png"/><Relationship Id="rId163" Type="http://schemas.openxmlformats.org/officeDocument/2006/relationships/customXml" Target="../ink/ink1568.xml"/><Relationship Id="rId219" Type="http://schemas.openxmlformats.org/officeDocument/2006/relationships/customXml" Target="../ink/ink1596.xml"/><Relationship Id="rId370" Type="http://schemas.openxmlformats.org/officeDocument/2006/relationships/image" Target="../media/image1654.png"/><Relationship Id="rId426" Type="http://schemas.openxmlformats.org/officeDocument/2006/relationships/image" Target="../media/image1682.png"/><Relationship Id="rId230" Type="http://schemas.openxmlformats.org/officeDocument/2006/relationships/image" Target="../media/image1586.png"/><Relationship Id="rId468" Type="http://schemas.openxmlformats.org/officeDocument/2006/relationships/image" Target="../media/image1702.png"/><Relationship Id="rId25" Type="http://schemas.openxmlformats.org/officeDocument/2006/relationships/image" Target="../media/image1486.png"/><Relationship Id="rId67" Type="http://schemas.openxmlformats.org/officeDocument/2006/relationships/image" Target="../media/image1507.png"/><Relationship Id="rId272" Type="http://schemas.openxmlformats.org/officeDocument/2006/relationships/image" Target="../media/image1607.png"/><Relationship Id="rId328" Type="http://schemas.openxmlformats.org/officeDocument/2006/relationships/image" Target="../media/image1633.png"/><Relationship Id="rId132" Type="http://schemas.openxmlformats.org/officeDocument/2006/relationships/customXml" Target="../ink/ink1552.xml"/><Relationship Id="rId174" Type="http://schemas.openxmlformats.org/officeDocument/2006/relationships/image" Target="../media/image1559.png"/><Relationship Id="rId381" Type="http://schemas.openxmlformats.org/officeDocument/2006/relationships/customXml" Target="../ink/ink1677.xml"/><Relationship Id="rId241" Type="http://schemas.openxmlformats.org/officeDocument/2006/relationships/customXml" Target="../ink/ink1607.xml"/><Relationship Id="rId437" Type="http://schemas.openxmlformats.org/officeDocument/2006/relationships/customXml" Target="../ink/ink1705.xml"/><Relationship Id="rId479" Type="http://schemas.openxmlformats.org/officeDocument/2006/relationships/customXml" Target="../ink/ink1726.xml"/><Relationship Id="rId36" Type="http://schemas.openxmlformats.org/officeDocument/2006/relationships/customXml" Target="../ink/ink1504.xml"/><Relationship Id="rId283" Type="http://schemas.openxmlformats.org/officeDocument/2006/relationships/customXml" Target="../ink/ink1628.xml"/><Relationship Id="rId339" Type="http://schemas.openxmlformats.org/officeDocument/2006/relationships/customXml" Target="../ink/ink1656.xml"/><Relationship Id="rId490" Type="http://schemas.openxmlformats.org/officeDocument/2006/relationships/image" Target="../media/image1713.png"/><Relationship Id="rId504" Type="http://schemas.openxmlformats.org/officeDocument/2006/relationships/image" Target="../media/image1720.png"/><Relationship Id="rId78" Type="http://schemas.openxmlformats.org/officeDocument/2006/relationships/customXml" Target="../ink/ink1525.xml"/><Relationship Id="rId101" Type="http://schemas.openxmlformats.org/officeDocument/2006/relationships/image" Target="../media/image1524.png"/><Relationship Id="rId143" Type="http://schemas.openxmlformats.org/officeDocument/2006/relationships/customXml" Target="../ink/ink1558.xml"/><Relationship Id="rId185" Type="http://schemas.openxmlformats.org/officeDocument/2006/relationships/customXml" Target="../ink/ink1579.xml"/><Relationship Id="rId350" Type="http://schemas.openxmlformats.org/officeDocument/2006/relationships/image" Target="../media/image1644.png"/><Relationship Id="rId406" Type="http://schemas.openxmlformats.org/officeDocument/2006/relationships/image" Target="../media/image1672.png"/><Relationship Id="rId9" Type="http://schemas.openxmlformats.org/officeDocument/2006/relationships/image" Target="../media/image1478.png"/><Relationship Id="rId210" Type="http://schemas.openxmlformats.org/officeDocument/2006/relationships/image" Target="../media/image1577.png"/><Relationship Id="rId392" Type="http://schemas.openxmlformats.org/officeDocument/2006/relationships/image" Target="../media/image1665.png"/><Relationship Id="rId448" Type="http://schemas.openxmlformats.org/officeDocument/2006/relationships/image" Target="../media/image1693.png"/><Relationship Id="rId252" Type="http://schemas.openxmlformats.org/officeDocument/2006/relationships/image" Target="../media/image1597.png"/><Relationship Id="rId294" Type="http://schemas.openxmlformats.org/officeDocument/2006/relationships/image" Target="../media/image1617.png"/><Relationship Id="rId308" Type="http://schemas.openxmlformats.org/officeDocument/2006/relationships/image" Target="../media/image1624.png"/><Relationship Id="rId515" Type="http://schemas.openxmlformats.org/officeDocument/2006/relationships/customXml" Target="../ink/ink1744.xml"/><Relationship Id="rId47" Type="http://schemas.openxmlformats.org/officeDocument/2006/relationships/image" Target="../media/image1497.png"/><Relationship Id="rId89" Type="http://schemas.openxmlformats.org/officeDocument/2006/relationships/image" Target="../media/image1518.png"/><Relationship Id="rId112" Type="http://schemas.openxmlformats.org/officeDocument/2006/relationships/customXml" Target="../ink/ink1542.xml"/><Relationship Id="rId154" Type="http://schemas.openxmlformats.org/officeDocument/2006/relationships/image" Target="../media/image1549.png"/><Relationship Id="rId361" Type="http://schemas.openxmlformats.org/officeDocument/2006/relationships/customXml" Target="../ink/ink1667.xml"/><Relationship Id="rId196" Type="http://schemas.openxmlformats.org/officeDocument/2006/relationships/image" Target="../media/image1570.png"/><Relationship Id="rId417" Type="http://schemas.openxmlformats.org/officeDocument/2006/relationships/customXml" Target="../ink/ink1695.xml"/><Relationship Id="rId459" Type="http://schemas.openxmlformats.org/officeDocument/2006/relationships/customXml" Target="../ink/ink1716.xml"/><Relationship Id="rId16" Type="http://schemas.openxmlformats.org/officeDocument/2006/relationships/customXml" Target="../ink/ink1494.xml"/><Relationship Id="rId221" Type="http://schemas.openxmlformats.org/officeDocument/2006/relationships/customXml" Target="../ink/ink1597.xml"/><Relationship Id="rId263" Type="http://schemas.openxmlformats.org/officeDocument/2006/relationships/customXml" Target="../ink/ink1618.xml"/><Relationship Id="rId319" Type="http://schemas.openxmlformats.org/officeDocument/2006/relationships/customXml" Target="../ink/ink1646.xml"/><Relationship Id="rId470" Type="http://schemas.openxmlformats.org/officeDocument/2006/relationships/image" Target="../media/image1703.png"/><Relationship Id="rId526" Type="http://schemas.openxmlformats.org/officeDocument/2006/relationships/image" Target="../media/image1731.png"/><Relationship Id="rId58" Type="http://schemas.openxmlformats.org/officeDocument/2006/relationships/customXml" Target="../ink/ink1515.xml"/><Relationship Id="rId123" Type="http://schemas.openxmlformats.org/officeDocument/2006/relationships/image" Target="../media/image1534.png"/><Relationship Id="rId330" Type="http://schemas.openxmlformats.org/officeDocument/2006/relationships/image" Target="../media/image1634.png"/><Relationship Id="rId165" Type="http://schemas.openxmlformats.org/officeDocument/2006/relationships/customXml" Target="../ink/ink1569.xml"/><Relationship Id="rId372" Type="http://schemas.openxmlformats.org/officeDocument/2006/relationships/image" Target="../media/image1655.png"/><Relationship Id="rId428" Type="http://schemas.openxmlformats.org/officeDocument/2006/relationships/image" Target="../media/image1683.png"/><Relationship Id="rId232" Type="http://schemas.openxmlformats.org/officeDocument/2006/relationships/image" Target="../media/image1587.png"/><Relationship Id="rId274" Type="http://schemas.openxmlformats.org/officeDocument/2006/relationships/image" Target="../media/image1608.png"/><Relationship Id="rId481" Type="http://schemas.openxmlformats.org/officeDocument/2006/relationships/customXml" Target="../ink/ink1727.xml"/><Relationship Id="rId27" Type="http://schemas.openxmlformats.org/officeDocument/2006/relationships/image" Target="../media/image1487.png"/><Relationship Id="rId69" Type="http://schemas.openxmlformats.org/officeDocument/2006/relationships/image" Target="../media/image1508.png"/><Relationship Id="rId134" Type="http://schemas.openxmlformats.org/officeDocument/2006/relationships/customXml" Target="../ink/ink1553.xml"/><Relationship Id="rId80" Type="http://schemas.openxmlformats.org/officeDocument/2006/relationships/customXml" Target="../ink/ink1526.xml"/><Relationship Id="rId176" Type="http://schemas.openxmlformats.org/officeDocument/2006/relationships/image" Target="../media/image1560.png"/><Relationship Id="rId341" Type="http://schemas.openxmlformats.org/officeDocument/2006/relationships/customXml" Target="../ink/ink1657.xml"/><Relationship Id="rId383" Type="http://schemas.openxmlformats.org/officeDocument/2006/relationships/customXml" Target="../ink/ink1678.xml"/><Relationship Id="rId439" Type="http://schemas.openxmlformats.org/officeDocument/2006/relationships/customXml" Target="../ink/ink1706.xml"/><Relationship Id="rId201" Type="http://schemas.openxmlformats.org/officeDocument/2006/relationships/customXml" Target="../ink/ink1587.xml"/><Relationship Id="rId243" Type="http://schemas.openxmlformats.org/officeDocument/2006/relationships/customXml" Target="../ink/ink1608.xml"/><Relationship Id="rId285" Type="http://schemas.openxmlformats.org/officeDocument/2006/relationships/customXml" Target="../ink/ink1629.xml"/><Relationship Id="rId450" Type="http://schemas.openxmlformats.org/officeDocument/2006/relationships/image" Target="../media/image1694.png"/><Relationship Id="rId506" Type="http://schemas.openxmlformats.org/officeDocument/2006/relationships/image" Target="../media/image1721.png"/><Relationship Id="rId38" Type="http://schemas.openxmlformats.org/officeDocument/2006/relationships/customXml" Target="../ink/ink1505.xml"/><Relationship Id="rId103" Type="http://schemas.openxmlformats.org/officeDocument/2006/relationships/image" Target="../media/image1525.png"/><Relationship Id="rId310" Type="http://schemas.openxmlformats.org/officeDocument/2006/relationships/image" Target="../media/image1625.png"/><Relationship Id="rId492" Type="http://schemas.openxmlformats.org/officeDocument/2006/relationships/image" Target="../media/image1714.png"/><Relationship Id="rId91" Type="http://schemas.openxmlformats.org/officeDocument/2006/relationships/image" Target="../media/image1519.png"/><Relationship Id="rId145" Type="http://schemas.openxmlformats.org/officeDocument/2006/relationships/customXml" Target="../ink/ink1559.xml"/><Relationship Id="rId187" Type="http://schemas.openxmlformats.org/officeDocument/2006/relationships/customXml" Target="../ink/ink1580.xml"/><Relationship Id="rId352" Type="http://schemas.openxmlformats.org/officeDocument/2006/relationships/image" Target="../media/image1645.png"/><Relationship Id="rId394" Type="http://schemas.openxmlformats.org/officeDocument/2006/relationships/image" Target="../media/image1666.png"/><Relationship Id="rId408" Type="http://schemas.openxmlformats.org/officeDocument/2006/relationships/image" Target="../media/image1673.png"/><Relationship Id="rId212" Type="http://schemas.openxmlformats.org/officeDocument/2006/relationships/image" Target="../media/image409.png"/><Relationship Id="rId254" Type="http://schemas.openxmlformats.org/officeDocument/2006/relationships/image" Target="../media/image1598.png"/><Relationship Id="rId49" Type="http://schemas.openxmlformats.org/officeDocument/2006/relationships/image" Target="../media/image1498.png"/><Relationship Id="rId114" Type="http://schemas.openxmlformats.org/officeDocument/2006/relationships/customXml" Target="../ink/ink1543.xml"/><Relationship Id="rId296" Type="http://schemas.openxmlformats.org/officeDocument/2006/relationships/image" Target="../media/image1618.png"/><Relationship Id="rId461" Type="http://schemas.openxmlformats.org/officeDocument/2006/relationships/customXml" Target="../ink/ink1717.xml"/><Relationship Id="rId517" Type="http://schemas.openxmlformats.org/officeDocument/2006/relationships/customXml" Target="../ink/ink1745.xml"/><Relationship Id="rId60" Type="http://schemas.openxmlformats.org/officeDocument/2006/relationships/customXml" Target="../ink/ink1516.xml"/><Relationship Id="rId156" Type="http://schemas.openxmlformats.org/officeDocument/2006/relationships/image" Target="../media/image1550.png"/><Relationship Id="rId198" Type="http://schemas.openxmlformats.org/officeDocument/2006/relationships/image" Target="../media/image1571.png"/><Relationship Id="rId321" Type="http://schemas.openxmlformats.org/officeDocument/2006/relationships/customXml" Target="../ink/ink1647.xml"/><Relationship Id="rId363" Type="http://schemas.openxmlformats.org/officeDocument/2006/relationships/customXml" Target="../ink/ink1668.xml"/><Relationship Id="rId419" Type="http://schemas.openxmlformats.org/officeDocument/2006/relationships/customXml" Target="../ink/ink1696.xml"/><Relationship Id="rId223" Type="http://schemas.openxmlformats.org/officeDocument/2006/relationships/customXml" Target="../ink/ink1598.xml"/><Relationship Id="rId430" Type="http://schemas.openxmlformats.org/officeDocument/2006/relationships/image" Target="../media/image1684.png"/><Relationship Id="rId18" Type="http://schemas.openxmlformats.org/officeDocument/2006/relationships/customXml" Target="../ink/ink1495.xml"/><Relationship Id="rId265" Type="http://schemas.openxmlformats.org/officeDocument/2006/relationships/customXml" Target="../ink/ink1619.xml"/><Relationship Id="rId472" Type="http://schemas.openxmlformats.org/officeDocument/2006/relationships/image" Target="../media/image1704.png"/><Relationship Id="rId125" Type="http://schemas.openxmlformats.org/officeDocument/2006/relationships/image" Target="../media/image1535.png"/><Relationship Id="rId167" Type="http://schemas.openxmlformats.org/officeDocument/2006/relationships/customXml" Target="../ink/ink1570.xml"/><Relationship Id="rId332" Type="http://schemas.openxmlformats.org/officeDocument/2006/relationships/image" Target="../media/image1635.png"/><Relationship Id="rId374" Type="http://schemas.openxmlformats.org/officeDocument/2006/relationships/image" Target="../media/image1656.png"/><Relationship Id="rId71" Type="http://schemas.openxmlformats.org/officeDocument/2006/relationships/image" Target="../media/image1509.png"/><Relationship Id="rId234" Type="http://schemas.openxmlformats.org/officeDocument/2006/relationships/image" Target="../media/image1588.png"/><Relationship Id="rId2" Type="http://schemas.openxmlformats.org/officeDocument/2006/relationships/customXml" Target="../ink/ink1487.xml"/><Relationship Id="rId29" Type="http://schemas.openxmlformats.org/officeDocument/2006/relationships/image" Target="../media/image1488.png"/><Relationship Id="rId276" Type="http://schemas.openxmlformats.org/officeDocument/2006/relationships/image" Target="../media/image1609.png"/><Relationship Id="rId441" Type="http://schemas.openxmlformats.org/officeDocument/2006/relationships/customXml" Target="../ink/ink1707.xml"/><Relationship Id="rId483" Type="http://schemas.openxmlformats.org/officeDocument/2006/relationships/customXml" Target="../ink/ink1728.xml"/><Relationship Id="rId40" Type="http://schemas.openxmlformats.org/officeDocument/2006/relationships/customXml" Target="../ink/ink1506.xml"/><Relationship Id="rId136" Type="http://schemas.openxmlformats.org/officeDocument/2006/relationships/image" Target="../media/image1540.png"/><Relationship Id="rId178" Type="http://schemas.openxmlformats.org/officeDocument/2006/relationships/image" Target="../media/image1561.png"/><Relationship Id="rId301" Type="http://schemas.openxmlformats.org/officeDocument/2006/relationships/customXml" Target="../ink/ink1637.xml"/><Relationship Id="rId343" Type="http://schemas.openxmlformats.org/officeDocument/2006/relationships/customXml" Target="../ink/ink1658.xml"/><Relationship Id="rId82" Type="http://schemas.openxmlformats.org/officeDocument/2006/relationships/customXml" Target="../ink/ink1527.xml"/><Relationship Id="rId203" Type="http://schemas.openxmlformats.org/officeDocument/2006/relationships/customXml" Target="../ink/ink1588.xml"/><Relationship Id="rId385" Type="http://schemas.openxmlformats.org/officeDocument/2006/relationships/customXml" Target="../ink/ink1679.xml"/><Relationship Id="rId245" Type="http://schemas.openxmlformats.org/officeDocument/2006/relationships/customXml" Target="../ink/ink1609.xml"/><Relationship Id="rId287" Type="http://schemas.openxmlformats.org/officeDocument/2006/relationships/customXml" Target="../ink/ink1630.xml"/><Relationship Id="rId410" Type="http://schemas.openxmlformats.org/officeDocument/2006/relationships/image" Target="../media/image1674.png"/><Relationship Id="rId452" Type="http://schemas.openxmlformats.org/officeDocument/2006/relationships/image" Target="../media/image1695.png"/><Relationship Id="rId494" Type="http://schemas.openxmlformats.org/officeDocument/2006/relationships/image" Target="../media/image1715.png"/><Relationship Id="rId508" Type="http://schemas.openxmlformats.org/officeDocument/2006/relationships/image" Target="../media/image1722.png"/><Relationship Id="rId105" Type="http://schemas.openxmlformats.org/officeDocument/2006/relationships/image" Target="../media/image1526.png"/><Relationship Id="rId147" Type="http://schemas.openxmlformats.org/officeDocument/2006/relationships/customXml" Target="../ink/ink1560.xml"/><Relationship Id="rId312" Type="http://schemas.openxmlformats.org/officeDocument/2006/relationships/image" Target="../media/image1626.png"/><Relationship Id="rId354" Type="http://schemas.openxmlformats.org/officeDocument/2006/relationships/image" Target="../media/image1646.png"/><Relationship Id="rId51" Type="http://schemas.openxmlformats.org/officeDocument/2006/relationships/image" Target="../media/image1499.png"/><Relationship Id="rId93" Type="http://schemas.openxmlformats.org/officeDocument/2006/relationships/image" Target="../media/image1520.png"/><Relationship Id="rId189" Type="http://schemas.openxmlformats.org/officeDocument/2006/relationships/customXml" Target="../ink/ink1581.xml"/><Relationship Id="rId396" Type="http://schemas.openxmlformats.org/officeDocument/2006/relationships/image" Target="../media/image1667.png"/><Relationship Id="rId214" Type="http://schemas.openxmlformats.org/officeDocument/2006/relationships/image" Target="../media/image1578.png"/><Relationship Id="rId256" Type="http://schemas.openxmlformats.org/officeDocument/2006/relationships/image" Target="../media/image1599.png"/><Relationship Id="rId298" Type="http://schemas.openxmlformats.org/officeDocument/2006/relationships/image" Target="../media/image1619.png"/><Relationship Id="rId421" Type="http://schemas.openxmlformats.org/officeDocument/2006/relationships/customXml" Target="../ink/ink1697.xml"/><Relationship Id="rId463" Type="http://schemas.openxmlformats.org/officeDocument/2006/relationships/customXml" Target="../ink/ink1718.xml"/><Relationship Id="rId519" Type="http://schemas.openxmlformats.org/officeDocument/2006/relationships/customXml" Target="../ink/ink1746.xml"/><Relationship Id="rId116" Type="http://schemas.openxmlformats.org/officeDocument/2006/relationships/customXml" Target="../ink/ink1544.xml"/><Relationship Id="rId158" Type="http://schemas.openxmlformats.org/officeDocument/2006/relationships/image" Target="../media/image1551.png"/><Relationship Id="rId323" Type="http://schemas.openxmlformats.org/officeDocument/2006/relationships/customXml" Target="../ink/ink1648.xml"/><Relationship Id="rId20" Type="http://schemas.openxmlformats.org/officeDocument/2006/relationships/customXml" Target="../ink/ink1496.xml"/><Relationship Id="rId62" Type="http://schemas.openxmlformats.org/officeDocument/2006/relationships/customXml" Target="../ink/ink1517.xml"/><Relationship Id="rId365" Type="http://schemas.openxmlformats.org/officeDocument/2006/relationships/customXml" Target="../ink/ink1669.xml"/><Relationship Id="rId225" Type="http://schemas.openxmlformats.org/officeDocument/2006/relationships/customXml" Target="../ink/ink1599.xml"/><Relationship Id="rId267" Type="http://schemas.openxmlformats.org/officeDocument/2006/relationships/customXml" Target="../ink/ink1620.xml"/><Relationship Id="rId432" Type="http://schemas.openxmlformats.org/officeDocument/2006/relationships/image" Target="../media/image1685.png"/><Relationship Id="rId474" Type="http://schemas.openxmlformats.org/officeDocument/2006/relationships/image" Target="../media/image1705.png"/><Relationship Id="rId127" Type="http://schemas.openxmlformats.org/officeDocument/2006/relationships/image" Target="../media/image1536.png"/><Relationship Id="rId31" Type="http://schemas.openxmlformats.org/officeDocument/2006/relationships/image" Target="../media/image1489.png"/><Relationship Id="rId73" Type="http://schemas.openxmlformats.org/officeDocument/2006/relationships/image" Target="../media/image1510.png"/><Relationship Id="rId169" Type="http://schemas.openxmlformats.org/officeDocument/2006/relationships/customXml" Target="../ink/ink1571.xml"/><Relationship Id="rId334" Type="http://schemas.openxmlformats.org/officeDocument/2006/relationships/image" Target="../media/image1636.png"/><Relationship Id="rId376" Type="http://schemas.openxmlformats.org/officeDocument/2006/relationships/image" Target="../media/image1657.png"/><Relationship Id="rId4" Type="http://schemas.openxmlformats.org/officeDocument/2006/relationships/customXml" Target="../ink/ink1488.xml"/><Relationship Id="rId180" Type="http://schemas.openxmlformats.org/officeDocument/2006/relationships/image" Target="../media/image1562.png"/><Relationship Id="rId236" Type="http://schemas.openxmlformats.org/officeDocument/2006/relationships/image" Target="../media/image1589.png"/><Relationship Id="rId278" Type="http://schemas.openxmlformats.org/officeDocument/2006/relationships/image" Target="../media/image1610.png"/><Relationship Id="rId401" Type="http://schemas.openxmlformats.org/officeDocument/2006/relationships/customXml" Target="../ink/ink1687.xml"/><Relationship Id="rId443" Type="http://schemas.openxmlformats.org/officeDocument/2006/relationships/customXml" Target="../ink/ink1708.xml"/><Relationship Id="rId303" Type="http://schemas.openxmlformats.org/officeDocument/2006/relationships/customXml" Target="../ink/ink1638.xml"/><Relationship Id="rId485" Type="http://schemas.openxmlformats.org/officeDocument/2006/relationships/customXml" Target="../ink/ink1729.xml"/><Relationship Id="rId42" Type="http://schemas.openxmlformats.org/officeDocument/2006/relationships/customXml" Target="../ink/ink1507.xml"/><Relationship Id="rId84" Type="http://schemas.openxmlformats.org/officeDocument/2006/relationships/customXml" Target="../ink/ink1528.xml"/><Relationship Id="rId138" Type="http://schemas.openxmlformats.org/officeDocument/2006/relationships/image" Target="../media/image1541.png"/><Relationship Id="rId345" Type="http://schemas.openxmlformats.org/officeDocument/2006/relationships/customXml" Target="../ink/ink1659.xml"/><Relationship Id="rId387" Type="http://schemas.openxmlformats.org/officeDocument/2006/relationships/customXml" Target="../ink/ink1680.xml"/><Relationship Id="rId510" Type="http://schemas.openxmlformats.org/officeDocument/2006/relationships/image" Target="../media/image1723.png"/><Relationship Id="rId191" Type="http://schemas.openxmlformats.org/officeDocument/2006/relationships/customXml" Target="../ink/ink1582.xml"/><Relationship Id="rId205" Type="http://schemas.openxmlformats.org/officeDocument/2006/relationships/customXml" Target="../ink/ink1589.xml"/><Relationship Id="rId247" Type="http://schemas.openxmlformats.org/officeDocument/2006/relationships/customXml" Target="../ink/ink1610.xml"/><Relationship Id="rId412" Type="http://schemas.openxmlformats.org/officeDocument/2006/relationships/image" Target="../media/image1675.png"/><Relationship Id="rId107" Type="http://schemas.openxmlformats.org/officeDocument/2006/relationships/image" Target="../media/image1527.png"/><Relationship Id="rId289" Type="http://schemas.openxmlformats.org/officeDocument/2006/relationships/customXml" Target="../ink/ink1631.xml"/><Relationship Id="rId454" Type="http://schemas.openxmlformats.org/officeDocument/2006/relationships/image" Target="../media/image1696.png"/><Relationship Id="rId496" Type="http://schemas.openxmlformats.org/officeDocument/2006/relationships/image" Target="../media/image1716.png"/><Relationship Id="rId11" Type="http://schemas.openxmlformats.org/officeDocument/2006/relationships/image" Target="../media/image1479.png"/><Relationship Id="rId53" Type="http://schemas.openxmlformats.org/officeDocument/2006/relationships/image" Target="../media/image1500.png"/><Relationship Id="rId149" Type="http://schemas.openxmlformats.org/officeDocument/2006/relationships/customXml" Target="../ink/ink1561.xml"/><Relationship Id="rId314" Type="http://schemas.openxmlformats.org/officeDocument/2006/relationships/image" Target="../media/image1627.png"/><Relationship Id="rId356" Type="http://schemas.openxmlformats.org/officeDocument/2006/relationships/image" Target="../media/image1647.png"/><Relationship Id="rId398" Type="http://schemas.openxmlformats.org/officeDocument/2006/relationships/image" Target="../media/image1668.png"/><Relationship Id="rId521" Type="http://schemas.openxmlformats.org/officeDocument/2006/relationships/customXml" Target="../ink/ink1747.xml"/><Relationship Id="rId95" Type="http://schemas.openxmlformats.org/officeDocument/2006/relationships/image" Target="../media/image1521.png"/><Relationship Id="rId160" Type="http://schemas.openxmlformats.org/officeDocument/2006/relationships/image" Target="../media/image1552.png"/><Relationship Id="rId216" Type="http://schemas.openxmlformats.org/officeDocument/2006/relationships/image" Target="../media/image1579.png"/><Relationship Id="rId423" Type="http://schemas.openxmlformats.org/officeDocument/2006/relationships/customXml" Target="../ink/ink1698.xml"/><Relationship Id="rId258" Type="http://schemas.openxmlformats.org/officeDocument/2006/relationships/image" Target="../media/image1600.png"/><Relationship Id="rId465" Type="http://schemas.openxmlformats.org/officeDocument/2006/relationships/customXml" Target="../ink/ink1719.xml"/><Relationship Id="rId22" Type="http://schemas.openxmlformats.org/officeDocument/2006/relationships/customXml" Target="../ink/ink1497.xml"/><Relationship Id="rId64" Type="http://schemas.openxmlformats.org/officeDocument/2006/relationships/customXml" Target="../ink/ink1518.xml"/><Relationship Id="rId118" Type="http://schemas.openxmlformats.org/officeDocument/2006/relationships/customXml" Target="../ink/ink1545.xml"/><Relationship Id="rId325" Type="http://schemas.openxmlformats.org/officeDocument/2006/relationships/customXml" Target="../ink/ink1649.xml"/><Relationship Id="rId367" Type="http://schemas.openxmlformats.org/officeDocument/2006/relationships/customXml" Target="../ink/ink1670.xml"/><Relationship Id="rId171" Type="http://schemas.openxmlformats.org/officeDocument/2006/relationships/customXml" Target="../ink/ink1572.xml"/><Relationship Id="rId227" Type="http://schemas.openxmlformats.org/officeDocument/2006/relationships/customXml" Target="../ink/ink1600.xml"/><Relationship Id="rId269" Type="http://schemas.openxmlformats.org/officeDocument/2006/relationships/customXml" Target="../ink/ink1621.xml"/><Relationship Id="rId434" Type="http://schemas.openxmlformats.org/officeDocument/2006/relationships/image" Target="../media/image1686.png"/><Relationship Id="rId476" Type="http://schemas.openxmlformats.org/officeDocument/2006/relationships/image" Target="../media/image1706.png"/><Relationship Id="rId33" Type="http://schemas.openxmlformats.org/officeDocument/2006/relationships/image" Target="../media/image1490.png"/><Relationship Id="rId129" Type="http://schemas.openxmlformats.org/officeDocument/2006/relationships/image" Target="../media/image1537.png"/><Relationship Id="rId280" Type="http://schemas.openxmlformats.org/officeDocument/2006/relationships/image" Target="../media/image1611.png"/><Relationship Id="rId336" Type="http://schemas.openxmlformats.org/officeDocument/2006/relationships/image" Target="../media/image1637.png"/><Relationship Id="rId501" Type="http://schemas.openxmlformats.org/officeDocument/2006/relationships/customXml" Target="../ink/ink1737.xml"/><Relationship Id="rId75" Type="http://schemas.openxmlformats.org/officeDocument/2006/relationships/image" Target="../media/image1511.png"/><Relationship Id="rId140" Type="http://schemas.openxmlformats.org/officeDocument/2006/relationships/image" Target="../media/image1542.png"/><Relationship Id="rId182" Type="http://schemas.openxmlformats.org/officeDocument/2006/relationships/image" Target="../media/image1563.png"/><Relationship Id="rId378" Type="http://schemas.openxmlformats.org/officeDocument/2006/relationships/image" Target="../media/image1658.png"/><Relationship Id="rId403" Type="http://schemas.openxmlformats.org/officeDocument/2006/relationships/customXml" Target="../ink/ink1688.xml"/><Relationship Id="rId6" Type="http://schemas.openxmlformats.org/officeDocument/2006/relationships/customXml" Target="../ink/ink1489.xml"/><Relationship Id="rId238" Type="http://schemas.openxmlformats.org/officeDocument/2006/relationships/image" Target="../media/image1590.png"/><Relationship Id="rId445" Type="http://schemas.openxmlformats.org/officeDocument/2006/relationships/customXml" Target="../ink/ink1709.xml"/><Relationship Id="rId487" Type="http://schemas.openxmlformats.org/officeDocument/2006/relationships/customXml" Target="../ink/ink1730.xml"/><Relationship Id="rId291" Type="http://schemas.openxmlformats.org/officeDocument/2006/relationships/customXml" Target="../ink/ink1632.xml"/><Relationship Id="rId305" Type="http://schemas.openxmlformats.org/officeDocument/2006/relationships/customXml" Target="../ink/ink1639.xml"/><Relationship Id="rId347" Type="http://schemas.openxmlformats.org/officeDocument/2006/relationships/customXml" Target="../ink/ink1660.xml"/><Relationship Id="rId512" Type="http://schemas.openxmlformats.org/officeDocument/2006/relationships/image" Target="../media/image1724.png"/><Relationship Id="rId44" Type="http://schemas.openxmlformats.org/officeDocument/2006/relationships/customXml" Target="../ink/ink1508.xml"/><Relationship Id="rId86" Type="http://schemas.openxmlformats.org/officeDocument/2006/relationships/customXml" Target="../ink/ink1529.xml"/><Relationship Id="rId151" Type="http://schemas.openxmlformats.org/officeDocument/2006/relationships/customXml" Target="../ink/ink1562.xml"/><Relationship Id="rId389" Type="http://schemas.openxmlformats.org/officeDocument/2006/relationships/customXml" Target="../ink/ink1681.xml"/><Relationship Id="rId193" Type="http://schemas.openxmlformats.org/officeDocument/2006/relationships/customXml" Target="../ink/ink1583.xml"/><Relationship Id="rId207" Type="http://schemas.openxmlformats.org/officeDocument/2006/relationships/customXml" Target="../ink/ink1590.xml"/><Relationship Id="rId249" Type="http://schemas.openxmlformats.org/officeDocument/2006/relationships/customXml" Target="../ink/ink1611.xml"/><Relationship Id="rId414" Type="http://schemas.openxmlformats.org/officeDocument/2006/relationships/image" Target="../media/image1676.png"/><Relationship Id="rId456" Type="http://schemas.openxmlformats.org/officeDocument/2006/relationships/image" Target="../media/image1697.png"/><Relationship Id="rId498" Type="http://schemas.openxmlformats.org/officeDocument/2006/relationships/image" Target="../media/image1717.png"/><Relationship Id="rId13" Type="http://schemas.openxmlformats.org/officeDocument/2006/relationships/image" Target="../media/image1480.png"/><Relationship Id="rId109" Type="http://schemas.openxmlformats.org/officeDocument/2006/relationships/image" Target="../media/image1528.png"/><Relationship Id="rId260" Type="http://schemas.openxmlformats.org/officeDocument/2006/relationships/image" Target="../media/image1601.png"/><Relationship Id="rId316" Type="http://schemas.openxmlformats.org/officeDocument/2006/relationships/image" Target="../media/image1628.png"/><Relationship Id="rId523" Type="http://schemas.openxmlformats.org/officeDocument/2006/relationships/customXml" Target="../ink/ink1748.xml"/><Relationship Id="rId55" Type="http://schemas.openxmlformats.org/officeDocument/2006/relationships/image" Target="../media/image1501.png"/><Relationship Id="rId97" Type="http://schemas.openxmlformats.org/officeDocument/2006/relationships/image" Target="../media/image1522.png"/><Relationship Id="rId120" Type="http://schemas.openxmlformats.org/officeDocument/2006/relationships/customXml" Target="../ink/ink1546.xml"/><Relationship Id="rId358" Type="http://schemas.openxmlformats.org/officeDocument/2006/relationships/image" Target="../media/image1648.png"/><Relationship Id="rId162" Type="http://schemas.openxmlformats.org/officeDocument/2006/relationships/image" Target="../media/image1553.png"/><Relationship Id="rId218" Type="http://schemas.openxmlformats.org/officeDocument/2006/relationships/image" Target="../media/image1580.png"/><Relationship Id="rId425" Type="http://schemas.openxmlformats.org/officeDocument/2006/relationships/customXml" Target="../ink/ink1699.xml"/><Relationship Id="rId467" Type="http://schemas.openxmlformats.org/officeDocument/2006/relationships/customXml" Target="../ink/ink1720.xml"/><Relationship Id="rId271" Type="http://schemas.openxmlformats.org/officeDocument/2006/relationships/customXml" Target="../ink/ink1622.xml"/><Relationship Id="rId24" Type="http://schemas.openxmlformats.org/officeDocument/2006/relationships/customXml" Target="../ink/ink1498.xml"/><Relationship Id="rId66" Type="http://schemas.openxmlformats.org/officeDocument/2006/relationships/customXml" Target="../ink/ink1519.xml"/><Relationship Id="rId131" Type="http://schemas.openxmlformats.org/officeDocument/2006/relationships/image" Target="../media/image1538.png"/><Relationship Id="rId327" Type="http://schemas.openxmlformats.org/officeDocument/2006/relationships/customXml" Target="../ink/ink1650.xml"/><Relationship Id="rId369" Type="http://schemas.openxmlformats.org/officeDocument/2006/relationships/customXml" Target="../ink/ink1671.xml"/><Relationship Id="rId173" Type="http://schemas.openxmlformats.org/officeDocument/2006/relationships/customXml" Target="../ink/ink1573.xml"/><Relationship Id="rId229" Type="http://schemas.openxmlformats.org/officeDocument/2006/relationships/customXml" Target="../ink/ink1601.xml"/><Relationship Id="rId380" Type="http://schemas.openxmlformats.org/officeDocument/2006/relationships/image" Target="../media/image1659.png"/><Relationship Id="rId436" Type="http://schemas.openxmlformats.org/officeDocument/2006/relationships/image" Target="../media/image1687.png"/><Relationship Id="rId240" Type="http://schemas.openxmlformats.org/officeDocument/2006/relationships/image" Target="../media/image1591.png"/><Relationship Id="rId478" Type="http://schemas.openxmlformats.org/officeDocument/2006/relationships/image" Target="../media/image1707.png"/><Relationship Id="rId35" Type="http://schemas.openxmlformats.org/officeDocument/2006/relationships/image" Target="../media/image1491.png"/><Relationship Id="rId77" Type="http://schemas.openxmlformats.org/officeDocument/2006/relationships/image" Target="../media/image1512.png"/><Relationship Id="rId100" Type="http://schemas.openxmlformats.org/officeDocument/2006/relationships/customXml" Target="../ink/ink1536.xml"/><Relationship Id="rId282" Type="http://schemas.openxmlformats.org/officeDocument/2006/relationships/image" Target="../media/image1612.png"/><Relationship Id="rId338" Type="http://schemas.openxmlformats.org/officeDocument/2006/relationships/image" Target="../media/image1638.png"/><Relationship Id="rId503" Type="http://schemas.openxmlformats.org/officeDocument/2006/relationships/customXml" Target="../ink/ink1738.xml"/><Relationship Id="rId8" Type="http://schemas.openxmlformats.org/officeDocument/2006/relationships/customXml" Target="../ink/ink1490.xml"/><Relationship Id="rId142" Type="http://schemas.openxmlformats.org/officeDocument/2006/relationships/image" Target="../media/image1543.png"/><Relationship Id="rId184" Type="http://schemas.openxmlformats.org/officeDocument/2006/relationships/image" Target="../media/image1564.png"/><Relationship Id="rId391" Type="http://schemas.openxmlformats.org/officeDocument/2006/relationships/customXml" Target="../ink/ink1682.xml"/><Relationship Id="rId405" Type="http://schemas.openxmlformats.org/officeDocument/2006/relationships/customXml" Target="../ink/ink1689.xml"/><Relationship Id="rId447" Type="http://schemas.openxmlformats.org/officeDocument/2006/relationships/customXml" Target="../ink/ink1710.xml"/><Relationship Id="rId251" Type="http://schemas.openxmlformats.org/officeDocument/2006/relationships/customXml" Target="../ink/ink1612.xml"/><Relationship Id="rId489" Type="http://schemas.openxmlformats.org/officeDocument/2006/relationships/customXml" Target="../ink/ink1731.xml"/><Relationship Id="rId46" Type="http://schemas.openxmlformats.org/officeDocument/2006/relationships/customXml" Target="../ink/ink1509.xml"/><Relationship Id="rId293" Type="http://schemas.openxmlformats.org/officeDocument/2006/relationships/customXml" Target="../ink/ink1633.xml"/><Relationship Id="rId307" Type="http://schemas.openxmlformats.org/officeDocument/2006/relationships/customXml" Target="../ink/ink1640.xml"/><Relationship Id="rId349" Type="http://schemas.openxmlformats.org/officeDocument/2006/relationships/customXml" Target="../ink/ink1661.xml"/><Relationship Id="rId514" Type="http://schemas.openxmlformats.org/officeDocument/2006/relationships/image" Target="../media/image1725.png"/><Relationship Id="rId88" Type="http://schemas.openxmlformats.org/officeDocument/2006/relationships/customXml" Target="../ink/ink1530.xml"/><Relationship Id="rId111" Type="http://schemas.openxmlformats.org/officeDocument/2006/relationships/image" Target="../media/image1529.png"/><Relationship Id="rId153" Type="http://schemas.openxmlformats.org/officeDocument/2006/relationships/customXml" Target="../ink/ink1563.xml"/><Relationship Id="rId195" Type="http://schemas.openxmlformats.org/officeDocument/2006/relationships/customXml" Target="../ink/ink1584.xml"/><Relationship Id="rId209" Type="http://schemas.openxmlformats.org/officeDocument/2006/relationships/customXml" Target="../ink/ink1591.xml"/><Relationship Id="rId360" Type="http://schemas.openxmlformats.org/officeDocument/2006/relationships/image" Target="../media/image1649.png"/><Relationship Id="rId416" Type="http://schemas.openxmlformats.org/officeDocument/2006/relationships/image" Target="../media/image1677.png"/><Relationship Id="rId220" Type="http://schemas.openxmlformats.org/officeDocument/2006/relationships/image" Target="../media/image1581.png"/><Relationship Id="rId458" Type="http://schemas.openxmlformats.org/officeDocument/2006/relationships/image" Target="../media/image1698.png"/><Relationship Id="rId15" Type="http://schemas.openxmlformats.org/officeDocument/2006/relationships/image" Target="../media/image1481.png"/><Relationship Id="rId57" Type="http://schemas.openxmlformats.org/officeDocument/2006/relationships/image" Target="../media/image1502.png"/><Relationship Id="rId262" Type="http://schemas.openxmlformats.org/officeDocument/2006/relationships/image" Target="../media/image1602.png"/><Relationship Id="rId318" Type="http://schemas.openxmlformats.org/officeDocument/2006/relationships/image" Target="../media/image1629.png"/><Relationship Id="rId525" Type="http://schemas.openxmlformats.org/officeDocument/2006/relationships/customXml" Target="../ink/ink1749.xml"/><Relationship Id="rId99" Type="http://schemas.openxmlformats.org/officeDocument/2006/relationships/image" Target="../media/image1523.png"/><Relationship Id="rId122" Type="http://schemas.openxmlformats.org/officeDocument/2006/relationships/customXml" Target="../ink/ink1547.xml"/><Relationship Id="rId164" Type="http://schemas.openxmlformats.org/officeDocument/2006/relationships/image" Target="../media/image1554.png"/><Relationship Id="rId371" Type="http://schemas.openxmlformats.org/officeDocument/2006/relationships/customXml" Target="../ink/ink1672.xml"/><Relationship Id="rId427" Type="http://schemas.openxmlformats.org/officeDocument/2006/relationships/customXml" Target="../ink/ink1700.xml"/><Relationship Id="rId469" Type="http://schemas.openxmlformats.org/officeDocument/2006/relationships/customXml" Target="../ink/ink1721.xml"/><Relationship Id="rId26" Type="http://schemas.openxmlformats.org/officeDocument/2006/relationships/customXml" Target="../ink/ink1499.xml"/><Relationship Id="rId231" Type="http://schemas.openxmlformats.org/officeDocument/2006/relationships/customXml" Target="../ink/ink1602.xml"/><Relationship Id="rId273" Type="http://schemas.openxmlformats.org/officeDocument/2006/relationships/customXml" Target="../ink/ink1623.xml"/><Relationship Id="rId329" Type="http://schemas.openxmlformats.org/officeDocument/2006/relationships/customXml" Target="../ink/ink1651.xml"/><Relationship Id="rId480" Type="http://schemas.openxmlformats.org/officeDocument/2006/relationships/image" Target="../media/image1708.png"/><Relationship Id="rId68" Type="http://schemas.openxmlformats.org/officeDocument/2006/relationships/customXml" Target="../ink/ink1520.xml"/><Relationship Id="rId133" Type="http://schemas.openxmlformats.org/officeDocument/2006/relationships/image" Target="../media/image1539.png"/><Relationship Id="rId175" Type="http://schemas.openxmlformats.org/officeDocument/2006/relationships/customXml" Target="../ink/ink1574.xml"/><Relationship Id="rId340" Type="http://schemas.openxmlformats.org/officeDocument/2006/relationships/image" Target="../media/image1639.png"/><Relationship Id="rId200" Type="http://schemas.openxmlformats.org/officeDocument/2006/relationships/image" Target="../media/image1572.png"/><Relationship Id="rId382" Type="http://schemas.openxmlformats.org/officeDocument/2006/relationships/image" Target="../media/image1660.png"/><Relationship Id="rId438" Type="http://schemas.openxmlformats.org/officeDocument/2006/relationships/image" Target="../media/image1688.png"/><Relationship Id="rId242" Type="http://schemas.openxmlformats.org/officeDocument/2006/relationships/image" Target="../media/image1592.png"/><Relationship Id="rId284" Type="http://schemas.openxmlformats.org/officeDocument/2006/relationships/image" Target="../media/image1613.png"/><Relationship Id="rId491" Type="http://schemas.openxmlformats.org/officeDocument/2006/relationships/customXml" Target="../ink/ink1732.xml"/><Relationship Id="rId505" Type="http://schemas.openxmlformats.org/officeDocument/2006/relationships/customXml" Target="../ink/ink1739.xml"/><Relationship Id="rId37" Type="http://schemas.openxmlformats.org/officeDocument/2006/relationships/image" Target="../media/image1492.png"/><Relationship Id="rId79" Type="http://schemas.openxmlformats.org/officeDocument/2006/relationships/image" Target="../media/image1513.png"/><Relationship Id="rId102" Type="http://schemas.openxmlformats.org/officeDocument/2006/relationships/customXml" Target="../ink/ink1537.xml"/><Relationship Id="rId144" Type="http://schemas.openxmlformats.org/officeDocument/2006/relationships/image" Target="../media/image1544.png"/><Relationship Id="rId90" Type="http://schemas.openxmlformats.org/officeDocument/2006/relationships/customXml" Target="../ink/ink1531.xml"/><Relationship Id="rId186" Type="http://schemas.openxmlformats.org/officeDocument/2006/relationships/image" Target="../media/image1565.png"/><Relationship Id="rId351" Type="http://schemas.openxmlformats.org/officeDocument/2006/relationships/customXml" Target="../ink/ink1662.xml"/><Relationship Id="rId393" Type="http://schemas.openxmlformats.org/officeDocument/2006/relationships/customXml" Target="../ink/ink1683.xml"/><Relationship Id="rId407" Type="http://schemas.openxmlformats.org/officeDocument/2006/relationships/customXml" Target="../ink/ink1690.xml"/><Relationship Id="rId449" Type="http://schemas.openxmlformats.org/officeDocument/2006/relationships/customXml" Target="../ink/ink1711.xml"/><Relationship Id="rId211" Type="http://schemas.openxmlformats.org/officeDocument/2006/relationships/customXml" Target="../ink/ink1592.xml"/><Relationship Id="rId253" Type="http://schemas.openxmlformats.org/officeDocument/2006/relationships/customXml" Target="../ink/ink1613.xml"/><Relationship Id="rId295" Type="http://schemas.openxmlformats.org/officeDocument/2006/relationships/customXml" Target="../ink/ink1634.xml"/><Relationship Id="rId309" Type="http://schemas.openxmlformats.org/officeDocument/2006/relationships/customXml" Target="../ink/ink1641.xml"/><Relationship Id="rId460" Type="http://schemas.openxmlformats.org/officeDocument/2006/relationships/image" Target="../media/image1699.png"/><Relationship Id="rId516" Type="http://schemas.openxmlformats.org/officeDocument/2006/relationships/image" Target="../media/image1726.png"/><Relationship Id="rId48" Type="http://schemas.openxmlformats.org/officeDocument/2006/relationships/customXml" Target="../ink/ink1510.xml"/><Relationship Id="rId113" Type="http://schemas.openxmlformats.org/officeDocument/2006/relationships/image" Target="../media/image1530.png"/><Relationship Id="rId320" Type="http://schemas.openxmlformats.org/officeDocument/2006/relationships/image" Target="../media/image1630.png"/><Relationship Id="rId155" Type="http://schemas.openxmlformats.org/officeDocument/2006/relationships/customXml" Target="../ink/ink1564.xml"/><Relationship Id="rId197" Type="http://schemas.openxmlformats.org/officeDocument/2006/relationships/customXml" Target="../ink/ink1585.xml"/><Relationship Id="rId362" Type="http://schemas.openxmlformats.org/officeDocument/2006/relationships/image" Target="../media/image1650.png"/><Relationship Id="rId418" Type="http://schemas.openxmlformats.org/officeDocument/2006/relationships/image" Target="../media/image1678.png"/><Relationship Id="rId222" Type="http://schemas.openxmlformats.org/officeDocument/2006/relationships/image" Target="../media/image1582.png"/><Relationship Id="rId264" Type="http://schemas.openxmlformats.org/officeDocument/2006/relationships/image" Target="../media/image1603.png"/><Relationship Id="rId471" Type="http://schemas.openxmlformats.org/officeDocument/2006/relationships/customXml" Target="../ink/ink1722.xml"/><Relationship Id="rId17" Type="http://schemas.openxmlformats.org/officeDocument/2006/relationships/image" Target="../media/image1482.png"/><Relationship Id="rId59" Type="http://schemas.openxmlformats.org/officeDocument/2006/relationships/image" Target="../media/image1503.png"/><Relationship Id="rId124" Type="http://schemas.openxmlformats.org/officeDocument/2006/relationships/customXml" Target="../ink/ink1548.xml"/><Relationship Id="rId70" Type="http://schemas.openxmlformats.org/officeDocument/2006/relationships/customXml" Target="../ink/ink1521.xml"/><Relationship Id="rId166" Type="http://schemas.openxmlformats.org/officeDocument/2006/relationships/image" Target="../media/image1555.png"/><Relationship Id="rId331" Type="http://schemas.openxmlformats.org/officeDocument/2006/relationships/customXml" Target="../ink/ink1652.xml"/><Relationship Id="rId373" Type="http://schemas.openxmlformats.org/officeDocument/2006/relationships/customXml" Target="../ink/ink1673.xml"/><Relationship Id="rId429" Type="http://schemas.openxmlformats.org/officeDocument/2006/relationships/customXml" Target="../ink/ink1701.xml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1603.xml"/><Relationship Id="rId440" Type="http://schemas.openxmlformats.org/officeDocument/2006/relationships/image" Target="../media/image1689.png"/><Relationship Id="rId28" Type="http://schemas.openxmlformats.org/officeDocument/2006/relationships/customXml" Target="../ink/ink1500.xml"/><Relationship Id="rId275" Type="http://schemas.openxmlformats.org/officeDocument/2006/relationships/customXml" Target="../ink/ink1624.xml"/><Relationship Id="rId300" Type="http://schemas.openxmlformats.org/officeDocument/2006/relationships/image" Target="../media/image1620.png"/><Relationship Id="rId482" Type="http://schemas.openxmlformats.org/officeDocument/2006/relationships/image" Target="../media/image1709.png"/><Relationship Id="rId81" Type="http://schemas.openxmlformats.org/officeDocument/2006/relationships/image" Target="../media/image1514.png"/><Relationship Id="rId135" Type="http://schemas.openxmlformats.org/officeDocument/2006/relationships/customXml" Target="../ink/ink1554.xml"/><Relationship Id="rId177" Type="http://schemas.openxmlformats.org/officeDocument/2006/relationships/customXml" Target="../ink/ink1575.xml"/><Relationship Id="rId342" Type="http://schemas.openxmlformats.org/officeDocument/2006/relationships/image" Target="../media/image1640.png"/><Relationship Id="rId384" Type="http://schemas.openxmlformats.org/officeDocument/2006/relationships/image" Target="../media/image1661.png"/><Relationship Id="rId202" Type="http://schemas.openxmlformats.org/officeDocument/2006/relationships/image" Target="../media/image1573.png"/><Relationship Id="rId244" Type="http://schemas.openxmlformats.org/officeDocument/2006/relationships/image" Target="../media/image1593.png"/><Relationship Id="rId39" Type="http://schemas.openxmlformats.org/officeDocument/2006/relationships/image" Target="../media/image1493.png"/><Relationship Id="rId286" Type="http://schemas.openxmlformats.org/officeDocument/2006/relationships/image" Target="../media/image371.png"/><Relationship Id="rId451" Type="http://schemas.openxmlformats.org/officeDocument/2006/relationships/customXml" Target="../ink/ink1712.xml"/><Relationship Id="rId493" Type="http://schemas.openxmlformats.org/officeDocument/2006/relationships/customXml" Target="../ink/ink1733.xml"/><Relationship Id="rId507" Type="http://schemas.openxmlformats.org/officeDocument/2006/relationships/customXml" Target="../ink/ink1740.xml"/><Relationship Id="rId50" Type="http://schemas.openxmlformats.org/officeDocument/2006/relationships/customXml" Target="../ink/ink1511.xml"/><Relationship Id="rId104" Type="http://schemas.openxmlformats.org/officeDocument/2006/relationships/customXml" Target="../ink/ink1538.xml"/><Relationship Id="rId146" Type="http://schemas.openxmlformats.org/officeDocument/2006/relationships/image" Target="../media/image1545.png"/><Relationship Id="rId188" Type="http://schemas.openxmlformats.org/officeDocument/2006/relationships/image" Target="../media/image1566.png"/><Relationship Id="rId311" Type="http://schemas.openxmlformats.org/officeDocument/2006/relationships/customXml" Target="../ink/ink1642.xml"/><Relationship Id="rId353" Type="http://schemas.openxmlformats.org/officeDocument/2006/relationships/customXml" Target="../ink/ink1663.xml"/><Relationship Id="rId395" Type="http://schemas.openxmlformats.org/officeDocument/2006/relationships/customXml" Target="../ink/ink1684.xml"/><Relationship Id="rId409" Type="http://schemas.openxmlformats.org/officeDocument/2006/relationships/customXml" Target="../ink/ink1691.xml"/><Relationship Id="rId92" Type="http://schemas.openxmlformats.org/officeDocument/2006/relationships/customXml" Target="../ink/ink1532.xml"/><Relationship Id="rId213" Type="http://schemas.openxmlformats.org/officeDocument/2006/relationships/customXml" Target="../ink/ink1593.xml"/><Relationship Id="rId420" Type="http://schemas.openxmlformats.org/officeDocument/2006/relationships/image" Target="../media/image1679.png"/><Relationship Id="rId255" Type="http://schemas.openxmlformats.org/officeDocument/2006/relationships/customXml" Target="../ink/ink1614.xml"/><Relationship Id="rId297" Type="http://schemas.openxmlformats.org/officeDocument/2006/relationships/customXml" Target="../ink/ink1635.xml"/><Relationship Id="rId462" Type="http://schemas.openxmlformats.org/officeDocument/2006/relationships/image" Target="../media/image1700.png"/><Relationship Id="rId518" Type="http://schemas.openxmlformats.org/officeDocument/2006/relationships/image" Target="../media/image1727.png"/><Relationship Id="rId115" Type="http://schemas.openxmlformats.org/officeDocument/2006/relationships/image" Target="../media/image1531.png"/><Relationship Id="rId157" Type="http://schemas.openxmlformats.org/officeDocument/2006/relationships/customXml" Target="../ink/ink1565.xml"/><Relationship Id="rId322" Type="http://schemas.openxmlformats.org/officeDocument/2006/relationships/image" Target="../media/image1631.png"/><Relationship Id="rId364" Type="http://schemas.openxmlformats.org/officeDocument/2006/relationships/image" Target="../media/image1651.png"/><Relationship Id="rId61" Type="http://schemas.openxmlformats.org/officeDocument/2006/relationships/image" Target="../media/image1504.png"/><Relationship Id="rId199" Type="http://schemas.openxmlformats.org/officeDocument/2006/relationships/customXml" Target="../ink/ink1586.xml"/><Relationship Id="rId19" Type="http://schemas.openxmlformats.org/officeDocument/2006/relationships/image" Target="../media/image1483.png"/><Relationship Id="rId224" Type="http://schemas.openxmlformats.org/officeDocument/2006/relationships/image" Target="../media/image1583.png"/><Relationship Id="rId266" Type="http://schemas.openxmlformats.org/officeDocument/2006/relationships/image" Target="../media/image1604.png"/><Relationship Id="rId431" Type="http://schemas.openxmlformats.org/officeDocument/2006/relationships/customXml" Target="../ink/ink1702.xml"/><Relationship Id="rId473" Type="http://schemas.openxmlformats.org/officeDocument/2006/relationships/customXml" Target="../ink/ink1723.xml"/><Relationship Id="rId30" Type="http://schemas.openxmlformats.org/officeDocument/2006/relationships/customXml" Target="../ink/ink1501.xml"/><Relationship Id="rId126" Type="http://schemas.openxmlformats.org/officeDocument/2006/relationships/customXml" Target="../ink/ink1549.xml"/><Relationship Id="rId168" Type="http://schemas.openxmlformats.org/officeDocument/2006/relationships/image" Target="../media/image1556.png"/><Relationship Id="rId333" Type="http://schemas.openxmlformats.org/officeDocument/2006/relationships/customXml" Target="../ink/ink1653.xml"/><Relationship Id="rId72" Type="http://schemas.openxmlformats.org/officeDocument/2006/relationships/customXml" Target="../ink/ink1522.xml"/><Relationship Id="rId375" Type="http://schemas.openxmlformats.org/officeDocument/2006/relationships/customXml" Target="../ink/ink1674.xml"/><Relationship Id="rId3" Type="http://schemas.openxmlformats.org/officeDocument/2006/relationships/image" Target="../media/image1475.png"/><Relationship Id="rId235" Type="http://schemas.openxmlformats.org/officeDocument/2006/relationships/customXml" Target="../ink/ink1604.xml"/><Relationship Id="rId277" Type="http://schemas.openxmlformats.org/officeDocument/2006/relationships/customXml" Target="../ink/ink1625.xml"/><Relationship Id="rId400" Type="http://schemas.openxmlformats.org/officeDocument/2006/relationships/image" Target="../media/image1669.png"/><Relationship Id="rId442" Type="http://schemas.openxmlformats.org/officeDocument/2006/relationships/image" Target="../media/image1690.png"/><Relationship Id="rId484" Type="http://schemas.openxmlformats.org/officeDocument/2006/relationships/image" Target="../media/image1710.png"/><Relationship Id="rId137" Type="http://schemas.openxmlformats.org/officeDocument/2006/relationships/customXml" Target="../ink/ink1555.xml"/><Relationship Id="rId302" Type="http://schemas.openxmlformats.org/officeDocument/2006/relationships/image" Target="../media/image1621.png"/><Relationship Id="rId344" Type="http://schemas.openxmlformats.org/officeDocument/2006/relationships/image" Target="../media/image1641.png"/><Relationship Id="rId41" Type="http://schemas.openxmlformats.org/officeDocument/2006/relationships/image" Target="../media/image1494.png"/><Relationship Id="rId83" Type="http://schemas.openxmlformats.org/officeDocument/2006/relationships/image" Target="../media/image1515.png"/><Relationship Id="rId179" Type="http://schemas.openxmlformats.org/officeDocument/2006/relationships/customXml" Target="../ink/ink1576.xml"/><Relationship Id="rId386" Type="http://schemas.openxmlformats.org/officeDocument/2006/relationships/image" Target="../media/image1662.png"/><Relationship Id="rId190" Type="http://schemas.openxmlformats.org/officeDocument/2006/relationships/image" Target="../media/image1567.png"/><Relationship Id="rId204" Type="http://schemas.openxmlformats.org/officeDocument/2006/relationships/image" Target="../media/image1574.png"/><Relationship Id="rId246" Type="http://schemas.openxmlformats.org/officeDocument/2006/relationships/image" Target="../media/image1594.png"/><Relationship Id="rId288" Type="http://schemas.openxmlformats.org/officeDocument/2006/relationships/image" Target="../media/image1614.png"/><Relationship Id="rId411" Type="http://schemas.openxmlformats.org/officeDocument/2006/relationships/customXml" Target="../ink/ink1692.xml"/><Relationship Id="rId453" Type="http://schemas.openxmlformats.org/officeDocument/2006/relationships/customXml" Target="../ink/ink1713.xml"/><Relationship Id="rId509" Type="http://schemas.openxmlformats.org/officeDocument/2006/relationships/customXml" Target="../ink/ink1741.xml"/><Relationship Id="rId106" Type="http://schemas.openxmlformats.org/officeDocument/2006/relationships/customXml" Target="../ink/ink1539.xml"/><Relationship Id="rId313" Type="http://schemas.openxmlformats.org/officeDocument/2006/relationships/customXml" Target="../ink/ink1643.xml"/><Relationship Id="rId495" Type="http://schemas.openxmlformats.org/officeDocument/2006/relationships/customXml" Target="../ink/ink1734.xml"/><Relationship Id="rId10" Type="http://schemas.openxmlformats.org/officeDocument/2006/relationships/customXml" Target="../ink/ink1491.xml"/><Relationship Id="rId52" Type="http://schemas.openxmlformats.org/officeDocument/2006/relationships/customXml" Target="../ink/ink1512.xml"/><Relationship Id="rId94" Type="http://schemas.openxmlformats.org/officeDocument/2006/relationships/customXml" Target="../ink/ink1533.xml"/><Relationship Id="rId148" Type="http://schemas.openxmlformats.org/officeDocument/2006/relationships/image" Target="../media/image1546.png"/><Relationship Id="rId355" Type="http://schemas.openxmlformats.org/officeDocument/2006/relationships/customXml" Target="../ink/ink1664.xml"/><Relationship Id="rId397" Type="http://schemas.openxmlformats.org/officeDocument/2006/relationships/customXml" Target="../ink/ink1685.xml"/><Relationship Id="rId520" Type="http://schemas.openxmlformats.org/officeDocument/2006/relationships/image" Target="../media/image1728.png"/><Relationship Id="rId215" Type="http://schemas.openxmlformats.org/officeDocument/2006/relationships/customXml" Target="../ink/ink1594.xml"/><Relationship Id="rId257" Type="http://schemas.openxmlformats.org/officeDocument/2006/relationships/customXml" Target="../ink/ink1615.xml"/><Relationship Id="rId422" Type="http://schemas.openxmlformats.org/officeDocument/2006/relationships/image" Target="../media/image1680.png"/><Relationship Id="rId464" Type="http://schemas.openxmlformats.org/officeDocument/2006/relationships/image" Target="../media/image1090.png"/><Relationship Id="rId299" Type="http://schemas.openxmlformats.org/officeDocument/2006/relationships/customXml" Target="../ink/ink1636.xml"/><Relationship Id="rId63" Type="http://schemas.openxmlformats.org/officeDocument/2006/relationships/image" Target="../media/image1505.png"/><Relationship Id="rId159" Type="http://schemas.openxmlformats.org/officeDocument/2006/relationships/customXml" Target="../ink/ink1566.xml"/><Relationship Id="rId366" Type="http://schemas.openxmlformats.org/officeDocument/2006/relationships/image" Target="../media/image1652.png"/><Relationship Id="rId226" Type="http://schemas.openxmlformats.org/officeDocument/2006/relationships/image" Target="../media/image1584.png"/><Relationship Id="rId433" Type="http://schemas.openxmlformats.org/officeDocument/2006/relationships/customXml" Target="../ink/ink1703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789.png"/><Relationship Id="rId21" Type="http://schemas.openxmlformats.org/officeDocument/2006/relationships/image" Target="../media/image1741.png"/><Relationship Id="rId324" Type="http://schemas.openxmlformats.org/officeDocument/2006/relationships/customXml" Target="../ink/ink1911.xml"/><Relationship Id="rId531" Type="http://schemas.openxmlformats.org/officeDocument/2006/relationships/image" Target="../media/image1994.png"/><Relationship Id="rId170" Type="http://schemas.openxmlformats.org/officeDocument/2006/relationships/customXml" Target="../ink/ink1834.xml"/><Relationship Id="rId268" Type="http://schemas.openxmlformats.org/officeDocument/2006/relationships/customXml" Target="../ink/ink1883.xml"/><Relationship Id="rId475" Type="http://schemas.openxmlformats.org/officeDocument/2006/relationships/image" Target="../media/image1966.png"/><Relationship Id="rId32" Type="http://schemas.openxmlformats.org/officeDocument/2006/relationships/customXml" Target="../ink/ink1765.xml"/><Relationship Id="rId128" Type="http://schemas.openxmlformats.org/officeDocument/2006/relationships/customXml" Target="../ink/ink1813.xml"/><Relationship Id="rId335" Type="http://schemas.openxmlformats.org/officeDocument/2006/relationships/image" Target="../media/image1896.png"/><Relationship Id="rId181" Type="http://schemas.openxmlformats.org/officeDocument/2006/relationships/image" Target="../media/image1820.png"/><Relationship Id="rId402" Type="http://schemas.openxmlformats.org/officeDocument/2006/relationships/customXml" Target="../ink/ink1950.xml"/><Relationship Id="rId279" Type="http://schemas.openxmlformats.org/officeDocument/2006/relationships/image" Target="../media/image1868.png"/><Relationship Id="rId486" Type="http://schemas.openxmlformats.org/officeDocument/2006/relationships/customXml" Target="../ink/ink1992.xml"/><Relationship Id="rId43" Type="http://schemas.openxmlformats.org/officeDocument/2006/relationships/image" Target="../media/image1752.png"/><Relationship Id="rId139" Type="http://schemas.openxmlformats.org/officeDocument/2006/relationships/image" Target="../media/image1800.png"/><Relationship Id="rId290" Type="http://schemas.openxmlformats.org/officeDocument/2006/relationships/customXml" Target="../ink/ink1894.xml"/><Relationship Id="rId304" Type="http://schemas.openxmlformats.org/officeDocument/2006/relationships/customXml" Target="../ink/ink1901.xml"/><Relationship Id="rId346" Type="http://schemas.openxmlformats.org/officeDocument/2006/relationships/customXml" Target="../ink/ink1922.xml"/><Relationship Id="rId388" Type="http://schemas.openxmlformats.org/officeDocument/2006/relationships/customXml" Target="../ink/ink1943.xml"/><Relationship Id="rId511" Type="http://schemas.openxmlformats.org/officeDocument/2006/relationships/image" Target="../media/image1984.png"/><Relationship Id="rId85" Type="http://schemas.openxmlformats.org/officeDocument/2006/relationships/image" Target="../media/image1773.png"/><Relationship Id="rId150" Type="http://schemas.openxmlformats.org/officeDocument/2006/relationships/customXml" Target="../ink/ink1824.xml"/><Relationship Id="rId192" Type="http://schemas.openxmlformats.org/officeDocument/2006/relationships/customXml" Target="../ink/ink1845.xml"/><Relationship Id="rId206" Type="http://schemas.openxmlformats.org/officeDocument/2006/relationships/customXml" Target="../ink/ink1852.xml"/><Relationship Id="rId413" Type="http://schemas.openxmlformats.org/officeDocument/2006/relationships/image" Target="../media/image1935.png"/><Relationship Id="rId248" Type="http://schemas.openxmlformats.org/officeDocument/2006/relationships/customXml" Target="../ink/ink1873.xml"/><Relationship Id="rId455" Type="http://schemas.openxmlformats.org/officeDocument/2006/relationships/image" Target="../media/image1956.png"/><Relationship Id="rId497" Type="http://schemas.openxmlformats.org/officeDocument/2006/relationships/image" Target="../media/image1977.png"/><Relationship Id="rId12" Type="http://schemas.openxmlformats.org/officeDocument/2006/relationships/customXml" Target="../ink/ink1755.xml"/><Relationship Id="rId108" Type="http://schemas.openxmlformats.org/officeDocument/2006/relationships/customXml" Target="../ink/ink1803.xml"/><Relationship Id="rId315" Type="http://schemas.openxmlformats.org/officeDocument/2006/relationships/image" Target="../media/image1886.png"/><Relationship Id="rId357" Type="http://schemas.openxmlformats.org/officeDocument/2006/relationships/image" Target="../media/image1907.png"/><Relationship Id="rId522" Type="http://schemas.openxmlformats.org/officeDocument/2006/relationships/customXml" Target="../ink/ink2010.xml"/><Relationship Id="rId54" Type="http://schemas.openxmlformats.org/officeDocument/2006/relationships/customXml" Target="../ink/ink1776.xml"/><Relationship Id="rId96" Type="http://schemas.openxmlformats.org/officeDocument/2006/relationships/customXml" Target="../ink/ink1797.xml"/><Relationship Id="rId161" Type="http://schemas.openxmlformats.org/officeDocument/2006/relationships/image" Target="../media/image1810.png"/><Relationship Id="rId217" Type="http://schemas.openxmlformats.org/officeDocument/2006/relationships/image" Target="../media/image1838.png"/><Relationship Id="rId399" Type="http://schemas.openxmlformats.org/officeDocument/2006/relationships/image" Target="../media/image1928.png"/><Relationship Id="rId259" Type="http://schemas.openxmlformats.org/officeDocument/2006/relationships/image" Target="../media/image1859.png"/><Relationship Id="rId424" Type="http://schemas.openxmlformats.org/officeDocument/2006/relationships/customXml" Target="../ink/ink1961.xml"/><Relationship Id="rId466" Type="http://schemas.openxmlformats.org/officeDocument/2006/relationships/customXml" Target="../ink/ink1982.xml"/><Relationship Id="rId23" Type="http://schemas.openxmlformats.org/officeDocument/2006/relationships/image" Target="../media/image1742.png"/><Relationship Id="rId119" Type="http://schemas.openxmlformats.org/officeDocument/2006/relationships/image" Target="../media/image1790.png"/><Relationship Id="rId270" Type="http://schemas.openxmlformats.org/officeDocument/2006/relationships/customXml" Target="../ink/ink1884.xml"/><Relationship Id="rId326" Type="http://schemas.openxmlformats.org/officeDocument/2006/relationships/customXml" Target="../ink/ink1912.xml"/><Relationship Id="rId533" Type="http://schemas.openxmlformats.org/officeDocument/2006/relationships/image" Target="../media/image1995.png"/><Relationship Id="rId65" Type="http://schemas.openxmlformats.org/officeDocument/2006/relationships/image" Target="../media/image1763.png"/><Relationship Id="rId130" Type="http://schemas.openxmlformats.org/officeDocument/2006/relationships/customXml" Target="../ink/ink1814.xml"/><Relationship Id="rId368" Type="http://schemas.openxmlformats.org/officeDocument/2006/relationships/customXml" Target="../ink/ink1933.xml"/><Relationship Id="rId172" Type="http://schemas.openxmlformats.org/officeDocument/2006/relationships/customXml" Target="../ink/ink1835.xml"/><Relationship Id="rId228" Type="http://schemas.openxmlformats.org/officeDocument/2006/relationships/customXml" Target="../ink/ink1863.xml"/><Relationship Id="rId435" Type="http://schemas.openxmlformats.org/officeDocument/2006/relationships/image" Target="../media/image1946.png"/><Relationship Id="rId477" Type="http://schemas.openxmlformats.org/officeDocument/2006/relationships/image" Target="../media/image1967.png"/><Relationship Id="rId281" Type="http://schemas.openxmlformats.org/officeDocument/2006/relationships/image" Target="../media/image1869.png"/><Relationship Id="rId337" Type="http://schemas.openxmlformats.org/officeDocument/2006/relationships/image" Target="../media/image1897.png"/><Relationship Id="rId502" Type="http://schemas.openxmlformats.org/officeDocument/2006/relationships/customXml" Target="../ink/ink2000.xml"/><Relationship Id="rId34" Type="http://schemas.openxmlformats.org/officeDocument/2006/relationships/customXml" Target="../ink/ink1766.xml"/><Relationship Id="rId76" Type="http://schemas.openxmlformats.org/officeDocument/2006/relationships/customXml" Target="../ink/ink1787.xml"/><Relationship Id="rId141" Type="http://schemas.openxmlformats.org/officeDocument/2006/relationships/image" Target="../media/image1801.png"/><Relationship Id="rId379" Type="http://schemas.openxmlformats.org/officeDocument/2006/relationships/image" Target="../media/image1918.png"/><Relationship Id="rId7" Type="http://schemas.openxmlformats.org/officeDocument/2006/relationships/image" Target="../media/image1734.png"/><Relationship Id="rId183" Type="http://schemas.openxmlformats.org/officeDocument/2006/relationships/image" Target="../media/image1821.png"/><Relationship Id="rId239" Type="http://schemas.openxmlformats.org/officeDocument/2006/relationships/image" Target="../media/image1849.png"/><Relationship Id="rId390" Type="http://schemas.openxmlformats.org/officeDocument/2006/relationships/customXml" Target="../ink/ink1944.xml"/><Relationship Id="rId404" Type="http://schemas.openxmlformats.org/officeDocument/2006/relationships/customXml" Target="../ink/ink1951.xml"/><Relationship Id="rId446" Type="http://schemas.openxmlformats.org/officeDocument/2006/relationships/customXml" Target="../ink/ink1972.xml"/><Relationship Id="rId250" Type="http://schemas.openxmlformats.org/officeDocument/2006/relationships/customXml" Target="../ink/ink1874.xml"/><Relationship Id="rId292" Type="http://schemas.openxmlformats.org/officeDocument/2006/relationships/customXml" Target="../ink/ink1895.xml"/><Relationship Id="rId306" Type="http://schemas.openxmlformats.org/officeDocument/2006/relationships/customXml" Target="../ink/ink1902.xml"/><Relationship Id="rId488" Type="http://schemas.openxmlformats.org/officeDocument/2006/relationships/customXml" Target="../ink/ink1993.xml"/><Relationship Id="rId45" Type="http://schemas.openxmlformats.org/officeDocument/2006/relationships/image" Target="../media/image1753.png"/><Relationship Id="rId87" Type="http://schemas.openxmlformats.org/officeDocument/2006/relationships/image" Target="../media/image1774.png"/><Relationship Id="rId110" Type="http://schemas.openxmlformats.org/officeDocument/2006/relationships/customXml" Target="../ink/ink1804.xml"/><Relationship Id="rId348" Type="http://schemas.openxmlformats.org/officeDocument/2006/relationships/customXml" Target="../ink/ink1923.xml"/><Relationship Id="rId513" Type="http://schemas.openxmlformats.org/officeDocument/2006/relationships/image" Target="../media/image1985.png"/><Relationship Id="rId152" Type="http://schemas.openxmlformats.org/officeDocument/2006/relationships/customXml" Target="../ink/ink1825.xml"/><Relationship Id="rId194" Type="http://schemas.openxmlformats.org/officeDocument/2006/relationships/customXml" Target="../ink/ink1846.xml"/><Relationship Id="rId208" Type="http://schemas.openxmlformats.org/officeDocument/2006/relationships/customXml" Target="../ink/ink1853.xml"/><Relationship Id="rId415" Type="http://schemas.openxmlformats.org/officeDocument/2006/relationships/image" Target="../media/image1936.png"/><Relationship Id="rId457" Type="http://schemas.openxmlformats.org/officeDocument/2006/relationships/image" Target="../media/image1957.png"/><Relationship Id="rId261" Type="http://schemas.openxmlformats.org/officeDocument/2006/relationships/image" Target="../media/image1860.png"/><Relationship Id="rId499" Type="http://schemas.openxmlformats.org/officeDocument/2006/relationships/image" Target="../media/image1978.png"/><Relationship Id="rId14" Type="http://schemas.openxmlformats.org/officeDocument/2006/relationships/customXml" Target="../ink/ink1756.xml"/><Relationship Id="rId56" Type="http://schemas.openxmlformats.org/officeDocument/2006/relationships/customXml" Target="../ink/ink1777.xml"/><Relationship Id="rId317" Type="http://schemas.openxmlformats.org/officeDocument/2006/relationships/image" Target="../media/image1887.png"/><Relationship Id="rId359" Type="http://schemas.openxmlformats.org/officeDocument/2006/relationships/image" Target="../media/image1908.png"/><Relationship Id="rId524" Type="http://schemas.openxmlformats.org/officeDocument/2006/relationships/customXml" Target="../ink/ink2011.xml"/><Relationship Id="rId98" Type="http://schemas.openxmlformats.org/officeDocument/2006/relationships/customXml" Target="../ink/ink1798.xml"/><Relationship Id="rId121" Type="http://schemas.openxmlformats.org/officeDocument/2006/relationships/image" Target="../media/image1791.png"/><Relationship Id="rId163" Type="http://schemas.openxmlformats.org/officeDocument/2006/relationships/image" Target="../media/image1811.png"/><Relationship Id="rId219" Type="http://schemas.openxmlformats.org/officeDocument/2006/relationships/image" Target="../media/image1839.png"/><Relationship Id="rId370" Type="http://schemas.openxmlformats.org/officeDocument/2006/relationships/customXml" Target="../ink/ink1934.xml"/><Relationship Id="rId426" Type="http://schemas.openxmlformats.org/officeDocument/2006/relationships/customXml" Target="../ink/ink1962.xml"/><Relationship Id="rId230" Type="http://schemas.openxmlformats.org/officeDocument/2006/relationships/customXml" Target="../ink/ink1864.xml"/><Relationship Id="rId468" Type="http://schemas.openxmlformats.org/officeDocument/2006/relationships/customXml" Target="../ink/ink1983.xml"/><Relationship Id="rId25" Type="http://schemas.openxmlformats.org/officeDocument/2006/relationships/image" Target="../media/image1743.png"/><Relationship Id="rId67" Type="http://schemas.openxmlformats.org/officeDocument/2006/relationships/image" Target="../media/image1764.png"/><Relationship Id="rId272" Type="http://schemas.openxmlformats.org/officeDocument/2006/relationships/customXml" Target="../ink/ink1885.xml"/><Relationship Id="rId328" Type="http://schemas.openxmlformats.org/officeDocument/2006/relationships/customXml" Target="../ink/ink1913.xml"/><Relationship Id="rId535" Type="http://schemas.openxmlformats.org/officeDocument/2006/relationships/image" Target="../media/image1996.png"/><Relationship Id="rId132" Type="http://schemas.openxmlformats.org/officeDocument/2006/relationships/customXml" Target="../ink/ink1815.xml"/><Relationship Id="rId174" Type="http://schemas.openxmlformats.org/officeDocument/2006/relationships/customXml" Target="../ink/ink1836.xml"/><Relationship Id="rId381" Type="http://schemas.openxmlformats.org/officeDocument/2006/relationships/image" Target="../media/image1919.png"/><Relationship Id="rId241" Type="http://schemas.openxmlformats.org/officeDocument/2006/relationships/image" Target="../media/image1850.png"/><Relationship Id="rId437" Type="http://schemas.openxmlformats.org/officeDocument/2006/relationships/image" Target="../media/image1947.png"/><Relationship Id="rId479" Type="http://schemas.openxmlformats.org/officeDocument/2006/relationships/image" Target="../media/image1968.png"/><Relationship Id="rId36" Type="http://schemas.openxmlformats.org/officeDocument/2006/relationships/customXml" Target="../ink/ink1767.xml"/><Relationship Id="rId283" Type="http://schemas.openxmlformats.org/officeDocument/2006/relationships/image" Target="../media/image1870.png"/><Relationship Id="rId339" Type="http://schemas.openxmlformats.org/officeDocument/2006/relationships/image" Target="../media/image1898.png"/><Relationship Id="rId490" Type="http://schemas.openxmlformats.org/officeDocument/2006/relationships/customXml" Target="../ink/ink1994.xml"/><Relationship Id="rId504" Type="http://schemas.openxmlformats.org/officeDocument/2006/relationships/customXml" Target="../ink/ink2001.xml"/><Relationship Id="rId78" Type="http://schemas.openxmlformats.org/officeDocument/2006/relationships/customXml" Target="../ink/ink1788.xml"/><Relationship Id="rId101" Type="http://schemas.openxmlformats.org/officeDocument/2006/relationships/image" Target="../media/image1781.png"/><Relationship Id="rId143" Type="http://schemas.openxmlformats.org/officeDocument/2006/relationships/image" Target="../media/image1802.png"/><Relationship Id="rId185" Type="http://schemas.openxmlformats.org/officeDocument/2006/relationships/image" Target="../media/image1822.png"/><Relationship Id="rId350" Type="http://schemas.openxmlformats.org/officeDocument/2006/relationships/customXml" Target="../ink/ink1924.xml"/><Relationship Id="rId406" Type="http://schemas.openxmlformats.org/officeDocument/2006/relationships/customXml" Target="../ink/ink1952.xml"/><Relationship Id="rId9" Type="http://schemas.openxmlformats.org/officeDocument/2006/relationships/image" Target="../media/image1735.png"/><Relationship Id="rId210" Type="http://schemas.openxmlformats.org/officeDocument/2006/relationships/customXml" Target="../ink/ink1854.xml"/><Relationship Id="rId392" Type="http://schemas.openxmlformats.org/officeDocument/2006/relationships/customXml" Target="../ink/ink1945.xml"/><Relationship Id="rId448" Type="http://schemas.openxmlformats.org/officeDocument/2006/relationships/customXml" Target="../ink/ink1973.xml"/><Relationship Id="rId252" Type="http://schemas.openxmlformats.org/officeDocument/2006/relationships/customXml" Target="../ink/ink1875.xml"/><Relationship Id="rId294" Type="http://schemas.openxmlformats.org/officeDocument/2006/relationships/customXml" Target="../ink/ink1896.xml"/><Relationship Id="rId308" Type="http://schemas.openxmlformats.org/officeDocument/2006/relationships/customXml" Target="../ink/ink1903.xml"/><Relationship Id="rId515" Type="http://schemas.openxmlformats.org/officeDocument/2006/relationships/image" Target="../media/image1986.png"/><Relationship Id="rId47" Type="http://schemas.openxmlformats.org/officeDocument/2006/relationships/image" Target="../media/image1754.png"/><Relationship Id="rId89" Type="http://schemas.openxmlformats.org/officeDocument/2006/relationships/image" Target="../media/image1775.png"/><Relationship Id="rId112" Type="http://schemas.openxmlformats.org/officeDocument/2006/relationships/customXml" Target="../ink/ink1805.xml"/><Relationship Id="rId154" Type="http://schemas.openxmlformats.org/officeDocument/2006/relationships/customXml" Target="../ink/ink1826.xml"/><Relationship Id="rId361" Type="http://schemas.openxmlformats.org/officeDocument/2006/relationships/image" Target="../media/image1909.png"/><Relationship Id="rId196" Type="http://schemas.openxmlformats.org/officeDocument/2006/relationships/customXml" Target="../ink/ink1847.xml"/><Relationship Id="rId417" Type="http://schemas.openxmlformats.org/officeDocument/2006/relationships/image" Target="../media/image1937.png"/><Relationship Id="rId459" Type="http://schemas.openxmlformats.org/officeDocument/2006/relationships/image" Target="../media/image1958.png"/><Relationship Id="rId16" Type="http://schemas.openxmlformats.org/officeDocument/2006/relationships/customXml" Target="../ink/ink1757.xml"/><Relationship Id="rId221" Type="http://schemas.openxmlformats.org/officeDocument/2006/relationships/image" Target="../media/image1840.png"/><Relationship Id="rId263" Type="http://schemas.openxmlformats.org/officeDocument/2006/relationships/image" Target="../media/image1861.png"/><Relationship Id="rId319" Type="http://schemas.openxmlformats.org/officeDocument/2006/relationships/image" Target="../media/image1888.png"/><Relationship Id="rId470" Type="http://schemas.openxmlformats.org/officeDocument/2006/relationships/customXml" Target="../ink/ink1984.xml"/><Relationship Id="rId526" Type="http://schemas.openxmlformats.org/officeDocument/2006/relationships/customXml" Target="../ink/ink2012.xml"/><Relationship Id="rId58" Type="http://schemas.openxmlformats.org/officeDocument/2006/relationships/customXml" Target="../ink/ink1778.xml"/><Relationship Id="rId123" Type="http://schemas.openxmlformats.org/officeDocument/2006/relationships/image" Target="../media/image1792.png"/><Relationship Id="rId330" Type="http://schemas.openxmlformats.org/officeDocument/2006/relationships/customXml" Target="../ink/ink1914.xml"/><Relationship Id="rId165" Type="http://schemas.openxmlformats.org/officeDocument/2006/relationships/image" Target="../media/image1812.png"/><Relationship Id="rId372" Type="http://schemas.openxmlformats.org/officeDocument/2006/relationships/customXml" Target="../ink/ink1935.xml"/><Relationship Id="rId428" Type="http://schemas.openxmlformats.org/officeDocument/2006/relationships/customXml" Target="../ink/ink1963.xml"/><Relationship Id="rId232" Type="http://schemas.openxmlformats.org/officeDocument/2006/relationships/customXml" Target="../ink/ink1865.xml"/><Relationship Id="rId274" Type="http://schemas.openxmlformats.org/officeDocument/2006/relationships/customXml" Target="../ink/ink1886.xml"/><Relationship Id="rId481" Type="http://schemas.openxmlformats.org/officeDocument/2006/relationships/image" Target="../media/image1969.png"/><Relationship Id="rId27" Type="http://schemas.openxmlformats.org/officeDocument/2006/relationships/image" Target="../media/image1744.png"/><Relationship Id="rId69" Type="http://schemas.openxmlformats.org/officeDocument/2006/relationships/image" Target="../media/image1765.png"/><Relationship Id="rId134" Type="http://schemas.openxmlformats.org/officeDocument/2006/relationships/customXml" Target="../ink/ink1816.xml"/><Relationship Id="rId537" Type="http://schemas.openxmlformats.org/officeDocument/2006/relationships/image" Target="../media/image1997.png"/><Relationship Id="rId80" Type="http://schemas.openxmlformats.org/officeDocument/2006/relationships/customXml" Target="../ink/ink1789.xml"/><Relationship Id="rId176" Type="http://schemas.openxmlformats.org/officeDocument/2006/relationships/customXml" Target="../ink/ink1837.xml"/><Relationship Id="rId341" Type="http://schemas.openxmlformats.org/officeDocument/2006/relationships/image" Target="../media/image1899.png"/><Relationship Id="rId383" Type="http://schemas.openxmlformats.org/officeDocument/2006/relationships/image" Target="../media/image1920.png"/><Relationship Id="rId439" Type="http://schemas.openxmlformats.org/officeDocument/2006/relationships/image" Target="../media/image1948.png"/><Relationship Id="rId201" Type="http://schemas.openxmlformats.org/officeDocument/2006/relationships/image" Target="../media/image1830.png"/><Relationship Id="rId243" Type="http://schemas.openxmlformats.org/officeDocument/2006/relationships/image" Target="../media/image1851.png"/><Relationship Id="rId285" Type="http://schemas.openxmlformats.org/officeDocument/2006/relationships/image" Target="../media/image1871.png"/><Relationship Id="rId450" Type="http://schemas.openxmlformats.org/officeDocument/2006/relationships/customXml" Target="../ink/ink1974.xml"/><Relationship Id="rId506" Type="http://schemas.openxmlformats.org/officeDocument/2006/relationships/customXml" Target="../ink/ink2002.xml"/><Relationship Id="rId38" Type="http://schemas.openxmlformats.org/officeDocument/2006/relationships/customXml" Target="../ink/ink1768.xml"/><Relationship Id="rId103" Type="http://schemas.openxmlformats.org/officeDocument/2006/relationships/image" Target="../media/image1782.png"/><Relationship Id="rId310" Type="http://schemas.openxmlformats.org/officeDocument/2006/relationships/customXml" Target="../ink/ink1904.xml"/><Relationship Id="rId492" Type="http://schemas.openxmlformats.org/officeDocument/2006/relationships/customXml" Target="../ink/ink1995.xml"/><Relationship Id="rId91" Type="http://schemas.openxmlformats.org/officeDocument/2006/relationships/image" Target="../media/image1776.png"/><Relationship Id="rId145" Type="http://schemas.openxmlformats.org/officeDocument/2006/relationships/image" Target="../media/image1803.png"/><Relationship Id="rId187" Type="http://schemas.openxmlformats.org/officeDocument/2006/relationships/image" Target="../media/image1823.png"/><Relationship Id="rId352" Type="http://schemas.openxmlformats.org/officeDocument/2006/relationships/customXml" Target="../ink/ink1925.xml"/><Relationship Id="rId394" Type="http://schemas.openxmlformats.org/officeDocument/2006/relationships/customXml" Target="../ink/ink1946.xml"/><Relationship Id="rId408" Type="http://schemas.openxmlformats.org/officeDocument/2006/relationships/customXml" Target="../ink/ink1953.xml"/><Relationship Id="rId212" Type="http://schemas.openxmlformats.org/officeDocument/2006/relationships/customXml" Target="../ink/ink1855.xml"/><Relationship Id="rId254" Type="http://schemas.openxmlformats.org/officeDocument/2006/relationships/customXml" Target="../ink/ink1876.xml"/><Relationship Id="rId49" Type="http://schemas.openxmlformats.org/officeDocument/2006/relationships/image" Target="../media/image1755.png"/><Relationship Id="rId114" Type="http://schemas.openxmlformats.org/officeDocument/2006/relationships/customXml" Target="../ink/ink1806.xml"/><Relationship Id="rId296" Type="http://schemas.openxmlformats.org/officeDocument/2006/relationships/customXml" Target="../ink/ink1897.xml"/><Relationship Id="rId461" Type="http://schemas.openxmlformats.org/officeDocument/2006/relationships/image" Target="../media/image1959.png"/><Relationship Id="rId517" Type="http://schemas.openxmlformats.org/officeDocument/2006/relationships/image" Target="../media/image1987.png"/><Relationship Id="rId60" Type="http://schemas.openxmlformats.org/officeDocument/2006/relationships/customXml" Target="../ink/ink1779.xml"/><Relationship Id="rId156" Type="http://schemas.openxmlformats.org/officeDocument/2006/relationships/customXml" Target="../ink/ink1827.xml"/><Relationship Id="rId198" Type="http://schemas.openxmlformats.org/officeDocument/2006/relationships/customXml" Target="../ink/ink1848.xml"/><Relationship Id="rId321" Type="http://schemas.openxmlformats.org/officeDocument/2006/relationships/image" Target="../media/image1889.png"/><Relationship Id="rId363" Type="http://schemas.openxmlformats.org/officeDocument/2006/relationships/image" Target="../media/image1910.png"/><Relationship Id="rId419" Type="http://schemas.openxmlformats.org/officeDocument/2006/relationships/image" Target="../media/image1938.png"/><Relationship Id="rId223" Type="http://schemas.openxmlformats.org/officeDocument/2006/relationships/image" Target="../media/image1841.png"/><Relationship Id="rId430" Type="http://schemas.openxmlformats.org/officeDocument/2006/relationships/customXml" Target="../ink/ink1964.xml"/><Relationship Id="rId18" Type="http://schemas.openxmlformats.org/officeDocument/2006/relationships/customXml" Target="../ink/ink1758.xml"/><Relationship Id="rId265" Type="http://schemas.openxmlformats.org/officeDocument/2006/relationships/image" Target="../media/image1862.png"/><Relationship Id="rId472" Type="http://schemas.openxmlformats.org/officeDocument/2006/relationships/customXml" Target="../ink/ink1985.xml"/><Relationship Id="rId528" Type="http://schemas.openxmlformats.org/officeDocument/2006/relationships/customXml" Target="../ink/ink2013.xml"/><Relationship Id="rId125" Type="http://schemas.openxmlformats.org/officeDocument/2006/relationships/image" Target="../media/image1793.png"/><Relationship Id="rId167" Type="http://schemas.openxmlformats.org/officeDocument/2006/relationships/image" Target="../media/image1813.png"/><Relationship Id="rId332" Type="http://schemas.openxmlformats.org/officeDocument/2006/relationships/customXml" Target="../ink/ink1915.xml"/><Relationship Id="rId374" Type="http://schemas.openxmlformats.org/officeDocument/2006/relationships/customXml" Target="../ink/ink1936.xml"/><Relationship Id="rId71" Type="http://schemas.openxmlformats.org/officeDocument/2006/relationships/image" Target="../media/image1766.png"/><Relationship Id="rId234" Type="http://schemas.openxmlformats.org/officeDocument/2006/relationships/customXml" Target="../ink/ink1866.xml"/><Relationship Id="rId2" Type="http://schemas.openxmlformats.org/officeDocument/2006/relationships/customXml" Target="../ink/ink1750.xml"/><Relationship Id="rId29" Type="http://schemas.openxmlformats.org/officeDocument/2006/relationships/image" Target="../media/image1745.png"/><Relationship Id="rId276" Type="http://schemas.openxmlformats.org/officeDocument/2006/relationships/customXml" Target="../ink/ink1887.xml"/><Relationship Id="rId441" Type="http://schemas.openxmlformats.org/officeDocument/2006/relationships/image" Target="../media/image1949.png"/><Relationship Id="rId483" Type="http://schemas.openxmlformats.org/officeDocument/2006/relationships/image" Target="../media/image1970.png"/><Relationship Id="rId40" Type="http://schemas.openxmlformats.org/officeDocument/2006/relationships/customXml" Target="../ink/ink1769.xml"/><Relationship Id="rId136" Type="http://schemas.openxmlformats.org/officeDocument/2006/relationships/customXml" Target="../ink/ink1817.xml"/><Relationship Id="rId178" Type="http://schemas.openxmlformats.org/officeDocument/2006/relationships/customXml" Target="../ink/ink1838.xml"/><Relationship Id="rId301" Type="http://schemas.openxmlformats.org/officeDocument/2006/relationships/image" Target="../media/image1879.png"/><Relationship Id="rId343" Type="http://schemas.openxmlformats.org/officeDocument/2006/relationships/image" Target="../media/image1900.png"/><Relationship Id="rId82" Type="http://schemas.openxmlformats.org/officeDocument/2006/relationships/customXml" Target="../ink/ink1790.xml"/><Relationship Id="rId203" Type="http://schemas.openxmlformats.org/officeDocument/2006/relationships/image" Target="../media/image1831.png"/><Relationship Id="rId385" Type="http://schemas.openxmlformats.org/officeDocument/2006/relationships/image" Target="../media/image1921.png"/><Relationship Id="rId245" Type="http://schemas.openxmlformats.org/officeDocument/2006/relationships/image" Target="../media/image1852.png"/><Relationship Id="rId287" Type="http://schemas.openxmlformats.org/officeDocument/2006/relationships/image" Target="../media/image1872.png"/><Relationship Id="rId410" Type="http://schemas.openxmlformats.org/officeDocument/2006/relationships/customXml" Target="../ink/ink1954.xml"/><Relationship Id="rId452" Type="http://schemas.openxmlformats.org/officeDocument/2006/relationships/customXml" Target="../ink/ink1975.xml"/><Relationship Id="rId494" Type="http://schemas.openxmlformats.org/officeDocument/2006/relationships/customXml" Target="../ink/ink1996.xml"/><Relationship Id="rId508" Type="http://schemas.openxmlformats.org/officeDocument/2006/relationships/customXml" Target="../ink/ink2003.xml"/><Relationship Id="rId105" Type="http://schemas.openxmlformats.org/officeDocument/2006/relationships/image" Target="../media/image1783.png"/><Relationship Id="rId147" Type="http://schemas.openxmlformats.org/officeDocument/2006/relationships/image" Target="../media/image92.png"/><Relationship Id="rId312" Type="http://schemas.openxmlformats.org/officeDocument/2006/relationships/customXml" Target="../ink/ink1905.xml"/><Relationship Id="rId354" Type="http://schemas.openxmlformats.org/officeDocument/2006/relationships/customXml" Target="../ink/ink1926.xml"/><Relationship Id="rId51" Type="http://schemas.openxmlformats.org/officeDocument/2006/relationships/image" Target="../media/image1756.png"/><Relationship Id="rId93" Type="http://schemas.openxmlformats.org/officeDocument/2006/relationships/image" Target="../media/image1777.png"/><Relationship Id="rId189" Type="http://schemas.openxmlformats.org/officeDocument/2006/relationships/image" Target="../media/image1824.png"/><Relationship Id="rId396" Type="http://schemas.openxmlformats.org/officeDocument/2006/relationships/customXml" Target="../ink/ink1947.xml"/><Relationship Id="rId214" Type="http://schemas.openxmlformats.org/officeDocument/2006/relationships/customXml" Target="../ink/ink1856.xml"/><Relationship Id="rId256" Type="http://schemas.openxmlformats.org/officeDocument/2006/relationships/customXml" Target="../ink/ink1877.xml"/><Relationship Id="rId298" Type="http://schemas.openxmlformats.org/officeDocument/2006/relationships/customXml" Target="../ink/ink1898.xml"/><Relationship Id="rId421" Type="http://schemas.openxmlformats.org/officeDocument/2006/relationships/image" Target="../media/image1939.png"/><Relationship Id="rId463" Type="http://schemas.openxmlformats.org/officeDocument/2006/relationships/image" Target="../media/image1960.png"/><Relationship Id="rId519" Type="http://schemas.openxmlformats.org/officeDocument/2006/relationships/image" Target="../media/image1988.png"/><Relationship Id="rId116" Type="http://schemas.openxmlformats.org/officeDocument/2006/relationships/customXml" Target="../ink/ink1807.xml"/><Relationship Id="rId158" Type="http://schemas.openxmlformats.org/officeDocument/2006/relationships/customXml" Target="../ink/ink1828.xml"/><Relationship Id="rId323" Type="http://schemas.openxmlformats.org/officeDocument/2006/relationships/image" Target="../media/image1890.png"/><Relationship Id="rId530" Type="http://schemas.openxmlformats.org/officeDocument/2006/relationships/customXml" Target="../ink/ink2014.xml"/><Relationship Id="rId20" Type="http://schemas.openxmlformats.org/officeDocument/2006/relationships/customXml" Target="../ink/ink1759.xml"/><Relationship Id="rId62" Type="http://schemas.openxmlformats.org/officeDocument/2006/relationships/customXml" Target="../ink/ink1780.xml"/><Relationship Id="rId365" Type="http://schemas.openxmlformats.org/officeDocument/2006/relationships/image" Target="../media/image1911.png"/><Relationship Id="rId225" Type="http://schemas.openxmlformats.org/officeDocument/2006/relationships/image" Target="../media/image1842.png"/><Relationship Id="rId267" Type="http://schemas.openxmlformats.org/officeDocument/2006/relationships/image" Target="../media/image1863.png"/><Relationship Id="rId432" Type="http://schemas.openxmlformats.org/officeDocument/2006/relationships/customXml" Target="../ink/ink1965.xml"/><Relationship Id="rId474" Type="http://schemas.openxmlformats.org/officeDocument/2006/relationships/customXml" Target="../ink/ink1986.xml"/><Relationship Id="rId127" Type="http://schemas.openxmlformats.org/officeDocument/2006/relationships/image" Target="../media/image1794.png"/><Relationship Id="rId31" Type="http://schemas.openxmlformats.org/officeDocument/2006/relationships/image" Target="../media/image1746.png"/><Relationship Id="rId73" Type="http://schemas.openxmlformats.org/officeDocument/2006/relationships/image" Target="../media/image1767.png"/><Relationship Id="rId169" Type="http://schemas.openxmlformats.org/officeDocument/2006/relationships/image" Target="../media/image1814.png"/><Relationship Id="rId334" Type="http://schemas.openxmlformats.org/officeDocument/2006/relationships/customXml" Target="../ink/ink1916.xml"/><Relationship Id="rId376" Type="http://schemas.openxmlformats.org/officeDocument/2006/relationships/customXml" Target="../ink/ink1937.xml"/><Relationship Id="rId4" Type="http://schemas.openxmlformats.org/officeDocument/2006/relationships/customXml" Target="../ink/ink1751.xml"/><Relationship Id="rId180" Type="http://schemas.openxmlformats.org/officeDocument/2006/relationships/customXml" Target="../ink/ink1839.xml"/><Relationship Id="rId236" Type="http://schemas.openxmlformats.org/officeDocument/2006/relationships/customXml" Target="../ink/ink1867.xml"/><Relationship Id="rId278" Type="http://schemas.openxmlformats.org/officeDocument/2006/relationships/customXml" Target="../ink/ink1888.xml"/><Relationship Id="rId401" Type="http://schemas.openxmlformats.org/officeDocument/2006/relationships/image" Target="../media/image1929.png"/><Relationship Id="rId443" Type="http://schemas.openxmlformats.org/officeDocument/2006/relationships/image" Target="../media/image1950.png"/><Relationship Id="rId303" Type="http://schemas.openxmlformats.org/officeDocument/2006/relationships/image" Target="../media/image1880.png"/><Relationship Id="rId485" Type="http://schemas.openxmlformats.org/officeDocument/2006/relationships/image" Target="../media/image1971.png"/><Relationship Id="rId42" Type="http://schemas.openxmlformats.org/officeDocument/2006/relationships/customXml" Target="../ink/ink1770.xml"/><Relationship Id="rId84" Type="http://schemas.openxmlformats.org/officeDocument/2006/relationships/customXml" Target="../ink/ink1791.xml"/><Relationship Id="rId138" Type="http://schemas.openxmlformats.org/officeDocument/2006/relationships/customXml" Target="../ink/ink1818.xml"/><Relationship Id="rId345" Type="http://schemas.openxmlformats.org/officeDocument/2006/relationships/image" Target="../media/image1901.png"/><Relationship Id="rId387" Type="http://schemas.openxmlformats.org/officeDocument/2006/relationships/image" Target="../media/image1922.png"/><Relationship Id="rId510" Type="http://schemas.openxmlformats.org/officeDocument/2006/relationships/customXml" Target="../ink/ink2004.xml"/><Relationship Id="rId191" Type="http://schemas.openxmlformats.org/officeDocument/2006/relationships/image" Target="../media/image1825.png"/><Relationship Id="rId205" Type="http://schemas.openxmlformats.org/officeDocument/2006/relationships/image" Target="../media/image1832.png"/><Relationship Id="rId247" Type="http://schemas.openxmlformats.org/officeDocument/2006/relationships/image" Target="../media/image1853.png"/><Relationship Id="rId412" Type="http://schemas.openxmlformats.org/officeDocument/2006/relationships/customXml" Target="../ink/ink1955.xml"/><Relationship Id="rId107" Type="http://schemas.openxmlformats.org/officeDocument/2006/relationships/image" Target="../media/image1784.png"/><Relationship Id="rId289" Type="http://schemas.openxmlformats.org/officeDocument/2006/relationships/image" Target="../media/image1873.png"/><Relationship Id="rId454" Type="http://schemas.openxmlformats.org/officeDocument/2006/relationships/customXml" Target="../ink/ink1976.xml"/><Relationship Id="rId496" Type="http://schemas.openxmlformats.org/officeDocument/2006/relationships/customXml" Target="../ink/ink1997.xml"/><Relationship Id="rId11" Type="http://schemas.openxmlformats.org/officeDocument/2006/relationships/image" Target="../media/image1736.png"/><Relationship Id="rId53" Type="http://schemas.openxmlformats.org/officeDocument/2006/relationships/image" Target="../media/image1757.png"/><Relationship Id="rId149" Type="http://schemas.openxmlformats.org/officeDocument/2006/relationships/image" Target="../media/image1804.png"/><Relationship Id="rId314" Type="http://schemas.openxmlformats.org/officeDocument/2006/relationships/customXml" Target="../ink/ink1906.xml"/><Relationship Id="rId356" Type="http://schemas.openxmlformats.org/officeDocument/2006/relationships/customXml" Target="../ink/ink1927.xml"/><Relationship Id="rId398" Type="http://schemas.openxmlformats.org/officeDocument/2006/relationships/customXml" Target="../ink/ink1948.xml"/><Relationship Id="rId521" Type="http://schemas.openxmlformats.org/officeDocument/2006/relationships/image" Target="../media/image1989.png"/><Relationship Id="rId95" Type="http://schemas.openxmlformats.org/officeDocument/2006/relationships/image" Target="../media/image1778.png"/><Relationship Id="rId160" Type="http://schemas.openxmlformats.org/officeDocument/2006/relationships/customXml" Target="../ink/ink1829.xml"/><Relationship Id="rId216" Type="http://schemas.openxmlformats.org/officeDocument/2006/relationships/customXml" Target="../ink/ink1857.xml"/><Relationship Id="rId423" Type="http://schemas.openxmlformats.org/officeDocument/2006/relationships/image" Target="../media/image1940.png"/><Relationship Id="rId258" Type="http://schemas.openxmlformats.org/officeDocument/2006/relationships/customXml" Target="../ink/ink1878.xml"/><Relationship Id="rId465" Type="http://schemas.openxmlformats.org/officeDocument/2006/relationships/image" Target="../media/image1961.png"/><Relationship Id="rId22" Type="http://schemas.openxmlformats.org/officeDocument/2006/relationships/customXml" Target="../ink/ink1760.xml"/><Relationship Id="rId64" Type="http://schemas.openxmlformats.org/officeDocument/2006/relationships/customXml" Target="../ink/ink1781.xml"/><Relationship Id="rId118" Type="http://schemas.openxmlformats.org/officeDocument/2006/relationships/customXml" Target="../ink/ink1808.xml"/><Relationship Id="rId325" Type="http://schemas.openxmlformats.org/officeDocument/2006/relationships/image" Target="../media/image1891.png"/><Relationship Id="rId367" Type="http://schemas.openxmlformats.org/officeDocument/2006/relationships/image" Target="../media/image1912.png"/><Relationship Id="rId532" Type="http://schemas.openxmlformats.org/officeDocument/2006/relationships/customXml" Target="../ink/ink2015.xml"/><Relationship Id="rId171" Type="http://schemas.openxmlformats.org/officeDocument/2006/relationships/image" Target="../media/image1815.png"/><Relationship Id="rId227" Type="http://schemas.openxmlformats.org/officeDocument/2006/relationships/image" Target="../media/image1843.png"/><Relationship Id="rId269" Type="http://schemas.openxmlformats.org/officeDocument/2006/relationships/image" Target="../media/image1864.png"/><Relationship Id="rId434" Type="http://schemas.openxmlformats.org/officeDocument/2006/relationships/customXml" Target="../ink/ink1966.xml"/><Relationship Id="rId476" Type="http://schemas.openxmlformats.org/officeDocument/2006/relationships/customXml" Target="../ink/ink1987.xml"/><Relationship Id="rId33" Type="http://schemas.openxmlformats.org/officeDocument/2006/relationships/image" Target="../media/image1747.png"/><Relationship Id="rId129" Type="http://schemas.openxmlformats.org/officeDocument/2006/relationships/image" Target="../media/image1795.png"/><Relationship Id="rId280" Type="http://schemas.openxmlformats.org/officeDocument/2006/relationships/customXml" Target="../ink/ink1889.xml"/><Relationship Id="rId336" Type="http://schemas.openxmlformats.org/officeDocument/2006/relationships/customXml" Target="../ink/ink1917.xml"/><Relationship Id="rId501" Type="http://schemas.openxmlformats.org/officeDocument/2006/relationships/image" Target="../media/image1979.png"/><Relationship Id="rId75" Type="http://schemas.openxmlformats.org/officeDocument/2006/relationships/image" Target="../media/image1768.png"/><Relationship Id="rId140" Type="http://schemas.openxmlformats.org/officeDocument/2006/relationships/customXml" Target="../ink/ink1819.xml"/><Relationship Id="rId182" Type="http://schemas.openxmlformats.org/officeDocument/2006/relationships/customXml" Target="../ink/ink1840.xml"/><Relationship Id="rId378" Type="http://schemas.openxmlformats.org/officeDocument/2006/relationships/customXml" Target="../ink/ink1938.xml"/><Relationship Id="rId403" Type="http://schemas.openxmlformats.org/officeDocument/2006/relationships/image" Target="../media/image1930.png"/><Relationship Id="rId6" Type="http://schemas.openxmlformats.org/officeDocument/2006/relationships/customXml" Target="../ink/ink1752.xml"/><Relationship Id="rId238" Type="http://schemas.openxmlformats.org/officeDocument/2006/relationships/customXml" Target="../ink/ink1868.xml"/><Relationship Id="rId445" Type="http://schemas.openxmlformats.org/officeDocument/2006/relationships/image" Target="../media/image1951.png"/><Relationship Id="rId487" Type="http://schemas.openxmlformats.org/officeDocument/2006/relationships/image" Target="../media/image1972.png"/><Relationship Id="rId291" Type="http://schemas.openxmlformats.org/officeDocument/2006/relationships/image" Target="../media/image1874.png"/><Relationship Id="rId305" Type="http://schemas.openxmlformats.org/officeDocument/2006/relationships/image" Target="../media/image1881.png"/><Relationship Id="rId347" Type="http://schemas.openxmlformats.org/officeDocument/2006/relationships/image" Target="../media/image1902.png"/><Relationship Id="rId512" Type="http://schemas.openxmlformats.org/officeDocument/2006/relationships/customXml" Target="../ink/ink2005.xml"/><Relationship Id="rId44" Type="http://schemas.openxmlformats.org/officeDocument/2006/relationships/customXml" Target="../ink/ink1771.xml"/><Relationship Id="rId86" Type="http://schemas.openxmlformats.org/officeDocument/2006/relationships/customXml" Target="../ink/ink1792.xml"/><Relationship Id="rId151" Type="http://schemas.openxmlformats.org/officeDocument/2006/relationships/image" Target="../media/image1805.png"/><Relationship Id="rId389" Type="http://schemas.openxmlformats.org/officeDocument/2006/relationships/image" Target="../media/image1923.png"/><Relationship Id="rId193" Type="http://schemas.openxmlformats.org/officeDocument/2006/relationships/image" Target="../media/image1826.png"/><Relationship Id="rId207" Type="http://schemas.openxmlformats.org/officeDocument/2006/relationships/image" Target="../media/image1833.png"/><Relationship Id="rId249" Type="http://schemas.openxmlformats.org/officeDocument/2006/relationships/image" Target="../media/image1854.png"/><Relationship Id="rId414" Type="http://schemas.openxmlformats.org/officeDocument/2006/relationships/customXml" Target="../ink/ink1956.xml"/><Relationship Id="rId456" Type="http://schemas.openxmlformats.org/officeDocument/2006/relationships/customXml" Target="../ink/ink1977.xml"/><Relationship Id="rId498" Type="http://schemas.openxmlformats.org/officeDocument/2006/relationships/customXml" Target="../ink/ink1998.xml"/><Relationship Id="rId13" Type="http://schemas.openxmlformats.org/officeDocument/2006/relationships/image" Target="../media/image1737.png"/><Relationship Id="rId109" Type="http://schemas.openxmlformats.org/officeDocument/2006/relationships/image" Target="../media/image1785.png"/><Relationship Id="rId260" Type="http://schemas.openxmlformats.org/officeDocument/2006/relationships/customXml" Target="../ink/ink1879.xml"/><Relationship Id="rId316" Type="http://schemas.openxmlformats.org/officeDocument/2006/relationships/customXml" Target="../ink/ink1907.xml"/><Relationship Id="rId523" Type="http://schemas.openxmlformats.org/officeDocument/2006/relationships/image" Target="../media/image1990.png"/><Relationship Id="rId55" Type="http://schemas.openxmlformats.org/officeDocument/2006/relationships/image" Target="../media/image1758.png"/><Relationship Id="rId97" Type="http://schemas.openxmlformats.org/officeDocument/2006/relationships/image" Target="../media/image1779.png"/><Relationship Id="rId120" Type="http://schemas.openxmlformats.org/officeDocument/2006/relationships/customXml" Target="../ink/ink1809.xml"/><Relationship Id="rId358" Type="http://schemas.openxmlformats.org/officeDocument/2006/relationships/customXml" Target="../ink/ink1928.xml"/><Relationship Id="rId162" Type="http://schemas.openxmlformats.org/officeDocument/2006/relationships/customXml" Target="../ink/ink1830.xml"/><Relationship Id="rId218" Type="http://schemas.openxmlformats.org/officeDocument/2006/relationships/customXml" Target="../ink/ink1858.xml"/><Relationship Id="rId425" Type="http://schemas.openxmlformats.org/officeDocument/2006/relationships/image" Target="../media/image1941.png"/><Relationship Id="rId467" Type="http://schemas.openxmlformats.org/officeDocument/2006/relationships/image" Target="../media/image1962.png"/><Relationship Id="rId271" Type="http://schemas.openxmlformats.org/officeDocument/2006/relationships/image" Target="../media/image1865.png"/><Relationship Id="rId24" Type="http://schemas.openxmlformats.org/officeDocument/2006/relationships/customXml" Target="../ink/ink1761.xml"/><Relationship Id="rId66" Type="http://schemas.openxmlformats.org/officeDocument/2006/relationships/customXml" Target="../ink/ink1782.xml"/><Relationship Id="rId131" Type="http://schemas.openxmlformats.org/officeDocument/2006/relationships/image" Target="../media/image1796.png"/><Relationship Id="rId327" Type="http://schemas.openxmlformats.org/officeDocument/2006/relationships/image" Target="../media/image1892.png"/><Relationship Id="rId369" Type="http://schemas.openxmlformats.org/officeDocument/2006/relationships/image" Target="../media/image1913.png"/><Relationship Id="rId534" Type="http://schemas.openxmlformats.org/officeDocument/2006/relationships/customXml" Target="../ink/ink2016.xml"/><Relationship Id="rId173" Type="http://schemas.openxmlformats.org/officeDocument/2006/relationships/image" Target="../media/image1816.png"/><Relationship Id="rId229" Type="http://schemas.openxmlformats.org/officeDocument/2006/relationships/image" Target="../media/image1844.png"/><Relationship Id="rId380" Type="http://schemas.openxmlformats.org/officeDocument/2006/relationships/customXml" Target="../ink/ink1939.xml"/><Relationship Id="rId436" Type="http://schemas.openxmlformats.org/officeDocument/2006/relationships/customXml" Target="../ink/ink1967.xml"/><Relationship Id="rId240" Type="http://schemas.openxmlformats.org/officeDocument/2006/relationships/customXml" Target="../ink/ink1869.xml"/><Relationship Id="rId478" Type="http://schemas.openxmlformats.org/officeDocument/2006/relationships/customXml" Target="../ink/ink1988.xml"/><Relationship Id="rId35" Type="http://schemas.openxmlformats.org/officeDocument/2006/relationships/image" Target="../media/image1748.png"/><Relationship Id="rId77" Type="http://schemas.openxmlformats.org/officeDocument/2006/relationships/image" Target="../media/image1769.png"/><Relationship Id="rId100" Type="http://schemas.openxmlformats.org/officeDocument/2006/relationships/customXml" Target="../ink/ink1799.xml"/><Relationship Id="rId282" Type="http://schemas.openxmlformats.org/officeDocument/2006/relationships/customXml" Target="../ink/ink1890.xml"/><Relationship Id="rId338" Type="http://schemas.openxmlformats.org/officeDocument/2006/relationships/customXml" Target="../ink/ink1918.xml"/><Relationship Id="rId503" Type="http://schemas.openxmlformats.org/officeDocument/2006/relationships/image" Target="../media/image1980.png"/><Relationship Id="rId8" Type="http://schemas.openxmlformats.org/officeDocument/2006/relationships/customXml" Target="../ink/ink1753.xml"/><Relationship Id="rId142" Type="http://schemas.openxmlformats.org/officeDocument/2006/relationships/customXml" Target="../ink/ink1820.xml"/><Relationship Id="rId184" Type="http://schemas.openxmlformats.org/officeDocument/2006/relationships/customXml" Target="../ink/ink1841.xml"/><Relationship Id="rId391" Type="http://schemas.openxmlformats.org/officeDocument/2006/relationships/image" Target="../media/image1924.png"/><Relationship Id="rId405" Type="http://schemas.openxmlformats.org/officeDocument/2006/relationships/image" Target="../media/image1931.png"/><Relationship Id="rId447" Type="http://schemas.openxmlformats.org/officeDocument/2006/relationships/image" Target="../media/image1952.png"/><Relationship Id="rId251" Type="http://schemas.openxmlformats.org/officeDocument/2006/relationships/image" Target="../media/image1855.png"/><Relationship Id="rId489" Type="http://schemas.openxmlformats.org/officeDocument/2006/relationships/image" Target="../media/image1973.png"/><Relationship Id="rId46" Type="http://schemas.openxmlformats.org/officeDocument/2006/relationships/customXml" Target="../ink/ink1772.xml"/><Relationship Id="rId293" Type="http://schemas.openxmlformats.org/officeDocument/2006/relationships/image" Target="../media/image1875.png"/><Relationship Id="rId307" Type="http://schemas.openxmlformats.org/officeDocument/2006/relationships/image" Target="../media/image1882.png"/><Relationship Id="rId349" Type="http://schemas.openxmlformats.org/officeDocument/2006/relationships/image" Target="../media/image1903.png"/><Relationship Id="rId514" Type="http://schemas.openxmlformats.org/officeDocument/2006/relationships/customXml" Target="../ink/ink2006.xml"/><Relationship Id="rId88" Type="http://schemas.openxmlformats.org/officeDocument/2006/relationships/customXml" Target="../ink/ink1793.xml"/><Relationship Id="rId111" Type="http://schemas.openxmlformats.org/officeDocument/2006/relationships/image" Target="../media/image1786.png"/><Relationship Id="rId153" Type="http://schemas.openxmlformats.org/officeDocument/2006/relationships/image" Target="../media/image1806.png"/><Relationship Id="rId195" Type="http://schemas.openxmlformats.org/officeDocument/2006/relationships/image" Target="../media/image1827.png"/><Relationship Id="rId209" Type="http://schemas.openxmlformats.org/officeDocument/2006/relationships/image" Target="../media/image1834.png"/><Relationship Id="rId360" Type="http://schemas.openxmlformats.org/officeDocument/2006/relationships/customXml" Target="../ink/ink1929.xml"/><Relationship Id="rId416" Type="http://schemas.openxmlformats.org/officeDocument/2006/relationships/customXml" Target="../ink/ink1957.xml"/><Relationship Id="rId220" Type="http://schemas.openxmlformats.org/officeDocument/2006/relationships/customXml" Target="../ink/ink1859.xml"/><Relationship Id="rId458" Type="http://schemas.openxmlformats.org/officeDocument/2006/relationships/customXml" Target="../ink/ink1978.xml"/><Relationship Id="rId15" Type="http://schemas.openxmlformats.org/officeDocument/2006/relationships/image" Target="../media/image1738.png"/><Relationship Id="rId57" Type="http://schemas.openxmlformats.org/officeDocument/2006/relationships/image" Target="../media/image1759.png"/><Relationship Id="rId262" Type="http://schemas.openxmlformats.org/officeDocument/2006/relationships/customXml" Target="../ink/ink1880.xml"/><Relationship Id="rId318" Type="http://schemas.openxmlformats.org/officeDocument/2006/relationships/customXml" Target="../ink/ink1908.xml"/><Relationship Id="rId525" Type="http://schemas.openxmlformats.org/officeDocument/2006/relationships/image" Target="../media/image1991.png"/><Relationship Id="rId99" Type="http://schemas.openxmlformats.org/officeDocument/2006/relationships/image" Target="../media/image1780.png"/><Relationship Id="rId122" Type="http://schemas.openxmlformats.org/officeDocument/2006/relationships/customXml" Target="../ink/ink1810.xml"/><Relationship Id="rId164" Type="http://schemas.openxmlformats.org/officeDocument/2006/relationships/customXml" Target="../ink/ink1831.xml"/><Relationship Id="rId371" Type="http://schemas.openxmlformats.org/officeDocument/2006/relationships/image" Target="../media/image1914.png"/><Relationship Id="rId427" Type="http://schemas.openxmlformats.org/officeDocument/2006/relationships/image" Target="../media/image1942.png"/><Relationship Id="rId469" Type="http://schemas.openxmlformats.org/officeDocument/2006/relationships/image" Target="../media/image1963.png"/><Relationship Id="rId26" Type="http://schemas.openxmlformats.org/officeDocument/2006/relationships/customXml" Target="../ink/ink1762.xml"/><Relationship Id="rId231" Type="http://schemas.openxmlformats.org/officeDocument/2006/relationships/image" Target="../media/image1845.png"/><Relationship Id="rId273" Type="http://schemas.openxmlformats.org/officeDocument/2006/relationships/image" Target="../media/image259.png"/><Relationship Id="rId329" Type="http://schemas.openxmlformats.org/officeDocument/2006/relationships/image" Target="../media/image1893.png"/><Relationship Id="rId480" Type="http://schemas.openxmlformats.org/officeDocument/2006/relationships/customXml" Target="../ink/ink1989.xml"/><Relationship Id="rId536" Type="http://schemas.openxmlformats.org/officeDocument/2006/relationships/customXml" Target="../ink/ink2017.xml"/><Relationship Id="rId68" Type="http://schemas.openxmlformats.org/officeDocument/2006/relationships/customXml" Target="../ink/ink1783.xml"/><Relationship Id="rId133" Type="http://schemas.openxmlformats.org/officeDocument/2006/relationships/image" Target="../media/image1797.png"/><Relationship Id="rId175" Type="http://schemas.openxmlformats.org/officeDocument/2006/relationships/image" Target="../media/image1817.png"/><Relationship Id="rId340" Type="http://schemas.openxmlformats.org/officeDocument/2006/relationships/customXml" Target="../ink/ink1919.xml"/><Relationship Id="rId200" Type="http://schemas.openxmlformats.org/officeDocument/2006/relationships/customXml" Target="../ink/ink1849.xml"/><Relationship Id="rId382" Type="http://schemas.openxmlformats.org/officeDocument/2006/relationships/customXml" Target="../ink/ink1940.xml"/><Relationship Id="rId438" Type="http://schemas.openxmlformats.org/officeDocument/2006/relationships/customXml" Target="../ink/ink1968.xml"/><Relationship Id="rId242" Type="http://schemas.openxmlformats.org/officeDocument/2006/relationships/customXml" Target="../ink/ink1870.xml"/><Relationship Id="rId284" Type="http://schemas.openxmlformats.org/officeDocument/2006/relationships/customXml" Target="../ink/ink1891.xml"/><Relationship Id="rId491" Type="http://schemas.openxmlformats.org/officeDocument/2006/relationships/image" Target="../media/image1974.png"/><Relationship Id="rId505" Type="http://schemas.openxmlformats.org/officeDocument/2006/relationships/image" Target="../media/image1981.png"/><Relationship Id="rId37" Type="http://schemas.openxmlformats.org/officeDocument/2006/relationships/image" Target="../media/image1749.png"/><Relationship Id="rId79" Type="http://schemas.openxmlformats.org/officeDocument/2006/relationships/image" Target="../media/image1770.png"/><Relationship Id="rId102" Type="http://schemas.openxmlformats.org/officeDocument/2006/relationships/customXml" Target="../ink/ink1800.xml"/><Relationship Id="rId144" Type="http://schemas.openxmlformats.org/officeDocument/2006/relationships/customXml" Target="../ink/ink1821.xml"/><Relationship Id="rId90" Type="http://schemas.openxmlformats.org/officeDocument/2006/relationships/customXml" Target="../ink/ink1794.xml"/><Relationship Id="rId186" Type="http://schemas.openxmlformats.org/officeDocument/2006/relationships/customXml" Target="../ink/ink1842.xml"/><Relationship Id="rId351" Type="http://schemas.openxmlformats.org/officeDocument/2006/relationships/image" Target="../media/image1904.png"/><Relationship Id="rId393" Type="http://schemas.openxmlformats.org/officeDocument/2006/relationships/image" Target="../media/image1925.png"/><Relationship Id="rId407" Type="http://schemas.openxmlformats.org/officeDocument/2006/relationships/image" Target="../media/image1932.png"/><Relationship Id="rId449" Type="http://schemas.openxmlformats.org/officeDocument/2006/relationships/image" Target="../media/image1953.png"/><Relationship Id="rId211" Type="http://schemas.openxmlformats.org/officeDocument/2006/relationships/image" Target="../media/image1835.png"/><Relationship Id="rId253" Type="http://schemas.openxmlformats.org/officeDocument/2006/relationships/image" Target="../media/image1856.png"/><Relationship Id="rId295" Type="http://schemas.openxmlformats.org/officeDocument/2006/relationships/image" Target="../media/image1876.png"/><Relationship Id="rId309" Type="http://schemas.openxmlformats.org/officeDocument/2006/relationships/image" Target="../media/image1883.png"/><Relationship Id="rId460" Type="http://schemas.openxmlformats.org/officeDocument/2006/relationships/customXml" Target="../ink/ink1979.xml"/><Relationship Id="rId516" Type="http://schemas.openxmlformats.org/officeDocument/2006/relationships/customXml" Target="../ink/ink2007.xml"/><Relationship Id="rId48" Type="http://schemas.openxmlformats.org/officeDocument/2006/relationships/customXml" Target="../ink/ink1773.xml"/><Relationship Id="rId113" Type="http://schemas.openxmlformats.org/officeDocument/2006/relationships/image" Target="../media/image1787.png"/><Relationship Id="rId320" Type="http://schemas.openxmlformats.org/officeDocument/2006/relationships/customXml" Target="../ink/ink1909.xml"/><Relationship Id="rId155" Type="http://schemas.openxmlformats.org/officeDocument/2006/relationships/image" Target="../media/image1807.png"/><Relationship Id="rId197" Type="http://schemas.openxmlformats.org/officeDocument/2006/relationships/image" Target="../media/image1828.png"/><Relationship Id="rId362" Type="http://schemas.openxmlformats.org/officeDocument/2006/relationships/customXml" Target="../ink/ink1930.xml"/><Relationship Id="rId418" Type="http://schemas.openxmlformats.org/officeDocument/2006/relationships/customXml" Target="../ink/ink1958.xml"/><Relationship Id="rId222" Type="http://schemas.openxmlformats.org/officeDocument/2006/relationships/customXml" Target="../ink/ink1860.xml"/><Relationship Id="rId264" Type="http://schemas.openxmlformats.org/officeDocument/2006/relationships/customXml" Target="../ink/ink1881.xml"/><Relationship Id="rId471" Type="http://schemas.openxmlformats.org/officeDocument/2006/relationships/image" Target="../media/image1964.png"/><Relationship Id="rId17" Type="http://schemas.openxmlformats.org/officeDocument/2006/relationships/image" Target="../media/image1739.png"/><Relationship Id="rId59" Type="http://schemas.openxmlformats.org/officeDocument/2006/relationships/image" Target="../media/image1760.png"/><Relationship Id="rId124" Type="http://schemas.openxmlformats.org/officeDocument/2006/relationships/customXml" Target="../ink/ink1811.xml"/><Relationship Id="rId527" Type="http://schemas.openxmlformats.org/officeDocument/2006/relationships/image" Target="../media/image1992.png"/><Relationship Id="rId70" Type="http://schemas.openxmlformats.org/officeDocument/2006/relationships/customXml" Target="../ink/ink1784.xml"/><Relationship Id="rId166" Type="http://schemas.openxmlformats.org/officeDocument/2006/relationships/customXml" Target="../ink/ink1832.xml"/><Relationship Id="rId331" Type="http://schemas.openxmlformats.org/officeDocument/2006/relationships/image" Target="../media/image1894.png"/><Relationship Id="rId373" Type="http://schemas.openxmlformats.org/officeDocument/2006/relationships/image" Target="../media/image1915.png"/><Relationship Id="rId429" Type="http://schemas.openxmlformats.org/officeDocument/2006/relationships/image" Target="../media/image1943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846.png"/><Relationship Id="rId440" Type="http://schemas.openxmlformats.org/officeDocument/2006/relationships/customXml" Target="../ink/ink1969.xml"/><Relationship Id="rId28" Type="http://schemas.openxmlformats.org/officeDocument/2006/relationships/customXml" Target="../ink/ink1763.xml"/><Relationship Id="rId275" Type="http://schemas.openxmlformats.org/officeDocument/2006/relationships/image" Target="../media/image1866.png"/><Relationship Id="rId300" Type="http://schemas.openxmlformats.org/officeDocument/2006/relationships/customXml" Target="../ink/ink1899.xml"/><Relationship Id="rId482" Type="http://schemas.openxmlformats.org/officeDocument/2006/relationships/customXml" Target="../ink/ink1990.xml"/><Relationship Id="rId81" Type="http://schemas.openxmlformats.org/officeDocument/2006/relationships/image" Target="../media/image1771.png"/><Relationship Id="rId135" Type="http://schemas.openxmlformats.org/officeDocument/2006/relationships/image" Target="../media/image1798.png"/><Relationship Id="rId177" Type="http://schemas.openxmlformats.org/officeDocument/2006/relationships/image" Target="../media/image1818.png"/><Relationship Id="rId342" Type="http://schemas.openxmlformats.org/officeDocument/2006/relationships/customXml" Target="../ink/ink1920.xml"/><Relationship Id="rId384" Type="http://schemas.openxmlformats.org/officeDocument/2006/relationships/customXml" Target="../ink/ink1941.xml"/><Relationship Id="rId202" Type="http://schemas.openxmlformats.org/officeDocument/2006/relationships/customXml" Target="../ink/ink1850.xml"/><Relationship Id="rId244" Type="http://schemas.openxmlformats.org/officeDocument/2006/relationships/customXml" Target="../ink/ink1871.xml"/><Relationship Id="rId39" Type="http://schemas.openxmlformats.org/officeDocument/2006/relationships/image" Target="../media/image1750.png"/><Relationship Id="rId286" Type="http://schemas.openxmlformats.org/officeDocument/2006/relationships/customXml" Target="../ink/ink1892.xml"/><Relationship Id="rId451" Type="http://schemas.openxmlformats.org/officeDocument/2006/relationships/image" Target="../media/image1954.png"/><Relationship Id="rId493" Type="http://schemas.openxmlformats.org/officeDocument/2006/relationships/image" Target="../media/image1975.png"/><Relationship Id="rId507" Type="http://schemas.openxmlformats.org/officeDocument/2006/relationships/image" Target="../media/image1982.png"/><Relationship Id="rId50" Type="http://schemas.openxmlformats.org/officeDocument/2006/relationships/customXml" Target="../ink/ink1774.xml"/><Relationship Id="rId104" Type="http://schemas.openxmlformats.org/officeDocument/2006/relationships/customXml" Target="../ink/ink1801.xml"/><Relationship Id="rId146" Type="http://schemas.openxmlformats.org/officeDocument/2006/relationships/customXml" Target="../ink/ink1822.xml"/><Relationship Id="rId188" Type="http://schemas.openxmlformats.org/officeDocument/2006/relationships/customXml" Target="../ink/ink1843.xml"/><Relationship Id="rId311" Type="http://schemas.openxmlformats.org/officeDocument/2006/relationships/image" Target="../media/image1884.png"/><Relationship Id="rId353" Type="http://schemas.openxmlformats.org/officeDocument/2006/relationships/image" Target="../media/image1905.png"/><Relationship Id="rId395" Type="http://schemas.openxmlformats.org/officeDocument/2006/relationships/image" Target="../media/image1926.png"/><Relationship Id="rId409" Type="http://schemas.openxmlformats.org/officeDocument/2006/relationships/image" Target="../media/image1933.png"/><Relationship Id="rId92" Type="http://schemas.openxmlformats.org/officeDocument/2006/relationships/customXml" Target="../ink/ink1795.xml"/><Relationship Id="rId213" Type="http://schemas.openxmlformats.org/officeDocument/2006/relationships/image" Target="../media/image1836.png"/><Relationship Id="rId420" Type="http://schemas.openxmlformats.org/officeDocument/2006/relationships/customXml" Target="../ink/ink1959.xml"/><Relationship Id="rId255" Type="http://schemas.openxmlformats.org/officeDocument/2006/relationships/image" Target="../media/image1857.png"/><Relationship Id="rId297" Type="http://schemas.openxmlformats.org/officeDocument/2006/relationships/image" Target="../media/image1877.png"/><Relationship Id="rId462" Type="http://schemas.openxmlformats.org/officeDocument/2006/relationships/customXml" Target="../ink/ink1980.xml"/><Relationship Id="rId518" Type="http://schemas.openxmlformats.org/officeDocument/2006/relationships/customXml" Target="../ink/ink2008.xml"/><Relationship Id="rId115" Type="http://schemas.openxmlformats.org/officeDocument/2006/relationships/image" Target="../media/image1788.png"/><Relationship Id="rId157" Type="http://schemas.openxmlformats.org/officeDocument/2006/relationships/image" Target="../media/image1808.png"/><Relationship Id="rId322" Type="http://schemas.openxmlformats.org/officeDocument/2006/relationships/customXml" Target="../ink/ink1910.xml"/><Relationship Id="rId364" Type="http://schemas.openxmlformats.org/officeDocument/2006/relationships/customXml" Target="../ink/ink1931.xml"/><Relationship Id="rId61" Type="http://schemas.openxmlformats.org/officeDocument/2006/relationships/image" Target="../media/image1761.png"/><Relationship Id="rId199" Type="http://schemas.openxmlformats.org/officeDocument/2006/relationships/image" Target="../media/image1829.png"/><Relationship Id="rId19" Type="http://schemas.openxmlformats.org/officeDocument/2006/relationships/image" Target="../media/image1740.png"/><Relationship Id="rId224" Type="http://schemas.openxmlformats.org/officeDocument/2006/relationships/customXml" Target="../ink/ink1861.xml"/><Relationship Id="rId266" Type="http://schemas.openxmlformats.org/officeDocument/2006/relationships/customXml" Target="../ink/ink1882.xml"/><Relationship Id="rId431" Type="http://schemas.openxmlformats.org/officeDocument/2006/relationships/image" Target="../media/image1944.png"/><Relationship Id="rId473" Type="http://schemas.openxmlformats.org/officeDocument/2006/relationships/image" Target="../media/image1965.png"/><Relationship Id="rId529" Type="http://schemas.openxmlformats.org/officeDocument/2006/relationships/image" Target="../media/image1993.png"/><Relationship Id="rId30" Type="http://schemas.openxmlformats.org/officeDocument/2006/relationships/customXml" Target="../ink/ink1764.xml"/><Relationship Id="rId126" Type="http://schemas.openxmlformats.org/officeDocument/2006/relationships/customXml" Target="../ink/ink1812.xml"/><Relationship Id="rId168" Type="http://schemas.openxmlformats.org/officeDocument/2006/relationships/customXml" Target="../ink/ink1833.xml"/><Relationship Id="rId333" Type="http://schemas.openxmlformats.org/officeDocument/2006/relationships/image" Target="../media/image1895.png"/><Relationship Id="rId72" Type="http://schemas.openxmlformats.org/officeDocument/2006/relationships/customXml" Target="../ink/ink1785.xml"/><Relationship Id="rId375" Type="http://schemas.openxmlformats.org/officeDocument/2006/relationships/image" Target="../media/image1916.png"/><Relationship Id="rId3" Type="http://schemas.openxmlformats.org/officeDocument/2006/relationships/image" Target="../media/image1732.png"/><Relationship Id="rId235" Type="http://schemas.openxmlformats.org/officeDocument/2006/relationships/image" Target="../media/image1847.png"/><Relationship Id="rId277" Type="http://schemas.openxmlformats.org/officeDocument/2006/relationships/image" Target="../media/image1867.png"/><Relationship Id="rId400" Type="http://schemas.openxmlformats.org/officeDocument/2006/relationships/customXml" Target="../ink/ink1949.xml"/><Relationship Id="rId442" Type="http://schemas.openxmlformats.org/officeDocument/2006/relationships/customXml" Target="../ink/ink1970.xml"/><Relationship Id="rId484" Type="http://schemas.openxmlformats.org/officeDocument/2006/relationships/customXml" Target="../ink/ink1991.xml"/><Relationship Id="rId137" Type="http://schemas.openxmlformats.org/officeDocument/2006/relationships/image" Target="../media/image1799.png"/><Relationship Id="rId302" Type="http://schemas.openxmlformats.org/officeDocument/2006/relationships/customXml" Target="../ink/ink1900.xml"/><Relationship Id="rId344" Type="http://schemas.openxmlformats.org/officeDocument/2006/relationships/customXml" Target="../ink/ink1921.xml"/><Relationship Id="rId41" Type="http://schemas.openxmlformats.org/officeDocument/2006/relationships/image" Target="../media/image1751.png"/><Relationship Id="rId83" Type="http://schemas.openxmlformats.org/officeDocument/2006/relationships/image" Target="../media/image1772.png"/><Relationship Id="rId179" Type="http://schemas.openxmlformats.org/officeDocument/2006/relationships/image" Target="../media/image1819.png"/><Relationship Id="rId386" Type="http://schemas.openxmlformats.org/officeDocument/2006/relationships/customXml" Target="../ink/ink1942.xml"/><Relationship Id="rId190" Type="http://schemas.openxmlformats.org/officeDocument/2006/relationships/customXml" Target="../ink/ink1844.xml"/><Relationship Id="rId204" Type="http://schemas.openxmlformats.org/officeDocument/2006/relationships/customXml" Target="../ink/ink1851.xml"/><Relationship Id="rId246" Type="http://schemas.openxmlformats.org/officeDocument/2006/relationships/customXml" Target="../ink/ink1872.xml"/><Relationship Id="rId288" Type="http://schemas.openxmlformats.org/officeDocument/2006/relationships/customXml" Target="../ink/ink1893.xml"/><Relationship Id="rId411" Type="http://schemas.openxmlformats.org/officeDocument/2006/relationships/image" Target="../media/image1934.png"/><Relationship Id="rId453" Type="http://schemas.openxmlformats.org/officeDocument/2006/relationships/image" Target="../media/image1955.png"/><Relationship Id="rId509" Type="http://schemas.openxmlformats.org/officeDocument/2006/relationships/image" Target="../media/image1983.png"/><Relationship Id="rId106" Type="http://schemas.openxmlformats.org/officeDocument/2006/relationships/customXml" Target="../ink/ink1802.xml"/><Relationship Id="rId313" Type="http://schemas.openxmlformats.org/officeDocument/2006/relationships/image" Target="../media/image1885.png"/><Relationship Id="rId495" Type="http://schemas.openxmlformats.org/officeDocument/2006/relationships/image" Target="../media/image1976.png"/><Relationship Id="rId10" Type="http://schemas.openxmlformats.org/officeDocument/2006/relationships/customXml" Target="../ink/ink1754.xml"/><Relationship Id="rId52" Type="http://schemas.openxmlformats.org/officeDocument/2006/relationships/customXml" Target="../ink/ink1775.xml"/><Relationship Id="rId94" Type="http://schemas.openxmlformats.org/officeDocument/2006/relationships/customXml" Target="../ink/ink1796.xml"/><Relationship Id="rId148" Type="http://schemas.openxmlformats.org/officeDocument/2006/relationships/customXml" Target="../ink/ink1823.xml"/><Relationship Id="rId355" Type="http://schemas.openxmlformats.org/officeDocument/2006/relationships/image" Target="../media/image1906.png"/><Relationship Id="rId397" Type="http://schemas.openxmlformats.org/officeDocument/2006/relationships/image" Target="../media/image1927.png"/><Relationship Id="rId520" Type="http://schemas.openxmlformats.org/officeDocument/2006/relationships/customXml" Target="../ink/ink2009.xml"/><Relationship Id="rId215" Type="http://schemas.openxmlformats.org/officeDocument/2006/relationships/image" Target="../media/image1837.png"/><Relationship Id="rId257" Type="http://schemas.openxmlformats.org/officeDocument/2006/relationships/image" Target="../media/image1858.png"/><Relationship Id="rId422" Type="http://schemas.openxmlformats.org/officeDocument/2006/relationships/customXml" Target="../ink/ink1960.xml"/><Relationship Id="rId464" Type="http://schemas.openxmlformats.org/officeDocument/2006/relationships/customXml" Target="../ink/ink1981.xml"/><Relationship Id="rId299" Type="http://schemas.openxmlformats.org/officeDocument/2006/relationships/image" Target="../media/image1878.png"/><Relationship Id="rId63" Type="http://schemas.openxmlformats.org/officeDocument/2006/relationships/image" Target="../media/image1762.png"/><Relationship Id="rId159" Type="http://schemas.openxmlformats.org/officeDocument/2006/relationships/image" Target="../media/image1809.png"/><Relationship Id="rId366" Type="http://schemas.openxmlformats.org/officeDocument/2006/relationships/customXml" Target="../ink/ink1932.xml"/><Relationship Id="rId226" Type="http://schemas.openxmlformats.org/officeDocument/2006/relationships/customXml" Target="../ink/ink1862.xml"/><Relationship Id="rId433" Type="http://schemas.openxmlformats.org/officeDocument/2006/relationships/image" Target="../media/image1945.png"/><Relationship Id="rId74" Type="http://schemas.openxmlformats.org/officeDocument/2006/relationships/customXml" Target="../ink/ink1786.xml"/><Relationship Id="rId377" Type="http://schemas.openxmlformats.org/officeDocument/2006/relationships/image" Target="../media/image1917.png"/><Relationship Id="rId500" Type="http://schemas.openxmlformats.org/officeDocument/2006/relationships/customXml" Target="../ink/ink1999.xml"/><Relationship Id="rId5" Type="http://schemas.openxmlformats.org/officeDocument/2006/relationships/image" Target="../media/image1733.png"/><Relationship Id="rId237" Type="http://schemas.openxmlformats.org/officeDocument/2006/relationships/image" Target="../media/image1848.png"/><Relationship Id="rId444" Type="http://schemas.openxmlformats.org/officeDocument/2006/relationships/customXml" Target="../ink/ink1971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053.png"/><Relationship Id="rId21" Type="http://schemas.openxmlformats.org/officeDocument/2006/relationships/image" Target="../media/image2007.png"/><Relationship Id="rId324" Type="http://schemas.openxmlformats.org/officeDocument/2006/relationships/customXml" Target="../ink/ink2179.xml"/><Relationship Id="rId531" Type="http://schemas.openxmlformats.org/officeDocument/2006/relationships/image" Target="../media/image141.png"/><Relationship Id="rId170" Type="http://schemas.openxmlformats.org/officeDocument/2006/relationships/customXml" Target="../ink/ink2102.xml"/><Relationship Id="rId268" Type="http://schemas.openxmlformats.org/officeDocument/2006/relationships/customXml" Target="../ink/ink2151.xml"/><Relationship Id="rId475" Type="http://schemas.openxmlformats.org/officeDocument/2006/relationships/image" Target="../media/image2229.png"/><Relationship Id="rId32" Type="http://schemas.openxmlformats.org/officeDocument/2006/relationships/customXml" Target="../ink/ink2033.xml"/><Relationship Id="rId128" Type="http://schemas.openxmlformats.org/officeDocument/2006/relationships/customXml" Target="../ink/ink2081.xml"/><Relationship Id="rId335" Type="http://schemas.openxmlformats.org/officeDocument/2006/relationships/image" Target="../media/image2159.png"/><Relationship Id="rId542" Type="http://schemas.openxmlformats.org/officeDocument/2006/relationships/customXml" Target="../ink/ink2288.xml"/><Relationship Id="rId181" Type="http://schemas.openxmlformats.org/officeDocument/2006/relationships/image" Target="../media/image2084.png"/><Relationship Id="rId402" Type="http://schemas.openxmlformats.org/officeDocument/2006/relationships/customXml" Target="../ink/ink2218.xml"/><Relationship Id="rId279" Type="http://schemas.openxmlformats.org/officeDocument/2006/relationships/image" Target="../media/image259.png"/><Relationship Id="rId486" Type="http://schemas.openxmlformats.org/officeDocument/2006/relationships/customXml" Target="../ink/ink2260.xml"/><Relationship Id="rId43" Type="http://schemas.openxmlformats.org/officeDocument/2006/relationships/image" Target="../media/image2018.png"/><Relationship Id="rId139" Type="http://schemas.openxmlformats.org/officeDocument/2006/relationships/image" Target="../media/image2064.png"/><Relationship Id="rId346" Type="http://schemas.openxmlformats.org/officeDocument/2006/relationships/customXml" Target="../ink/ink2190.xml"/><Relationship Id="rId553" Type="http://schemas.openxmlformats.org/officeDocument/2006/relationships/image" Target="../media/image2267.png"/><Relationship Id="rId192" Type="http://schemas.openxmlformats.org/officeDocument/2006/relationships/customXml" Target="../ink/ink2113.xml"/><Relationship Id="rId206" Type="http://schemas.openxmlformats.org/officeDocument/2006/relationships/customXml" Target="../ink/ink2120.xml"/><Relationship Id="rId413" Type="http://schemas.openxmlformats.org/officeDocument/2006/relationships/image" Target="../media/image2198.png"/><Relationship Id="rId497" Type="http://schemas.openxmlformats.org/officeDocument/2006/relationships/image" Target="../media/image2240.png"/><Relationship Id="rId357" Type="http://schemas.openxmlformats.org/officeDocument/2006/relationships/image" Target="../media/image2170.png"/><Relationship Id="rId54" Type="http://schemas.openxmlformats.org/officeDocument/2006/relationships/customXml" Target="../ink/ink2044.xml"/><Relationship Id="rId217" Type="http://schemas.openxmlformats.org/officeDocument/2006/relationships/image" Target="../media/image2102.png"/><Relationship Id="rId564" Type="http://schemas.openxmlformats.org/officeDocument/2006/relationships/customXml" Target="../ink/ink2299.xml"/><Relationship Id="rId424" Type="http://schemas.openxmlformats.org/officeDocument/2006/relationships/customXml" Target="../ink/ink2229.xml"/><Relationship Id="rId270" Type="http://schemas.openxmlformats.org/officeDocument/2006/relationships/customXml" Target="../ink/ink2152.xml"/><Relationship Id="rId65" Type="http://schemas.openxmlformats.org/officeDocument/2006/relationships/image" Target="../media/image2029.png"/><Relationship Id="rId130" Type="http://schemas.openxmlformats.org/officeDocument/2006/relationships/customXml" Target="../ink/ink2082.xml"/><Relationship Id="rId368" Type="http://schemas.openxmlformats.org/officeDocument/2006/relationships/customXml" Target="../ink/ink2201.xml"/><Relationship Id="rId575" Type="http://schemas.openxmlformats.org/officeDocument/2006/relationships/image" Target="../media/image2278.png"/><Relationship Id="rId228" Type="http://schemas.openxmlformats.org/officeDocument/2006/relationships/customXml" Target="../ink/ink2131.xml"/><Relationship Id="rId435" Type="http://schemas.openxmlformats.org/officeDocument/2006/relationships/image" Target="../media/image2209.png"/><Relationship Id="rId281" Type="http://schemas.openxmlformats.org/officeDocument/2006/relationships/image" Target="../media/image2132.png"/><Relationship Id="rId502" Type="http://schemas.openxmlformats.org/officeDocument/2006/relationships/customXml" Target="../ink/ink2268.xml"/><Relationship Id="rId76" Type="http://schemas.openxmlformats.org/officeDocument/2006/relationships/customXml" Target="../ink/ink2055.xml"/><Relationship Id="rId141" Type="http://schemas.openxmlformats.org/officeDocument/2006/relationships/image" Target="../media/image2065.png"/><Relationship Id="rId379" Type="http://schemas.openxmlformats.org/officeDocument/2006/relationships/image" Target="../media/image2181.png"/><Relationship Id="rId586" Type="http://schemas.openxmlformats.org/officeDocument/2006/relationships/customXml" Target="../ink/ink2310.xml"/><Relationship Id="rId7" Type="http://schemas.openxmlformats.org/officeDocument/2006/relationships/image" Target="../media/image2000.png"/><Relationship Id="rId239" Type="http://schemas.openxmlformats.org/officeDocument/2006/relationships/image" Target="../media/image2112.png"/><Relationship Id="rId446" Type="http://schemas.openxmlformats.org/officeDocument/2006/relationships/customXml" Target="../ink/ink2240.xml"/><Relationship Id="rId292" Type="http://schemas.openxmlformats.org/officeDocument/2006/relationships/customXml" Target="../ink/ink2163.xml"/><Relationship Id="rId306" Type="http://schemas.openxmlformats.org/officeDocument/2006/relationships/customXml" Target="../ink/ink2170.xml"/><Relationship Id="rId45" Type="http://schemas.openxmlformats.org/officeDocument/2006/relationships/image" Target="../media/image2019.png"/><Relationship Id="rId87" Type="http://schemas.openxmlformats.org/officeDocument/2006/relationships/image" Target="../media/image2040.png"/><Relationship Id="rId110" Type="http://schemas.openxmlformats.org/officeDocument/2006/relationships/customXml" Target="../ink/ink2072.xml"/><Relationship Id="rId348" Type="http://schemas.openxmlformats.org/officeDocument/2006/relationships/customXml" Target="../ink/ink2191.xml"/><Relationship Id="rId513" Type="http://schemas.openxmlformats.org/officeDocument/2006/relationships/image" Target="../media/image2248.png"/><Relationship Id="rId555" Type="http://schemas.openxmlformats.org/officeDocument/2006/relationships/image" Target="../media/image2268.png"/><Relationship Id="rId152" Type="http://schemas.openxmlformats.org/officeDocument/2006/relationships/customXml" Target="../ink/ink2093.xml"/><Relationship Id="rId194" Type="http://schemas.openxmlformats.org/officeDocument/2006/relationships/customXml" Target="../ink/ink2114.xml"/><Relationship Id="rId208" Type="http://schemas.openxmlformats.org/officeDocument/2006/relationships/customXml" Target="../ink/ink2121.xml"/><Relationship Id="rId415" Type="http://schemas.openxmlformats.org/officeDocument/2006/relationships/image" Target="../media/image2199.png"/><Relationship Id="rId457" Type="http://schemas.openxmlformats.org/officeDocument/2006/relationships/image" Target="../media/image2220.png"/><Relationship Id="rId261" Type="http://schemas.openxmlformats.org/officeDocument/2006/relationships/image" Target="../media/image2123.png"/><Relationship Id="rId499" Type="http://schemas.openxmlformats.org/officeDocument/2006/relationships/image" Target="../media/image2241.png"/><Relationship Id="rId14" Type="http://schemas.openxmlformats.org/officeDocument/2006/relationships/customXml" Target="../ink/ink2024.xml"/><Relationship Id="rId56" Type="http://schemas.openxmlformats.org/officeDocument/2006/relationships/customXml" Target="../ink/ink2045.xml"/><Relationship Id="rId317" Type="http://schemas.openxmlformats.org/officeDocument/2006/relationships/image" Target="../media/image2150.png"/><Relationship Id="rId359" Type="http://schemas.openxmlformats.org/officeDocument/2006/relationships/image" Target="../media/image2171.png"/><Relationship Id="rId524" Type="http://schemas.openxmlformats.org/officeDocument/2006/relationships/customXml" Target="../ink/ink2279.xml"/><Relationship Id="rId566" Type="http://schemas.openxmlformats.org/officeDocument/2006/relationships/customXml" Target="../ink/ink2300.xml"/><Relationship Id="rId98" Type="http://schemas.openxmlformats.org/officeDocument/2006/relationships/customXml" Target="../ink/ink2066.xml"/><Relationship Id="rId121" Type="http://schemas.openxmlformats.org/officeDocument/2006/relationships/image" Target="../media/image2055.png"/><Relationship Id="rId163" Type="http://schemas.openxmlformats.org/officeDocument/2006/relationships/image" Target="../media/image2076.png"/><Relationship Id="rId219" Type="http://schemas.openxmlformats.org/officeDocument/2006/relationships/image" Target="../media/image2103.png"/><Relationship Id="rId370" Type="http://schemas.openxmlformats.org/officeDocument/2006/relationships/customXml" Target="../ink/ink2202.xml"/><Relationship Id="rId426" Type="http://schemas.openxmlformats.org/officeDocument/2006/relationships/customXml" Target="../ink/ink2230.xml"/><Relationship Id="rId230" Type="http://schemas.openxmlformats.org/officeDocument/2006/relationships/customXml" Target="../ink/ink2132.xml"/><Relationship Id="rId468" Type="http://schemas.openxmlformats.org/officeDocument/2006/relationships/customXml" Target="../ink/ink2251.xml"/><Relationship Id="rId25" Type="http://schemas.openxmlformats.org/officeDocument/2006/relationships/image" Target="../media/image2009.png"/><Relationship Id="rId67" Type="http://schemas.openxmlformats.org/officeDocument/2006/relationships/image" Target="../media/image2030.png"/><Relationship Id="rId272" Type="http://schemas.openxmlformats.org/officeDocument/2006/relationships/customXml" Target="../ink/ink2153.xml"/><Relationship Id="rId328" Type="http://schemas.openxmlformats.org/officeDocument/2006/relationships/customXml" Target="../ink/ink2181.xml"/><Relationship Id="rId535" Type="http://schemas.openxmlformats.org/officeDocument/2006/relationships/image" Target="../media/image2258.png"/><Relationship Id="rId577" Type="http://schemas.openxmlformats.org/officeDocument/2006/relationships/image" Target="../media/image2279.png"/><Relationship Id="rId132" Type="http://schemas.openxmlformats.org/officeDocument/2006/relationships/customXml" Target="../ink/ink2083.xml"/><Relationship Id="rId174" Type="http://schemas.openxmlformats.org/officeDocument/2006/relationships/customXml" Target="../ink/ink2104.xml"/><Relationship Id="rId381" Type="http://schemas.openxmlformats.org/officeDocument/2006/relationships/image" Target="../media/image2182.png"/><Relationship Id="rId241" Type="http://schemas.openxmlformats.org/officeDocument/2006/relationships/image" Target="../media/image2113.png"/><Relationship Id="rId437" Type="http://schemas.openxmlformats.org/officeDocument/2006/relationships/image" Target="../media/image2210.png"/><Relationship Id="rId479" Type="http://schemas.openxmlformats.org/officeDocument/2006/relationships/image" Target="../media/image2231.png"/><Relationship Id="rId36" Type="http://schemas.openxmlformats.org/officeDocument/2006/relationships/customXml" Target="../ink/ink2035.xml"/><Relationship Id="rId283" Type="http://schemas.openxmlformats.org/officeDocument/2006/relationships/image" Target="../media/image2133.png"/><Relationship Id="rId339" Type="http://schemas.openxmlformats.org/officeDocument/2006/relationships/image" Target="../media/image2161.png"/><Relationship Id="rId490" Type="http://schemas.openxmlformats.org/officeDocument/2006/relationships/customXml" Target="../ink/ink2262.xml"/><Relationship Id="rId504" Type="http://schemas.openxmlformats.org/officeDocument/2006/relationships/customXml" Target="../ink/ink2269.xml"/><Relationship Id="rId546" Type="http://schemas.openxmlformats.org/officeDocument/2006/relationships/customXml" Target="../ink/ink2290.xml"/><Relationship Id="rId78" Type="http://schemas.openxmlformats.org/officeDocument/2006/relationships/customXml" Target="../ink/ink2056.xml"/><Relationship Id="rId101" Type="http://schemas.openxmlformats.org/officeDocument/2006/relationships/image" Target="../media/image2046.png"/><Relationship Id="rId143" Type="http://schemas.openxmlformats.org/officeDocument/2006/relationships/image" Target="../media/image2066.png"/><Relationship Id="rId185" Type="http://schemas.openxmlformats.org/officeDocument/2006/relationships/image" Target="../media/image2086.png"/><Relationship Id="rId350" Type="http://schemas.openxmlformats.org/officeDocument/2006/relationships/customXml" Target="../ink/ink2192.xml"/><Relationship Id="rId406" Type="http://schemas.openxmlformats.org/officeDocument/2006/relationships/customXml" Target="../ink/ink2220.xml"/><Relationship Id="rId588" Type="http://schemas.openxmlformats.org/officeDocument/2006/relationships/customXml" Target="../ink/ink2311.xml"/><Relationship Id="rId9" Type="http://schemas.openxmlformats.org/officeDocument/2006/relationships/image" Target="../media/image2001.png"/><Relationship Id="rId210" Type="http://schemas.openxmlformats.org/officeDocument/2006/relationships/customXml" Target="../ink/ink2122.xml"/><Relationship Id="rId392" Type="http://schemas.openxmlformats.org/officeDocument/2006/relationships/customXml" Target="../ink/ink2213.xml"/><Relationship Id="rId448" Type="http://schemas.openxmlformats.org/officeDocument/2006/relationships/customXml" Target="../ink/ink2241.xml"/><Relationship Id="rId252" Type="http://schemas.openxmlformats.org/officeDocument/2006/relationships/customXml" Target="../ink/ink2143.xml"/><Relationship Id="rId294" Type="http://schemas.openxmlformats.org/officeDocument/2006/relationships/customXml" Target="../ink/ink2164.xml"/><Relationship Id="rId308" Type="http://schemas.openxmlformats.org/officeDocument/2006/relationships/customXml" Target="../ink/ink2171.xml"/><Relationship Id="rId515" Type="http://schemas.openxmlformats.org/officeDocument/2006/relationships/image" Target="../media/image2249.png"/><Relationship Id="rId47" Type="http://schemas.openxmlformats.org/officeDocument/2006/relationships/image" Target="../media/image2020.png"/><Relationship Id="rId89" Type="http://schemas.openxmlformats.org/officeDocument/2006/relationships/image" Target="../media/image2041.png"/><Relationship Id="rId112" Type="http://schemas.openxmlformats.org/officeDocument/2006/relationships/customXml" Target="../ink/ink2073.xml"/><Relationship Id="rId154" Type="http://schemas.openxmlformats.org/officeDocument/2006/relationships/customXml" Target="../ink/ink2094.xml"/><Relationship Id="rId361" Type="http://schemas.openxmlformats.org/officeDocument/2006/relationships/image" Target="../media/image2172.png"/><Relationship Id="rId557" Type="http://schemas.openxmlformats.org/officeDocument/2006/relationships/image" Target="../media/image2269.png"/><Relationship Id="rId196" Type="http://schemas.openxmlformats.org/officeDocument/2006/relationships/customXml" Target="../ink/ink2115.xml"/><Relationship Id="rId417" Type="http://schemas.openxmlformats.org/officeDocument/2006/relationships/image" Target="../media/image2200.png"/><Relationship Id="rId459" Type="http://schemas.openxmlformats.org/officeDocument/2006/relationships/image" Target="../media/image2221.png"/><Relationship Id="rId16" Type="http://schemas.openxmlformats.org/officeDocument/2006/relationships/customXml" Target="../ink/ink2025.xml"/><Relationship Id="rId221" Type="http://schemas.openxmlformats.org/officeDocument/2006/relationships/image" Target="../media/image2104.png"/><Relationship Id="rId263" Type="http://schemas.openxmlformats.org/officeDocument/2006/relationships/image" Target="../media/image2124.png"/><Relationship Id="rId319" Type="http://schemas.openxmlformats.org/officeDocument/2006/relationships/image" Target="../media/image2151.png"/><Relationship Id="rId470" Type="http://schemas.openxmlformats.org/officeDocument/2006/relationships/customXml" Target="../ink/ink2252.xml"/><Relationship Id="rId526" Type="http://schemas.openxmlformats.org/officeDocument/2006/relationships/customXml" Target="../ink/ink2280.xml"/><Relationship Id="rId58" Type="http://schemas.openxmlformats.org/officeDocument/2006/relationships/customXml" Target="../ink/ink2046.xml"/><Relationship Id="rId123" Type="http://schemas.openxmlformats.org/officeDocument/2006/relationships/image" Target="../media/image2056.png"/><Relationship Id="rId330" Type="http://schemas.openxmlformats.org/officeDocument/2006/relationships/customXml" Target="../ink/ink2182.xml"/><Relationship Id="rId568" Type="http://schemas.openxmlformats.org/officeDocument/2006/relationships/customXml" Target="../ink/ink2301.xml"/><Relationship Id="rId165" Type="http://schemas.openxmlformats.org/officeDocument/2006/relationships/image" Target="../media/image2077.png"/><Relationship Id="rId372" Type="http://schemas.openxmlformats.org/officeDocument/2006/relationships/customXml" Target="../ink/ink2203.xml"/><Relationship Id="rId428" Type="http://schemas.openxmlformats.org/officeDocument/2006/relationships/customXml" Target="../ink/ink2231.xml"/><Relationship Id="rId232" Type="http://schemas.openxmlformats.org/officeDocument/2006/relationships/customXml" Target="../ink/ink2133.xml"/><Relationship Id="rId274" Type="http://schemas.openxmlformats.org/officeDocument/2006/relationships/customXml" Target="../ink/ink2154.xml"/><Relationship Id="rId481" Type="http://schemas.openxmlformats.org/officeDocument/2006/relationships/image" Target="../media/image2232.png"/><Relationship Id="rId27" Type="http://schemas.openxmlformats.org/officeDocument/2006/relationships/image" Target="../media/image2010.png"/><Relationship Id="rId69" Type="http://schemas.openxmlformats.org/officeDocument/2006/relationships/image" Target="../media/image2031.png"/><Relationship Id="rId134" Type="http://schemas.openxmlformats.org/officeDocument/2006/relationships/customXml" Target="../ink/ink2084.xml"/><Relationship Id="rId537" Type="http://schemas.openxmlformats.org/officeDocument/2006/relationships/image" Target="../media/image2259.png"/><Relationship Id="rId579" Type="http://schemas.openxmlformats.org/officeDocument/2006/relationships/image" Target="../media/image2280.png"/><Relationship Id="rId80" Type="http://schemas.openxmlformats.org/officeDocument/2006/relationships/customXml" Target="../ink/ink2057.xml"/><Relationship Id="rId176" Type="http://schemas.openxmlformats.org/officeDocument/2006/relationships/customXml" Target="../ink/ink2105.xml"/><Relationship Id="rId341" Type="http://schemas.openxmlformats.org/officeDocument/2006/relationships/image" Target="../media/image2162.png"/><Relationship Id="rId383" Type="http://schemas.openxmlformats.org/officeDocument/2006/relationships/image" Target="../media/image2183.png"/><Relationship Id="rId439" Type="http://schemas.openxmlformats.org/officeDocument/2006/relationships/image" Target="../media/image2211.png"/><Relationship Id="rId590" Type="http://schemas.openxmlformats.org/officeDocument/2006/relationships/customXml" Target="../ink/ink2312.xml"/><Relationship Id="rId201" Type="http://schemas.openxmlformats.org/officeDocument/2006/relationships/image" Target="../media/image2094.png"/><Relationship Id="rId243" Type="http://schemas.openxmlformats.org/officeDocument/2006/relationships/image" Target="../media/image2114.png"/><Relationship Id="rId285" Type="http://schemas.openxmlformats.org/officeDocument/2006/relationships/image" Target="../media/image2134.png"/><Relationship Id="rId450" Type="http://schemas.openxmlformats.org/officeDocument/2006/relationships/customXml" Target="../ink/ink2242.xml"/><Relationship Id="rId506" Type="http://schemas.openxmlformats.org/officeDocument/2006/relationships/customXml" Target="../ink/ink2270.xml"/><Relationship Id="rId38" Type="http://schemas.openxmlformats.org/officeDocument/2006/relationships/customXml" Target="../ink/ink2036.xml"/><Relationship Id="rId103" Type="http://schemas.openxmlformats.org/officeDocument/2006/relationships/image" Target="../media/image2047.png"/><Relationship Id="rId310" Type="http://schemas.openxmlformats.org/officeDocument/2006/relationships/customXml" Target="../ink/ink2172.xml"/><Relationship Id="rId492" Type="http://schemas.openxmlformats.org/officeDocument/2006/relationships/customXml" Target="../ink/ink2263.xml"/><Relationship Id="rId548" Type="http://schemas.openxmlformats.org/officeDocument/2006/relationships/customXml" Target="../ink/ink2291.xml"/><Relationship Id="rId91" Type="http://schemas.openxmlformats.org/officeDocument/2006/relationships/image" Target="../media/image409.png"/><Relationship Id="rId145" Type="http://schemas.openxmlformats.org/officeDocument/2006/relationships/image" Target="../media/image2067.png"/><Relationship Id="rId187" Type="http://schemas.openxmlformats.org/officeDocument/2006/relationships/image" Target="../media/image2087.png"/><Relationship Id="rId352" Type="http://schemas.openxmlformats.org/officeDocument/2006/relationships/customXml" Target="../ink/ink2193.xml"/><Relationship Id="rId394" Type="http://schemas.openxmlformats.org/officeDocument/2006/relationships/customXml" Target="../ink/ink2214.xml"/><Relationship Id="rId408" Type="http://schemas.openxmlformats.org/officeDocument/2006/relationships/customXml" Target="../ink/ink2221.xml"/><Relationship Id="rId212" Type="http://schemas.openxmlformats.org/officeDocument/2006/relationships/customXml" Target="../ink/ink2123.xml"/><Relationship Id="rId254" Type="http://schemas.openxmlformats.org/officeDocument/2006/relationships/customXml" Target="../ink/ink2144.xml"/><Relationship Id="rId49" Type="http://schemas.openxmlformats.org/officeDocument/2006/relationships/image" Target="../media/image2021.png"/><Relationship Id="rId114" Type="http://schemas.openxmlformats.org/officeDocument/2006/relationships/customXml" Target="../ink/ink2074.xml"/><Relationship Id="rId296" Type="http://schemas.openxmlformats.org/officeDocument/2006/relationships/customXml" Target="../ink/ink2165.xml"/><Relationship Id="rId461" Type="http://schemas.openxmlformats.org/officeDocument/2006/relationships/image" Target="../media/image2222.png"/><Relationship Id="rId517" Type="http://schemas.openxmlformats.org/officeDocument/2006/relationships/image" Target="../media/image2250.png"/><Relationship Id="rId559" Type="http://schemas.openxmlformats.org/officeDocument/2006/relationships/image" Target="../media/image2270.png"/><Relationship Id="rId60" Type="http://schemas.openxmlformats.org/officeDocument/2006/relationships/customXml" Target="../ink/ink2047.xml"/><Relationship Id="rId156" Type="http://schemas.openxmlformats.org/officeDocument/2006/relationships/customXml" Target="../ink/ink2095.xml"/><Relationship Id="rId198" Type="http://schemas.openxmlformats.org/officeDocument/2006/relationships/customXml" Target="../ink/ink2116.xml"/><Relationship Id="rId321" Type="http://schemas.openxmlformats.org/officeDocument/2006/relationships/image" Target="../media/image2152.png"/><Relationship Id="rId363" Type="http://schemas.openxmlformats.org/officeDocument/2006/relationships/image" Target="../media/image2173.png"/><Relationship Id="rId419" Type="http://schemas.openxmlformats.org/officeDocument/2006/relationships/image" Target="../media/image2201.png"/><Relationship Id="rId570" Type="http://schemas.openxmlformats.org/officeDocument/2006/relationships/customXml" Target="../ink/ink2302.xml"/><Relationship Id="rId223" Type="http://schemas.openxmlformats.org/officeDocument/2006/relationships/image" Target="../media/image2105.png"/><Relationship Id="rId430" Type="http://schemas.openxmlformats.org/officeDocument/2006/relationships/customXml" Target="../ink/ink2232.xml"/><Relationship Id="rId18" Type="http://schemas.openxmlformats.org/officeDocument/2006/relationships/customXml" Target="../ink/ink2026.xml"/><Relationship Id="rId265" Type="http://schemas.openxmlformats.org/officeDocument/2006/relationships/image" Target="../media/image2125.png"/><Relationship Id="rId472" Type="http://schemas.openxmlformats.org/officeDocument/2006/relationships/customXml" Target="../ink/ink2253.xml"/><Relationship Id="rId528" Type="http://schemas.openxmlformats.org/officeDocument/2006/relationships/customXml" Target="../ink/ink2281.xml"/><Relationship Id="rId125" Type="http://schemas.openxmlformats.org/officeDocument/2006/relationships/image" Target="../media/image2057.png"/><Relationship Id="rId167" Type="http://schemas.openxmlformats.org/officeDocument/2006/relationships/image" Target="../media/image2078.png"/><Relationship Id="rId332" Type="http://schemas.openxmlformats.org/officeDocument/2006/relationships/customXml" Target="../ink/ink2183.xml"/><Relationship Id="rId374" Type="http://schemas.openxmlformats.org/officeDocument/2006/relationships/customXml" Target="../ink/ink2204.xml"/><Relationship Id="rId581" Type="http://schemas.openxmlformats.org/officeDocument/2006/relationships/image" Target="../media/image2281.png"/><Relationship Id="rId71" Type="http://schemas.openxmlformats.org/officeDocument/2006/relationships/image" Target="../media/image2032.png"/><Relationship Id="rId234" Type="http://schemas.openxmlformats.org/officeDocument/2006/relationships/customXml" Target="../ink/ink2134.xml"/><Relationship Id="rId2" Type="http://schemas.openxmlformats.org/officeDocument/2006/relationships/customXml" Target="../ink/ink2018.xml"/><Relationship Id="rId29" Type="http://schemas.openxmlformats.org/officeDocument/2006/relationships/image" Target="../media/image2011.png"/><Relationship Id="rId276" Type="http://schemas.openxmlformats.org/officeDocument/2006/relationships/customXml" Target="../ink/ink2155.xml"/><Relationship Id="rId441" Type="http://schemas.openxmlformats.org/officeDocument/2006/relationships/image" Target="../media/image2212.png"/><Relationship Id="rId483" Type="http://schemas.openxmlformats.org/officeDocument/2006/relationships/image" Target="../media/image2233.png"/><Relationship Id="rId539" Type="http://schemas.openxmlformats.org/officeDocument/2006/relationships/image" Target="../media/image2260.png"/><Relationship Id="rId40" Type="http://schemas.openxmlformats.org/officeDocument/2006/relationships/customXml" Target="../ink/ink2037.xml"/><Relationship Id="rId136" Type="http://schemas.openxmlformats.org/officeDocument/2006/relationships/customXml" Target="../ink/ink2085.xml"/><Relationship Id="rId178" Type="http://schemas.openxmlformats.org/officeDocument/2006/relationships/customXml" Target="../ink/ink2106.xml"/><Relationship Id="rId301" Type="http://schemas.openxmlformats.org/officeDocument/2006/relationships/image" Target="../media/image2142.png"/><Relationship Id="rId343" Type="http://schemas.openxmlformats.org/officeDocument/2006/relationships/image" Target="../media/image2163.png"/><Relationship Id="rId550" Type="http://schemas.openxmlformats.org/officeDocument/2006/relationships/customXml" Target="../ink/ink2292.xml"/><Relationship Id="rId82" Type="http://schemas.openxmlformats.org/officeDocument/2006/relationships/customXml" Target="../ink/ink2058.xml"/><Relationship Id="rId203" Type="http://schemas.openxmlformats.org/officeDocument/2006/relationships/image" Target="../media/image2095.png"/><Relationship Id="rId385" Type="http://schemas.openxmlformats.org/officeDocument/2006/relationships/image" Target="../media/image2184.png"/><Relationship Id="rId245" Type="http://schemas.openxmlformats.org/officeDocument/2006/relationships/image" Target="../media/image2115.png"/><Relationship Id="rId287" Type="http://schemas.openxmlformats.org/officeDocument/2006/relationships/image" Target="../media/image2135.png"/><Relationship Id="rId410" Type="http://schemas.openxmlformats.org/officeDocument/2006/relationships/customXml" Target="../ink/ink2222.xml"/><Relationship Id="rId452" Type="http://schemas.openxmlformats.org/officeDocument/2006/relationships/customXml" Target="../ink/ink2243.xml"/><Relationship Id="rId494" Type="http://schemas.openxmlformats.org/officeDocument/2006/relationships/customXml" Target="../ink/ink2264.xml"/><Relationship Id="rId508" Type="http://schemas.openxmlformats.org/officeDocument/2006/relationships/customXml" Target="../ink/ink2271.xml"/><Relationship Id="rId105" Type="http://schemas.openxmlformats.org/officeDocument/2006/relationships/image" Target="../media/image2048.png"/><Relationship Id="rId147" Type="http://schemas.openxmlformats.org/officeDocument/2006/relationships/image" Target="../media/image2068.png"/><Relationship Id="rId312" Type="http://schemas.openxmlformats.org/officeDocument/2006/relationships/customXml" Target="../ink/ink2173.xml"/><Relationship Id="rId354" Type="http://schemas.openxmlformats.org/officeDocument/2006/relationships/customXml" Target="../ink/ink2194.xml"/><Relationship Id="rId51" Type="http://schemas.openxmlformats.org/officeDocument/2006/relationships/image" Target="../media/image2022.png"/><Relationship Id="rId93" Type="http://schemas.openxmlformats.org/officeDocument/2006/relationships/image" Target="../media/image2042.png"/><Relationship Id="rId189" Type="http://schemas.openxmlformats.org/officeDocument/2006/relationships/image" Target="../media/image2088.png"/><Relationship Id="rId396" Type="http://schemas.openxmlformats.org/officeDocument/2006/relationships/customXml" Target="../ink/ink2215.xml"/><Relationship Id="rId561" Type="http://schemas.openxmlformats.org/officeDocument/2006/relationships/image" Target="../media/image2271.png"/><Relationship Id="rId214" Type="http://schemas.openxmlformats.org/officeDocument/2006/relationships/customXml" Target="../ink/ink2124.xml"/><Relationship Id="rId256" Type="http://schemas.openxmlformats.org/officeDocument/2006/relationships/customXml" Target="../ink/ink2145.xml"/><Relationship Id="rId298" Type="http://schemas.openxmlformats.org/officeDocument/2006/relationships/customXml" Target="../ink/ink2166.xml"/><Relationship Id="rId421" Type="http://schemas.openxmlformats.org/officeDocument/2006/relationships/image" Target="../media/image2202.png"/><Relationship Id="rId463" Type="http://schemas.openxmlformats.org/officeDocument/2006/relationships/image" Target="../media/image2223.png"/><Relationship Id="rId519" Type="http://schemas.openxmlformats.org/officeDocument/2006/relationships/image" Target="../media/image2251.png"/><Relationship Id="rId116" Type="http://schemas.openxmlformats.org/officeDocument/2006/relationships/customXml" Target="../ink/ink2075.xml"/><Relationship Id="rId158" Type="http://schemas.openxmlformats.org/officeDocument/2006/relationships/customXml" Target="../ink/ink2096.xml"/><Relationship Id="rId323" Type="http://schemas.openxmlformats.org/officeDocument/2006/relationships/image" Target="../media/image2153.png"/><Relationship Id="rId530" Type="http://schemas.openxmlformats.org/officeDocument/2006/relationships/customXml" Target="../ink/ink2282.xml"/><Relationship Id="rId20" Type="http://schemas.openxmlformats.org/officeDocument/2006/relationships/customXml" Target="../ink/ink2027.xml"/><Relationship Id="rId62" Type="http://schemas.openxmlformats.org/officeDocument/2006/relationships/customXml" Target="../ink/ink2048.xml"/><Relationship Id="rId365" Type="http://schemas.openxmlformats.org/officeDocument/2006/relationships/image" Target="../media/image2174.png"/><Relationship Id="rId572" Type="http://schemas.openxmlformats.org/officeDocument/2006/relationships/customXml" Target="../ink/ink2303.xml"/><Relationship Id="rId225" Type="http://schemas.openxmlformats.org/officeDocument/2006/relationships/image" Target="../media/image2106.png"/><Relationship Id="rId267" Type="http://schemas.openxmlformats.org/officeDocument/2006/relationships/image" Target="../media/image2126.png"/><Relationship Id="rId432" Type="http://schemas.openxmlformats.org/officeDocument/2006/relationships/customXml" Target="../ink/ink2233.xml"/><Relationship Id="rId474" Type="http://schemas.openxmlformats.org/officeDocument/2006/relationships/customXml" Target="../ink/ink2254.xml"/><Relationship Id="rId127" Type="http://schemas.openxmlformats.org/officeDocument/2006/relationships/image" Target="../media/image2058.png"/><Relationship Id="rId31" Type="http://schemas.openxmlformats.org/officeDocument/2006/relationships/image" Target="../media/image2012.png"/><Relationship Id="rId73" Type="http://schemas.openxmlformats.org/officeDocument/2006/relationships/image" Target="../media/image2033.png"/><Relationship Id="rId169" Type="http://schemas.openxmlformats.org/officeDocument/2006/relationships/image" Target="../media/image2079.png"/><Relationship Id="rId334" Type="http://schemas.openxmlformats.org/officeDocument/2006/relationships/customXml" Target="../ink/ink2184.xml"/><Relationship Id="rId376" Type="http://schemas.openxmlformats.org/officeDocument/2006/relationships/customXml" Target="../ink/ink2205.xml"/><Relationship Id="rId541" Type="http://schemas.openxmlformats.org/officeDocument/2006/relationships/image" Target="../media/image2261.png"/><Relationship Id="rId583" Type="http://schemas.openxmlformats.org/officeDocument/2006/relationships/image" Target="../media/image2282.png"/><Relationship Id="rId4" Type="http://schemas.openxmlformats.org/officeDocument/2006/relationships/customXml" Target="../ink/ink2019.xml"/><Relationship Id="rId180" Type="http://schemas.openxmlformats.org/officeDocument/2006/relationships/customXml" Target="../ink/ink2107.xml"/><Relationship Id="rId236" Type="http://schemas.openxmlformats.org/officeDocument/2006/relationships/customXml" Target="../ink/ink2135.xml"/><Relationship Id="rId278" Type="http://schemas.openxmlformats.org/officeDocument/2006/relationships/customXml" Target="../ink/ink2156.xml"/><Relationship Id="rId401" Type="http://schemas.openxmlformats.org/officeDocument/2006/relationships/image" Target="../media/image2192.png"/><Relationship Id="rId443" Type="http://schemas.openxmlformats.org/officeDocument/2006/relationships/image" Target="../media/image2213.png"/><Relationship Id="rId303" Type="http://schemas.openxmlformats.org/officeDocument/2006/relationships/image" Target="../media/image2143.png"/><Relationship Id="rId485" Type="http://schemas.openxmlformats.org/officeDocument/2006/relationships/image" Target="../media/image2234.png"/><Relationship Id="rId42" Type="http://schemas.openxmlformats.org/officeDocument/2006/relationships/customXml" Target="../ink/ink2038.xml"/><Relationship Id="rId84" Type="http://schemas.openxmlformats.org/officeDocument/2006/relationships/customXml" Target="../ink/ink2059.xml"/><Relationship Id="rId138" Type="http://schemas.openxmlformats.org/officeDocument/2006/relationships/customXml" Target="../ink/ink2086.xml"/><Relationship Id="rId345" Type="http://schemas.openxmlformats.org/officeDocument/2006/relationships/image" Target="../media/image2164.png"/><Relationship Id="rId387" Type="http://schemas.openxmlformats.org/officeDocument/2006/relationships/image" Target="../media/image2185.png"/><Relationship Id="rId510" Type="http://schemas.openxmlformats.org/officeDocument/2006/relationships/customXml" Target="../ink/ink2272.xml"/><Relationship Id="rId552" Type="http://schemas.openxmlformats.org/officeDocument/2006/relationships/customXml" Target="../ink/ink2293.xml"/><Relationship Id="rId191" Type="http://schemas.openxmlformats.org/officeDocument/2006/relationships/image" Target="../media/image2089.png"/><Relationship Id="rId205" Type="http://schemas.openxmlformats.org/officeDocument/2006/relationships/image" Target="../media/image2096.png"/><Relationship Id="rId247" Type="http://schemas.openxmlformats.org/officeDocument/2006/relationships/image" Target="../media/image2116.png"/><Relationship Id="rId412" Type="http://schemas.openxmlformats.org/officeDocument/2006/relationships/customXml" Target="../ink/ink2223.xml"/><Relationship Id="rId107" Type="http://schemas.openxmlformats.org/officeDocument/2006/relationships/image" Target="../media/image2049.png"/><Relationship Id="rId289" Type="http://schemas.openxmlformats.org/officeDocument/2006/relationships/image" Target="../media/image2136.png"/><Relationship Id="rId454" Type="http://schemas.openxmlformats.org/officeDocument/2006/relationships/customXml" Target="../ink/ink2244.xml"/><Relationship Id="rId496" Type="http://schemas.openxmlformats.org/officeDocument/2006/relationships/customXml" Target="../ink/ink2265.xml"/><Relationship Id="rId11" Type="http://schemas.openxmlformats.org/officeDocument/2006/relationships/image" Target="../media/image2002.png"/><Relationship Id="rId53" Type="http://schemas.openxmlformats.org/officeDocument/2006/relationships/image" Target="../media/image2023.png"/><Relationship Id="rId149" Type="http://schemas.openxmlformats.org/officeDocument/2006/relationships/image" Target="../media/image2069.png"/><Relationship Id="rId314" Type="http://schemas.openxmlformats.org/officeDocument/2006/relationships/customXml" Target="../ink/ink2174.xml"/><Relationship Id="rId356" Type="http://schemas.openxmlformats.org/officeDocument/2006/relationships/customXml" Target="../ink/ink2195.xml"/><Relationship Id="rId398" Type="http://schemas.openxmlformats.org/officeDocument/2006/relationships/customXml" Target="../ink/ink2216.xml"/><Relationship Id="rId521" Type="http://schemas.openxmlformats.org/officeDocument/2006/relationships/image" Target="../media/image2252.png"/><Relationship Id="rId563" Type="http://schemas.openxmlformats.org/officeDocument/2006/relationships/image" Target="../media/image2272.png"/><Relationship Id="rId95" Type="http://schemas.openxmlformats.org/officeDocument/2006/relationships/image" Target="../media/image2043.png"/><Relationship Id="rId160" Type="http://schemas.openxmlformats.org/officeDocument/2006/relationships/customXml" Target="../ink/ink2097.xml"/><Relationship Id="rId216" Type="http://schemas.openxmlformats.org/officeDocument/2006/relationships/customXml" Target="../ink/ink2125.xml"/><Relationship Id="rId423" Type="http://schemas.openxmlformats.org/officeDocument/2006/relationships/image" Target="../media/image2203.png"/><Relationship Id="rId258" Type="http://schemas.openxmlformats.org/officeDocument/2006/relationships/customXml" Target="../ink/ink2146.xml"/><Relationship Id="rId465" Type="http://schemas.openxmlformats.org/officeDocument/2006/relationships/image" Target="../media/image2224.png"/><Relationship Id="rId22" Type="http://schemas.openxmlformats.org/officeDocument/2006/relationships/customXml" Target="../ink/ink2028.xml"/><Relationship Id="rId64" Type="http://schemas.openxmlformats.org/officeDocument/2006/relationships/customXml" Target="../ink/ink2049.xml"/><Relationship Id="rId118" Type="http://schemas.openxmlformats.org/officeDocument/2006/relationships/customXml" Target="../ink/ink2076.xml"/><Relationship Id="rId325" Type="http://schemas.openxmlformats.org/officeDocument/2006/relationships/image" Target="../media/image2154.png"/><Relationship Id="rId367" Type="http://schemas.openxmlformats.org/officeDocument/2006/relationships/image" Target="../media/image2175.png"/><Relationship Id="rId532" Type="http://schemas.openxmlformats.org/officeDocument/2006/relationships/customXml" Target="../ink/ink2283.xml"/><Relationship Id="rId574" Type="http://schemas.openxmlformats.org/officeDocument/2006/relationships/customXml" Target="../ink/ink2304.xml"/><Relationship Id="rId171" Type="http://schemas.openxmlformats.org/officeDocument/2006/relationships/image" Target="../media/image2080.png"/><Relationship Id="rId227" Type="http://schemas.openxmlformats.org/officeDocument/2006/relationships/image" Target="../media/image2107.png"/><Relationship Id="rId269" Type="http://schemas.openxmlformats.org/officeDocument/2006/relationships/image" Target="../media/image2127.png"/><Relationship Id="rId434" Type="http://schemas.openxmlformats.org/officeDocument/2006/relationships/customXml" Target="../ink/ink2234.xml"/><Relationship Id="rId476" Type="http://schemas.openxmlformats.org/officeDocument/2006/relationships/customXml" Target="../ink/ink2255.xml"/><Relationship Id="rId33" Type="http://schemas.openxmlformats.org/officeDocument/2006/relationships/image" Target="../media/image2013.png"/><Relationship Id="rId129" Type="http://schemas.openxmlformats.org/officeDocument/2006/relationships/image" Target="../media/image2059.png"/><Relationship Id="rId280" Type="http://schemas.openxmlformats.org/officeDocument/2006/relationships/customXml" Target="../ink/ink2157.xml"/><Relationship Id="rId336" Type="http://schemas.openxmlformats.org/officeDocument/2006/relationships/customXml" Target="../ink/ink2185.xml"/><Relationship Id="rId501" Type="http://schemas.openxmlformats.org/officeDocument/2006/relationships/image" Target="../media/image2242.png"/><Relationship Id="rId543" Type="http://schemas.openxmlformats.org/officeDocument/2006/relationships/image" Target="../media/image2262.png"/><Relationship Id="rId75" Type="http://schemas.openxmlformats.org/officeDocument/2006/relationships/image" Target="../media/image2034.png"/><Relationship Id="rId140" Type="http://schemas.openxmlformats.org/officeDocument/2006/relationships/customXml" Target="../ink/ink2087.xml"/><Relationship Id="rId182" Type="http://schemas.openxmlformats.org/officeDocument/2006/relationships/customXml" Target="../ink/ink2108.xml"/><Relationship Id="rId378" Type="http://schemas.openxmlformats.org/officeDocument/2006/relationships/customXml" Target="../ink/ink2206.xml"/><Relationship Id="rId403" Type="http://schemas.openxmlformats.org/officeDocument/2006/relationships/image" Target="../media/image2193.png"/><Relationship Id="rId585" Type="http://schemas.openxmlformats.org/officeDocument/2006/relationships/image" Target="../media/image2283.png"/><Relationship Id="rId6" Type="http://schemas.openxmlformats.org/officeDocument/2006/relationships/customXml" Target="../ink/ink2020.xml"/><Relationship Id="rId238" Type="http://schemas.openxmlformats.org/officeDocument/2006/relationships/customXml" Target="../ink/ink2136.xml"/><Relationship Id="rId445" Type="http://schemas.openxmlformats.org/officeDocument/2006/relationships/image" Target="../media/image2214.png"/><Relationship Id="rId487" Type="http://schemas.openxmlformats.org/officeDocument/2006/relationships/image" Target="../media/image2235.png"/><Relationship Id="rId291" Type="http://schemas.openxmlformats.org/officeDocument/2006/relationships/image" Target="../media/image2137.png"/><Relationship Id="rId305" Type="http://schemas.openxmlformats.org/officeDocument/2006/relationships/image" Target="../media/image2144.png"/><Relationship Id="rId347" Type="http://schemas.openxmlformats.org/officeDocument/2006/relationships/image" Target="../media/image2165.png"/><Relationship Id="rId512" Type="http://schemas.openxmlformats.org/officeDocument/2006/relationships/customXml" Target="../ink/ink2273.xml"/><Relationship Id="rId44" Type="http://schemas.openxmlformats.org/officeDocument/2006/relationships/customXml" Target="../ink/ink2039.xml"/><Relationship Id="rId86" Type="http://schemas.openxmlformats.org/officeDocument/2006/relationships/customXml" Target="../ink/ink2060.xml"/><Relationship Id="rId151" Type="http://schemas.openxmlformats.org/officeDocument/2006/relationships/image" Target="../media/image2070.png"/><Relationship Id="rId389" Type="http://schemas.openxmlformats.org/officeDocument/2006/relationships/image" Target="../media/image2186.png"/><Relationship Id="rId554" Type="http://schemas.openxmlformats.org/officeDocument/2006/relationships/customXml" Target="../ink/ink2294.xml"/><Relationship Id="rId193" Type="http://schemas.openxmlformats.org/officeDocument/2006/relationships/image" Target="../media/image2090.png"/><Relationship Id="rId207" Type="http://schemas.openxmlformats.org/officeDocument/2006/relationships/image" Target="../media/image2097.png"/><Relationship Id="rId249" Type="http://schemas.openxmlformats.org/officeDocument/2006/relationships/image" Target="../media/image2117.png"/><Relationship Id="rId414" Type="http://schemas.openxmlformats.org/officeDocument/2006/relationships/customXml" Target="../ink/ink2224.xml"/><Relationship Id="rId456" Type="http://schemas.openxmlformats.org/officeDocument/2006/relationships/customXml" Target="../ink/ink2245.xml"/><Relationship Id="rId498" Type="http://schemas.openxmlformats.org/officeDocument/2006/relationships/customXml" Target="../ink/ink2266.xml"/><Relationship Id="rId13" Type="http://schemas.openxmlformats.org/officeDocument/2006/relationships/image" Target="../media/image2003.png"/><Relationship Id="rId109" Type="http://schemas.openxmlformats.org/officeDocument/2006/relationships/image" Target="../media/image2050.png"/><Relationship Id="rId260" Type="http://schemas.openxmlformats.org/officeDocument/2006/relationships/customXml" Target="../ink/ink2147.xml"/><Relationship Id="rId316" Type="http://schemas.openxmlformats.org/officeDocument/2006/relationships/customXml" Target="../ink/ink2175.xml"/><Relationship Id="rId523" Type="http://schemas.openxmlformats.org/officeDocument/2006/relationships/image" Target="../media/image2253.png"/><Relationship Id="rId55" Type="http://schemas.openxmlformats.org/officeDocument/2006/relationships/image" Target="../media/image2024.png"/><Relationship Id="rId97" Type="http://schemas.openxmlformats.org/officeDocument/2006/relationships/image" Target="../media/image2044.png"/><Relationship Id="rId120" Type="http://schemas.openxmlformats.org/officeDocument/2006/relationships/customXml" Target="../ink/ink2077.xml"/><Relationship Id="rId358" Type="http://schemas.openxmlformats.org/officeDocument/2006/relationships/customXml" Target="../ink/ink2196.xml"/><Relationship Id="rId565" Type="http://schemas.openxmlformats.org/officeDocument/2006/relationships/image" Target="../media/image2273.png"/><Relationship Id="rId162" Type="http://schemas.openxmlformats.org/officeDocument/2006/relationships/customXml" Target="../ink/ink2098.xml"/><Relationship Id="rId218" Type="http://schemas.openxmlformats.org/officeDocument/2006/relationships/customXml" Target="../ink/ink2126.xml"/><Relationship Id="rId425" Type="http://schemas.openxmlformats.org/officeDocument/2006/relationships/image" Target="../media/image2204.png"/><Relationship Id="rId467" Type="http://schemas.openxmlformats.org/officeDocument/2006/relationships/image" Target="../media/image2225.png"/><Relationship Id="rId271" Type="http://schemas.openxmlformats.org/officeDocument/2006/relationships/image" Target="../media/image2128.png"/><Relationship Id="rId24" Type="http://schemas.openxmlformats.org/officeDocument/2006/relationships/customXml" Target="../ink/ink2029.xml"/><Relationship Id="rId66" Type="http://schemas.openxmlformats.org/officeDocument/2006/relationships/customXml" Target="../ink/ink2050.xml"/><Relationship Id="rId131" Type="http://schemas.openxmlformats.org/officeDocument/2006/relationships/image" Target="../media/image2060.png"/><Relationship Id="rId327" Type="http://schemas.openxmlformats.org/officeDocument/2006/relationships/image" Target="../media/image2155.png"/><Relationship Id="rId369" Type="http://schemas.openxmlformats.org/officeDocument/2006/relationships/image" Target="../media/image2176.png"/><Relationship Id="rId534" Type="http://schemas.openxmlformats.org/officeDocument/2006/relationships/customXml" Target="../ink/ink2284.xml"/><Relationship Id="rId576" Type="http://schemas.openxmlformats.org/officeDocument/2006/relationships/customXml" Target="../ink/ink2305.xml"/><Relationship Id="rId173" Type="http://schemas.openxmlformats.org/officeDocument/2006/relationships/image" Target="../media/image2081.png"/><Relationship Id="rId229" Type="http://schemas.openxmlformats.org/officeDocument/2006/relationships/image" Target="../media/image2108.png"/><Relationship Id="rId380" Type="http://schemas.openxmlformats.org/officeDocument/2006/relationships/customXml" Target="../ink/ink2207.xml"/><Relationship Id="rId436" Type="http://schemas.openxmlformats.org/officeDocument/2006/relationships/customXml" Target="../ink/ink2235.xml"/><Relationship Id="rId240" Type="http://schemas.openxmlformats.org/officeDocument/2006/relationships/customXml" Target="../ink/ink2137.xml"/><Relationship Id="rId478" Type="http://schemas.openxmlformats.org/officeDocument/2006/relationships/customXml" Target="../ink/ink2256.xml"/><Relationship Id="rId35" Type="http://schemas.openxmlformats.org/officeDocument/2006/relationships/image" Target="../media/image2014.png"/><Relationship Id="rId77" Type="http://schemas.openxmlformats.org/officeDocument/2006/relationships/image" Target="../media/image2035.png"/><Relationship Id="rId100" Type="http://schemas.openxmlformats.org/officeDocument/2006/relationships/customXml" Target="../ink/ink2067.xml"/><Relationship Id="rId282" Type="http://schemas.openxmlformats.org/officeDocument/2006/relationships/customXml" Target="../ink/ink2158.xml"/><Relationship Id="rId338" Type="http://schemas.openxmlformats.org/officeDocument/2006/relationships/customXml" Target="../ink/ink2186.xml"/><Relationship Id="rId503" Type="http://schemas.openxmlformats.org/officeDocument/2006/relationships/image" Target="../media/image2243.png"/><Relationship Id="rId545" Type="http://schemas.openxmlformats.org/officeDocument/2006/relationships/image" Target="../media/image2263.png"/><Relationship Id="rId587" Type="http://schemas.openxmlformats.org/officeDocument/2006/relationships/image" Target="../media/image2284.png"/><Relationship Id="rId8" Type="http://schemas.openxmlformats.org/officeDocument/2006/relationships/customXml" Target="../ink/ink2021.xml"/><Relationship Id="rId142" Type="http://schemas.openxmlformats.org/officeDocument/2006/relationships/customXml" Target="../ink/ink2088.xml"/><Relationship Id="rId184" Type="http://schemas.openxmlformats.org/officeDocument/2006/relationships/customXml" Target="../ink/ink2109.xml"/><Relationship Id="rId391" Type="http://schemas.openxmlformats.org/officeDocument/2006/relationships/image" Target="../media/image2187.png"/><Relationship Id="rId405" Type="http://schemas.openxmlformats.org/officeDocument/2006/relationships/image" Target="../media/image2194.png"/><Relationship Id="rId447" Type="http://schemas.openxmlformats.org/officeDocument/2006/relationships/image" Target="../media/image2215.png"/><Relationship Id="rId251" Type="http://schemas.openxmlformats.org/officeDocument/2006/relationships/image" Target="../media/image2118.png"/><Relationship Id="rId489" Type="http://schemas.openxmlformats.org/officeDocument/2006/relationships/image" Target="../media/image2236.png"/><Relationship Id="rId46" Type="http://schemas.openxmlformats.org/officeDocument/2006/relationships/customXml" Target="../ink/ink2040.xml"/><Relationship Id="rId293" Type="http://schemas.openxmlformats.org/officeDocument/2006/relationships/image" Target="../media/image2138.png"/><Relationship Id="rId307" Type="http://schemas.openxmlformats.org/officeDocument/2006/relationships/image" Target="../media/image2145.png"/><Relationship Id="rId349" Type="http://schemas.openxmlformats.org/officeDocument/2006/relationships/image" Target="../media/image2166.png"/><Relationship Id="rId514" Type="http://schemas.openxmlformats.org/officeDocument/2006/relationships/customXml" Target="../ink/ink2274.xml"/><Relationship Id="rId556" Type="http://schemas.openxmlformats.org/officeDocument/2006/relationships/customXml" Target="../ink/ink2295.xml"/><Relationship Id="rId88" Type="http://schemas.openxmlformats.org/officeDocument/2006/relationships/customXml" Target="../ink/ink2061.xml"/><Relationship Id="rId111" Type="http://schemas.openxmlformats.org/officeDocument/2006/relationships/image" Target="../media/image2051.png"/><Relationship Id="rId153" Type="http://schemas.openxmlformats.org/officeDocument/2006/relationships/image" Target="../media/image2071.png"/><Relationship Id="rId195" Type="http://schemas.openxmlformats.org/officeDocument/2006/relationships/image" Target="../media/image2091.png"/><Relationship Id="rId209" Type="http://schemas.openxmlformats.org/officeDocument/2006/relationships/image" Target="../media/image2098.png"/><Relationship Id="rId360" Type="http://schemas.openxmlformats.org/officeDocument/2006/relationships/customXml" Target="../ink/ink2197.xml"/><Relationship Id="rId416" Type="http://schemas.openxmlformats.org/officeDocument/2006/relationships/customXml" Target="../ink/ink2225.xml"/><Relationship Id="rId220" Type="http://schemas.openxmlformats.org/officeDocument/2006/relationships/customXml" Target="../ink/ink2127.xml"/><Relationship Id="rId458" Type="http://schemas.openxmlformats.org/officeDocument/2006/relationships/customXml" Target="../ink/ink2246.xml"/><Relationship Id="rId15" Type="http://schemas.openxmlformats.org/officeDocument/2006/relationships/image" Target="../media/image2004.png"/><Relationship Id="rId57" Type="http://schemas.openxmlformats.org/officeDocument/2006/relationships/image" Target="../media/image2025.png"/><Relationship Id="rId262" Type="http://schemas.openxmlformats.org/officeDocument/2006/relationships/customXml" Target="../ink/ink2148.xml"/><Relationship Id="rId318" Type="http://schemas.openxmlformats.org/officeDocument/2006/relationships/customXml" Target="../ink/ink2176.xml"/><Relationship Id="rId525" Type="http://schemas.openxmlformats.org/officeDocument/2006/relationships/image" Target="../media/image2254.png"/><Relationship Id="rId567" Type="http://schemas.openxmlformats.org/officeDocument/2006/relationships/image" Target="../media/image2274.png"/><Relationship Id="rId99" Type="http://schemas.openxmlformats.org/officeDocument/2006/relationships/image" Target="../media/image2045.png"/><Relationship Id="rId122" Type="http://schemas.openxmlformats.org/officeDocument/2006/relationships/customXml" Target="../ink/ink2078.xml"/><Relationship Id="rId164" Type="http://schemas.openxmlformats.org/officeDocument/2006/relationships/customXml" Target="../ink/ink2099.xml"/><Relationship Id="rId371" Type="http://schemas.openxmlformats.org/officeDocument/2006/relationships/image" Target="../media/image2177.png"/><Relationship Id="rId427" Type="http://schemas.openxmlformats.org/officeDocument/2006/relationships/image" Target="../media/image2205.png"/><Relationship Id="rId469" Type="http://schemas.openxmlformats.org/officeDocument/2006/relationships/image" Target="../media/image2226.png"/><Relationship Id="rId26" Type="http://schemas.openxmlformats.org/officeDocument/2006/relationships/customXml" Target="../ink/ink2030.xml"/><Relationship Id="rId231" Type="http://schemas.openxmlformats.org/officeDocument/2006/relationships/image" Target="../media/image958.png"/><Relationship Id="rId273" Type="http://schemas.openxmlformats.org/officeDocument/2006/relationships/image" Target="../media/image2129.png"/><Relationship Id="rId329" Type="http://schemas.openxmlformats.org/officeDocument/2006/relationships/image" Target="../media/image2156.png"/><Relationship Id="rId480" Type="http://schemas.openxmlformats.org/officeDocument/2006/relationships/customXml" Target="../ink/ink2257.xml"/><Relationship Id="rId536" Type="http://schemas.openxmlformats.org/officeDocument/2006/relationships/customXml" Target="../ink/ink2285.xml"/><Relationship Id="rId68" Type="http://schemas.openxmlformats.org/officeDocument/2006/relationships/customXml" Target="../ink/ink2051.xml"/><Relationship Id="rId133" Type="http://schemas.openxmlformats.org/officeDocument/2006/relationships/image" Target="../media/image2061.png"/><Relationship Id="rId175" Type="http://schemas.openxmlformats.org/officeDocument/2006/relationships/image" Target="../media/image2082.png"/><Relationship Id="rId340" Type="http://schemas.openxmlformats.org/officeDocument/2006/relationships/customXml" Target="../ink/ink2187.xml"/><Relationship Id="rId578" Type="http://schemas.openxmlformats.org/officeDocument/2006/relationships/customXml" Target="../ink/ink2306.xml"/><Relationship Id="rId200" Type="http://schemas.openxmlformats.org/officeDocument/2006/relationships/customXml" Target="../ink/ink2117.xml"/><Relationship Id="rId382" Type="http://schemas.openxmlformats.org/officeDocument/2006/relationships/customXml" Target="../ink/ink2208.xml"/><Relationship Id="rId438" Type="http://schemas.openxmlformats.org/officeDocument/2006/relationships/customXml" Target="../ink/ink2236.xml"/><Relationship Id="rId242" Type="http://schemas.openxmlformats.org/officeDocument/2006/relationships/customXml" Target="../ink/ink2138.xml"/><Relationship Id="rId284" Type="http://schemas.openxmlformats.org/officeDocument/2006/relationships/customXml" Target="../ink/ink2159.xml"/><Relationship Id="rId491" Type="http://schemas.openxmlformats.org/officeDocument/2006/relationships/image" Target="../media/image2237.png"/><Relationship Id="rId505" Type="http://schemas.openxmlformats.org/officeDocument/2006/relationships/image" Target="../media/image2244.png"/><Relationship Id="rId37" Type="http://schemas.openxmlformats.org/officeDocument/2006/relationships/image" Target="../media/image2015.png"/><Relationship Id="rId79" Type="http://schemas.openxmlformats.org/officeDocument/2006/relationships/image" Target="../media/image2036.png"/><Relationship Id="rId102" Type="http://schemas.openxmlformats.org/officeDocument/2006/relationships/customXml" Target="../ink/ink2068.xml"/><Relationship Id="rId144" Type="http://schemas.openxmlformats.org/officeDocument/2006/relationships/customXml" Target="../ink/ink2089.xml"/><Relationship Id="rId547" Type="http://schemas.openxmlformats.org/officeDocument/2006/relationships/image" Target="../media/image2264.png"/><Relationship Id="rId589" Type="http://schemas.openxmlformats.org/officeDocument/2006/relationships/image" Target="../media/image2285.png"/><Relationship Id="rId90" Type="http://schemas.openxmlformats.org/officeDocument/2006/relationships/customXml" Target="../ink/ink2062.xml"/><Relationship Id="rId186" Type="http://schemas.openxmlformats.org/officeDocument/2006/relationships/customXml" Target="../ink/ink2110.xml"/><Relationship Id="rId351" Type="http://schemas.openxmlformats.org/officeDocument/2006/relationships/image" Target="../media/image2167.png"/><Relationship Id="rId393" Type="http://schemas.openxmlformats.org/officeDocument/2006/relationships/image" Target="../media/image2188.png"/><Relationship Id="rId407" Type="http://schemas.openxmlformats.org/officeDocument/2006/relationships/image" Target="../media/image2195.png"/><Relationship Id="rId449" Type="http://schemas.openxmlformats.org/officeDocument/2006/relationships/image" Target="../media/image2216.png"/><Relationship Id="rId211" Type="http://schemas.openxmlformats.org/officeDocument/2006/relationships/image" Target="../media/image2099.png"/><Relationship Id="rId253" Type="http://schemas.openxmlformats.org/officeDocument/2006/relationships/image" Target="../media/image2119.png"/><Relationship Id="rId295" Type="http://schemas.openxmlformats.org/officeDocument/2006/relationships/image" Target="../media/image2139.png"/><Relationship Id="rId309" Type="http://schemas.openxmlformats.org/officeDocument/2006/relationships/image" Target="../media/image2146.png"/><Relationship Id="rId460" Type="http://schemas.openxmlformats.org/officeDocument/2006/relationships/customXml" Target="../ink/ink2247.xml"/><Relationship Id="rId516" Type="http://schemas.openxmlformats.org/officeDocument/2006/relationships/customXml" Target="../ink/ink2275.xml"/><Relationship Id="rId48" Type="http://schemas.openxmlformats.org/officeDocument/2006/relationships/customXml" Target="../ink/ink2041.xml"/><Relationship Id="rId113" Type="http://schemas.openxmlformats.org/officeDocument/2006/relationships/image" Target="../media/image99.png"/><Relationship Id="rId320" Type="http://schemas.openxmlformats.org/officeDocument/2006/relationships/customXml" Target="../ink/ink2177.xml"/><Relationship Id="rId558" Type="http://schemas.openxmlformats.org/officeDocument/2006/relationships/customXml" Target="../ink/ink2296.xml"/><Relationship Id="rId155" Type="http://schemas.openxmlformats.org/officeDocument/2006/relationships/image" Target="../media/image2072.png"/><Relationship Id="rId197" Type="http://schemas.openxmlformats.org/officeDocument/2006/relationships/image" Target="../media/image2092.png"/><Relationship Id="rId362" Type="http://schemas.openxmlformats.org/officeDocument/2006/relationships/customXml" Target="../ink/ink2198.xml"/><Relationship Id="rId418" Type="http://schemas.openxmlformats.org/officeDocument/2006/relationships/customXml" Target="../ink/ink2226.xml"/><Relationship Id="rId222" Type="http://schemas.openxmlformats.org/officeDocument/2006/relationships/customXml" Target="../ink/ink2128.xml"/><Relationship Id="rId264" Type="http://schemas.openxmlformats.org/officeDocument/2006/relationships/customXml" Target="../ink/ink2149.xml"/><Relationship Id="rId471" Type="http://schemas.openxmlformats.org/officeDocument/2006/relationships/image" Target="../media/image2227.png"/><Relationship Id="rId17" Type="http://schemas.openxmlformats.org/officeDocument/2006/relationships/image" Target="../media/image2005.png"/><Relationship Id="rId59" Type="http://schemas.openxmlformats.org/officeDocument/2006/relationships/image" Target="../media/image2026.png"/><Relationship Id="rId124" Type="http://schemas.openxmlformats.org/officeDocument/2006/relationships/customXml" Target="../ink/ink2079.xml"/><Relationship Id="rId527" Type="http://schemas.openxmlformats.org/officeDocument/2006/relationships/image" Target="../media/image2255.png"/><Relationship Id="rId569" Type="http://schemas.openxmlformats.org/officeDocument/2006/relationships/image" Target="../media/image2275.png"/><Relationship Id="rId70" Type="http://schemas.openxmlformats.org/officeDocument/2006/relationships/customXml" Target="../ink/ink2052.xml"/><Relationship Id="rId166" Type="http://schemas.openxmlformats.org/officeDocument/2006/relationships/customXml" Target="../ink/ink2100.xml"/><Relationship Id="rId331" Type="http://schemas.openxmlformats.org/officeDocument/2006/relationships/image" Target="../media/image2157.png"/><Relationship Id="rId373" Type="http://schemas.openxmlformats.org/officeDocument/2006/relationships/image" Target="../media/image2178.png"/><Relationship Id="rId429" Type="http://schemas.openxmlformats.org/officeDocument/2006/relationships/image" Target="../media/image2206.png"/><Relationship Id="rId580" Type="http://schemas.openxmlformats.org/officeDocument/2006/relationships/customXml" Target="../ink/ink2307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2109.png"/><Relationship Id="rId440" Type="http://schemas.openxmlformats.org/officeDocument/2006/relationships/customXml" Target="../ink/ink2237.xml"/><Relationship Id="rId28" Type="http://schemas.openxmlformats.org/officeDocument/2006/relationships/customXml" Target="../ink/ink2031.xml"/><Relationship Id="rId275" Type="http://schemas.openxmlformats.org/officeDocument/2006/relationships/image" Target="../media/image2130.png"/><Relationship Id="rId300" Type="http://schemas.openxmlformats.org/officeDocument/2006/relationships/customXml" Target="../ink/ink2167.xml"/><Relationship Id="rId482" Type="http://schemas.openxmlformats.org/officeDocument/2006/relationships/customXml" Target="../ink/ink2258.xml"/><Relationship Id="rId538" Type="http://schemas.openxmlformats.org/officeDocument/2006/relationships/customXml" Target="../ink/ink2286.xml"/><Relationship Id="rId81" Type="http://schemas.openxmlformats.org/officeDocument/2006/relationships/image" Target="../media/image2037.png"/><Relationship Id="rId135" Type="http://schemas.openxmlformats.org/officeDocument/2006/relationships/image" Target="../media/image2062.png"/><Relationship Id="rId177" Type="http://schemas.openxmlformats.org/officeDocument/2006/relationships/image" Target="../media/image332.png"/><Relationship Id="rId342" Type="http://schemas.openxmlformats.org/officeDocument/2006/relationships/customXml" Target="../ink/ink2188.xml"/><Relationship Id="rId384" Type="http://schemas.openxmlformats.org/officeDocument/2006/relationships/customXml" Target="../ink/ink2209.xml"/><Relationship Id="rId591" Type="http://schemas.openxmlformats.org/officeDocument/2006/relationships/image" Target="../media/image2286.png"/><Relationship Id="rId202" Type="http://schemas.openxmlformats.org/officeDocument/2006/relationships/customXml" Target="../ink/ink2118.xml"/><Relationship Id="rId244" Type="http://schemas.openxmlformats.org/officeDocument/2006/relationships/customXml" Target="../ink/ink2139.xml"/><Relationship Id="rId39" Type="http://schemas.openxmlformats.org/officeDocument/2006/relationships/image" Target="../media/image2016.png"/><Relationship Id="rId286" Type="http://schemas.openxmlformats.org/officeDocument/2006/relationships/customXml" Target="../ink/ink2160.xml"/><Relationship Id="rId451" Type="http://schemas.openxmlformats.org/officeDocument/2006/relationships/image" Target="../media/image2217.png"/><Relationship Id="rId493" Type="http://schemas.openxmlformats.org/officeDocument/2006/relationships/image" Target="../media/image2238.png"/><Relationship Id="rId507" Type="http://schemas.openxmlformats.org/officeDocument/2006/relationships/image" Target="../media/image2245.png"/><Relationship Id="rId549" Type="http://schemas.openxmlformats.org/officeDocument/2006/relationships/image" Target="../media/image2265.png"/><Relationship Id="rId50" Type="http://schemas.openxmlformats.org/officeDocument/2006/relationships/customXml" Target="../ink/ink2042.xml"/><Relationship Id="rId104" Type="http://schemas.openxmlformats.org/officeDocument/2006/relationships/customXml" Target="../ink/ink2069.xml"/><Relationship Id="rId146" Type="http://schemas.openxmlformats.org/officeDocument/2006/relationships/customXml" Target="../ink/ink2090.xml"/><Relationship Id="rId188" Type="http://schemas.openxmlformats.org/officeDocument/2006/relationships/customXml" Target="../ink/ink2111.xml"/><Relationship Id="rId311" Type="http://schemas.openxmlformats.org/officeDocument/2006/relationships/image" Target="../media/image2147.png"/><Relationship Id="rId353" Type="http://schemas.openxmlformats.org/officeDocument/2006/relationships/image" Target="../media/image2168.png"/><Relationship Id="rId395" Type="http://schemas.openxmlformats.org/officeDocument/2006/relationships/image" Target="../media/image2189.png"/><Relationship Id="rId409" Type="http://schemas.openxmlformats.org/officeDocument/2006/relationships/image" Target="../media/image2196.png"/><Relationship Id="rId560" Type="http://schemas.openxmlformats.org/officeDocument/2006/relationships/customXml" Target="../ink/ink2297.xml"/><Relationship Id="rId92" Type="http://schemas.openxmlformats.org/officeDocument/2006/relationships/customXml" Target="../ink/ink2063.xml"/><Relationship Id="rId213" Type="http://schemas.openxmlformats.org/officeDocument/2006/relationships/image" Target="../media/image2100.png"/><Relationship Id="rId420" Type="http://schemas.openxmlformats.org/officeDocument/2006/relationships/customXml" Target="../ink/ink2227.xml"/><Relationship Id="rId255" Type="http://schemas.openxmlformats.org/officeDocument/2006/relationships/image" Target="../media/image2120.png"/><Relationship Id="rId297" Type="http://schemas.openxmlformats.org/officeDocument/2006/relationships/image" Target="../media/image2140.png"/><Relationship Id="rId462" Type="http://schemas.openxmlformats.org/officeDocument/2006/relationships/customXml" Target="../ink/ink2248.xml"/><Relationship Id="rId518" Type="http://schemas.openxmlformats.org/officeDocument/2006/relationships/customXml" Target="../ink/ink2276.xml"/><Relationship Id="rId115" Type="http://schemas.openxmlformats.org/officeDocument/2006/relationships/image" Target="../media/image2052.png"/><Relationship Id="rId157" Type="http://schemas.openxmlformats.org/officeDocument/2006/relationships/image" Target="../media/image2073.png"/><Relationship Id="rId322" Type="http://schemas.openxmlformats.org/officeDocument/2006/relationships/customXml" Target="../ink/ink2178.xml"/><Relationship Id="rId364" Type="http://schemas.openxmlformats.org/officeDocument/2006/relationships/customXml" Target="../ink/ink2199.xml"/><Relationship Id="rId61" Type="http://schemas.openxmlformats.org/officeDocument/2006/relationships/image" Target="../media/image2027.png"/><Relationship Id="rId199" Type="http://schemas.openxmlformats.org/officeDocument/2006/relationships/image" Target="../media/image2093.png"/><Relationship Id="rId571" Type="http://schemas.openxmlformats.org/officeDocument/2006/relationships/image" Target="../media/image2276.png"/><Relationship Id="rId19" Type="http://schemas.openxmlformats.org/officeDocument/2006/relationships/image" Target="../media/image2006.png"/><Relationship Id="rId224" Type="http://schemas.openxmlformats.org/officeDocument/2006/relationships/customXml" Target="../ink/ink2129.xml"/><Relationship Id="rId266" Type="http://schemas.openxmlformats.org/officeDocument/2006/relationships/customXml" Target="../ink/ink2150.xml"/><Relationship Id="rId431" Type="http://schemas.openxmlformats.org/officeDocument/2006/relationships/image" Target="../media/image2207.png"/><Relationship Id="rId473" Type="http://schemas.openxmlformats.org/officeDocument/2006/relationships/image" Target="../media/image2228.png"/><Relationship Id="rId529" Type="http://schemas.openxmlformats.org/officeDocument/2006/relationships/image" Target="../media/image2256.png"/><Relationship Id="rId30" Type="http://schemas.openxmlformats.org/officeDocument/2006/relationships/customXml" Target="../ink/ink2032.xml"/><Relationship Id="rId126" Type="http://schemas.openxmlformats.org/officeDocument/2006/relationships/customXml" Target="../ink/ink2080.xml"/><Relationship Id="rId168" Type="http://schemas.openxmlformats.org/officeDocument/2006/relationships/customXml" Target="../ink/ink2101.xml"/><Relationship Id="rId333" Type="http://schemas.openxmlformats.org/officeDocument/2006/relationships/image" Target="../media/image2158.png"/><Relationship Id="rId540" Type="http://schemas.openxmlformats.org/officeDocument/2006/relationships/customXml" Target="../ink/ink2287.xml"/><Relationship Id="rId72" Type="http://schemas.openxmlformats.org/officeDocument/2006/relationships/customXml" Target="../ink/ink2053.xml"/><Relationship Id="rId375" Type="http://schemas.openxmlformats.org/officeDocument/2006/relationships/image" Target="../media/image2179.png"/><Relationship Id="rId582" Type="http://schemas.openxmlformats.org/officeDocument/2006/relationships/customXml" Target="../ink/ink2308.xml"/><Relationship Id="rId3" Type="http://schemas.openxmlformats.org/officeDocument/2006/relationships/image" Target="../media/image1998.png"/><Relationship Id="rId235" Type="http://schemas.openxmlformats.org/officeDocument/2006/relationships/image" Target="../media/image2110.png"/><Relationship Id="rId277" Type="http://schemas.openxmlformats.org/officeDocument/2006/relationships/image" Target="../media/image2131.png"/><Relationship Id="rId400" Type="http://schemas.openxmlformats.org/officeDocument/2006/relationships/customXml" Target="../ink/ink2217.xml"/><Relationship Id="rId442" Type="http://schemas.openxmlformats.org/officeDocument/2006/relationships/customXml" Target="../ink/ink2238.xml"/><Relationship Id="rId484" Type="http://schemas.openxmlformats.org/officeDocument/2006/relationships/customXml" Target="../ink/ink2259.xml"/><Relationship Id="rId137" Type="http://schemas.openxmlformats.org/officeDocument/2006/relationships/image" Target="../media/image2063.png"/><Relationship Id="rId302" Type="http://schemas.openxmlformats.org/officeDocument/2006/relationships/customXml" Target="../ink/ink2168.xml"/><Relationship Id="rId344" Type="http://schemas.openxmlformats.org/officeDocument/2006/relationships/customXml" Target="../ink/ink2189.xml"/><Relationship Id="rId41" Type="http://schemas.openxmlformats.org/officeDocument/2006/relationships/image" Target="../media/image2017.png"/><Relationship Id="rId83" Type="http://schemas.openxmlformats.org/officeDocument/2006/relationships/image" Target="../media/image2038.png"/><Relationship Id="rId179" Type="http://schemas.openxmlformats.org/officeDocument/2006/relationships/image" Target="../media/image2083.png"/><Relationship Id="rId386" Type="http://schemas.openxmlformats.org/officeDocument/2006/relationships/customXml" Target="../ink/ink2210.xml"/><Relationship Id="rId551" Type="http://schemas.openxmlformats.org/officeDocument/2006/relationships/image" Target="../media/image2266.png"/><Relationship Id="rId190" Type="http://schemas.openxmlformats.org/officeDocument/2006/relationships/customXml" Target="../ink/ink2112.xml"/><Relationship Id="rId204" Type="http://schemas.openxmlformats.org/officeDocument/2006/relationships/customXml" Target="../ink/ink2119.xml"/><Relationship Id="rId246" Type="http://schemas.openxmlformats.org/officeDocument/2006/relationships/customXml" Target="../ink/ink2140.xml"/><Relationship Id="rId288" Type="http://schemas.openxmlformats.org/officeDocument/2006/relationships/customXml" Target="../ink/ink2161.xml"/><Relationship Id="rId411" Type="http://schemas.openxmlformats.org/officeDocument/2006/relationships/image" Target="../media/image2197.png"/><Relationship Id="rId453" Type="http://schemas.openxmlformats.org/officeDocument/2006/relationships/image" Target="../media/image2218.png"/><Relationship Id="rId509" Type="http://schemas.openxmlformats.org/officeDocument/2006/relationships/image" Target="../media/image2246.png"/><Relationship Id="rId106" Type="http://schemas.openxmlformats.org/officeDocument/2006/relationships/customXml" Target="../ink/ink2070.xml"/><Relationship Id="rId313" Type="http://schemas.openxmlformats.org/officeDocument/2006/relationships/image" Target="../media/image2148.png"/><Relationship Id="rId495" Type="http://schemas.openxmlformats.org/officeDocument/2006/relationships/image" Target="../media/image2239.png"/><Relationship Id="rId10" Type="http://schemas.openxmlformats.org/officeDocument/2006/relationships/customXml" Target="../ink/ink2022.xml"/><Relationship Id="rId52" Type="http://schemas.openxmlformats.org/officeDocument/2006/relationships/customXml" Target="../ink/ink2043.xml"/><Relationship Id="rId94" Type="http://schemas.openxmlformats.org/officeDocument/2006/relationships/customXml" Target="../ink/ink2064.xml"/><Relationship Id="rId148" Type="http://schemas.openxmlformats.org/officeDocument/2006/relationships/customXml" Target="../ink/ink2091.xml"/><Relationship Id="rId355" Type="http://schemas.openxmlformats.org/officeDocument/2006/relationships/image" Target="../media/image2169.png"/><Relationship Id="rId397" Type="http://schemas.openxmlformats.org/officeDocument/2006/relationships/image" Target="../media/image2190.png"/><Relationship Id="rId520" Type="http://schemas.openxmlformats.org/officeDocument/2006/relationships/customXml" Target="../ink/ink2277.xml"/><Relationship Id="rId562" Type="http://schemas.openxmlformats.org/officeDocument/2006/relationships/customXml" Target="../ink/ink2298.xml"/><Relationship Id="rId215" Type="http://schemas.openxmlformats.org/officeDocument/2006/relationships/image" Target="../media/image2101.png"/><Relationship Id="rId257" Type="http://schemas.openxmlformats.org/officeDocument/2006/relationships/image" Target="../media/image2121.png"/><Relationship Id="rId422" Type="http://schemas.openxmlformats.org/officeDocument/2006/relationships/customXml" Target="../ink/ink2228.xml"/><Relationship Id="rId464" Type="http://schemas.openxmlformats.org/officeDocument/2006/relationships/customXml" Target="../ink/ink2249.xml"/><Relationship Id="rId299" Type="http://schemas.openxmlformats.org/officeDocument/2006/relationships/image" Target="../media/image2141.png"/><Relationship Id="rId63" Type="http://schemas.openxmlformats.org/officeDocument/2006/relationships/image" Target="../media/image2028.png"/><Relationship Id="rId159" Type="http://schemas.openxmlformats.org/officeDocument/2006/relationships/image" Target="../media/image2074.png"/><Relationship Id="rId366" Type="http://schemas.openxmlformats.org/officeDocument/2006/relationships/customXml" Target="../ink/ink2200.xml"/><Relationship Id="rId573" Type="http://schemas.openxmlformats.org/officeDocument/2006/relationships/image" Target="../media/image2277.png"/><Relationship Id="rId226" Type="http://schemas.openxmlformats.org/officeDocument/2006/relationships/customXml" Target="../ink/ink2130.xml"/><Relationship Id="rId433" Type="http://schemas.openxmlformats.org/officeDocument/2006/relationships/image" Target="../media/image2208.png"/><Relationship Id="rId74" Type="http://schemas.openxmlformats.org/officeDocument/2006/relationships/customXml" Target="../ink/ink2054.xml"/><Relationship Id="rId377" Type="http://schemas.openxmlformats.org/officeDocument/2006/relationships/image" Target="../media/image2180.png"/><Relationship Id="rId500" Type="http://schemas.openxmlformats.org/officeDocument/2006/relationships/customXml" Target="../ink/ink2267.xml"/><Relationship Id="rId584" Type="http://schemas.openxmlformats.org/officeDocument/2006/relationships/customXml" Target="../ink/ink2309.xml"/><Relationship Id="rId5" Type="http://schemas.openxmlformats.org/officeDocument/2006/relationships/image" Target="../media/image1999.png"/><Relationship Id="rId237" Type="http://schemas.openxmlformats.org/officeDocument/2006/relationships/image" Target="../media/image2111.png"/><Relationship Id="rId444" Type="http://schemas.openxmlformats.org/officeDocument/2006/relationships/customXml" Target="../ink/ink2239.xml"/><Relationship Id="rId290" Type="http://schemas.openxmlformats.org/officeDocument/2006/relationships/customXml" Target="../ink/ink2162.xml"/><Relationship Id="rId304" Type="http://schemas.openxmlformats.org/officeDocument/2006/relationships/customXml" Target="../ink/ink2169.xml"/><Relationship Id="rId388" Type="http://schemas.openxmlformats.org/officeDocument/2006/relationships/customXml" Target="../ink/ink2211.xml"/><Relationship Id="rId511" Type="http://schemas.openxmlformats.org/officeDocument/2006/relationships/image" Target="../media/image2247.png"/><Relationship Id="rId85" Type="http://schemas.openxmlformats.org/officeDocument/2006/relationships/image" Target="../media/image2039.png"/><Relationship Id="rId150" Type="http://schemas.openxmlformats.org/officeDocument/2006/relationships/customXml" Target="../ink/ink2092.xml"/><Relationship Id="rId248" Type="http://schemas.openxmlformats.org/officeDocument/2006/relationships/customXml" Target="../ink/ink2141.xml"/><Relationship Id="rId455" Type="http://schemas.openxmlformats.org/officeDocument/2006/relationships/image" Target="../media/image2219.png"/><Relationship Id="rId12" Type="http://schemas.openxmlformats.org/officeDocument/2006/relationships/customXml" Target="../ink/ink2023.xml"/><Relationship Id="rId108" Type="http://schemas.openxmlformats.org/officeDocument/2006/relationships/customXml" Target="../ink/ink2071.xml"/><Relationship Id="rId315" Type="http://schemas.openxmlformats.org/officeDocument/2006/relationships/image" Target="../media/image2149.png"/><Relationship Id="rId522" Type="http://schemas.openxmlformats.org/officeDocument/2006/relationships/customXml" Target="../ink/ink2278.xml"/><Relationship Id="rId96" Type="http://schemas.openxmlformats.org/officeDocument/2006/relationships/customXml" Target="../ink/ink2065.xml"/><Relationship Id="rId161" Type="http://schemas.openxmlformats.org/officeDocument/2006/relationships/image" Target="../media/image2075.png"/><Relationship Id="rId399" Type="http://schemas.openxmlformats.org/officeDocument/2006/relationships/image" Target="../media/image2191.png"/><Relationship Id="rId259" Type="http://schemas.openxmlformats.org/officeDocument/2006/relationships/image" Target="../media/image2122.png"/><Relationship Id="rId466" Type="http://schemas.openxmlformats.org/officeDocument/2006/relationships/customXml" Target="../ink/ink2250.xml"/><Relationship Id="rId23" Type="http://schemas.openxmlformats.org/officeDocument/2006/relationships/image" Target="../media/image2008.png"/><Relationship Id="rId119" Type="http://schemas.openxmlformats.org/officeDocument/2006/relationships/image" Target="../media/image2054.png"/><Relationship Id="rId326" Type="http://schemas.openxmlformats.org/officeDocument/2006/relationships/customXml" Target="../ink/ink2180.xml"/><Relationship Id="rId533" Type="http://schemas.openxmlformats.org/officeDocument/2006/relationships/image" Target="../media/image2257.png"/><Relationship Id="rId172" Type="http://schemas.openxmlformats.org/officeDocument/2006/relationships/customXml" Target="../ink/ink2103.xml"/><Relationship Id="rId477" Type="http://schemas.openxmlformats.org/officeDocument/2006/relationships/image" Target="../media/image2230.png"/><Relationship Id="rId337" Type="http://schemas.openxmlformats.org/officeDocument/2006/relationships/image" Target="../media/image2160.png"/><Relationship Id="rId34" Type="http://schemas.openxmlformats.org/officeDocument/2006/relationships/customXml" Target="../ink/ink2034.xml"/><Relationship Id="rId544" Type="http://schemas.openxmlformats.org/officeDocument/2006/relationships/customXml" Target="../ink/ink2289.xml"/><Relationship Id="rId183" Type="http://schemas.openxmlformats.org/officeDocument/2006/relationships/image" Target="../media/image2085.png"/><Relationship Id="rId390" Type="http://schemas.openxmlformats.org/officeDocument/2006/relationships/customXml" Target="../ink/ink2212.xml"/><Relationship Id="rId404" Type="http://schemas.openxmlformats.org/officeDocument/2006/relationships/customXml" Target="../ink/ink2219.xml"/><Relationship Id="rId250" Type="http://schemas.openxmlformats.org/officeDocument/2006/relationships/customXml" Target="../ink/ink2142.xml"/><Relationship Id="rId488" Type="http://schemas.openxmlformats.org/officeDocument/2006/relationships/customXml" Target="../ink/ink2261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343.png"/><Relationship Id="rId21" Type="http://schemas.openxmlformats.org/officeDocument/2006/relationships/image" Target="../media/image2296.png"/><Relationship Id="rId42" Type="http://schemas.openxmlformats.org/officeDocument/2006/relationships/customXml" Target="../ink/ink2333.xml"/><Relationship Id="rId63" Type="http://schemas.openxmlformats.org/officeDocument/2006/relationships/image" Target="../media/image2317.png"/><Relationship Id="rId84" Type="http://schemas.openxmlformats.org/officeDocument/2006/relationships/customXml" Target="../ink/ink2354.xml"/><Relationship Id="rId138" Type="http://schemas.openxmlformats.org/officeDocument/2006/relationships/customXml" Target="../ink/ink2381.xml"/><Relationship Id="rId159" Type="http://schemas.openxmlformats.org/officeDocument/2006/relationships/image" Target="../media/image2364.png"/><Relationship Id="rId170" Type="http://schemas.openxmlformats.org/officeDocument/2006/relationships/customXml" Target="../ink/ink2397.xml"/><Relationship Id="rId191" Type="http://schemas.openxmlformats.org/officeDocument/2006/relationships/image" Target="../media/image2380.png"/><Relationship Id="rId107" Type="http://schemas.openxmlformats.org/officeDocument/2006/relationships/image" Target="../media/image2338.png"/><Relationship Id="rId11" Type="http://schemas.openxmlformats.org/officeDocument/2006/relationships/image" Target="../media/image2291.png"/><Relationship Id="rId32" Type="http://schemas.openxmlformats.org/officeDocument/2006/relationships/customXml" Target="../ink/ink2328.xml"/><Relationship Id="rId53" Type="http://schemas.openxmlformats.org/officeDocument/2006/relationships/image" Target="../media/image2312.png"/><Relationship Id="rId74" Type="http://schemas.openxmlformats.org/officeDocument/2006/relationships/customXml" Target="../ink/ink2349.xml"/><Relationship Id="rId128" Type="http://schemas.openxmlformats.org/officeDocument/2006/relationships/customXml" Target="../ink/ink2376.xml"/><Relationship Id="rId149" Type="http://schemas.openxmlformats.org/officeDocument/2006/relationships/image" Target="../media/image2359.png"/><Relationship Id="rId5" Type="http://schemas.openxmlformats.org/officeDocument/2006/relationships/image" Target="../media/image2288.png"/><Relationship Id="rId95" Type="http://schemas.openxmlformats.org/officeDocument/2006/relationships/image" Target="../media/image2332.png"/><Relationship Id="rId160" Type="http://schemas.openxmlformats.org/officeDocument/2006/relationships/customXml" Target="../ink/ink2392.xml"/><Relationship Id="rId181" Type="http://schemas.openxmlformats.org/officeDocument/2006/relationships/image" Target="../media/image2375.png"/><Relationship Id="rId22" Type="http://schemas.openxmlformats.org/officeDocument/2006/relationships/customXml" Target="../ink/ink2323.xml"/><Relationship Id="rId43" Type="http://schemas.openxmlformats.org/officeDocument/2006/relationships/image" Target="../media/image2307.png"/><Relationship Id="rId64" Type="http://schemas.openxmlformats.org/officeDocument/2006/relationships/customXml" Target="../ink/ink2344.xml"/><Relationship Id="rId118" Type="http://schemas.openxmlformats.org/officeDocument/2006/relationships/customXml" Target="../ink/ink2371.xml"/><Relationship Id="rId139" Type="http://schemas.openxmlformats.org/officeDocument/2006/relationships/image" Target="../media/image2354.png"/><Relationship Id="rId85" Type="http://schemas.openxmlformats.org/officeDocument/2006/relationships/image" Target="../media/image2327.png"/><Relationship Id="rId150" Type="http://schemas.openxmlformats.org/officeDocument/2006/relationships/customXml" Target="../ink/ink2387.xml"/><Relationship Id="rId171" Type="http://schemas.openxmlformats.org/officeDocument/2006/relationships/image" Target="../media/image2370.png"/><Relationship Id="rId192" Type="http://schemas.openxmlformats.org/officeDocument/2006/relationships/customXml" Target="../ink/ink2408.xml"/><Relationship Id="rId12" Type="http://schemas.openxmlformats.org/officeDocument/2006/relationships/customXml" Target="../ink/ink2318.xml"/><Relationship Id="rId33" Type="http://schemas.openxmlformats.org/officeDocument/2006/relationships/image" Target="../media/image2302.png"/><Relationship Id="rId108" Type="http://schemas.openxmlformats.org/officeDocument/2006/relationships/customXml" Target="../ink/ink2366.xml"/><Relationship Id="rId129" Type="http://schemas.openxmlformats.org/officeDocument/2006/relationships/image" Target="../media/image2349.png"/><Relationship Id="rId54" Type="http://schemas.openxmlformats.org/officeDocument/2006/relationships/customXml" Target="../ink/ink2339.xml"/><Relationship Id="rId75" Type="http://schemas.openxmlformats.org/officeDocument/2006/relationships/image" Target="../media/image2322.png"/><Relationship Id="rId96" Type="http://schemas.openxmlformats.org/officeDocument/2006/relationships/customXml" Target="../ink/ink2360.xml"/><Relationship Id="rId140" Type="http://schemas.openxmlformats.org/officeDocument/2006/relationships/customXml" Target="../ink/ink2382.xml"/><Relationship Id="rId161" Type="http://schemas.openxmlformats.org/officeDocument/2006/relationships/image" Target="../media/image2365.png"/><Relationship Id="rId182" Type="http://schemas.openxmlformats.org/officeDocument/2006/relationships/customXml" Target="../ink/ink2403.xml"/><Relationship Id="rId6" Type="http://schemas.openxmlformats.org/officeDocument/2006/relationships/customXml" Target="../ink/ink2315.xml"/><Relationship Id="rId23" Type="http://schemas.openxmlformats.org/officeDocument/2006/relationships/image" Target="../media/image2297.png"/><Relationship Id="rId119" Type="http://schemas.openxmlformats.org/officeDocument/2006/relationships/image" Target="../media/image2344.png"/><Relationship Id="rId44" Type="http://schemas.openxmlformats.org/officeDocument/2006/relationships/customXml" Target="../ink/ink2334.xml"/><Relationship Id="rId65" Type="http://schemas.openxmlformats.org/officeDocument/2006/relationships/image" Target="../media/image2318.png"/><Relationship Id="rId86" Type="http://schemas.openxmlformats.org/officeDocument/2006/relationships/customXml" Target="../ink/ink2355.xml"/><Relationship Id="rId130" Type="http://schemas.openxmlformats.org/officeDocument/2006/relationships/customXml" Target="../ink/ink2377.xml"/><Relationship Id="rId151" Type="http://schemas.openxmlformats.org/officeDocument/2006/relationships/image" Target="../media/image2360.png"/><Relationship Id="rId172" Type="http://schemas.openxmlformats.org/officeDocument/2006/relationships/customXml" Target="../ink/ink2398.xml"/><Relationship Id="rId193" Type="http://schemas.openxmlformats.org/officeDocument/2006/relationships/image" Target="../media/image2381.png"/><Relationship Id="rId13" Type="http://schemas.openxmlformats.org/officeDocument/2006/relationships/image" Target="../media/image2292.png"/><Relationship Id="rId109" Type="http://schemas.openxmlformats.org/officeDocument/2006/relationships/image" Target="../media/image2339.png"/><Relationship Id="rId34" Type="http://schemas.openxmlformats.org/officeDocument/2006/relationships/customXml" Target="../ink/ink2329.xml"/><Relationship Id="rId55" Type="http://schemas.openxmlformats.org/officeDocument/2006/relationships/image" Target="../media/image2313.png"/><Relationship Id="rId76" Type="http://schemas.openxmlformats.org/officeDocument/2006/relationships/customXml" Target="../ink/ink2350.xml"/><Relationship Id="rId97" Type="http://schemas.openxmlformats.org/officeDocument/2006/relationships/image" Target="../media/image2333.png"/><Relationship Id="rId120" Type="http://schemas.openxmlformats.org/officeDocument/2006/relationships/customXml" Target="../ink/ink2372.xml"/><Relationship Id="rId141" Type="http://schemas.openxmlformats.org/officeDocument/2006/relationships/image" Target="../media/image2355.png"/><Relationship Id="rId7" Type="http://schemas.openxmlformats.org/officeDocument/2006/relationships/image" Target="../media/image2289.png"/><Relationship Id="rId71" Type="http://schemas.openxmlformats.org/officeDocument/2006/relationships/image" Target="../media/image2320.png"/><Relationship Id="rId92" Type="http://schemas.openxmlformats.org/officeDocument/2006/relationships/customXml" Target="../ink/ink2358.xml"/><Relationship Id="rId162" Type="http://schemas.openxmlformats.org/officeDocument/2006/relationships/customXml" Target="../ink/ink2393.xml"/><Relationship Id="rId183" Type="http://schemas.openxmlformats.org/officeDocument/2006/relationships/image" Target="../media/image2376.png"/><Relationship Id="rId2" Type="http://schemas.openxmlformats.org/officeDocument/2006/relationships/customXml" Target="../ink/ink2313.xml"/><Relationship Id="rId29" Type="http://schemas.openxmlformats.org/officeDocument/2006/relationships/image" Target="../media/image2300.png"/><Relationship Id="rId24" Type="http://schemas.openxmlformats.org/officeDocument/2006/relationships/customXml" Target="../ink/ink2324.xml"/><Relationship Id="rId40" Type="http://schemas.openxmlformats.org/officeDocument/2006/relationships/customXml" Target="../ink/ink2332.xml"/><Relationship Id="rId45" Type="http://schemas.openxmlformats.org/officeDocument/2006/relationships/image" Target="../media/image2308.png"/><Relationship Id="rId66" Type="http://schemas.openxmlformats.org/officeDocument/2006/relationships/customXml" Target="../ink/ink2345.xml"/><Relationship Id="rId87" Type="http://schemas.openxmlformats.org/officeDocument/2006/relationships/image" Target="../media/image2328.png"/><Relationship Id="rId110" Type="http://schemas.openxmlformats.org/officeDocument/2006/relationships/customXml" Target="../ink/ink2367.xml"/><Relationship Id="rId115" Type="http://schemas.openxmlformats.org/officeDocument/2006/relationships/image" Target="../media/image2342.png"/><Relationship Id="rId131" Type="http://schemas.openxmlformats.org/officeDocument/2006/relationships/image" Target="../media/image2350.png"/><Relationship Id="rId136" Type="http://schemas.openxmlformats.org/officeDocument/2006/relationships/customXml" Target="../ink/ink2380.xml"/><Relationship Id="rId157" Type="http://schemas.openxmlformats.org/officeDocument/2006/relationships/image" Target="../media/image2363.png"/><Relationship Id="rId178" Type="http://schemas.openxmlformats.org/officeDocument/2006/relationships/customXml" Target="../ink/ink2401.xml"/><Relationship Id="rId61" Type="http://schemas.openxmlformats.org/officeDocument/2006/relationships/image" Target="../media/image2316.png"/><Relationship Id="rId82" Type="http://schemas.openxmlformats.org/officeDocument/2006/relationships/customXml" Target="../ink/ink2353.xml"/><Relationship Id="rId152" Type="http://schemas.openxmlformats.org/officeDocument/2006/relationships/customXml" Target="../ink/ink2388.xml"/><Relationship Id="rId173" Type="http://schemas.openxmlformats.org/officeDocument/2006/relationships/image" Target="../media/image2371.png"/><Relationship Id="rId194" Type="http://schemas.openxmlformats.org/officeDocument/2006/relationships/customXml" Target="../ink/ink2409.xml"/><Relationship Id="rId199" Type="http://schemas.openxmlformats.org/officeDocument/2006/relationships/image" Target="../media/image2384.png"/><Relationship Id="rId19" Type="http://schemas.openxmlformats.org/officeDocument/2006/relationships/image" Target="../media/image2295.png"/><Relationship Id="rId14" Type="http://schemas.openxmlformats.org/officeDocument/2006/relationships/customXml" Target="../ink/ink2319.xml"/><Relationship Id="rId30" Type="http://schemas.openxmlformats.org/officeDocument/2006/relationships/customXml" Target="../ink/ink2327.xml"/><Relationship Id="rId35" Type="http://schemas.openxmlformats.org/officeDocument/2006/relationships/image" Target="../media/image2303.png"/><Relationship Id="rId56" Type="http://schemas.openxmlformats.org/officeDocument/2006/relationships/customXml" Target="../ink/ink2340.xml"/><Relationship Id="rId77" Type="http://schemas.openxmlformats.org/officeDocument/2006/relationships/image" Target="../media/image2323.png"/><Relationship Id="rId100" Type="http://schemas.openxmlformats.org/officeDocument/2006/relationships/customXml" Target="../ink/ink2362.xml"/><Relationship Id="rId105" Type="http://schemas.openxmlformats.org/officeDocument/2006/relationships/image" Target="../media/image2337.png"/><Relationship Id="rId126" Type="http://schemas.openxmlformats.org/officeDocument/2006/relationships/customXml" Target="../ink/ink2375.xml"/><Relationship Id="rId147" Type="http://schemas.openxmlformats.org/officeDocument/2006/relationships/image" Target="../media/image2358.png"/><Relationship Id="rId168" Type="http://schemas.openxmlformats.org/officeDocument/2006/relationships/customXml" Target="../ink/ink2396.xml"/><Relationship Id="rId8" Type="http://schemas.openxmlformats.org/officeDocument/2006/relationships/customXml" Target="../ink/ink2316.xml"/><Relationship Id="rId51" Type="http://schemas.openxmlformats.org/officeDocument/2006/relationships/image" Target="../media/image2311.png"/><Relationship Id="rId72" Type="http://schemas.openxmlformats.org/officeDocument/2006/relationships/customXml" Target="../ink/ink2348.xml"/><Relationship Id="rId93" Type="http://schemas.openxmlformats.org/officeDocument/2006/relationships/image" Target="../media/image2331.png"/><Relationship Id="rId98" Type="http://schemas.openxmlformats.org/officeDocument/2006/relationships/customXml" Target="../ink/ink2361.xml"/><Relationship Id="rId121" Type="http://schemas.openxmlformats.org/officeDocument/2006/relationships/image" Target="../media/image2345.png"/><Relationship Id="rId142" Type="http://schemas.openxmlformats.org/officeDocument/2006/relationships/customXml" Target="../ink/ink2383.xml"/><Relationship Id="rId163" Type="http://schemas.openxmlformats.org/officeDocument/2006/relationships/image" Target="../media/image2366.png"/><Relationship Id="rId184" Type="http://schemas.openxmlformats.org/officeDocument/2006/relationships/customXml" Target="../ink/ink2404.xml"/><Relationship Id="rId189" Type="http://schemas.openxmlformats.org/officeDocument/2006/relationships/image" Target="../media/image2379.png"/><Relationship Id="rId3" Type="http://schemas.openxmlformats.org/officeDocument/2006/relationships/image" Target="../media/image2287.png"/><Relationship Id="rId25" Type="http://schemas.openxmlformats.org/officeDocument/2006/relationships/image" Target="../media/image2298.png"/><Relationship Id="rId46" Type="http://schemas.openxmlformats.org/officeDocument/2006/relationships/customXml" Target="../ink/ink2335.xml"/><Relationship Id="rId67" Type="http://schemas.openxmlformats.org/officeDocument/2006/relationships/image" Target="../media/image2319.png"/><Relationship Id="rId116" Type="http://schemas.openxmlformats.org/officeDocument/2006/relationships/customXml" Target="../ink/ink2370.xml"/><Relationship Id="rId137" Type="http://schemas.openxmlformats.org/officeDocument/2006/relationships/image" Target="../media/image2353.png"/><Relationship Id="rId158" Type="http://schemas.openxmlformats.org/officeDocument/2006/relationships/customXml" Target="../ink/ink2391.xml"/><Relationship Id="rId20" Type="http://schemas.openxmlformats.org/officeDocument/2006/relationships/customXml" Target="../ink/ink2322.xml"/><Relationship Id="rId41" Type="http://schemas.openxmlformats.org/officeDocument/2006/relationships/image" Target="../media/image2306.png"/><Relationship Id="rId62" Type="http://schemas.openxmlformats.org/officeDocument/2006/relationships/customXml" Target="../ink/ink2343.xml"/><Relationship Id="rId83" Type="http://schemas.openxmlformats.org/officeDocument/2006/relationships/image" Target="../media/image2326.png"/><Relationship Id="rId88" Type="http://schemas.openxmlformats.org/officeDocument/2006/relationships/customXml" Target="../ink/ink2356.xml"/><Relationship Id="rId111" Type="http://schemas.openxmlformats.org/officeDocument/2006/relationships/image" Target="../media/image2340.png"/><Relationship Id="rId132" Type="http://schemas.openxmlformats.org/officeDocument/2006/relationships/customXml" Target="../ink/ink2378.xml"/><Relationship Id="rId153" Type="http://schemas.openxmlformats.org/officeDocument/2006/relationships/image" Target="../media/image2361.png"/><Relationship Id="rId174" Type="http://schemas.openxmlformats.org/officeDocument/2006/relationships/customXml" Target="../ink/ink2399.xml"/><Relationship Id="rId179" Type="http://schemas.openxmlformats.org/officeDocument/2006/relationships/image" Target="../media/image2374.png"/><Relationship Id="rId195" Type="http://schemas.openxmlformats.org/officeDocument/2006/relationships/image" Target="../media/image2382.png"/><Relationship Id="rId190" Type="http://schemas.openxmlformats.org/officeDocument/2006/relationships/customXml" Target="../ink/ink2407.xml"/><Relationship Id="rId15" Type="http://schemas.openxmlformats.org/officeDocument/2006/relationships/image" Target="../media/image2293.png"/><Relationship Id="rId36" Type="http://schemas.openxmlformats.org/officeDocument/2006/relationships/customXml" Target="../ink/ink2330.xml"/><Relationship Id="rId57" Type="http://schemas.openxmlformats.org/officeDocument/2006/relationships/image" Target="../media/image2314.png"/><Relationship Id="rId106" Type="http://schemas.openxmlformats.org/officeDocument/2006/relationships/customXml" Target="../ink/ink2365.xml"/><Relationship Id="rId127" Type="http://schemas.openxmlformats.org/officeDocument/2006/relationships/image" Target="../media/image2348.png"/><Relationship Id="rId10" Type="http://schemas.openxmlformats.org/officeDocument/2006/relationships/customXml" Target="../ink/ink2317.xml"/><Relationship Id="rId31" Type="http://schemas.openxmlformats.org/officeDocument/2006/relationships/image" Target="../media/image2301.png"/><Relationship Id="rId52" Type="http://schemas.openxmlformats.org/officeDocument/2006/relationships/customXml" Target="../ink/ink2338.xml"/><Relationship Id="rId73" Type="http://schemas.openxmlformats.org/officeDocument/2006/relationships/image" Target="../media/image2321.png"/><Relationship Id="rId78" Type="http://schemas.openxmlformats.org/officeDocument/2006/relationships/customXml" Target="../ink/ink2351.xml"/><Relationship Id="rId94" Type="http://schemas.openxmlformats.org/officeDocument/2006/relationships/customXml" Target="../ink/ink2359.xml"/><Relationship Id="rId99" Type="http://schemas.openxmlformats.org/officeDocument/2006/relationships/image" Target="../media/image2334.png"/><Relationship Id="rId101" Type="http://schemas.openxmlformats.org/officeDocument/2006/relationships/image" Target="../media/image2335.png"/><Relationship Id="rId122" Type="http://schemas.openxmlformats.org/officeDocument/2006/relationships/customXml" Target="../ink/ink2373.xml"/><Relationship Id="rId143" Type="http://schemas.openxmlformats.org/officeDocument/2006/relationships/image" Target="../media/image2356.png"/><Relationship Id="rId148" Type="http://schemas.openxmlformats.org/officeDocument/2006/relationships/customXml" Target="../ink/ink2386.xml"/><Relationship Id="rId164" Type="http://schemas.openxmlformats.org/officeDocument/2006/relationships/customXml" Target="../ink/ink2394.xml"/><Relationship Id="rId169" Type="http://schemas.openxmlformats.org/officeDocument/2006/relationships/image" Target="../media/image2369.png"/><Relationship Id="rId185" Type="http://schemas.openxmlformats.org/officeDocument/2006/relationships/image" Target="../media/image2377.png"/><Relationship Id="rId4" Type="http://schemas.openxmlformats.org/officeDocument/2006/relationships/customXml" Target="../ink/ink2314.xml"/><Relationship Id="rId9" Type="http://schemas.openxmlformats.org/officeDocument/2006/relationships/image" Target="../media/image2290.png"/><Relationship Id="rId180" Type="http://schemas.openxmlformats.org/officeDocument/2006/relationships/customXml" Target="../ink/ink2402.xml"/><Relationship Id="rId26" Type="http://schemas.openxmlformats.org/officeDocument/2006/relationships/customXml" Target="../ink/ink2325.xml"/><Relationship Id="rId47" Type="http://schemas.openxmlformats.org/officeDocument/2006/relationships/image" Target="../media/image2309.png"/><Relationship Id="rId68" Type="http://schemas.openxmlformats.org/officeDocument/2006/relationships/customXml" Target="../ink/ink2346.xml"/><Relationship Id="rId89" Type="http://schemas.openxmlformats.org/officeDocument/2006/relationships/image" Target="../media/image2329.png"/><Relationship Id="rId112" Type="http://schemas.openxmlformats.org/officeDocument/2006/relationships/customXml" Target="../ink/ink2368.xml"/><Relationship Id="rId133" Type="http://schemas.openxmlformats.org/officeDocument/2006/relationships/image" Target="../media/image2351.png"/><Relationship Id="rId154" Type="http://schemas.openxmlformats.org/officeDocument/2006/relationships/customXml" Target="../ink/ink2389.xml"/><Relationship Id="rId175" Type="http://schemas.openxmlformats.org/officeDocument/2006/relationships/image" Target="../media/image2372.png"/><Relationship Id="rId196" Type="http://schemas.openxmlformats.org/officeDocument/2006/relationships/customXml" Target="../ink/ink2410.xml"/><Relationship Id="rId16" Type="http://schemas.openxmlformats.org/officeDocument/2006/relationships/customXml" Target="../ink/ink2320.xml"/><Relationship Id="rId37" Type="http://schemas.openxmlformats.org/officeDocument/2006/relationships/image" Target="../media/image2304.png"/><Relationship Id="rId58" Type="http://schemas.openxmlformats.org/officeDocument/2006/relationships/customXml" Target="../ink/ink2341.xml"/><Relationship Id="rId79" Type="http://schemas.openxmlformats.org/officeDocument/2006/relationships/image" Target="../media/image2324.png"/><Relationship Id="rId102" Type="http://schemas.openxmlformats.org/officeDocument/2006/relationships/customXml" Target="../ink/ink2363.xml"/><Relationship Id="rId123" Type="http://schemas.openxmlformats.org/officeDocument/2006/relationships/image" Target="../media/image2346.png"/><Relationship Id="rId144" Type="http://schemas.openxmlformats.org/officeDocument/2006/relationships/customXml" Target="../ink/ink2384.xml"/><Relationship Id="rId90" Type="http://schemas.openxmlformats.org/officeDocument/2006/relationships/customXml" Target="../ink/ink2357.xml"/><Relationship Id="rId165" Type="http://schemas.openxmlformats.org/officeDocument/2006/relationships/image" Target="../media/image2367.png"/><Relationship Id="rId186" Type="http://schemas.openxmlformats.org/officeDocument/2006/relationships/customXml" Target="../ink/ink2405.xml"/><Relationship Id="rId27" Type="http://schemas.openxmlformats.org/officeDocument/2006/relationships/image" Target="../media/image2299.png"/><Relationship Id="rId48" Type="http://schemas.openxmlformats.org/officeDocument/2006/relationships/customXml" Target="../ink/ink2336.xml"/><Relationship Id="rId69" Type="http://schemas.openxmlformats.org/officeDocument/2006/relationships/image" Target="../media/image676.png"/><Relationship Id="rId113" Type="http://schemas.openxmlformats.org/officeDocument/2006/relationships/image" Target="../media/image2341.png"/><Relationship Id="rId134" Type="http://schemas.openxmlformats.org/officeDocument/2006/relationships/customXml" Target="../ink/ink2379.xml"/><Relationship Id="rId80" Type="http://schemas.openxmlformats.org/officeDocument/2006/relationships/customXml" Target="../ink/ink2352.xml"/><Relationship Id="rId155" Type="http://schemas.openxmlformats.org/officeDocument/2006/relationships/image" Target="../media/image2362.png"/><Relationship Id="rId176" Type="http://schemas.openxmlformats.org/officeDocument/2006/relationships/customXml" Target="../ink/ink2400.xml"/><Relationship Id="rId197" Type="http://schemas.openxmlformats.org/officeDocument/2006/relationships/image" Target="../media/image2383.png"/><Relationship Id="rId17" Type="http://schemas.openxmlformats.org/officeDocument/2006/relationships/image" Target="../media/image2294.png"/><Relationship Id="rId38" Type="http://schemas.openxmlformats.org/officeDocument/2006/relationships/customXml" Target="../ink/ink2331.xml"/><Relationship Id="rId59" Type="http://schemas.openxmlformats.org/officeDocument/2006/relationships/image" Target="../media/image2315.png"/><Relationship Id="rId103" Type="http://schemas.openxmlformats.org/officeDocument/2006/relationships/image" Target="../media/image2336.png"/><Relationship Id="rId124" Type="http://schemas.openxmlformats.org/officeDocument/2006/relationships/customXml" Target="../ink/ink2374.xml"/><Relationship Id="rId70" Type="http://schemas.openxmlformats.org/officeDocument/2006/relationships/customXml" Target="../ink/ink2347.xml"/><Relationship Id="rId91" Type="http://schemas.openxmlformats.org/officeDocument/2006/relationships/image" Target="../media/image2330.png"/><Relationship Id="rId145" Type="http://schemas.openxmlformats.org/officeDocument/2006/relationships/image" Target="../media/image2357.png"/><Relationship Id="rId166" Type="http://schemas.openxmlformats.org/officeDocument/2006/relationships/customXml" Target="../ink/ink2395.xml"/><Relationship Id="rId187" Type="http://schemas.openxmlformats.org/officeDocument/2006/relationships/image" Target="../media/image2378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2326.xml"/><Relationship Id="rId49" Type="http://schemas.openxmlformats.org/officeDocument/2006/relationships/image" Target="../media/image2310.png"/><Relationship Id="rId114" Type="http://schemas.openxmlformats.org/officeDocument/2006/relationships/customXml" Target="../ink/ink2369.xml"/><Relationship Id="rId60" Type="http://schemas.openxmlformats.org/officeDocument/2006/relationships/customXml" Target="../ink/ink2342.xml"/><Relationship Id="rId81" Type="http://schemas.openxmlformats.org/officeDocument/2006/relationships/image" Target="../media/image2325.png"/><Relationship Id="rId135" Type="http://schemas.openxmlformats.org/officeDocument/2006/relationships/image" Target="../media/image2352.png"/><Relationship Id="rId156" Type="http://schemas.openxmlformats.org/officeDocument/2006/relationships/customXml" Target="../ink/ink2390.xml"/><Relationship Id="rId177" Type="http://schemas.openxmlformats.org/officeDocument/2006/relationships/image" Target="../media/image2373.png"/><Relationship Id="rId198" Type="http://schemas.openxmlformats.org/officeDocument/2006/relationships/customXml" Target="../ink/ink2411.xml"/><Relationship Id="rId18" Type="http://schemas.openxmlformats.org/officeDocument/2006/relationships/customXml" Target="../ink/ink2321.xml"/><Relationship Id="rId39" Type="http://schemas.openxmlformats.org/officeDocument/2006/relationships/image" Target="../media/image2305.png"/><Relationship Id="rId50" Type="http://schemas.openxmlformats.org/officeDocument/2006/relationships/customXml" Target="../ink/ink2337.xml"/><Relationship Id="rId104" Type="http://schemas.openxmlformats.org/officeDocument/2006/relationships/customXml" Target="../ink/ink2364.xml"/><Relationship Id="rId125" Type="http://schemas.openxmlformats.org/officeDocument/2006/relationships/image" Target="../media/image2347.png"/><Relationship Id="rId146" Type="http://schemas.openxmlformats.org/officeDocument/2006/relationships/customXml" Target="../ink/ink2385.xml"/><Relationship Id="rId167" Type="http://schemas.openxmlformats.org/officeDocument/2006/relationships/image" Target="../media/image2368.png"/><Relationship Id="rId188" Type="http://schemas.openxmlformats.org/officeDocument/2006/relationships/customXml" Target="../ink/ink240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5F7AA6C9-7175-3C4D-C858-47863D40AFC2}"/>
              </a:ext>
            </a:extLst>
          </p:cNvPr>
          <p:cNvGrpSpPr/>
          <p:nvPr/>
        </p:nvGrpSpPr>
        <p:grpSpPr>
          <a:xfrm>
            <a:off x="277811" y="428095"/>
            <a:ext cx="952920" cy="420840"/>
            <a:chOff x="277811" y="428095"/>
            <a:chExt cx="952920" cy="42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2378B72-3F0D-E33D-32A7-ED7583C07651}"/>
                    </a:ext>
                  </a:extLst>
                </p14:cNvPr>
                <p14:cNvContentPartPr/>
                <p14:nvPr/>
              </p14:nvContentPartPr>
              <p14:xfrm>
                <a:off x="341531" y="468055"/>
                <a:ext cx="67320" cy="3801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2378B72-3F0D-E33D-32A7-ED7583C0765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32891" y="459415"/>
                  <a:ext cx="8496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23AA793-8544-8BF7-79C2-52D7A4BBB909}"/>
                    </a:ext>
                  </a:extLst>
                </p14:cNvPr>
                <p14:cNvContentPartPr/>
                <p14:nvPr/>
              </p14:nvContentPartPr>
              <p14:xfrm>
                <a:off x="277811" y="428095"/>
                <a:ext cx="223200" cy="2322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23AA793-8544-8BF7-79C2-52D7A4BBB90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69171" y="419095"/>
                  <a:ext cx="24084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7D18F14-7F0A-0DE9-9CD7-F83F5DF48A4A}"/>
                    </a:ext>
                  </a:extLst>
                </p14:cNvPr>
                <p14:cNvContentPartPr/>
                <p14:nvPr/>
              </p14:nvContentPartPr>
              <p14:xfrm>
                <a:off x="493451" y="665335"/>
                <a:ext cx="60480" cy="1447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7D18F14-7F0A-0DE9-9CD7-F83F5DF48A4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84451" y="656695"/>
                  <a:ext cx="781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CE27F61-1535-203C-1075-98F438724689}"/>
                    </a:ext>
                  </a:extLst>
                </p14:cNvPr>
                <p14:cNvContentPartPr/>
                <p14:nvPr/>
              </p14:nvContentPartPr>
              <p14:xfrm>
                <a:off x="577691" y="663175"/>
                <a:ext cx="128880" cy="1702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CE27F61-1535-203C-1075-98F43872468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69051" y="654175"/>
                  <a:ext cx="1465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0430B47-A955-7A14-0504-E062B98BB15C}"/>
                    </a:ext>
                  </a:extLst>
                </p14:cNvPr>
                <p14:cNvContentPartPr/>
                <p14:nvPr/>
              </p14:nvContentPartPr>
              <p14:xfrm>
                <a:off x="728531" y="576415"/>
                <a:ext cx="181080" cy="2473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0430B47-A955-7A14-0504-E062B98BB15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19891" y="567415"/>
                  <a:ext cx="1987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E6FF1D5-1E99-F4D5-47ED-3BD46A6B326C}"/>
                    </a:ext>
                  </a:extLst>
                </p14:cNvPr>
                <p14:cNvContentPartPr/>
                <p14:nvPr/>
              </p14:nvContentPartPr>
              <p14:xfrm>
                <a:off x="837611" y="648055"/>
                <a:ext cx="153360" cy="172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E6FF1D5-1E99-F4D5-47ED-3BD46A6B326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8971" y="639055"/>
                  <a:ext cx="1710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1EFE6F3-8A39-4502-4DB9-B53BA0758FD8}"/>
                    </a:ext>
                  </a:extLst>
                </p14:cNvPr>
                <p14:cNvContentPartPr/>
                <p14:nvPr/>
              </p14:nvContentPartPr>
              <p14:xfrm>
                <a:off x="1078811" y="690535"/>
                <a:ext cx="151920" cy="1584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1EFE6F3-8A39-4502-4DB9-B53BA0758FD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69811" y="681895"/>
                  <a:ext cx="169560" cy="17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991AB83-5B04-65B2-E5D4-551A4DB1537A}"/>
              </a:ext>
            </a:extLst>
          </p:cNvPr>
          <p:cNvGrpSpPr/>
          <p:nvPr/>
        </p:nvGrpSpPr>
        <p:grpSpPr>
          <a:xfrm>
            <a:off x="1563731" y="590455"/>
            <a:ext cx="660600" cy="231480"/>
            <a:chOff x="1563731" y="590455"/>
            <a:chExt cx="660600" cy="23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5221ADF-A3DF-32F3-953C-C120950BB816}"/>
                    </a:ext>
                  </a:extLst>
                </p14:cNvPr>
                <p14:cNvContentPartPr/>
                <p14:nvPr/>
              </p14:nvContentPartPr>
              <p14:xfrm>
                <a:off x="1563731" y="610615"/>
                <a:ext cx="235800" cy="2113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5221ADF-A3DF-32F3-953C-C120950BB81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555091" y="601975"/>
                  <a:ext cx="25344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EF882AA-9C86-AF9F-9A24-5565EBF10855}"/>
                    </a:ext>
                  </a:extLst>
                </p14:cNvPr>
                <p14:cNvContentPartPr/>
                <p14:nvPr/>
              </p14:nvContentPartPr>
              <p14:xfrm>
                <a:off x="1682891" y="603775"/>
                <a:ext cx="108360" cy="198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EF882AA-9C86-AF9F-9A24-5565EBF1085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673891" y="594775"/>
                  <a:ext cx="12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5B27639-BCD8-D0E7-694B-5242D9AFF0B7}"/>
                    </a:ext>
                  </a:extLst>
                </p14:cNvPr>
                <p14:cNvContentPartPr/>
                <p14:nvPr/>
              </p14:nvContentPartPr>
              <p14:xfrm>
                <a:off x="1831571" y="590815"/>
                <a:ext cx="113400" cy="1998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5B27639-BCD8-D0E7-694B-5242D9AFF0B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822571" y="581815"/>
                  <a:ext cx="13104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E6F1C5D-98EB-FD5A-5626-8F3390B98DAE}"/>
                    </a:ext>
                  </a:extLst>
                </p14:cNvPr>
                <p14:cNvContentPartPr/>
                <p14:nvPr/>
              </p14:nvContentPartPr>
              <p14:xfrm>
                <a:off x="1999331" y="590455"/>
                <a:ext cx="225000" cy="2268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E6F1C5D-98EB-FD5A-5626-8F3390B98DA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990331" y="581455"/>
                  <a:ext cx="242640" cy="24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34CF205-49DE-B0AD-EF6A-486E1BFA8B74}"/>
              </a:ext>
            </a:extLst>
          </p:cNvPr>
          <p:cNvGrpSpPr/>
          <p:nvPr/>
        </p:nvGrpSpPr>
        <p:grpSpPr>
          <a:xfrm>
            <a:off x="213011" y="1307215"/>
            <a:ext cx="1014480" cy="450720"/>
            <a:chOff x="213011" y="1307215"/>
            <a:chExt cx="1014480" cy="45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0DD423B-432B-3E39-42C0-CB5A28C8ED49}"/>
                    </a:ext>
                  </a:extLst>
                </p14:cNvPr>
                <p14:cNvContentPartPr/>
                <p14:nvPr/>
              </p14:nvContentPartPr>
              <p14:xfrm>
                <a:off x="413171" y="1395055"/>
                <a:ext cx="23760" cy="3301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0DD423B-432B-3E39-42C0-CB5A28C8ED4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04531" y="1386415"/>
                  <a:ext cx="4140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55325E0-D0F9-DCA3-6198-FAE607A314F4}"/>
                    </a:ext>
                  </a:extLst>
                </p14:cNvPr>
                <p14:cNvContentPartPr/>
                <p14:nvPr/>
              </p14:nvContentPartPr>
              <p14:xfrm>
                <a:off x="213011" y="1307215"/>
                <a:ext cx="366480" cy="1015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55325E0-D0F9-DCA3-6198-FAE607A314F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04371" y="1298215"/>
                  <a:ext cx="3841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1475647-48AA-985F-9B31-2C05ED10226F}"/>
                    </a:ext>
                  </a:extLst>
                </p14:cNvPr>
                <p14:cNvContentPartPr/>
                <p14:nvPr/>
              </p14:nvContentPartPr>
              <p14:xfrm>
                <a:off x="558611" y="1525735"/>
                <a:ext cx="140760" cy="216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1475647-48AA-985F-9B31-2C05ED10226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49611" y="1516735"/>
                  <a:ext cx="15840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D98D31B-C649-F684-04E1-25E6E5E9EAFD}"/>
                    </a:ext>
                  </a:extLst>
                </p14:cNvPr>
                <p14:cNvContentPartPr/>
                <p14:nvPr/>
              </p14:nvContentPartPr>
              <p14:xfrm>
                <a:off x="736811" y="1383535"/>
                <a:ext cx="142200" cy="3744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D98D31B-C649-F684-04E1-25E6E5E9EAF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27811" y="1374535"/>
                  <a:ext cx="15984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218ABF7-C7A0-F362-B5AF-82C7427C1695}"/>
                    </a:ext>
                  </a:extLst>
                </p14:cNvPr>
                <p14:cNvContentPartPr/>
                <p14:nvPr/>
              </p14:nvContentPartPr>
              <p14:xfrm>
                <a:off x="920051" y="1432855"/>
                <a:ext cx="307440" cy="2955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218ABF7-C7A0-F362-B5AF-82C7427C169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11051" y="1424215"/>
                  <a:ext cx="325080" cy="31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FD273F9-2ADB-5DDC-2979-11B83DCC97BF}"/>
              </a:ext>
            </a:extLst>
          </p:cNvPr>
          <p:cNvGrpSpPr/>
          <p:nvPr/>
        </p:nvGrpSpPr>
        <p:grpSpPr>
          <a:xfrm>
            <a:off x="2554091" y="389575"/>
            <a:ext cx="672120" cy="432720"/>
            <a:chOff x="2554091" y="389575"/>
            <a:chExt cx="672120" cy="43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54E9D99-14DB-4D3E-6537-1C1FDDEF6D68}"/>
                    </a:ext>
                  </a:extLst>
                </p14:cNvPr>
                <p14:cNvContentPartPr/>
                <p14:nvPr/>
              </p14:nvContentPartPr>
              <p14:xfrm>
                <a:off x="2682611" y="443215"/>
                <a:ext cx="32760" cy="317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54E9D99-14DB-4D3E-6537-1C1FDDEF6D6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673611" y="434215"/>
                  <a:ext cx="5040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B4ADAB3-5349-03AB-F0B3-14DBE867CC9F}"/>
                    </a:ext>
                  </a:extLst>
                </p14:cNvPr>
                <p14:cNvContentPartPr/>
                <p14:nvPr/>
              </p14:nvContentPartPr>
              <p14:xfrm>
                <a:off x="2765411" y="419815"/>
                <a:ext cx="36000" cy="3384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B4ADAB3-5349-03AB-F0B3-14DBE867CC9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756771" y="410815"/>
                  <a:ext cx="5364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C83F136-58CF-A694-D650-9071A93E3EB3}"/>
                    </a:ext>
                  </a:extLst>
                </p14:cNvPr>
                <p14:cNvContentPartPr/>
                <p14:nvPr/>
              </p14:nvContentPartPr>
              <p14:xfrm>
                <a:off x="2894651" y="706375"/>
                <a:ext cx="20880" cy="532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C83F136-58CF-A694-D650-9071A93E3EB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885651" y="697375"/>
                  <a:ext cx="3852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5A1CD60-D7B9-BBE1-E4E3-8737ED02719D}"/>
                    </a:ext>
                  </a:extLst>
                </p14:cNvPr>
                <p14:cNvContentPartPr/>
                <p14:nvPr/>
              </p14:nvContentPartPr>
              <p14:xfrm>
                <a:off x="3066011" y="408655"/>
                <a:ext cx="136080" cy="3733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5A1CD60-D7B9-BBE1-E4E3-8737ED02719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057011" y="400015"/>
                  <a:ext cx="15372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0994BA3-8DC0-92D0-8578-DD9A4412E610}"/>
                    </a:ext>
                  </a:extLst>
                </p14:cNvPr>
                <p14:cNvContentPartPr/>
                <p14:nvPr/>
              </p14:nvContentPartPr>
              <p14:xfrm>
                <a:off x="3084011" y="742015"/>
                <a:ext cx="142200" cy="324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0994BA3-8DC0-92D0-8578-DD9A4412E61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075371" y="733015"/>
                  <a:ext cx="1598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48F1A15-8DCD-42C9-3980-4E8EF68F5F81}"/>
                    </a:ext>
                  </a:extLst>
                </p14:cNvPr>
                <p14:cNvContentPartPr/>
                <p14:nvPr/>
              </p14:nvContentPartPr>
              <p14:xfrm>
                <a:off x="2554091" y="389575"/>
                <a:ext cx="284040" cy="252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48F1A15-8DCD-42C9-3980-4E8EF68F5F8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545451" y="380575"/>
                  <a:ext cx="3016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268A004-380E-53D5-FE4D-2A7E99F2EBC0}"/>
                    </a:ext>
                  </a:extLst>
                </p14:cNvPr>
                <p14:cNvContentPartPr/>
                <p14:nvPr/>
              </p14:nvContentPartPr>
              <p14:xfrm>
                <a:off x="2631131" y="808615"/>
                <a:ext cx="209880" cy="136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268A004-380E-53D5-FE4D-2A7E99F2EBC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622131" y="799615"/>
                  <a:ext cx="227520" cy="3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C5A82031-4396-6C40-C20E-63B03C1059A5}"/>
                  </a:ext>
                </a:extLst>
              </p14:cNvPr>
              <p14:cNvContentPartPr/>
              <p14:nvPr/>
            </p14:nvContentPartPr>
            <p14:xfrm>
              <a:off x="411731" y="2313415"/>
              <a:ext cx="76320" cy="29124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C5A82031-4396-6C40-C20E-63B03C1059A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02731" y="2304775"/>
                <a:ext cx="9396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4B1640DA-18DB-6136-CA5F-C6906EFB7791}"/>
                  </a:ext>
                </a:extLst>
              </p14:cNvPr>
              <p14:cNvContentPartPr/>
              <p14:nvPr/>
            </p14:nvContentPartPr>
            <p14:xfrm>
              <a:off x="340451" y="2191015"/>
              <a:ext cx="225720" cy="23796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4B1640DA-18DB-6136-CA5F-C6906EFB779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31451" y="2182375"/>
                <a:ext cx="24336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A41E419A-F75D-3E4A-DBD8-A26787F1F5C2}"/>
                  </a:ext>
                </a:extLst>
              </p14:cNvPr>
              <p14:cNvContentPartPr/>
              <p14:nvPr/>
            </p14:nvContentPartPr>
            <p14:xfrm>
              <a:off x="577331" y="2372095"/>
              <a:ext cx="104400" cy="17424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A41E419A-F75D-3E4A-DBD8-A26787F1F5C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68691" y="2363455"/>
                <a:ext cx="12204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190DE91B-E4E8-DD02-CE28-45BBC274DED8}"/>
                  </a:ext>
                </a:extLst>
              </p14:cNvPr>
              <p14:cNvContentPartPr/>
              <p14:nvPr/>
            </p14:nvContentPartPr>
            <p14:xfrm>
              <a:off x="708731" y="2380735"/>
              <a:ext cx="165960" cy="18828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190DE91B-E4E8-DD02-CE28-45BBC274DED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00091" y="2372095"/>
                <a:ext cx="18360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E42F4383-AC87-3ADE-5CA7-C70C0AD6958D}"/>
                  </a:ext>
                </a:extLst>
              </p14:cNvPr>
              <p14:cNvContentPartPr/>
              <p14:nvPr/>
            </p14:nvContentPartPr>
            <p14:xfrm>
              <a:off x="901691" y="2328895"/>
              <a:ext cx="194760" cy="21564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E42F4383-AC87-3ADE-5CA7-C70C0AD6958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93051" y="2320255"/>
                <a:ext cx="21240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9E91D969-7AAF-DEA2-387C-A988050FF091}"/>
                  </a:ext>
                </a:extLst>
              </p14:cNvPr>
              <p14:cNvContentPartPr/>
              <p14:nvPr/>
            </p14:nvContentPartPr>
            <p14:xfrm>
              <a:off x="1017251" y="2396575"/>
              <a:ext cx="181440" cy="12600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9E91D969-7AAF-DEA2-387C-A988050FF091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008611" y="2387575"/>
                <a:ext cx="19908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D986FA36-EF11-E66A-33CF-00CC3954E1F3}"/>
                  </a:ext>
                </a:extLst>
              </p14:cNvPr>
              <p14:cNvContentPartPr/>
              <p14:nvPr/>
            </p14:nvContentPartPr>
            <p14:xfrm>
              <a:off x="1194371" y="2342935"/>
              <a:ext cx="6840" cy="2088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986FA36-EF11-E66A-33CF-00CC3954E1F3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185371" y="2333935"/>
                <a:ext cx="2448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7ABCA019-4958-E3C6-0D74-DF61D297209C}"/>
                  </a:ext>
                </a:extLst>
              </p14:cNvPr>
              <p14:cNvContentPartPr/>
              <p14:nvPr/>
            </p14:nvContentPartPr>
            <p14:xfrm>
              <a:off x="1296611" y="2372455"/>
              <a:ext cx="157680" cy="15624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7ABCA019-4958-E3C6-0D74-DF61D297209C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287971" y="2363455"/>
                <a:ext cx="17532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48DBD675-51E6-29C4-D999-40684AAD3B29}"/>
                  </a:ext>
                </a:extLst>
              </p14:cNvPr>
              <p14:cNvContentPartPr/>
              <p14:nvPr/>
            </p14:nvContentPartPr>
            <p14:xfrm>
              <a:off x="1716011" y="2301535"/>
              <a:ext cx="323280" cy="29556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48DBD675-51E6-29C4-D999-40684AAD3B2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707011" y="2292535"/>
                <a:ext cx="34092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CAB476AF-97EE-D77A-0EAB-DB175E7C44DE}"/>
                  </a:ext>
                </a:extLst>
              </p14:cNvPr>
              <p14:cNvContentPartPr/>
              <p14:nvPr/>
            </p14:nvContentPartPr>
            <p14:xfrm>
              <a:off x="1926251" y="2288215"/>
              <a:ext cx="81360" cy="21708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CAB476AF-97EE-D77A-0EAB-DB175E7C44DE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917611" y="2279575"/>
                <a:ext cx="9900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8EF900AB-88FB-7BB2-BBC9-AF3E2DA340AF}"/>
                  </a:ext>
                </a:extLst>
              </p14:cNvPr>
              <p14:cNvContentPartPr/>
              <p14:nvPr/>
            </p14:nvContentPartPr>
            <p14:xfrm>
              <a:off x="2057651" y="2300455"/>
              <a:ext cx="133200" cy="19152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8EF900AB-88FB-7BB2-BBC9-AF3E2DA340AF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049011" y="2291815"/>
                <a:ext cx="15084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21BA00CD-631B-BC22-B0CB-5DAACA972578}"/>
                  </a:ext>
                </a:extLst>
              </p14:cNvPr>
              <p14:cNvContentPartPr/>
              <p14:nvPr/>
            </p14:nvContentPartPr>
            <p14:xfrm>
              <a:off x="2247371" y="2302615"/>
              <a:ext cx="260640" cy="18756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21BA00CD-631B-BC22-B0CB-5DAACA972578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238371" y="2293975"/>
                <a:ext cx="27828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BD24BF85-E1DF-5673-CCA2-617C3A13CA23}"/>
                  </a:ext>
                </a:extLst>
              </p14:cNvPr>
              <p14:cNvContentPartPr/>
              <p14:nvPr/>
            </p14:nvContentPartPr>
            <p14:xfrm>
              <a:off x="2843891" y="2238175"/>
              <a:ext cx="24480" cy="2055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BD24BF85-E1DF-5673-CCA2-617C3A13CA2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834891" y="2229535"/>
                <a:ext cx="4212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BF02F9D3-D118-DD31-07D1-88912D7CE458}"/>
                  </a:ext>
                </a:extLst>
              </p14:cNvPr>
              <p14:cNvContentPartPr/>
              <p14:nvPr/>
            </p14:nvContentPartPr>
            <p14:xfrm>
              <a:off x="2673251" y="2178055"/>
              <a:ext cx="254880" cy="1692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BF02F9D3-D118-DD31-07D1-88912D7CE458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664611" y="2169055"/>
                <a:ext cx="27252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F1CDE7AA-60FF-FD9B-F1FA-D9FE3577B7C0}"/>
                  </a:ext>
                </a:extLst>
              </p14:cNvPr>
              <p14:cNvContentPartPr/>
              <p14:nvPr/>
            </p14:nvContentPartPr>
            <p14:xfrm>
              <a:off x="2725091" y="2406655"/>
              <a:ext cx="354600" cy="3420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F1CDE7AA-60FF-FD9B-F1FA-D9FE3577B7C0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716451" y="2397655"/>
                <a:ext cx="37224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2853E7BF-3800-3554-A9C7-241D694B2734}"/>
                  </a:ext>
                </a:extLst>
              </p14:cNvPr>
              <p14:cNvContentPartPr/>
              <p14:nvPr/>
            </p14:nvContentPartPr>
            <p14:xfrm>
              <a:off x="3143051" y="2207935"/>
              <a:ext cx="263520" cy="21276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2853E7BF-3800-3554-A9C7-241D694B2734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134411" y="2199295"/>
                <a:ext cx="281160" cy="23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7197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A774339F-9A96-52D1-7858-DD4BB29927DE}"/>
              </a:ext>
            </a:extLst>
          </p:cNvPr>
          <p:cNvGrpSpPr/>
          <p:nvPr/>
        </p:nvGrpSpPr>
        <p:grpSpPr>
          <a:xfrm>
            <a:off x="313091" y="310015"/>
            <a:ext cx="972000" cy="466560"/>
            <a:chOff x="313091" y="310015"/>
            <a:chExt cx="972000" cy="46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2D3C3B6-8A27-D73B-72E9-C18DB6F14215}"/>
                    </a:ext>
                  </a:extLst>
                </p14:cNvPr>
                <p14:cNvContentPartPr/>
                <p14:nvPr/>
              </p14:nvContentPartPr>
              <p14:xfrm>
                <a:off x="313091" y="310015"/>
                <a:ext cx="183600" cy="2674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2D3C3B6-8A27-D73B-72E9-C18DB6F1421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04091" y="301375"/>
                  <a:ext cx="20124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8519DE0-13CC-3051-E8DE-E76D63EB653B}"/>
                    </a:ext>
                  </a:extLst>
                </p14:cNvPr>
                <p14:cNvContentPartPr/>
                <p14:nvPr/>
              </p14:nvContentPartPr>
              <p14:xfrm>
                <a:off x="361331" y="459775"/>
                <a:ext cx="161280" cy="1594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8519DE0-13CC-3051-E8DE-E76D63EB653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52691" y="451135"/>
                  <a:ext cx="1789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432F95D-8643-7A66-C0E9-625EF8A8D5CB}"/>
                    </a:ext>
                  </a:extLst>
                </p14:cNvPr>
                <p14:cNvContentPartPr/>
                <p14:nvPr/>
              </p14:nvContentPartPr>
              <p14:xfrm>
                <a:off x="615851" y="417295"/>
                <a:ext cx="36360" cy="1800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432F95D-8643-7A66-C0E9-625EF8A8D5C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07211" y="408655"/>
                  <a:ext cx="540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8C85587-6243-C12F-1455-9BAA78EC7E74}"/>
                    </a:ext>
                  </a:extLst>
                </p14:cNvPr>
                <p14:cNvContentPartPr/>
                <p14:nvPr/>
              </p14:nvContentPartPr>
              <p14:xfrm>
                <a:off x="701531" y="446095"/>
                <a:ext cx="69120" cy="1137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8C85587-6243-C12F-1455-9BAA78EC7E7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92891" y="437095"/>
                  <a:ext cx="867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5BC1480-4597-A445-E3EE-A56C7BA8069E}"/>
                    </a:ext>
                  </a:extLst>
                </p14:cNvPr>
                <p14:cNvContentPartPr/>
                <p14:nvPr/>
              </p14:nvContentPartPr>
              <p14:xfrm>
                <a:off x="779291" y="459415"/>
                <a:ext cx="106200" cy="126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5BC1480-4597-A445-E3EE-A56C7BA8069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70651" y="450415"/>
                  <a:ext cx="1238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CBEEFC7-317E-6420-4D42-09BBB3D89D6A}"/>
                    </a:ext>
                  </a:extLst>
                </p14:cNvPr>
                <p14:cNvContentPartPr/>
                <p14:nvPr/>
              </p14:nvContentPartPr>
              <p14:xfrm>
                <a:off x="954971" y="424135"/>
                <a:ext cx="153720" cy="1990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CBEEFC7-317E-6420-4D42-09BBB3D89D6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46331" y="415135"/>
                  <a:ext cx="1713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2CA697B-5896-B0FC-9D43-E44556F2909F}"/>
                    </a:ext>
                  </a:extLst>
                </p14:cNvPr>
                <p14:cNvContentPartPr/>
                <p14:nvPr/>
              </p14:nvContentPartPr>
              <p14:xfrm>
                <a:off x="477611" y="455815"/>
                <a:ext cx="788760" cy="3207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2CA697B-5896-B0FC-9D43-E44556F2909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68611" y="447175"/>
                  <a:ext cx="80640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127998E-1650-C999-44C4-7BC210177EE9}"/>
                    </a:ext>
                  </a:extLst>
                </p14:cNvPr>
                <p14:cNvContentPartPr/>
                <p14:nvPr/>
              </p14:nvContentPartPr>
              <p14:xfrm>
                <a:off x="1266731" y="554455"/>
                <a:ext cx="18360" cy="331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127998E-1650-C999-44C4-7BC210177EE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258091" y="545815"/>
                  <a:ext cx="36000" cy="5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10DDA6D-9F93-B112-D161-2C9BDBDD4F38}"/>
              </a:ext>
            </a:extLst>
          </p:cNvPr>
          <p:cNvGrpSpPr/>
          <p:nvPr/>
        </p:nvGrpSpPr>
        <p:grpSpPr>
          <a:xfrm>
            <a:off x="1632491" y="389935"/>
            <a:ext cx="1165680" cy="375120"/>
            <a:chOff x="1632491" y="389935"/>
            <a:chExt cx="1165680" cy="37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29E01AE-315E-31AD-05D8-F75B1D62C3EF}"/>
                    </a:ext>
                  </a:extLst>
                </p14:cNvPr>
                <p14:cNvContentPartPr/>
                <p14:nvPr/>
              </p14:nvContentPartPr>
              <p14:xfrm>
                <a:off x="1632491" y="392455"/>
                <a:ext cx="204120" cy="3250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29E01AE-315E-31AD-05D8-F75B1D62C3E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623851" y="383815"/>
                  <a:ext cx="22176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4FD1851-A737-51DA-4528-4A0FE64B91C5}"/>
                    </a:ext>
                  </a:extLst>
                </p14:cNvPr>
                <p14:cNvContentPartPr/>
                <p14:nvPr/>
              </p14:nvContentPartPr>
              <p14:xfrm>
                <a:off x="1942091" y="471655"/>
                <a:ext cx="99000" cy="925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4FD1851-A737-51DA-4528-4A0FE64B91C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33091" y="463015"/>
                  <a:ext cx="1166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5365487-BEE2-22E0-3AE3-7DDB23F38A44}"/>
                    </a:ext>
                  </a:extLst>
                </p14:cNvPr>
                <p14:cNvContentPartPr/>
                <p14:nvPr/>
              </p14:nvContentPartPr>
              <p14:xfrm>
                <a:off x="2211011" y="408655"/>
                <a:ext cx="213480" cy="2170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5365487-BEE2-22E0-3AE3-7DDB23F38A4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02371" y="400015"/>
                  <a:ext cx="23112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E53ACD7-B8FA-6866-5B08-37C1F3C0617C}"/>
                    </a:ext>
                  </a:extLst>
                </p14:cNvPr>
                <p14:cNvContentPartPr/>
                <p14:nvPr/>
              </p14:nvContentPartPr>
              <p14:xfrm>
                <a:off x="2495411" y="389935"/>
                <a:ext cx="15840" cy="2098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E53ACD7-B8FA-6866-5B08-37C1F3C0617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486411" y="381295"/>
                  <a:ext cx="3348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1D79C0A-5117-8D14-9FB8-917B1B52D86A}"/>
                    </a:ext>
                  </a:extLst>
                </p14:cNvPr>
                <p14:cNvContentPartPr/>
                <p14:nvPr/>
              </p14:nvContentPartPr>
              <p14:xfrm>
                <a:off x="2525291" y="440695"/>
                <a:ext cx="272880" cy="324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1D79C0A-5117-8D14-9FB8-917B1B52D86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16651" y="432055"/>
                  <a:ext cx="290520" cy="34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FE3ED53-ADFA-4416-7DD8-1A9C0997A895}"/>
              </a:ext>
            </a:extLst>
          </p:cNvPr>
          <p:cNvGrpSpPr/>
          <p:nvPr/>
        </p:nvGrpSpPr>
        <p:grpSpPr>
          <a:xfrm>
            <a:off x="1435211" y="1058455"/>
            <a:ext cx="620640" cy="304560"/>
            <a:chOff x="1435211" y="1058455"/>
            <a:chExt cx="620640" cy="30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C1C7278-9190-3AA0-E2C9-4D3F937B7573}"/>
                    </a:ext>
                  </a:extLst>
                </p14:cNvPr>
                <p14:cNvContentPartPr/>
                <p14:nvPr/>
              </p14:nvContentPartPr>
              <p14:xfrm>
                <a:off x="1634291" y="1074655"/>
                <a:ext cx="36720" cy="2538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C1C7278-9190-3AA0-E2C9-4D3F937B757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625291" y="1065655"/>
                  <a:ext cx="543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95D1215-4738-ECEE-5BD3-B97BA45D0584}"/>
                    </a:ext>
                  </a:extLst>
                </p14:cNvPr>
                <p14:cNvContentPartPr/>
                <p14:nvPr/>
              </p14:nvContentPartPr>
              <p14:xfrm>
                <a:off x="1435211" y="1058455"/>
                <a:ext cx="336960" cy="439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95D1215-4738-ECEE-5BD3-B97BA45D058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426571" y="1049455"/>
                  <a:ext cx="3546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79E3139-C190-F80B-F88A-FF71C513E7EC}"/>
                    </a:ext>
                  </a:extLst>
                </p14:cNvPr>
                <p14:cNvContentPartPr/>
                <p14:nvPr/>
              </p14:nvContentPartPr>
              <p14:xfrm>
                <a:off x="1807091" y="1139095"/>
                <a:ext cx="238320" cy="2239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79E3139-C190-F80B-F88A-FF71C513E7E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798451" y="1130455"/>
                  <a:ext cx="2559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9608011-215A-4206-0DE0-0BFCB868CCC0}"/>
                    </a:ext>
                  </a:extLst>
                </p14:cNvPr>
                <p14:cNvContentPartPr/>
                <p14:nvPr/>
              </p14:nvContentPartPr>
              <p14:xfrm>
                <a:off x="1956131" y="1214695"/>
                <a:ext cx="99720" cy="255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9608011-215A-4206-0DE0-0BFCB868CCC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947131" y="1206055"/>
                  <a:ext cx="117360" cy="4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E2E3593-B8CE-DF56-D277-D1BBE19C30E6}"/>
              </a:ext>
            </a:extLst>
          </p:cNvPr>
          <p:cNvGrpSpPr/>
          <p:nvPr/>
        </p:nvGrpSpPr>
        <p:grpSpPr>
          <a:xfrm>
            <a:off x="2252771" y="1050535"/>
            <a:ext cx="939240" cy="236520"/>
            <a:chOff x="2252771" y="1050535"/>
            <a:chExt cx="939240" cy="23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CB14627-DFE0-1114-F767-6AA23D48D07E}"/>
                    </a:ext>
                  </a:extLst>
                </p14:cNvPr>
                <p14:cNvContentPartPr/>
                <p14:nvPr/>
              </p14:nvContentPartPr>
              <p14:xfrm>
                <a:off x="2252771" y="1050535"/>
                <a:ext cx="162720" cy="1569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CB14627-DFE0-1114-F767-6AA23D48D07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243771" y="1041895"/>
                  <a:ext cx="1803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FBA575B-192E-DE8C-B6EC-AD4961F9D62B}"/>
                    </a:ext>
                  </a:extLst>
                </p14:cNvPr>
                <p14:cNvContentPartPr/>
                <p14:nvPr/>
              </p14:nvContentPartPr>
              <p14:xfrm>
                <a:off x="2392811" y="1076455"/>
                <a:ext cx="13680" cy="2106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FBA575B-192E-DE8C-B6EC-AD4961F9D62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383811" y="1067455"/>
                  <a:ext cx="3132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F6801CA-5D3C-7117-54AA-73346BA5A195}"/>
                    </a:ext>
                  </a:extLst>
                </p14:cNvPr>
                <p14:cNvContentPartPr/>
                <p14:nvPr/>
              </p14:nvContentPartPr>
              <p14:xfrm>
                <a:off x="2487131" y="1109935"/>
                <a:ext cx="179640" cy="1699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F6801CA-5D3C-7117-54AA-73346BA5A19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478131" y="1101295"/>
                  <a:ext cx="1972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C885E0B-1915-B595-9C5B-D6879590DC9F}"/>
                    </a:ext>
                  </a:extLst>
                </p14:cNvPr>
                <p14:cNvContentPartPr/>
                <p14:nvPr/>
              </p14:nvContentPartPr>
              <p14:xfrm>
                <a:off x="2735171" y="1106695"/>
                <a:ext cx="141480" cy="1530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C885E0B-1915-B595-9C5B-D6879590DC9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726171" y="1098055"/>
                  <a:ext cx="1591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D9EA46C-53D9-8EAC-8D54-0785F905B6FA}"/>
                    </a:ext>
                  </a:extLst>
                </p14:cNvPr>
                <p14:cNvContentPartPr/>
                <p14:nvPr/>
              </p14:nvContentPartPr>
              <p14:xfrm>
                <a:off x="2986811" y="1063855"/>
                <a:ext cx="42480" cy="1774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D9EA46C-53D9-8EAC-8D54-0785F905B6F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977811" y="1055215"/>
                  <a:ext cx="6012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23912FE-59DD-15BB-B3D9-11F07D78A4E6}"/>
                    </a:ext>
                  </a:extLst>
                </p14:cNvPr>
                <p14:cNvContentPartPr/>
                <p14:nvPr/>
              </p14:nvContentPartPr>
              <p14:xfrm>
                <a:off x="3036491" y="1060615"/>
                <a:ext cx="155520" cy="1710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23912FE-59DD-15BB-B3D9-11F07D78A4E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027491" y="1051975"/>
                  <a:ext cx="173160" cy="18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FDE5D5C-84DD-B27D-2E4F-E5AFCE9623B1}"/>
              </a:ext>
            </a:extLst>
          </p:cNvPr>
          <p:cNvGrpSpPr/>
          <p:nvPr/>
        </p:nvGrpSpPr>
        <p:grpSpPr>
          <a:xfrm>
            <a:off x="1586051" y="1745335"/>
            <a:ext cx="932760" cy="314280"/>
            <a:chOff x="1586051" y="1745335"/>
            <a:chExt cx="932760" cy="31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C7153C3-4A1A-72A2-A1F2-5AA2711FA3CB}"/>
                    </a:ext>
                  </a:extLst>
                </p14:cNvPr>
                <p14:cNvContentPartPr/>
                <p14:nvPr/>
              </p14:nvContentPartPr>
              <p14:xfrm>
                <a:off x="1586051" y="1761175"/>
                <a:ext cx="199800" cy="2203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C7153C3-4A1A-72A2-A1F2-5AA2711FA3C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577051" y="1752175"/>
                  <a:ext cx="2174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631C1A6-8513-A02C-193E-8EF997B5F1C1}"/>
                    </a:ext>
                  </a:extLst>
                </p14:cNvPr>
                <p14:cNvContentPartPr/>
                <p14:nvPr/>
              </p14:nvContentPartPr>
              <p14:xfrm>
                <a:off x="1594691" y="1745335"/>
                <a:ext cx="146880" cy="2498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631C1A6-8513-A02C-193E-8EF997B5F1C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585691" y="1736335"/>
                  <a:ext cx="1645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DE36842-3D47-B32C-D43E-D4E84DC6AB33}"/>
                    </a:ext>
                  </a:extLst>
                </p14:cNvPr>
                <p14:cNvContentPartPr/>
                <p14:nvPr/>
              </p14:nvContentPartPr>
              <p14:xfrm>
                <a:off x="1861451" y="1947655"/>
                <a:ext cx="38880" cy="1119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DE36842-3D47-B32C-D43E-D4E84DC6AB3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852451" y="1939015"/>
                  <a:ext cx="565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E04258E-BF0F-8181-1822-82BA8E486A27}"/>
                    </a:ext>
                  </a:extLst>
                </p14:cNvPr>
                <p14:cNvContentPartPr/>
                <p14:nvPr/>
              </p14:nvContentPartPr>
              <p14:xfrm>
                <a:off x="2009771" y="1845055"/>
                <a:ext cx="108000" cy="82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E04258E-BF0F-8181-1822-82BA8E486A2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000771" y="1836415"/>
                  <a:ext cx="1256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208BEE4-C89E-21E9-9B36-7F38DD8748AD}"/>
                    </a:ext>
                  </a:extLst>
                </p14:cNvPr>
                <p14:cNvContentPartPr/>
                <p14:nvPr/>
              </p14:nvContentPartPr>
              <p14:xfrm>
                <a:off x="2016611" y="1901575"/>
                <a:ext cx="124200" cy="295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208BEE4-C89E-21E9-9B36-7F38DD8748A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007971" y="1892935"/>
                  <a:ext cx="1418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492B057-9B61-72E9-6EA3-5AFF64B5EA56}"/>
                    </a:ext>
                  </a:extLst>
                </p14:cNvPr>
                <p14:cNvContentPartPr/>
                <p14:nvPr/>
              </p14:nvContentPartPr>
              <p14:xfrm>
                <a:off x="2306771" y="1787095"/>
                <a:ext cx="212040" cy="180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492B057-9B61-72E9-6EA3-5AFF64B5EA5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298131" y="1778455"/>
                  <a:ext cx="229680" cy="19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EFDFBE4-F853-5697-EDF4-E30F3EA08FEC}"/>
              </a:ext>
            </a:extLst>
          </p:cNvPr>
          <p:cNvGrpSpPr/>
          <p:nvPr/>
        </p:nvGrpSpPr>
        <p:grpSpPr>
          <a:xfrm>
            <a:off x="1572371" y="2418895"/>
            <a:ext cx="1170720" cy="292320"/>
            <a:chOff x="1572371" y="2418895"/>
            <a:chExt cx="1170720" cy="29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369618E-614C-B25F-E98C-E6AF26E3CC18}"/>
                    </a:ext>
                  </a:extLst>
                </p14:cNvPr>
                <p14:cNvContentPartPr/>
                <p14:nvPr/>
              </p14:nvContentPartPr>
              <p14:xfrm>
                <a:off x="1572371" y="2434375"/>
                <a:ext cx="152640" cy="1544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369618E-614C-B25F-E98C-E6AF26E3CC1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563731" y="2425735"/>
                  <a:ext cx="1702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B0479AE-8029-B951-0177-5FC63BECE272}"/>
                    </a:ext>
                  </a:extLst>
                </p14:cNvPr>
                <p14:cNvContentPartPr/>
                <p14:nvPr/>
              </p14:nvContentPartPr>
              <p14:xfrm>
                <a:off x="1579211" y="2418895"/>
                <a:ext cx="112680" cy="2239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B0479AE-8029-B951-0177-5FC63BECE27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570571" y="2409895"/>
                  <a:ext cx="1303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BD4DBE4-A638-0AF5-1E73-B5AED5C02A98}"/>
                    </a:ext>
                  </a:extLst>
                </p14:cNvPr>
                <p14:cNvContentPartPr/>
                <p14:nvPr/>
              </p14:nvContentPartPr>
              <p14:xfrm>
                <a:off x="1759931" y="2569375"/>
                <a:ext cx="146160" cy="1418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BD4DBE4-A638-0AF5-1E73-B5AED5C02A9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750931" y="2560735"/>
                  <a:ext cx="1638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99E8729-CB9C-74D0-93A5-75ECC77AF113}"/>
                    </a:ext>
                  </a:extLst>
                </p14:cNvPr>
                <p14:cNvContentPartPr/>
                <p14:nvPr/>
              </p14:nvContentPartPr>
              <p14:xfrm>
                <a:off x="2004371" y="2483695"/>
                <a:ext cx="78120" cy="68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99E8729-CB9C-74D0-93A5-75ECC77AF11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995731" y="2474695"/>
                  <a:ext cx="957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6986502-0F45-995C-E25F-F1C086A21523}"/>
                    </a:ext>
                  </a:extLst>
                </p14:cNvPr>
                <p14:cNvContentPartPr/>
                <p14:nvPr/>
              </p14:nvContentPartPr>
              <p14:xfrm>
                <a:off x="2027771" y="2548495"/>
                <a:ext cx="82080" cy="158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6986502-0F45-995C-E25F-F1C086A2152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18771" y="2539495"/>
                  <a:ext cx="997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CDF2B43-E5C5-74FC-0FC2-043BFEFA4383}"/>
                    </a:ext>
                  </a:extLst>
                </p14:cNvPr>
                <p14:cNvContentPartPr/>
                <p14:nvPr/>
              </p14:nvContentPartPr>
              <p14:xfrm>
                <a:off x="2202731" y="2428615"/>
                <a:ext cx="146880" cy="1940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CDF2B43-E5C5-74FC-0FC2-043BFEFA438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193731" y="2419975"/>
                  <a:ext cx="1645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41827D4-4E61-26FF-750A-AB4C2D151C1E}"/>
                    </a:ext>
                  </a:extLst>
                </p14:cNvPr>
                <p14:cNvContentPartPr/>
                <p14:nvPr/>
              </p14:nvContentPartPr>
              <p14:xfrm>
                <a:off x="2427731" y="2539495"/>
                <a:ext cx="33120" cy="457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41827D4-4E61-26FF-750A-AB4C2D151C1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418731" y="2530855"/>
                  <a:ext cx="507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D973FCF-905F-8643-5572-BDDF413E4B72}"/>
                    </a:ext>
                  </a:extLst>
                </p14:cNvPr>
                <p14:cNvContentPartPr/>
                <p14:nvPr/>
              </p14:nvContentPartPr>
              <p14:xfrm>
                <a:off x="2544371" y="2422855"/>
                <a:ext cx="198720" cy="1836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D973FCF-905F-8643-5572-BDDF413E4B7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535371" y="2414215"/>
                  <a:ext cx="216360" cy="20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D7DD15E-950E-154E-8FFC-1D5432308E6D}"/>
              </a:ext>
            </a:extLst>
          </p:cNvPr>
          <p:cNvGrpSpPr/>
          <p:nvPr/>
        </p:nvGrpSpPr>
        <p:grpSpPr>
          <a:xfrm>
            <a:off x="1438451" y="3082015"/>
            <a:ext cx="911160" cy="379080"/>
            <a:chOff x="1438451" y="3082015"/>
            <a:chExt cx="911160" cy="37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38107C1-8F8E-E329-B369-A9465ECC2CC9}"/>
                    </a:ext>
                  </a:extLst>
                </p14:cNvPr>
                <p14:cNvContentPartPr/>
                <p14:nvPr/>
              </p14:nvContentPartPr>
              <p14:xfrm>
                <a:off x="1536731" y="3102175"/>
                <a:ext cx="18000" cy="2739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38107C1-8F8E-E329-B369-A9465ECC2CC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527731" y="3093535"/>
                  <a:ext cx="3564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4557ECD-FEC4-5D45-7074-2DEBBD4E9569}"/>
                    </a:ext>
                  </a:extLst>
                </p14:cNvPr>
                <p14:cNvContentPartPr/>
                <p14:nvPr/>
              </p14:nvContentPartPr>
              <p14:xfrm>
                <a:off x="1438451" y="3082015"/>
                <a:ext cx="224280" cy="1717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4557ECD-FEC4-5D45-7074-2DEBBD4E956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429451" y="3073015"/>
                  <a:ext cx="2419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E78CA4C-B583-C4AA-1F34-602C541CDA9F}"/>
                    </a:ext>
                  </a:extLst>
                </p14:cNvPr>
                <p14:cNvContentPartPr/>
                <p14:nvPr/>
              </p14:nvContentPartPr>
              <p14:xfrm>
                <a:off x="1664891" y="3287935"/>
                <a:ext cx="163080" cy="1159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E78CA4C-B583-C4AA-1F34-602C541CDA9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656251" y="3279295"/>
                  <a:ext cx="1807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4F52BAB-7933-08A6-BCC8-9A5289849337}"/>
                    </a:ext>
                  </a:extLst>
                </p14:cNvPr>
                <p14:cNvContentPartPr/>
                <p14:nvPr/>
              </p14:nvContentPartPr>
              <p14:xfrm>
                <a:off x="1904651" y="3198295"/>
                <a:ext cx="97920" cy="136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4F52BAB-7933-08A6-BCC8-9A528984933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895651" y="3189295"/>
                  <a:ext cx="1155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BC4B1B7-3F8A-266B-B410-3C582C85B355}"/>
                    </a:ext>
                  </a:extLst>
                </p14:cNvPr>
                <p14:cNvContentPartPr/>
                <p14:nvPr/>
              </p14:nvContentPartPr>
              <p14:xfrm>
                <a:off x="1928051" y="3259135"/>
                <a:ext cx="129240" cy="273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BC4B1B7-3F8A-266B-B410-3C582C85B35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919051" y="3250495"/>
                  <a:ext cx="1468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8DE7DBF-5644-A69A-A57F-288743E72F5F}"/>
                    </a:ext>
                  </a:extLst>
                </p14:cNvPr>
                <p14:cNvContentPartPr/>
                <p14:nvPr/>
              </p14:nvContentPartPr>
              <p14:xfrm>
                <a:off x="2168531" y="3132415"/>
                <a:ext cx="28800" cy="2228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8DE7DBF-5644-A69A-A57F-288743E72F5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159531" y="3123775"/>
                  <a:ext cx="4644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07D9DC4-1D5D-0E06-31F8-DC2E081EB120}"/>
                    </a:ext>
                  </a:extLst>
                </p14:cNvPr>
                <p14:cNvContentPartPr/>
                <p14:nvPr/>
              </p14:nvContentPartPr>
              <p14:xfrm>
                <a:off x="2133971" y="3115855"/>
                <a:ext cx="196920" cy="1404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07D9DC4-1D5D-0E06-31F8-DC2E081EB12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125331" y="3106855"/>
                  <a:ext cx="2145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92B6E08-30FD-B3B0-3266-6A5CC3541CDE}"/>
                    </a:ext>
                  </a:extLst>
                </p14:cNvPr>
                <p14:cNvContentPartPr/>
                <p14:nvPr/>
              </p14:nvContentPartPr>
              <p14:xfrm>
                <a:off x="2335931" y="3316015"/>
                <a:ext cx="13680" cy="1450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92B6E08-30FD-B3B0-3266-6A5CC3541CD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326931" y="3307015"/>
                  <a:ext cx="31320" cy="162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2543324F-5E82-09B8-FF3E-6E1EE12EEA91}"/>
                  </a:ext>
                </a:extLst>
              </p14:cNvPr>
              <p14:cNvContentPartPr/>
              <p14:nvPr/>
            </p14:nvContentPartPr>
            <p14:xfrm>
              <a:off x="309491" y="4475575"/>
              <a:ext cx="1217880" cy="4284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2543324F-5E82-09B8-FF3E-6E1EE12EEA91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00491" y="4466575"/>
                <a:ext cx="1235520" cy="6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53D14DA5-0F72-39EE-05BA-F6CAFAF1A3F5}"/>
              </a:ext>
            </a:extLst>
          </p:cNvPr>
          <p:cNvGrpSpPr/>
          <p:nvPr/>
        </p:nvGrpSpPr>
        <p:grpSpPr>
          <a:xfrm>
            <a:off x="184571" y="4082815"/>
            <a:ext cx="1433160" cy="258120"/>
            <a:chOff x="184571" y="4082815"/>
            <a:chExt cx="1433160" cy="25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6B17B6D-12C3-7C21-578F-6CB178FD2A2A}"/>
                    </a:ext>
                  </a:extLst>
                </p14:cNvPr>
                <p14:cNvContentPartPr/>
                <p14:nvPr/>
              </p14:nvContentPartPr>
              <p14:xfrm>
                <a:off x="186731" y="4082815"/>
                <a:ext cx="207360" cy="2581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6B17B6D-12C3-7C21-578F-6CB178FD2A2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78091" y="4074175"/>
                  <a:ext cx="22500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1122558-2E69-D5CF-AD26-04C45252F3CA}"/>
                    </a:ext>
                  </a:extLst>
                </p14:cNvPr>
                <p14:cNvContentPartPr/>
                <p14:nvPr/>
              </p14:nvContentPartPr>
              <p14:xfrm>
                <a:off x="184571" y="4218175"/>
                <a:ext cx="196560" cy="475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1122558-2E69-D5CF-AD26-04C45252F3C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75571" y="4209535"/>
                  <a:ext cx="2142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3AF0D8E-B324-6667-DA6A-CA74B35F4979}"/>
                    </a:ext>
                  </a:extLst>
                </p14:cNvPr>
                <p14:cNvContentPartPr/>
                <p14:nvPr/>
              </p14:nvContentPartPr>
              <p14:xfrm>
                <a:off x="435851" y="4190095"/>
                <a:ext cx="137880" cy="1209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3AF0D8E-B324-6667-DA6A-CA74B35F497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27211" y="4181095"/>
                  <a:ext cx="1555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7685CC3-2A83-B686-D08F-DFE9F6246F34}"/>
                    </a:ext>
                  </a:extLst>
                </p14:cNvPr>
                <p14:cNvContentPartPr/>
                <p14:nvPr/>
              </p14:nvContentPartPr>
              <p14:xfrm>
                <a:off x="576971" y="4169935"/>
                <a:ext cx="140040" cy="1476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7685CC3-2A83-B686-D08F-DFE9F6246F3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68331" y="4160935"/>
                  <a:ext cx="1576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4347663-C968-80C5-8923-9CD68C77AC60}"/>
                    </a:ext>
                  </a:extLst>
                </p14:cNvPr>
                <p14:cNvContentPartPr/>
                <p14:nvPr/>
              </p14:nvContentPartPr>
              <p14:xfrm>
                <a:off x="737891" y="4173895"/>
                <a:ext cx="182520" cy="1432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4347663-C968-80C5-8923-9CD68C77AC6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28891" y="4164895"/>
                  <a:ext cx="2001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88930A6-1C6F-C34D-FAED-9C82BCD1E297}"/>
                    </a:ext>
                  </a:extLst>
                </p14:cNvPr>
                <p14:cNvContentPartPr/>
                <p14:nvPr/>
              </p14:nvContentPartPr>
              <p14:xfrm>
                <a:off x="936971" y="4161295"/>
                <a:ext cx="501120" cy="1591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88930A6-1C6F-C34D-FAED-9C82BCD1E29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27971" y="4152655"/>
                  <a:ext cx="5187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8233676-A360-997C-9EB7-7A5B0A588EE8}"/>
                    </a:ext>
                  </a:extLst>
                </p14:cNvPr>
                <p14:cNvContentPartPr/>
                <p14:nvPr/>
              </p14:nvContentPartPr>
              <p14:xfrm>
                <a:off x="1563011" y="4238695"/>
                <a:ext cx="5040" cy="32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8233676-A360-997C-9EB7-7A5B0A588EE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554371" y="4229695"/>
                  <a:ext cx="226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0CDEEF8-A82A-3631-942B-94D01ECABB06}"/>
                    </a:ext>
                  </a:extLst>
                </p14:cNvPr>
                <p14:cNvContentPartPr/>
                <p14:nvPr/>
              </p14:nvContentPartPr>
              <p14:xfrm>
                <a:off x="1606571" y="4327255"/>
                <a:ext cx="11160" cy="68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0CDEEF8-A82A-3631-942B-94D01ECABB0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597931" y="4318615"/>
                  <a:ext cx="28800" cy="2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3F808388-452E-7774-3D21-721C625BF441}"/>
              </a:ext>
            </a:extLst>
          </p:cNvPr>
          <p:cNvGrpSpPr/>
          <p:nvPr/>
        </p:nvGrpSpPr>
        <p:grpSpPr>
          <a:xfrm>
            <a:off x="1857491" y="4175335"/>
            <a:ext cx="1037880" cy="221400"/>
            <a:chOff x="1857491" y="4175335"/>
            <a:chExt cx="1037880" cy="22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56A78E6-7943-C7E3-FA4C-DD41F26C4875}"/>
                    </a:ext>
                  </a:extLst>
                </p14:cNvPr>
                <p14:cNvContentPartPr/>
                <p14:nvPr/>
              </p14:nvContentPartPr>
              <p14:xfrm>
                <a:off x="1857491" y="4175335"/>
                <a:ext cx="253080" cy="1900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56A78E6-7943-C7E3-FA4C-DD41F26C487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848851" y="4166335"/>
                  <a:ext cx="2707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0C3089C-DF0A-9C60-87A6-ACE4A8C7B375}"/>
                    </a:ext>
                  </a:extLst>
                </p14:cNvPr>
                <p14:cNvContentPartPr/>
                <p14:nvPr/>
              </p14:nvContentPartPr>
              <p14:xfrm>
                <a:off x="2177171" y="4383415"/>
                <a:ext cx="9720" cy="118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0C3089C-DF0A-9C60-87A6-ACE4A8C7B37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168171" y="4374415"/>
                  <a:ext cx="273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330C874-F198-39CD-F423-DB69A5005859}"/>
                    </a:ext>
                  </a:extLst>
                </p14:cNvPr>
                <p14:cNvContentPartPr/>
                <p14:nvPr/>
              </p14:nvContentPartPr>
              <p14:xfrm>
                <a:off x="2285891" y="4203055"/>
                <a:ext cx="151200" cy="1854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330C874-F198-39CD-F423-DB69A500585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277251" y="4194055"/>
                  <a:ext cx="1688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CE6C61E-5E81-2A49-8AE3-767C7DDA3A8E}"/>
                    </a:ext>
                  </a:extLst>
                </p14:cNvPr>
                <p14:cNvContentPartPr/>
                <p14:nvPr/>
              </p14:nvContentPartPr>
              <p14:xfrm>
                <a:off x="2507291" y="4349935"/>
                <a:ext cx="49680" cy="280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CE6C61E-5E81-2A49-8AE3-767C7DDA3A8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498651" y="4341295"/>
                  <a:ext cx="673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73B5B0B-F8EC-28BC-9608-F3FCBF59185E}"/>
                    </a:ext>
                  </a:extLst>
                </p14:cNvPr>
                <p14:cNvContentPartPr/>
                <p14:nvPr/>
              </p14:nvContentPartPr>
              <p14:xfrm>
                <a:off x="2615651" y="4193335"/>
                <a:ext cx="181080" cy="1958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73B5B0B-F8EC-28BC-9608-F3FCBF59185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606651" y="4184695"/>
                  <a:ext cx="19872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2F9E053-68B8-19C3-5A52-B8A2F937AC70}"/>
                    </a:ext>
                  </a:extLst>
                </p14:cNvPr>
                <p14:cNvContentPartPr/>
                <p14:nvPr/>
              </p14:nvContentPartPr>
              <p14:xfrm>
                <a:off x="2889971" y="4385215"/>
                <a:ext cx="5400" cy="115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2F9E053-68B8-19C3-5A52-B8A2F937AC7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880971" y="4376215"/>
                  <a:ext cx="2304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537C836-6B0E-1EF2-54EA-F08929FA79F8}"/>
              </a:ext>
            </a:extLst>
          </p:cNvPr>
          <p:cNvGrpSpPr/>
          <p:nvPr/>
        </p:nvGrpSpPr>
        <p:grpSpPr>
          <a:xfrm>
            <a:off x="2830211" y="372655"/>
            <a:ext cx="265320" cy="215640"/>
            <a:chOff x="2830211" y="372655"/>
            <a:chExt cx="265320" cy="21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FF7EE16-C16F-BA7B-7459-467DD1F752C9}"/>
                    </a:ext>
                  </a:extLst>
                </p14:cNvPr>
                <p14:cNvContentPartPr/>
                <p14:nvPr/>
              </p14:nvContentPartPr>
              <p14:xfrm>
                <a:off x="2830211" y="478855"/>
                <a:ext cx="9000" cy="86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FF7EE16-C16F-BA7B-7459-467DD1F752C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821571" y="469855"/>
                  <a:ext cx="266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7588475-370A-3934-19EC-CEEB315A56E2}"/>
                    </a:ext>
                  </a:extLst>
                </p14:cNvPr>
                <p14:cNvContentPartPr/>
                <p14:nvPr/>
              </p14:nvContentPartPr>
              <p14:xfrm>
                <a:off x="2847131" y="372655"/>
                <a:ext cx="248400" cy="2156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7588475-370A-3934-19EC-CEEB315A56E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2838491" y="363655"/>
                  <a:ext cx="266040" cy="23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51A40E02-6B19-3B47-6D2D-45124F9ABFC7}"/>
              </a:ext>
            </a:extLst>
          </p:cNvPr>
          <p:cNvGrpSpPr/>
          <p:nvPr/>
        </p:nvGrpSpPr>
        <p:grpSpPr>
          <a:xfrm>
            <a:off x="1729691" y="4765375"/>
            <a:ext cx="1288080" cy="385920"/>
            <a:chOff x="1729691" y="4765375"/>
            <a:chExt cx="1288080" cy="38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ADC5269-9BB0-E295-BAF9-4FE12C221663}"/>
                    </a:ext>
                  </a:extLst>
                </p14:cNvPr>
                <p14:cNvContentPartPr/>
                <p14:nvPr/>
              </p14:nvContentPartPr>
              <p14:xfrm>
                <a:off x="1729691" y="4765375"/>
                <a:ext cx="172440" cy="3574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ADC5269-9BB0-E295-BAF9-4FE12C221663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721051" y="4756375"/>
                  <a:ext cx="19008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CBEFC6F-5D45-EF23-B7B8-2E2DEC721764}"/>
                    </a:ext>
                  </a:extLst>
                </p14:cNvPr>
                <p14:cNvContentPartPr/>
                <p14:nvPr/>
              </p14:nvContentPartPr>
              <p14:xfrm>
                <a:off x="1748051" y="4799935"/>
                <a:ext cx="492480" cy="2257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CBEFC6F-5D45-EF23-B7B8-2E2DEC721764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739411" y="4791295"/>
                  <a:ext cx="5101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10F96CD-00D6-BC4E-F48E-CC5A598606EF}"/>
                    </a:ext>
                  </a:extLst>
                </p14:cNvPr>
                <p14:cNvContentPartPr/>
                <p14:nvPr/>
              </p14:nvContentPartPr>
              <p14:xfrm>
                <a:off x="2245211" y="4792375"/>
                <a:ext cx="108000" cy="1429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10F96CD-00D6-BC4E-F48E-CC5A598606EF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236571" y="4783735"/>
                  <a:ext cx="1256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F744A2A-C97E-5543-6344-9C7B335C16F6}"/>
                    </a:ext>
                  </a:extLst>
                </p14:cNvPr>
                <p14:cNvContentPartPr/>
                <p14:nvPr/>
              </p14:nvContentPartPr>
              <p14:xfrm>
                <a:off x="2389571" y="4799575"/>
                <a:ext cx="12600" cy="1281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F744A2A-C97E-5543-6344-9C7B335C16F6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380931" y="4790575"/>
                  <a:ext cx="302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A6F8EF8-9EEC-2822-E47C-C9DA3654C599}"/>
                    </a:ext>
                  </a:extLst>
                </p14:cNvPr>
                <p14:cNvContentPartPr/>
                <p14:nvPr/>
              </p14:nvContentPartPr>
              <p14:xfrm>
                <a:off x="2411891" y="4771495"/>
                <a:ext cx="172080" cy="993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A6F8EF8-9EEC-2822-E47C-C9DA3654C599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2402891" y="4762495"/>
                  <a:ext cx="1897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4C31C5B-9C39-8124-0512-536863A93B19}"/>
                    </a:ext>
                  </a:extLst>
                </p14:cNvPr>
                <p14:cNvContentPartPr/>
                <p14:nvPr/>
              </p14:nvContentPartPr>
              <p14:xfrm>
                <a:off x="2648051" y="4799575"/>
                <a:ext cx="260640" cy="3517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4C31C5B-9C39-8124-0512-536863A93B19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639411" y="4790935"/>
                  <a:ext cx="27828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84D9CEF-3CA8-E894-65AB-0B466B69FF57}"/>
                    </a:ext>
                  </a:extLst>
                </p14:cNvPr>
                <p14:cNvContentPartPr/>
                <p14:nvPr/>
              </p14:nvContentPartPr>
              <p14:xfrm>
                <a:off x="2816891" y="4931335"/>
                <a:ext cx="200880" cy="1047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84D9CEF-3CA8-E894-65AB-0B466B69FF57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807891" y="4922695"/>
                  <a:ext cx="218520" cy="12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27F95E48-731F-7BAB-FDFE-CA2AC442BFF0}"/>
              </a:ext>
            </a:extLst>
          </p:cNvPr>
          <p:cNvGrpSpPr/>
          <p:nvPr/>
        </p:nvGrpSpPr>
        <p:grpSpPr>
          <a:xfrm>
            <a:off x="4771331" y="263215"/>
            <a:ext cx="348120" cy="383040"/>
            <a:chOff x="4771331" y="263215"/>
            <a:chExt cx="348120" cy="38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CD2F160-6A5F-4C5F-CC65-0C9002BD171E}"/>
                    </a:ext>
                  </a:extLst>
                </p14:cNvPr>
                <p14:cNvContentPartPr/>
                <p14:nvPr/>
              </p14:nvContentPartPr>
              <p14:xfrm>
                <a:off x="4832891" y="399655"/>
                <a:ext cx="128160" cy="1227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CD2F160-6A5F-4C5F-CC65-0C9002BD171E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824251" y="391015"/>
                  <a:ext cx="1458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BC74A57-DEBF-2828-14AB-253E1C0F9C8F}"/>
                    </a:ext>
                  </a:extLst>
                </p14:cNvPr>
                <p14:cNvContentPartPr/>
                <p14:nvPr/>
              </p14:nvContentPartPr>
              <p14:xfrm>
                <a:off x="4771331" y="286255"/>
                <a:ext cx="155520" cy="2476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BC74A57-DEBF-2828-14AB-253E1C0F9C8F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762331" y="277255"/>
                  <a:ext cx="1731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6027C48-D868-8778-0A2D-8CB674662BDF}"/>
                    </a:ext>
                  </a:extLst>
                </p14:cNvPr>
                <p14:cNvContentPartPr/>
                <p14:nvPr/>
              </p14:nvContentPartPr>
              <p14:xfrm>
                <a:off x="4933331" y="263215"/>
                <a:ext cx="186120" cy="3830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6027C48-D868-8778-0A2D-8CB674662BDF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924331" y="254575"/>
                  <a:ext cx="203760" cy="40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1EA5C974-19DF-DB74-615F-9E7EC4E6CB62}"/>
              </a:ext>
            </a:extLst>
          </p:cNvPr>
          <p:cNvGrpSpPr/>
          <p:nvPr/>
        </p:nvGrpSpPr>
        <p:grpSpPr>
          <a:xfrm>
            <a:off x="5435891" y="266815"/>
            <a:ext cx="750240" cy="297000"/>
            <a:chOff x="5435891" y="266815"/>
            <a:chExt cx="750240" cy="29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C2D994F-1D3F-54DA-FE61-B53CC2DF8D38}"/>
                    </a:ext>
                  </a:extLst>
                </p14:cNvPr>
                <p14:cNvContentPartPr/>
                <p14:nvPr/>
              </p14:nvContentPartPr>
              <p14:xfrm>
                <a:off x="5435891" y="375535"/>
                <a:ext cx="139680" cy="1580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C2D994F-1D3F-54DA-FE61-B53CC2DF8D38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426891" y="366535"/>
                  <a:ext cx="15732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1FCAA42-48AC-ED62-B440-5DD6C672AA41}"/>
                    </a:ext>
                  </a:extLst>
                </p14:cNvPr>
                <p14:cNvContentPartPr/>
                <p14:nvPr/>
              </p14:nvContentPartPr>
              <p14:xfrm>
                <a:off x="5707691" y="266815"/>
                <a:ext cx="160920" cy="2970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1FCAA42-48AC-ED62-B440-5DD6C672AA41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699051" y="258175"/>
                  <a:ext cx="17856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3834586-5A84-93E6-3FB3-52B161DEE453}"/>
                    </a:ext>
                  </a:extLst>
                </p14:cNvPr>
                <p14:cNvContentPartPr/>
                <p14:nvPr/>
              </p14:nvContentPartPr>
              <p14:xfrm>
                <a:off x="5640011" y="401095"/>
                <a:ext cx="289440" cy="165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3834586-5A84-93E6-3FB3-52B161DEE453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631371" y="392455"/>
                  <a:ext cx="3070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5A13F33-8171-BD93-2251-B8C9DA76EF7E}"/>
                    </a:ext>
                  </a:extLst>
                </p14:cNvPr>
                <p14:cNvContentPartPr/>
                <p14:nvPr/>
              </p14:nvContentPartPr>
              <p14:xfrm>
                <a:off x="6051491" y="409015"/>
                <a:ext cx="134640" cy="64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5A13F33-8171-BD93-2251-B8C9DA76EF7E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042851" y="400375"/>
                  <a:ext cx="1522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4347391-2A5D-6A14-E8CF-5FA9E28675CA}"/>
                    </a:ext>
                  </a:extLst>
                </p14:cNvPr>
                <p14:cNvContentPartPr/>
                <p14:nvPr/>
              </p14:nvContentPartPr>
              <p14:xfrm>
                <a:off x="6064811" y="464095"/>
                <a:ext cx="92520" cy="151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4347391-2A5D-6A14-E8CF-5FA9E28675CA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056171" y="455455"/>
                  <a:ext cx="11016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BDAC3787-9C2C-E305-5F8A-AC21AA5341E5}"/>
              </a:ext>
            </a:extLst>
          </p:cNvPr>
          <p:cNvGrpSpPr/>
          <p:nvPr/>
        </p:nvGrpSpPr>
        <p:grpSpPr>
          <a:xfrm>
            <a:off x="6364331" y="273295"/>
            <a:ext cx="957240" cy="378720"/>
            <a:chOff x="6364331" y="273295"/>
            <a:chExt cx="957240" cy="37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013C3E2-ACB4-8A5C-F253-38FAA4C6A964}"/>
                    </a:ext>
                  </a:extLst>
                </p14:cNvPr>
                <p14:cNvContentPartPr/>
                <p14:nvPr/>
              </p14:nvContentPartPr>
              <p14:xfrm>
                <a:off x="6377291" y="273295"/>
                <a:ext cx="174960" cy="3056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013C3E2-ACB4-8A5C-F253-38FAA4C6A964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6368291" y="264295"/>
                  <a:ext cx="19260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DC91A4B-FD38-AAAE-D252-1D6BE0DBCE19}"/>
                    </a:ext>
                  </a:extLst>
                </p14:cNvPr>
                <p14:cNvContentPartPr/>
                <p14:nvPr/>
              </p14:nvContentPartPr>
              <p14:xfrm>
                <a:off x="6364331" y="406855"/>
                <a:ext cx="152280" cy="226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DC91A4B-FD38-AAAE-D252-1D6BE0DBCE19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355691" y="398215"/>
                  <a:ext cx="1699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48D1A93-D035-A8F0-6A80-B1AD10883FFD}"/>
                    </a:ext>
                  </a:extLst>
                </p14:cNvPr>
                <p14:cNvContentPartPr/>
                <p14:nvPr/>
              </p14:nvContentPartPr>
              <p14:xfrm>
                <a:off x="6569171" y="498655"/>
                <a:ext cx="336600" cy="982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48D1A93-D035-A8F0-6A80-B1AD10883FFD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560531" y="489655"/>
                  <a:ext cx="3542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16E508D-6093-A982-168A-2BD9E91D4F64}"/>
                    </a:ext>
                  </a:extLst>
                </p14:cNvPr>
                <p14:cNvContentPartPr/>
                <p14:nvPr/>
              </p14:nvContentPartPr>
              <p14:xfrm>
                <a:off x="7074971" y="283735"/>
                <a:ext cx="155160" cy="2689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16E508D-6093-A982-168A-2BD9E91D4F64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7066331" y="275095"/>
                  <a:ext cx="17280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8E677A7-89AD-ABA0-624B-90465C25BC2B}"/>
                    </a:ext>
                  </a:extLst>
                </p14:cNvPr>
                <p14:cNvContentPartPr/>
                <p14:nvPr/>
              </p14:nvContentPartPr>
              <p14:xfrm>
                <a:off x="7024931" y="445735"/>
                <a:ext cx="232560" cy="140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8E677A7-89AD-ABA0-624B-90465C25BC2B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016291" y="437095"/>
                  <a:ext cx="2502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5E87E5B-36D3-196F-6DA9-5349653F755E}"/>
                    </a:ext>
                  </a:extLst>
                </p14:cNvPr>
                <p14:cNvContentPartPr/>
                <p14:nvPr/>
              </p14:nvContentPartPr>
              <p14:xfrm>
                <a:off x="7302851" y="499735"/>
                <a:ext cx="18720" cy="1522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5E87E5B-36D3-196F-6DA9-5349653F755E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7294211" y="491095"/>
                  <a:ext cx="36360" cy="16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0FAD2FDF-27EC-6093-8CE1-FF6323630F38}"/>
              </a:ext>
            </a:extLst>
          </p:cNvPr>
          <p:cNvGrpSpPr/>
          <p:nvPr/>
        </p:nvGrpSpPr>
        <p:grpSpPr>
          <a:xfrm>
            <a:off x="4799051" y="1022095"/>
            <a:ext cx="3220920" cy="312840"/>
            <a:chOff x="4799051" y="1022095"/>
            <a:chExt cx="3220920" cy="31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971C2BB-27EF-C0AF-B6D4-95D5D18C6D28}"/>
                    </a:ext>
                  </a:extLst>
                </p14:cNvPr>
                <p14:cNvContentPartPr/>
                <p14:nvPr/>
              </p14:nvContentPartPr>
              <p14:xfrm>
                <a:off x="4799051" y="1106695"/>
                <a:ext cx="255960" cy="2041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971C2BB-27EF-C0AF-B6D4-95D5D18C6D28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4790051" y="1098055"/>
                  <a:ext cx="2736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52A02F58-C832-A6B0-AAB7-224B029EFC99}"/>
                    </a:ext>
                  </a:extLst>
                </p14:cNvPr>
                <p14:cNvContentPartPr/>
                <p14:nvPr/>
              </p14:nvContentPartPr>
              <p14:xfrm>
                <a:off x="5062211" y="1092295"/>
                <a:ext cx="41760" cy="1854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52A02F58-C832-A6B0-AAB7-224B029EFC99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053571" y="1083295"/>
                  <a:ext cx="594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1E0A670-55B6-EFAD-9A24-6EF206B0AF67}"/>
                    </a:ext>
                  </a:extLst>
                </p14:cNvPr>
                <p14:cNvContentPartPr/>
                <p14:nvPr/>
              </p14:nvContentPartPr>
              <p14:xfrm>
                <a:off x="4985891" y="1200295"/>
                <a:ext cx="382680" cy="864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1E0A670-55B6-EFAD-9A24-6EF206B0AF67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4976891" y="1191655"/>
                  <a:ext cx="4003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F4F2A06-89CF-977E-D038-439C341F90D9}"/>
                    </a:ext>
                  </a:extLst>
                </p14:cNvPr>
                <p14:cNvContentPartPr/>
                <p14:nvPr/>
              </p14:nvContentPartPr>
              <p14:xfrm>
                <a:off x="5430131" y="1114975"/>
                <a:ext cx="195120" cy="1501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F4F2A06-89CF-977E-D038-439C341F90D9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421131" y="1105975"/>
                  <a:ext cx="2127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2FC4F3A-EA8E-3E45-040F-79DAAEF9E3FF}"/>
                    </a:ext>
                  </a:extLst>
                </p14:cNvPr>
                <p14:cNvContentPartPr/>
                <p14:nvPr/>
              </p14:nvContentPartPr>
              <p14:xfrm>
                <a:off x="5343011" y="1165735"/>
                <a:ext cx="227880" cy="147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2FC4F3A-EA8E-3E45-040F-79DAAEF9E3FF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334011" y="1156735"/>
                  <a:ext cx="2455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606FE8B-9800-C610-914E-6486D6D319C1}"/>
                    </a:ext>
                  </a:extLst>
                </p14:cNvPr>
                <p14:cNvContentPartPr/>
                <p14:nvPr/>
              </p14:nvContentPartPr>
              <p14:xfrm>
                <a:off x="5769971" y="1076455"/>
                <a:ext cx="422640" cy="2314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606FE8B-9800-C610-914E-6486D6D319C1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760971" y="1067455"/>
                  <a:ext cx="4402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F4575F5-FE58-A979-D646-240142A52809}"/>
                    </a:ext>
                  </a:extLst>
                </p14:cNvPr>
                <p14:cNvContentPartPr/>
                <p14:nvPr/>
              </p14:nvContentPartPr>
              <p14:xfrm>
                <a:off x="6223931" y="1124335"/>
                <a:ext cx="102240" cy="1328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F4575F5-FE58-A979-D646-240142A52809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214931" y="1115335"/>
                  <a:ext cx="1198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67667C4-52AA-337C-9A84-D8FB9AF52758}"/>
                    </a:ext>
                  </a:extLst>
                </p14:cNvPr>
                <p14:cNvContentPartPr/>
                <p14:nvPr/>
              </p14:nvContentPartPr>
              <p14:xfrm>
                <a:off x="6605171" y="1055935"/>
                <a:ext cx="12600" cy="2214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67667C4-52AA-337C-9A84-D8FB9AF52758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596531" y="1047295"/>
                  <a:ext cx="302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BF82C99-5AA7-2BBA-289F-A5B3F12FCFAE}"/>
                    </a:ext>
                  </a:extLst>
                </p14:cNvPr>
                <p14:cNvContentPartPr/>
                <p14:nvPr/>
              </p14:nvContentPartPr>
              <p14:xfrm>
                <a:off x="6377291" y="1057015"/>
                <a:ext cx="306360" cy="151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BF82C99-5AA7-2BBA-289F-A5B3F12FCFAE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368291" y="1048375"/>
                  <a:ext cx="3240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FE2ADB0-5687-E525-02A1-60AFBCF0E56D}"/>
                    </a:ext>
                  </a:extLst>
                </p14:cNvPr>
                <p14:cNvContentPartPr/>
                <p14:nvPr/>
              </p14:nvContentPartPr>
              <p14:xfrm>
                <a:off x="6747731" y="1162495"/>
                <a:ext cx="227880" cy="1724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FE2ADB0-5687-E525-02A1-60AFBCF0E56D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6739091" y="1153855"/>
                  <a:ext cx="2455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E97E2D9-30D7-F00C-64E6-1E9BCF4B9C11}"/>
                    </a:ext>
                  </a:extLst>
                </p14:cNvPr>
                <p14:cNvContentPartPr/>
                <p14:nvPr/>
              </p14:nvContentPartPr>
              <p14:xfrm>
                <a:off x="6860411" y="1212535"/>
                <a:ext cx="118440" cy="183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E97E2D9-30D7-F00C-64E6-1E9BCF4B9C11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6851771" y="1203535"/>
                  <a:ext cx="1360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25E4562-F7E2-D013-336F-1F6B25D9F90F}"/>
                    </a:ext>
                  </a:extLst>
                </p14:cNvPr>
                <p14:cNvContentPartPr/>
                <p14:nvPr/>
              </p14:nvContentPartPr>
              <p14:xfrm>
                <a:off x="7135451" y="1074655"/>
                <a:ext cx="170280" cy="1224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25E4562-F7E2-D013-336F-1F6B25D9F90F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7126451" y="1065655"/>
                  <a:ext cx="1879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58D6737-43F4-F651-671D-D597DE7A9C26}"/>
                    </a:ext>
                  </a:extLst>
                </p14:cNvPr>
                <p14:cNvContentPartPr/>
                <p14:nvPr/>
              </p14:nvContentPartPr>
              <p14:xfrm>
                <a:off x="7249571" y="1081495"/>
                <a:ext cx="26280" cy="1846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58D6737-43F4-F651-671D-D597DE7A9C26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7240571" y="1072855"/>
                  <a:ext cx="439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A2EA164-00BC-FC34-4170-9A7AA811A548}"/>
                    </a:ext>
                  </a:extLst>
                </p14:cNvPr>
                <p14:cNvContentPartPr/>
                <p14:nvPr/>
              </p14:nvContentPartPr>
              <p14:xfrm>
                <a:off x="7353611" y="1090855"/>
                <a:ext cx="386640" cy="1245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A2EA164-00BC-FC34-4170-9A7AA811A548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7344971" y="1082215"/>
                  <a:ext cx="4042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A9B784AA-948D-D8CD-1D66-0CA05E7D3D6C}"/>
                    </a:ext>
                  </a:extLst>
                </p14:cNvPr>
                <p14:cNvContentPartPr/>
                <p14:nvPr/>
              </p14:nvContentPartPr>
              <p14:xfrm>
                <a:off x="7787771" y="1022095"/>
                <a:ext cx="45360" cy="1890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A9B784AA-948D-D8CD-1D66-0CA05E7D3D6C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7779131" y="1013455"/>
                  <a:ext cx="630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9BE3B01-8C1B-6B08-6431-9217CDBB5E71}"/>
                    </a:ext>
                  </a:extLst>
                </p14:cNvPr>
                <p14:cNvContentPartPr/>
                <p14:nvPr/>
              </p14:nvContentPartPr>
              <p14:xfrm>
                <a:off x="7873811" y="1094455"/>
                <a:ext cx="146160" cy="1274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9BE3B01-8C1B-6B08-6431-9217CDBB5E71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7865171" y="1085815"/>
                  <a:ext cx="163800" cy="14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2EE00145-3909-161A-75B6-304E00BCB275}"/>
              </a:ext>
            </a:extLst>
          </p:cNvPr>
          <p:cNvGrpSpPr/>
          <p:nvPr/>
        </p:nvGrpSpPr>
        <p:grpSpPr>
          <a:xfrm>
            <a:off x="6504371" y="1578295"/>
            <a:ext cx="259920" cy="248760"/>
            <a:chOff x="6504371" y="1578295"/>
            <a:chExt cx="259920" cy="24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13D5C7F-7CDA-9D73-AC33-F2A233FF40A3}"/>
                    </a:ext>
                  </a:extLst>
                </p14:cNvPr>
                <p14:cNvContentPartPr/>
                <p14:nvPr/>
              </p14:nvContentPartPr>
              <p14:xfrm>
                <a:off x="6579251" y="1620415"/>
                <a:ext cx="360" cy="3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13D5C7F-7CDA-9D73-AC33-F2A233FF40A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570251" y="161141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C960B609-19BF-95B1-20B5-88C9EDF987F6}"/>
                    </a:ext>
                  </a:extLst>
                </p14:cNvPr>
                <p14:cNvContentPartPr/>
                <p14:nvPr/>
              </p14:nvContentPartPr>
              <p14:xfrm>
                <a:off x="6564131" y="1626535"/>
                <a:ext cx="118080" cy="1645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C960B609-19BF-95B1-20B5-88C9EDF987F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555131" y="1617895"/>
                  <a:ext cx="13572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BA9B273-8A77-2BE2-D5D7-9644CACDC584}"/>
                    </a:ext>
                  </a:extLst>
                </p14:cNvPr>
                <p14:cNvContentPartPr/>
                <p14:nvPr/>
              </p14:nvContentPartPr>
              <p14:xfrm>
                <a:off x="6504371" y="1578295"/>
                <a:ext cx="259920" cy="2487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BA9B273-8A77-2BE2-D5D7-9644CACDC58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495731" y="1569655"/>
                  <a:ext cx="277560" cy="26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2AB9DE15-80DC-CCE0-A47E-364EF9805613}"/>
              </a:ext>
            </a:extLst>
          </p:cNvPr>
          <p:cNvGrpSpPr/>
          <p:nvPr/>
        </p:nvGrpSpPr>
        <p:grpSpPr>
          <a:xfrm>
            <a:off x="6972011" y="1593055"/>
            <a:ext cx="483480" cy="155520"/>
            <a:chOff x="6972011" y="1593055"/>
            <a:chExt cx="483480" cy="15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551277A7-6AFA-A3CD-1338-183CCB2D90C6}"/>
                    </a:ext>
                  </a:extLst>
                </p14:cNvPr>
                <p14:cNvContentPartPr/>
                <p14:nvPr/>
              </p14:nvContentPartPr>
              <p14:xfrm>
                <a:off x="6972011" y="1631575"/>
                <a:ext cx="117720" cy="72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551277A7-6AFA-A3CD-1338-183CCB2D90C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963011" y="1622575"/>
                  <a:ext cx="1353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0DA0F42-4FD9-0C02-0C72-BA2BDF1FB868}"/>
                    </a:ext>
                  </a:extLst>
                </p14:cNvPr>
                <p14:cNvContentPartPr/>
                <p14:nvPr/>
              </p14:nvContentPartPr>
              <p14:xfrm>
                <a:off x="7017371" y="1687375"/>
                <a:ext cx="77400" cy="36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0DA0F42-4FD9-0C02-0C72-BA2BDF1FB86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008731" y="1678735"/>
                  <a:ext cx="950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087A3BB-779E-802B-7B55-B0CF9E377CDF}"/>
                    </a:ext>
                  </a:extLst>
                </p14:cNvPr>
                <p14:cNvContentPartPr/>
                <p14:nvPr/>
              </p14:nvContentPartPr>
              <p14:xfrm>
                <a:off x="7202771" y="1593055"/>
                <a:ext cx="252720" cy="1555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087A3BB-779E-802B-7B55-B0CF9E377CDF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194131" y="1584055"/>
                  <a:ext cx="270360" cy="173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8FF07EE4-D35E-E990-877C-83CC6E405407}"/>
                  </a:ext>
                </a:extLst>
              </p14:cNvPr>
              <p14:cNvContentPartPr/>
              <p14:nvPr/>
            </p14:nvContentPartPr>
            <p14:xfrm>
              <a:off x="2111291" y="4548655"/>
              <a:ext cx="401400" cy="1656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8FF07EE4-D35E-E990-877C-83CC6E405407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2102291" y="4540015"/>
                <a:ext cx="419040" cy="3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4" name="Group 133">
            <a:extLst>
              <a:ext uri="{FF2B5EF4-FFF2-40B4-BE49-F238E27FC236}">
                <a16:creationId xmlns:a16="http://schemas.microsoft.com/office/drawing/2014/main" id="{507E214C-2EAC-FDA4-5978-B66A1F6958A8}"/>
              </a:ext>
            </a:extLst>
          </p:cNvPr>
          <p:cNvGrpSpPr/>
          <p:nvPr/>
        </p:nvGrpSpPr>
        <p:grpSpPr>
          <a:xfrm>
            <a:off x="6438491" y="2149615"/>
            <a:ext cx="882360" cy="300240"/>
            <a:chOff x="6438491" y="2149615"/>
            <a:chExt cx="882360" cy="30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530AFC0-E99F-353A-8D2E-88415F59F86A}"/>
                    </a:ext>
                  </a:extLst>
                </p14:cNvPr>
                <p14:cNvContentPartPr/>
                <p14:nvPr/>
              </p14:nvContentPartPr>
              <p14:xfrm>
                <a:off x="6438491" y="2182375"/>
                <a:ext cx="122400" cy="1864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530AFC0-E99F-353A-8D2E-88415F59F86A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429851" y="2173735"/>
                  <a:ext cx="1400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B695867-E90A-66CF-E367-EFF6A73CB5F1}"/>
                    </a:ext>
                  </a:extLst>
                </p14:cNvPr>
                <p14:cNvContentPartPr/>
                <p14:nvPr/>
              </p14:nvContentPartPr>
              <p14:xfrm>
                <a:off x="6603011" y="2337175"/>
                <a:ext cx="26280" cy="925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B695867-E90A-66CF-E367-EFF6A73CB5F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594371" y="2328175"/>
                  <a:ext cx="4392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3F4EA95-6E6B-DE74-5E19-B5E8EBA52C30}"/>
                    </a:ext>
                  </a:extLst>
                </p14:cNvPr>
                <p14:cNvContentPartPr/>
                <p14:nvPr/>
              </p14:nvContentPartPr>
              <p14:xfrm>
                <a:off x="6783011" y="2207575"/>
                <a:ext cx="91440" cy="176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3F4EA95-6E6B-DE74-5E19-B5E8EBA52C3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774011" y="2198935"/>
                  <a:ext cx="1090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E024720-E13E-80B6-065E-D88C9FBCBED3}"/>
                    </a:ext>
                  </a:extLst>
                </p14:cNvPr>
                <p14:cNvContentPartPr/>
                <p14:nvPr/>
              </p14:nvContentPartPr>
              <p14:xfrm>
                <a:off x="6774731" y="2265895"/>
                <a:ext cx="127440" cy="230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E024720-E13E-80B6-065E-D88C9FBCBED3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765731" y="2256895"/>
                  <a:ext cx="1450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0FC61E1-4BF2-8DEF-39B7-1239FACF3519}"/>
                    </a:ext>
                  </a:extLst>
                </p14:cNvPr>
                <p14:cNvContentPartPr/>
                <p14:nvPr/>
              </p14:nvContentPartPr>
              <p14:xfrm>
                <a:off x="7049051" y="2149615"/>
                <a:ext cx="150840" cy="2109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0FC61E1-4BF2-8DEF-39B7-1239FACF3519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040051" y="2140975"/>
                  <a:ext cx="16848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4207C0B-7F80-669F-CB26-5D6FBEFFC46F}"/>
                    </a:ext>
                  </a:extLst>
                </p14:cNvPr>
                <p14:cNvContentPartPr/>
                <p14:nvPr/>
              </p14:nvContentPartPr>
              <p14:xfrm>
                <a:off x="7247051" y="2269135"/>
                <a:ext cx="53280" cy="1807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4207C0B-7F80-669F-CB26-5D6FBEFFC46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238051" y="2260495"/>
                  <a:ext cx="709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F98FD05-B1A5-CD70-001F-529A89E3401F}"/>
                    </a:ext>
                  </a:extLst>
                </p14:cNvPr>
                <p14:cNvContentPartPr/>
                <p14:nvPr/>
              </p14:nvContentPartPr>
              <p14:xfrm>
                <a:off x="7216451" y="2363095"/>
                <a:ext cx="104400" cy="306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F98FD05-B1A5-CD70-001F-529A89E3401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207811" y="2354095"/>
                  <a:ext cx="12204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852FD94C-55BE-BADC-E4FC-C36A6F362F81}"/>
              </a:ext>
            </a:extLst>
          </p:cNvPr>
          <p:cNvGrpSpPr/>
          <p:nvPr/>
        </p:nvGrpSpPr>
        <p:grpSpPr>
          <a:xfrm>
            <a:off x="7505891" y="2247895"/>
            <a:ext cx="162720" cy="86400"/>
            <a:chOff x="7505891" y="2247895"/>
            <a:chExt cx="162720" cy="8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F962B71-200A-637F-9377-D1D91DE43712}"/>
                    </a:ext>
                  </a:extLst>
                </p14:cNvPr>
                <p14:cNvContentPartPr/>
                <p14:nvPr/>
              </p14:nvContentPartPr>
              <p14:xfrm>
                <a:off x="7515971" y="2247895"/>
                <a:ext cx="125280" cy="172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F962B71-200A-637F-9377-D1D91DE4371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506971" y="2238895"/>
                  <a:ext cx="1429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E15461F7-AEC2-1570-9C33-3B8FB8848C1C}"/>
                    </a:ext>
                  </a:extLst>
                </p14:cNvPr>
                <p14:cNvContentPartPr/>
                <p14:nvPr/>
              </p14:nvContentPartPr>
              <p14:xfrm>
                <a:off x="7505891" y="2320615"/>
                <a:ext cx="162720" cy="136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E15461F7-AEC2-1570-9C33-3B8FB8848C1C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497251" y="2311975"/>
                  <a:ext cx="180360" cy="3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34F3FEE3-09B6-64BB-AF76-30C0A6D89944}"/>
              </a:ext>
            </a:extLst>
          </p:cNvPr>
          <p:cNvGrpSpPr/>
          <p:nvPr/>
        </p:nvGrpSpPr>
        <p:grpSpPr>
          <a:xfrm>
            <a:off x="7903691" y="2240695"/>
            <a:ext cx="1676160" cy="215640"/>
            <a:chOff x="7903691" y="2240695"/>
            <a:chExt cx="1676160" cy="21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6BF6C88-4FCD-2826-3730-2A47BCC902D9}"/>
                    </a:ext>
                  </a:extLst>
                </p14:cNvPr>
                <p14:cNvContentPartPr/>
                <p14:nvPr/>
              </p14:nvContentPartPr>
              <p14:xfrm>
                <a:off x="7903691" y="2240695"/>
                <a:ext cx="179640" cy="1818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D6BF6C88-4FCD-2826-3730-2A47BCC902D9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895051" y="2232055"/>
                  <a:ext cx="1972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6BC69A5E-9A77-6727-0FD6-39A80D636D26}"/>
                    </a:ext>
                  </a:extLst>
                </p14:cNvPr>
                <p14:cNvContentPartPr/>
                <p14:nvPr/>
              </p14:nvContentPartPr>
              <p14:xfrm>
                <a:off x="8176571" y="2365615"/>
                <a:ext cx="27720" cy="396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6BC69A5E-9A77-6727-0FD6-39A80D636D2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167931" y="2356975"/>
                  <a:ext cx="4536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33412D34-744B-1617-D2C8-2A24C764352F}"/>
                    </a:ext>
                  </a:extLst>
                </p14:cNvPr>
                <p14:cNvContentPartPr/>
                <p14:nvPr/>
              </p14:nvContentPartPr>
              <p14:xfrm>
                <a:off x="8303651" y="2293975"/>
                <a:ext cx="163800" cy="1360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33412D34-744B-1617-D2C8-2A24C764352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295011" y="2284975"/>
                  <a:ext cx="1814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2328BE0-CEBB-0451-9055-39234E2299D2}"/>
                    </a:ext>
                  </a:extLst>
                </p14:cNvPr>
                <p14:cNvContentPartPr/>
                <p14:nvPr/>
              </p14:nvContentPartPr>
              <p14:xfrm>
                <a:off x="8525411" y="2296855"/>
                <a:ext cx="155160" cy="1450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2328BE0-CEBB-0451-9055-39234E2299D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516411" y="2287855"/>
                  <a:ext cx="17280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5B3568B-C0D3-4429-0EC1-F960807296C6}"/>
                    </a:ext>
                  </a:extLst>
                </p14:cNvPr>
                <p14:cNvContentPartPr/>
                <p14:nvPr/>
              </p14:nvContentPartPr>
              <p14:xfrm>
                <a:off x="8748611" y="2261935"/>
                <a:ext cx="82800" cy="1501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5B3568B-C0D3-4429-0EC1-F960807296C6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739971" y="2252935"/>
                  <a:ext cx="1004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494E9FA-0732-FD4D-07C2-224E4BCC1239}"/>
                    </a:ext>
                  </a:extLst>
                </p14:cNvPr>
                <p14:cNvContentPartPr/>
                <p14:nvPr/>
              </p14:nvContentPartPr>
              <p14:xfrm>
                <a:off x="8921411" y="2279935"/>
                <a:ext cx="133200" cy="1540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494E9FA-0732-FD4D-07C2-224E4BCC1239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912411" y="2270935"/>
                  <a:ext cx="1508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61EAE107-F95D-11AC-C060-0336B1DCB676}"/>
                    </a:ext>
                  </a:extLst>
                </p14:cNvPr>
                <p14:cNvContentPartPr/>
                <p14:nvPr/>
              </p14:nvContentPartPr>
              <p14:xfrm>
                <a:off x="9159371" y="2243575"/>
                <a:ext cx="119160" cy="1162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61EAE107-F95D-11AC-C060-0336B1DCB676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9150731" y="2234935"/>
                  <a:ext cx="1368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331ACCB9-7BB1-0A86-2581-AA43D493583F}"/>
                    </a:ext>
                  </a:extLst>
                </p14:cNvPr>
                <p14:cNvContentPartPr/>
                <p14:nvPr/>
              </p14:nvContentPartPr>
              <p14:xfrm>
                <a:off x="9192851" y="2361295"/>
                <a:ext cx="111240" cy="950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331ACCB9-7BB1-0A86-2581-AA43D493583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184211" y="2352655"/>
                  <a:ext cx="1288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B200E04-911F-BC54-A468-5AD1E00B3C12}"/>
                    </a:ext>
                  </a:extLst>
                </p14:cNvPr>
                <p14:cNvContentPartPr/>
                <p14:nvPr/>
              </p14:nvContentPartPr>
              <p14:xfrm>
                <a:off x="9389411" y="2250775"/>
                <a:ext cx="145080" cy="2052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B200E04-911F-BC54-A468-5AD1E00B3C12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380771" y="2242135"/>
                  <a:ext cx="1627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EE90EFD-5475-AA54-1823-13334E63E158}"/>
                    </a:ext>
                  </a:extLst>
                </p14:cNvPr>
                <p14:cNvContentPartPr/>
                <p14:nvPr/>
              </p14:nvContentPartPr>
              <p14:xfrm>
                <a:off x="9422891" y="2365255"/>
                <a:ext cx="156960" cy="194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EE90EFD-5475-AA54-1823-13334E63E15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413891" y="2356255"/>
                  <a:ext cx="17460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18AC3F49-ED5D-4E69-A4FC-370103F86EA6}"/>
              </a:ext>
            </a:extLst>
          </p:cNvPr>
          <p:cNvGrpSpPr/>
          <p:nvPr/>
        </p:nvGrpSpPr>
        <p:grpSpPr>
          <a:xfrm>
            <a:off x="9826091" y="2070415"/>
            <a:ext cx="863280" cy="546120"/>
            <a:chOff x="9826091" y="2070415"/>
            <a:chExt cx="863280" cy="54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300723AB-EA32-E57C-4907-D07236C2F031}"/>
                    </a:ext>
                  </a:extLst>
                </p14:cNvPr>
                <p14:cNvContentPartPr/>
                <p14:nvPr/>
              </p14:nvContentPartPr>
              <p14:xfrm>
                <a:off x="9826091" y="2173735"/>
                <a:ext cx="266760" cy="1123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300723AB-EA32-E57C-4907-D07236C2F031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817091" y="2165095"/>
                  <a:ext cx="2844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CBBC85F-B303-28F3-951A-3B921322FC45}"/>
                    </a:ext>
                  </a:extLst>
                </p14:cNvPr>
                <p14:cNvContentPartPr/>
                <p14:nvPr/>
              </p14:nvContentPartPr>
              <p14:xfrm>
                <a:off x="10140011" y="2070415"/>
                <a:ext cx="108720" cy="1227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CBBC85F-B303-28F3-951A-3B921322FC4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131371" y="2061415"/>
                  <a:ext cx="1263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00D3B13E-F19A-D624-48C1-2732D64A4A63}"/>
                    </a:ext>
                  </a:extLst>
                </p14:cNvPr>
                <p14:cNvContentPartPr/>
                <p14:nvPr/>
              </p14:nvContentPartPr>
              <p14:xfrm>
                <a:off x="10266731" y="2070415"/>
                <a:ext cx="82080" cy="3567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00D3B13E-F19A-D624-48C1-2732D64A4A63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0258091" y="2061415"/>
                  <a:ext cx="9972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0328C022-D98C-A2DA-56D3-77A870E33AB0}"/>
                    </a:ext>
                  </a:extLst>
                </p14:cNvPr>
                <p14:cNvContentPartPr/>
                <p14:nvPr/>
              </p14:nvContentPartPr>
              <p14:xfrm>
                <a:off x="10386251" y="2288215"/>
                <a:ext cx="16560" cy="1389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0328C022-D98C-A2DA-56D3-77A870E33AB0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377611" y="2279215"/>
                  <a:ext cx="342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49718663-715F-C246-A8B8-CB8FEBC5B45E}"/>
                    </a:ext>
                  </a:extLst>
                </p14:cNvPr>
                <p14:cNvContentPartPr/>
                <p14:nvPr/>
              </p14:nvContentPartPr>
              <p14:xfrm>
                <a:off x="10386971" y="2304775"/>
                <a:ext cx="302400" cy="3117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49718663-715F-C246-A8B8-CB8FEBC5B45E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377971" y="2295775"/>
                  <a:ext cx="320040" cy="32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24859959-EA23-084E-DE67-3672FA5EC617}"/>
              </a:ext>
            </a:extLst>
          </p:cNvPr>
          <p:cNvGrpSpPr/>
          <p:nvPr/>
        </p:nvGrpSpPr>
        <p:grpSpPr>
          <a:xfrm>
            <a:off x="7599851" y="409015"/>
            <a:ext cx="175320" cy="73080"/>
            <a:chOff x="7599851" y="409015"/>
            <a:chExt cx="175320" cy="7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DAD6C487-CAFC-21F4-DFD2-112C39918351}"/>
                    </a:ext>
                  </a:extLst>
                </p14:cNvPr>
                <p14:cNvContentPartPr/>
                <p14:nvPr/>
              </p14:nvContentPartPr>
              <p14:xfrm>
                <a:off x="7599851" y="409015"/>
                <a:ext cx="175320" cy="324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DAD6C487-CAFC-21F4-DFD2-112C3991835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591211" y="400015"/>
                  <a:ext cx="1929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4A6E64AB-288D-5904-6FC9-D4117A94F575}"/>
                    </a:ext>
                  </a:extLst>
                </p14:cNvPr>
                <p14:cNvContentPartPr/>
                <p14:nvPr/>
              </p14:nvContentPartPr>
              <p14:xfrm>
                <a:off x="7644491" y="465175"/>
                <a:ext cx="129240" cy="169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4A6E64AB-288D-5904-6FC9-D4117A94F575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635491" y="456535"/>
                  <a:ext cx="14688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6D25AEE3-351F-1D73-1B8A-8FEBDDCF4645}"/>
              </a:ext>
            </a:extLst>
          </p:cNvPr>
          <p:cNvGrpSpPr/>
          <p:nvPr/>
        </p:nvGrpSpPr>
        <p:grpSpPr>
          <a:xfrm>
            <a:off x="7999811" y="274015"/>
            <a:ext cx="1506960" cy="356400"/>
            <a:chOff x="7999811" y="274015"/>
            <a:chExt cx="1506960" cy="35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55F32FF0-1F7A-E20C-6902-920B9742EB46}"/>
                    </a:ext>
                  </a:extLst>
                </p14:cNvPr>
                <p14:cNvContentPartPr/>
                <p14:nvPr/>
              </p14:nvContentPartPr>
              <p14:xfrm>
                <a:off x="7999811" y="292015"/>
                <a:ext cx="304200" cy="2908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55F32FF0-1F7A-E20C-6902-920B9742EB46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991171" y="283015"/>
                  <a:ext cx="32184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8173470B-F978-225C-3C7B-9B4D6CE30A52}"/>
                    </a:ext>
                  </a:extLst>
                </p14:cNvPr>
                <p14:cNvContentPartPr/>
                <p14:nvPr/>
              </p14:nvContentPartPr>
              <p14:xfrm>
                <a:off x="8441171" y="322975"/>
                <a:ext cx="104760" cy="27072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8173470B-F978-225C-3C7B-9B4D6CE30A52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432531" y="313975"/>
                  <a:ext cx="12240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9B7EE60D-4015-8662-C69A-3BD4CBC4963C}"/>
                    </a:ext>
                  </a:extLst>
                </p14:cNvPr>
                <p14:cNvContentPartPr/>
                <p14:nvPr/>
              </p14:nvContentPartPr>
              <p14:xfrm>
                <a:off x="8584451" y="411175"/>
                <a:ext cx="118440" cy="1180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9B7EE60D-4015-8662-C69A-3BD4CBC4963C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575811" y="402175"/>
                  <a:ext cx="1360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6C4AC0D1-66B1-B855-AF0C-A6BEFA068D0E}"/>
                    </a:ext>
                  </a:extLst>
                </p14:cNvPr>
                <p14:cNvContentPartPr/>
                <p14:nvPr/>
              </p14:nvContentPartPr>
              <p14:xfrm>
                <a:off x="8768411" y="498655"/>
                <a:ext cx="104400" cy="637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6C4AC0D1-66B1-B855-AF0C-A6BEFA068D0E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8759771" y="489655"/>
                  <a:ext cx="1220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567E4A23-84F1-65F9-C554-B995D39913C0}"/>
                    </a:ext>
                  </a:extLst>
                </p14:cNvPr>
                <p14:cNvContentPartPr/>
                <p14:nvPr/>
              </p14:nvContentPartPr>
              <p14:xfrm>
                <a:off x="8937611" y="465895"/>
                <a:ext cx="102600" cy="90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567E4A23-84F1-65F9-C554-B995D39913C0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928971" y="456895"/>
                  <a:ext cx="1202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34EB80F-67BA-2BB8-6915-D90037C5A955}"/>
                    </a:ext>
                  </a:extLst>
                </p14:cNvPr>
                <p14:cNvContentPartPr/>
                <p14:nvPr/>
              </p14:nvContentPartPr>
              <p14:xfrm>
                <a:off x="9127331" y="390655"/>
                <a:ext cx="168480" cy="16164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34EB80F-67BA-2BB8-6915-D90037C5A955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118691" y="381655"/>
                  <a:ext cx="1861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91507AE0-3D5F-0560-252F-50E175511E45}"/>
                    </a:ext>
                  </a:extLst>
                </p14:cNvPr>
                <p14:cNvContentPartPr/>
                <p14:nvPr/>
              </p14:nvContentPartPr>
              <p14:xfrm>
                <a:off x="9268811" y="274015"/>
                <a:ext cx="237960" cy="3564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91507AE0-3D5F-0560-252F-50E175511E45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259811" y="265015"/>
                  <a:ext cx="255600" cy="37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72789DE3-CE1E-629F-C287-B865CC3D6CEB}"/>
              </a:ext>
            </a:extLst>
          </p:cNvPr>
          <p:cNvGrpSpPr/>
          <p:nvPr/>
        </p:nvGrpSpPr>
        <p:grpSpPr>
          <a:xfrm>
            <a:off x="9764171" y="221815"/>
            <a:ext cx="784080" cy="448920"/>
            <a:chOff x="9764171" y="221815"/>
            <a:chExt cx="784080" cy="44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60020534-0BBF-E97A-FE77-90EE67665E64}"/>
                    </a:ext>
                  </a:extLst>
                </p14:cNvPr>
                <p14:cNvContentPartPr/>
                <p14:nvPr/>
              </p14:nvContentPartPr>
              <p14:xfrm>
                <a:off x="9764171" y="303175"/>
                <a:ext cx="148680" cy="3675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60020534-0BBF-E97A-FE77-90EE67665E64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755531" y="294175"/>
                  <a:ext cx="16632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E4AA6D49-477B-7ABA-7CD7-2674B9400056}"/>
                    </a:ext>
                  </a:extLst>
                </p14:cNvPr>
                <p14:cNvContentPartPr/>
                <p14:nvPr/>
              </p14:nvContentPartPr>
              <p14:xfrm>
                <a:off x="9920051" y="452935"/>
                <a:ext cx="245880" cy="12096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E4AA6D49-477B-7ABA-7CD7-2674B9400056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911411" y="443935"/>
                  <a:ext cx="2635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F768AA91-EA5D-D332-51DA-E257301DBC77}"/>
                    </a:ext>
                  </a:extLst>
                </p14:cNvPr>
                <p14:cNvContentPartPr/>
                <p14:nvPr/>
              </p14:nvContentPartPr>
              <p14:xfrm>
                <a:off x="10222451" y="323695"/>
                <a:ext cx="132480" cy="1238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F768AA91-EA5D-D332-51DA-E257301DBC77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213811" y="315055"/>
                  <a:ext cx="1501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105C04A0-5F3C-62BE-BF0B-C0CB7AED8957}"/>
                    </a:ext>
                  </a:extLst>
                </p14:cNvPr>
                <p14:cNvContentPartPr/>
                <p14:nvPr/>
              </p14:nvContentPartPr>
              <p14:xfrm>
                <a:off x="10343051" y="221815"/>
                <a:ext cx="205200" cy="3884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105C04A0-5F3C-62BE-BF0B-C0CB7AED8957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334411" y="213175"/>
                  <a:ext cx="222840" cy="40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C5819B0F-8D94-456F-7D63-73D384D615C4}"/>
              </a:ext>
            </a:extLst>
          </p:cNvPr>
          <p:cNvGrpSpPr/>
          <p:nvPr/>
        </p:nvGrpSpPr>
        <p:grpSpPr>
          <a:xfrm>
            <a:off x="4770251" y="2927575"/>
            <a:ext cx="1045080" cy="208080"/>
            <a:chOff x="4770251" y="2927575"/>
            <a:chExt cx="1045080" cy="20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DCC6105-EC3A-0C5E-4891-60D2A0EEFBEB}"/>
                    </a:ext>
                  </a:extLst>
                </p14:cNvPr>
                <p14:cNvContentPartPr/>
                <p14:nvPr/>
              </p14:nvContentPartPr>
              <p14:xfrm>
                <a:off x="4770251" y="2927575"/>
                <a:ext cx="192960" cy="2080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DCC6105-EC3A-0C5E-4891-60D2A0EEFBEB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761251" y="2918575"/>
                  <a:ext cx="2106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76DF8324-CEDE-CD51-6B6F-ADE6518B6C00}"/>
                    </a:ext>
                  </a:extLst>
                </p14:cNvPr>
                <p14:cNvContentPartPr/>
                <p14:nvPr/>
              </p14:nvContentPartPr>
              <p14:xfrm>
                <a:off x="5042411" y="2931175"/>
                <a:ext cx="30240" cy="1994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76DF8324-CEDE-CD51-6B6F-ADE6518B6C00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033411" y="2922535"/>
                  <a:ext cx="478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E386FA44-5163-44A6-C117-94D8BA51A045}"/>
                    </a:ext>
                  </a:extLst>
                </p14:cNvPr>
                <p14:cNvContentPartPr/>
                <p14:nvPr/>
              </p14:nvContentPartPr>
              <p14:xfrm>
                <a:off x="4984451" y="3016495"/>
                <a:ext cx="341640" cy="9648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E386FA44-5163-44A6-C117-94D8BA51A045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975811" y="3007855"/>
                  <a:ext cx="3592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2E86405A-A718-E9E8-B54E-E59418F69973}"/>
                    </a:ext>
                  </a:extLst>
                </p14:cNvPr>
                <p14:cNvContentPartPr/>
                <p14:nvPr/>
              </p14:nvContentPartPr>
              <p14:xfrm>
                <a:off x="5394491" y="2932255"/>
                <a:ext cx="168840" cy="18360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2E86405A-A718-E9E8-B54E-E59418F69973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385851" y="2923615"/>
                  <a:ext cx="1864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1902574C-B1F2-0602-365A-94D5161981A9}"/>
                    </a:ext>
                  </a:extLst>
                </p14:cNvPr>
                <p14:cNvContentPartPr/>
                <p14:nvPr/>
              </p14:nvContentPartPr>
              <p14:xfrm>
                <a:off x="5326451" y="2982655"/>
                <a:ext cx="133920" cy="169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1902574C-B1F2-0602-365A-94D5161981A9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317811" y="2973655"/>
                  <a:ext cx="1515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E76839F5-9B54-5FFC-5CE6-61DFBADE8BA6}"/>
                    </a:ext>
                  </a:extLst>
                </p14:cNvPr>
                <p14:cNvContentPartPr/>
                <p14:nvPr/>
              </p14:nvContentPartPr>
              <p14:xfrm>
                <a:off x="5649011" y="2939455"/>
                <a:ext cx="166320" cy="19620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E76839F5-9B54-5FFC-5CE6-61DFBADE8BA6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640371" y="2930455"/>
                  <a:ext cx="183960" cy="21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917A1EF5-9E25-97B7-312D-B8A094A3CF33}"/>
              </a:ext>
            </a:extLst>
          </p:cNvPr>
          <p:cNvGrpSpPr/>
          <p:nvPr/>
        </p:nvGrpSpPr>
        <p:grpSpPr>
          <a:xfrm>
            <a:off x="6023411" y="2973295"/>
            <a:ext cx="393120" cy="144360"/>
            <a:chOff x="6023411" y="2973295"/>
            <a:chExt cx="393120" cy="14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52C18402-8218-2F1A-2BAB-BFB54709F8EE}"/>
                    </a:ext>
                  </a:extLst>
                </p14:cNvPr>
                <p14:cNvContentPartPr/>
                <p14:nvPr/>
              </p14:nvContentPartPr>
              <p14:xfrm>
                <a:off x="6023411" y="3024055"/>
                <a:ext cx="252360" cy="972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52C18402-8218-2F1A-2BAB-BFB54709F8EE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014771" y="3015055"/>
                  <a:ext cx="2700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9CC27C04-062B-2583-6D26-478C121DD3B1}"/>
                    </a:ext>
                  </a:extLst>
                </p14:cNvPr>
                <p14:cNvContentPartPr/>
                <p14:nvPr/>
              </p14:nvContentPartPr>
              <p14:xfrm>
                <a:off x="6317531" y="2973295"/>
                <a:ext cx="99000" cy="1443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9CC27C04-062B-2583-6D26-478C121DD3B1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308531" y="2964295"/>
                  <a:ext cx="116640" cy="16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8A446316-C115-8251-BB3B-96DE205078B3}"/>
              </a:ext>
            </a:extLst>
          </p:cNvPr>
          <p:cNvGrpSpPr/>
          <p:nvPr/>
        </p:nvGrpSpPr>
        <p:grpSpPr>
          <a:xfrm>
            <a:off x="6630011" y="2886535"/>
            <a:ext cx="3775320" cy="324000"/>
            <a:chOff x="6630011" y="2886535"/>
            <a:chExt cx="3775320" cy="32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40E17D85-6394-A152-3F7C-B3C9B04417DE}"/>
                    </a:ext>
                  </a:extLst>
                </p14:cNvPr>
                <p14:cNvContentPartPr/>
                <p14:nvPr/>
              </p14:nvContentPartPr>
              <p14:xfrm>
                <a:off x="6759971" y="2938015"/>
                <a:ext cx="23760" cy="2235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40E17D85-6394-A152-3F7C-B3C9B04417DE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750971" y="2929375"/>
                  <a:ext cx="414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8B568BA6-C35F-5E23-A6FF-0C220A4184FE}"/>
                    </a:ext>
                  </a:extLst>
                </p14:cNvPr>
                <p14:cNvContentPartPr/>
                <p14:nvPr/>
              </p14:nvContentPartPr>
              <p14:xfrm>
                <a:off x="6630011" y="2901655"/>
                <a:ext cx="260640" cy="12852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8B568BA6-C35F-5E23-A6FF-0C220A4184FE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6621011" y="2892655"/>
                  <a:ext cx="2782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23683F5A-4C44-027D-4536-1563707A2C15}"/>
                    </a:ext>
                  </a:extLst>
                </p14:cNvPr>
                <p14:cNvContentPartPr/>
                <p14:nvPr/>
              </p14:nvContentPartPr>
              <p14:xfrm>
                <a:off x="6871571" y="3078415"/>
                <a:ext cx="130680" cy="11448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23683F5A-4C44-027D-4536-1563707A2C15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6862931" y="3069415"/>
                  <a:ext cx="1483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D45A3D53-3D8D-355E-BD15-8B74CAEAFBA0}"/>
                    </a:ext>
                  </a:extLst>
                </p14:cNvPr>
                <p14:cNvContentPartPr/>
                <p14:nvPr/>
              </p14:nvContentPartPr>
              <p14:xfrm>
                <a:off x="7146971" y="3024775"/>
                <a:ext cx="97920" cy="432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D45A3D53-3D8D-355E-BD15-8B74CAEAFBA0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7138331" y="3015775"/>
                  <a:ext cx="1155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29BF2161-7D45-20E9-A4E6-32B3ED7E75B3}"/>
                    </a:ext>
                  </a:extLst>
                </p14:cNvPr>
                <p14:cNvContentPartPr/>
                <p14:nvPr/>
              </p14:nvContentPartPr>
              <p14:xfrm>
                <a:off x="7168211" y="2955295"/>
                <a:ext cx="281520" cy="18468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29BF2161-7D45-20E9-A4E6-32B3ED7E75B3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7159211" y="2946295"/>
                  <a:ext cx="2991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FA7AC7BC-DA27-0A3F-AF24-53E2B747ACBD}"/>
                    </a:ext>
                  </a:extLst>
                </p14:cNvPr>
                <p14:cNvContentPartPr/>
                <p14:nvPr/>
              </p14:nvContentPartPr>
              <p14:xfrm>
                <a:off x="7349651" y="2898415"/>
                <a:ext cx="221760" cy="10764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FA7AC7BC-DA27-0A3F-AF24-53E2B747ACBD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340651" y="2889775"/>
                  <a:ext cx="2394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FAC42A7A-40C2-8324-8F98-EA78E1E10DD6}"/>
                    </a:ext>
                  </a:extLst>
                </p14:cNvPr>
                <p14:cNvContentPartPr/>
                <p14:nvPr/>
              </p14:nvContentPartPr>
              <p14:xfrm>
                <a:off x="7592291" y="3100015"/>
                <a:ext cx="16560" cy="11052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FAC42A7A-40C2-8324-8F98-EA78E1E10DD6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583651" y="3091015"/>
                  <a:ext cx="342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FEBEDF51-AD8A-F203-6E68-233E1E47BD0E}"/>
                    </a:ext>
                  </a:extLst>
                </p14:cNvPr>
                <p14:cNvContentPartPr/>
                <p14:nvPr/>
              </p14:nvContentPartPr>
              <p14:xfrm>
                <a:off x="7735571" y="3043855"/>
                <a:ext cx="181800" cy="6660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FEBEDF51-AD8A-F203-6E68-233E1E47BD0E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726571" y="3035215"/>
                  <a:ext cx="1994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E26B576C-6B0D-AB41-6F34-FF368D24FE60}"/>
                    </a:ext>
                  </a:extLst>
                </p14:cNvPr>
                <p14:cNvContentPartPr/>
                <p14:nvPr/>
              </p14:nvContentPartPr>
              <p14:xfrm>
                <a:off x="8059931" y="2947015"/>
                <a:ext cx="33120" cy="1731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E26B576C-6B0D-AB41-6F34-FF368D24FE60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051291" y="2938015"/>
                  <a:ext cx="507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D373A280-7039-D9D9-23D4-C645B67D302A}"/>
                    </a:ext>
                  </a:extLst>
                </p14:cNvPr>
                <p14:cNvContentPartPr/>
                <p14:nvPr/>
              </p14:nvContentPartPr>
              <p14:xfrm>
                <a:off x="7960211" y="2886535"/>
                <a:ext cx="250920" cy="13788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D373A280-7039-D9D9-23D4-C645B67D302A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7951211" y="2877535"/>
                  <a:ext cx="2685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6420628E-0663-1FEA-469E-058C5A712E3E}"/>
                    </a:ext>
                  </a:extLst>
                </p14:cNvPr>
                <p14:cNvContentPartPr/>
                <p14:nvPr/>
              </p14:nvContentPartPr>
              <p14:xfrm>
                <a:off x="8167211" y="3063655"/>
                <a:ext cx="84600" cy="10296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6420628E-0663-1FEA-469E-058C5A712E3E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158571" y="3055015"/>
                  <a:ext cx="1022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618D9058-CC68-EAB2-1523-440A0E3A79B1}"/>
                    </a:ext>
                  </a:extLst>
                </p14:cNvPr>
                <p14:cNvContentPartPr/>
                <p14:nvPr/>
              </p14:nvContentPartPr>
              <p14:xfrm>
                <a:off x="8262971" y="3093535"/>
                <a:ext cx="167400" cy="6912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618D9058-CC68-EAB2-1523-440A0E3A79B1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254331" y="3084535"/>
                  <a:ext cx="1850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F90588BE-D92C-494A-7FB3-4012BFE59E10}"/>
                    </a:ext>
                  </a:extLst>
                </p14:cNvPr>
                <p14:cNvContentPartPr/>
                <p14:nvPr/>
              </p14:nvContentPartPr>
              <p14:xfrm>
                <a:off x="8487611" y="2987335"/>
                <a:ext cx="13320" cy="1551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F90588BE-D92C-494A-7FB3-4012BFE59E10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478971" y="2978335"/>
                  <a:ext cx="309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6D7D8BE9-CF71-998F-744B-FE36AEE4871F}"/>
                    </a:ext>
                  </a:extLst>
                </p14:cNvPr>
                <p14:cNvContentPartPr/>
                <p14:nvPr/>
              </p14:nvContentPartPr>
              <p14:xfrm>
                <a:off x="8406611" y="2975095"/>
                <a:ext cx="346680" cy="1076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6D7D8BE9-CF71-998F-744B-FE36AEE4871F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397971" y="2966095"/>
                  <a:ext cx="3643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48ECE59A-BA0D-1FB5-8417-B7596A33B674}"/>
                    </a:ext>
                  </a:extLst>
                </p14:cNvPr>
                <p14:cNvContentPartPr/>
                <p14:nvPr/>
              </p14:nvContentPartPr>
              <p14:xfrm>
                <a:off x="8659331" y="3024775"/>
                <a:ext cx="129960" cy="187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48ECE59A-BA0D-1FB5-8417-B7596A33B674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8650691" y="3015775"/>
                  <a:ext cx="1476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4FEC1217-FCAA-3612-A238-B711D79CBA4E}"/>
                    </a:ext>
                  </a:extLst>
                </p14:cNvPr>
                <p14:cNvContentPartPr/>
                <p14:nvPr/>
              </p14:nvContentPartPr>
              <p14:xfrm>
                <a:off x="8896571" y="2986255"/>
                <a:ext cx="132840" cy="16200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4FEC1217-FCAA-3612-A238-B711D79CBA4E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887931" y="2977615"/>
                  <a:ext cx="1504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DF12C12F-7C32-7ACF-F38B-0AF328FCDB3E}"/>
                    </a:ext>
                  </a:extLst>
                </p14:cNvPr>
                <p14:cNvContentPartPr/>
                <p14:nvPr/>
              </p14:nvContentPartPr>
              <p14:xfrm>
                <a:off x="9123011" y="3063655"/>
                <a:ext cx="6840" cy="2844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DF12C12F-7C32-7ACF-F38B-0AF328FCDB3E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9114371" y="3055015"/>
                  <a:ext cx="244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A1645F63-0808-7EF0-66FC-8CECB8A5C297}"/>
                    </a:ext>
                  </a:extLst>
                </p14:cNvPr>
                <p14:cNvContentPartPr/>
                <p14:nvPr/>
              </p14:nvContentPartPr>
              <p14:xfrm>
                <a:off x="9156491" y="2955655"/>
                <a:ext cx="153360" cy="14364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A1645F63-0808-7EF0-66FC-8CECB8A5C297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9147491" y="2947015"/>
                  <a:ext cx="17100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E92888BC-62C8-76D8-DB58-3BC969A67743}"/>
                    </a:ext>
                  </a:extLst>
                </p14:cNvPr>
                <p14:cNvContentPartPr/>
                <p14:nvPr/>
              </p14:nvContentPartPr>
              <p14:xfrm>
                <a:off x="9254051" y="2961055"/>
                <a:ext cx="24480" cy="16776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E92888BC-62C8-76D8-DB58-3BC969A67743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9245411" y="2952055"/>
                  <a:ext cx="421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9B74A1D3-7579-EDF2-49FF-B25448618582}"/>
                    </a:ext>
                  </a:extLst>
                </p14:cNvPr>
                <p14:cNvContentPartPr/>
                <p14:nvPr/>
              </p14:nvContentPartPr>
              <p14:xfrm>
                <a:off x="9377891" y="2966095"/>
                <a:ext cx="136440" cy="1645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9B74A1D3-7579-EDF2-49FF-B25448618582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9368891" y="2957455"/>
                  <a:ext cx="1540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D4DAE35D-593D-37CF-AC9A-096AB190E2F8}"/>
                    </a:ext>
                  </a:extLst>
                </p14:cNvPr>
                <p14:cNvContentPartPr/>
                <p14:nvPr/>
              </p14:nvContentPartPr>
              <p14:xfrm>
                <a:off x="9532331" y="2957455"/>
                <a:ext cx="194760" cy="14868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D4DAE35D-593D-37CF-AC9A-096AB190E2F8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523691" y="2948455"/>
                  <a:ext cx="2124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702FC4F0-78A0-019F-C1C9-3B4A02880DFB}"/>
                    </a:ext>
                  </a:extLst>
                </p14:cNvPr>
                <p14:cNvContentPartPr/>
                <p14:nvPr/>
              </p14:nvContentPartPr>
              <p14:xfrm>
                <a:off x="9802691" y="2962495"/>
                <a:ext cx="158400" cy="14256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702FC4F0-78A0-019F-C1C9-3B4A02880DFB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9794051" y="2953495"/>
                  <a:ext cx="1760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DE2BEC8E-1438-17AB-0A28-D34ED497467C}"/>
                    </a:ext>
                  </a:extLst>
                </p14:cNvPr>
                <p14:cNvContentPartPr/>
                <p14:nvPr/>
              </p14:nvContentPartPr>
              <p14:xfrm>
                <a:off x="10016531" y="2959255"/>
                <a:ext cx="108720" cy="1173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DE2BEC8E-1438-17AB-0A28-D34ED497467C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0007531" y="2950255"/>
                  <a:ext cx="1263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C54E3FAB-3205-A82A-361F-34595A4FA38A}"/>
                    </a:ext>
                  </a:extLst>
                </p14:cNvPr>
                <p14:cNvContentPartPr/>
                <p14:nvPr/>
              </p14:nvContentPartPr>
              <p14:xfrm>
                <a:off x="10231091" y="2919655"/>
                <a:ext cx="174240" cy="20340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C54E3FAB-3205-A82A-361F-34595A4FA38A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0222451" y="2910655"/>
                  <a:ext cx="1918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35C4F87-C0DE-5CE6-70E9-B53B0DFF0270}"/>
                    </a:ext>
                  </a:extLst>
                </p14:cNvPr>
                <p14:cNvContentPartPr/>
                <p14:nvPr/>
              </p14:nvContentPartPr>
              <p14:xfrm>
                <a:off x="10239731" y="2931895"/>
                <a:ext cx="111960" cy="2016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35C4F87-C0DE-5CE6-70E9-B53B0DFF0270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0231091" y="2922895"/>
                  <a:ext cx="129600" cy="3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EA3DA559-A3A8-8A04-9DB7-33D1B3E8ED5A}"/>
              </a:ext>
            </a:extLst>
          </p:cNvPr>
          <p:cNvGrpSpPr/>
          <p:nvPr/>
        </p:nvGrpSpPr>
        <p:grpSpPr>
          <a:xfrm>
            <a:off x="10614851" y="2887615"/>
            <a:ext cx="594720" cy="272160"/>
            <a:chOff x="10614851" y="2887615"/>
            <a:chExt cx="594720" cy="27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04E3DBB9-5E10-FA56-E9AF-B1EE2AB981B6}"/>
                    </a:ext>
                  </a:extLst>
                </p14:cNvPr>
                <p14:cNvContentPartPr/>
                <p14:nvPr/>
              </p14:nvContentPartPr>
              <p14:xfrm>
                <a:off x="10614851" y="2916775"/>
                <a:ext cx="203040" cy="2138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04E3DBB9-5E10-FA56-E9AF-B1EE2AB981B6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0605851" y="2907775"/>
                  <a:ext cx="2206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68A6E7F9-1096-2B9B-4BA4-3BF939A5CDF5}"/>
                    </a:ext>
                  </a:extLst>
                </p14:cNvPr>
                <p14:cNvContentPartPr/>
                <p14:nvPr/>
              </p14:nvContentPartPr>
              <p14:xfrm>
                <a:off x="10866491" y="2948095"/>
                <a:ext cx="25200" cy="12816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68A6E7F9-1096-2B9B-4BA4-3BF939A5CDF5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0857851" y="2939455"/>
                  <a:ext cx="428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553CBED3-8887-255B-10F0-CCF7E681D399}"/>
                    </a:ext>
                  </a:extLst>
                </p14:cNvPr>
                <p14:cNvContentPartPr/>
                <p14:nvPr/>
              </p14:nvContentPartPr>
              <p14:xfrm>
                <a:off x="10854971" y="2887615"/>
                <a:ext cx="153360" cy="10260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553CBED3-8887-255B-10F0-CCF7E681D399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846331" y="2878615"/>
                  <a:ext cx="1710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020471C2-9B0E-3E41-6708-CE6556698A56}"/>
                    </a:ext>
                  </a:extLst>
                </p14:cNvPr>
                <p14:cNvContentPartPr/>
                <p14:nvPr/>
              </p14:nvContentPartPr>
              <p14:xfrm>
                <a:off x="10986731" y="3017215"/>
                <a:ext cx="222840" cy="1425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020471C2-9B0E-3E41-6708-CE6556698A56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0978091" y="3008575"/>
                  <a:ext cx="240480" cy="16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FE50FAAB-A845-71B2-3E01-28209E9E33C8}"/>
              </a:ext>
            </a:extLst>
          </p:cNvPr>
          <p:cNvGrpSpPr/>
          <p:nvPr/>
        </p:nvGrpSpPr>
        <p:grpSpPr>
          <a:xfrm>
            <a:off x="6728651" y="3538135"/>
            <a:ext cx="356760" cy="257400"/>
            <a:chOff x="6728651" y="3538135"/>
            <a:chExt cx="356760" cy="25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83021956-36B9-3BD7-F8E3-8C6BAD63F836}"/>
                    </a:ext>
                  </a:extLst>
                </p14:cNvPr>
                <p14:cNvContentPartPr/>
                <p14:nvPr/>
              </p14:nvContentPartPr>
              <p14:xfrm>
                <a:off x="6728651" y="3539575"/>
                <a:ext cx="181080" cy="19188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83021956-36B9-3BD7-F8E3-8C6BAD63F836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6719651" y="3530575"/>
                  <a:ext cx="1987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ED0CA14C-2475-A87C-7AF2-735A58BA59A4}"/>
                    </a:ext>
                  </a:extLst>
                </p14:cNvPr>
                <p14:cNvContentPartPr/>
                <p14:nvPr/>
              </p14:nvContentPartPr>
              <p14:xfrm>
                <a:off x="6732971" y="3538135"/>
                <a:ext cx="137160" cy="21348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ED0CA14C-2475-A87C-7AF2-735A58BA59A4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6724331" y="3529495"/>
                  <a:ext cx="1548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C7834CFA-010E-6622-9F99-D77F7637BA77}"/>
                    </a:ext>
                  </a:extLst>
                </p14:cNvPr>
                <p14:cNvContentPartPr/>
                <p14:nvPr/>
              </p14:nvContentPartPr>
              <p14:xfrm>
                <a:off x="6965531" y="3664135"/>
                <a:ext cx="119880" cy="13140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C7834CFA-010E-6622-9F99-D77F7637BA77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6956891" y="3655495"/>
                  <a:ext cx="137520" cy="14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BDE18C89-CD32-60A5-48EC-ADF661194A22}"/>
              </a:ext>
            </a:extLst>
          </p:cNvPr>
          <p:cNvGrpSpPr/>
          <p:nvPr/>
        </p:nvGrpSpPr>
        <p:grpSpPr>
          <a:xfrm>
            <a:off x="7284851" y="3568015"/>
            <a:ext cx="797760" cy="181800"/>
            <a:chOff x="7284851" y="3568015"/>
            <a:chExt cx="797760" cy="18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90077035-5365-D4FE-CFDB-1AEAA969EBEE}"/>
                    </a:ext>
                  </a:extLst>
                </p14:cNvPr>
                <p14:cNvContentPartPr/>
                <p14:nvPr/>
              </p14:nvContentPartPr>
              <p14:xfrm>
                <a:off x="7284851" y="3592495"/>
                <a:ext cx="82800" cy="7344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90077035-5365-D4FE-CFDB-1AEAA969EBEE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7275851" y="3583855"/>
                  <a:ext cx="1004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244F4FB9-5623-6C21-3EC2-F32F300884F6}"/>
                    </a:ext>
                  </a:extLst>
                </p14:cNvPr>
                <p14:cNvContentPartPr/>
                <p14:nvPr/>
              </p14:nvContentPartPr>
              <p14:xfrm>
                <a:off x="7499051" y="3570895"/>
                <a:ext cx="168840" cy="15264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244F4FB9-5623-6C21-3EC2-F32F300884F6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7490051" y="3562255"/>
                  <a:ext cx="1864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841CC5FE-A516-9597-65BA-78A323333932}"/>
                    </a:ext>
                  </a:extLst>
                </p14:cNvPr>
                <p14:cNvContentPartPr/>
                <p14:nvPr/>
              </p14:nvContentPartPr>
              <p14:xfrm>
                <a:off x="7749611" y="3655135"/>
                <a:ext cx="9360" cy="2124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841CC5FE-A516-9597-65BA-78A323333932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7740611" y="3646135"/>
                  <a:ext cx="270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C3EA6B47-D43F-FDAF-63A3-08EF2F60C2C4}"/>
                    </a:ext>
                  </a:extLst>
                </p14:cNvPr>
                <p14:cNvContentPartPr/>
                <p14:nvPr/>
              </p14:nvContentPartPr>
              <p14:xfrm>
                <a:off x="7869851" y="3568015"/>
                <a:ext cx="212760" cy="18180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C3EA6B47-D43F-FDAF-63A3-08EF2F60C2C4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7860851" y="3559015"/>
                  <a:ext cx="230400" cy="19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ED75C99D-CEB8-64E4-999B-AB2AE3F1B6BA}"/>
              </a:ext>
            </a:extLst>
          </p:cNvPr>
          <p:cNvGrpSpPr/>
          <p:nvPr/>
        </p:nvGrpSpPr>
        <p:grpSpPr>
          <a:xfrm>
            <a:off x="6565211" y="4110895"/>
            <a:ext cx="1116360" cy="267480"/>
            <a:chOff x="6565211" y="4110895"/>
            <a:chExt cx="1116360" cy="26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44FB6AD9-0F21-018F-3A49-83762C6BF923}"/>
                    </a:ext>
                  </a:extLst>
                </p14:cNvPr>
                <p14:cNvContentPartPr/>
                <p14:nvPr/>
              </p14:nvContentPartPr>
              <p14:xfrm>
                <a:off x="6750611" y="4167055"/>
                <a:ext cx="24840" cy="18720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44FB6AD9-0F21-018F-3A49-83762C6BF923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6741971" y="4158415"/>
                  <a:ext cx="424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025585F4-024D-F708-AC56-2877E28A140F}"/>
                    </a:ext>
                  </a:extLst>
                </p14:cNvPr>
                <p14:cNvContentPartPr/>
                <p14:nvPr/>
              </p14:nvContentPartPr>
              <p14:xfrm>
                <a:off x="6565211" y="4110895"/>
                <a:ext cx="311040" cy="7560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025585F4-024D-F708-AC56-2877E28A140F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6556211" y="4101895"/>
                  <a:ext cx="3286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73AB3B44-56AF-4F1F-9285-8FB662840E9B}"/>
                    </a:ext>
                  </a:extLst>
                </p14:cNvPr>
                <p14:cNvContentPartPr/>
                <p14:nvPr/>
              </p14:nvContentPartPr>
              <p14:xfrm>
                <a:off x="6906491" y="4210615"/>
                <a:ext cx="337680" cy="15480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73AB3B44-56AF-4F1F-9285-8FB662840E9B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6897851" y="4201615"/>
                  <a:ext cx="3553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DDD6D96D-BE8D-42E2-F487-E1968B7FAC14}"/>
                    </a:ext>
                  </a:extLst>
                </p14:cNvPr>
                <p14:cNvContentPartPr/>
                <p14:nvPr/>
              </p14:nvContentPartPr>
              <p14:xfrm>
                <a:off x="7157051" y="4169215"/>
                <a:ext cx="345960" cy="16452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DDD6D96D-BE8D-42E2-F487-E1968B7FAC14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7148051" y="4160215"/>
                  <a:ext cx="3636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C9F667CD-EE9D-AE26-EBA1-88615F084A2F}"/>
                    </a:ext>
                  </a:extLst>
                </p14:cNvPr>
                <p14:cNvContentPartPr/>
                <p14:nvPr/>
              </p14:nvContentPartPr>
              <p14:xfrm>
                <a:off x="7336691" y="4148695"/>
                <a:ext cx="344880" cy="22968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C9F667CD-EE9D-AE26-EBA1-88615F084A2F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7328051" y="4140055"/>
                  <a:ext cx="362520" cy="24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A3BBE9BC-A726-894C-F1E1-B196FD192D10}"/>
              </a:ext>
            </a:extLst>
          </p:cNvPr>
          <p:cNvGrpSpPr/>
          <p:nvPr/>
        </p:nvGrpSpPr>
        <p:grpSpPr>
          <a:xfrm>
            <a:off x="7852571" y="4109455"/>
            <a:ext cx="771840" cy="198360"/>
            <a:chOff x="7852571" y="4109455"/>
            <a:chExt cx="771840" cy="19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EC29C3ED-9B63-0AD4-B35C-F1BA62C8D8C2}"/>
                    </a:ext>
                  </a:extLst>
                </p14:cNvPr>
                <p14:cNvContentPartPr/>
                <p14:nvPr/>
              </p14:nvContentPartPr>
              <p14:xfrm>
                <a:off x="7852571" y="4210615"/>
                <a:ext cx="117720" cy="1332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EC29C3ED-9B63-0AD4-B35C-F1BA62C8D8C2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7843931" y="4201615"/>
                  <a:ext cx="1353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382BD44A-2FA2-CFB3-696F-E979797BEAFB}"/>
                    </a:ext>
                  </a:extLst>
                </p14:cNvPr>
                <p14:cNvContentPartPr/>
                <p14:nvPr/>
              </p14:nvContentPartPr>
              <p14:xfrm>
                <a:off x="7894331" y="4259215"/>
                <a:ext cx="102600" cy="1908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382BD44A-2FA2-CFB3-696F-E979797BEAFB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7885331" y="4250215"/>
                  <a:ext cx="1202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56B55B7A-7434-7966-A416-E21189C62E5D}"/>
                    </a:ext>
                  </a:extLst>
                </p14:cNvPr>
                <p14:cNvContentPartPr/>
                <p14:nvPr/>
              </p14:nvContentPartPr>
              <p14:xfrm>
                <a:off x="8133371" y="4109455"/>
                <a:ext cx="117720" cy="13032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56B55B7A-7434-7966-A416-E21189C62E5D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8124371" y="4100815"/>
                  <a:ext cx="1353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A754BE4B-90E2-6357-F7A0-F0ED42365D23}"/>
                    </a:ext>
                  </a:extLst>
                </p14:cNvPr>
                <p14:cNvContentPartPr/>
                <p14:nvPr/>
              </p14:nvContentPartPr>
              <p14:xfrm>
                <a:off x="8208971" y="4127815"/>
                <a:ext cx="252360" cy="18000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A754BE4B-90E2-6357-F7A0-F0ED42365D23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8199971" y="4118815"/>
                  <a:ext cx="2700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FA0801BB-6A1E-CBBC-92FC-791D03EBDC96}"/>
                    </a:ext>
                  </a:extLst>
                </p14:cNvPr>
                <p14:cNvContentPartPr/>
                <p14:nvPr/>
              </p14:nvContentPartPr>
              <p14:xfrm>
                <a:off x="8482931" y="4145095"/>
                <a:ext cx="141480" cy="14616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FA0801BB-6A1E-CBBC-92FC-791D03EBDC96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8474291" y="4136455"/>
                  <a:ext cx="159120" cy="16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F7A54D1E-F9DB-1BBE-E47E-520A61928D55}"/>
              </a:ext>
            </a:extLst>
          </p:cNvPr>
          <p:cNvGrpSpPr/>
          <p:nvPr/>
        </p:nvGrpSpPr>
        <p:grpSpPr>
          <a:xfrm>
            <a:off x="8799011" y="4081735"/>
            <a:ext cx="190080" cy="193680"/>
            <a:chOff x="8799011" y="4081735"/>
            <a:chExt cx="190080" cy="19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56E1618E-A56D-B125-E4D9-3BE3242E9985}"/>
                    </a:ext>
                  </a:extLst>
                </p14:cNvPr>
                <p14:cNvContentPartPr/>
                <p14:nvPr/>
              </p14:nvContentPartPr>
              <p14:xfrm>
                <a:off x="8799011" y="4081735"/>
                <a:ext cx="31320" cy="19368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56E1618E-A56D-B125-E4D9-3BE3242E9985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8790011" y="4072735"/>
                  <a:ext cx="489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697DCD05-38A1-3BCB-53E7-A9660B94BF14}"/>
                    </a:ext>
                  </a:extLst>
                </p14:cNvPr>
                <p14:cNvContentPartPr/>
                <p14:nvPr/>
              </p14:nvContentPartPr>
              <p14:xfrm>
                <a:off x="8831771" y="4100455"/>
                <a:ext cx="157320" cy="15984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697DCD05-38A1-3BCB-53E7-A9660B94BF14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8822771" y="4091455"/>
                  <a:ext cx="174960" cy="17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9A1798E0-5ADF-D2CE-37C9-D8B9D1F1BF73}"/>
              </a:ext>
            </a:extLst>
          </p:cNvPr>
          <p:cNvGrpSpPr/>
          <p:nvPr/>
        </p:nvGrpSpPr>
        <p:grpSpPr>
          <a:xfrm>
            <a:off x="6529931" y="4773295"/>
            <a:ext cx="571320" cy="295560"/>
            <a:chOff x="6529931" y="4773295"/>
            <a:chExt cx="571320" cy="29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02CA7C48-BCAD-2B83-21E0-AF92638D9E25}"/>
                    </a:ext>
                  </a:extLst>
                </p14:cNvPr>
                <p14:cNvContentPartPr/>
                <p14:nvPr/>
              </p14:nvContentPartPr>
              <p14:xfrm>
                <a:off x="6529931" y="4773295"/>
                <a:ext cx="163080" cy="25380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02CA7C48-BCAD-2B83-21E0-AF92638D9E25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6520931" y="4764295"/>
                  <a:ext cx="18072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AE8D6614-35C6-AF45-D377-675B4CB36E88}"/>
                    </a:ext>
                  </a:extLst>
                </p14:cNvPr>
                <p14:cNvContentPartPr/>
                <p14:nvPr/>
              </p14:nvContentPartPr>
              <p14:xfrm>
                <a:off x="6741971" y="4964815"/>
                <a:ext cx="110160" cy="10404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AE8D6614-35C6-AF45-D377-675B4CB36E88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6733331" y="4955815"/>
                  <a:ext cx="12780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6C67CA24-6BFA-DE09-9CA7-17C411A88180}"/>
                    </a:ext>
                  </a:extLst>
                </p14:cNvPr>
                <p14:cNvContentPartPr/>
                <p14:nvPr/>
              </p14:nvContentPartPr>
              <p14:xfrm>
                <a:off x="6980291" y="4870135"/>
                <a:ext cx="90360" cy="576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6C67CA24-6BFA-DE09-9CA7-17C411A88180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6971291" y="4861135"/>
                  <a:ext cx="1080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7FCE7DAE-2FD4-E55E-A37E-EDFC0234B2F8}"/>
                    </a:ext>
                  </a:extLst>
                </p14:cNvPr>
                <p14:cNvContentPartPr/>
                <p14:nvPr/>
              </p14:nvContentPartPr>
              <p14:xfrm>
                <a:off x="6998651" y="4932415"/>
                <a:ext cx="102600" cy="2016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7FCE7DAE-2FD4-E55E-A37E-EDFC0234B2F8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6990011" y="4923775"/>
                  <a:ext cx="120240" cy="3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3D898B4D-7B43-DA40-3545-EACAE11935C8}"/>
              </a:ext>
            </a:extLst>
          </p:cNvPr>
          <p:cNvGrpSpPr/>
          <p:nvPr/>
        </p:nvGrpSpPr>
        <p:grpSpPr>
          <a:xfrm>
            <a:off x="7296371" y="4763215"/>
            <a:ext cx="976680" cy="379440"/>
            <a:chOff x="7296371" y="4763215"/>
            <a:chExt cx="976680" cy="37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BA7998B5-0475-6F3B-9908-B277B6521BFE}"/>
                    </a:ext>
                  </a:extLst>
                </p14:cNvPr>
                <p14:cNvContentPartPr/>
                <p14:nvPr/>
              </p14:nvContentPartPr>
              <p14:xfrm>
                <a:off x="7296371" y="4770775"/>
                <a:ext cx="172440" cy="22248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BA7998B5-0475-6F3B-9908-B277B6521BFE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7287731" y="4762135"/>
                  <a:ext cx="19008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F71AA4F4-BC6C-B814-A6D0-D3015699087F}"/>
                    </a:ext>
                  </a:extLst>
                </p14:cNvPr>
                <p14:cNvContentPartPr/>
                <p14:nvPr/>
              </p14:nvContentPartPr>
              <p14:xfrm>
                <a:off x="7390331" y="4796695"/>
                <a:ext cx="28440" cy="324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F71AA4F4-BC6C-B814-A6D0-D3015699087F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7381691" y="4787695"/>
                  <a:ext cx="460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AA0855EF-3A98-E488-8A53-69FC2CFE17E2}"/>
                    </a:ext>
                  </a:extLst>
                </p14:cNvPr>
                <p14:cNvContentPartPr/>
                <p14:nvPr/>
              </p14:nvContentPartPr>
              <p14:xfrm>
                <a:off x="7307531" y="4782655"/>
                <a:ext cx="138600" cy="19980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AA0855EF-3A98-E488-8A53-69FC2CFE17E2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7298891" y="4773655"/>
                  <a:ext cx="15624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D4C1852B-AC1D-0F46-24FD-FDC6577A55BF}"/>
                    </a:ext>
                  </a:extLst>
                </p14:cNvPr>
                <p14:cNvContentPartPr/>
                <p14:nvPr/>
              </p14:nvContentPartPr>
              <p14:xfrm>
                <a:off x="7530011" y="4921975"/>
                <a:ext cx="104760" cy="9504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D4C1852B-AC1D-0F46-24FD-FDC6577A55BF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7521011" y="4913335"/>
                  <a:ext cx="1224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84EFBE7A-A2C8-A29D-EB15-B84EE7DD3232}"/>
                    </a:ext>
                  </a:extLst>
                </p14:cNvPr>
                <p14:cNvContentPartPr/>
                <p14:nvPr/>
              </p14:nvContentPartPr>
              <p14:xfrm>
                <a:off x="7706771" y="4763215"/>
                <a:ext cx="141480" cy="19980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84EFBE7A-A2C8-A29D-EB15-B84EE7DD3232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7698131" y="4754575"/>
                  <a:ext cx="1591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24D29501-91FA-65BF-F316-BDC2127C9432}"/>
                    </a:ext>
                  </a:extLst>
                </p14:cNvPr>
                <p14:cNvContentPartPr/>
                <p14:nvPr/>
              </p14:nvContentPartPr>
              <p14:xfrm>
                <a:off x="7967771" y="4914055"/>
                <a:ext cx="4320" cy="108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24D29501-91FA-65BF-F316-BDC2127C943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958771" y="4905055"/>
                  <a:ext cx="2196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56CC46EA-70C6-CD95-9EA9-F97EAF6AE41B}"/>
                    </a:ext>
                  </a:extLst>
                </p14:cNvPr>
                <p14:cNvContentPartPr/>
                <p14:nvPr/>
              </p14:nvContentPartPr>
              <p14:xfrm>
                <a:off x="7885691" y="4887415"/>
                <a:ext cx="135000" cy="25524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56CC46EA-70C6-CD95-9EA9-F97EAF6AE41B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7876691" y="4878775"/>
                  <a:ext cx="15264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AFCAF82C-4DA0-3BD0-75C2-E5DC65D43BBD}"/>
                    </a:ext>
                  </a:extLst>
                </p14:cNvPr>
                <p14:cNvContentPartPr/>
                <p14:nvPr/>
              </p14:nvContentPartPr>
              <p14:xfrm>
                <a:off x="8214731" y="4780855"/>
                <a:ext cx="12960" cy="14004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AFCAF82C-4DA0-3BD0-75C2-E5DC65D43BBD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8205731" y="4771855"/>
                  <a:ext cx="306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DB24C104-5DED-CEF3-B856-E0DB9A4715D6}"/>
                    </a:ext>
                  </a:extLst>
                </p14:cNvPr>
                <p14:cNvContentPartPr/>
                <p14:nvPr/>
              </p14:nvContentPartPr>
              <p14:xfrm>
                <a:off x="8148491" y="4846735"/>
                <a:ext cx="124560" cy="1908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DB24C104-5DED-CEF3-B856-E0DB9A4715D6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8139851" y="4838095"/>
                  <a:ext cx="14220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EED5637A-069B-6481-739E-4919E213B25B}"/>
              </a:ext>
            </a:extLst>
          </p:cNvPr>
          <p:cNvGrpSpPr/>
          <p:nvPr/>
        </p:nvGrpSpPr>
        <p:grpSpPr>
          <a:xfrm>
            <a:off x="8479691" y="4632535"/>
            <a:ext cx="1168920" cy="414360"/>
            <a:chOff x="8479691" y="4632535"/>
            <a:chExt cx="1168920" cy="41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EB146AD1-E22C-AF25-7D9F-F03E7861F467}"/>
                    </a:ext>
                  </a:extLst>
                </p14:cNvPr>
                <p14:cNvContentPartPr/>
                <p14:nvPr/>
              </p14:nvContentPartPr>
              <p14:xfrm>
                <a:off x="8479691" y="4678255"/>
                <a:ext cx="83520" cy="28944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EB146AD1-E22C-AF25-7D9F-F03E7861F467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8471051" y="4669255"/>
                  <a:ext cx="10116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5DD8F942-C96A-AA7B-DC2F-658FE4CFF5E6}"/>
                    </a:ext>
                  </a:extLst>
                </p14:cNvPr>
                <p14:cNvContentPartPr/>
                <p14:nvPr/>
              </p14:nvContentPartPr>
              <p14:xfrm>
                <a:off x="8646371" y="4724335"/>
                <a:ext cx="16560" cy="19368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5DD8F942-C96A-AA7B-DC2F-658FE4CFF5E6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8637731" y="4715335"/>
                  <a:ext cx="342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D8898A74-A2E1-BE9A-D40D-30DBB8F27E96}"/>
                    </a:ext>
                  </a:extLst>
                </p14:cNvPr>
                <p14:cNvContentPartPr/>
                <p14:nvPr/>
              </p14:nvContentPartPr>
              <p14:xfrm>
                <a:off x="8713691" y="4765015"/>
                <a:ext cx="270720" cy="11988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D8898A74-A2E1-BE9A-D40D-30DBB8F27E96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8704691" y="4756375"/>
                  <a:ext cx="2883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996A3543-FF27-A487-04B1-B996D232D4D0}"/>
                    </a:ext>
                  </a:extLst>
                </p14:cNvPr>
                <p14:cNvContentPartPr/>
                <p14:nvPr/>
              </p14:nvContentPartPr>
              <p14:xfrm>
                <a:off x="8865251" y="4762855"/>
                <a:ext cx="141120" cy="14832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996A3543-FF27-A487-04B1-B996D232D4D0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8856611" y="4753855"/>
                  <a:ext cx="1587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A44AF54E-A0C1-5BD8-2B81-75AF959C0F83}"/>
                    </a:ext>
                  </a:extLst>
                </p14:cNvPr>
                <p14:cNvContentPartPr/>
                <p14:nvPr/>
              </p14:nvContentPartPr>
              <p14:xfrm>
                <a:off x="9017171" y="4870135"/>
                <a:ext cx="125280" cy="7668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A44AF54E-A0C1-5BD8-2B81-75AF959C0F83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9008171" y="4861135"/>
                  <a:ext cx="1429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B86AA9D3-C797-051A-0EB7-516763028C38}"/>
                    </a:ext>
                  </a:extLst>
                </p14:cNvPr>
                <p14:cNvContentPartPr/>
                <p14:nvPr/>
              </p14:nvContentPartPr>
              <p14:xfrm>
                <a:off x="9073691" y="4632535"/>
                <a:ext cx="194400" cy="34092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B86AA9D3-C797-051A-0EB7-516763028C38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9065051" y="4623895"/>
                  <a:ext cx="21204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5A7DB43B-D326-2D36-6BD2-660F47643AC2}"/>
                    </a:ext>
                  </a:extLst>
                </p14:cNvPr>
                <p14:cNvContentPartPr/>
                <p14:nvPr/>
              </p14:nvContentPartPr>
              <p14:xfrm>
                <a:off x="9356651" y="4755295"/>
                <a:ext cx="130320" cy="19224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5A7DB43B-D326-2D36-6BD2-660F47643AC2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9348011" y="4746295"/>
                  <a:ext cx="1479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99B9A2CE-B155-E65D-9EBB-0AAB0F05396E}"/>
                    </a:ext>
                  </a:extLst>
                </p14:cNvPr>
                <p14:cNvContentPartPr/>
                <p14:nvPr/>
              </p14:nvContentPartPr>
              <p14:xfrm>
                <a:off x="9564011" y="4861135"/>
                <a:ext cx="61920" cy="18576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99B9A2CE-B155-E65D-9EBB-0AAB0F05396E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9555371" y="4852495"/>
                  <a:ext cx="795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88C7D3F5-F8D2-52E8-4A48-40AFDC84438E}"/>
                    </a:ext>
                  </a:extLst>
                </p14:cNvPr>
                <p14:cNvContentPartPr/>
                <p14:nvPr/>
              </p14:nvContentPartPr>
              <p14:xfrm>
                <a:off x="9466091" y="4956895"/>
                <a:ext cx="182520" cy="1044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88C7D3F5-F8D2-52E8-4A48-40AFDC84438E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9457091" y="4948255"/>
                  <a:ext cx="200160" cy="2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8459B302-5737-136B-41F1-C0654C173484}"/>
              </a:ext>
            </a:extLst>
          </p:cNvPr>
          <p:cNvGrpSpPr/>
          <p:nvPr/>
        </p:nvGrpSpPr>
        <p:grpSpPr>
          <a:xfrm>
            <a:off x="9875771" y="4829815"/>
            <a:ext cx="145800" cy="66240"/>
            <a:chOff x="9875771" y="4829815"/>
            <a:chExt cx="145800" cy="6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5883FF06-E018-BAC6-EBF1-FFC7E7494F3B}"/>
                    </a:ext>
                  </a:extLst>
                </p14:cNvPr>
                <p14:cNvContentPartPr/>
                <p14:nvPr/>
              </p14:nvContentPartPr>
              <p14:xfrm>
                <a:off x="9875771" y="4829815"/>
                <a:ext cx="128160" cy="1728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5883FF06-E018-BAC6-EBF1-FFC7E7494F3B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9866771" y="4821175"/>
                  <a:ext cx="1458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AB020B2D-C0E5-66B6-0ADD-C6D893E05CAF}"/>
                    </a:ext>
                  </a:extLst>
                </p14:cNvPr>
                <p14:cNvContentPartPr/>
                <p14:nvPr/>
              </p14:nvContentPartPr>
              <p14:xfrm>
                <a:off x="9913211" y="4892815"/>
                <a:ext cx="108360" cy="324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AB020B2D-C0E5-66B6-0ADD-C6D893E05CAF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9904211" y="4884175"/>
                  <a:ext cx="126000" cy="2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669AA24E-F077-F454-B6C1-84C97136D691}"/>
              </a:ext>
            </a:extLst>
          </p:cNvPr>
          <p:cNvGrpSpPr/>
          <p:nvPr/>
        </p:nvGrpSpPr>
        <p:grpSpPr>
          <a:xfrm>
            <a:off x="10202651" y="4588615"/>
            <a:ext cx="1544760" cy="574920"/>
            <a:chOff x="10202651" y="4588615"/>
            <a:chExt cx="1544760" cy="57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988A9D5B-F7DE-C8E8-787C-C3347A4D46FE}"/>
                    </a:ext>
                  </a:extLst>
                </p14:cNvPr>
                <p14:cNvContentPartPr/>
                <p14:nvPr/>
              </p14:nvContentPartPr>
              <p14:xfrm>
                <a:off x="10202651" y="4804255"/>
                <a:ext cx="177120" cy="14976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988A9D5B-F7DE-C8E8-787C-C3347A4D46FE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10194011" y="4795615"/>
                  <a:ext cx="1947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88B9E13B-D94E-F203-350E-5650555E8268}"/>
                    </a:ext>
                  </a:extLst>
                </p14:cNvPr>
                <p14:cNvContentPartPr/>
                <p14:nvPr/>
              </p14:nvContentPartPr>
              <p14:xfrm>
                <a:off x="10475171" y="4871215"/>
                <a:ext cx="6120" cy="3744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88B9E13B-D94E-F203-350E-5650555E8268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10466171" y="4862575"/>
                  <a:ext cx="237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73526214-6028-2383-4B56-10E52DAE63A3}"/>
                    </a:ext>
                  </a:extLst>
                </p14:cNvPr>
                <p14:cNvContentPartPr/>
                <p14:nvPr/>
              </p14:nvContentPartPr>
              <p14:xfrm>
                <a:off x="10595771" y="4788055"/>
                <a:ext cx="161280" cy="12312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73526214-6028-2383-4B56-10E52DAE63A3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10587131" y="4779415"/>
                  <a:ext cx="1789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03111795-083A-5F6D-FA0A-56DABC67052B}"/>
                    </a:ext>
                  </a:extLst>
                </p14:cNvPr>
                <p14:cNvContentPartPr/>
                <p14:nvPr/>
              </p14:nvContentPartPr>
              <p14:xfrm>
                <a:off x="10793771" y="4752415"/>
                <a:ext cx="148680" cy="15192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03111795-083A-5F6D-FA0A-56DABC67052B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10785131" y="4743415"/>
                  <a:ext cx="1663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198D53FD-FEF8-C3E6-ED35-A6EC3D861A18}"/>
                    </a:ext>
                  </a:extLst>
                </p14:cNvPr>
                <p14:cNvContentPartPr/>
                <p14:nvPr/>
              </p14:nvContentPartPr>
              <p14:xfrm>
                <a:off x="10808891" y="4750975"/>
                <a:ext cx="171360" cy="828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198D53FD-FEF8-C3E6-ED35-A6EC3D861A18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10800251" y="4742335"/>
                  <a:ext cx="1890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3AB94979-E3A2-641F-B393-5FA675F2B5B0}"/>
                    </a:ext>
                  </a:extLst>
                </p14:cNvPr>
                <p14:cNvContentPartPr/>
                <p14:nvPr/>
              </p14:nvContentPartPr>
              <p14:xfrm>
                <a:off x="11053691" y="4755655"/>
                <a:ext cx="179640" cy="15696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3AB94979-E3A2-641F-B393-5FA675F2B5B0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11045051" y="4747015"/>
                  <a:ext cx="1972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1C64CE7F-17DD-1B0C-E7F5-CE2CDB3C760F}"/>
                    </a:ext>
                  </a:extLst>
                </p14:cNvPr>
                <p14:cNvContentPartPr/>
                <p14:nvPr/>
              </p14:nvContentPartPr>
              <p14:xfrm>
                <a:off x="11339531" y="4666735"/>
                <a:ext cx="231480" cy="10980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1C64CE7F-17DD-1B0C-E7F5-CE2CDB3C760F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11330891" y="4658095"/>
                  <a:ext cx="2491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AC6FA805-F25F-3835-4E20-A3D04462790B}"/>
                    </a:ext>
                  </a:extLst>
                </p14:cNvPr>
                <p14:cNvContentPartPr/>
                <p14:nvPr/>
              </p14:nvContentPartPr>
              <p14:xfrm>
                <a:off x="11619971" y="4588615"/>
                <a:ext cx="127440" cy="12276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AC6FA805-F25F-3835-4E20-A3D04462790B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11611331" y="4579615"/>
                  <a:ext cx="1450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3202A1E1-B4B5-54E6-38AA-05CDA4BDC3B8}"/>
                    </a:ext>
                  </a:extLst>
                </p14:cNvPr>
                <p14:cNvContentPartPr/>
                <p14:nvPr/>
              </p14:nvContentPartPr>
              <p14:xfrm>
                <a:off x="11279051" y="4812895"/>
                <a:ext cx="427680" cy="3024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3202A1E1-B4B5-54E6-38AA-05CDA4BDC3B8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11270051" y="4803895"/>
                  <a:ext cx="4453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18C736CA-F1C6-1E98-41DA-367666BDA9F1}"/>
                    </a:ext>
                  </a:extLst>
                </p14:cNvPr>
                <p14:cNvContentPartPr/>
                <p14:nvPr/>
              </p14:nvContentPartPr>
              <p14:xfrm>
                <a:off x="11364731" y="4897495"/>
                <a:ext cx="68760" cy="13068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18C736CA-F1C6-1E98-41DA-367666BDA9F1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11355731" y="4888855"/>
                  <a:ext cx="864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8DCB6BEC-C871-5C04-226C-3E25F6A49C48}"/>
                    </a:ext>
                  </a:extLst>
                </p14:cNvPr>
                <p14:cNvContentPartPr/>
                <p14:nvPr/>
              </p14:nvContentPartPr>
              <p14:xfrm>
                <a:off x="11396051" y="4936735"/>
                <a:ext cx="319320" cy="22680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8DCB6BEC-C871-5C04-226C-3E25F6A49C48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11387411" y="4927735"/>
                  <a:ext cx="336960" cy="24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1E9DD013-2414-A1E0-6380-825F8BD82820}"/>
              </a:ext>
            </a:extLst>
          </p:cNvPr>
          <p:cNvGrpSpPr/>
          <p:nvPr/>
        </p:nvGrpSpPr>
        <p:grpSpPr>
          <a:xfrm>
            <a:off x="5011451" y="5532535"/>
            <a:ext cx="717840" cy="272520"/>
            <a:chOff x="5011451" y="5532535"/>
            <a:chExt cx="717840" cy="27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83AA7F6C-E013-9B32-A223-6E757937A7C9}"/>
                    </a:ext>
                  </a:extLst>
                </p14:cNvPr>
                <p14:cNvContentPartPr/>
                <p14:nvPr/>
              </p14:nvContentPartPr>
              <p14:xfrm>
                <a:off x="5011451" y="5618935"/>
                <a:ext cx="166680" cy="15840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83AA7F6C-E013-9B32-A223-6E757937A7C9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5002451" y="5610295"/>
                  <a:ext cx="1843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0FAAB678-8FB8-95B6-AFF9-944F5F0E4E2E}"/>
                    </a:ext>
                  </a:extLst>
                </p14:cNvPr>
                <p14:cNvContentPartPr/>
                <p14:nvPr/>
              </p14:nvContentPartPr>
              <p14:xfrm>
                <a:off x="5317811" y="5532535"/>
                <a:ext cx="153360" cy="27252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0FAAB678-8FB8-95B6-AFF9-944F5F0E4E2E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5309171" y="5523895"/>
                  <a:ext cx="17100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4D066B14-33A8-42C8-7B0E-969F41086C09}"/>
                    </a:ext>
                  </a:extLst>
                </p14:cNvPr>
                <p14:cNvContentPartPr/>
                <p14:nvPr/>
              </p14:nvContentPartPr>
              <p14:xfrm>
                <a:off x="5289371" y="5651695"/>
                <a:ext cx="178920" cy="1620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4D066B14-33A8-42C8-7B0E-969F41086C09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5280371" y="5642695"/>
                  <a:ext cx="1965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185079BF-7046-EF5A-23CD-7164BD874E1A}"/>
                    </a:ext>
                  </a:extLst>
                </p14:cNvPr>
                <p14:cNvContentPartPr/>
                <p14:nvPr/>
              </p14:nvContentPartPr>
              <p14:xfrm>
                <a:off x="5592131" y="5641255"/>
                <a:ext cx="137160" cy="9756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185079BF-7046-EF5A-23CD-7164BD874E1A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5583491" y="5632255"/>
                  <a:ext cx="154800" cy="11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009EA024-2D9A-5EDC-E98F-C58FB7580CEB}"/>
              </a:ext>
            </a:extLst>
          </p:cNvPr>
          <p:cNvGrpSpPr/>
          <p:nvPr/>
        </p:nvGrpSpPr>
        <p:grpSpPr>
          <a:xfrm>
            <a:off x="5945291" y="5457295"/>
            <a:ext cx="4038840" cy="466560"/>
            <a:chOff x="5945291" y="5457295"/>
            <a:chExt cx="4038840" cy="46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28790592-AC93-DE2B-4D48-0F19F3260590}"/>
                    </a:ext>
                  </a:extLst>
                </p14:cNvPr>
                <p14:cNvContentPartPr/>
                <p14:nvPr/>
              </p14:nvContentPartPr>
              <p14:xfrm>
                <a:off x="5945291" y="5567815"/>
                <a:ext cx="119520" cy="26568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28790592-AC93-DE2B-4D48-0F19F3260590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5936291" y="5559175"/>
                  <a:ext cx="13716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B9AA7020-978B-FAE8-39A2-8140D247B6CD}"/>
                    </a:ext>
                  </a:extLst>
                </p14:cNvPr>
                <p14:cNvContentPartPr/>
                <p14:nvPr/>
              </p14:nvContentPartPr>
              <p14:xfrm>
                <a:off x="6092891" y="5644495"/>
                <a:ext cx="164880" cy="12276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B9AA7020-978B-FAE8-39A2-8140D247B6CD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6084251" y="5635495"/>
                  <a:ext cx="1825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A229E4B4-F5D9-F4FC-5856-62E1A7987873}"/>
                    </a:ext>
                  </a:extLst>
                </p14:cNvPr>
                <p14:cNvContentPartPr/>
                <p14:nvPr/>
              </p14:nvContentPartPr>
              <p14:xfrm>
                <a:off x="6281531" y="5547655"/>
                <a:ext cx="202320" cy="29736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A229E4B4-F5D9-F4FC-5856-62E1A7987873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6272531" y="5539015"/>
                  <a:ext cx="21996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8CD96EBF-38BB-3886-BEC4-2FC322FEF03D}"/>
                    </a:ext>
                  </a:extLst>
                </p14:cNvPr>
                <p14:cNvContentPartPr/>
                <p14:nvPr/>
              </p14:nvContentPartPr>
              <p14:xfrm>
                <a:off x="6561971" y="5588695"/>
                <a:ext cx="128520" cy="33516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8CD96EBF-38BB-3886-BEC4-2FC322FEF03D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6552971" y="5580055"/>
                  <a:ext cx="14616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F2BC68C2-4BDC-7B56-5FD6-F35D812BA2E4}"/>
                    </a:ext>
                  </a:extLst>
                </p14:cNvPr>
                <p14:cNvContentPartPr/>
                <p14:nvPr/>
              </p14:nvContentPartPr>
              <p14:xfrm>
                <a:off x="6754931" y="5684815"/>
                <a:ext cx="147600" cy="14328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F2BC68C2-4BDC-7B56-5FD6-F35D812BA2E4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6745931" y="5676175"/>
                  <a:ext cx="1652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714B9600-7B4A-9EFC-032A-2EA33F46121E}"/>
                    </a:ext>
                  </a:extLst>
                </p14:cNvPr>
                <p14:cNvContentPartPr/>
                <p14:nvPr/>
              </p14:nvContentPartPr>
              <p14:xfrm>
                <a:off x="7006571" y="5750695"/>
                <a:ext cx="9000" cy="2196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714B9600-7B4A-9EFC-032A-2EA33F46121E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6997571" y="5742055"/>
                  <a:ext cx="266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DC0252E4-DF4E-8725-1CF1-F977859AA046}"/>
                    </a:ext>
                  </a:extLst>
                </p14:cNvPr>
                <p14:cNvContentPartPr/>
                <p14:nvPr/>
              </p14:nvContentPartPr>
              <p14:xfrm>
                <a:off x="7167491" y="5662855"/>
                <a:ext cx="135720" cy="12348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DC0252E4-DF4E-8725-1CF1-F977859AA046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7158851" y="5654215"/>
                  <a:ext cx="1533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99786736-80BF-EB22-6AC3-123A59D0B254}"/>
                    </a:ext>
                  </a:extLst>
                </p14:cNvPr>
                <p14:cNvContentPartPr/>
                <p14:nvPr/>
              </p14:nvContentPartPr>
              <p14:xfrm>
                <a:off x="7366211" y="5646295"/>
                <a:ext cx="120600" cy="11556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99786736-80BF-EB22-6AC3-123A59D0B254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7357211" y="5637295"/>
                  <a:ext cx="1382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51DDA36F-8581-2AAB-ADA3-C3C6C0321FD1}"/>
                    </a:ext>
                  </a:extLst>
                </p14:cNvPr>
                <p14:cNvContentPartPr/>
                <p14:nvPr/>
              </p14:nvContentPartPr>
              <p14:xfrm>
                <a:off x="7382771" y="5608135"/>
                <a:ext cx="407520" cy="18216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51DDA36F-8581-2AAB-ADA3-C3C6C0321FD1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7374131" y="5599135"/>
                  <a:ext cx="4251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A2F5B2D3-9208-22B2-B7D2-C79E5CEAD699}"/>
                    </a:ext>
                  </a:extLst>
                </p14:cNvPr>
                <p14:cNvContentPartPr/>
                <p14:nvPr/>
              </p14:nvContentPartPr>
              <p14:xfrm>
                <a:off x="7863371" y="5675095"/>
                <a:ext cx="144360" cy="2088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A2F5B2D3-9208-22B2-B7D2-C79E5CEAD699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7854371" y="5666095"/>
                  <a:ext cx="1620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72D88719-AC03-E4D9-C709-7D4678B7C2D8}"/>
                    </a:ext>
                  </a:extLst>
                </p14:cNvPr>
                <p14:cNvContentPartPr/>
                <p14:nvPr/>
              </p14:nvContentPartPr>
              <p14:xfrm>
                <a:off x="8122211" y="5606695"/>
                <a:ext cx="193680" cy="15120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72D88719-AC03-E4D9-C709-7D4678B7C2D8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8113211" y="5597695"/>
                  <a:ext cx="2113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7E69A167-9B03-0A65-A59A-903177CCEC66}"/>
                    </a:ext>
                  </a:extLst>
                </p14:cNvPr>
                <p14:cNvContentPartPr/>
                <p14:nvPr/>
              </p14:nvContentPartPr>
              <p14:xfrm>
                <a:off x="8421371" y="5698855"/>
                <a:ext cx="23760" cy="1260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7E69A167-9B03-0A65-A59A-903177CCEC66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8412371" y="5690215"/>
                  <a:ext cx="414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858045D0-AA10-99CE-2D00-BDC627EC6799}"/>
                    </a:ext>
                  </a:extLst>
                </p14:cNvPr>
                <p14:cNvContentPartPr/>
                <p14:nvPr/>
              </p14:nvContentPartPr>
              <p14:xfrm>
                <a:off x="8537651" y="5610655"/>
                <a:ext cx="161280" cy="14616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858045D0-AA10-99CE-2D00-BDC627EC6799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8528651" y="5601655"/>
                  <a:ext cx="1789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5B97C309-CD56-4291-5A50-64F8D297993D}"/>
                    </a:ext>
                  </a:extLst>
                </p14:cNvPr>
                <p14:cNvContentPartPr/>
                <p14:nvPr/>
              </p14:nvContentPartPr>
              <p14:xfrm>
                <a:off x="8794691" y="5607415"/>
                <a:ext cx="152280" cy="12420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5B97C309-CD56-4291-5A50-64F8D297993D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8786051" y="5598415"/>
                  <a:ext cx="1699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228EBCDA-EBD9-6380-9A8E-1057B30C4684}"/>
                    </a:ext>
                  </a:extLst>
                </p14:cNvPr>
                <p14:cNvContentPartPr/>
                <p14:nvPr/>
              </p14:nvContentPartPr>
              <p14:xfrm>
                <a:off x="9042731" y="5535055"/>
                <a:ext cx="59040" cy="18108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228EBCDA-EBD9-6380-9A8E-1057B30C4684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9034091" y="5526055"/>
                  <a:ext cx="766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6666BBBD-574B-CE17-3A69-CA6D3FA4CC6C}"/>
                    </a:ext>
                  </a:extLst>
                </p14:cNvPr>
                <p14:cNvContentPartPr/>
                <p14:nvPr/>
              </p14:nvContentPartPr>
              <p14:xfrm>
                <a:off x="9168011" y="5551255"/>
                <a:ext cx="166680" cy="15228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6666BBBD-574B-CE17-3A69-CA6D3FA4CC6C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9159011" y="5542255"/>
                  <a:ext cx="1843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17424EDF-7576-0F9C-F024-75DA9F1908AA}"/>
                    </a:ext>
                  </a:extLst>
                </p14:cNvPr>
                <p14:cNvContentPartPr/>
                <p14:nvPr/>
              </p14:nvContentPartPr>
              <p14:xfrm>
                <a:off x="9382931" y="5523535"/>
                <a:ext cx="131760" cy="11124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17424EDF-7576-0F9C-F024-75DA9F1908AA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9373931" y="5514535"/>
                  <a:ext cx="1494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6AE1078A-A4A0-0DA2-86A4-D02E25741BCA}"/>
                    </a:ext>
                  </a:extLst>
                </p14:cNvPr>
                <p14:cNvContentPartPr/>
                <p14:nvPr/>
              </p14:nvContentPartPr>
              <p14:xfrm>
                <a:off x="9395531" y="5612815"/>
                <a:ext cx="150840" cy="10728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6AE1078A-A4A0-0DA2-86A4-D02E25741BCA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9386531" y="5604175"/>
                  <a:ext cx="1684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1DADD80F-72C1-9765-8582-6AA7CC2663AA}"/>
                    </a:ext>
                  </a:extLst>
                </p14:cNvPr>
                <p14:cNvContentPartPr/>
                <p14:nvPr/>
              </p14:nvContentPartPr>
              <p14:xfrm>
                <a:off x="9559331" y="5541535"/>
                <a:ext cx="278280" cy="15120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1DADD80F-72C1-9765-8582-6AA7CC2663AA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9550691" y="5532535"/>
                  <a:ext cx="2959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DF52A524-7271-BCBF-5B37-5666C0475E89}"/>
                    </a:ext>
                  </a:extLst>
                </p14:cNvPr>
                <p14:cNvContentPartPr/>
                <p14:nvPr/>
              </p14:nvContentPartPr>
              <p14:xfrm>
                <a:off x="9810971" y="5457295"/>
                <a:ext cx="173160" cy="41724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DF52A524-7271-BCBF-5B37-5666C0475E89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9801971" y="5448295"/>
                  <a:ext cx="190800" cy="43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8" name="Group 337">
            <a:extLst>
              <a:ext uri="{FF2B5EF4-FFF2-40B4-BE49-F238E27FC236}">
                <a16:creationId xmlns:a16="http://schemas.microsoft.com/office/drawing/2014/main" id="{38DCCED4-D2EF-3327-AFCA-D3E0E73A6487}"/>
              </a:ext>
            </a:extLst>
          </p:cNvPr>
          <p:cNvGrpSpPr/>
          <p:nvPr/>
        </p:nvGrpSpPr>
        <p:grpSpPr>
          <a:xfrm>
            <a:off x="4856291" y="6008815"/>
            <a:ext cx="3687840" cy="738000"/>
            <a:chOff x="4856291" y="6008815"/>
            <a:chExt cx="3687840" cy="73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5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108D844E-E3A5-5D0E-A6EA-C5CD5FEE7F1F}"/>
                    </a:ext>
                  </a:extLst>
                </p14:cNvPr>
                <p14:cNvContentPartPr/>
                <p14:nvPr/>
              </p14:nvContentPartPr>
              <p14:xfrm>
                <a:off x="5093171" y="6311935"/>
                <a:ext cx="236160" cy="16812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108D844E-E3A5-5D0E-A6EA-C5CD5FEE7F1F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5084171" y="6303295"/>
                  <a:ext cx="2538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7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06C0F583-8DFE-B8D4-9A7E-8F1351E51B30}"/>
                    </a:ext>
                  </a:extLst>
                </p14:cNvPr>
                <p14:cNvContentPartPr/>
                <p14:nvPr/>
              </p14:nvContentPartPr>
              <p14:xfrm>
                <a:off x="5433011" y="6211855"/>
                <a:ext cx="153720" cy="24768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06C0F583-8DFE-B8D4-9A7E-8F1351E51B30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5424371" y="6203215"/>
                  <a:ext cx="1713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9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F5E2467D-33E3-481C-F283-294D7F9F3654}"/>
                    </a:ext>
                  </a:extLst>
                </p14:cNvPr>
                <p14:cNvContentPartPr/>
                <p14:nvPr/>
              </p14:nvContentPartPr>
              <p14:xfrm>
                <a:off x="5355251" y="6338575"/>
                <a:ext cx="239760" cy="1512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F5E2467D-33E3-481C-F283-294D7F9F3654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5346251" y="6329935"/>
                  <a:ext cx="2574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1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33887170-31E6-F8A7-1CA9-99BDBB1202EB}"/>
                    </a:ext>
                  </a:extLst>
                </p14:cNvPr>
                <p14:cNvContentPartPr/>
                <p14:nvPr/>
              </p14:nvContentPartPr>
              <p14:xfrm>
                <a:off x="5739371" y="6298975"/>
                <a:ext cx="130320" cy="8820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33887170-31E6-F8A7-1CA9-99BDBB1202EB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5730731" y="6289975"/>
                  <a:ext cx="1479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3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CDF27CB8-6ACA-D074-F422-FB9FEB725770}"/>
                    </a:ext>
                  </a:extLst>
                </p14:cNvPr>
                <p14:cNvContentPartPr/>
                <p14:nvPr/>
              </p14:nvContentPartPr>
              <p14:xfrm>
                <a:off x="6056171" y="6285295"/>
                <a:ext cx="169920" cy="18252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CDF27CB8-6ACA-D074-F422-FB9FEB725770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6047531" y="6276295"/>
                  <a:ext cx="1875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A3A0C33C-1A93-55B0-AA9A-FF21B02C2848}"/>
                    </a:ext>
                  </a:extLst>
                </p14:cNvPr>
                <p14:cNvContentPartPr/>
                <p14:nvPr/>
              </p14:nvContentPartPr>
              <p14:xfrm>
                <a:off x="6322931" y="6423895"/>
                <a:ext cx="33120" cy="1188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A3A0C33C-1A93-55B0-AA9A-FF21B02C2848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6314291" y="6414895"/>
                  <a:ext cx="507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7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1788D2D5-8C22-6CCA-812E-516CD0946261}"/>
                    </a:ext>
                  </a:extLst>
                </p14:cNvPr>
                <p14:cNvContentPartPr/>
                <p14:nvPr/>
              </p14:nvContentPartPr>
              <p14:xfrm>
                <a:off x="6448571" y="6300415"/>
                <a:ext cx="161640" cy="17496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1788D2D5-8C22-6CCA-812E-516CD0946261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6439571" y="6291415"/>
                  <a:ext cx="1792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9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26A3972D-F62C-3AF6-4447-340D57DE05A5}"/>
                    </a:ext>
                  </a:extLst>
                </p14:cNvPr>
                <p14:cNvContentPartPr/>
                <p14:nvPr/>
              </p14:nvContentPartPr>
              <p14:xfrm>
                <a:off x="6469451" y="6319855"/>
                <a:ext cx="180000" cy="1188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26A3972D-F62C-3AF6-4447-340D57DE05A5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6460451" y="6311215"/>
                  <a:ext cx="1976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1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B1C9B62B-A009-F71C-037B-9432DFCE94FE}"/>
                    </a:ext>
                  </a:extLst>
                </p14:cNvPr>
                <p14:cNvContentPartPr/>
                <p14:nvPr/>
              </p14:nvContentPartPr>
              <p14:xfrm>
                <a:off x="6742331" y="6334615"/>
                <a:ext cx="175680" cy="18576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B1C9B62B-A009-F71C-037B-9432DFCE94FE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6733331" y="6325615"/>
                  <a:ext cx="1933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3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B39FA1BD-70F8-349D-755A-3EC6593CDBC4}"/>
                    </a:ext>
                  </a:extLst>
                </p14:cNvPr>
                <p14:cNvContentPartPr/>
                <p14:nvPr/>
              </p14:nvContentPartPr>
              <p14:xfrm>
                <a:off x="6983891" y="6327055"/>
                <a:ext cx="126000" cy="22788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B39FA1BD-70F8-349D-755A-3EC6593CDBC4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6974891" y="6318055"/>
                  <a:ext cx="1436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5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2B52AAA3-9242-4ED6-C50C-1D74D1E0153D}"/>
                    </a:ext>
                  </a:extLst>
                </p14:cNvPr>
                <p14:cNvContentPartPr/>
                <p14:nvPr/>
              </p14:nvContentPartPr>
              <p14:xfrm>
                <a:off x="7272251" y="6356215"/>
                <a:ext cx="126720" cy="11196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2B52AAA3-9242-4ED6-C50C-1D74D1E0153D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7263611" y="6347215"/>
                  <a:ext cx="1443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7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FD0268F2-5BE8-E665-C7B7-FE3CFE84D411}"/>
                    </a:ext>
                  </a:extLst>
                </p14:cNvPr>
                <p14:cNvContentPartPr/>
                <p14:nvPr/>
              </p14:nvContentPartPr>
              <p14:xfrm>
                <a:off x="7228691" y="6485815"/>
                <a:ext cx="163440" cy="12672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FD0268F2-5BE8-E665-C7B7-FE3CFE84D411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7220051" y="6476815"/>
                  <a:ext cx="1810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9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E7C9C391-D2AF-A2F4-558E-BA597AF592CE}"/>
                    </a:ext>
                  </a:extLst>
                </p14:cNvPr>
                <p14:cNvContentPartPr/>
                <p14:nvPr/>
              </p14:nvContentPartPr>
              <p14:xfrm>
                <a:off x="7645571" y="6424615"/>
                <a:ext cx="298440" cy="13896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E7C9C391-D2AF-A2F4-558E-BA597AF592CE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7636571" y="6415975"/>
                  <a:ext cx="3160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1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9E3B96C7-79A1-0362-B418-42936BD1CFF7}"/>
                    </a:ext>
                  </a:extLst>
                </p14:cNvPr>
                <p14:cNvContentPartPr/>
                <p14:nvPr/>
              </p14:nvContentPartPr>
              <p14:xfrm>
                <a:off x="8023571" y="6277735"/>
                <a:ext cx="133200" cy="17568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9E3B96C7-79A1-0362-B418-42936BD1CFF7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8014931" y="6269095"/>
                  <a:ext cx="1508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3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5D0DBCE7-23DA-2ECA-8848-2F40330672EC}"/>
                    </a:ext>
                  </a:extLst>
                </p14:cNvPr>
                <p14:cNvContentPartPr/>
                <p14:nvPr/>
              </p14:nvContentPartPr>
              <p14:xfrm>
                <a:off x="4882931" y="6174415"/>
                <a:ext cx="33120" cy="52632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5D0DBCE7-23DA-2ECA-8848-2F40330672EC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4874291" y="6165775"/>
                  <a:ext cx="50760" cy="54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5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2EC44B2E-648F-E026-7FBC-BE56B3A3B1B2}"/>
                    </a:ext>
                  </a:extLst>
                </p14:cNvPr>
                <p14:cNvContentPartPr/>
                <p14:nvPr/>
              </p14:nvContentPartPr>
              <p14:xfrm>
                <a:off x="4856291" y="6008815"/>
                <a:ext cx="3687840" cy="73800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2EC44B2E-648F-E026-7FBC-BE56B3A3B1B2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4847291" y="6000175"/>
                  <a:ext cx="3705480" cy="75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1" name="Group 350">
            <a:extLst>
              <a:ext uri="{FF2B5EF4-FFF2-40B4-BE49-F238E27FC236}">
                <a16:creationId xmlns:a16="http://schemas.microsoft.com/office/drawing/2014/main" id="{A33D2AEF-CE6F-A429-2AFE-0BBD36CF2A2D}"/>
              </a:ext>
            </a:extLst>
          </p:cNvPr>
          <p:cNvGrpSpPr/>
          <p:nvPr/>
        </p:nvGrpSpPr>
        <p:grpSpPr>
          <a:xfrm>
            <a:off x="1647251" y="5367655"/>
            <a:ext cx="1920240" cy="231840"/>
            <a:chOff x="1647251" y="5367655"/>
            <a:chExt cx="1920240" cy="23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7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18D53E6D-169A-5A5A-4D02-71C9D6B0A09D}"/>
                    </a:ext>
                  </a:extLst>
                </p14:cNvPr>
                <p14:cNvContentPartPr/>
                <p14:nvPr/>
              </p14:nvContentPartPr>
              <p14:xfrm>
                <a:off x="1647251" y="5412295"/>
                <a:ext cx="189360" cy="18720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18D53E6D-169A-5A5A-4D02-71C9D6B0A09D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1638251" y="5403655"/>
                  <a:ext cx="2070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9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AE55599C-22D9-CBA1-DC49-4D56078FD074}"/>
                    </a:ext>
                  </a:extLst>
                </p14:cNvPr>
                <p14:cNvContentPartPr/>
                <p14:nvPr/>
              </p14:nvContentPartPr>
              <p14:xfrm>
                <a:off x="1905011" y="5406535"/>
                <a:ext cx="60480" cy="16956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AE55599C-22D9-CBA1-DC49-4D56078FD074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1896371" y="5397535"/>
                  <a:ext cx="781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1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DBCC1A1F-06B7-6C9D-8271-D38CB225708D}"/>
                    </a:ext>
                  </a:extLst>
                </p14:cNvPr>
                <p14:cNvContentPartPr/>
                <p14:nvPr/>
              </p14:nvContentPartPr>
              <p14:xfrm>
                <a:off x="1941371" y="5411215"/>
                <a:ext cx="326160" cy="18360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DBCC1A1F-06B7-6C9D-8271-D38CB225708D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1932371" y="5402215"/>
                  <a:ext cx="3438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3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E49CAA87-672F-F1EC-CB3E-8024BA035ABC}"/>
                    </a:ext>
                  </a:extLst>
                </p14:cNvPr>
                <p14:cNvContentPartPr/>
                <p14:nvPr/>
              </p14:nvContentPartPr>
              <p14:xfrm>
                <a:off x="2122451" y="5383495"/>
                <a:ext cx="141480" cy="9972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E49CAA87-672F-F1EC-CB3E-8024BA035ABC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2113451" y="5374495"/>
                  <a:ext cx="1591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5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A3FB30EC-77B3-43E3-E114-5ADEBECC61F9}"/>
                    </a:ext>
                  </a:extLst>
                </p14:cNvPr>
                <p14:cNvContentPartPr/>
                <p14:nvPr/>
              </p14:nvContentPartPr>
              <p14:xfrm>
                <a:off x="2355011" y="5452615"/>
                <a:ext cx="94320" cy="576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A3FB30EC-77B3-43E3-E114-5ADEBECC61F9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2346371" y="5443975"/>
                  <a:ext cx="1119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7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B2F52630-56BB-7B95-822D-C9EAB3E8923C}"/>
                    </a:ext>
                  </a:extLst>
                </p14:cNvPr>
                <p14:cNvContentPartPr/>
                <p14:nvPr/>
              </p14:nvContentPartPr>
              <p14:xfrm>
                <a:off x="2365811" y="5499415"/>
                <a:ext cx="100800" cy="2088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B2F52630-56BB-7B95-822D-C9EAB3E8923C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2356811" y="5490415"/>
                  <a:ext cx="1184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9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9B3DBB84-4001-96BD-E1D8-1223755152E7}"/>
                    </a:ext>
                  </a:extLst>
                </p14:cNvPr>
                <p14:cNvContentPartPr/>
                <p14:nvPr/>
              </p14:nvContentPartPr>
              <p14:xfrm>
                <a:off x="2588291" y="5415895"/>
                <a:ext cx="185760" cy="14292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9B3DBB84-4001-96BD-E1D8-1223755152E7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2579651" y="5406895"/>
                  <a:ext cx="2034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1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AE2CDEA3-F0F6-14AB-0977-873B207403B4}"/>
                    </a:ext>
                  </a:extLst>
                </p14:cNvPr>
                <p14:cNvContentPartPr/>
                <p14:nvPr/>
              </p14:nvContentPartPr>
              <p14:xfrm>
                <a:off x="2809331" y="5400775"/>
                <a:ext cx="48240" cy="16200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AE2CDEA3-F0F6-14AB-0977-873B207403B4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2800331" y="5391775"/>
                  <a:ext cx="658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3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F4FD735B-A80F-DD0A-4A4C-31156AF44DCB}"/>
                    </a:ext>
                  </a:extLst>
                </p14:cNvPr>
                <p14:cNvContentPartPr/>
                <p14:nvPr/>
              </p14:nvContentPartPr>
              <p14:xfrm>
                <a:off x="2752091" y="5367655"/>
                <a:ext cx="203040" cy="10440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F4FD735B-A80F-DD0A-4A4C-31156AF44DCB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2743091" y="5359015"/>
                  <a:ext cx="2206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5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5BF154ED-16A4-FF25-B951-E62446FF0F44}"/>
                    </a:ext>
                  </a:extLst>
                </p14:cNvPr>
                <p14:cNvContentPartPr/>
                <p14:nvPr/>
              </p14:nvContentPartPr>
              <p14:xfrm>
                <a:off x="2937131" y="5377735"/>
                <a:ext cx="188640" cy="18252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5BF154ED-16A4-FF25-B951-E62446FF0F44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2928131" y="5368735"/>
                  <a:ext cx="2062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7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46DA54D2-4912-6F19-213A-918FD3F520DE}"/>
                    </a:ext>
                  </a:extLst>
                </p14:cNvPr>
                <p14:cNvContentPartPr/>
                <p14:nvPr/>
              </p14:nvContentPartPr>
              <p14:xfrm>
                <a:off x="2966291" y="5436775"/>
                <a:ext cx="294480" cy="7668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46DA54D2-4912-6F19-213A-918FD3F520DE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2957291" y="5428135"/>
                  <a:ext cx="3121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9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F8A6D754-916D-5FBA-A93B-08FE58ABD971}"/>
                    </a:ext>
                  </a:extLst>
                </p14:cNvPr>
                <p14:cNvContentPartPr/>
                <p14:nvPr/>
              </p14:nvContentPartPr>
              <p14:xfrm>
                <a:off x="3350411" y="5423815"/>
                <a:ext cx="217080" cy="15984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F8A6D754-916D-5FBA-A93B-08FE58ABD971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3341771" y="5414815"/>
                  <a:ext cx="234720" cy="177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89611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93BA6E8-3C6F-E430-989F-956EEC528F00}"/>
              </a:ext>
            </a:extLst>
          </p:cNvPr>
          <p:cNvGrpSpPr/>
          <p:nvPr/>
        </p:nvGrpSpPr>
        <p:grpSpPr>
          <a:xfrm>
            <a:off x="273131" y="359695"/>
            <a:ext cx="915480" cy="235440"/>
            <a:chOff x="273131" y="359695"/>
            <a:chExt cx="915480" cy="23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74796B1-F0D7-109F-65D2-D2D3451330D2}"/>
                    </a:ext>
                  </a:extLst>
                </p14:cNvPr>
                <p14:cNvContentPartPr/>
                <p14:nvPr/>
              </p14:nvContentPartPr>
              <p14:xfrm>
                <a:off x="273131" y="359695"/>
                <a:ext cx="296280" cy="2354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74796B1-F0D7-109F-65D2-D2D3451330D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64491" y="350695"/>
                  <a:ext cx="31392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00A48C0-276B-ACE9-174C-CF70F59EC177}"/>
                    </a:ext>
                  </a:extLst>
                </p14:cNvPr>
                <p14:cNvContentPartPr/>
                <p14:nvPr/>
              </p14:nvContentPartPr>
              <p14:xfrm>
                <a:off x="630971" y="376255"/>
                <a:ext cx="264240" cy="1994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00A48C0-276B-ACE9-174C-CF70F59EC17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22331" y="367615"/>
                  <a:ext cx="2818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1A73CA3-08EC-BDB0-A135-6D96F099E668}"/>
                    </a:ext>
                  </a:extLst>
                </p14:cNvPr>
                <p14:cNvContentPartPr/>
                <p14:nvPr/>
              </p14:nvContentPartPr>
              <p14:xfrm>
                <a:off x="894851" y="432055"/>
                <a:ext cx="100800" cy="1551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1A73CA3-08EC-BDB0-A135-6D96F099E66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85851" y="423055"/>
                  <a:ext cx="1184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76A145B-BF76-A678-50AC-2A89369F79EA}"/>
                    </a:ext>
                  </a:extLst>
                </p14:cNvPr>
                <p14:cNvContentPartPr/>
                <p14:nvPr/>
              </p14:nvContentPartPr>
              <p14:xfrm>
                <a:off x="1159091" y="409735"/>
                <a:ext cx="29520" cy="126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76A145B-BF76-A678-50AC-2A89369F79E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50451" y="401095"/>
                  <a:ext cx="47160" cy="14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E9BED27-AA14-F098-1589-CC7C228ABCE8}"/>
              </a:ext>
            </a:extLst>
          </p:cNvPr>
          <p:cNvGrpSpPr/>
          <p:nvPr/>
        </p:nvGrpSpPr>
        <p:grpSpPr>
          <a:xfrm>
            <a:off x="1789091" y="367975"/>
            <a:ext cx="633600" cy="301680"/>
            <a:chOff x="1789091" y="367975"/>
            <a:chExt cx="633600" cy="30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FE57751-B9E4-6CC6-4E51-CBAB4B0AB193}"/>
                    </a:ext>
                  </a:extLst>
                </p14:cNvPr>
                <p14:cNvContentPartPr/>
                <p14:nvPr/>
              </p14:nvContentPartPr>
              <p14:xfrm>
                <a:off x="1789091" y="538255"/>
                <a:ext cx="17280" cy="972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FE57751-B9E4-6CC6-4E51-CBAB4B0AB19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80091" y="529615"/>
                  <a:ext cx="349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190C5CA-ACB1-50D9-CD42-ABCD5C4FD86C}"/>
                    </a:ext>
                  </a:extLst>
                </p14:cNvPr>
                <p14:cNvContentPartPr/>
                <p14:nvPr/>
              </p14:nvContentPartPr>
              <p14:xfrm>
                <a:off x="1906811" y="393175"/>
                <a:ext cx="279000" cy="2160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190C5CA-ACB1-50D9-CD42-ABCD5C4FD86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98171" y="384175"/>
                  <a:ext cx="2966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7D9EEA0-5071-3E88-1C83-B666FB059F5D}"/>
                    </a:ext>
                  </a:extLst>
                </p14:cNvPr>
                <p14:cNvContentPartPr/>
                <p14:nvPr/>
              </p14:nvContentPartPr>
              <p14:xfrm>
                <a:off x="1805291" y="392815"/>
                <a:ext cx="136440" cy="277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7D9EEA0-5071-3E88-1C83-B666FB059F5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96651" y="384175"/>
                  <a:ext cx="1540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B11C84B-32E2-B6B5-49B6-D40B7C0D62FD}"/>
                    </a:ext>
                  </a:extLst>
                </p14:cNvPr>
                <p14:cNvContentPartPr/>
                <p14:nvPr/>
              </p14:nvContentPartPr>
              <p14:xfrm>
                <a:off x="2129291" y="367975"/>
                <a:ext cx="135360" cy="11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B11C84B-32E2-B6B5-49B6-D40B7C0D62F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120651" y="358975"/>
                  <a:ext cx="1530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DAAFEDB-3ACE-A0D2-B72D-D835C7288563}"/>
                    </a:ext>
                  </a:extLst>
                </p14:cNvPr>
                <p14:cNvContentPartPr/>
                <p14:nvPr/>
              </p14:nvContentPartPr>
              <p14:xfrm>
                <a:off x="2241971" y="549415"/>
                <a:ext cx="180720" cy="1202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DAAFEDB-3ACE-A0D2-B72D-D835C728856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232971" y="540775"/>
                  <a:ext cx="198360" cy="13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55CC42D-311F-8BBF-9DF0-3FFB7D394A5A}"/>
              </a:ext>
            </a:extLst>
          </p:cNvPr>
          <p:cNvGrpSpPr/>
          <p:nvPr/>
        </p:nvGrpSpPr>
        <p:grpSpPr>
          <a:xfrm>
            <a:off x="2631851" y="475975"/>
            <a:ext cx="111240" cy="83520"/>
            <a:chOff x="2631851" y="475975"/>
            <a:chExt cx="111240" cy="8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88B81A0-640B-5E1A-4C0E-1F4F43F4FEF3}"/>
                    </a:ext>
                  </a:extLst>
                </p14:cNvPr>
                <p14:cNvContentPartPr/>
                <p14:nvPr/>
              </p14:nvContentPartPr>
              <p14:xfrm>
                <a:off x="2631851" y="475975"/>
                <a:ext cx="86760" cy="32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88B81A0-640B-5E1A-4C0E-1F4F43F4FEF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22851" y="466975"/>
                  <a:ext cx="1044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49BE210-F4C9-8CAA-6F0B-8C14EFCAFE2E}"/>
                    </a:ext>
                  </a:extLst>
                </p14:cNvPr>
                <p14:cNvContentPartPr/>
                <p14:nvPr/>
              </p14:nvContentPartPr>
              <p14:xfrm>
                <a:off x="2648771" y="533575"/>
                <a:ext cx="94320" cy="259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49BE210-F4C9-8CAA-6F0B-8C14EFCAFE2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39771" y="524935"/>
                  <a:ext cx="111960" cy="4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76E7DEF-E6AD-467A-6FB2-CD79517C98DA}"/>
              </a:ext>
            </a:extLst>
          </p:cNvPr>
          <p:cNvGrpSpPr/>
          <p:nvPr/>
        </p:nvGrpSpPr>
        <p:grpSpPr>
          <a:xfrm>
            <a:off x="3103091" y="947215"/>
            <a:ext cx="205920" cy="197280"/>
            <a:chOff x="3103091" y="947215"/>
            <a:chExt cx="205920" cy="19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8193D05-A07B-C5FE-2A06-EF92786D1C5F}"/>
                    </a:ext>
                  </a:extLst>
                </p14:cNvPr>
                <p14:cNvContentPartPr/>
                <p14:nvPr/>
              </p14:nvContentPartPr>
              <p14:xfrm>
                <a:off x="3121451" y="947215"/>
                <a:ext cx="107280" cy="1832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8193D05-A07B-C5FE-2A06-EF92786D1C5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112811" y="938575"/>
                  <a:ext cx="1249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B83EEC1-1BFB-D8D2-D368-9E22E8E591B6}"/>
                    </a:ext>
                  </a:extLst>
                </p14:cNvPr>
                <p14:cNvContentPartPr/>
                <p14:nvPr/>
              </p14:nvContentPartPr>
              <p14:xfrm>
                <a:off x="3103091" y="1019935"/>
                <a:ext cx="142560" cy="180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B83EEC1-1BFB-D8D2-D368-9E22E8E591B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094091" y="1010935"/>
                  <a:ext cx="1602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9DDA704-5A1E-5862-A9E3-A7D7B7072386}"/>
                    </a:ext>
                  </a:extLst>
                </p14:cNvPr>
                <p14:cNvContentPartPr/>
                <p14:nvPr/>
              </p14:nvContentPartPr>
              <p14:xfrm>
                <a:off x="3298571" y="1050535"/>
                <a:ext cx="10440" cy="939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9DDA704-5A1E-5862-A9E3-A7D7B707238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289571" y="1041895"/>
                  <a:ext cx="28080" cy="11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04F2627-B613-9198-2E67-8F79A4C368CB}"/>
              </a:ext>
            </a:extLst>
          </p:cNvPr>
          <p:cNvGrpSpPr/>
          <p:nvPr/>
        </p:nvGrpSpPr>
        <p:grpSpPr>
          <a:xfrm>
            <a:off x="3051251" y="61255"/>
            <a:ext cx="884520" cy="742320"/>
            <a:chOff x="3051251" y="61255"/>
            <a:chExt cx="884520" cy="74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9EF8275-754F-EFEE-E506-F4046B910E8F}"/>
                    </a:ext>
                  </a:extLst>
                </p14:cNvPr>
                <p14:cNvContentPartPr/>
                <p14:nvPr/>
              </p14:nvContentPartPr>
              <p14:xfrm>
                <a:off x="3161411" y="227575"/>
                <a:ext cx="102240" cy="5760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9EF8275-754F-EFEE-E506-F4046B910E8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152411" y="218575"/>
                  <a:ext cx="119880" cy="59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467AF4A-8903-C28A-BEBE-D427CD002F11}"/>
                    </a:ext>
                  </a:extLst>
                </p14:cNvPr>
                <p14:cNvContentPartPr/>
                <p14:nvPr/>
              </p14:nvContentPartPr>
              <p14:xfrm>
                <a:off x="3335651" y="438895"/>
                <a:ext cx="56880" cy="173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467AF4A-8903-C28A-BEBE-D427CD002F1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327011" y="430255"/>
                  <a:ext cx="745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B01601A-AA30-64BE-C45D-89B4347F783F}"/>
                    </a:ext>
                  </a:extLst>
                </p14:cNvPr>
                <p14:cNvContentPartPr/>
                <p14:nvPr/>
              </p14:nvContentPartPr>
              <p14:xfrm>
                <a:off x="3297131" y="392095"/>
                <a:ext cx="200880" cy="1220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B01601A-AA30-64BE-C45D-89B4347F783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288491" y="383095"/>
                  <a:ext cx="2185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2D056CF-2C5B-6149-DC81-BE4D171FC123}"/>
                    </a:ext>
                  </a:extLst>
                </p14:cNvPr>
                <p14:cNvContentPartPr/>
                <p14:nvPr/>
              </p14:nvContentPartPr>
              <p14:xfrm>
                <a:off x="3518891" y="474895"/>
                <a:ext cx="209520" cy="142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2D056CF-2C5B-6149-DC81-BE4D171FC12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510251" y="465895"/>
                  <a:ext cx="2271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419C354-3DC1-6CB0-B912-50BA12407CAA}"/>
                    </a:ext>
                  </a:extLst>
                </p14:cNvPr>
                <p14:cNvContentPartPr/>
                <p14:nvPr/>
              </p14:nvContentPartPr>
              <p14:xfrm>
                <a:off x="3783851" y="389215"/>
                <a:ext cx="126000" cy="2023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419C354-3DC1-6CB0-B912-50BA12407CA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774851" y="380575"/>
                  <a:ext cx="14364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DC8B13B-B2E5-EC4E-E669-8A29F8359634}"/>
                    </a:ext>
                  </a:extLst>
                </p14:cNvPr>
                <p14:cNvContentPartPr/>
                <p14:nvPr/>
              </p14:nvContentPartPr>
              <p14:xfrm>
                <a:off x="3728051" y="478135"/>
                <a:ext cx="207720" cy="205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DC8B13B-B2E5-EC4E-E669-8A29F835963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719051" y="469495"/>
                  <a:ext cx="2253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7FB40AF-0CC6-6AE5-5D18-E3633328BFE2}"/>
                    </a:ext>
                  </a:extLst>
                </p14:cNvPr>
                <p14:cNvContentPartPr/>
                <p14:nvPr/>
              </p14:nvContentPartPr>
              <p14:xfrm>
                <a:off x="3077171" y="61255"/>
                <a:ext cx="92880" cy="1270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7FB40AF-0CC6-6AE5-5D18-E3633328BFE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068531" y="52615"/>
                  <a:ext cx="1105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396783A-2AC9-8F1F-5513-671E6D2F6D40}"/>
                    </a:ext>
                  </a:extLst>
                </p14:cNvPr>
                <p14:cNvContentPartPr/>
                <p14:nvPr/>
              </p14:nvContentPartPr>
              <p14:xfrm>
                <a:off x="3051251" y="100495"/>
                <a:ext cx="135360" cy="302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396783A-2AC9-8F1F-5513-671E6D2F6D4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042611" y="91855"/>
                  <a:ext cx="1530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673116B-0A7B-D9EF-8D61-E80358812332}"/>
                    </a:ext>
                  </a:extLst>
                </p14:cNvPr>
                <p14:cNvContentPartPr/>
                <p14:nvPr/>
              </p14:nvContentPartPr>
              <p14:xfrm>
                <a:off x="3219011" y="139015"/>
                <a:ext cx="130680" cy="78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673116B-0A7B-D9EF-8D61-E8035881233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210011" y="130375"/>
                  <a:ext cx="148320" cy="9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5936C90-0E6C-DB40-9D11-F6250E4D565F}"/>
              </a:ext>
            </a:extLst>
          </p:cNvPr>
          <p:cNvGrpSpPr/>
          <p:nvPr/>
        </p:nvGrpSpPr>
        <p:grpSpPr>
          <a:xfrm>
            <a:off x="4201811" y="483895"/>
            <a:ext cx="187920" cy="81000"/>
            <a:chOff x="4201811" y="483895"/>
            <a:chExt cx="187920" cy="8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5F6465C-4A23-E446-4145-C6F007DE4070}"/>
                    </a:ext>
                  </a:extLst>
                </p14:cNvPr>
                <p14:cNvContentPartPr/>
                <p14:nvPr/>
              </p14:nvContentPartPr>
              <p14:xfrm>
                <a:off x="4201811" y="483895"/>
                <a:ext cx="178200" cy="183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5F6465C-4A23-E446-4145-C6F007DE407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193171" y="475255"/>
                  <a:ext cx="195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554ED2D-A9BA-A1DE-8D1B-3D40C46B4C0A}"/>
                    </a:ext>
                  </a:extLst>
                </p14:cNvPr>
                <p14:cNvContentPartPr/>
                <p14:nvPr/>
              </p14:nvContentPartPr>
              <p14:xfrm>
                <a:off x="4246091" y="545815"/>
                <a:ext cx="143640" cy="190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554ED2D-A9BA-A1DE-8D1B-3D40C46B4C0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237451" y="536815"/>
                  <a:ext cx="16128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1F8E582-ABF5-48E9-7FC8-8519045FCBAB}"/>
              </a:ext>
            </a:extLst>
          </p:cNvPr>
          <p:cNvGrpSpPr/>
          <p:nvPr/>
        </p:nvGrpSpPr>
        <p:grpSpPr>
          <a:xfrm>
            <a:off x="5049971" y="961255"/>
            <a:ext cx="201600" cy="133560"/>
            <a:chOff x="5049971" y="961255"/>
            <a:chExt cx="201600" cy="13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93B64DB-506D-C0E4-9488-BAFD6C7FDFCC}"/>
                    </a:ext>
                  </a:extLst>
                </p14:cNvPr>
                <p14:cNvContentPartPr/>
                <p14:nvPr/>
              </p14:nvContentPartPr>
              <p14:xfrm>
                <a:off x="5067971" y="961255"/>
                <a:ext cx="98280" cy="1335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93B64DB-506D-C0E4-9488-BAFD6C7FDFC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059331" y="952615"/>
                  <a:ext cx="1159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3621F71-C748-43C2-D62C-091B1CBE6658}"/>
                    </a:ext>
                  </a:extLst>
                </p14:cNvPr>
                <p14:cNvContentPartPr/>
                <p14:nvPr/>
              </p14:nvContentPartPr>
              <p14:xfrm>
                <a:off x="5049971" y="1023175"/>
                <a:ext cx="201600" cy="622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3621F71-C748-43C2-D62C-091B1CBE665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040971" y="1014535"/>
                  <a:ext cx="219240" cy="7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42BCF2C-DED0-A426-225D-51C457BB8900}"/>
              </a:ext>
            </a:extLst>
          </p:cNvPr>
          <p:cNvGrpSpPr/>
          <p:nvPr/>
        </p:nvGrpSpPr>
        <p:grpSpPr>
          <a:xfrm>
            <a:off x="4715171" y="113095"/>
            <a:ext cx="1017360" cy="723600"/>
            <a:chOff x="4715171" y="113095"/>
            <a:chExt cx="1017360" cy="72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B813A40-730B-9CA5-DF54-1ABAE87B408E}"/>
                    </a:ext>
                  </a:extLst>
                </p14:cNvPr>
                <p14:cNvContentPartPr/>
                <p14:nvPr/>
              </p14:nvContentPartPr>
              <p14:xfrm>
                <a:off x="4792571" y="497575"/>
                <a:ext cx="41040" cy="1782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B813A40-730B-9CA5-DF54-1ABAE87B408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783571" y="488575"/>
                  <a:ext cx="586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AE25B74-8BF0-6D5A-542C-DB6A444DA0C9}"/>
                    </a:ext>
                  </a:extLst>
                </p14:cNvPr>
                <p14:cNvContentPartPr/>
                <p14:nvPr/>
              </p14:nvContentPartPr>
              <p14:xfrm>
                <a:off x="4715171" y="421975"/>
                <a:ext cx="253440" cy="1310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AE25B74-8BF0-6D5A-542C-DB6A444DA0C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706171" y="413335"/>
                  <a:ext cx="2710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1AF73DE-65D0-159E-317D-77E9470D549E}"/>
                    </a:ext>
                  </a:extLst>
                </p14:cNvPr>
                <p14:cNvContentPartPr/>
                <p14:nvPr/>
              </p14:nvContentPartPr>
              <p14:xfrm>
                <a:off x="5138891" y="339175"/>
                <a:ext cx="97560" cy="4975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1AF73DE-65D0-159E-317D-77E9470D549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129891" y="330535"/>
                  <a:ext cx="115200" cy="51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CF2E97F-2CE1-776A-10CC-2020FAE757C3}"/>
                    </a:ext>
                  </a:extLst>
                </p14:cNvPr>
                <p14:cNvContentPartPr/>
                <p14:nvPr/>
              </p14:nvContentPartPr>
              <p14:xfrm>
                <a:off x="5067971" y="113095"/>
                <a:ext cx="98280" cy="1526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CF2E97F-2CE1-776A-10CC-2020FAE757C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059331" y="104455"/>
                  <a:ext cx="1159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81773B0-CEBF-7B5C-C09C-D1D5BFCAC801}"/>
                    </a:ext>
                  </a:extLst>
                </p14:cNvPr>
                <p14:cNvContentPartPr/>
                <p14:nvPr/>
              </p14:nvContentPartPr>
              <p14:xfrm>
                <a:off x="5050691" y="157015"/>
                <a:ext cx="104760" cy="255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81773B0-CEBF-7B5C-C09C-D1D5BFCAC80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041691" y="148375"/>
                  <a:ext cx="1224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CDE20DE-62FE-0F43-7AED-2DB3F92797FA}"/>
                    </a:ext>
                  </a:extLst>
                </p14:cNvPr>
                <p14:cNvContentPartPr/>
                <p14:nvPr/>
              </p14:nvContentPartPr>
              <p14:xfrm>
                <a:off x="5202971" y="185095"/>
                <a:ext cx="99000" cy="889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CDE20DE-62FE-0F43-7AED-2DB3F92797F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193971" y="176455"/>
                  <a:ext cx="1166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63DB5E3-D198-8EBA-EBA0-EBCF841ACC33}"/>
                    </a:ext>
                  </a:extLst>
                </p14:cNvPr>
                <p14:cNvContentPartPr/>
                <p14:nvPr/>
              </p14:nvContentPartPr>
              <p14:xfrm>
                <a:off x="5330771" y="464095"/>
                <a:ext cx="203400" cy="1807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63DB5E3-D198-8EBA-EBA0-EBCF841ACC3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322131" y="455455"/>
                  <a:ext cx="2210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0E3069C-0722-9C38-899A-83E1A961FD98}"/>
                    </a:ext>
                  </a:extLst>
                </p14:cNvPr>
                <p14:cNvContentPartPr/>
                <p14:nvPr/>
              </p14:nvContentPartPr>
              <p14:xfrm>
                <a:off x="5577011" y="403255"/>
                <a:ext cx="144360" cy="2271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0E3069C-0722-9C38-899A-83E1A961FD9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568011" y="394615"/>
                  <a:ext cx="1620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439DE6D-D149-9277-60A9-6E1CE7B5742B}"/>
                    </a:ext>
                  </a:extLst>
                </p14:cNvPr>
                <p14:cNvContentPartPr/>
                <p14:nvPr/>
              </p14:nvContentPartPr>
              <p14:xfrm>
                <a:off x="5521931" y="502975"/>
                <a:ext cx="210600" cy="370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439DE6D-D149-9277-60A9-6E1CE7B5742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513291" y="494335"/>
                  <a:ext cx="22824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A934F913-590C-CAD6-11D5-6C4EE95F1879}"/>
              </a:ext>
            </a:extLst>
          </p:cNvPr>
          <p:cNvGrpSpPr/>
          <p:nvPr/>
        </p:nvGrpSpPr>
        <p:grpSpPr>
          <a:xfrm>
            <a:off x="6004691" y="537895"/>
            <a:ext cx="147600" cy="63360"/>
            <a:chOff x="6004691" y="537895"/>
            <a:chExt cx="147600" cy="6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FA51B38-82B3-2A6F-5C7D-DC5EB76D3BE7}"/>
                    </a:ext>
                  </a:extLst>
                </p14:cNvPr>
                <p14:cNvContentPartPr/>
                <p14:nvPr/>
              </p14:nvContentPartPr>
              <p14:xfrm>
                <a:off x="6004691" y="537895"/>
                <a:ext cx="110520" cy="61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FA51B38-82B3-2A6F-5C7D-DC5EB76D3BE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996051" y="528895"/>
                  <a:ext cx="1281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12E96CF-F24A-01AE-8AF0-8B4F069C83DA}"/>
                    </a:ext>
                  </a:extLst>
                </p14:cNvPr>
                <p14:cNvContentPartPr/>
                <p14:nvPr/>
              </p14:nvContentPartPr>
              <p14:xfrm>
                <a:off x="6025211" y="592615"/>
                <a:ext cx="127080" cy="86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12E96CF-F24A-01AE-8AF0-8B4F069C83D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016571" y="583615"/>
                  <a:ext cx="14472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74C0D229-EB61-9983-1E3A-D4FEBB6FBBDD}"/>
              </a:ext>
            </a:extLst>
          </p:cNvPr>
          <p:cNvGrpSpPr/>
          <p:nvPr/>
        </p:nvGrpSpPr>
        <p:grpSpPr>
          <a:xfrm>
            <a:off x="6403571" y="340975"/>
            <a:ext cx="1576800" cy="411120"/>
            <a:chOff x="6403571" y="340975"/>
            <a:chExt cx="1576800" cy="41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1A8BF18-87B5-48F2-C60E-350F540D3A0D}"/>
                    </a:ext>
                  </a:extLst>
                </p14:cNvPr>
                <p14:cNvContentPartPr/>
                <p14:nvPr/>
              </p14:nvContentPartPr>
              <p14:xfrm>
                <a:off x="6496451" y="496135"/>
                <a:ext cx="43920" cy="1627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1A8BF18-87B5-48F2-C60E-350F540D3A0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487811" y="487495"/>
                  <a:ext cx="615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95F2980-2C7B-032F-DE21-261BBED125B7}"/>
                    </a:ext>
                  </a:extLst>
                </p14:cNvPr>
                <p14:cNvContentPartPr/>
                <p14:nvPr/>
              </p14:nvContentPartPr>
              <p14:xfrm>
                <a:off x="6403571" y="446815"/>
                <a:ext cx="250920" cy="1306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95F2980-2C7B-032F-DE21-261BBED125B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394931" y="437815"/>
                  <a:ext cx="2685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ADC6CCF-15F3-6E5C-405A-D2C6F1223A3D}"/>
                    </a:ext>
                  </a:extLst>
                </p14:cNvPr>
                <p14:cNvContentPartPr/>
                <p14:nvPr/>
              </p14:nvContentPartPr>
              <p14:xfrm>
                <a:off x="6754211" y="405775"/>
                <a:ext cx="114120" cy="3182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ADC6CCF-15F3-6E5C-405A-D2C6F1223A3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745571" y="396775"/>
                  <a:ext cx="13176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57F4274-8CDB-A939-4E30-AAFD9A09EE89}"/>
                    </a:ext>
                  </a:extLst>
                </p14:cNvPr>
                <p14:cNvContentPartPr/>
                <p14:nvPr/>
              </p14:nvContentPartPr>
              <p14:xfrm>
                <a:off x="6967331" y="477055"/>
                <a:ext cx="135360" cy="1796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57F4274-8CDB-A939-4E30-AAFD9A09EE8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958331" y="468055"/>
                  <a:ext cx="1530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E10AFC5-2289-1E76-AC54-E56545629DDC}"/>
                    </a:ext>
                  </a:extLst>
                </p14:cNvPr>
                <p14:cNvContentPartPr/>
                <p14:nvPr/>
              </p14:nvContentPartPr>
              <p14:xfrm>
                <a:off x="6959051" y="529615"/>
                <a:ext cx="135720" cy="151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E10AFC5-2289-1E76-AC54-E56545629DD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950411" y="520975"/>
                  <a:ext cx="1533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C354A19-0CCC-232F-6FB3-098FA3612165}"/>
                    </a:ext>
                  </a:extLst>
                </p14:cNvPr>
                <p14:cNvContentPartPr/>
                <p14:nvPr/>
              </p14:nvContentPartPr>
              <p14:xfrm>
                <a:off x="7140491" y="573175"/>
                <a:ext cx="273960" cy="968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C354A19-0CCC-232F-6FB3-098FA361216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131851" y="564535"/>
                  <a:ext cx="2916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1D96E8F-8A12-FF81-B760-60AF18B8C6B0}"/>
                    </a:ext>
                  </a:extLst>
                </p14:cNvPr>
                <p14:cNvContentPartPr/>
                <p14:nvPr/>
              </p14:nvContentPartPr>
              <p14:xfrm>
                <a:off x="7482851" y="423055"/>
                <a:ext cx="171000" cy="2012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1D96E8F-8A12-FF81-B760-60AF18B8C6B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473851" y="414415"/>
                  <a:ext cx="18864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F296797-AD15-DC6F-7541-DD439A0EAD49}"/>
                    </a:ext>
                  </a:extLst>
                </p14:cNvPr>
                <p14:cNvContentPartPr/>
                <p14:nvPr/>
              </p14:nvContentPartPr>
              <p14:xfrm>
                <a:off x="7441091" y="523495"/>
                <a:ext cx="175320" cy="97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F296797-AD15-DC6F-7541-DD439A0EAD4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432451" y="514855"/>
                  <a:ext cx="1929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1A0EB50-5879-1DC4-F82E-6BFEA96CF2AB}"/>
                    </a:ext>
                  </a:extLst>
                </p14:cNvPr>
                <p14:cNvContentPartPr/>
                <p14:nvPr/>
              </p14:nvContentPartPr>
              <p14:xfrm>
                <a:off x="7707491" y="340975"/>
                <a:ext cx="272880" cy="4111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1A0EB50-5879-1DC4-F82E-6BFEA96CF2A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698491" y="332335"/>
                  <a:ext cx="290520" cy="42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E7D60C1D-5208-F52B-A118-E87184775160}"/>
              </a:ext>
            </a:extLst>
          </p:cNvPr>
          <p:cNvGrpSpPr/>
          <p:nvPr/>
        </p:nvGrpSpPr>
        <p:grpSpPr>
          <a:xfrm>
            <a:off x="6053291" y="1286695"/>
            <a:ext cx="143280" cy="82800"/>
            <a:chOff x="6053291" y="1286695"/>
            <a:chExt cx="143280" cy="8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70EF77C-DA46-93A1-16E8-EBD71BD18EDB}"/>
                    </a:ext>
                  </a:extLst>
                </p14:cNvPr>
                <p14:cNvContentPartPr/>
                <p14:nvPr/>
              </p14:nvContentPartPr>
              <p14:xfrm>
                <a:off x="6053291" y="1286695"/>
                <a:ext cx="126720" cy="57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70EF77C-DA46-93A1-16E8-EBD71BD18ED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044291" y="1277695"/>
                  <a:ext cx="1443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8C235AD-9D6E-DA38-1E7A-437418AB7A63}"/>
                    </a:ext>
                  </a:extLst>
                </p14:cNvPr>
                <p14:cNvContentPartPr/>
                <p14:nvPr/>
              </p14:nvContentPartPr>
              <p14:xfrm>
                <a:off x="6068411" y="1363375"/>
                <a:ext cx="128160" cy="61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8C235AD-9D6E-DA38-1E7A-437418AB7A6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059771" y="1354735"/>
                  <a:ext cx="145800" cy="2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276EA992-FB35-CD05-EDBF-2EA5ECF8A3E8}"/>
                  </a:ext>
                </a:extLst>
              </p14:cNvPr>
              <p14:cNvContentPartPr/>
              <p14:nvPr/>
            </p14:nvContentPartPr>
            <p14:xfrm>
              <a:off x="6367211" y="1154575"/>
              <a:ext cx="187920" cy="44640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276EA992-FB35-CD05-EDBF-2EA5ECF8A3E8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6358211" y="1145575"/>
                <a:ext cx="205560" cy="46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E4298439-C11C-8152-A9BB-9607154CF4C5}"/>
              </a:ext>
            </a:extLst>
          </p:cNvPr>
          <p:cNvGrpSpPr/>
          <p:nvPr/>
        </p:nvGrpSpPr>
        <p:grpSpPr>
          <a:xfrm>
            <a:off x="6547931" y="1085095"/>
            <a:ext cx="2396160" cy="479880"/>
            <a:chOff x="6547931" y="1085095"/>
            <a:chExt cx="2396160" cy="47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93AA12D-DA4E-209D-3C35-3C40B05DFF1E}"/>
                    </a:ext>
                  </a:extLst>
                </p14:cNvPr>
                <p14:cNvContentPartPr/>
                <p14:nvPr/>
              </p14:nvContentPartPr>
              <p14:xfrm>
                <a:off x="6547931" y="1272655"/>
                <a:ext cx="157320" cy="1850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93AA12D-DA4E-209D-3C35-3C40B05DFF1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538931" y="1263655"/>
                  <a:ext cx="1749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F930EB0-8917-106D-E123-A06A5FC3715C}"/>
                    </a:ext>
                  </a:extLst>
                </p14:cNvPr>
                <p14:cNvContentPartPr/>
                <p14:nvPr/>
              </p14:nvContentPartPr>
              <p14:xfrm>
                <a:off x="6761411" y="1388215"/>
                <a:ext cx="20160" cy="316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F930EB0-8917-106D-E123-A06A5FC3715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752411" y="1379215"/>
                  <a:ext cx="378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7542FB3-0103-FC0D-1F3C-D64372DEA907}"/>
                    </a:ext>
                  </a:extLst>
                </p14:cNvPr>
                <p14:cNvContentPartPr/>
                <p14:nvPr/>
              </p14:nvContentPartPr>
              <p14:xfrm>
                <a:off x="6869771" y="1244575"/>
                <a:ext cx="137160" cy="1170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7542FB3-0103-FC0D-1F3C-D64372DEA90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860771" y="1235575"/>
                  <a:ext cx="1548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CF153E2-AD1D-3D1D-DD94-6A25C5F47CFC}"/>
                    </a:ext>
                  </a:extLst>
                </p14:cNvPr>
                <p14:cNvContentPartPr/>
                <p14:nvPr/>
              </p14:nvContentPartPr>
              <p14:xfrm>
                <a:off x="6952571" y="1277695"/>
                <a:ext cx="39600" cy="1375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CF153E2-AD1D-3D1D-DD94-6A25C5F47CF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943931" y="1269055"/>
                  <a:ext cx="572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4F5D912-AACF-4735-50C1-A33DBF87219D}"/>
                    </a:ext>
                  </a:extLst>
                </p14:cNvPr>
                <p14:cNvContentPartPr/>
                <p14:nvPr/>
              </p14:nvContentPartPr>
              <p14:xfrm>
                <a:off x="7042571" y="1267975"/>
                <a:ext cx="172080" cy="1652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4F5D912-AACF-4735-50C1-A33DBF87219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033931" y="1259335"/>
                  <a:ext cx="1897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F405C3B-0683-2B29-70ED-017935F689C9}"/>
                    </a:ext>
                  </a:extLst>
                </p14:cNvPr>
                <p14:cNvContentPartPr/>
                <p14:nvPr/>
              </p14:nvContentPartPr>
              <p14:xfrm>
                <a:off x="7238051" y="1237015"/>
                <a:ext cx="189360" cy="1670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F405C3B-0683-2B29-70ED-017935F689C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229411" y="1228375"/>
                  <a:ext cx="2070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38439A5-144D-D053-B0D4-3B4619128EA5}"/>
                    </a:ext>
                  </a:extLst>
                </p14:cNvPr>
                <p14:cNvContentPartPr/>
                <p14:nvPr/>
              </p14:nvContentPartPr>
              <p14:xfrm>
                <a:off x="7492571" y="1258255"/>
                <a:ext cx="171000" cy="1940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38439A5-144D-D053-B0D4-3B4619128EA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483931" y="1249615"/>
                  <a:ext cx="1886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2B932F4-3878-71BC-CABC-661FE3B35C13}"/>
                    </a:ext>
                  </a:extLst>
                </p14:cNvPr>
                <p14:cNvContentPartPr/>
                <p14:nvPr/>
              </p14:nvContentPartPr>
              <p14:xfrm>
                <a:off x="7693091" y="1295695"/>
                <a:ext cx="132120" cy="1195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2B932F4-3878-71BC-CABC-661FE3B35C1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684451" y="1287055"/>
                  <a:ext cx="1497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21F4DA6-1FC4-83A9-ADD8-712895CDAF3E}"/>
                    </a:ext>
                  </a:extLst>
                </p14:cNvPr>
                <p14:cNvContentPartPr/>
                <p14:nvPr/>
              </p14:nvContentPartPr>
              <p14:xfrm>
                <a:off x="7907651" y="1264015"/>
                <a:ext cx="194400" cy="2070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21F4DA6-1FC4-83A9-ADD8-712895CDAF3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899011" y="1255015"/>
                  <a:ext cx="21204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0C358BD-1254-7F09-04C3-2D6B78E5D09A}"/>
                    </a:ext>
                  </a:extLst>
                </p14:cNvPr>
                <p14:cNvContentPartPr/>
                <p14:nvPr/>
              </p14:nvContentPartPr>
              <p14:xfrm>
                <a:off x="8211131" y="1318375"/>
                <a:ext cx="153360" cy="1036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0C358BD-1254-7F09-04C3-2D6B78E5D09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202131" y="1309735"/>
                  <a:ext cx="1710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CBF2799-CDC0-F26E-BD08-BA7A2E573328}"/>
                    </a:ext>
                  </a:extLst>
                </p14:cNvPr>
                <p14:cNvContentPartPr/>
                <p14:nvPr/>
              </p14:nvContentPartPr>
              <p14:xfrm>
                <a:off x="8204651" y="1314415"/>
                <a:ext cx="122760" cy="1119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CBF2799-CDC0-F26E-BD08-BA7A2E57332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196011" y="1305775"/>
                  <a:ext cx="1404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A057C6B-DBEA-459A-111C-8743899EA96B}"/>
                    </a:ext>
                  </a:extLst>
                </p14:cNvPr>
                <p14:cNvContentPartPr/>
                <p14:nvPr/>
              </p14:nvContentPartPr>
              <p14:xfrm>
                <a:off x="8435051" y="1289575"/>
                <a:ext cx="17280" cy="1688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A057C6B-DBEA-459A-111C-8743899EA96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426051" y="1280575"/>
                  <a:ext cx="349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CA30CD5-344B-1B74-4609-4D3575FB3679}"/>
                    </a:ext>
                  </a:extLst>
                </p14:cNvPr>
                <p14:cNvContentPartPr/>
                <p14:nvPr/>
              </p14:nvContentPartPr>
              <p14:xfrm>
                <a:off x="8506331" y="1280215"/>
                <a:ext cx="154440" cy="1792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CA30CD5-344B-1B74-4609-4D3575FB367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497331" y="1271215"/>
                  <a:ext cx="1720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1BD06C0-0077-4DF9-581B-2709986998E8}"/>
                    </a:ext>
                  </a:extLst>
                </p14:cNvPr>
                <p14:cNvContentPartPr/>
                <p14:nvPr/>
              </p14:nvContentPartPr>
              <p14:xfrm>
                <a:off x="8691731" y="1165015"/>
                <a:ext cx="95040" cy="1116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1BD06C0-0077-4DF9-581B-2709986998E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682731" y="1156375"/>
                  <a:ext cx="1126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EF9DABF-A1A7-A466-95BA-9909FB6DB079}"/>
                    </a:ext>
                  </a:extLst>
                </p14:cNvPr>
                <p14:cNvContentPartPr/>
                <p14:nvPr/>
              </p14:nvContentPartPr>
              <p14:xfrm>
                <a:off x="8791091" y="1085095"/>
                <a:ext cx="153000" cy="4798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EF9DABF-A1A7-A466-95BA-9909FB6DB07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782451" y="1076455"/>
                  <a:ext cx="170640" cy="497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6BA24E8B-872C-B22A-B601-5C7074177963}"/>
                  </a:ext>
                </a:extLst>
              </p14:cNvPr>
              <p14:cNvContentPartPr/>
              <p14:nvPr/>
            </p14:nvContentPartPr>
            <p14:xfrm>
              <a:off x="9015011" y="1147735"/>
              <a:ext cx="166320" cy="43560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6BA24E8B-872C-B22A-B601-5C7074177963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9006371" y="1139095"/>
                <a:ext cx="183960" cy="45324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up 91">
            <a:extLst>
              <a:ext uri="{FF2B5EF4-FFF2-40B4-BE49-F238E27FC236}">
                <a16:creationId xmlns:a16="http://schemas.microsoft.com/office/drawing/2014/main" id="{8016F211-981D-4109-2B4C-2585DD8676D6}"/>
              </a:ext>
            </a:extLst>
          </p:cNvPr>
          <p:cNvGrpSpPr/>
          <p:nvPr/>
        </p:nvGrpSpPr>
        <p:grpSpPr>
          <a:xfrm>
            <a:off x="9197171" y="1192015"/>
            <a:ext cx="1215360" cy="353160"/>
            <a:chOff x="9197171" y="1192015"/>
            <a:chExt cx="1215360" cy="35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ED39CB4-C3C6-B006-D6CD-769815102C8C}"/>
                    </a:ext>
                  </a:extLst>
                </p14:cNvPr>
                <p14:cNvContentPartPr/>
                <p14:nvPr/>
              </p14:nvContentPartPr>
              <p14:xfrm>
                <a:off x="9197171" y="1326295"/>
                <a:ext cx="158400" cy="1908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ED39CB4-C3C6-B006-D6CD-769815102C8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188171" y="1317295"/>
                  <a:ext cx="1760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3E00E83-CB25-D964-AA32-E69C0A3B6402}"/>
                    </a:ext>
                  </a:extLst>
                </p14:cNvPr>
                <p14:cNvContentPartPr/>
                <p14:nvPr/>
              </p14:nvContentPartPr>
              <p14:xfrm>
                <a:off x="9404171" y="1427095"/>
                <a:ext cx="6840" cy="540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3E00E83-CB25-D964-AA32-E69C0A3B640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395171" y="1418455"/>
                  <a:ext cx="244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95E0616-8B81-1FB2-73DA-EBE8A26F362A}"/>
                    </a:ext>
                  </a:extLst>
                </p14:cNvPr>
                <p14:cNvContentPartPr/>
                <p14:nvPr/>
              </p14:nvContentPartPr>
              <p14:xfrm>
                <a:off x="9491651" y="1312615"/>
                <a:ext cx="161640" cy="1580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95E0616-8B81-1FB2-73DA-EBE8A26F362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482651" y="1303615"/>
                  <a:ext cx="1792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9138885-B103-E87A-D26D-95AD2ADA7EA5}"/>
                    </a:ext>
                  </a:extLst>
                </p14:cNvPr>
                <p14:cNvContentPartPr/>
                <p14:nvPr/>
              </p14:nvContentPartPr>
              <p14:xfrm>
                <a:off x="9522611" y="1302535"/>
                <a:ext cx="304200" cy="1695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9138885-B103-E87A-D26D-95AD2ADA7EA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513611" y="1293895"/>
                  <a:ext cx="3218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E4851EA-2929-DC46-F75B-A66FE1CD7707}"/>
                    </a:ext>
                  </a:extLst>
                </p14:cNvPr>
                <p14:cNvContentPartPr/>
                <p14:nvPr/>
              </p14:nvContentPartPr>
              <p14:xfrm>
                <a:off x="9873971" y="1267615"/>
                <a:ext cx="108720" cy="2098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E4851EA-2929-DC46-F75B-A66FE1CD770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864971" y="1258975"/>
                  <a:ext cx="1263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E9A2D68-CEE4-262F-2D64-32D10898BAA4}"/>
                    </a:ext>
                  </a:extLst>
                </p14:cNvPr>
                <p14:cNvContentPartPr/>
                <p14:nvPr/>
              </p14:nvContentPartPr>
              <p14:xfrm>
                <a:off x="10080611" y="1290655"/>
                <a:ext cx="118080" cy="687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E9A2D68-CEE4-262F-2D64-32D10898BAA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071971" y="1281655"/>
                  <a:ext cx="1357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EA148D5-AECD-33C2-E82D-0A794E340451}"/>
                    </a:ext>
                  </a:extLst>
                </p14:cNvPr>
                <p14:cNvContentPartPr/>
                <p14:nvPr/>
              </p14:nvContentPartPr>
              <p14:xfrm>
                <a:off x="10044251" y="1355455"/>
                <a:ext cx="153720" cy="1242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EA148D5-AECD-33C2-E82D-0A794E34045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035251" y="1346455"/>
                  <a:ext cx="1713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3FE15A9-6417-7AB4-6928-3CB5654C780E}"/>
                    </a:ext>
                  </a:extLst>
                </p14:cNvPr>
                <p14:cNvContentPartPr/>
                <p14:nvPr/>
              </p14:nvContentPartPr>
              <p14:xfrm>
                <a:off x="10168091" y="1192015"/>
                <a:ext cx="244440" cy="3531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3FE15A9-6417-7AB4-6928-3CB5654C780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159451" y="1183375"/>
                  <a:ext cx="262080" cy="37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06873771-AB42-ED0A-7ADE-021DADDC93C2}"/>
              </a:ext>
            </a:extLst>
          </p:cNvPr>
          <p:cNvGrpSpPr/>
          <p:nvPr/>
        </p:nvGrpSpPr>
        <p:grpSpPr>
          <a:xfrm>
            <a:off x="1570571" y="1559575"/>
            <a:ext cx="3799440" cy="955800"/>
            <a:chOff x="1570571" y="1559575"/>
            <a:chExt cx="3799440" cy="95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C2876EB-B827-411B-CBD4-7BEA8AE60B5D}"/>
                    </a:ext>
                  </a:extLst>
                </p14:cNvPr>
                <p14:cNvContentPartPr/>
                <p14:nvPr/>
              </p14:nvContentPartPr>
              <p14:xfrm>
                <a:off x="1762811" y="1975375"/>
                <a:ext cx="21240" cy="1422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C2876EB-B827-411B-CBD4-7BEA8AE60B5D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753811" y="1966375"/>
                  <a:ext cx="388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8A47522-D29A-CAE1-E0A2-12B47534FC3E}"/>
                    </a:ext>
                  </a:extLst>
                </p14:cNvPr>
                <p14:cNvContentPartPr/>
                <p14:nvPr/>
              </p14:nvContentPartPr>
              <p14:xfrm>
                <a:off x="1900691" y="1894735"/>
                <a:ext cx="268200" cy="2282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8A47522-D29A-CAE1-E0A2-12B47534FC3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891691" y="1885735"/>
                  <a:ext cx="28584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3039704-C3BF-0D98-6EBB-F1877D943780}"/>
                    </a:ext>
                  </a:extLst>
                </p14:cNvPr>
                <p14:cNvContentPartPr/>
                <p14:nvPr/>
              </p14:nvContentPartPr>
              <p14:xfrm>
                <a:off x="1855691" y="1842175"/>
                <a:ext cx="114120" cy="252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3039704-C3BF-0D98-6EBB-F1877D94378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846691" y="1833175"/>
                  <a:ext cx="1317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B066E4D-FA17-774F-E479-D114EC9FBDD6}"/>
                    </a:ext>
                  </a:extLst>
                </p14:cNvPr>
                <p14:cNvContentPartPr/>
                <p14:nvPr/>
              </p14:nvContentPartPr>
              <p14:xfrm>
                <a:off x="2094371" y="1824895"/>
                <a:ext cx="245520" cy="2840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B066E4D-FA17-774F-E479-D114EC9FBDD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085371" y="1815895"/>
                  <a:ext cx="26316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628D2D5-701C-7653-962E-26D6A4303C22}"/>
                    </a:ext>
                  </a:extLst>
                </p14:cNvPr>
                <p14:cNvContentPartPr/>
                <p14:nvPr/>
              </p14:nvContentPartPr>
              <p14:xfrm>
                <a:off x="2472371" y="1925335"/>
                <a:ext cx="104400" cy="198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628D2D5-701C-7653-962E-26D6A4303C2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463731" y="1916335"/>
                  <a:ext cx="1220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E12B1EC-9EE6-9607-B20E-7E2902D3BB39}"/>
                    </a:ext>
                  </a:extLst>
                </p14:cNvPr>
                <p14:cNvContentPartPr/>
                <p14:nvPr/>
              </p14:nvContentPartPr>
              <p14:xfrm>
                <a:off x="2489291" y="2000215"/>
                <a:ext cx="147960" cy="115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E12B1EC-9EE6-9607-B20E-7E2902D3BB3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480651" y="1991575"/>
                  <a:ext cx="1656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BBC0ACF-68D0-34EA-0F59-8084090903AC}"/>
                    </a:ext>
                  </a:extLst>
                </p14:cNvPr>
                <p14:cNvContentPartPr/>
                <p14:nvPr/>
              </p14:nvContentPartPr>
              <p14:xfrm>
                <a:off x="2844611" y="1895455"/>
                <a:ext cx="158040" cy="1666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BBC0ACF-68D0-34EA-0F59-8084090903A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835971" y="1886455"/>
                  <a:ext cx="1756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0FF083A-637B-51FB-E340-5DFF9D2D0BC2}"/>
                    </a:ext>
                  </a:extLst>
                </p14:cNvPr>
                <p14:cNvContentPartPr/>
                <p14:nvPr/>
              </p14:nvContentPartPr>
              <p14:xfrm>
                <a:off x="3114611" y="1901575"/>
                <a:ext cx="169560" cy="1504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0FF083A-637B-51FB-E340-5DFF9D2D0BC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105611" y="1892575"/>
                  <a:ext cx="1872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F6F7B02-3866-5523-8B6A-5BE90D3980EF}"/>
                    </a:ext>
                  </a:extLst>
                </p14:cNvPr>
                <p14:cNvContentPartPr/>
                <p14:nvPr/>
              </p14:nvContentPartPr>
              <p14:xfrm>
                <a:off x="3378851" y="1861975"/>
                <a:ext cx="179640" cy="1454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F6F7B02-3866-5523-8B6A-5BE90D3980E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370211" y="1853335"/>
                  <a:ext cx="1972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7B88CAA-67AA-7B49-BA10-8141815C8459}"/>
                    </a:ext>
                  </a:extLst>
                </p14:cNvPr>
                <p14:cNvContentPartPr/>
                <p14:nvPr/>
              </p14:nvContentPartPr>
              <p14:xfrm>
                <a:off x="3708611" y="1807255"/>
                <a:ext cx="132480" cy="2106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7B88CAA-67AA-7B49-BA10-8141815C845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699971" y="1798255"/>
                  <a:ext cx="15012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BCFE102-B742-3863-74F0-99FDC9CAD2CB}"/>
                    </a:ext>
                  </a:extLst>
                </p14:cNvPr>
                <p14:cNvContentPartPr/>
                <p14:nvPr/>
              </p14:nvContentPartPr>
              <p14:xfrm>
                <a:off x="4007411" y="1841815"/>
                <a:ext cx="149040" cy="1807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BCFE102-B742-3863-74F0-99FDC9CAD2C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998771" y="1832815"/>
                  <a:ext cx="1666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FD7791C-FBD0-DC3B-7A19-24C343DDCA04}"/>
                    </a:ext>
                  </a:extLst>
                </p14:cNvPr>
                <p14:cNvContentPartPr/>
                <p14:nvPr/>
              </p14:nvContentPartPr>
              <p14:xfrm>
                <a:off x="4041971" y="1838215"/>
                <a:ext cx="290520" cy="1792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FD7791C-FBD0-DC3B-7A19-24C343DDCA0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033331" y="1829215"/>
                  <a:ext cx="3081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D16F2B4-F32E-871C-2EDA-5D78D1769AF5}"/>
                    </a:ext>
                  </a:extLst>
                </p14:cNvPr>
                <p14:cNvContentPartPr/>
                <p14:nvPr/>
              </p14:nvContentPartPr>
              <p14:xfrm>
                <a:off x="4417091" y="2003095"/>
                <a:ext cx="15120" cy="46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D16F2B4-F32E-871C-2EDA-5D78D1769AF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408451" y="1994455"/>
                  <a:ext cx="327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AC57567-117D-BE56-0C2B-423C538337DB}"/>
                    </a:ext>
                  </a:extLst>
                </p14:cNvPr>
                <p14:cNvContentPartPr/>
                <p14:nvPr/>
              </p14:nvContentPartPr>
              <p14:xfrm>
                <a:off x="4555691" y="1891495"/>
                <a:ext cx="146160" cy="1602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AC57567-117D-BE56-0C2B-423C538337D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546691" y="1882855"/>
                  <a:ext cx="1638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7B87C64-5B37-C5FE-671D-BD1B450F0F41}"/>
                    </a:ext>
                  </a:extLst>
                </p14:cNvPr>
                <p14:cNvContentPartPr/>
                <p14:nvPr/>
              </p14:nvContentPartPr>
              <p14:xfrm>
                <a:off x="4580171" y="1857295"/>
                <a:ext cx="253080" cy="360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7B87C64-5B37-C5FE-671D-BD1B450F0F4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571171" y="1848655"/>
                  <a:ext cx="2707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E0D85BC-5FC9-4C4F-4828-4E6E4178E78F}"/>
                    </a:ext>
                  </a:extLst>
                </p14:cNvPr>
                <p14:cNvContentPartPr/>
                <p14:nvPr/>
              </p14:nvContentPartPr>
              <p14:xfrm>
                <a:off x="4913891" y="1864135"/>
                <a:ext cx="183600" cy="2250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E0D85BC-5FC9-4C4F-4828-4E6E4178E78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905251" y="1855495"/>
                  <a:ext cx="2012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28DB1DF-5806-8729-F6D3-4371B3C2770F}"/>
                    </a:ext>
                  </a:extLst>
                </p14:cNvPr>
                <p14:cNvContentPartPr/>
                <p14:nvPr/>
              </p14:nvContentPartPr>
              <p14:xfrm>
                <a:off x="1586411" y="1734535"/>
                <a:ext cx="45720" cy="7196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28DB1DF-5806-8729-F6D3-4371B3C2770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577771" y="1725535"/>
                  <a:ext cx="63360" cy="73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65EF623-D172-116F-D882-79FDCB72BC7C}"/>
                    </a:ext>
                  </a:extLst>
                </p14:cNvPr>
                <p14:cNvContentPartPr/>
                <p14:nvPr/>
              </p14:nvContentPartPr>
              <p14:xfrm>
                <a:off x="1570571" y="1559575"/>
                <a:ext cx="3799440" cy="9558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65EF623-D172-116F-D882-79FDCB72BC7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561931" y="1550935"/>
                  <a:ext cx="3817080" cy="97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F8F81926-B8C0-3AE0-A1CC-FA9DB89420FC}"/>
              </a:ext>
            </a:extLst>
          </p:cNvPr>
          <p:cNvGrpSpPr/>
          <p:nvPr/>
        </p:nvGrpSpPr>
        <p:grpSpPr>
          <a:xfrm>
            <a:off x="5696891" y="1770535"/>
            <a:ext cx="3870720" cy="732240"/>
            <a:chOff x="5696891" y="1770535"/>
            <a:chExt cx="3870720" cy="73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7259D0B-E603-BB16-E2A7-E5D6EFD85FD2}"/>
                    </a:ext>
                  </a:extLst>
                </p14:cNvPr>
                <p14:cNvContentPartPr/>
                <p14:nvPr/>
              </p14:nvContentPartPr>
              <p14:xfrm>
                <a:off x="5939171" y="2177695"/>
                <a:ext cx="15840" cy="1112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7259D0B-E603-BB16-E2A7-E5D6EFD85FD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930171" y="2169055"/>
                  <a:ext cx="334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80F2983-05AF-4C12-FE44-8ACDA41010C1}"/>
                    </a:ext>
                  </a:extLst>
                </p14:cNvPr>
                <p14:cNvContentPartPr/>
                <p14:nvPr/>
              </p14:nvContentPartPr>
              <p14:xfrm>
                <a:off x="6093971" y="2088415"/>
                <a:ext cx="269280" cy="1756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80F2983-05AF-4C12-FE44-8ACDA41010C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085331" y="2079775"/>
                  <a:ext cx="2869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86D1846-DE86-5362-5629-36FDA45D5E50}"/>
                    </a:ext>
                  </a:extLst>
                </p14:cNvPr>
                <p14:cNvContentPartPr/>
                <p14:nvPr/>
              </p14:nvContentPartPr>
              <p14:xfrm>
                <a:off x="6007931" y="2026495"/>
                <a:ext cx="405360" cy="352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86D1846-DE86-5362-5629-36FDA45D5E5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998931" y="2017855"/>
                  <a:ext cx="4230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F248D30-B2E6-0940-9A07-7A3AB16005C9}"/>
                    </a:ext>
                  </a:extLst>
                </p14:cNvPr>
                <p14:cNvContentPartPr/>
                <p14:nvPr/>
              </p14:nvContentPartPr>
              <p14:xfrm>
                <a:off x="6428051" y="2189935"/>
                <a:ext cx="162720" cy="964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F248D30-B2E6-0940-9A07-7A3AB16005C9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419051" y="2181295"/>
                  <a:ext cx="1803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A7EA33B-12BC-D0C7-D647-C46B78240925}"/>
                    </a:ext>
                  </a:extLst>
                </p14:cNvPr>
                <p14:cNvContentPartPr/>
                <p14:nvPr/>
              </p14:nvContentPartPr>
              <p14:xfrm>
                <a:off x="6792371" y="2119015"/>
                <a:ext cx="125280" cy="745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A7EA33B-12BC-D0C7-D647-C46B7824092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783371" y="2110015"/>
                  <a:ext cx="1429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8B4F6D3-D845-AFCD-34EC-BA6308772486}"/>
                    </a:ext>
                  </a:extLst>
                </p14:cNvPr>
                <p14:cNvContentPartPr/>
                <p14:nvPr/>
              </p14:nvContentPartPr>
              <p14:xfrm>
                <a:off x="7207811" y="2059255"/>
                <a:ext cx="144360" cy="1670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8B4F6D3-D845-AFCD-34EC-BA630877248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198811" y="2050255"/>
                  <a:ext cx="1620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91B3B6C-E41F-77F6-1826-35176943E4F7}"/>
                    </a:ext>
                  </a:extLst>
                </p14:cNvPr>
                <p14:cNvContentPartPr/>
                <p14:nvPr/>
              </p14:nvContentPartPr>
              <p14:xfrm>
                <a:off x="7425971" y="2060335"/>
                <a:ext cx="196920" cy="1339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91B3B6C-E41F-77F6-1826-35176943E4F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417331" y="2051335"/>
                  <a:ext cx="2145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7CC986E-7E10-E19B-6959-C7B8CF8F4FCC}"/>
                    </a:ext>
                  </a:extLst>
                </p14:cNvPr>
                <p14:cNvContentPartPr/>
                <p14:nvPr/>
              </p14:nvContentPartPr>
              <p14:xfrm>
                <a:off x="7698491" y="2048095"/>
                <a:ext cx="124200" cy="1476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7CC986E-7E10-E19B-6959-C7B8CF8F4FC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689851" y="2039095"/>
                  <a:ext cx="1418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B12A848-8A35-234B-7CB2-46424F27CB82}"/>
                    </a:ext>
                  </a:extLst>
                </p14:cNvPr>
                <p14:cNvContentPartPr/>
                <p14:nvPr/>
              </p14:nvContentPartPr>
              <p14:xfrm>
                <a:off x="7952651" y="2157895"/>
                <a:ext cx="10440" cy="86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B12A848-8A35-234B-7CB2-46424F27CB8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943651" y="2148895"/>
                  <a:ext cx="280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C380ABB-2080-CA41-2555-042EAF9D67BE}"/>
                    </a:ext>
                  </a:extLst>
                </p14:cNvPr>
                <p14:cNvContentPartPr/>
                <p14:nvPr/>
              </p14:nvContentPartPr>
              <p14:xfrm>
                <a:off x="8028251" y="2008495"/>
                <a:ext cx="165600" cy="1803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C380ABB-2080-CA41-2555-042EAF9D67B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019611" y="1999495"/>
                  <a:ext cx="18324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6E099A5-FD27-877C-7A2A-09C6CE9C5896}"/>
                    </a:ext>
                  </a:extLst>
                </p14:cNvPr>
                <p14:cNvContentPartPr/>
                <p14:nvPr/>
              </p14:nvContentPartPr>
              <p14:xfrm>
                <a:off x="8305811" y="2036575"/>
                <a:ext cx="154800" cy="1346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6E099A5-FD27-877C-7A2A-09C6CE9C589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296811" y="2027575"/>
                  <a:ext cx="1724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695CC21-7C58-FE2A-E20A-F87EBC8F2C58}"/>
                    </a:ext>
                  </a:extLst>
                </p14:cNvPr>
                <p14:cNvContentPartPr/>
                <p14:nvPr/>
              </p14:nvContentPartPr>
              <p14:xfrm>
                <a:off x="8332451" y="2022895"/>
                <a:ext cx="178200" cy="162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695CC21-7C58-FE2A-E20A-F87EBC8F2C5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323811" y="2014255"/>
                  <a:ext cx="1958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6ECCCCD-4AF7-76B9-3EB4-6A817120B03A}"/>
                    </a:ext>
                  </a:extLst>
                </p14:cNvPr>
                <p14:cNvContentPartPr/>
                <p14:nvPr/>
              </p14:nvContentPartPr>
              <p14:xfrm>
                <a:off x="8590931" y="2015695"/>
                <a:ext cx="174240" cy="1537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6ECCCCD-4AF7-76B9-3EB4-6A817120B03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582291" y="2006695"/>
                  <a:ext cx="1918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52EA234-9679-6D70-781D-81A552FB6899}"/>
                    </a:ext>
                  </a:extLst>
                </p14:cNvPr>
                <p14:cNvContentPartPr/>
                <p14:nvPr/>
              </p14:nvContentPartPr>
              <p14:xfrm>
                <a:off x="8980451" y="2000215"/>
                <a:ext cx="52920" cy="1645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52EA234-9679-6D70-781D-81A552FB689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971451" y="1991215"/>
                  <a:ext cx="705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343226F-97BF-533A-88BA-7C8E2B13E8F7}"/>
                    </a:ext>
                  </a:extLst>
                </p14:cNvPr>
                <p14:cNvContentPartPr/>
                <p14:nvPr/>
              </p14:nvContentPartPr>
              <p14:xfrm>
                <a:off x="9004211" y="2045215"/>
                <a:ext cx="149760" cy="1008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343226F-97BF-533A-88BA-7C8E2B13E8F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995571" y="2036575"/>
                  <a:ext cx="16740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A7086C1-DB12-2DE7-B487-82380ABB614C}"/>
                    </a:ext>
                  </a:extLst>
                </p14:cNvPr>
                <p14:cNvContentPartPr/>
                <p14:nvPr/>
              </p14:nvContentPartPr>
              <p14:xfrm>
                <a:off x="9252251" y="1977535"/>
                <a:ext cx="136440" cy="1828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A7086C1-DB12-2DE7-B487-82380ABB614C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243611" y="1968895"/>
                  <a:ext cx="1540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3DC341B-60E3-5B82-C916-091E14321FCE}"/>
                    </a:ext>
                  </a:extLst>
                </p14:cNvPr>
                <p14:cNvContentPartPr/>
                <p14:nvPr/>
              </p14:nvContentPartPr>
              <p14:xfrm>
                <a:off x="5696891" y="1949815"/>
                <a:ext cx="41760" cy="5475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3DC341B-60E3-5B82-C916-091E14321FC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687891" y="1941175"/>
                  <a:ext cx="59400" cy="56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8532D85B-1B3F-6013-DDA1-93094AD8F7B7}"/>
                    </a:ext>
                  </a:extLst>
                </p14:cNvPr>
                <p14:cNvContentPartPr/>
                <p14:nvPr/>
              </p14:nvContentPartPr>
              <p14:xfrm>
                <a:off x="5721731" y="1770535"/>
                <a:ext cx="3845880" cy="7322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8532D85B-1B3F-6013-DDA1-93094AD8F7B7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713091" y="1761535"/>
                  <a:ext cx="3863520" cy="74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A8CE231-90B5-1401-84DD-E29378A853F6}"/>
              </a:ext>
            </a:extLst>
          </p:cNvPr>
          <p:cNvGrpSpPr/>
          <p:nvPr/>
        </p:nvGrpSpPr>
        <p:grpSpPr>
          <a:xfrm>
            <a:off x="258011" y="3151855"/>
            <a:ext cx="884160" cy="267840"/>
            <a:chOff x="258011" y="3151855"/>
            <a:chExt cx="884160" cy="26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50CFE736-E5FF-3C35-15B1-C36B7FE9F637}"/>
                    </a:ext>
                  </a:extLst>
                </p14:cNvPr>
                <p14:cNvContentPartPr/>
                <p14:nvPr/>
              </p14:nvContentPartPr>
              <p14:xfrm>
                <a:off x="258011" y="3210895"/>
                <a:ext cx="35280" cy="2088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50CFE736-E5FF-3C35-15B1-C36B7FE9F63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49371" y="3201895"/>
                  <a:ext cx="529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83E4F89D-BAB9-AE78-0853-37EAB6A56FEE}"/>
                    </a:ext>
                  </a:extLst>
                </p14:cNvPr>
                <p14:cNvContentPartPr/>
                <p14:nvPr/>
              </p14:nvContentPartPr>
              <p14:xfrm>
                <a:off x="367811" y="3163015"/>
                <a:ext cx="59040" cy="2386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83E4F89D-BAB9-AE78-0853-37EAB6A56FEE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59171" y="3154015"/>
                  <a:ext cx="7668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534D03E8-94BB-2354-7E7D-C6B151AA3C9E}"/>
                    </a:ext>
                  </a:extLst>
                </p14:cNvPr>
                <p14:cNvContentPartPr/>
                <p14:nvPr/>
              </p14:nvContentPartPr>
              <p14:xfrm>
                <a:off x="270251" y="3226735"/>
                <a:ext cx="543240" cy="1411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534D03E8-94BB-2354-7E7D-C6B151AA3C9E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61611" y="3218095"/>
                  <a:ext cx="5608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B0648E72-377D-CF74-979E-1CA11EB10F0F}"/>
                    </a:ext>
                  </a:extLst>
                </p14:cNvPr>
                <p14:cNvContentPartPr/>
                <p14:nvPr/>
              </p14:nvContentPartPr>
              <p14:xfrm>
                <a:off x="884411" y="3151855"/>
                <a:ext cx="47520" cy="2124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B0648E72-377D-CF74-979E-1CA11EB10F0F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75411" y="3142855"/>
                  <a:ext cx="651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56CADA8-1CB2-18A8-4A60-A1677878FF85}"/>
                    </a:ext>
                  </a:extLst>
                </p14:cNvPr>
                <p14:cNvContentPartPr/>
                <p14:nvPr/>
              </p14:nvContentPartPr>
              <p14:xfrm>
                <a:off x="795491" y="3191455"/>
                <a:ext cx="346680" cy="889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56CADA8-1CB2-18A8-4A60-A1677878FF8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86851" y="3182815"/>
                  <a:ext cx="364320" cy="10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3352007A-8D3F-78E1-5335-C0C427548A0C}"/>
              </a:ext>
            </a:extLst>
          </p:cNvPr>
          <p:cNvGrpSpPr/>
          <p:nvPr/>
        </p:nvGrpSpPr>
        <p:grpSpPr>
          <a:xfrm>
            <a:off x="1550771" y="3127375"/>
            <a:ext cx="482040" cy="272880"/>
            <a:chOff x="1550771" y="3127375"/>
            <a:chExt cx="482040" cy="27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B135CDD4-8D77-91CE-0A54-BC586E911293}"/>
                    </a:ext>
                  </a:extLst>
                </p14:cNvPr>
                <p14:cNvContentPartPr/>
                <p14:nvPr/>
              </p14:nvContentPartPr>
              <p14:xfrm>
                <a:off x="1550771" y="3247975"/>
                <a:ext cx="4680" cy="889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B135CDD4-8D77-91CE-0A54-BC586E91129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541771" y="3239335"/>
                  <a:ext cx="223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729E8FB2-5652-13DC-3F34-8AB6888E96FD}"/>
                    </a:ext>
                  </a:extLst>
                </p14:cNvPr>
                <p14:cNvContentPartPr/>
                <p14:nvPr/>
              </p14:nvContentPartPr>
              <p14:xfrm>
                <a:off x="1664891" y="3127375"/>
                <a:ext cx="182520" cy="2322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729E8FB2-5652-13DC-3F34-8AB6888E96FD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656251" y="3118375"/>
                  <a:ext cx="20016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0BF64E49-5565-E24A-E458-1B5ABD15F2E6}"/>
                    </a:ext>
                  </a:extLst>
                </p14:cNvPr>
                <p14:cNvContentPartPr/>
                <p14:nvPr/>
              </p14:nvContentPartPr>
              <p14:xfrm>
                <a:off x="1753451" y="3225295"/>
                <a:ext cx="54000" cy="1234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0BF64E49-5565-E24A-E458-1B5ABD15F2E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744451" y="3216655"/>
                  <a:ext cx="716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201B55E-B734-D4CC-8B1A-DFC43BA5543D}"/>
                    </a:ext>
                  </a:extLst>
                </p14:cNvPr>
                <p14:cNvContentPartPr/>
                <p14:nvPr/>
              </p14:nvContentPartPr>
              <p14:xfrm>
                <a:off x="1872611" y="3298015"/>
                <a:ext cx="160200" cy="1022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201B55E-B734-D4CC-8B1A-DFC43BA5543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863611" y="3289375"/>
                  <a:ext cx="177840" cy="11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9E885A49-A857-83D6-6BFB-CFF1FF09F33E}"/>
              </a:ext>
            </a:extLst>
          </p:cNvPr>
          <p:cNvGrpSpPr/>
          <p:nvPr/>
        </p:nvGrpSpPr>
        <p:grpSpPr>
          <a:xfrm>
            <a:off x="2424131" y="3235375"/>
            <a:ext cx="495360" cy="107640"/>
            <a:chOff x="2424131" y="3235375"/>
            <a:chExt cx="495360" cy="10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65528E5-7AD1-EF5B-AC30-AA5C1C52CFA9}"/>
                    </a:ext>
                  </a:extLst>
                </p14:cNvPr>
                <p14:cNvContentPartPr/>
                <p14:nvPr/>
              </p14:nvContentPartPr>
              <p14:xfrm>
                <a:off x="2424131" y="3235375"/>
                <a:ext cx="230760" cy="129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65528E5-7AD1-EF5B-AC30-AA5C1C52CFA9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415131" y="3226735"/>
                  <a:ext cx="2484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B51B96A2-BFB4-2D60-B72F-E5104808148A}"/>
                    </a:ext>
                  </a:extLst>
                </p14:cNvPr>
                <p14:cNvContentPartPr/>
                <p14:nvPr/>
              </p14:nvContentPartPr>
              <p14:xfrm>
                <a:off x="2439971" y="3301255"/>
                <a:ext cx="196560" cy="280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B51B96A2-BFB4-2D60-B72F-E5104808148A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430971" y="3292615"/>
                  <a:ext cx="2142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E1AD7DC-EB6D-6865-D2EB-ACEF00EF96CA}"/>
                    </a:ext>
                  </a:extLst>
                </p14:cNvPr>
                <p14:cNvContentPartPr/>
                <p14:nvPr/>
              </p14:nvContentPartPr>
              <p14:xfrm>
                <a:off x="2763611" y="3237175"/>
                <a:ext cx="155880" cy="1058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E1AD7DC-EB6D-6865-D2EB-ACEF00EF96CA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754971" y="3228175"/>
                  <a:ext cx="173520" cy="12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6026EC4D-564F-91B9-F4AC-E4E52CEDD4FD}"/>
              </a:ext>
            </a:extLst>
          </p:cNvPr>
          <p:cNvGrpSpPr/>
          <p:nvPr/>
        </p:nvGrpSpPr>
        <p:grpSpPr>
          <a:xfrm>
            <a:off x="3451931" y="3049615"/>
            <a:ext cx="2558520" cy="376200"/>
            <a:chOff x="3451931" y="3049615"/>
            <a:chExt cx="2558520" cy="37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14AE4BB2-E755-843D-113E-34E4187F18D2}"/>
                    </a:ext>
                  </a:extLst>
                </p14:cNvPr>
                <p14:cNvContentPartPr/>
                <p14:nvPr/>
              </p14:nvContentPartPr>
              <p14:xfrm>
                <a:off x="3451931" y="3200095"/>
                <a:ext cx="224280" cy="15192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14AE4BB2-E755-843D-113E-34E4187F18D2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443291" y="3191455"/>
                  <a:ext cx="2419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572FC994-E07C-4A42-8E26-51FA54CCD6D0}"/>
                    </a:ext>
                  </a:extLst>
                </p14:cNvPr>
                <p14:cNvContentPartPr/>
                <p14:nvPr/>
              </p14:nvContentPartPr>
              <p14:xfrm>
                <a:off x="3846131" y="3116215"/>
                <a:ext cx="226800" cy="2188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572FC994-E07C-4A42-8E26-51FA54CCD6D0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837491" y="3107215"/>
                  <a:ext cx="2444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DBC6408B-193C-421B-C69B-8EA7A5C079A8}"/>
                    </a:ext>
                  </a:extLst>
                </p14:cNvPr>
                <p14:cNvContentPartPr/>
                <p14:nvPr/>
              </p14:nvContentPartPr>
              <p14:xfrm>
                <a:off x="3739571" y="3071935"/>
                <a:ext cx="126360" cy="277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DBC6408B-193C-421B-C69B-8EA7A5C079A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730931" y="3062935"/>
                  <a:ext cx="1440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789165E-58E7-15C0-8430-6BBC5CAB78A2}"/>
                    </a:ext>
                  </a:extLst>
                </p14:cNvPr>
                <p14:cNvContentPartPr/>
                <p14:nvPr/>
              </p14:nvContentPartPr>
              <p14:xfrm>
                <a:off x="3979691" y="3049615"/>
                <a:ext cx="356400" cy="1198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789165E-58E7-15C0-8430-6BBC5CAB78A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970691" y="3040975"/>
                  <a:ext cx="3740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D20D393A-9A56-83C1-C190-93FA7CAD9306}"/>
                    </a:ext>
                  </a:extLst>
                </p14:cNvPr>
                <p14:cNvContentPartPr/>
                <p14:nvPr/>
              </p14:nvContentPartPr>
              <p14:xfrm>
                <a:off x="4233851" y="3215935"/>
                <a:ext cx="132840" cy="205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D20D393A-9A56-83C1-C190-93FA7CAD9306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225211" y="3207295"/>
                  <a:ext cx="1504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A3479C3A-4640-4B57-DE06-2785C3D30C6D}"/>
                    </a:ext>
                  </a:extLst>
                </p14:cNvPr>
                <p14:cNvContentPartPr/>
                <p14:nvPr/>
              </p14:nvContentPartPr>
              <p14:xfrm>
                <a:off x="4567571" y="3067255"/>
                <a:ext cx="298800" cy="2527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A3479C3A-4640-4B57-DE06-2785C3D30C6D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558571" y="3058255"/>
                  <a:ext cx="31644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5457F9B-2330-1340-37A9-72E099BDAD5D}"/>
                    </a:ext>
                  </a:extLst>
                </p14:cNvPr>
                <p14:cNvContentPartPr/>
                <p14:nvPr/>
              </p14:nvContentPartPr>
              <p14:xfrm>
                <a:off x="4697531" y="3138895"/>
                <a:ext cx="150480" cy="2134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5457F9B-2330-1340-37A9-72E099BDAD5D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688531" y="3130255"/>
                  <a:ext cx="16812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8FBD773-E423-B796-63EA-7AB1614E3B3D}"/>
                    </a:ext>
                  </a:extLst>
                </p14:cNvPr>
                <p14:cNvContentPartPr/>
                <p14:nvPr/>
              </p14:nvContentPartPr>
              <p14:xfrm>
                <a:off x="4422491" y="3336175"/>
                <a:ext cx="12600" cy="896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8FBD773-E423-B796-63EA-7AB1614E3B3D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413851" y="3327535"/>
                  <a:ext cx="302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2AEC000A-56FC-D61F-E96F-EB9999AC2102}"/>
                    </a:ext>
                  </a:extLst>
                </p14:cNvPr>
                <p14:cNvContentPartPr/>
                <p14:nvPr/>
              </p14:nvContentPartPr>
              <p14:xfrm>
                <a:off x="4845131" y="3314215"/>
                <a:ext cx="163800" cy="759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2AEC000A-56FC-D61F-E96F-EB9999AC210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836131" y="3305215"/>
                  <a:ext cx="1814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04B026D7-6898-50E4-C249-4CE86ADBF1D2}"/>
                    </a:ext>
                  </a:extLst>
                </p14:cNvPr>
                <p14:cNvContentPartPr/>
                <p14:nvPr/>
              </p14:nvContentPartPr>
              <p14:xfrm>
                <a:off x="5149331" y="3248695"/>
                <a:ext cx="96840" cy="126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04B026D7-6898-50E4-C249-4CE86ADBF1D2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140331" y="3240055"/>
                  <a:ext cx="1144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1DD1F949-0F48-C604-3D0A-8B924E3A5980}"/>
                    </a:ext>
                  </a:extLst>
                </p14:cNvPr>
                <p14:cNvContentPartPr/>
                <p14:nvPr/>
              </p14:nvContentPartPr>
              <p14:xfrm>
                <a:off x="5383331" y="3313495"/>
                <a:ext cx="26640" cy="774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1DD1F949-0F48-C604-3D0A-8B924E3A5980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374331" y="3304855"/>
                  <a:ext cx="442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041A321D-9A4D-7EB2-A193-EC9E6B19CE6F}"/>
                    </a:ext>
                  </a:extLst>
                </p14:cNvPr>
                <p14:cNvContentPartPr/>
                <p14:nvPr/>
              </p14:nvContentPartPr>
              <p14:xfrm>
                <a:off x="5523011" y="3142495"/>
                <a:ext cx="231480" cy="1825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041A321D-9A4D-7EB2-A193-EC9E6B19CE6F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514011" y="3133855"/>
                  <a:ext cx="2491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4C9553D-9023-4709-BD3E-5BAC16AC350B}"/>
                    </a:ext>
                  </a:extLst>
                </p14:cNvPr>
                <p14:cNvContentPartPr/>
                <p14:nvPr/>
              </p14:nvContentPartPr>
              <p14:xfrm>
                <a:off x="5451011" y="3089935"/>
                <a:ext cx="388080" cy="475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4C9553D-9023-4709-BD3E-5BAC16AC350B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442011" y="3081295"/>
                  <a:ext cx="4057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38239D10-D606-4686-58C6-4C71471FC9C4}"/>
                    </a:ext>
                  </a:extLst>
                </p14:cNvPr>
                <p14:cNvContentPartPr/>
                <p14:nvPr/>
              </p14:nvContentPartPr>
              <p14:xfrm>
                <a:off x="5846651" y="3273895"/>
                <a:ext cx="163800" cy="10584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38239D10-D606-4686-58C6-4C71471FC9C4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838011" y="3264895"/>
                  <a:ext cx="181440" cy="12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B7610A2F-0814-3D1B-F0D2-F7834C5FEBCE}"/>
              </a:ext>
            </a:extLst>
          </p:cNvPr>
          <p:cNvGrpSpPr/>
          <p:nvPr/>
        </p:nvGrpSpPr>
        <p:grpSpPr>
          <a:xfrm>
            <a:off x="3400811" y="3768175"/>
            <a:ext cx="545760" cy="277920"/>
            <a:chOff x="3400811" y="3768175"/>
            <a:chExt cx="545760" cy="27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045A04A3-EF7B-9273-B909-C9DD846674B5}"/>
                    </a:ext>
                  </a:extLst>
                </p14:cNvPr>
                <p14:cNvContentPartPr/>
                <p14:nvPr/>
              </p14:nvContentPartPr>
              <p14:xfrm>
                <a:off x="3400811" y="3921535"/>
                <a:ext cx="16560" cy="745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045A04A3-EF7B-9273-B909-C9DD846674B5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391811" y="3912895"/>
                  <a:ext cx="3420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FC1333D8-319B-D235-D3CE-FF1F9DDD8EBF}"/>
                    </a:ext>
                  </a:extLst>
                </p14:cNvPr>
                <p14:cNvContentPartPr/>
                <p14:nvPr/>
              </p14:nvContentPartPr>
              <p14:xfrm>
                <a:off x="3563531" y="3768175"/>
                <a:ext cx="216000" cy="21420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FC1333D8-319B-D235-D3CE-FF1F9DDD8EBF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554891" y="3759535"/>
                  <a:ext cx="23364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21131BAB-DBB8-5F6B-8ECB-1EFBAE29EF24}"/>
                    </a:ext>
                  </a:extLst>
                </p14:cNvPr>
                <p14:cNvContentPartPr/>
                <p14:nvPr/>
              </p14:nvContentPartPr>
              <p14:xfrm>
                <a:off x="3679811" y="3862855"/>
                <a:ext cx="60120" cy="1227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21131BAB-DBB8-5F6B-8ECB-1EFBAE29EF24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3671171" y="3853855"/>
                  <a:ext cx="777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9D0E1B74-E4B4-A03B-36D4-593273433A9F}"/>
                    </a:ext>
                  </a:extLst>
                </p14:cNvPr>
                <p14:cNvContentPartPr/>
                <p14:nvPr/>
              </p14:nvContentPartPr>
              <p14:xfrm>
                <a:off x="3817691" y="3930895"/>
                <a:ext cx="128880" cy="1152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9D0E1B74-E4B4-A03B-36D4-593273433A9F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809051" y="3922255"/>
                  <a:ext cx="146520" cy="13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92C379E8-972B-C528-7FC2-DE03ACF6709E}"/>
                  </a:ext>
                </a:extLst>
              </p14:cNvPr>
              <p14:cNvContentPartPr/>
              <p14:nvPr/>
            </p14:nvContentPartPr>
            <p14:xfrm>
              <a:off x="4183091" y="3871135"/>
              <a:ext cx="150480" cy="6444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92C379E8-972B-C528-7FC2-DE03ACF6709E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4174451" y="3862135"/>
                <a:ext cx="168120" cy="82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9" name="Group 178">
            <a:extLst>
              <a:ext uri="{FF2B5EF4-FFF2-40B4-BE49-F238E27FC236}">
                <a16:creationId xmlns:a16="http://schemas.microsoft.com/office/drawing/2014/main" id="{FCFB3958-A08E-D488-FC28-4C11BE3CE1FA}"/>
              </a:ext>
            </a:extLst>
          </p:cNvPr>
          <p:cNvGrpSpPr/>
          <p:nvPr/>
        </p:nvGrpSpPr>
        <p:grpSpPr>
          <a:xfrm>
            <a:off x="4548851" y="3686815"/>
            <a:ext cx="1762560" cy="285840"/>
            <a:chOff x="4548851" y="3686815"/>
            <a:chExt cx="1762560" cy="28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322B32CC-D2EE-CB87-B3BC-75B3C8B13805}"/>
                    </a:ext>
                  </a:extLst>
                </p14:cNvPr>
                <p14:cNvContentPartPr/>
                <p14:nvPr/>
              </p14:nvContentPartPr>
              <p14:xfrm>
                <a:off x="4548851" y="3807415"/>
                <a:ext cx="163440" cy="1638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322B32CC-D2EE-CB87-B3BC-75B3C8B13805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539851" y="3798415"/>
                  <a:ext cx="1810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B11B62A0-1495-ED47-B6D8-96BD9F8726E9}"/>
                    </a:ext>
                  </a:extLst>
                </p14:cNvPr>
                <p14:cNvContentPartPr/>
                <p14:nvPr/>
              </p14:nvContentPartPr>
              <p14:xfrm>
                <a:off x="4875011" y="3754855"/>
                <a:ext cx="231480" cy="19476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B11B62A0-1495-ED47-B6D8-96BD9F8726E9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866011" y="3745855"/>
                  <a:ext cx="2491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8ABB5EC-8833-B3A9-26DD-1CCCEB3A9997}"/>
                    </a:ext>
                  </a:extLst>
                </p14:cNvPr>
                <p14:cNvContentPartPr/>
                <p14:nvPr/>
              </p14:nvContentPartPr>
              <p14:xfrm>
                <a:off x="4785731" y="3701215"/>
                <a:ext cx="425160" cy="399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8ABB5EC-8833-B3A9-26DD-1CCCEB3A9997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776731" y="3692215"/>
                  <a:ext cx="4428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F3CF517E-67E1-499A-78E5-AE74ABC4C924}"/>
                    </a:ext>
                  </a:extLst>
                </p14:cNvPr>
                <p14:cNvContentPartPr/>
                <p14:nvPr/>
              </p14:nvContentPartPr>
              <p14:xfrm>
                <a:off x="5366411" y="3766375"/>
                <a:ext cx="95400" cy="1447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F3CF517E-67E1-499A-78E5-AE74ABC4C924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357411" y="3757735"/>
                  <a:ext cx="1130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2BBB5E60-BD4A-FE03-EBE0-2E2736B29616}"/>
                    </a:ext>
                  </a:extLst>
                </p14:cNvPr>
                <p14:cNvContentPartPr/>
                <p14:nvPr/>
              </p14:nvContentPartPr>
              <p14:xfrm>
                <a:off x="5604371" y="3871495"/>
                <a:ext cx="35640" cy="738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2BBB5E60-BD4A-FE03-EBE0-2E2736B29616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595731" y="3862495"/>
                  <a:ext cx="532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E2143B8-5DCA-04C8-5AEC-8267A97A298E}"/>
                    </a:ext>
                  </a:extLst>
                </p14:cNvPr>
                <p14:cNvContentPartPr/>
                <p14:nvPr/>
              </p14:nvContentPartPr>
              <p14:xfrm>
                <a:off x="5712371" y="3751255"/>
                <a:ext cx="311040" cy="1807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E2143B8-5DCA-04C8-5AEC-8267A97A298E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703731" y="3742615"/>
                  <a:ext cx="3286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D94FDD0D-4EA9-3A1C-21F7-990390D6A852}"/>
                    </a:ext>
                  </a:extLst>
                </p14:cNvPr>
                <p14:cNvContentPartPr/>
                <p14:nvPr/>
              </p14:nvContentPartPr>
              <p14:xfrm>
                <a:off x="5660531" y="3686815"/>
                <a:ext cx="487800" cy="5616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D94FDD0D-4EA9-3A1C-21F7-990390D6A852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651531" y="3678175"/>
                  <a:ext cx="5054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B96599B2-07ED-5C0F-2A89-96A66EB88873}"/>
                    </a:ext>
                  </a:extLst>
                </p14:cNvPr>
                <p14:cNvContentPartPr/>
                <p14:nvPr/>
              </p14:nvContentPartPr>
              <p14:xfrm>
                <a:off x="6127811" y="3883015"/>
                <a:ext cx="183600" cy="896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B96599B2-07ED-5C0F-2A89-96A66EB88873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119171" y="3874375"/>
                  <a:ext cx="201240" cy="10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CBCE0B52-4A93-0633-6B1D-24749CD44611}"/>
              </a:ext>
            </a:extLst>
          </p:cNvPr>
          <p:cNvGrpSpPr/>
          <p:nvPr/>
        </p:nvGrpSpPr>
        <p:grpSpPr>
          <a:xfrm>
            <a:off x="6587171" y="3790135"/>
            <a:ext cx="178200" cy="82440"/>
            <a:chOff x="6587171" y="3790135"/>
            <a:chExt cx="178200" cy="8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EA537FED-51B6-A262-0BBB-E3D089573828}"/>
                    </a:ext>
                  </a:extLst>
                </p14:cNvPr>
                <p14:cNvContentPartPr/>
                <p14:nvPr/>
              </p14:nvContentPartPr>
              <p14:xfrm>
                <a:off x="6587171" y="3790135"/>
                <a:ext cx="151560" cy="144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EA537FED-51B6-A262-0BBB-E3D089573828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578531" y="3781495"/>
                  <a:ext cx="1692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0C3800CE-8812-08C1-4CB2-2E48C4934CAA}"/>
                    </a:ext>
                  </a:extLst>
                </p14:cNvPr>
                <p14:cNvContentPartPr/>
                <p14:nvPr/>
              </p14:nvContentPartPr>
              <p14:xfrm>
                <a:off x="6630011" y="3869695"/>
                <a:ext cx="135360" cy="28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0C3800CE-8812-08C1-4CB2-2E48C4934CAA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621011" y="3861055"/>
                  <a:ext cx="153000" cy="2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C87FB9C8-0212-BF18-1BD3-D7EC16BA1901}"/>
              </a:ext>
            </a:extLst>
          </p:cNvPr>
          <p:cNvGrpSpPr/>
          <p:nvPr/>
        </p:nvGrpSpPr>
        <p:grpSpPr>
          <a:xfrm>
            <a:off x="7029971" y="3662695"/>
            <a:ext cx="2599200" cy="383760"/>
            <a:chOff x="7029971" y="3662695"/>
            <a:chExt cx="2599200" cy="38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414184A9-4BF7-2457-F6FB-7AB4FC1FC828}"/>
                    </a:ext>
                  </a:extLst>
                </p14:cNvPr>
                <p14:cNvContentPartPr/>
                <p14:nvPr/>
              </p14:nvContentPartPr>
              <p14:xfrm>
                <a:off x="7029971" y="3722095"/>
                <a:ext cx="319680" cy="2559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414184A9-4BF7-2457-F6FB-7AB4FC1FC82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7020971" y="3713095"/>
                  <a:ext cx="33732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ADD5E7A8-1380-7889-AECE-F1B754ADDBD8}"/>
                    </a:ext>
                  </a:extLst>
                </p14:cNvPr>
                <p14:cNvContentPartPr/>
                <p14:nvPr/>
              </p14:nvContentPartPr>
              <p14:xfrm>
                <a:off x="7443251" y="3662695"/>
                <a:ext cx="97200" cy="38376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ADD5E7A8-1380-7889-AECE-F1B754ADDBD8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7434251" y="3654055"/>
                  <a:ext cx="11484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2B1E8048-63BC-BA10-BAF5-DFA7892E7963}"/>
                    </a:ext>
                  </a:extLst>
                </p14:cNvPr>
                <p14:cNvContentPartPr/>
                <p14:nvPr/>
              </p14:nvContentPartPr>
              <p14:xfrm>
                <a:off x="7595891" y="3824695"/>
                <a:ext cx="124560" cy="12636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2B1E8048-63BC-BA10-BAF5-DFA7892E7963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7587251" y="3816055"/>
                  <a:ext cx="1422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308DA67F-5077-51F5-0B75-DE281F6E6A69}"/>
                    </a:ext>
                  </a:extLst>
                </p14:cNvPr>
                <p14:cNvContentPartPr/>
                <p14:nvPr/>
              </p14:nvContentPartPr>
              <p14:xfrm>
                <a:off x="7790291" y="3902455"/>
                <a:ext cx="113040" cy="7992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308DA67F-5077-51F5-0B75-DE281F6E6A69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7781291" y="3893455"/>
                  <a:ext cx="1306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E1F524FE-D62C-71B2-F869-4B0A8EF50554}"/>
                    </a:ext>
                  </a:extLst>
                </p14:cNvPr>
                <p14:cNvContentPartPr/>
                <p14:nvPr/>
              </p14:nvContentPartPr>
              <p14:xfrm>
                <a:off x="7981091" y="3850615"/>
                <a:ext cx="81000" cy="108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E1F524FE-D62C-71B2-F869-4B0A8EF50554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972451" y="3841615"/>
                  <a:ext cx="986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BBE99CAD-1FA0-9C98-E008-F05A608A7267}"/>
                    </a:ext>
                  </a:extLst>
                </p14:cNvPr>
                <p14:cNvContentPartPr/>
                <p14:nvPr/>
              </p14:nvContentPartPr>
              <p14:xfrm>
                <a:off x="8223371" y="3802735"/>
                <a:ext cx="135720" cy="12708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BBE99CAD-1FA0-9C98-E008-F05A608A7267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8214731" y="3793735"/>
                  <a:ext cx="1533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28333C93-C8CD-BBE2-5E2E-717F815CA055}"/>
                    </a:ext>
                  </a:extLst>
                </p14:cNvPr>
                <p14:cNvContentPartPr/>
                <p14:nvPr/>
              </p14:nvContentPartPr>
              <p14:xfrm>
                <a:off x="8423531" y="3912895"/>
                <a:ext cx="5400" cy="3564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28333C93-C8CD-BBE2-5E2E-717F815CA055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414891" y="3904255"/>
                  <a:ext cx="230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C2D1FD51-2F09-79B1-2690-B3A5979D09E7}"/>
                    </a:ext>
                  </a:extLst>
                </p14:cNvPr>
                <p14:cNvContentPartPr/>
                <p14:nvPr/>
              </p14:nvContentPartPr>
              <p14:xfrm>
                <a:off x="8424251" y="3699415"/>
                <a:ext cx="185760" cy="2916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C2D1FD51-2F09-79B1-2690-B3A5979D09E7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415251" y="3690415"/>
                  <a:ext cx="20340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F9FE4436-0EBB-301F-E651-312FE169CB64}"/>
                    </a:ext>
                  </a:extLst>
                </p14:cNvPr>
                <p14:cNvContentPartPr/>
                <p14:nvPr/>
              </p14:nvContentPartPr>
              <p14:xfrm>
                <a:off x="8828531" y="3807415"/>
                <a:ext cx="34200" cy="10368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F9FE4436-0EBB-301F-E651-312FE169CB64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819891" y="3798415"/>
                  <a:ext cx="518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B8306851-FC40-03B2-926F-460F3F136CBC}"/>
                    </a:ext>
                  </a:extLst>
                </p14:cNvPr>
                <p14:cNvContentPartPr/>
                <p14:nvPr/>
              </p14:nvContentPartPr>
              <p14:xfrm>
                <a:off x="8760851" y="3869335"/>
                <a:ext cx="285120" cy="8892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B8306851-FC40-03B2-926F-460F3F136CBC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752211" y="3860335"/>
                  <a:ext cx="3027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48C1C06E-3BE7-2731-EADC-CF655AAAD745}"/>
                    </a:ext>
                  </a:extLst>
                </p14:cNvPr>
                <p14:cNvContentPartPr/>
                <p14:nvPr/>
              </p14:nvContentPartPr>
              <p14:xfrm>
                <a:off x="9147131" y="3756655"/>
                <a:ext cx="243720" cy="16452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48C1C06E-3BE7-2731-EADC-CF655AAAD745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138491" y="3747655"/>
                  <a:ext cx="2613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6E99B129-278D-8CE5-F0EF-FD2FC7F7C9DD}"/>
                    </a:ext>
                  </a:extLst>
                </p14:cNvPr>
                <p14:cNvContentPartPr/>
                <p14:nvPr/>
              </p14:nvContentPartPr>
              <p14:xfrm>
                <a:off x="9099251" y="3693655"/>
                <a:ext cx="361800" cy="421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6E99B129-278D-8CE5-F0EF-FD2FC7F7C9DD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090611" y="3684655"/>
                  <a:ext cx="3794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C4E39BA1-E288-34EC-863F-341B0D4635E9}"/>
                    </a:ext>
                  </a:extLst>
                </p14:cNvPr>
                <p14:cNvContentPartPr/>
                <p14:nvPr/>
              </p14:nvContentPartPr>
              <p14:xfrm>
                <a:off x="9484091" y="3865735"/>
                <a:ext cx="145080" cy="900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C4E39BA1-E288-34EC-863F-341B0D4635E9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475091" y="3856735"/>
                  <a:ext cx="162720" cy="107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0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4F6A54DA-0686-CC10-7CF6-80942A54AB9A}"/>
                  </a:ext>
                </a:extLst>
              </p14:cNvPr>
              <p14:cNvContentPartPr/>
              <p14:nvPr/>
            </p14:nvContentPartPr>
            <p14:xfrm>
              <a:off x="7109531" y="3415735"/>
              <a:ext cx="172080" cy="178200"/>
            </p14:xfrm>
          </p:contentPart>
        </mc:Choice>
        <mc:Fallback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4F6A54DA-0686-CC10-7CF6-80942A54AB9A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7100891" y="3406735"/>
                <a:ext cx="18972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2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FDD2DE33-0ECB-2B2F-732B-01AEE4B5FAA2}"/>
                  </a:ext>
                </a:extLst>
              </p14:cNvPr>
              <p14:cNvContentPartPr/>
              <p14:nvPr/>
            </p14:nvContentPartPr>
            <p14:xfrm>
              <a:off x="9258011" y="3447415"/>
              <a:ext cx="190080" cy="136440"/>
            </p14:xfrm>
          </p:contentPart>
        </mc:Choice>
        <mc:Fallback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FDD2DE33-0ECB-2B2F-732B-01AEE4B5FAA2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9249371" y="3438775"/>
                <a:ext cx="207720" cy="15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1" name="Group 210">
            <a:extLst>
              <a:ext uri="{FF2B5EF4-FFF2-40B4-BE49-F238E27FC236}">
                <a16:creationId xmlns:a16="http://schemas.microsoft.com/office/drawing/2014/main" id="{AD434DD4-2D6F-DF1D-34C3-4DEF6DFF9978}"/>
              </a:ext>
            </a:extLst>
          </p:cNvPr>
          <p:cNvGrpSpPr/>
          <p:nvPr/>
        </p:nvGrpSpPr>
        <p:grpSpPr>
          <a:xfrm>
            <a:off x="246131" y="4527415"/>
            <a:ext cx="1000800" cy="248760"/>
            <a:chOff x="246131" y="4527415"/>
            <a:chExt cx="1000800" cy="24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7027A257-8EB0-2DFD-1A32-3119555FFDEB}"/>
                    </a:ext>
                  </a:extLst>
                </p14:cNvPr>
                <p14:cNvContentPartPr/>
                <p14:nvPr/>
              </p14:nvContentPartPr>
              <p14:xfrm>
                <a:off x="246131" y="4527415"/>
                <a:ext cx="242280" cy="2487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7027A257-8EB0-2DFD-1A32-3119555FFDEB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237491" y="4518775"/>
                  <a:ext cx="25992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812D0B16-4737-3500-0728-4DD9624A0DC2}"/>
                    </a:ext>
                  </a:extLst>
                </p14:cNvPr>
                <p14:cNvContentPartPr/>
                <p14:nvPr/>
              </p14:nvContentPartPr>
              <p14:xfrm>
                <a:off x="528371" y="4561255"/>
                <a:ext cx="18000" cy="1796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812D0B16-4737-3500-0728-4DD9624A0DC2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519371" y="4552615"/>
                  <a:ext cx="356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89FE5240-DFBB-3C01-DA16-5F7E7B6CBE5A}"/>
                    </a:ext>
                  </a:extLst>
                </p14:cNvPr>
                <p14:cNvContentPartPr/>
                <p14:nvPr/>
              </p14:nvContentPartPr>
              <p14:xfrm>
                <a:off x="461051" y="4659535"/>
                <a:ext cx="335520" cy="979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89FE5240-DFBB-3C01-DA16-5F7E7B6CBE5A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52411" y="4650535"/>
                  <a:ext cx="3531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15769503-B1F8-7E09-52C7-061844735365}"/>
                    </a:ext>
                  </a:extLst>
                </p14:cNvPr>
                <p14:cNvContentPartPr/>
                <p14:nvPr/>
              </p14:nvContentPartPr>
              <p14:xfrm>
                <a:off x="828971" y="4583935"/>
                <a:ext cx="216360" cy="14724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15769503-B1F8-7E09-52C7-061844735365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819971" y="4574935"/>
                  <a:ext cx="2340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A541A7A6-D783-F957-F3EE-C1F1B1AC408B}"/>
                    </a:ext>
                  </a:extLst>
                </p14:cNvPr>
                <p14:cNvContentPartPr/>
                <p14:nvPr/>
              </p14:nvContentPartPr>
              <p14:xfrm>
                <a:off x="766331" y="4546135"/>
                <a:ext cx="480600" cy="17820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A541A7A6-D783-F957-F3EE-C1F1B1AC408B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757691" y="4537495"/>
                  <a:ext cx="498240" cy="19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BEDCAB82-4E0D-AAF6-D809-0E566F1E7E54}"/>
              </a:ext>
            </a:extLst>
          </p:cNvPr>
          <p:cNvGrpSpPr/>
          <p:nvPr/>
        </p:nvGrpSpPr>
        <p:grpSpPr>
          <a:xfrm>
            <a:off x="1572011" y="4602295"/>
            <a:ext cx="320760" cy="90360"/>
            <a:chOff x="1572011" y="4602295"/>
            <a:chExt cx="320760" cy="9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A9BD58B9-8A5A-3294-7C88-8091992C850F}"/>
                    </a:ext>
                  </a:extLst>
                </p14:cNvPr>
                <p14:cNvContentPartPr/>
                <p14:nvPr/>
              </p14:nvContentPartPr>
              <p14:xfrm>
                <a:off x="1572011" y="4630375"/>
                <a:ext cx="234360" cy="1368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A9BD58B9-8A5A-3294-7C88-8091992C850F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563011" y="4621375"/>
                  <a:ext cx="2520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B0C7E629-3215-B96D-44AA-A4212412FD9A}"/>
                    </a:ext>
                  </a:extLst>
                </p14:cNvPr>
                <p14:cNvContentPartPr/>
                <p14:nvPr/>
              </p14:nvContentPartPr>
              <p14:xfrm>
                <a:off x="1807811" y="4602295"/>
                <a:ext cx="84960" cy="903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B0C7E629-3215-B96D-44AA-A4212412FD9A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798811" y="4593295"/>
                  <a:ext cx="102600" cy="10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C4C721D6-B5BD-43E5-C707-0FC282E2C9BB}"/>
              </a:ext>
            </a:extLst>
          </p:cNvPr>
          <p:cNvGrpSpPr/>
          <p:nvPr/>
        </p:nvGrpSpPr>
        <p:grpSpPr>
          <a:xfrm>
            <a:off x="2234771" y="4493575"/>
            <a:ext cx="898920" cy="239400"/>
            <a:chOff x="2234771" y="4493575"/>
            <a:chExt cx="898920" cy="23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485D36A2-F55A-503C-743E-2387FB84A0FA}"/>
                    </a:ext>
                  </a:extLst>
                </p14:cNvPr>
                <p14:cNvContentPartPr/>
                <p14:nvPr/>
              </p14:nvContentPartPr>
              <p14:xfrm>
                <a:off x="2234771" y="4499335"/>
                <a:ext cx="172800" cy="15408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485D36A2-F55A-503C-743E-2387FB84A0FA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226131" y="4490695"/>
                  <a:ext cx="1904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DA2F4CF1-8B83-B311-FB84-0007D3EABEEF}"/>
                    </a:ext>
                  </a:extLst>
                </p14:cNvPr>
                <p14:cNvContentPartPr/>
                <p14:nvPr/>
              </p14:nvContentPartPr>
              <p14:xfrm>
                <a:off x="2484251" y="4595815"/>
                <a:ext cx="28440" cy="6444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DA2F4CF1-8B83-B311-FB84-0007D3EABEEF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2475251" y="4586815"/>
                  <a:ext cx="460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61D2589D-8B4F-279E-201D-CA8A78C47D2E}"/>
                    </a:ext>
                  </a:extLst>
                </p14:cNvPr>
                <p14:cNvContentPartPr/>
                <p14:nvPr/>
              </p14:nvContentPartPr>
              <p14:xfrm>
                <a:off x="2601971" y="4542895"/>
                <a:ext cx="100800" cy="640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61D2589D-8B4F-279E-201D-CA8A78C47D2E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2593331" y="4533895"/>
                  <a:ext cx="1184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D31754AD-F621-4F0A-9A90-6A7BBE8416F0}"/>
                    </a:ext>
                  </a:extLst>
                </p14:cNvPr>
                <p14:cNvContentPartPr/>
                <p14:nvPr/>
              </p14:nvContentPartPr>
              <p14:xfrm>
                <a:off x="2805011" y="4493575"/>
                <a:ext cx="167760" cy="13788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D31754AD-F621-4F0A-9A90-6A7BBE8416F0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2796011" y="4484935"/>
                  <a:ext cx="1854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0CA01A6C-BA47-EBD6-2A38-2EA7C1BA120F}"/>
                    </a:ext>
                  </a:extLst>
                </p14:cNvPr>
                <p14:cNvContentPartPr/>
                <p14:nvPr/>
              </p14:nvContentPartPr>
              <p14:xfrm>
                <a:off x="3043331" y="4557655"/>
                <a:ext cx="51840" cy="17532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0CA01A6C-BA47-EBD6-2A38-2EA7C1BA120F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034331" y="4548655"/>
                  <a:ext cx="694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4CFFEE05-CE62-9640-0D87-330A84FA7C06}"/>
                    </a:ext>
                  </a:extLst>
                </p14:cNvPr>
                <p14:cNvContentPartPr/>
                <p14:nvPr/>
              </p14:nvContentPartPr>
              <p14:xfrm>
                <a:off x="3003731" y="4658815"/>
                <a:ext cx="129960" cy="14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4CFFEE05-CE62-9640-0D87-330A84FA7C06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2994731" y="4650175"/>
                  <a:ext cx="147600" cy="1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63BD9FF1-7E3C-6317-2E4A-CC349E90AA8A}"/>
              </a:ext>
            </a:extLst>
          </p:cNvPr>
          <p:cNvGrpSpPr/>
          <p:nvPr/>
        </p:nvGrpSpPr>
        <p:grpSpPr>
          <a:xfrm>
            <a:off x="3370931" y="4464415"/>
            <a:ext cx="1168920" cy="216000"/>
            <a:chOff x="3370931" y="4464415"/>
            <a:chExt cx="1168920" cy="21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7656CC6E-CEAE-FB97-099C-18D56038944A}"/>
                    </a:ext>
                  </a:extLst>
                </p14:cNvPr>
                <p14:cNvContentPartPr/>
                <p14:nvPr/>
              </p14:nvContentPartPr>
              <p14:xfrm>
                <a:off x="3370931" y="4537495"/>
                <a:ext cx="82080" cy="2484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7656CC6E-CEAE-FB97-099C-18D56038944A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3361931" y="4528495"/>
                  <a:ext cx="997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F5474759-0C2D-B3AC-BE6F-6FC014434238}"/>
                    </a:ext>
                  </a:extLst>
                </p14:cNvPr>
                <p14:cNvContentPartPr/>
                <p14:nvPr/>
              </p14:nvContentPartPr>
              <p14:xfrm>
                <a:off x="3375611" y="4595815"/>
                <a:ext cx="80280" cy="1872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F5474759-0C2D-B3AC-BE6F-6FC014434238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3366611" y="4586815"/>
                  <a:ext cx="979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A1EA131C-09E6-7B1C-1E38-7183456A643D}"/>
                    </a:ext>
                  </a:extLst>
                </p14:cNvPr>
                <p14:cNvContentPartPr/>
                <p14:nvPr/>
              </p14:nvContentPartPr>
              <p14:xfrm>
                <a:off x="3617171" y="4493575"/>
                <a:ext cx="302040" cy="18684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A1EA131C-09E6-7B1C-1E38-7183456A643D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3608531" y="4484935"/>
                  <a:ext cx="3196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FCECD2B8-DBB5-5BC8-B99C-A81A187E750C}"/>
                    </a:ext>
                  </a:extLst>
                </p14:cNvPr>
                <p14:cNvContentPartPr/>
                <p14:nvPr/>
              </p14:nvContentPartPr>
              <p14:xfrm>
                <a:off x="3986531" y="4472335"/>
                <a:ext cx="106200" cy="8964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FCECD2B8-DBB5-5BC8-B99C-A81A187E750C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3977531" y="4463335"/>
                  <a:ext cx="1238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A166DEB8-34BF-2E71-AD98-73056AD7C0BA}"/>
                    </a:ext>
                  </a:extLst>
                </p14:cNvPr>
                <p14:cNvContentPartPr/>
                <p14:nvPr/>
              </p14:nvContentPartPr>
              <p14:xfrm>
                <a:off x="3971051" y="4549735"/>
                <a:ext cx="112320" cy="10980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A166DEB8-34BF-2E71-AD98-73056AD7C0BA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3962051" y="4541095"/>
                  <a:ext cx="1299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5D7AF621-931A-606A-BCC6-1BC9EEED99A9}"/>
                    </a:ext>
                  </a:extLst>
                </p14:cNvPr>
                <p14:cNvContentPartPr/>
                <p14:nvPr/>
              </p14:nvContentPartPr>
              <p14:xfrm>
                <a:off x="4164371" y="4507255"/>
                <a:ext cx="157680" cy="11844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5D7AF621-931A-606A-BCC6-1BC9EEED99A9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4155731" y="4498255"/>
                  <a:ext cx="1753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64B8930A-6E5A-8089-777F-03B8DAE04903}"/>
                    </a:ext>
                  </a:extLst>
                </p14:cNvPr>
                <p14:cNvContentPartPr/>
                <p14:nvPr/>
              </p14:nvContentPartPr>
              <p14:xfrm>
                <a:off x="4374251" y="4464415"/>
                <a:ext cx="165600" cy="19188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64B8930A-6E5A-8089-777F-03B8DAE04903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4365611" y="4455415"/>
                  <a:ext cx="183240" cy="20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BE618CC2-72F7-4548-3425-13C02B0BB999}"/>
              </a:ext>
            </a:extLst>
          </p:cNvPr>
          <p:cNvGrpSpPr/>
          <p:nvPr/>
        </p:nvGrpSpPr>
        <p:grpSpPr>
          <a:xfrm>
            <a:off x="4831811" y="4336615"/>
            <a:ext cx="673560" cy="472320"/>
            <a:chOff x="4831811" y="4336615"/>
            <a:chExt cx="673560" cy="47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9D861E35-9F0B-7762-E316-8F327CBBD17E}"/>
                    </a:ext>
                  </a:extLst>
                </p14:cNvPr>
                <p14:cNvContentPartPr/>
                <p14:nvPr/>
              </p14:nvContentPartPr>
              <p14:xfrm>
                <a:off x="4837571" y="4387015"/>
                <a:ext cx="33840" cy="13104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9D861E35-9F0B-7762-E316-8F327CBBD17E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4828931" y="4378015"/>
                  <a:ext cx="514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4F365423-32AB-02C4-C57C-C4F06F983056}"/>
                    </a:ext>
                  </a:extLst>
                </p14:cNvPr>
                <p14:cNvContentPartPr/>
                <p14:nvPr/>
              </p14:nvContentPartPr>
              <p14:xfrm>
                <a:off x="4831811" y="4418335"/>
                <a:ext cx="99720" cy="6912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4F365423-32AB-02C4-C57C-C4F06F983056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4822811" y="4409695"/>
                  <a:ext cx="1173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F742A705-CD31-C13D-AF61-FFA834871F62}"/>
                    </a:ext>
                  </a:extLst>
                </p14:cNvPr>
                <p14:cNvContentPartPr/>
                <p14:nvPr/>
              </p14:nvContentPartPr>
              <p14:xfrm>
                <a:off x="4957451" y="4336615"/>
                <a:ext cx="126000" cy="14400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F742A705-CD31-C13D-AF61-FFA834871F62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4948811" y="4327975"/>
                  <a:ext cx="1436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34819376-FFA6-A051-478F-E5885739BA01}"/>
                    </a:ext>
                  </a:extLst>
                </p14:cNvPr>
                <p14:cNvContentPartPr/>
                <p14:nvPr/>
              </p14:nvContentPartPr>
              <p14:xfrm>
                <a:off x="5069051" y="4419775"/>
                <a:ext cx="123840" cy="23436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34819376-FFA6-A051-478F-E5885739BA01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5060411" y="4410775"/>
                  <a:ext cx="14148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823D1DB1-2235-0F71-BC53-7CA709D8BF6B}"/>
                    </a:ext>
                  </a:extLst>
                </p14:cNvPr>
                <p14:cNvContentPartPr/>
                <p14:nvPr/>
              </p14:nvContentPartPr>
              <p14:xfrm>
                <a:off x="5184251" y="4526335"/>
                <a:ext cx="321120" cy="28260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823D1DB1-2235-0F71-BC53-7CA709D8BF6B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5175251" y="4517695"/>
                  <a:ext cx="338760" cy="30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2E2FA558-F636-1C33-94FF-BC9F1A20FEEC}"/>
              </a:ext>
            </a:extLst>
          </p:cNvPr>
          <p:cNvGrpSpPr/>
          <p:nvPr/>
        </p:nvGrpSpPr>
        <p:grpSpPr>
          <a:xfrm>
            <a:off x="162251" y="5142655"/>
            <a:ext cx="1020600" cy="233640"/>
            <a:chOff x="162251" y="5142655"/>
            <a:chExt cx="1020600" cy="23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278E49A6-395A-3593-B92E-B4FB2F2E5622}"/>
                    </a:ext>
                  </a:extLst>
                </p14:cNvPr>
                <p14:cNvContentPartPr/>
                <p14:nvPr/>
              </p14:nvContentPartPr>
              <p14:xfrm>
                <a:off x="162251" y="5149855"/>
                <a:ext cx="210600" cy="22644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278E49A6-395A-3593-B92E-B4FB2F2E5622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53611" y="5141215"/>
                  <a:ext cx="22824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992299DF-93F2-56AF-E144-DD93E40D5E12}"/>
                    </a:ext>
                  </a:extLst>
                </p14:cNvPr>
                <p14:cNvContentPartPr/>
                <p14:nvPr/>
              </p14:nvContentPartPr>
              <p14:xfrm>
                <a:off x="344051" y="5164615"/>
                <a:ext cx="68040" cy="19872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992299DF-93F2-56AF-E144-DD93E40D5E12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335051" y="5155975"/>
                  <a:ext cx="856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67CA344D-586C-C0FD-E8B6-20D26D712E9B}"/>
                    </a:ext>
                  </a:extLst>
                </p14:cNvPr>
                <p14:cNvContentPartPr/>
                <p14:nvPr/>
              </p14:nvContentPartPr>
              <p14:xfrm>
                <a:off x="351611" y="5226895"/>
                <a:ext cx="309240" cy="1152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67CA344D-586C-C0FD-E8B6-20D26D712E9B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342611" y="5217895"/>
                  <a:ext cx="3268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B94820FB-51C1-6E81-FF1A-74C9AB1AD73A}"/>
                    </a:ext>
                  </a:extLst>
                </p14:cNvPr>
                <p14:cNvContentPartPr/>
                <p14:nvPr/>
              </p14:nvContentPartPr>
              <p14:xfrm>
                <a:off x="691811" y="5166775"/>
                <a:ext cx="159120" cy="17604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B94820FB-51C1-6E81-FF1A-74C9AB1AD73A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683171" y="5157775"/>
                  <a:ext cx="1767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F24B9357-F0FB-B8B8-0A19-E721CD82A495}"/>
                    </a:ext>
                  </a:extLst>
                </p14:cNvPr>
                <p14:cNvContentPartPr/>
                <p14:nvPr/>
              </p14:nvContentPartPr>
              <p14:xfrm>
                <a:off x="642131" y="5142655"/>
                <a:ext cx="540720" cy="18648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F24B9357-F0FB-B8B8-0A19-E721CD82A495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633491" y="5134015"/>
                  <a:ext cx="558360" cy="20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88FBA251-59B2-87A1-22A2-CD8928F40FB2}"/>
              </a:ext>
            </a:extLst>
          </p:cNvPr>
          <p:cNvGrpSpPr/>
          <p:nvPr/>
        </p:nvGrpSpPr>
        <p:grpSpPr>
          <a:xfrm>
            <a:off x="1520531" y="5169655"/>
            <a:ext cx="415080" cy="127440"/>
            <a:chOff x="1520531" y="5169655"/>
            <a:chExt cx="415080" cy="12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32812501-0792-639C-D77B-ABD4118F24B8}"/>
                    </a:ext>
                  </a:extLst>
                </p14:cNvPr>
                <p14:cNvContentPartPr/>
                <p14:nvPr/>
              </p14:nvContentPartPr>
              <p14:xfrm>
                <a:off x="1520531" y="5199895"/>
                <a:ext cx="335880" cy="1404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32812501-0792-639C-D77B-ABD4118F24B8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511891" y="5190895"/>
                  <a:ext cx="3535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9BB7146C-C395-EB3F-CEA2-EE47714B9212}"/>
                    </a:ext>
                  </a:extLst>
                </p14:cNvPr>
                <p14:cNvContentPartPr/>
                <p14:nvPr/>
              </p14:nvContentPartPr>
              <p14:xfrm>
                <a:off x="1803491" y="5169655"/>
                <a:ext cx="132120" cy="12744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9BB7146C-C395-EB3F-CEA2-EE47714B9212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794851" y="5160655"/>
                  <a:ext cx="149760" cy="14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94845227-125F-6817-418E-C1A12F27D63A}"/>
              </a:ext>
            </a:extLst>
          </p:cNvPr>
          <p:cNvGrpSpPr/>
          <p:nvPr/>
        </p:nvGrpSpPr>
        <p:grpSpPr>
          <a:xfrm>
            <a:off x="2195891" y="4963375"/>
            <a:ext cx="3495600" cy="437400"/>
            <a:chOff x="2195891" y="4963375"/>
            <a:chExt cx="3495600" cy="43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31196EAD-8A1A-B213-CE11-B62E5A7D24FB}"/>
                    </a:ext>
                  </a:extLst>
                </p14:cNvPr>
                <p14:cNvContentPartPr/>
                <p14:nvPr/>
              </p14:nvContentPartPr>
              <p14:xfrm>
                <a:off x="2195891" y="5133295"/>
                <a:ext cx="225000" cy="16560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31196EAD-8A1A-B213-CE11-B62E5A7D24FB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2186891" y="5124655"/>
                  <a:ext cx="2426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DEA3F0F4-0045-1CC2-183D-FF9EEE5682F1}"/>
                    </a:ext>
                  </a:extLst>
                </p14:cNvPr>
                <p14:cNvContentPartPr/>
                <p14:nvPr/>
              </p14:nvContentPartPr>
              <p14:xfrm>
                <a:off x="2446811" y="5237335"/>
                <a:ext cx="158040" cy="9756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DEA3F0F4-0045-1CC2-183D-FF9EEE5682F1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2438171" y="5228335"/>
                  <a:ext cx="1756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1B9E96CD-83CD-EF6D-EC70-5AB9EDCB29D4}"/>
                    </a:ext>
                  </a:extLst>
                </p14:cNvPr>
                <p14:cNvContentPartPr/>
                <p14:nvPr/>
              </p14:nvContentPartPr>
              <p14:xfrm>
                <a:off x="2750291" y="5160295"/>
                <a:ext cx="127800" cy="900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1B9E96CD-83CD-EF6D-EC70-5AB9EDCB29D4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2741651" y="5151655"/>
                  <a:ext cx="1454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114C5140-A96A-9C1F-BBE2-CE6B8CB5C2B0}"/>
                    </a:ext>
                  </a:extLst>
                </p14:cNvPr>
                <p14:cNvContentPartPr/>
                <p14:nvPr/>
              </p14:nvContentPartPr>
              <p14:xfrm>
                <a:off x="2763611" y="5229775"/>
                <a:ext cx="152280" cy="972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114C5140-A96A-9C1F-BBE2-CE6B8CB5C2B0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2754971" y="5220775"/>
                  <a:ext cx="1699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75377E26-1CED-8B45-5BF9-6E9B9F004031}"/>
                    </a:ext>
                  </a:extLst>
                </p14:cNvPr>
                <p14:cNvContentPartPr/>
                <p14:nvPr/>
              </p14:nvContentPartPr>
              <p14:xfrm>
                <a:off x="3086531" y="5149135"/>
                <a:ext cx="237960" cy="12276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75377E26-1CED-8B45-5BF9-6E9B9F004031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3077531" y="5140135"/>
                  <a:ext cx="2556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069816FF-B3E5-848D-73DA-E671461120B9}"/>
                    </a:ext>
                  </a:extLst>
                </p14:cNvPr>
                <p14:cNvContentPartPr/>
                <p14:nvPr/>
              </p14:nvContentPartPr>
              <p14:xfrm>
                <a:off x="3060971" y="5109895"/>
                <a:ext cx="175320" cy="19368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069816FF-B3E5-848D-73DA-E671461120B9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3051971" y="5101255"/>
                  <a:ext cx="1929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0DF66EA5-102E-D394-BC8F-82213E74EE58}"/>
                    </a:ext>
                  </a:extLst>
                </p14:cNvPr>
                <p14:cNvContentPartPr/>
                <p14:nvPr/>
              </p14:nvContentPartPr>
              <p14:xfrm>
                <a:off x="3388211" y="5244175"/>
                <a:ext cx="104760" cy="9000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0DF66EA5-102E-D394-BC8F-82213E74EE58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3379571" y="5235535"/>
                  <a:ext cx="1224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81EC95C4-7D12-2974-005E-45290CADCBF1}"/>
                    </a:ext>
                  </a:extLst>
                </p14:cNvPr>
                <p14:cNvContentPartPr/>
                <p14:nvPr/>
              </p14:nvContentPartPr>
              <p14:xfrm>
                <a:off x="3620771" y="5069575"/>
                <a:ext cx="189000" cy="17028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81EC95C4-7D12-2974-005E-45290CADCBF1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3612131" y="5060935"/>
                  <a:ext cx="2066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B1A2063F-2A9F-2F12-66B3-A49924C2C7A8}"/>
                    </a:ext>
                  </a:extLst>
                </p14:cNvPr>
                <p14:cNvContentPartPr/>
                <p14:nvPr/>
              </p14:nvContentPartPr>
              <p14:xfrm>
                <a:off x="3859091" y="5152015"/>
                <a:ext cx="133560" cy="24876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B1A2063F-2A9F-2F12-66B3-A49924C2C7A8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3850451" y="5143015"/>
                  <a:ext cx="15120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17E4E959-23FC-6CA7-3A25-5C3509D3B558}"/>
                    </a:ext>
                  </a:extLst>
                </p14:cNvPr>
                <p14:cNvContentPartPr/>
                <p14:nvPr/>
              </p14:nvContentPartPr>
              <p14:xfrm>
                <a:off x="4111811" y="5070295"/>
                <a:ext cx="15480" cy="14004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17E4E959-23FC-6CA7-3A25-5C3509D3B558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4103171" y="5061655"/>
                  <a:ext cx="331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A042A179-84CB-79DF-8BB1-B5A1956C99D2}"/>
                    </a:ext>
                  </a:extLst>
                </p14:cNvPr>
                <p14:cNvContentPartPr/>
                <p14:nvPr/>
              </p14:nvContentPartPr>
              <p14:xfrm>
                <a:off x="4062491" y="5015575"/>
                <a:ext cx="363240" cy="26460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A042A179-84CB-79DF-8BB1-B5A1956C99D2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4053491" y="5006575"/>
                  <a:ext cx="38088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B8BC1F9A-FEB2-EEC8-A274-269EB302A258}"/>
                    </a:ext>
                  </a:extLst>
                </p14:cNvPr>
                <p14:cNvContentPartPr/>
                <p14:nvPr/>
              </p14:nvContentPartPr>
              <p14:xfrm>
                <a:off x="4500611" y="5065615"/>
                <a:ext cx="162720" cy="14472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B8BC1F9A-FEB2-EEC8-A274-269EB302A258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4491611" y="5056975"/>
                  <a:ext cx="1803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F700BCB8-7D7A-C91A-BFF3-33E6046695C0}"/>
                    </a:ext>
                  </a:extLst>
                </p14:cNvPr>
                <p14:cNvContentPartPr/>
                <p14:nvPr/>
              </p14:nvContentPartPr>
              <p14:xfrm>
                <a:off x="4781051" y="5083975"/>
                <a:ext cx="148320" cy="12492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F700BCB8-7D7A-C91A-BFF3-33E6046695C0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4772051" y="5074975"/>
                  <a:ext cx="1659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1C75EFAB-7437-5775-3CFF-2630BCD6D55A}"/>
                    </a:ext>
                  </a:extLst>
                </p14:cNvPr>
                <p14:cNvContentPartPr/>
                <p14:nvPr/>
              </p14:nvContentPartPr>
              <p14:xfrm>
                <a:off x="4784291" y="5063455"/>
                <a:ext cx="100800" cy="13068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1C75EFAB-7437-5775-3CFF-2630BCD6D55A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4775291" y="5054455"/>
                  <a:ext cx="1184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45C03E28-7DA3-AADF-09CC-00C9108C55C2}"/>
                    </a:ext>
                  </a:extLst>
                </p14:cNvPr>
                <p14:cNvContentPartPr/>
                <p14:nvPr/>
              </p14:nvContentPartPr>
              <p14:xfrm>
                <a:off x="4930451" y="4963375"/>
                <a:ext cx="320400" cy="31320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45C03E28-7DA3-AADF-09CC-00C9108C55C2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4921451" y="4954735"/>
                  <a:ext cx="33804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38A3805F-3BE5-8BFC-873C-22102D3CD3BF}"/>
                    </a:ext>
                  </a:extLst>
                </p14:cNvPr>
                <p14:cNvContentPartPr/>
                <p14:nvPr/>
              </p14:nvContentPartPr>
              <p14:xfrm>
                <a:off x="5310251" y="5086495"/>
                <a:ext cx="208080" cy="15732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38A3805F-3BE5-8BFC-873C-22102D3CD3BF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5301611" y="5077855"/>
                  <a:ext cx="2257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4B676F0E-7570-E52E-927C-05AF4FD04D36}"/>
                    </a:ext>
                  </a:extLst>
                </p14:cNvPr>
                <p14:cNvContentPartPr/>
                <p14:nvPr/>
              </p14:nvContentPartPr>
              <p14:xfrm>
                <a:off x="5568371" y="5150575"/>
                <a:ext cx="75240" cy="17136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4B676F0E-7570-E52E-927C-05AF4FD04D36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5559731" y="5141575"/>
                  <a:ext cx="928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3529AAC8-D17F-A03B-4DC1-9D166F725C06}"/>
                    </a:ext>
                  </a:extLst>
                </p14:cNvPr>
                <p14:cNvContentPartPr/>
                <p14:nvPr/>
              </p14:nvContentPartPr>
              <p14:xfrm>
                <a:off x="5522291" y="5264695"/>
                <a:ext cx="169200" cy="1260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3529AAC8-D17F-A03B-4DC1-9D166F725C06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5513291" y="5256055"/>
                  <a:ext cx="186840" cy="3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E11D1C4E-F674-F397-CB73-F19BA60C6032}"/>
              </a:ext>
            </a:extLst>
          </p:cNvPr>
          <p:cNvGrpSpPr/>
          <p:nvPr/>
        </p:nvGrpSpPr>
        <p:grpSpPr>
          <a:xfrm>
            <a:off x="5870771" y="5118895"/>
            <a:ext cx="178200" cy="62280"/>
            <a:chOff x="5870771" y="5118895"/>
            <a:chExt cx="178200" cy="6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01B8E502-7958-6081-C4BD-AA38FCDF6968}"/>
                    </a:ext>
                  </a:extLst>
                </p14:cNvPr>
                <p14:cNvContentPartPr/>
                <p14:nvPr/>
              </p14:nvContentPartPr>
              <p14:xfrm>
                <a:off x="5870771" y="5118895"/>
                <a:ext cx="160200" cy="1620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01B8E502-7958-6081-C4BD-AA38FCDF6968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5861771" y="5109895"/>
                  <a:ext cx="1778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ED7C2BD6-FC1E-41DD-46F3-63B5482601FE}"/>
                    </a:ext>
                  </a:extLst>
                </p14:cNvPr>
                <p14:cNvContentPartPr/>
                <p14:nvPr/>
              </p14:nvContentPartPr>
              <p14:xfrm>
                <a:off x="5901371" y="5163535"/>
                <a:ext cx="147600" cy="1764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ED7C2BD6-FC1E-41DD-46F3-63B5482601FE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5892731" y="5154895"/>
                  <a:ext cx="165240" cy="3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CB15B477-C123-FC89-640C-14F3A35CA47A}"/>
              </a:ext>
            </a:extLst>
          </p:cNvPr>
          <p:cNvGrpSpPr/>
          <p:nvPr/>
        </p:nvGrpSpPr>
        <p:grpSpPr>
          <a:xfrm>
            <a:off x="6457571" y="4907935"/>
            <a:ext cx="1957320" cy="573120"/>
            <a:chOff x="6457571" y="4907935"/>
            <a:chExt cx="1957320" cy="57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7158DBDC-9FAB-E3D0-FC4C-EA1258493CE1}"/>
                    </a:ext>
                  </a:extLst>
                </p14:cNvPr>
                <p14:cNvContentPartPr/>
                <p14:nvPr/>
              </p14:nvContentPartPr>
              <p14:xfrm>
                <a:off x="6457571" y="5054095"/>
                <a:ext cx="41400" cy="16272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7158DBDC-9FAB-E3D0-FC4C-EA1258493CE1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6448931" y="5045095"/>
                  <a:ext cx="590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FCC0A23C-DB63-E764-E6D0-4BF98902C076}"/>
                    </a:ext>
                  </a:extLst>
                </p14:cNvPr>
                <p14:cNvContentPartPr/>
                <p14:nvPr/>
              </p14:nvContentPartPr>
              <p14:xfrm>
                <a:off x="6568811" y="5049055"/>
                <a:ext cx="228600" cy="18360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FCC0A23C-DB63-E764-E6D0-4BF98902C076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6559811" y="5040415"/>
                  <a:ext cx="2462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3497C502-00D9-6E4B-1A1D-1C698D35BA6F}"/>
                    </a:ext>
                  </a:extLst>
                </p14:cNvPr>
                <p14:cNvContentPartPr/>
                <p14:nvPr/>
              </p14:nvContentPartPr>
              <p14:xfrm>
                <a:off x="6880931" y="5031775"/>
                <a:ext cx="126720" cy="9216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3497C502-00D9-6E4B-1A1D-1C698D35BA6F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6871931" y="5023135"/>
                  <a:ext cx="1443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0238CF93-18FD-BDB7-2556-DC672B290BD7}"/>
                    </a:ext>
                  </a:extLst>
                </p14:cNvPr>
                <p14:cNvContentPartPr/>
                <p14:nvPr/>
              </p14:nvContentPartPr>
              <p14:xfrm>
                <a:off x="6869771" y="5117095"/>
                <a:ext cx="154440" cy="12960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0238CF93-18FD-BDB7-2556-DC672B290BD7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6861131" y="5108095"/>
                  <a:ext cx="1720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B5A5B6F5-65A7-CD2C-062F-776A263EC2DE}"/>
                    </a:ext>
                  </a:extLst>
                </p14:cNvPr>
                <p14:cNvContentPartPr/>
                <p14:nvPr/>
              </p14:nvContentPartPr>
              <p14:xfrm>
                <a:off x="7061291" y="5052655"/>
                <a:ext cx="291600" cy="14796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B5A5B6F5-65A7-CD2C-062F-776A263EC2DE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7052651" y="5044015"/>
                  <a:ext cx="3092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5D02B38E-4279-F107-3B08-55E885561A65}"/>
                    </a:ext>
                  </a:extLst>
                </p14:cNvPr>
                <p14:cNvContentPartPr/>
                <p14:nvPr/>
              </p14:nvContentPartPr>
              <p14:xfrm>
                <a:off x="7428851" y="5028535"/>
                <a:ext cx="153360" cy="16596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5D02B38E-4279-F107-3B08-55E885561A65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7419851" y="5019535"/>
                  <a:ext cx="1710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213E695C-A522-C6D4-5AB5-55E93C66C455}"/>
                    </a:ext>
                  </a:extLst>
                </p14:cNvPr>
                <p14:cNvContentPartPr/>
                <p14:nvPr/>
              </p14:nvContentPartPr>
              <p14:xfrm>
                <a:off x="7670771" y="5028535"/>
                <a:ext cx="135360" cy="19944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213E695C-A522-C6D4-5AB5-55E93C66C455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7661771" y="5019895"/>
                  <a:ext cx="1530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D2A8E014-85A2-DF43-1E51-81D1E35CCB8D}"/>
                    </a:ext>
                  </a:extLst>
                </p14:cNvPr>
                <p14:cNvContentPartPr/>
                <p14:nvPr/>
              </p14:nvContentPartPr>
              <p14:xfrm>
                <a:off x="7661411" y="5116015"/>
                <a:ext cx="145080" cy="1224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D2A8E014-85A2-DF43-1E51-81D1E35CCB8D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7652411" y="5107015"/>
                  <a:ext cx="1627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57C94148-5203-4A88-D9DF-9A33C26A4106}"/>
                    </a:ext>
                  </a:extLst>
                </p14:cNvPr>
                <p14:cNvContentPartPr/>
                <p14:nvPr/>
              </p14:nvContentPartPr>
              <p14:xfrm>
                <a:off x="8038331" y="4907935"/>
                <a:ext cx="11880" cy="15984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57C94148-5203-4A88-D9DF-9A33C26A4106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8029331" y="4899295"/>
                  <a:ext cx="295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BFB3DB34-BF50-4E59-A2E4-629496156180}"/>
                    </a:ext>
                  </a:extLst>
                </p14:cNvPr>
                <p14:cNvContentPartPr/>
                <p14:nvPr/>
              </p14:nvContentPartPr>
              <p14:xfrm>
                <a:off x="8039771" y="4972735"/>
                <a:ext cx="178200" cy="9324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BFB3DB34-BF50-4E59-A2E4-629496156180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8030771" y="4964095"/>
                  <a:ext cx="1958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2ED933F0-5DE8-EF46-AC1D-68E23977D0ED}"/>
                    </a:ext>
                  </a:extLst>
                </p14:cNvPr>
                <p14:cNvContentPartPr/>
                <p14:nvPr/>
              </p14:nvContentPartPr>
              <p14:xfrm>
                <a:off x="7955531" y="4930255"/>
                <a:ext cx="459360" cy="23976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2ED933F0-5DE8-EF46-AC1D-68E23977D0ED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7946531" y="4921255"/>
                  <a:ext cx="4770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E866CEE5-75FB-7A22-7A8F-DFF9CB0B036F}"/>
                    </a:ext>
                  </a:extLst>
                </p14:cNvPr>
                <p14:cNvContentPartPr/>
                <p14:nvPr/>
              </p14:nvContentPartPr>
              <p14:xfrm>
                <a:off x="8000531" y="5256415"/>
                <a:ext cx="88920" cy="13572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E866CEE5-75FB-7A22-7A8F-DFF9CB0B036F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7991531" y="5247775"/>
                  <a:ext cx="1065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A619C0ED-3F0F-828B-F925-0D2F17C0D9E0}"/>
                    </a:ext>
                  </a:extLst>
                </p14:cNvPr>
                <p14:cNvContentPartPr/>
                <p14:nvPr/>
              </p14:nvContentPartPr>
              <p14:xfrm>
                <a:off x="8025371" y="5279815"/>
                <a:ext cx="351720" cy="20124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A619C0ED-3F0F-828B-F925-0D2F17C0D9E0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8016371" y="5271175"/>
                  <a:ext cx="369360" cy="21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4E6E45C6-1226-49E1-D359-7BB6DDA9A11C}"/>
              </a:ext>
            </a:extLst>
          </p:cNvPr>
          <p:cNvGrpSpPr/>
          <p:nvPr/>
        </p:nvGrpSpPr>
        <p:grpSpPr>
          <a:xfrm>
            <a:off x="537011" y="6010255"/>
            <a:ext cx="886680" cy="261360"/>
            <a:chOff x="537011" y="6010255"/>
            <a:chExt cx="886680" cy="26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A011F45D-89A5-805F-DFE6-1E10BF22213E}"/>
                    </a:ext>
                  </a:extLst>
                </p14:cNvPr>
                <p14:cNvContentPartPr/>
                <p14:nvPr/>
              </p14:nvContentPartPr>
              <p14:xfrm>
                <a:off x="537011" y="6142375"/>
                <a:ext cx="39240" cy="8784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A011F45D-89A5-805F-DFE6-1E10BF22213E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528371" y="6133735"/>
                  <a:ext cx="568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14BD003A-28BE-1DD2-66A5-B847B1A1498D}"/>
                    </a:ext>
                  </a:extLst>
                </p14:cNvPr>
                <p14:cNvContentPartPr/>
                <p14:nvPr/>
              </p14:nvContentPartPr>
              <p14:xfrm>
                <a:off x="724931" y="6010255"/>
                <a:ext cx="235080" cy="22356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14BD003A-28BE-1DD2-66A5-B847B1A1498D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716291" y="6001255"/>
                  <a:ext cx="2527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56BEA021-87FD-B25A-2275-8C24B10D71E3}"/>
                    </a:ext>
                  </a:extLst>
                </p14:cNvPr>
                <p14:cNvContentPartPr/>
                <p14:nvPr/>
              </p14:nvContentPartPr>
              <p14:xfrm>
                <a:off x="872531" y="6136615"/>
                <a:ext cx="61200" cy="11520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56BEA021-87FD-B25A-2275-8C24B10D71E3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863891" y="6127975"/>
                  <a:ext cx="7884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A3EF2608-530D-B217-AA03-8ACDD9FBE2CE}"/>
                    </a:ext>
                  </a:extLst>
                </p14:cNvPr>
                <p14:cNvContentPartPr/>
                <p14:nvPr/>
              </p14:nvContentPartPr>
              <p14:xfrm>
                <a:off x="1006811" y="6080455"/>
                <a:ext cx="394200" cy="19116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A3EF2608-530D-B217-AA03-8ACDD9FBE2CE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998171" y="6071815"/>
                  <a:ext cx="41184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8C7D7E0C-0C33-9682-9500-AB481DF6CC22}"/>
                    </a:ext>
                  </a:extLst>
                </p14:cNvPr>
                <p14:cNvContentPartPr/>
                <p14:nvPr/>
              </p14:nvContentPartPr>
              <p14:xfrm>
                <a:off x="1297691" y="6140215"/>
                <a:ext cx="126000" cy="2232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8C7D7E0C-0C33-9682-9500-AB481DF6CC22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288691" y="6131215"/>
                  <a:ext cx="143640" cy="3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ECC35D1F-74E8-ADAA-8354-032EF5369564}"/>
              </a:ext>
            </a:extLst>
          </p:cNvPr>
          <p:cNvGrpSpPr/>
          <p:nvPr/>
        </p:nvGrpSpPr>
        <p:grpSpPr>
          <a:xfrm>
            <a:off x="1605131" y="5798575"/>
            <a:ext cx="3326040" cy="456120"/>
            <a:chOff x="1605131" y="5798575"/>
            <a:chExt cx="3326040" cy="45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361F5AC9-F231-D99C-BBD3-5053BEF48379}"/>
                    </a:ext>
                  </a:extLst>
                </p14:cNvPr>
                <p14:cNvContentPartPr/>
                <p14:nvPr/>
              </p14:nvContentPartPr>
              <p14:xfrm>
                <a:off x="1605131" y="6003775"/>
                <a:ext cx="127080" cy="18360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361F5AC9-F231-D99C-BBD3-5053BEF48379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596491" y="5994775"/>
                  <a:ext cx="1447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3D920D25-E9B1-7BA6-6BDA-1731ABEE6DEB}"/>
                    </a:ext>
                  </a:extLst>
                </p14:cNvPr>
                <p14:cNvContentPartPr/>
                <p14:nvPr/>
              </p14:nvContentPartPr>
              <p14:xfrm>
                <a:off x="1755611" y="5959135"/>
                <a:ext cx="344880" cy="22500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3D920D25-E9B1-7BA6-6BDA-1731ABEE6DEB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746971" y="5950495"/>
                  <a:ext cx="3625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C95194ED-AF83-E981-6591-F0DBA815AF48}"/>
                    </a:ext>
                  </a:extLst>
                </p14:cNvPr>
                <p14:cNvContentPartPr/>
                <p14:nvPr/>
              </p14:nvContentPartPr>
              <p14:xfrm>
                <a:off x="2223971" y="5901895"/>
                <a:ext cx="112680" cy="35280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C95194ED-AF83-E981-6591-F0DBA815AF48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2215331" y="5893255"/>
                  <a:ext cx="13032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757FF7BE-1A7B-703F-23EA-F231580A2D88}"/>
                    </a:ext>
                  </a:extLst>
                </p14:cNvPr>
                <p14:cNvContentPartPr/>
                <p14:nvPr/>
              </p14:nvContentPartPr>
              <p14:xfrm>
                <a:off x="2413691" y="5986135"/>
                <a:ext cx="21600" cy="13968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757FF7BE-1A7B-703F-23EA-F231580A2D88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2405051" y="5977135"/>
                  <a:ext cx="3924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79379F97-A70F-0B9B-470F-1A427FC99BE4}"/>
                    </a:ext>
                  </a:extLst>
                </p14:cNvPr>
                <p14:cNvContentPartPr/>
                <p14:nvPr/>
              </p14:nvContentPartPr>
              <p14:xfrm>
                <a:off x="2486051" y="5978215"/>
                <a:ext cx="128880" cy="14940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79379F97-A70F-0B9B-470F-1A427FC99BE4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2477051" y="5969215"/>
                  <a:ext cx="1465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153F5979-2593-8F0E-E657-BE07E4B78465}"/>
                    </a:ext>
                  </a:extLst>
                </p14:cNvPr>
                <p14:cNvContentPartPr/>
                <p14:nvPr/>
              </p14:nvContentPartPr>
              <p14:xfrm>
                <a:off x="2549411" y="5963455"/>
                <a:ext cx="287280" cy="8676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153F5979-2593-8F0E-E657-BE07E4B78465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2540771" y="5954815"/>
                  <a:ext cx="3049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7A092D8F-6FC2-5666-3475-1973C7485B4B}"/>
                    </a:ext>
                  </a:extLst>
                </p14:cNvPr>
                <p14:cNvContentPartPr/>
                <p14:nvPr/>
              </p14:nvContentPartPr>
              <p14:xfrm>
                <a:off x="2702771" y="6028615"/>
                <a:ext cx="168480" cy="11088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7A092D8F-6FC2-5666-3475-1973C7485B4B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2694131" y="6019975"/>
                  <a:ext cx="1861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2207FB80-3B92-4B93-4EF5-98C1BC73DE46}"/>
                    </a:ext>
                  </a:extLst>
                </p14:cNvPr>
                <p14:cNvContentPartPr/>
                <p14:nvPr/>
              </p14:nvContentPartPr>
              <p14:xfrm>
                <a:off x="2891411" y="6000535"/>
                <a:ext cx="109440" cy="12096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2207FB80-3B92-4B93-4EF5-98C1BC73DE46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2882411" y="5991535"/>
                  <a:ext cx="1270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D0D11E01-AF5B-948F-266F-FC914F0283AA}"/>
                    </a:ext>
                  </a:extLst>
                </p14:cNvPr>
                <p14:cNvContentPartPr/>
                <p14:nvPr/>
              </p14:nvContentPartPr>
              <p14:xfrm>
                <a:off x="3053411" y="6063175"/>
                <a:ext cx="33840" cy="1008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D0D11E01-AF5B-948F-266F-FC914F0283AA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3044411" y="6054175"/>
                  <a:ext cx="514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06CF28D9-96CD-7DFC-E128-6379B42ADD1E}"/>
                    </a:ext>
                  </a:extLst>
                </p14:cNvPr>
                <p14:cNvContentPartPr/>
                <p14:nvPr/>
              </p14:nvContentPartPr>
              <p14:xfrm>
                <a:off x="3119291" y="5950495"/>
                <a:ext cx="144000" cy="18000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06CF28D9-96CD-7DFC-E128-6379B42ADD1E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3110651" y="5941495"/>
                  <a:ext cx="1616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7FC65CDD-D7DA-0CF2-E1AA-9C3EF576F46D}"/>
                    </a:ext>
                  </a:extLst>
                </p14:cNvPr>
                <p14:cNvContentPartPr/>
                <p14:nvPr/>
              </p14:nvContentPartPr>
              <p14:xfrm>
                <a:off x="3352931" y="5978575"/>
                <a:ext cx="89280" cy="17676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7FC65CDD-D7DA-0CF2-E1AA-9C3EF576F46D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3343931" y="5969935"/>
                  <a:ext cx="1069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9382682A-6BFC-2902-858C-238D4892884F}"/>
                    </a:ext>
                  </a:extLst>
                </p14:cNvPr>
                <p14:cNvContentPartPr/>
                <p14:nvPr/>
              </p14:nvContentPartPr>
              <p14:xfrm>
                <a:off x="3382451" y="6050215"/>
                <a:ext cx="274680" cy="3420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9382682A-6BFC-2902-858C-238D4892884F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3373451" y="6041575"/>
                  <a:ext cx="2923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99D7149E-9E7E-E196-B428-3ABB7705E031}"/>
                    </a:ext>
                  </a:extLst>
                </p14:cNvPr>
                <p14:cNvContentPartPr/>
                <p14:nvPr/>
              </p14:nvContentPartPr>
              <p14:xfrm>
                <a:off x="3778091" y="5945095"/>
                <a:ext cx="162000" cy="18288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99D7149E-9E7E-E196-B428-3ABB7705E031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3769451" y="5936095"/>
                  <a:ext cx="1796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18CC8847-D4A3-C9F5-F765-8C70773F8127}"/>
                    </a:ext>
                  </a:extLst>
                </p14:cNvPr>
                <p14:cNvContentPartPr/>
                <p14:nvPr/>
              </p14:nvContentPartPr>
              <p14:xfrm>
                <a:off x="4030451" y="5959135"/>
                <a:ext cx="54000" cy="13716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18CC8847-D4A3-C9F5-F765-8C70773F8127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4021451" y="5950495"/>
                  <a:ext cx="716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C5E64A85-EE45-22CD-FDD7-6DA7E04581CB}"/>
                    </a:ext>
                  </a:extLst>
                </p14:cNvPr>
                <p14:cNvContentPartPr/>
                <p14:nvPr/>
              </p14:nvContentPartPr>
              <p14:xfrm>
                <a:off x="4174811" y="5936095"/>
                <a:ext cx="89640" cy="7272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C5E64A85-EE45-22CD-FDD7-6DA7E04581CB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4166171" y="5927095"/>
                  <a:ext cx="1072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E80F2FD1-8EDE-15B9-D6AE-B87DBA549B9C}"/>
                    </a:ext>
                  </a:extLst>
                </p14:cNvPr>
                <p14:cNvContentPartPr/>
                <p14:nvPr/>
              </p14:nvContentPartPr>
              <p14:xfrm>
                <a:off x="4154291" y="5949775"/>
                <a:ext cx="345600" cy="17028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E80F2FD1-8EDE-15B9-D6AE-B87DBA549B9C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4145651" y="5941135"/>
                  <a:ext cx="3632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715D0F9E-CDB6-E9E3-2BB6-65EA23C8CFB4}"/>
                    </a:ext>
                  </a:extLst>
                </p14:cNvPr>
                <p14:cNvContentPartPr/>
                <p14:nvPr/>
              </p14:nvContentPartPr>
              <p14:xfrm>
                <a:off x="4575851" y="5918455"/>
                <a:ext cx="158760" cy="19116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715D0F9E-CDB6-E9E3-2BB6-65EA23C8CFB4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4566851" y="5909815"/>
                  <a:ext cx="1764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132316D0-9ABA-E2D6-A555-AD757A540A6C}"/>
                    </a:ext>
                  </a:extLst>
                </p14:cNvPr>
                <p14:cNvContentPartPr/>
                <p14:nvPr/>
              </p14:nvContentPartPr>
              <p14:xfrm>
                <a:off x="4700771" y="5798575"/>
                <a:ext cx="230400" cy="37656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132316D0-9ABA-E2D6-A555-AD757A540A6C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4692131" y="5789935"/>
                  <a:ext cx="248040" cy="39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6928F365-BEB5-9E42-1D37-EF3A6946F9FC}"/>
              </a:ext>
            </a:extLst>
          </p:cNvPr>
          <p:cNvGrpSpPr/>
          <p:nvPr/>
        </p:nvGrpSpPr>
        <p:grpSpPr>
          <a:xfrm>
            <a:off x="1621691" y="6420295"/>
            <a:ext cx="340200" cy="223560"/>
            <a:chOff x="1621691" y="6420295"/>
            <a:chExt cx="340200" cy="22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71BF371D-9A15-20E5-FA0F-CCCE1EA52141}"/>
                    </a:ext>
                  </a:extLst>
                </p14:cNvPr>
                <p14:cNvContentPartPr/>
                <p14:nvPr/>
              </p14:nvContentPartPr>
              <p14:xfrm>
                <a:off x="1621691" y="6420295"/>
                <a:ext cx="78120" cy="14076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71BF371D-9A15-20E5-FA0F-CCCE1EA52141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1612691" y="6411655"/>
                  <a:ext cx="957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45EE2432-3DE8-4D0A-87BB-24E12104C343}"/>
                    </a:ext>
                  </a:extLst>
                </p14:cNvPr>
                <p14:cNvContentPartPr/>
                <p14:nvPr/>
              </p14:nvContentPartPr>
              <p14:xfrm>
                <a:off x="1664531" y="6441535"/>
                <a:ext cx="297360" cy="20232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45EE2432-3DE8-4D0A-87BB-24E12104C343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1655531" y="6432895"/>
                  <a:ext cx="315000" cy="21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787BB6E6-BD1F-0C91-B941-3B5EE9A6EB3C}"/>
              </a:ext>
            </a:extLst>
          </p:cNvPr>
          <p:cNvGrpSpPr/>
          <p:nvPr/>
        </p:nvGrpSpPr>
        <p:grpSpPr>
          <a:xfrm>
            <a:off x="2844971" y="6266575"/>
            <a:ext cx="327240" cy="211680"/>
            <a:chOff x="2844971" y="6266575"/>
            <a:chExt cx="327240" cy="21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369A532E-4877-D2D7-C378-4AA21B63301E}"/>
                    </a:ext>
                  </a:extLst>
                </p14:cNvPr>
                <p14:cNvContentPartPr/>
                <p14:nvPr/>
              </p14:nvContentPartPr>
              <p14:xfrm>
                <a:off x="2856851" y="6282415"/>
                <a:ext cx="49680" cy="13752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369A532E-4877-D2D7-C378-4AA21B63301E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2848211" y="6273415"/>
                  <a:ext cx="673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9F69E770-836B-AB71-3DB3-E9C7F09032F0}"/>
                    </a:ext>
                  </a:extLst>
                </p14:cNvPr>
                <p14:cNvContentPartPr/>
                <p14:nvPr/>
              </p14:nvContentPartPr>
              <p14:xfrm>
                <a:off x="2851811" y="6335335"/>
                <a:ext cx="138600" cy="7092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9F69E770-836B-AB71-3DB3-E9C7F09032F0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2843171" y="6326695"/>
                  <a:ext cx="1562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05FD447A-9AA2-6D62-0BF5-77709EFB05C6}"/>
                    </a:ext>
                  </a:extLst>
                </p14:cNvPr>
                <p14:cNvContentPartPr/>
                <p14:nvPr/>
              </p14:nvContentPartPr>
              <p14:xfrm>
                <a:off x="2844971" y="6266575"/>
                <a:ext cx="327240" cy="21168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05FD447A-9AA2-6D62-0BF5-77709EFB05C6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2835971" y="6257935"/>
                  <a:ext cx="344880" cy="22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402E1DB2-F0AE-484E-2323-FC0D9239FF6D}"/>
              </a:ext>
            </a:extLst>
          </p:cNvPr>
          <p:cNvGrpSpPr/>
          <p:nvPr/>
        </p:nvGrpSpPr>
        <p:grpSpPr>
          <a:xfrm>
            <a:off x="2828411" y="6556375"/>
            <a:ext cx="290520" cy="198720"/>
            <a:chOff x="2828411" y="6556375"/>
            <a:chExt cx="290520" cy="19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6A64AE1D-0B05-819D-5930-490E8F602766}"/>
                    </a:ext>
                  </a:extLst>
                </p14:cNvPr>
                <p14:cNvContentPartPr/>
                <p14:nvPr/>
              </p14:nvContentPartPr>
              <p14:xfrm>
                <a:off x="2828411" y="6556375"/>
                <a:ext cx="69120" cy="11880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6A64AE1D-0B05-819D-5930-490E8F602766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2819771" y="6547375"/>
                  <a:ext cx="867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106AACEB-2758-3F2B-6C14-B4798D04403B}"/>
                    </a:ext>
                  </a:extLst>
                </p14:cNvPr>
                <p14:cNvContentPartPr/>
                <p14:nvPr/>
              </p14:nvContentPartPr>
              <p14:xfrm>
                <a:off x="2873051" y="6595255"/>
                <a:ext cx="245880" cy="15984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106AACEB-2758-3F2B-6C14-B4798D04403B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2864411" y="6586615"/>
                  <a:ext cx="263520" cy="17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4EC25C49-3312-882C-856A-18BB6536BA52}"/>
              </a:ext>
            </a:extLst>
          </p:cNvPr>
          <p:cNvGrpSpPr/>
          <p:nvPr/>
        </p:nvGrpSpPr>
        <p:grpSpPr>
          <a:xfrm>
            <a:off x="5075531" y="5880295"/>
            <a:ext cx="1663200" cy="193320"/>
            <a:chOff x="5075531" y="5880295"/>
            <a:chExt cx="1663200" cy="19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F3BC7F2E-692F-FA4B-74DC-6B8276A7B5FA}"/>
                    </a:ext>
                  </a:extLst>
                </p14:cNvPr>
                <p14:cNvContentPartPr/>
                <p14:nvPr/>
              </p14:nvContentPartPr>
              <p14:xfrm>
                <a:off x="5109731" y="5941135"/>
                <a:ext cx="30600" cy="10368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F3BC7F2E-692F-FA4B-74DC-6B8276A7B5FA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5100731" y="5932135"/>
                  <a:ext cx="482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939730B2-4E51-D919-9CF3-B668DDA71090}"/>
                    </a:ext>
                  </a:extLst>
                </p14:cNvPr>
                <p14:cNvContentPartPr/>
                <p14:nvPr/>
              </p14:nvContentPartPr>
              <p14:xfrm>
                <a:off x="5075531" y="6004855"/>
                <a:ext cx="105480" cy="324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939730B2-4E51-D919-9CF3-B668DDA71090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5066891" y="5995855"/>
                  <a:ext cx="12312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A081C66A-375D-B865-20B1-A8394D36BCD9}"/>
                    </a:ext>
                  </a:extLst>
                </p14:cNvPr>
                <p14:cNvContentPartPr/>
                <p14:nvPr/>
              </p14:nvContentPartPr>
              <p14:xfrm>
                <a:off x="5331851" y="5951215"/>
                <a:ext cx="174960" cy="12240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A081C66A-375D-B865-20B1-A8394D36BCD9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5323211" y="5942215"/>
                  <a:ext cx="1926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00A1EFCA-39DA-9E31-C234-23D3EABFE026}"/>
                    </a:ext>
                  </a:extLst>
                </p14:cNvPr>
                <p14:cNvContentPartPr/>
                <p14:nvPr/>
              </p14:nvContentPartPr>
              <p14:xfrm>
                <a:off x="5523731" y="5960215"/>
                <a:ext cx="185760" cy="10116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00A1EFCA-39DA-9E31-C234-23D3EABFE026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5514731" y="5951575"/>
                  <a:ext cx="2034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95F1E778-4C57-7C2D-7D7E-A7DBD0A34262}"/>
                    </a:ext>
                  </a:extLst>
                </p14:cNvPr>
                <p14:cNvContentPartPr/>
                <p14:nvPr/>
              </p14:nvContentPartPr>
              <p14:xfrm>
                <a:off x="5793371" y="5919535"/>
                <a:ext cx="281520" cy="13032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95F1E778-4C57-7C2D-7D7E-A7DBD0A34262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5784731" y="5910895"/>
                  <a:ext cx="2991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51A34A80-601D-9D84-8CB8-95D6023C706A}"/>
                    </a:ext>
                  </a:extLst>
                </p14:cNvPr>
                <p14:cNvContentPartPr/>
                <p14:nvPr/>
              </p14:nvContentPartPr>
              <p14:xfrm>
                <a:off x="6095771" y="5891095"/>
                <a:ext cx="155160" cy="15192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51A34A80-601D-9D84-8CB8-95D6023C706A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6086771" y="5882095"/>
                  <a:ext cx="1728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55026837-5803-AE16-DDA5-C8037FFCBE18}"/>
                    </a:ext>
                  </a:extLst>
                </p14:cNvPr>
                <p14:cNvContentPartPr/>
                <p14:nvPr/>
              </p14:nvContentPartPr>
              <p14:xfrm>
                <a:off x="6350291" y="5889655"/>
                <a:ext cx="113040" cy="15408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55026837-5803-AE16-DDA5-C8037FFCBE18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6341651" y="5881015"/>
                  <a:ext cx="1306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55F71B71-4CFB-2F54-EA0F-30837D1C306D}"/>
                    </a:ext>
                  </a:extLst>
                </p14:cNvPr>
                <p14:cNvContentPartPr/>
                <p14:nvPr/>
              </p14:nvContentPartPr>
              <p14:xfrm>
                <a:off x="6370811" y="5883895"/>
                <a:ext cx="133920" cy="2880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55F71B71-4CFB-2F54-EA0F-30837D1C306D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6361811" y="5875255"/>
                  <a:ext cx="1515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389E4A47-D3E0-D42B-8F00-8D09FCD8694F}"/>
                    </a:ext>
                  </a:extLst>
                </p14:cNvPr>
                <p14:cNvContentPartPr/>
                <p14:nvPr/>
              </p14:nvContentPartPr>
              <p14:xfrm>
                <a:off x="6551171" y="5880295"/>
                <a:ext cx="187560" cy="12960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389E4A47-D3E0-D42B-8F00-8D09FCD8694F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6542171" y="5871655"/>
                  <a:ext cx="205200" cy="14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28A37EC7-F37A-241C-9C4F-7ECC7D01A486}"/>
              </a:ext>
            </a:extLst>
          </p:cNvPr>
          <p:cNvGrpSpPr/>
          <p:nvPr/>
        </p:nvGrpSpPr>
        <p:grpSpPr>
          <a:xfrm>
            <a:off x="5637131" y="6274855"/>
            <a:ext cx="414000" cy="176400"/>
            <a:chOff x="5637131" y="6274855"/>
            <a:chExt cx="414000" cy="17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C63B582F-D7CD-8C66-0064-05A5F3E25711}"/>
                    </a:ext>
                  </a:extLst>
                </p14:cNvPr>
                <p14:cNvContentPartPr/>
                <p14:nvPr/>
              </p14:nvContentPartPr>
              <p14:xfrm>
                <a:off x="5637131" y="6296455"/>
                <a:ext cx="69120" cy="13464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C63B582F-D7CD-8C66-0064-05A5F3E25711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5628131" y="6287815"/>
                  <a:ext cx="867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0591E0EF-A12E-466C-2E95-B62A663D9476}"/>
                    </a:ext>
                  </a:extLst>
                </p14:cNvPr>
                <p14:cNvContentPartPr/>
                <p14:nvPr/>
              </p14:nvContentPartPr>
              <p14:xfrm>
                <a:off x="5658731" y="6322375"/>
                <a:ext cx="149760" cy="10908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0591E0EF-A12E-466C-2E95-B62A663D9476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5649731" y="6313375"/>
                  <a:ext cx="1674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3CDD5805-53E5-6EA4-9556-8CDD9E98A48C}"/>
                    </a:ext>
                  </a:extLst>
                </p14:cNvPr>
                <p14:cNvContentPartPr/>
                <p14:nvPr/>
              </p14:nvContentPartPr>
              <p14:xfrm>
                <a:off x="5892371" y="6274855"/>
                <a:ext cx="158760" cy="17640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3CDD5805-53E5-6EA4-9556-8CDD9E98A48C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5883371" y="6266215"/>
                  <a:ext cx="176400" cy="19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3" name="Group 352">
            <a:extLst>
              <a:ext uri="{FF2B5EF4-FFF2-40B4-BE49-F238E27FC236}">
                <a16:creationId xmlns:a16="http://schemas.microsoft.com/office/drawing/2014/main" id="{2E3830D3-1D03-68E2-CE7A-90E060A1CDA9}"/>
              </a:ext>
            </a:extLst>
          </p:cNvPr>
          <p:cNvGrpSpPr/>
          <p:nvPr/>
        </p:nvGrpSpPr>
        <p:grpSpPr>
          <a:xfrm>
            <a:off x="7041491" y="5553055"/>
            <a:ext cx="4068000" cy="911520"/>
            <a:chOff x="7041491" y="5553055"/>
            <a:chExt cx="4068000" cy="91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6CB4B9C9-C089-B13D-CEB0-957C3F2AB350}"/>
                    </a:ext>
                  </a:extLst>
                </p14:cNvPr>
                <p14:cNvContentPartPr/>
                <p14:nvPr/>
              </p14:nvContentPartPr>
              <p14:xfrm>
                <a:off x="7041491" y="6023935"/>
                <a:ext cx="277560" cy="1620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6CB4B9C9-C089-B13D-CEB0-957C3F2AB350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7032491" y="6015295"/>
                  <a:ext cx="2952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7D9C6861-FFFC-56C9-010F-FBD949AAC070}"/>
                    </a:ext>
                  </a:extLst>
                </p14:cNvPr>
                <p14:cNvContentPartPr/>
                <p14:nvPr/>
              </p14:nvContentPartPr>
              <p14:xfrm>
                <a:off x="7347851" y="5987215"/>
                <a:ext cx="120600" cy="11772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7D9C6861-FFFC-56C9-010F-FBD949AAC070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7338851" y="5978575"/>
                  <a:ext cx="1382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70F31B56-BB78-5B20-9C1D-56192A6880FC}"/>
                    </a:ext>
                  </a:extLst>
                </p14:cNvPr>
                <p14:cNvContentPartPr/>
                <p14:nvPr/>
              </p14:nvContentPartPr>
              <p14:xfrm>
                <a:off x="7658171" y="6049855"/>
                <a:ext cx="37800" cy="8100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70F31B56-BB78-5B20-9C1D-56192A6880FC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7649171" y="6040855"/>
                  <a:ext cx="554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E4CD2B0D-C97E-DEF5-FF43-25D13E4EAE7F}"/>
                    </a:ext>
                  </a:extLst>
                </p14:cNvPr>
                <p14:cNvContentPartPr/>
                <p14:nvPr/>
              </p14:nvContentPartPr>
              <p14:xfrm>
                <a:off x="7839971" y="5882095"/>
                <a:ext cx="251640" cy="24876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E4CD2B0D-C97E-DEF5-FF43-25D13E4EAE7F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7831331" y="5873455"/>
                  <a:ext cx="26928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E7A19251-67D2-9CA0-9248-C7DDA9D39DBD}"/>
                    </a:ext>
                  </a:extLst>
                </p14:cNvPr>
                <p14:cNvContentPartPr/>
                <p14:nvPr/>
              </p14:nvContentPartPr>
              <p14:xfrm>
                <a:off x="8163971" y="6047335"/>
                <a:ext cx="149760" cy="13176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E7A19251-67D2-9CA0-9248-C7DDA9D39DBD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8154971" y="6038695"/>
                  <a:ext cx="1674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AA2C2352-F8A2-4227-06C5-A635A3DC9C69}"/>
                    </a:ext>
                  </a:extLst>
                </p14:cNvPr>
                <p14:cNvContentPartPr/>
                <p14:nvPr/>
              </p14:nvContentPartPr>
              <p14:xfrm>
                <a:off x="8417771" y="5963455"/>
                <a:ext cx="153720" cy="6984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AA2C2352-F8A2-4227-06C5-A635A3DC9C69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8408771" y="5954455"/>
                  <a:ext cx="17136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E8BF741B-A6C1-014F-3AA3-3D895C92D651}"/>
                    </a:ext>
                  </a:extLst>
                </p14:cNvPr>
                <p14:cNvContentPartPr/>
                <p14:nvPr/>
              </p14:nvContentPartPr>
              <p14:xfrm>
                <a:off x="8734931" y="5937895"/>
                <a:ext cx="230040" cy="16524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E8BF741B-A6C1-014F-3AA3-3D895C92D651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8725931" y="5928895"/>
                  <a:ext cx="2476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0A48CB53-1CF8-5CDC-DD7A-1E9F548917D8}"/>
                    </a:ext>
                  </a:extLst>
                </p14:cNvPr>
                <p14:cNvContentPartPr/>
                <p14:nvPr/>
              </p14:nvContentPartPr>
              <p14:xfrm>
                <a:off x="9055331" y="5915215"/>
                <a:ext cx="208080" cy="20196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0A48CB53-1CF8-5CDC-DD7A-1E9F548917D8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9046691" y="5906575"/>
                  <a:ext cx="2257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CA3DE126-484F-E353-C9F2-15FF48531074}"/>
                    </a:ext>
                  </a:extLst>
                </p14:cNvPr>
                <p14:cNvContentPartPr/>
                <p14:nvPr/>
              </p14:nvContentPartPr>
              <p14:xfrm>
                <a:off x="9371411" y="5923495"/>
                <a:ext cx="149760" cy="15516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CA3DE126-484F-E353-C9F2-15FF48531074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9362411" y="5914855"/>
                  <a:ext cx="1674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8B479BC1-6440-0686-64F4-55F5CC4056F2}"/>
                    </a:ext>
                  </a:extLst>
                </p14:cNvPr>
                <p14:cNvContentPartPr/>
                <p14:nvPr/>
              </p14:nvContentPartPr>
              <p14:xfrm>
                <a:off x="9569771" y="5936455"/>
                <a:ext cx="117720" cy="16056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8B479BC1-6440-0686-64F4-55F5CC4056F2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9560771" y="5927455"/>
                  <a:ext cx="1353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796FA4F6-CD11-8041-CFF6-45FE54795316}"/>
                    </a:ext>
                  </a:extLst>
                </p14:cNvPr>
                <p14:cNvContentPartPr/>
                <p14:nvPr/>
              </p14:nvContentPartPr>
              <p14:xfrm>
                <a:off x="9584891" y="5897935"/>
                <a:ext cx="284040" cy="15552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796FA4F6-CD11-8041-CFF6-45FE54795316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9576251" y="5889295"/>
                  <a:ext cx="3016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A9D9FC0D-A42F-0C60-AC9A-793F5DE7C792}"/>
                    </a:ext>
                  </a:extLst>
                </p14:cNvPr>
                <p14:cNvContentPartPr/>
                <p14:nvPr/>
              </p14:nvContentPartPr>
              <p14:xfrm>
                <a:off x="9944171" y="5937535"/>
                <a:ext cx="171000" cy="13752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A9D9FC0D-A42F-0C60-AC9A-793F5DE7C792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9935171" y="5928895"/>
                  <a:ext cx="1886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2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B6468D3B-56DA-13AF-C489-1BAA238702FE}"/>
                    </a:ext>
                  </a:extLst>
                </p14:cNvPr>
                <p14:cNvContentPartPr/>
                <p14:nvPr/>
              </p14:nvContentPartPr>
              <p14:xfrm>
                <a:off x="10163411" y="5889655"/>
                <a:ext cx="142200" cy="10656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B6468D3B-56DA-13AF-C489-1BAA238702FE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10154771" y="5881015"/>
                  <a:ext cx="1598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4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AC947BC5-DBB5-47DB-B777-EA7864D726AA}"/>
                    </a:ext>
                  </a:extLst>
                </p14:cNvPr>
                <p14:cNvContentPartPr/>
                <p14:nvPr/>
              </p14:nvContentPartPr>
              <p14:xfrm>
                <a:off x="10145411" y="6004135"/>
                <a:ext cx="179640" cy="10584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AC947BC5-DBB5-47DB-B777-EA7864D726AA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10136411" y="5995135"/>
                  <a:ext cx="1972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6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091B2DD1-F68A-C040-432B-AA359889230A}"/>
                    </a:ext>
                  </a:extLst>
                </p14:cNvPr>
                <p14:cNvContentPartPr/>
                <p14:nvPr/>
              </p14:nvContentPartPr>
              <p14:xfrm>
                <a:off x="10541051" y="5880295"/>
                <a:ext cx="33120" cy="17064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091B2DD1-F68A-C040-432B-AA359889230A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10532411" y="5871655"/>
                  <a:ext cx="507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8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EFF85BE4-CF91-DA11-B098-48F95082E0AD}"/>
                    </a:ext>
                  </a:extLst>
                </p14:cNvPr>
                <p14:cNvContentPartPr/>
                <p14:nvPr/>
              </p14:nvContentPartPr>
              <p14:xfrm>
                <a:off x="10538891" y="5870935"/>
                <a:ext cx="372240" cy="18936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EFF85BE4-CF91-DA11-B098-48F95082E0AD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10530251" y="5862295"/>
                  <a:ext cx="3898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0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D060059C-78B8-B498-C4EA-EA4A58AB8287}"/>
                    </a:ext>
                  </a:extLst>
                </p14:cNvPr>
                <p14:cNvContentPartPr/>
                <p14:nvPr/>
              </p14:nvContentPartPr>
              <p14:xfrm>
                <a:off x="7488611" y="5773735"/>
                <a:ext cx="64440" cy="69084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D060059C-78B8-B498-C4EA-EA4A58AB8287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7479971" y="5764735"/>
                  <a:ext cx="82080" cy="70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2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2AF15378-E5AB-D920-212B-D3573DA0D059}"/>
                    </a:ext>
                  </a:extLst>
                </p14:cNvPr>
                <p14:cNvContentPartPr/>
                <p14:nvPr/>
              </p14:nvContentPartPr>
              <p14:xfrm>
                <a:off x="7534691" y="5553055"/>
                <a:ext cx="3574800" cy="83520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2AF15378-E5AB-D920-212B-D3573DA0D059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7525691" y="5544415"/>
                  <a:ext cx="3592440" cy="852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92032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4B1AE70D-2955-F52A-B372-8CC640D91320}"/>
              </a:ext>
            </a:extLst>
          </p:cNvPr>
          <p:cNvGrpSpPr/>
          <p:nvPr/>
        </p:nvGrpSpPr>
        <p:grpSpPr>
          <a:xfrm>
            <a:off x="297251" y="320815"/>
            <a:ext cx="522360" cy="403200"/>
            <a:chOff x="297251" y="320815"/>
            <a:chExt cx="522360" cy="40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EF885AB-6C14-3A72-B3D5-E02CA2FDED45}"/>
                    </a:ext>
                  </a:extLst>
                </p14:cNvPr>
                <p14:cNvContentPartPr/>
                <p14:nvPr/>
              </p14:nvContentPartPr>
              <p14:xfrm>
                <a:off x="297251" y="320815"/>
                <a:ext cx="215640" cy="3283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EF885AB-6C14-3A72-B3D5-E02CA2FDED4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88611" y="311815"/>
                  <a:ext cx="23328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AE4346B-C86A-301C-C7FB-B497AA4AA7C8}"/>
                    </a:ext>
                  </a:extLst>
                </p14:cNvPr>
                <p14:cNvContentPartPr/>
                <p14:nvPr/>
              </p14:nvContentPartPr>
              <p14:xfrm>
                <a:off x="533051" y="582535"/>
                <a:ext cx="19800" cy="1234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AE4346B-C86A-301C-C7FB-B497AA4AA7C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24051" y="573895"/>
                  <a:ext cx="374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03CC126-F22E-C5C8-69A7-C61F6A553996}"/>
                    </a:ext>
                  </a:extLst>
                </p14:cNvPr>
                <p14:cNvContentPartPr/>
                <p14:nvPr/>
              </p14:nvContentPartPr>
              <p14:xfrm>
                <a:off x="600731" y="553375"/>
                <a:ext cx="16200" cy="1479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03CC126-F22E-C5C8-69A7-C61F6A55399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91731" y="544735"/>
                  <a:ext cx="338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B125DFE-8FF4-6113-B2A3-1696B1263789}"/>
                    </a:ext>
                  </a:extLst>
                </p14:cNvPr>
                <p14:cNvContentPartPr/>
                <p14:nvPr/>
              </p14:nvContentPartPr>
              <p14:xfrm>
                <a:off x="542411" y="594415"/>
                <a:ext cx="201240" cy="1296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B125DFE-8FF4-6113-B2A3-1696B126378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33411" y="585415"/>
                  <a:ext cx="2188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7D6F7CA-2AE6-6DA9-148B-465A098E5508}"/>
                    </a:ext>
                  </a:extLst>
                </p14:cNvPr>
                <p14:cNvContentPartPr/>
                <p14:nvPr/>
              </p14:nvContentPartPr>
              <p14:xfrm>
                <a:off x="739331" y="571375"/>
                <a:ext cx="80280" cy="1317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7D6F7CA-2AE6-6DA9-148B-465A098E550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30331" y="562735"/>
                  <a:ext cx="97920" cy="149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4DC15ED-8C9D-D967-7940-E9B3E0D42DC4}"/>
                  </a:ext>
                </a:extLst>
              </p14:cNvPr>
              <p14:cNvContentPartPr/>
              <p14:nvPr/>
            </p14:nvContentPartPr>
            <p14:xfrm>
              <a:off x="971891" y="436015"/>
              <a:ext cx="162000" cy="1004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4DC15ED-8C9D-D967-7940-E9B3E0D42DC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63251" y="427375"/>
                <a:ext cx="17964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9C1F392-B606-0F43-C7EC-310BDEA4863D}"/>
                  </a:ext>
                </a:extLst>
              </p14:cNvPr>
              <p14:cNvContentPartPr/>
              <p14:nvPr/>
            </p14:nvContentPartPr>
            <p14:xfrm>
              <a:off x="1361051" y="311095"/>
              <a:ext cx="17280" cy="2365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9C1F392-B606-0F43-C7EC-310BDEA4863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352411" y="302455"/>
                <a:ext cx="34920" cy="254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3474113A-3DDD-258F-19F2-B85B127DD356}"/>
              </a:ext>
            </a:extLst>
          </p:cNvPr>
          <p:cNvGrpSpPr/>
          <p:nvPr/>
        </p:nvGrpSpPr>
        <p:grpSpPr>
          <a:xfrm>
            <a:off x="1641851" y="334135"/>
            <a:ext cx="252360" cy="286920"/>
            <a:chOff x="1641851" y="334135"/>
            <a:chExt cx="252360" cy="28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BAA606F-BCD9-1BEE-FFA8-58424CEE8E4F}"/>
                    </a:ext>
                  </a:extLst>
                </p14:cNvPr>
                <p14:cNvContentPartPr/>
                <p14:nvPr/>
              </p14:nvContentPartPr>
              <p14:xfrm>
                <a:off x="1641851" y="334135"/>
                <a:ext cx="26640" cy="1738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BAA606F-BCD9-1BEE-FFA8-58424CEE8E4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633211" y="325135"/>
                  <a:ext cx="442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925ABD0-70B2-ED82-2D59-5B086ACB7D5B}"/>
                    </a:ext>
                  </a:extLst>
                </p14:cNvPr>
                <p14:cNvContentPartPr/>
                <p14:nvPr/>
              </p14:nvContentPartPr>
              <p14:xfrm>
                <a:off x="1657691" y="388855"/>
                <a:ext cx="236520" cy="232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925ABD0-70B2-ED82-2D59-5B086ACB7D5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649051" y="379855"/>
                  <a:ext cx="254160" cy="24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5953D7C-056D-621E-8AE1-E13FA7DD38D7}"/>
              </a:ext>
            </a:extLst>
          </p:cNvPr>
          <p:cNvGrpSpPr/>
          <p:nvPr/>
        </p:nvGrpSpPr>
        <p:grpSpPr>
          <a:xfrm>
            <a:off x="282851" y="1039375"/>
            <a:ext cx="835920" cy="271080"/>
            <a:chOff x="282851" y="1039375"/>
            <a:chExt cx="835920" cy="27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EF31FAE-8572-80EE-75B6-6850F1835A99}"/>
                    </a:ext>
                  </a:extLst>
                </p14:cNvPr>
                <p14:cNvContentPartPr/>
                <p14:nvPr/>
              </p14:nvContentPartPr>
              <p14:xfrm>
                <a:off x="282851" y="1039375"/>
                <a:ext cx="217440" cy="2710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EF31FAE-8572-80EE-75B6-6850F1835A9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73851" y="1030375"/>
                  <a:ext cx="23508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35F47DF-7B41-73DF-D4C4-8D1F89974E38}"/>
                    </a:ext>
                  </a:extLst>
                </p14:cNvPr>
                <p14:cNvContentPartPr/>
                <p14:nvPr/>
              </p14:nvContentPartPr>
              <p14:xfrm>
                <a:off x="573011" y="1196335"/>
                <a:ext cx="160560" cy="774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35F47DF-7B41-73DF-D4C4-8D1F89974E3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64011" y="1187695"/>
                  <a:ext cx="17820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24BCF73-8F08-603D-CA7D-411411A896DB}"/>
                    </a:ext>
                  </a:extLst>
                </p14:cNvPr>
                <p14:cNvContentPartPr/>
                <p14:nvPr/>
              </p14:nvContentPartPr>
              <p14:xfrm>
                <a:off x="730691" y="1149895"/>
                <a:ext cx="5040" cy="241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24BCF73-8F08-603D-CA7D-411411A896D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22051" y="1141255"/>
                  <a:ext cx="226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DCF186C-ABA9-B1C9-2999-9569A4E00682}"/>
                    </a:ext>
                  </a:extLst>
                </p14:cNvPr>
                <p14:cNvContentPartPr/>
                <p14:nvPr/>
              </p14:nvContentPartPr>
              <p14:xfrm>
                <a:off x="783971" y="1072495"/>
                <a:ext cx="334800" cy="2055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DCF186C-ABA9-B1C9-2999-9569A4E0068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74971" y="1063495"/>
                  <a:ext cx="352440" cy="22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19CCAA3-F3BA-DF57-F752-8B91E5B8999B}"/>
                  </a:ext>
                </a:extLst>
              </p14:cNvPr>
              <p14:cNvContentPartPr/>
              <p14:nvPr/>
            </p14:nvContentPartPr>
            <p14:xfrm>
              <a:off x="1366451" y="985735"/>
              <a:ext cx="30960" cy="20304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19CCAA3-F3BA-DF57-F752-8B91E5B8999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357811" y="977095"/>
                <a:ext cx="48600" cy="22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7DB40296-A69C-5322-8362-94803FAE5A30}"/>
              </a:ext>
            </a:extLst>
          </p:cNvPr>
          <p:cNvGrpSpPr/>
          <p:nvPr/>
        </p:nvGrpSpPr>
        <p:grpSpPr>
          <a:xfrm>
            <a:off x="1553651" y="956935"/>
            <a:ext cx="358200" cy="322560"/>
            <a:chOff x="1553651" y="956935"/>
            <a:chExt cx="358200" cy="32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A8B8962-5C8E-F634-22C4-342211D1CE65}"/>
                    </a:ext>
                  </a:extLst>
                </p14:cNvPr>
                <p14:cNvContentPartPr/>
                <p14:nvPr/>
              </p14:nvContentPartPr>
              <p14:xfrm>
                <a:off x="1553651" y="956935"/>
                <a:ext cx="78480" cy="1864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A8B8962-5C8E-F634-22C4-342211D1CE6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545011" y="947935"/>
                  <a:ext cx="9612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A1BD115-2FE1-5721-3822-7488B49F85E1}"/>
                    </a:ext>
                  </a:extLst>
                </p14:cNvPr>
                <p14:cNvContentPartPr/>
                <p14:nvPr/>
              </p14:nvContentPartPr>
              <p14:xfrm>
                <a:off x="1638251" y="972055"/>
                <a:ext cx="273600" cy="3074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A1BD115-2FE1-5721-3822-7488B49F85E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629251" y="963055"/>
                  <a:ext cx="291240" cy="32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814CDE6-EC8A-A7C8-E309-3BCAFCDD2D39}"/>
              </a:ext>
            </a:extLst>
          </p:cNvPr>
          <p:cNvGrpSpPr/>
          <p:nvPr/>
        </p:nvGrpSpPr>
        <p:grpSpPr>
          <a:xfrm>
            <a:off x="174131" y="1718335"/>
            <a:ext cx="1920600" cy="379800"/>
            <a:chOff x="174131" y="1718335"/>
            <a:chExt cx="1920600" cy="37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A54D2D7-2CBE-F974-43B0-71334DD6DD7E}"/>
                    </a:ext>
                  </a:extLst>
                </p14:cNvPr>
                <p14:cNvContentPartPr/>
                <p14:nvPr/>
              </p14:nvContentPartPr>
              <p14:xfrm>
                <a:off x="323531" y="1819495"/>
                <a:ext cx="35280" cy="201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A54D2D7-2CBE-F974-43B0-71334DD6DD7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14891" y="1810495"/>
                  <a:ext cx="529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0514C92-2335-C95F-CA72-733936BFB5B7}"/>
                    </a:ext>
                  </a:extLst>
                </p14:cNvPr>
                <p14:cNvContentPartPr/>
                <p14:nvPr/>
              </p14:nvContentPartPr>
              <p14:xfrm>
                <a:off x="174131" y="1792135"/>
                <a:ext cx="318600" cy="446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0514C92-2335-C95F-CA72-733936BFB5B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65131" y="1783135"/>
                  <a:ext cx="3362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125552B-3E20-9550-BB57-01C4181D63FD}"/>
                    </a:ext>
                  </a:extLst>
                </p14:cNvPr>
                <p14:cNvContentPartPr/>
                <p14:nvPr/>
              </p14:nvContentPartPr>
              <p14:xfrm>
                <a:off x="489131" y="1982935"/>
                <a:ext cx="41760" cy="1152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125552B-3E20-9550-BB57-01C4181D63F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80491" y="1973935"/>
                  <a:ext cx="594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1280460-0BF0-23D3-C256-4D3D8691A88B}"/>
                    </a:ext>
                  </a:extLst>
                </p14:cNvPr>
                <p14:cNvContentPartPr/>
                <p14:nvPr/>
              </p14:nvContentPartPr>
              <p14:xfrm>
                <a:off x="684251" y="1860535"/>
                <a:ext cx="86760" cy="248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1280460-0BF0-23D3-C256-4D3D8691A88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75251" y="1851535"/>
                  <a:ext cx="1044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1A1BEC8-6257-A011-8ABE-806DEC44E117}"/>
                    </a:ext>
                  </a:extLst>
                </p14:cNvPr>
                <p14:cNvContentPartPr/>
                <p14:nvPr/>
              </p14:nvContentPartPr>
              <p14:xfrm>
                <a:off x="697571" y="1930375"/>
                <a:ext cx="84960" cy="162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1A1BEC8-6257-A011-8ABE-806DEC44E11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88931" y="1921375"/>
                  <a:ext cx="1026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064E6E2-D2D8-0175-8BE8-D442A5FD836D}"/>
                    </a:ext>
                  </a:extLst>
                </p14:cNvPr>
                <p14:cNvContentPartPr/>
                <p14:nvPr/>
              </p14:nvContentPartPr>
              <p14:xfrm>
                <a:off x="950291" y="1779535"/>
                <a:ext cx="72000" cy="1965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064E6E2-D2D8-0175-8BE8-D442A5FD836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41651" y="1770895"/>
                  <a:ext cx="896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E00B9FD-88CE-F604-AADB-37E541F30C13}"/>
                    </a:ext>
                  </a:extLst>
                </p14:cNvPr>
                <p14:cNvContentPartPr/>
                <p14:nvPr/>
              </p14:nvContentPartPr>
              <p14:xfrm>
                <a:off x="880811" y="1731655"/>
                <a:ext cx="381960" cy="2779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E00B9FD-88CE-F604-AADB-37E541F30C1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72171" y="1723015"/>
                  <a:ext cx="39960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8DD7D10-EA79-4068-05A8-A1341235174A}"/>
                    </a:ext>
                  </a:extLst>
                </p14:cNvPr>
                <p14:cNvContentPartPr/>
                <p14:nvPr/>
              </p14:nvContentPartPr>
              <p14:xfrm>
                <a:off x="1367171" y="1793575"/>
                <a:ext cx="131040" cy="882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8DD7D10-EA79-4068-05A8-A1341235174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358171" y="1784935"/>
                  <a:ext cx="1486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A2AFFC6-81CD-724B-6969-FCED5DD6C32A}"/>
                    </a:ext>
                  </a:extLst>
                </p14:cNvPr>
                <p14:cNvContentPartPr/>
                <p14:nvPr/>
              </p14:nvContentPartPr>
              <p14:xfrm>
                <a:off x="1603691" y="1718335"/>
                <a:ext cx="162360" cy="1216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A2AFFC6-81CD-724B-6969-FCED5DD6C32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594691" y="1709695"/>
                  <a:ext cx="18000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CB0948C-63E0-EC83-F817-F0A75BA24366}"/>
                    </a:ext>
                  </a:extLst>
                </p14:cNvPr>
                <p14:cNvContentPartPr/>
                <p14:nvPr/>
              </p14:nvContentPartPr>
              <p14:xfrm>
                <a:off x="1684691" y="1734175"/>
                <a:ext cx="32040" cy="1890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CB0948C-63E0-EC83-F817-F0A75BA2436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675691" y="1725175"/>
                  <a:ext cx="496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0ED22C3-42E9-B84A-FF67-94639E13991A}"/>
                    </a:ext>
                  </a:extLst>
                </p14:cNvPr>
                <p14:cNvContentPartPr/>
                <p14:nvPr/>
              </p14:nvContentPartPr>
              <p14:xfrm>
                <a:off x="1773611" y="1752175"/>
                <a:ext cx="158760" cy="171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0ED22C3-42E9-B84A-FF67-94639E13991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764611" y="1743535"/>
                  <a:ext cx="1764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49998D5-D257-2851-884A-EE3995BFD125}"/>
                    </a:ext>
                  </a:extLst>
                </p14:cNvPr>
                <p14:cNvContentPartPr/>
                <p14:nvPr/>
              </p14:nvContentPartPr>
              <p14:xfrm>
                <a:off x="1804211" y="1729495"/>
                <a:ext cx="290520" cy="1846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49998D5-D257-2851-884A-EE3995BFD12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795211" y="1720495"/>
                  <a:ext cx="308160" cy="20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AAB42300-9E4E-BF53-4FDB-BE4B2A2190FE}"/>
                  </a:ext>
                </a:extLst>
              </p14:cNvPr>
              <p14:cNvContentPartPr/>
              <p14:nvPr/>
            </p14:nvContentPartPr>
            <p14:xfrm>
              <a:off x="2271851" y="1702495"/>
              <a:ext cx="214200" cy="15732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AAB42300-9E4E-BF53-4FDB-BE4B2A2190FE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262851" y="1693855"/>
                <a:ext cx="231840" cy="174960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058529BB-725D-9F89-39BE-F306D9C06592}"/>
              </a:ext>
            </a:extLst>
          </p:cNvPr>
          <p:cNvGrpSpPr/>
          <p:nvPr/>
        </p:nvGrpSpPr>
        <p:grpSpPr>
          <a:xfrm>
            <a:off x="319931" y="2484775"/>
            <a:ext cx="1638360" cy="295920"/>
            <a:chOff x="319931" y="2484775"/>
            <a:chExt cx="1638360" cy="29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4B15383-CF3A-4E23-F8A8-5A0A928253A0}"/>
                    </a:ext>
                  </a:extLst>
                </p14:cNvPr>
                <p14:cNvContentPartPr/>
                <p14:nvPr/>
              </p14:nvContentPartPr>
              <p14:xfrm>
                <a:off x="366731" y="2484775"/>
                <a:ext cx="167040" cy="2959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4B15383-CF3A-4E23-F8A8-5A0A928253A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57731" y="2476135"/>
                  <a:ext cx="18468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060EE40-F211-44F3-FE06-A7476BEC7FA2}"/>
                    </a:ext>
                  </a:extLst>
                </p14:cNvPr>
                <p14:cNvContentPartPr/>
                <p14:nvPr/>
              </p14:nvContentPartPr>
              <p14:xfrm>
                <a:off x="319931" y="2607175"/>
                <a:ext cx="225720" cy="338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060EE40-F211-44F3-FE06-A7476BEC7FA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11291" y="2598535"/>
                  <a:ext cx="2433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E759C7D-8F8A-383F-76F3-920B659852D2}"/>
                    </a:ext>
                  </a:extLst>
                </p14:cNvPr>
                <p14:cNvContentPartPr/>
                <p14:nvPr/>
              </p14:nvContentPartPr>
              <p14:xfrm>
                <a:off x="594251" y="2677375"/>
                <a:ext cx="31320" cy="84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E759C7D-8F8A-383F-76F3-920B659852D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85611" y="2668375"/>
                  <a:ext cx="489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CE21683-F7AF-B839-FAEA-FF4FDAF8CCF2}"/>
                    </a:ext>
                  </a:extLst>
                </p14:cNvPr>
                <p14:cNvContentPartPr/>
                <p14:nvPr/>
              </p14:nvContentPartPr>
              <p14:xfrm>
                <a:off x="739691" y="2571535"/>
                <a:ext cx="137520" cy="712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CE21683-F7AF-B839-FAEA-FF4FDAF8CCF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30691" y="2562895"/>
                  <a:ext cx="1551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715685B-9FCB-95EB-5948-3D762B8F76E1}"/>
                    </a:ext>
                  </a:extLst>
                </p14:cNvPr>
                <p14:cNvContentPartPr/>
                <p14:nvPr/>
              </p14:nvContentPartPr>
              <p14:xfrm>
                <a:off x="1025891" y="2532655"/>
                <a:ext cx="153360" cy="1875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715685B-9FCB-95EB-5948-3D762B8F76E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16891" y="2524015"/>
                  <a:ext cx="1710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9BDB6DA-B19A-7045-1E65-BB4ABE0D1BE9}"/>
                    </a:ext>
                  </a:extLst>
                </p14:cNvPr>
                <p14:cNvContentPartPr/>
                <p14:nvPr/>
              </p14:nvContentPartPr>
              <p14:xfrm>
                <a:off x="1237931" y="2624095"/>
                <a:ext cx="17280" cy="432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9BDB6DA-B19A-7045-1E65-BB4ABE0D1BE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229291" y="2615455"/>
                  <a:ext cx="349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999141C-F575-9B59-6ED8-F62D017B2CC5}"/>
                    </a:ext>
                  </a:extLst>
                </p14:cNvPr>
                <p14:cNvContentPartPr/>
                <p14:nvPr/>
              </p14:nvContentPartPr>
              <p14:xfrm>
                <a:off x="1398491" y="2497015"/>
                <a:ext cx="142560" cy="1580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999141C-F575-9B59-6ED8-F62D017B2CC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389851" y="2488375"/>
                  <a:ext cx="1602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E9B5DEE-4F43-DC98-C8C5-33588FFA8533}"/>
                    </a:ext>
                  </a:extLst>
                </p14:cNvPr>
                <p14:cNvContentPartPr/>
                <p14:nvPr/>
              </p14:nvContentPartPr>
              <p14:xfrm>
                <a:off x="1568051" y="2492695"/>
                <a:ext cx="149760" cy="1530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E9B5DEE-4F43-DC98-C8C5-33588FFA853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559051" y="2484055"/>
                  <a:ext cx="1674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D81E468-2A75-5A6D-FC39-856F2534410C}"/>
                    </a:ext>
                  </a:extLst>
                </p14:cNvPr>
                <p14:cNvContentPartPr/>
                <p14:nvPr/>
              </p14:nvContentPartPr>
              <p14:xfrm>
                <a:off x="1784411" y="2485495"/>
                <a:ext cx="173880" cy="153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D81E468-2A75-5A6D-FC39-856F2534410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775411" y="2476495"/>
                  <a:ext cx="191520" cy="17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7AB1F0E-DD28-ED9B-E673-26D65CAF440C}"/>
              </a:ext>
            </a:extLst>
          </p:cNvPr>
          <p:cNvGrpSpPr/>
          <p:nvPr/>
        </p:nvGrpSpPr>
        <p:grpSpPr>
          <a:xfrm>
            <a:off x="2124611" y="2371015"/>
            <a:ext cx="448560" cy="246960"/>
            <a:chOff x="2124611" y="2371015"/>
            <a:chExt cx="448560" cy="24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6D26EB7-2520-5BB8-809B-504428FF2190}"/>
                    </a:ext>
                  </a:extLst>
                </p14:cNvPr>
                <p14:cNvContentPartPr/>
                <p14:nvPr/>
              </p14:nvContentPartPr>
              <p14:xfrm>
                <a:off x="2124611" y="2485135"/>
                <a:ext cx="282240" cy="1328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6D26EB7-2520-5BB8-809B-504428FF219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115971" y="2476135"/>
                  <a:ext cx="2998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7AAF7F2-2A97-3A79-C7B3-B2B1AA497F0D}"/>
                    </a:ext>
                  </a:extLst>
                </p14:cNvPr>
                <p14:cNvContentPartPr/>
                <p14:nvPr/>
              </p14:nvContentPartPr>
              <p14:xfrm>
                <a:off x="2450411" y="2371015"/>
                <a:ext cx="122760" cy="1310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7AAF7F2-2A97-3A79-C7B3-B2B1AA497F0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441411" y="2362375"/>
                  <a:ext cx="140400" cy="14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8136C45-3C0E-3C9A-64AB-B64C23026219}"/>
              </a:ext>
            </a:extLst>
          </p:cNvPr>
          <p:cNvGrpSpPr/>
          <p:nvPr/>
        </p:nvGrpSpPr>
        <p:grpSpPr>
          <a:xfrm>
            <a:off x="367451" y="3072295"/>
            <a:ext cx="1196280" cy="325080"/>
            <a:chOff x="367451" y="3072295"/>
            <a:chExt cx="1196280" cy="32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653412B-7CD8-F3D4-A9D3-A5346B741617}"/>
                    </a:ext>
                  </a:extLst>
                </p14:cNvPr>
                <p14:cNvContentPartPr/>
                <p14:nvPr/>
              </p14:nvContentPartPr>
              <p14:xfrm>
                <a:off x="381851" y="3072295"/>
                <a:ext cx="170640" cy="2790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653412B-7CD8-F3D4-A9D3-A5346B74161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72851" y="3063655"/>
                  <a:ext cx="18828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5F7D696-CFD2-7086-0604-2744D639C1FC}"/>
                    </a:ext>
                  </a:extLst>
                </p14:cNvPr>
                <p14:cNvContentPartPr/>
                <p14:nvPr/>
              </p14:nvContentPartPr>
              <p14:xfrm>
                <a:off x="367451" y="3206215"/>
                <a:ext cx="202680" cy="522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5F7D696-CFD2-7086-0604-2744D639C1F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58451" y="3197575"/>
                  <a:ext cx="2203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5ECBDA9-95D5-1FA4-6C1B-B50E06E1CAB6}"/>
                    </a:ext>
                  </a:extLst>
                </p14:cNvPr>
                <p14:cNvContentPartPr/>
                <p14:nvPr/>
              </p14:nvContentPartPr>
              <p14:xfrm>
                <a:off x="558251" y="3193255"/>
                <a:ext cx="322560" cy="2041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5ECBDA9-95D5-1FA4-6C1B-B50E06E1CAB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49251" y="3184255"/>
                  <a:ext cx="3402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9BA4617-81E1-E168-4607-96BFC53D452F}"/>
                    </a:ext>
                  </a:extLst>
                </p14:cNvPr>
                <p14:cNvContentPartPr/>
                <p14:nvPr/>
              </p14:nvContentPartPr>
              <p14:xfrm>
                <a:off x="795491" y="3242215"/>
                <a:ext cx="128160" cy="280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9BA4617-81E1-E168-4607-96BFC53D452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86851" y="3233575"/>
                  <a:ext cx="1458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582685E-66C3-2D22-547D-9176B290EA93}"/>
                    </a:ext>
                  </a:extLst>
                </p14:cNvPr>
                <p14:cNvContentPartPr/>
                <p14:nvPr/>
              </p14:nvContentPartPr>
              <p14:xfrm>
                <a:off x="1007531" y="3125215"/>
                <a:ext cx="157680" cy="1904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582685E-66C3-2D22-547D-9176B290EA9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98891" y="3116575"/>
                  <a:ext cx="1753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63804F4-E0A1-33E3-C9C1-F29F5068A433}"/>
                    </a:ext>
                  </a:extLst>
                </p14:cNvPr>
                <p14:cNvContentPartPr/>
                <p14:nvPr/>
              </p14:nvContentPartPr>
              <p14:xfrm>
                <a:off x="1216331" y="3198655"/>
                <a:ext cx="15840" cy="435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63804F4-E0A1-33E3-C9C1-F29F5068A43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207331" y="3189655"/>
                  <a:ext cx="334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FDCC68F-1AC5-A9A0-D898-587E0FEDBBD9}"/>
                    </a:ext>
                  </a:extLst>
                </p14:cNvPr>
                <p14:cNvContentPartPr/>
                <p14:nvPr/>
              </p14:nvContentPartPr>
              <p14:xfrm>
                <a:off x="1326851" y="3100735"/>
                <a:ext cx="236880" cy="1501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FDCC68F-1AC5-A9A0-D898-587E0FEDBBD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317851" y="3091735"/>
                  <a:ext cx="254520" cy="16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CF572D0B-9B28-0E7D-79CC-461793203370}"/>
              </a:ext>
            </a:extLst>
          </p:cNvPr>
          <p:cNvGrpSpPr/>
          <p:nvPr/>
        </p:nvGrpSpPr>
        <p:grpSpPr>
          <a:xfrm>
            <a:off x="1740491" y="2939455"/>
            <a:ext cx="455040" cy="275760"/>
            <a:chOff x="1740491" y="2939455"/>
            <a:chExt cx="455040" cy="27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DC02ED7-53FC-E265-609B-110763272880}"/>
                    </a:ext>
                  </a:extLst>
                </p14:cNvPr>
                <p14:cNvContentPartPr/>
                <p14:nvPr/>
              </p14:nvContentPartPr>
              <p14:xfrm>
                <a:off x="1740491" y="3081655"/>
                <a:ext cx="264600" cy="1335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DC02ED7-53FC-E265-609B-11076327288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731851" y="3072655"/>
                  <a:ext cx="2822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F5F65CA-52DB-5361-A63F-C21201DA5DC7}"/>
                    </a:ext>
                  </a:extLst>
                </p14:cNvPr>
                <p14:cNvContentPartPr/>
                <p14:nvPr/>
              </p14:nvContentPartPr>
              <p14:xfrm>
                <a:off x="2068451" y="2939455"/>
                <a:ext cx="127080" cy="1598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F5F65CA-52DB-5361-A63F-C21201DA5DC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059811" y="2930455"/>
                  <a:ext cx="144720" cy="17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64CB47AA-FF9B-A8B0-2F1B-C0C0F6C9E56F}"/>
                  </a:ext>
                </a:extLst>
              </p14:cNvPr>
              <p14:cNvContentPartPr/>
              <p14:nvPr/>
            </p14:nvContentPartPr>
            <p14:xfrm>
              <a:off x="209771" y="3942775"/>
              <a:ext cx="129960" cy="14328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64CB47AA-FF9B-A8B0-2F1B-C0C0F6C9E56F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201131" y="3933775"/>
                <a:ext cx="14760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C8EC1990-9198-2A85-C5EC-17F73D358473}"/>
                  </a:ext>
                </a:extLst>
              </p14:cNvPr>
              <p14:cNvContentPartPr/>
              <p14:nvPr/>
            </p14:nvContentPartPr>
            <p14:xfrm>
              <a:off x="297971" y="4185415"/>
              <a:ext cx="14400" cy="1908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C8EC1990-9198-2A85-C5EC-17F73D358473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288971" y="4176775"/>
                <a:ext cx="32040" cy="3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44CC7EAB-0F57-39C5-9FB1-646DEE3E35AE}"/>
              </a:ext>
            </a:extLst>
          </p:cNvPr>
          <p:cNvGrpSpPr/>
          <p:nvPr/>
        </p:nvGrpSpPr>
        <p:grpSpPr>
          <a:xfrm>
            <a:off x="619091" y="3847735"/>
            <a:ext cx="1066680" cy="303840"/>
            <a:chOff x="619091" y="3847735"/>
            <a:chExt cx="1066680" cy="30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AA64EB2-090C-BF17-5131-C05B7B736999}"/>
                    </a:ext>
                  </a:extLst>
                </p14:cNvPr>
                <p14:cNvContentPartPr/>
                <p14:nvPr/>
              </p14:nvContentPartPr>
              <p14:xfrm>
                <a:off x="619091" y="3951415"/>
                <a:ext cx="154080" cy="2001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AA64EB2-090C-BF17-5131-C05B7B73699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10091" y="3942775"/>
                  <a:ext cx="1717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AF7CA14-D017-EA38-E09C-5DE886A13AE4}"/>
                    </a:ext>
                  </a:extLst>
                </p14:cNvPr>
                <p14:cNvContentPartPr/>
                <p14:nvPr/>
              </p14:nvContentPartPr>
              <p14:xfrm>
                <a:off x="930491" y="3892375"/>
                <a:ext cx="206280" cy="2523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AF7CA14-D017-EA38-E09C-5DE886A13AE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21491" y="3883735"/>
                  <a:ext cx="22392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A60A74D-A7F6-26C1-9B25-A815A56B08CC}"/>
                    </a:ext>
                  </a:extLst>
                </p14:cNvPr>
                <p14:cNvContentPartPr/>
                <p14:nvPr/>
              </p14:nvContentPartPr>
              <p14:xfrm>
                <a:off x="829331" y="3847735"/>
                <a:ext cx="407880" cy="306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A60A74D-A7F6-26C1-9B25-A815A56B08C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20691" y="3838735"/>
                  <a:ext cx="4255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F839951-2BB9-89C2-5D21-A72B2EDC770D}"/>
                    </a:ext>
                  </a:extLst>
                </p14:cNvPr>
                <p14:cNvContentPartPr/>
                <p14:nvPr/>
              </p14:nvContentPartPr>
              <p14:xfrm>
                <a:off x="1316411" y="3950335"/>
                <a:ext cx="100080" cy="79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F839951-2BB9-89C2-5D21-A72B2EDC770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307411" y="3941335"/>
                  <a:ext cx="1177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C227727-AD1F-A991-EFC1-8EA8C0149C86}"/>
                    </a:ext>
                  </a:extLst>
                </p14:cNvPr>
                <p14:cNvContentPartPr/>
                <p14:nvPr/>
              </p14:nvContentPartPr>
              <p14:xfrm>
                <a:off x="1307411" y="3850255"/>
                <a:ext cx="378360" cy="1839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C227727-AD1F-A991-EFC1-8EA8C0149C8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298771" y="3841615"/>
                  <a:ext cx="3960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AE5167E-D375-E46F-A9FE-05332FC69102}"/>
                    </a:ext>
                  </a:extLst>
                </p14:cNvPr>
                <p14:cNvContentPartPr/>
                <p14:nvPr/>
              </p14:nvContentPartPr>
              <p14:xfrm>
                <a:off x="1598291" y="4066975"/>
                <a:ext cx="15120" cy="230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AE5167E-D375-E46F-A9FE-05332FC6910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589291" y="4058335"/>
                  <a:ext cx="3276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6B11F086-D5A2-DEF2-80E3-46A5653B2EE4}"/>
              </a:ext>
            </a:extLst>
          </p:cNvPr>
          <p:cNvGrpSpPr/>
          <p:nvPr/>
        </p:nvGrpSpPr>
        <p:grpSpPr>
          <a:xfrm>
            <a:off x="3694571" y="1026775"/>
            <a:ext cx="1401840" cy="230400"/>
            <a:chOff x="3694571" y="1026775"/>
            <a:chExt cx="1401840" cy="23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7A12181-66AC-E54D-47D5-D28C5C6E8010}"/>
                    </a:ext>
                  </a:extLst>
                </p14:cNvPr>
                <p14:cNvContentPartPr/>
                <p14:nvPr/>
              </p14:nvContentPartPr>
              <p14:xfrm>
                <a:off x="3694571" y="1113175"/>
                <a:ext cx="253440" cy="277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7A12181-66AC-E54D-47D5-D28C5C6E801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685931" y="1104175"/>
                  <a:ext cx="2710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9A3A769-497F-AB4F-C8C7-D37BA5763A11}"/>
                    </a:ext>
                  </a:extLst>
                </p14:cNvPr>
                <p14:cNvContentPartPr/>
                <p14:nvPr/>
              </p14:nvContentPartPr>
              <p14:xfrm>
                <a:off x="3933251" y="1093375"/>
                <a:ext cx="85680" cy="1227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9A3A769-497F-AB4F-C8C7-D37BA5763A1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924611" y="1084375"/>
                  <a:ext cx="1033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5E190D1-D0BA-0A0B-50E5-E67F79392D8A}"/>
                    </a:ext>
                  </a:extLst>
                </p14:cNvPr>
                <p14:cNvContentPartPr/>
                <p14:nvPr/>
              </p14:nvContentPartPr>
              <p14:xfrm>
                <a:off x="4110011" y="1060615"/>
                <a:ext cx="203760" cy="1965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5E190D1-D0BA-0A0B-50E5-E67F79392D8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101011" y="1051975"/>
                  <a:ext cx="2214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C298B11-2187-0DEA-8A86-9390A9455221}"/>
                    </a:ext>
                  </a:extLst>
                </p14:cNvPr>
                <p14:cNvContentPartPr/>
                <p14:nvPr/>
              </p14:nvContentPartPr>
              <p14:xfrm>
                <a:off x="4365251" y="1231615"/>
                <a:ext cx="4680" cy="32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C298B11-2187-0DEA-8A86-9390A945522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356251" y="1222975"/>
                  <a:ext cx="2232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7320324-12FB-2A81-EA4A-6722D5091396}"/>
                    </a:ext>
                  </a:extLst>
                </p14:cNvPr>
                <p14:cNvContentPartPr/>
                <p14:nvPr/>
              </p14:nvContentPartPr>
              <p14:xfrm>
                <a:off x="4494851" y="1060615"/>
                <a:ext cx="140760" cy="1576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7320324-12FB-2A81-EA4A-6722D509139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486211" y="1051615"/>
                  <a:ext cx="1584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A869CA1-515A-9D58-D66C-9C1220A97D59}"/>
                    </a:ext>
                  </a:extLst>
                </p14:cNvPr>
                <p14:cNvContentPartPr/>
                <p14:nvPr/>
              </p14:nvContentPartPr>
              <p14:xfrm>
                <a:off x="4707251" y="1192015"/>
                <a:ext cx="2520" cy="57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A869CA1-515A-9D58-D66C-9C1220A97D5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698611" y="1183015"/>
                  <a:ext cx="201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FF820D9-8AA0-7E99-B18C-DC75B9EBEEE0}"/>
                    </a:ext>
                  </a:extLst>
                </p14:cNvPr>
                <p14:cNvContentPartPr/>
                <p14:nvPr/>
              </p14:nvContentPartPr>
              <p14:xfrm>
                <a:off x="4838651" y="1026775"/>
                <a:ext cx="158040" cy="1926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FF820D9-8AA0-7E99-B18C-DC75B9EBEEE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829651" y="1018135"/>
                  <a:ext cx="1756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2BB68D3-3F51-AE84-A414-042606A7785E}"/>
                    </a:ext>
                  </a:extLst>
                </p14:cNvPr>
                <p14:cNvContentPartPr/>
                <p14:nvPr/>
              </p14:nvContentPartPr>
              <p14:xfrm>
                <a:off x="5092091" y="1197055"/>
                <a:ext cx="4320" cy="154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2BB68D3-3F51-AE84-A414-042606A7785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083451" y="1188415"/>
                  <a:ext cx="2196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EAE05B8B-E64E-D58A-BFC1-C17476EAC1E9}"/>
              </a:ext>
            </a:extLst>
          </p:cNvPr>
          <p:cNvGrpSpPr/>
          <p:nvPr/>
        </p:nvGrpSpPr>
        <p:grpSpPr>
          <a:xfrm>
            <a:off x="3617171" y="1747495"/>
            <a:ext cx="2956320" cy="257040"/>
            <a:chOff x="3617171" y="1747495"/>
            <a:chExt cx="2956320" cy="25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1C3FE9D-D80E-6B90-FD67-07760876AFB2}"/>
                    </a:ext>
                  </a:extLst>
                </p14:cNvPr>
                <p14:cNvContentPartPr/>
                <p14:nvPr/>
              </p14:nvContentPartPr>
              <p14:xfrm>
                <a:off x="3617171" y="1866655"/>
                <a:ext cx="270720" cy="151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1C3FE9D-D80E-6B90-FD67-07760876AFB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608171" y="1857655"/>
                  <a:ext cx="2883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66A889C-C69E-C88A-3148-960C5414C81E}"/>
                    </a:ext>
                  </a:extLst>
                </p14:cNvPr>
                <p14:cNvContentPartPr/>
                <p14:nvPr/>
              </p14:nvContentPartPr>
              <p14:xfrm>
                <a:off x="3887171" y="1844335"/>
                <a:ext cx="77040" cy="1018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66A889C-C69E-C88A-3148-960C5414C81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878171" y="1835695"/>
                  <a:ext cx="946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27A1B18-482E-15B0-BF07-9EA4DE301A3D}"/>
                    </a:ext>
                  </a:extLst>
                </p14:cNvPr>
                <p14:cNvContentPartPr/>
                <p14:nvPr/>
              </p14:nvContentPartPr>
              <p14:xfrm>
                <a:off x="4097771" y="1762615"/>
                <a:ext cx="173160" cy="2080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27A1B18-482E-15B0-BF07-9EA4DE301A3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088771" y="1753615"/>
                  <a:ext cx="1908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5CF562E-D124-001E-C1A4-39B0D2D61CC3}"/>
                    </a:ext>
                  </a:extLst>
                </p14:cNvPr>
                <p14:cNvContentPartPr/>
                <p14:nvPr/>
              </p14:nvContentPartPr>
              <p14:xfrm>
                <a:off x="4308371" y="1790695"/>
                <a:ext cx="7200" cy="2030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5CF562E-D124-001E-C1A4-39B0D2D61CC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299731" y="1782055"/>
                  <a:ext cx="248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DF944E9-7EA9-4C90-34C9-C206B07F43C4}"/>
                    </a:ext>
                  </a:extLst>
                </p14:cNvPr>
                <p14:cNvContentPartPr/>
                <p14:nvPr/>
              </p14:nvContentPartPr>
              <p14:xfrm>
                <a:off x="4264091" y="1874215"/>
                <a:ext cx="245520" cy="1173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DF944E9-7EA9-4C90-34C9-C206B07F43C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255451" y="1865575"/>
                  <a:ext cx="2631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E18CBA6-4E3D-127C-CAAB-CA57E9803872}"/>
                    </a:ext>
                  </a:extLst>
                </p14:cNvPr>
                <p14:cNvContentPartPr/>
                <p14:nvPr/>
              </p14:nvContentPartPr>
              <p14:xfrm>
                <a:off x="4494491" y="1793575"/>
                <a:ext cx="239040" cy="1692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E18CBA6-4E3D-127C-CAAB-CA57E980387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485491" y="1784935"/>
                  <a:ext cx="2566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9262E35-D8F5-2BAE-9546-CCCDE080FB08}"/>
                    </a:ext>
                  </a:extLst>
                </p14:cNvPr>
                <p14:cNvContentPartPr/>
                <p14:nvPr/>
              </p14:nvContentPartPr>
              <p14:xfrm>
                <a:off x="4869611" y="1772695"/>
                <a:ext cx="180720" cy="2156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9262E35-D8F5-2BAE-9546-CCCDE080FB0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860611" y="1763695"/>
                  <a:ext cx="19836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50CD829-5B08-768D-8DCD-F190474491CD}"/>
                    </a:ext>
                  </a:extLst>
                </p14:cNvPr>
                <p14:cNvContentPartPr/>
                <p14:nvPr/>
              </p14:nvContentPartPr>
              <p14:xfrm>
                <a:off x="5287931" y="1773775"/>
                <a:ext cx="34200" cy="2098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50CD829-5B08-768D-8DCD-F190474491C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279291" y="1765135"/>
                  <a:ext cx="518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1AF14A7-CA8D-D81C-2556-CAFD8C6E66D9}"/>
                    </a:ext>
                  </a:extLst>
                </p14:cNvPr>
                <p14:cNvContentPartPr/>
                <p14:nvPr/>
              </p14:nvContentPartPr>
              <p14:xfrm>
                <a:off x="5129891" y="1758655"/>
                <a:ext cx="267840" cy="198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1AF14A7-CA8D-D81C-2556-CAFD8C6E66D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121251" y="1750015"/>
                  <a:ext cx="2854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C5B2439-C82A-20B3-3F33-C22569F0713F}"/>
                    </a:ext>
                  </a:extLst>
                </p14:cNvPr>
                <p14:cNvContentPartPr/>
                <p14:nvPr/>
              </p14:nvContentPartPr>
              <p14:xfrm>
                <a:off x="5433731" y="1836775"/>
                <a:ext cx="211320" cy="1677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C5B2439-C82A-20B3-3F33-C22569F0713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424731" y="1828135"/>
                  <a:ext cx="2289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165F257-F97B-2A3A-E249-D9A8DBD81921}"/>
                    </a:ext>
                  </a:extLst>
                </p14:cNvPr>
                <p14:cNvContentPartPr/>
                <p14:nvPr/>
              </p14:nvContentPartPr>
              <p14:xfrm>
                <a:off x="5769971" y="1747495"/>
                <a:ext cx="93960" cy="1238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165F257-F97B-2A3A-E249-D9A8DBD8192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761331" y="1738855"/>
                  <a:ext cx="1116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2001CFD-310E-F502-A975-7EE29DED0245}"/>
                    </a:ext>
                  </a:extLst>
                </p14:cNvPr>
                <p14:cNvContentPartPr/>
                <p14:nvPr/>
              </p14:nvContentPartPr>
              <p14:xfrm>
                <a:off x="5837651" y="1765855"/>
                <a:ext cx="240840" cy="1735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2001CFD-310E-F502-A975-7EE29DED024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829011" y="1756855"/>
                  <a:ext cx="2584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561F6C0-7B54-7F90-FE5E-85CEB33AE4DF}"/>
                    </a:ext>
                  </a:extLst>
                </p14:cNvPr>
                <p14:cNvContentPartPr/>
                <p14:nvPr/>
              </p14:nvContentPartPr>
              <p14:xfrm>
                <a:off x="5977331" y="1769815"/>
                <a:ext cx="299880" cy="1566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561F6C0-7B54-7F90-FE5E-85CEB33AE4D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968691" y="1761175"/>
                  <a:ext cx="3175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B27DE5A-6143-654D-7230-48D075C51699}"/>
                    </a:ext>
                  </a:extLst>
                </p14:cNvPr>
                <p14:cNvContentPartPr/>
                <p14:nvPr/>
              </p14:nvContentPartPr>
              <p14:xfrm>
                <a:off x="6356051" y="1750015"/>
                <a:ext cx="217440" cy="1814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B27DE5A-6143-654D-7230-48D075C5169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347411" y="1741015"/>
                  <a:ext cx="235080" cy="19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BF891027-36AB-EEB5-26CF-4FD8ABD9FDA3}"/>
              </a:ext>
            </a:extLst>
          </p:cNvPr>
          <p:cNvGrpSpPr/>
          <p:nvPr/>
        </p:nvGrpSpPr>
        <p:grpSpPr>
          <a:xfrm>
            <a:off x="5017931" y="2230255"/>
            <a:ext cx="2095200" cy="385560"/>
            <a:chOff x="5017931" y="2230255"/>
            <a:chExt cx="2095200" cy="38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49211A0-4D22-7673-E010-F1B39A230940}"/>
                    </a:ext>
                  </a:extLst>
                </p14:cNvPr>
                <p14:cNvContentPartPr/>
                <p14:nvPr/>
              </p14:nvContentPartPr>
              <p14:xfrm>
                <a:off x="5053571" y="2315935"/>
                <a:ext cx="131760" cy="2689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49211A0-4D22-7673-E010-F1B39A23094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044571" y="2307295"/>
                  <a:ext cx="14940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2ECA38C-CA24-4491-CD03-712DBBF00EE6}"/>
                    </a:ext>
                  </a:extLst>
                </p14:cNvPr>
                <p14:cNvContentPartPr/>
                <p14:nvPr/>
              </p14:nvContentPartPr>
              <p14:xfrm>
                <a:off x="5017931" y="2458495"/>
                <a:ext cx="265680" cy="1573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2ECA38C-CA24-4491-CD03-712DBBF00EE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008931" y="2449855"/>
                  <a:ext cx="2833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3FF2DAF-D97D-2E10-529C-FF9DF3FC66FF}"/>
                    </a:ext>
                  </a:extLst>
                </p14:cNvPr>
                <p14:cNvContentPartPr/>
                <p14:nvPr/>
              </p14:nvContentPartPr>
              <p14:xfrm>
                <a:off x="5430491" y="2413495"/>
                <a:ext cx="146160" cy="666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3FF2DAF-D97D-2E10-529C-FF9DF3FC66F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421851" y="2404855"/>
                  <a:ext cx="1638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00F9BD2-56B6-DDA1-58F7-F6F41F5C8473}"/>
                    </a:ext>
                  </a:extLst>
                </p14:cNvPr>
                <p14:cNvContentPartPr/>
                <p14:nvPr/>
              </p14:nvContentPartPr>
              <p14:xfrm>
                <a:off x="5668451" y="2347255"/>
                <a:ext cx="174960" cy="1818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00F9BD2-56B6-DDA1-58F7-F6F41F5C847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659451" y="2338615"/>
                  <a:ext cx="1926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43F3F38-1DC5-4A12-3913-34C5CE493018}"/>
                    </a:ext>
                  </a:extLst>
                </p14:cNvPr>
                <p14:cNvContentPartPr/>
                <p14:nvPr/>
              </p14:nvContentPartPr>
              <p14:xfrm>
                <a:off x="5931971" y="2441575"/>
                <a:ext cx="3960" cy="385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43F3F38-1DC5-4A12-3913-34C5CE49301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922971" y="2432575"/>
                  <a:ext cx="216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F5B727B-6B69-10F2-7B09-72F981D69335}"/>
                    </a:ext>
                  </a:extLst>
                </p14:cNvPr>
                <p14:cNvContentPartPr/>
                <p14:nvPr/>
              </p14:nvContentPartPr>
              <p14:xfrm>
                <a:off x="6007571" y="2382175"/>
                <a:ext cx="315360" cy="1371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F5B727B-6B69-10F2-7B09-72F981D6933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998931" y="2373175"/>
                  <a:ext cx="3330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7CDBA37-B43A-B133-9884-69CA13579458}"/>
                    </a:ext>
                  </a:extLst>
                </p14:cNvPr>
                <p14:cNvContentPartPr/>
                <p14:nvPr/>
              </p14:nvContentPartPr>
              <p14:xfrm>
                <a:off x="6331571" y="2372095"/>
                <a:ext cx="205200" cy="1299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7CDBA37-B43A-B133-9884-69CA1357945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322931" y="2363095"/>
                  <a:ext cx="2228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1A020B5-ECE6-E05E-17C0-845F47C2ADFD}"/>
                    </a:ext>
                  </a:extLst>
                </p14:cNvPr>
                <p14:cNvContentPartPr/>
                <p14:nvPr/>
              </p14:nvContentPartPr>
              <p14:xfrm>
                <a:off x="6650531" y="2390815"/>
                <a:ext cx="258840" cy="1148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1A020B5-ECE6-E05E-17C0-845F47C2ADF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641531" y="2381815"/>
                  <a:ext cx="2764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AE4A6BC-73AC-F69B-9B41-63FE8AA7EDA6}"/>
                    </a:ext>
                  </a:extLst>
                </p14:cNvPr>
                <p14:cNvContentPartPr/>
                <p14:nvPr/>
              </p14:nvContentPartPr>
              <p14:xfrm>
                <a:off x="6980291" y="2230255"/>
                <a:ext cx="132840" cy="1540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AE4A6BC-73AC-F69B-9B41-63FE8AA7EDA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971291" y="2221615"/>
                  <a:ext cx="150480" cy="17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558B2D47-8565-189D-BE29-B77B9F601526}"/>
              </a:ext>
            </a:extLst>
          </p:cNvPr>
          <p:cNvGrpSpPr/>
          <p:nvPr/>
        </p:nvGrpSpPr>
        <p:grpSpPr>
          <a:xfrm>
            <a:off x="4924331" y="2792215"/>
            <a:ext cx="2657520" cy="788040"/>
            <a:chOff x="4924331" y="2792215"/>
            <a:chExt cx="2657520" cy="78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48F6377-2A37-B62A-0326-ABD22EFF5246}"/>
                    </a:ext>
                  </a:extLst>
                </p14:cNvPr>
                <p14:cNvContentPartPr/>
                <p14:nvPr/>
              </p14:nvContentPartPr>
              <p14:xfrm>
                <a:off x="5515451" y="3335455"/>
                <a:ext cx="267480" cy="2163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48F6377-2A37-B62A-0326-ABD22EFF524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506451" y="3326815"/>
                  <a:ext cx="2851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686F730-C940-8D50-7D39-93CEA8EA6CBD}"/>
                    </a:ext>
                  </a:extLst>
                </p14:cNvPr>
                <p14:cNvContentPartPr/>
                <p14:nvPr/>
              </p14:nvContentPartPr>
              <p14:xfrm>
                <a:off x="4924331" y="3012895"/>
                <a:ext cx="99720" cy="1504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686F730-C940-8D50-7D39-93CEA8EA6CB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915691" y="3003895"/>
                  <a:ext cx="1173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FA66ADC-28A5-EEB0-F7F6-A765AD3FCB57}"/>
                    </a:ext>
                  </a:extLst>
                </p14:cNvPr>
                <p14:cNvContentPartPr/>
                <p14:nvPr/>
              </p14:nvContentPartPr>
              <p14:xfrm>
                <a:off x="5096771" y="3103975"/>
                <a:ext cx="19440" cy="932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FA66ADC-28A5-EEB0-F7F6-A765AD3FCB5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087771" y="3095335"/>
                  <a:ext cx="370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1C279EA-1538-810C-230A-F77F7124E24E}"/>
                    </a:ext>
                  </a:extLst>
                </p14:cNvPr>
                <p14:cNvContentPartPr/>
                <p14:nvPr/>
              </p14:nvContentPartPr>
              <p14:xfrm>
                <a:off x="5264891" y="3033415"/>
                <a:ext cx="131760" cy="759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1C279EA-1538-810C-230A-F77F7124E24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255891" y="3024415"/>
                  <a:ext cx="1494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6B5D038-3161-76C6-D2D4-99C2E291A018}"/>
                    </a:ext>
                  </a:extLst>
                </p14:cNvPr>
                <p14:cNvContentPartPr/>
                <p14:nvPr/>
              </p14:nvContentPartPr>
              <p14:xfrm>
                <a:off x="5576291" y="2835055"/>
                <a:ext cx="130680" cy="2628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6B5D038-3161-76C6-D2D4-99C2E291A01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567651" y="2826055"/>
                  <a:ext cx="14832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EC8B28E-3D77-6AF7-95A1-4731890F2260}"/>
                    </a:ext>
                  </a:extLst>
                </p14:cNvPr>
                <p14:cNvContentPartPr/>
                <p14:nvPr/>
              </p14:nvContentPartPr>
              <p14:xfrm>
                <a:off x="5554691" y="2950975"/>
                <a:ext cx="180720" cy="172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EC8B28E-3D77-6AF7-95A1-4731890F226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546051" y="2942335"/>
                  <a:ext cx="1983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59832666-85F0-DAF2-5BB7-C3B99BE19902}"/>
                    </a:ext>
                  </a:extLst>
                </p14:cNvPr>
                <p14:cNvContentPartPr/>
                <p14:nvPr/>
              </p14:nvContentPartPr>
              <p14:xfrm>
                <a:off x="5586371" y="2999935"/>
                <a:ext cx="259920" cy="2221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59832666-85F0-DAF2-5BB7-C3B99BE1990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577371" y="2991295"/>
                  <a:ext cx="27756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A456022-4A09-21E8-A403-B229729E235A}"/>
                    </a:ext>
                  </a:extLst>
                </p14:cNvPr>
                <p14:cNvContentPartPr/>
                <p14:nvPr/>
              </p14:nvContentPartPr>
              <p14:xfrm>
                <a:off x="5983811" y="3132415"/>
                <a:ext cx="101160" cy="115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A456022-4A09-21E8-A403-B229729E235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975171" y="3123775"/>
                  <a:ext cx="1188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CE0BCFF-2C33-8A8C-0060-F610815F4CFA}"/>
                    </a:ext>
                  </a:extLst>
                </p14:cNvPr>
                <p14:cNvContentPartPr/>
                <p14:nvPr/>
              </p14:nvContentPartPr>
              <p14:xfrm>
                <a:off x="6010811" y="3191095"/>
                <a:ext cx="72000" cy="97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CE0BCFF-2C33-8A8C-0060-F610815F4CF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001811" y="3182095"/>
                  <a:ext cx="896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CB54A6B-D05C-20FA-6745-2B371ACD70FC}"/>
                    </a:ext>
                  </a:extLst>
                </p14:cNvPr>
                <p14:cNvContentPartPr/>
                <p14:nvPr/>
              </p14:nvContentPartPr>
              <p14:xfrm>
                <a:off x="6187931" y="3086335"/>
                <a:ext cx="177120" cy="1605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CB54A6B-D05C-20FA-6745-2B371ACD70F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179291" y="3077695"/>
                  <a:ext cx="1947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474D86B-DE08-91BC-FBF8-78ED6004C23B}"/>
                    </a:ext>
                  </a:extLst>
                </p14:cNvPr>
                <p14:cNvContentPartPr/>
                <p14:nvPr/>
              </p14:nvContentPartPr>
              <p14:xfrm>
                <a:off x="6442091" y="3218815"/>
                <a:ext cx="360" cy="3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474D86B-DE08-91BC-FBF8-78ED6004C23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433091" y="321017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7FE4CF4-1C2F-3DDB-4CE8-0712B56B2C9D}"/>
                    </a:ext>
                  </a:extLst>
                </p14:cNvPr>
                <p14:cNvContentPartPr/>
                <p14:nvPr/>
              </p14:nvContentPartPr>
              <p14:xfrm>
                <a:off x="6539651" y="3123415"/>
                <a:ext cx="162720" cy="1162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7FE4CF4-1C2F-3DDB-4CE8-0712B56B2C9D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6531011" y="3114415"/>
                  <a:ext cx="1803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CF285C2A-8827-DC52-2915-EB96C9FB4706}"/>
                    </a:ext>
                  </a:extLst>
                </p14:cNvPr>
                <p14:cNvContentPartPr/>
                <p14:nvPr/>
              </p14:nvContentPartPr>
              <p14:xfrm>
                <a:off x="6738371" y="3105415"/>
                <a:ext cx="147240" cy="1267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CF285C2A-8827-DC52-2915-EB96C9FB4706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6729731" y="3096775"/>
                  <a:ext cx="1648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48F6538-E4C4-99CD-0E04-C760E2D2E2DC}"/>
                    </a:ext>
                  </a:extLst>
                </p14:cNvPr>
                <p14:cNvContentPartPr/>
                <p14:nvPr/>
              </p14:nvContentPartPr>
              <p14:xfrm>
                <a:off x="6909371" y="3082375"/>
                <a:ext cx="155520" cy="1465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48F6538-E4C4-99CD-0E04-C760E2D2E2DC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6900731" y="3073375"/>
                  <a:ext cx="1731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A4FFC0F-3828-E990-98C9-1618EF082619}"/>
                    </a:ext>
                  </a:extLst>
                </p14:cNvPr>
                <p14:cNvContentPartPr/>
                <p14:nvPr/>
              </p14:nvContentPartPr>
              <p14:xfrm>
                <a:off x="7165331" y="2945935"/>
                <a:ext cx="258480" cy="1299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A4FFC0F-3828-E990-98C9-1618EF082619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7156331" y="2937295"/>
                  <a:ext cx="2761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A85B9AAB-4A57-DEA0-7233-EEE9942B5AE6}"/>
                    </a:ext>
                  </a:extLst>
                </p14:cNvPr>
                <p14:cNvContentPartPr/>
                <p14:nvPr/>
              </p14:nvContentPartPr>
              <p14:xfrm>
                <a:off x="7480691" y="2792215"/>
                <a:ext cx="97920" cy="1954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A85B9AAB-4A57-DEA0-7233-EEE9942B5AE6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7472051" y="2783215"/>
                  <a:ext cx="1155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E6E48E2-8480-0F91-68E1-3EBF999C82B5}"/>
                    </a:ext>
                  </a:extLst>
                </p14:cNvPr>
                <p14:cNvContentPartPr/>
                <p14:nvPr/>
              </p14:nvContentPartPr>
              <p14:xfrm>
                <a:off x="7229411" y="3098215"/>
                <a:ext cx="306360" cy="187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E6E48E2-8480-0F91-68E1-3EBF999C82B5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7220411" y="3089575"/>
                  <a:ext cx="3240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3575890-87FB-AE79-BA3A-A246407B2857}"/>
                    </a:ext>
                  </a:extLst>
                </p14:cNvPr>
                <p14:cNvContentPartPr/>
                <p14:nvPr/>
              </p14:nvContentPartPr>
              <p14:xfrm>
                <a:off x="7228691" y="3244015"/>
                <a:ext cx="353160" cy="3362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E3575890-87FB-AE79-BA3A-A246407B2857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7220051" y="3235375"/>
                  <a:ext cx="370800" cy="35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A89A9C50-5A57-A2FA-373A-5E124BDB4051}"/>
              </a:ext>
            </a:extLst>
          </p:cNvPr>
          <p:cNvGrpSpPr/>
          <p:nvPr/>
        </p:nvGrpSpPr>
        <p:grpSpPr>
          <a:xfrm>
            <a:off x="3915251" y="3750175"/>
            <a:ext cx="2777400" cy="324720"/>
            <a:chOff x="3915251" y="3750175"/>
            <a:chExt cx="2777400" cy="32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AE8EDE39-B291-E971-76AC-8AB3422D4D36}"/>
                    </a:ext>
                  </a:extLst>
                </p14:cNvPr>
                <p14:cNvContentPartPr/>
                <p14:nvPr/>
              </p14:nvContentPartPr>
              <p14:xfrm>
                <a:off x="3915251" y="3787615"/>
                <a:ext cx="206280" cy="2505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AE8EDE39-B291-E971-76AC-8AB3422D4D36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3906251" y="3778975"/>
                  <a:ext cx="22392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FC54059-762A-E28D-6963-092B8C5880CD}"/>
                    </a:ext>
                  </a:extLst>
                </p14:cNvPr>
                <p14:cNvContentPartPr/>
                <p14:nvPr/>
              </p14:nvContentPartPr>
              <p14:xfrm>
                <a:off x="4155731" y="3800935"/>
                <a:ext cx="25200" cy="2192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FC54059-762A-E28D-6963-092B8C5880CD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4147091" y="3791935"/>
                  <a:ext cx="428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FC9AF808-A026-D882-404B-81D7B0A023AF}"/>
                    </a:ext>
                  </a:extLst>
                </p14:cNvPr>
                <p14:cNvContentPartPr/>
                <p14:nvPr/>
              </p14:nvContentPartPr>
              <p14:xfrm>
                <a:off x="4097411" y="3928375"/>
                <a:ext cx="355320" cy="1324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FC9AF808-A026-D882-404B-81D7B0A023AF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4088771" y="3919375"/>
                  <a:ext cx="3729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7D604DD-11F4-C776-AC30-0617A7370312}"/>
                    </a:ext>
                  </a:extLst>
                </p14:cNvPr>
                <p14:cNvContentPartPr/>
                <p14:nvPr/>
              </p14:nvContentPartPr>
              <p14:xfrm>
                <a:off x="4445171" y="3867895"/>
                <a:ext cx="243000" cy="1710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7D604DD-11F4-C776-AC30-0617A7370312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4436531" y="3859255"/>
                  <a:ext cx="2606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0BEA727-07F0-653B-6D70-4F59351CD02B}"/>
                    </a:ext>
                  </a:extLst>
                </p14:cNvPr>
                <p14:cNvContentPartPr/>
                <p14:nvPr/>
              </p14:nvContentPartPr>
              <p14:xfrm>
                <a:off x="4794731" y="3855295"/>
                <a:ext cx="222120" cy="1951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0BEA727-07F0-653B-6D70-4F59351CD02B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4786091" y="3846295"/>
                  <a:ext cx="2397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5531DC7C-BDFC-4319-726E-9BA4B30B1D44}"/>
                    </a:ext>
                  </a:extLst>
                </p14:cNvPr>
                <p14:cNvContentPartPr/>
                <p14:nvPr/>
              </p14:nvContentPartPr>
              <p14:xfrm>
                <a:off x="5176691" y="3866095"/>
                <a:ext cx="14760" cy="115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5531DC7C-BDFC-4319-726E-9BA4B30B1D44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5168051" y="3857455"/>
                  <a:ext cx="324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8BB267F-0D78-7A90-BF2A-317395267E46}"/>
                    </a:ext>
                  </a:extLst>
                </p14:cNvPr>
                <p14:cNvContentPartPr/>
                <p14:nvPr/>
              </p14:nvContentPartPr>
              <p14:xfrm>
                <a:off x="5182451" y="3947455"/>
                <a:ext cx="14040" cy="464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8BB267F-0D78-7A90-BF2A-317395267E46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5173451" y="3938455"/>
                  <a:ext cx="316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7DE8BE5-4D45-A8C6-AF63-CF8196712B54}"/>
                    </a:ext>
                  </a:extLst>
                </p14:cNvPr>
                <p14:cNvContentPartPr/>
                <p14:nvPr/>
              </p14:nvContentPartPr>
              <p14:xfrm>
                <a:off x="5315651" y="3797335"/>
                <a:ext cx="289800" cy="1918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7DE8BE5-4D45-A8C6-AF63-CF8196712B54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5306651" y="3788335"/>
                  <a:ext cx="3074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7FD45F21-D156-7188-47CA-6A9AF557793E}"/>
                    </a:ext>
                  </a:extLst>
                </p14:cNvPr>
                <p14:cNvContentPartPr/>
                <p14:nvPr/>
              </p14:nvContentPartPr>
              <p14:xfrm>
                <a:off x="5583491" y="3951055"/>
                <a:ext cx="162720" cy="1238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7FD45F21-D156-7188-47CA-6A9AF557793E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5574491" y="3942415"/>
                  <a:ext cx="1803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2B2DA39F-461D-5B12-77FC-C5DD1A1D5E59}"/>
                    </a:ext>
                  </a:extLst>
                </p14:cNvPr>
                <p14:cNvContentPartPr/>
                <p14:nvPr/>
              </p14:nvContentPartPr>
              <p14:xfrm>
                <a:off x="5867531" y="3850615"/>
                <a:ext cx="118800" cy="716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2B2DA39F-461D-5B12-77FC-C5DD1A1D5E59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5858891" y="3841975"/>
                  <a:ext cx="1364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588B42E-DF4B-6D5E-F573-C6892453C280}"/>
                    </a:ext>
                  </a:extLst>
                </p14:cNvPr>
                <p14:cNvContentPartPr/>
                <p14:nvPr/>
              </p14:nvContentPartPr>
              <p14:xfrm>
                <a:off x="6132851" y="3750175"/>
                <a:ext cx="169200" cy="1281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588B42E-DF4B-6D5E-F573-C6892453C280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6124211" y="3741175"/>
                  <a:ext cx="1868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01C1577B-C47E-A872-A629-F7C008BEB4AA}"/>
                    </a:ext>
                  </a:extLst>
                </p14:cNvPr>
                <p14:cNvContentPartPr/>
                <p14:nvPr/>
              </p14:nvContentPartPr>
              <p14:xfrm>
                <a:off x="6250571" y="3794455"/>
                <a:ext cx="30600" cy="1706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01C1577B-C47E-A872-A629-F7C008BEB4AA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6241931" y="3785455"/>
                  <a:ext cx="482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2E62BE89-FC16-5B94-145D-276C6E9E48AC}"/>
                    </a:ext>
                  </a:extLst>
                </p14:cNvPr>
                <p14:cNvContentPartPr/>
                <p14:nvPr/>
              </p14:nvContentPartPr>
              <p14:xfrm>
                <a:off x="6353891" y="3811375"/>
                <a:ext cx="138960" cy="1526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2E62BE89-FC16-5B94-145D-276C6E9E48AC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344891" y="3802375"/>
                  <a:ext cx="1566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881D8AE8-08ED-A906-FE4A-F0BEADE1DE37}"/>
                    </a:ext>
                  </a:extLst>
                </p14:cNvPr>
                <p14:cNvContentPartPr/>
                <p14:nvPr/>
              </p14:nvContentPartPr>
              <p14:xfrm>
                <a:off x="6366851" y="3803095"/>
                <a:ext cx="325800" cy="1674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881D8AE8-08ED-A906-FE4A-F0BEADE1DE37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357851" y="3794095"/>
                  <a:ext cx="343440" cy="18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050D4913-C8D7-4493-8F7A-7E0794B73D83}"/>
              </a:ext>
            </a:extLst>
          </p:cNvPr>
          <p:cNvGrpSpPr/>
          <p:nvPr/>
        </p:nvGrpSpPr>
        <p:grpSpPr>
          <a:xfrm>
            <a:off x="6915491" y="3727855"/>
            <a:ext cx="195840" cy="198000"/>
            <a:chOff x="6915491" y="3727855"/>
            <a:chExt cx="195840" cy="19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F66C4A4-F6E6-F6F6-6BE4-C79E34FC4E46}"/>
                    </a:ext>
                  </a:extLst>
                </p14:cNvPr>
                <p14:cNvContentPartPr/>
                <p14:nvPr/>
              </p14:nvContentPartPr>
              <p14:xfrm>
                <a:off x="6915491" y="3727855"/>
                <a:ext cx="47880" cy="1965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F66C4A4-F6E6-F6F6-6BE4-C79E34FC4E46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906851" y="3719215"/>
                  <a:ext cx="655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357E2EC-420C-B3D3-A157-CE37064B244A}"/>
                    </a:ext>
                  </a:extLst>
                </p14:cNvPr>
                <p14:cNvContentPartPr/>
                <p14:nvPr/>
              </p14:nvContentPartPr>
              <p14:xfrm>
                <a:off x="6926291" y="3808495"/>
                <a:ext cx="185040" cy="1173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357E2EC-420C-B3D3-A157-CE37064B244A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917291" y="3799495"/>
                  <a:ext cx="202680" cy="13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B2BC37E1-CAFD-ADF8-8907-F3716EC5AC21}"/>
              </a:ext>
            </a:extLst>
          </p:cNvPr>
          <p:cNvGrpSpPr/>
          <p:nvPr/>
        </p:nvGrpSpPr>
        <p:grpSpPr>
          <a:xfrm>
            <a:off x="5440571" y="4226815"/>
            <a:ext cx="929880" cy="637200"/>
            <a:chOff x="5440571" y="4226815"/>
            <a:chExt cx="929880" cy="63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B869B25A-13EA-85B6-DC4B-09E1E3A200FA}"/>
                    </a:ext>
                  </a:extLst>
                </p14:cNvPr>
                <p14:cNvContentPartPr/>
                <p14:nvPr/>
              </p14:nvContentPartPr>
              <p14:xfrm>
                <a:off x="5440571" y="4360735"/>
                <a:ext cx="137160" cy="1814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B869B25A-13EA-85B6-DC4B-09E1E3A200FA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5431931" y="4351735"/>
                  <a:ext cx="1548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8DC656A4-5BAF-623E-89DE-C34C876A064A}"/>
                    </a:ext>
                  </a:extLst>
                </p14:cNvPr>
                <p14:cNvContentPartPr/>
                <p14:nvPr/>
              </p14:nvContentPartPr>
              <p14:xfrm>
                <a:off x="5605091" y="4483855"/>
                <a:ext cx="119520" cy="1116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8DC656A4-5BAF-623E-89DE-C34C876A064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5596091" y="4474855"/>
                  <a:ext cx="1371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C188320C-34B1-0411-1D08-F647D2F5F619}"/>
                    </a:ext>
                  </a:extLst>
                </p14:cNvPr>
                <p14:cNvContentPartPr/>
                <p14:nvPr/>
              </p14:nvContentPartPr>
              <p14:xfrm>
                <a:off x="5798771" y="4421935"/>
                <a:ext cx="93600" cy="655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C188320C-34B1-0411-1D08-F647D2F5F619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5790131" y="4412935"/>
                  <a:ext cx="11124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32970B88-58C7-E052-7DC2-4C320156F7A8}"/>
                    </a:ext>
                  </a:extLst>
                </p14:cNvPr>
                <p14:cNvContentPartPr/>
                <p14:nvPr/>
              </p14:nvContentPartPr>
              <p14:xfrm>
                <a:off x="6103331" y="4226815"/>
                <a:ext cx="120600" cy="2318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32970B88-58C7-E052-7DC2-4C320156F7A8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6094691" y="4218175"/>
                  <a:ext cx="13824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F653700-1515-E1D5-AB5A-327E762F23D4}"/>
                    </a:ext>
                  </a:extLst>
                </p14:cNvPr>
                <p14:cNvContentPartPr/>
                <p14:nvPr/>
              </p14:nvContentPartPr>
              <p14:xfrm>
                <a:off x="6047891" y="4349935"/>
                <a:ext cx="165600" cy="115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F653700-1515-E1D5-AB5A-327E762F23D4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6039251" y="4341295"/>
                  <a:ext cx="1832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38F6932F-F89E-5848-D8C6-954AE05962EB}"/>
                    </a:ext>
                  </a:extLst>
                </p14:cNvPr>
                <p14:cNvContentPartPr/>
                <p14:nvPr/>
              </p14:nvContentPartPr>
              <p14:xfrm>
                <a:off x="6034931" y="4390255"/>
                <a:ext cx="335520" cy="2012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38F6932F-F89E-5848-D8C6-954AE05962EB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6025931" y="4381615"/>
                  <a:ext cx="3531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3BD61156-2A7E-449D-690F-B5D9147A9D49}"/>
                    </a:ext>
                  </a:extLst>
                </p14:cNvPr>
                <p14:cNvContentPartPr/>
                <p14:nvPr/>
              </p14:nvContentPartPr>
              <p14:xfrm>
                <a:off x="6057611" y="4660615"/>
                <a:ext cx="293040" cy="2034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3BD61156-2A7E-449D-690F-B5D9147A9D49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6048611" y="4651615"/>
                  <a:ext cx="310680" cy="22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311A9868-C067-7F7D-FB2E-1B6AC04121BE}"/>
              </a:ext>
            </a:extLst>
          </p:cNvPr>
          <p:cNvGrpSpPr/>
          <p:nvPr/>
        </p:nvGrpSpPr>
        <p:grpSpPr>
          <a:xfrm>
            <a:off x="6557651" y="4506535"/>
            <a:ext cx="152280" cy="60480"/>
            <a:chOff x="6557651" y="4506535"/>
            <a:chExt cx="152280" cy="6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99E2DA7D-1939-A199-72A3-549D9A94D923}"/>
                    </a:ext>
                  </a:extLst>
                </p14:cNvPr>
                <p14:cNvContentPartPr/>
                <p14:nvPr/>
              </p14:nvContentPartPr>
              <p14:xfrm>
                <a:off x="6557651" y="4506535"/>
                <a:ext cx="113040" cy="97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99E2DA7D-1939-A199-72A3-549D9A94D923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6548651" y="4497535"/>
                  <a:ext cx="1306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2947FBAB-747D-1F6F-E774-75F9EF029777}"/>
                    </a:ext>
                  </a:extLst>
                </p14:cNvPr>
                <p14:cNvContentPartPr/>
                <p14:nvPr/>
              </p14:nvContentPartPr>
              <p14:xfrm>
                <a:off x="6583931" y="4546135"/>
                <a:ext cx="126000" cy="208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2947FBAB-747D-1F6F-E774-75F9EF029777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6574931" y="4537495"/>
                  <a:ext cx="143640" cy="3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20B4D44D-8809-2778-1229-EF97CE31E259}"/>
              </a:ext>
            </a:extLst>
          </p:cNvPr>
          <p:cNvGrpSpPr/>
          <p:nvPr/>
        </p:nvGrpSpPr>
        <p:grpSpPr>
          <a:xfrm>
            <a:off x="6925931" y="4081735"/>
            <a:ext cx="1010160" cy="734040"/>
            <a:chOff x="6925931" y="4081735"/>
            <a:chExt cx="1010160" cy="73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CA686EC-EB9A-BADE-CB66-960C1B2CB6F4}"/>
                    </a:ext>
                  </a:extLst>
                </p14:cNvPr>
                <p14:cNvContentPartPr/>
                <p14:nvPr/>
              </p14:nvContentPartPr>
              <p14:xfrm>
                <a:off x="6925931" y="4368295"/>
                <a:ext cx="163080" cy="1587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CA686EC-EB9A-BADE-CB66-960C1B2CB6F4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6917291" y="4359295"/>
                  <a:ext cx="1807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5C56DB81-F4EE-0C00-048E-7566642B6D9A}"/>
                    </a:ext>
                  </a:extLst>
                </p14:cNvPr>
                <p14:cNvContentPartPr/>
                <p14:nvPr/>
              </p14:nvContentPartPr>
              <p14:xfrm>
                <a:off x="7125371" y="4452175"/>
                <a:ext cx="9720" cy="428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5C56DB81-F4EE-0C00-048E-7566642B6D9A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7116731" y="4443535"/>
                  <a:ext cx="273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1CEF78FB-5FAE-8A06-61DC-B9ED09EC0334}"/>
                    </a:ext>
                  </a:extLst>
                </p14:cNvPr>
                <p14:cNvContentPartPr/>
                <p14:nvPr/>
              </p14:nvContentPartPr>
              <p14:xfrm>
                <a:off x="7215371" y="4369375"/>
                <a:ext cx="207720" cy="15624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1CEF78FB-5FAE-8A06-61DC-B9ED09EC0334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7206371" y="4360375"/>
                  <a:ext cx="2253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CB4650F6-EBB9-B162-71D1-58E7D464297E}"/>
                    </a:ext>
                  </a:extLst>
                </p14:cNvPr>
                <p14:cNvContentPartPr/>
                <p14:nvPr/>
              </p14:nvContentPartPr>
              <p14:xfrm>
                <a:off x="7490771" y="4209175"/>
                <a:ext cx="262440" cy="11844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CB4650F6-EBB9-B162-71D1-58E7D464297E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7482131" y="4200535"/>
                  <a:ext cx="2800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502C89A-772C-42B8-8E89-B36B05637CCD}"/>
                    </a:ext>
                  </a:extLst>
                </p14:cNvPr>
                <p14:cNvContentPartPr/>
                <p14:nvPr/>
              </p14:nvContentPartPr>
              <p14:xfrm>
                <a:off x="7795331" y="4081735"/>
                <a:ext cx="140760" cy="1472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502C89A-772C-42B8-8E89-B36B05637CCD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7786331" y="4072735"/>
                  <a:ext cx="1584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6C55FB2C-0E60-02F8-8AFB-DEA8FA408861}"/>
                    </a:ext>
                  </a:extLst>
                </p14:cNvPr>
                <p14:cNvContentPartPr/>
                <p14:nvPr/>
              </p14:nvContentPartPr>
              <p14:xfrm>
                <a:off x="7462691" y="4390255"/>
                <a:ext cx="434160" cy="187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6C55FB2C-0E60-02F8-8AFB-DEA8FA408861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7454051" y="4381615"/>
                  <a:ext cx="4518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5601712D-67D1-70DE-9C12-FF58A1E4FC57}"/>
                    </a:ext>
                  </a:extLst>
                </p14:cNvPr>
                <p14:cNvContentPartPr/>
                <p14:nvPr/>
              </p14:nvContentPartPr>
              <p14:xfrm>
                <a:off x="7509491" y="4491415"/>
                <a:ext cx="322560" cy="3243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5601712D-67D1-70DE-9C12-FF58A1E4FC57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7500851" y="4482415"/>
                  <a:ext cx="340200" cy="34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BBD60DAA-4D6D-9369-2B12-AC50AE68F3BE}"/>
              </a:ext>
            </a:extLst>
          </p:cNvPr>
          <p:cNvGrpSpPr/>
          <p:nvPr/>
        </p:nvGrpSpPr>
        <p:grpSpPr>
          <a:xfrm>
            <a:off x="8441171" y="2915335"/>
            <a:ext cx="1398240" cy="385560"/>
            <a:chOff x="8441171" y="2915335"/>
            <a:chExt cx="1398240" cy="38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AD56DFB8-F7EA-D7BC-F7E1-0BFB7F9D6914}"/>
                    </a:ext>
                  </a:extLst>
                </p14:cNvPr>
                <p14:cNvContentPartPr/>
                <p14:nvPr/>
              </p14:nvContentPartPr>
              <p14:xfrm>
                <a:off x="8441171" y="2953855"/>
                <a:ext cx="162000" cy="2066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AD56DFB8-F7EA-D7BC-F7E1-0BFB7F9D6914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8432171" y="2945215"/>
                  <a:ext cx="1796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6D1B9557-4726-D25C-2E68-622F05FBFD78}"/>
                    </a:ext>
                  </a:extLst>
                </p14:cNvPr>
                <p14:cNvContentPartPr/>
                <p14:nvPr/>
              </p14:nvContentPartPr>
              <p14:xfrm>
                <a:off x="8664371" y="3095335"/>
                <a:ext cx="47160" cy="20556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6D1B9557-4726-D25C-2E68-622F05FBFD78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8655731" y="3086695"/>
                  <a:ext cx="6480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45D5768E-5CF6-7BD3-0E49-3EBD7D1E5B89}"/>
                    </a:ext>
                  </a:extLst>
                </p14:cNvPr>
                <p14:cNvContentPartPr/>
                <p14:nvPr/>
              </p14:nvContentPartPr>
              <p14:xfrm>
                <a:off x="8626211" y="3177415"/>
                <a:ext cx="132840" cy="489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45D5768E-5CF6-7BD3-0E49-3EBD7D1E5B89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8617211" y="3168775"/>
                  <a:ext cx="1504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A92B22C6-1EA8-D8B5-0F99-32EC723CE88E}"/>
                    </a:ext>
                  </a:extLst>
                </p14:cNvPr>
                <p14:cNvContentPartPr/>
                <p14:nvPr/>
              </p14:nvContentPartPr>
              <p14:xfrm>
                <a:off x="8845451" y="2999935"/>
                <a:ext cx="97200" cy="1159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A92B22C6-1EA8-D8B5-0F99-32EC723CE88E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8836811" y="2991295"/>
                  <a:ext cx="1148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BF5E05BE-B69F-B90D-E407-5DA84246B901}"/>
                    </a:ext>
                  </a:extLst>
                </p14:cNvPr>
                <p14:cNvContentPartPr/>
                <p14:nvPr/>
              </p14:nvContentPartPr>
              <p14:xfrm>
                <a:off x="9033011" y="2965735"/>
                <a:ext cx="137880" cy="17316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BF5E05BE-B69F-B90D-E407-5DA84246B901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9024011" y="2956735"/>
                  <a:ext cx="1555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DDED7B2B-B2E8-772B-2A5B-6D76071EC02C}"/>
                    </a:ext>
                  </a:extLst>
                </p14:cNvPr>
                <p14:cNvContentPartPr/>
                <p14:nvPr/>
              </p14:nvContentPartPr>
              <p14:xfrm>
                <a:off x="9225611" y="3129175"/>
                <a:ext cx="22680" cy="698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DDED7B2B-B2E8-772B-2A5B-6D76071EC02C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9216611" y="3120175"/>
                  <a:ext cx="403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2D5D9AC6-99C3-6529-07EC-8A4EB92EA640}"/>
                    </a:ext>
                  </a:extLst>
                </p14:cNvPr>
                <p14:cNvContentPartPr/>
                <p14:nvPr/>
              </p14:nvContentPartPr>
              <p14:xfrm>
                <a:off x="9392291" y="2946295"/>
                <a:ext cx="91440" cy="1101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2D5D9AC6-99C3-6529-07EC-8A4EB92EA640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9383651" y="2937655"/>
                  <a:ext cx="1090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A4357509-13AB-E66D-3DFF-1B9A9B054CA2}"/>
                    </a:ext>
                  </a:extLst>
                </p14:cNvPr>
                <p14:cNvContentPartPr/>
                <p14:nvPr/>
              </p14:nvContentPartPr>
              <p14:xfrm>
                <a:off x="9551051" y="2915335"/>
                <a:ext cx="146160" cy="20412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A4357509-13AB-E66D-3DFF-1B9A9B054CA2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9542411" y="2906695"/>
                  <a:ext cx="1638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4BA153F0-59B1-B16A-8EEF-9E050CECA86B}"/>
                    </a:ext>
                  </a:extLst>
                </p14:cNvPr>
                <p14:cNvContentPartPr/>
                <p14:nvPr/>
              </p14:nvContentPartPr>
              <p14:xfrm>
                <a:off x="9682811" y="3067975"/>
                <a:ext cx="156600" cy="2203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4BA153F0-59B1-B16A-8EEF-9E050CECA86B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9673811" y="3059335"/>
                  <a:ext cx="174240" cy="23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5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76114469-A7C6-B219-6B9F-DF9117409612}"/>
                  </a:ext>
                </a:extLst>
              </p14:cNvPr>
              <p14:cNvContentPartPr/>
              <p14:nvPr/>
            </p14:nvContentPartPr>
            <p14:xfrm>
              <a:off x="8301131" y="427375"/>
              <a:ext cx="152640" cy="15336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76114469-A7C6-B219-6B9F-DF9117409612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8292131" y="418375"/>
                <a:ext cx="17028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7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6E71A29E-1F83-3731-D061-BE04AF42D995}"/>
                  </a:ext>
                </a:extLst>
              </p14:cNvPr>
              <p14:cNvContentPartPr/>
              <p14:nvPr/>
            </p14:nvContentPartPr>
            <p14:xfrm>
              <a:off x="8368451" y="525295"/>
              <a:ext cx="47880" cy="169560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6E71A29E-1F83-3731-D061-BE04AF42D995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8359451" y="516655"/>
                <a:ext cx="65520" cy="171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9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09B60679-FE71-FD4A-3A21-F61C830384F4}"/>
                  </a:ext>
                </a:extLst>
              </p14:cNvPr>
              <p14:cNvContentPartPr/>
              <p14:nvPr/>
            </p14:nvContentPartPr>
            <p14:xfrm>
              <a:off x="8378171" y="2057455"/>
              <a:ext cx="2081160" cy="17388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09B60679-FE71-FD4A-3A21-F61C830384F4}"/>
                  </a:ext>
                </a:extLst>
              </p:cNvPr>
              <p:cNvPicPr/>
              <p:nvPr/>
            </p:nvPicPr>
            <p:blipFill>
              <a:blip r:embed="rId300"/>
              <a:stretch>
                <a:fillRect/>
              </a:stretch>
            </p:blipFill>
            <p:spPr>
              <a:xfrm>
                <a:off x="8369171" y="2048455"/>
                <a:ext cx="209880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1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CBB3D59C-9BB8-AF81-E971-78A1822B6272}"/>
                  </a:ext>
                </a:extLst>
              </p14:cNvPr>
              <p14:cNvContentPartPr/>
              <p14:nvPr/>
            </p14:nvContentPartPr>
            <p14:xfrm>
              <a:off x="10392731" y="1962775"/>
              <a:ext cx="118800" cy="173880"/>
            </p14:xfrm>
          </p:contentPart>
        </mc:Choice>
        <mc:Fallback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CBB3D59C-9BB8-AF81-E971-78A1822B6272}"/>
                  </a:ext>
                </a:extLst>
              </p:cNvPr>
              <p:cNvPicPr/>
              <p:nvPr/>
            </p:nvPicPr>
            <p:blipFill>
              <a:blip r:embed="rId302"/>
              <a:stretch>
                <a:fillRect/>
              </a:stretch>
            </p:blipFill>
            <p:spPr>
              <a:xfrm>
                <a:off x="10384091" y="1954135"/>
                <a:ext cx="13644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3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FBCF126E-1E6A-D0E1-AEB3-FAFEC0D36925}"/>
                  </a:ext>
                </a:extLst>
              </p14:cNvPr>
              <p14:cNvContentPartPr/>
              <p14:nvPr/>
            </p14:nvContentPartPr>
            <p14:xfrm>
              <a:off x="8689211" y="700255"/>
              <a:ext cx="1511640" cy="1467360"/>
            </p14:xfrm>
          </p:contentPart>
        </mc:Choice>
        <mc:Fallback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FBCF126E-1E6A-D0E1-AEB3-FAFEC0D36925}"/>
                  </a:ext>
                </a:extLst>
              </p:cNvPr>
              <p:cNvPicPr/>
              <p:nvPr/>
            </p:nvPicPr>
            <p:blipFill>
              <a:blip r:embed="rId304"/>
              <a:stretch>
                <a:fillRect/>
              </a:stretch>
            </p:blipFill>
            <p:spPr>
              <a:xfrm>
                <a:off x="8680211" y="691615"/>
                <a:ext cx="1529280" cy="148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5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A2A150A9-E82D-3335-ACE9-907EC5D7231C}"/>
                  </a:ext>
                </a:extLst>
              </p14:cNvPr>
              <p14:cNvContentPartPr/>
              <p14:nvPr/>
            </p14:nvContentPartPr>
            <p14:xfrm>
              <a:off x="8039051" y="601255"/>
              <a:ext cx="27720" cy="171360"/>
            </p14:xfrm>
          </p:contentPart>
        </mc:Choice>
        <mc:Fallback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A2A150A9-E82D-3335-ACE9-907EC5D7231C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8030051" y="592615"/>
                <a:ext cx="4536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7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9C080DC1-25CF-BD7C-9E2C-49DB614CC18A}"/>
                  </a:ext>
                </a:extLst>
              </p14:cNvPr>
              <p14:cNvContentPartPr/>
              <p14:nvPr/>
            </p14:nvContentPartPr>
            <p14:xfrm>
              <a:off x="7841051" y="563455"/>
              <a:ext cx="438840" cy="74520"/>
            </p14:xfrm>
          </p:contentPart>
        </mc:Choice>
        <mc:Fallback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9C080DC1-25CF-BD7C-9E2C-49DB614CC18A}"/>
                  </a:ext>
                </a:extLst>
              </p:cNvPr>
              <p:cNvPicPr/>
              <p:nvPr/>
            </p:nvPicPr>
            <p:blipFill>
              <a:blip r:embed="rId308"/>
              <a:stretch>
                <a:fillRect/>
              </a:stretch>
            </p:blipFill>
            <p:spPr>
              <a:xfrm>
                <a:off x="7832051" y="554455"/>
                <a:ext cx="45648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9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527140FC-E7BE-9D80-4526-D38F6EF5ABF3}"/>
                  </a:ext>
                </a:extLst>
              </p14:cNvPr>
              <p14:cNvContentPartPr/>
              <p14:nvPr/>
            </p14:nvContentPartPr>
            <p14:xfrm>
              <a:off x="10282571" y="2209375"/>
              <a:ext cx="149760" cy="138960"/>
            </p14:xfrm>
          </p:contentPart>
        </mc:Choice>
        <mc:Fallback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527140FC-E7BE-9D80-4526-D38F6EF5ABF3}"/>
                  </a:ext>
                </a:extLst>
              </p:cNvPr>
              <p:cNvPicPr/>
              <p:nvPr/>
            </p:nvPicPr>
            <p:blipFill>
              <a:blip r:embed="rId310"/>
              <a:stretch>
                <a:fillRect/>
              </a:stretch>
            </p:blipFill>
            <p:spPr>
              <a:xfrm>
                <a:off x="10273571" y="2200375"/>
                <a:ext cx="167400" cy="15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2" name="Group 211">
            <a:extLst>
              <a:ext uri="{FF2B5EF4-FFF2-40B4-BE49-F238E27FC236}">
                <a16:creationId xmlns:a16="http://schemas.microsoft.com/office/drawing/2014/main" id="{7BDA639B-5F35-C4BF-1502-9F3D127A4FE0}"/>
              </a:ext>
            </a:extLst>
          </p:cNvPr>
          <p:cNvGrpSpPr/>
          <p:nvPr/>
        </p:nvGrpSpPr>
        <p:grpSpPr>
          <a:xfrm>
            <a:off x="8463131" y="3476935"/>
            <a:ext cx="1487160" cy="393840"/>
            <a:chOff x="8463131" y="3476935"/>
            <a:chExt cx="1487160" cy="39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193850E0-A233-38FE-02B0-AC9B8BA5268B}"/>
                    </a:ext>
                  </a:extLst>
                </p14:cNvPr>
                <p14:cNvContentPartPr/>
                <p14:nvPr/>
              </p14:nvContentPartPr>
              <p14:xfrm>
                <a:off x="8463131" y="3535975"/>
                <a:ext cx="146880" cy="22248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193850E0-A233-38FE-02B0-AC9B8BA5268B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8454491" y="3526975"/>
                  <a:ext cx="1645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B0DCD479-FBBB-DD3E-3F56-140169688589}"/>
                    </a:ext>
                  </a:extLst>
                </p14:cNvPr>
                <p14:cNvContentPartPr/>
                <p14:nvPr/>
              </p14:nvContentPartPr>
              <p14:xfrm>
                <a:off x="8668691" y="3655855"/>
                <a:ext cx="58320" cy="20844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B0DCD479-FBBB-DD3E-3F56-140169688589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8660051" y="3647215"/>
                  <a:ext cx="759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B296D15C-D6A9-31E4-055C-93E87AA4F2B9}"/>
                    </a:ext>
                  </a:extLst>
                </p14:cNvPr>
                <p14:cNvContentPartPr/>
                <p14:nvPr/>
              </p14:nvContentPartPr>
              <p14:xfrm>
                <a:off x="8649251" y="3768175"/>
                <a:ext cx="102960" cy="3420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B296D15C-D6A9-31E4-055C-93E87AA4F2B9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8640611" y="3759535"/>
                  <a:ext cx="1206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30E1CE90-4F9B-218C-DDA9-0C1BC2006E7B}"/>
                    </a:ext>
                  </a:extLst>
                </p14:cNvPr>
                <p14:cNvContentPartPr/>
                <p14:nvPr/>
              </p14:nvContentPartPr>
              <p14:xfrm>
                <a:off x="8876771" y="3596455"/>
                <a:ext cx="94680" cy="1004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30E1CE90-4F9B-218C-DDA9-0C1BC2006E7B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8867771" y="3587815"/>
                  <a:ext cx="1123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3B041721-C413-1FAF-8F19-1C6DCD14C6CE}"/>
                    </a:ext>
                  </a:extLst>
                </p14:cNvPr>
                <p14:cNvContentPartPr/>
                <p14:nvPr/>
              </p14:nvContentPartPr>
              <p14:xfrm>
                <a:off x="9035891" y="3568015"/>
                <a:ext cx="288000" cy="21204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3B041721-C413-1FAF-8F19-1C6DCD14C6CE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9026891" y="3559375"/>
                  <a:ext cx="3056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038994F9-6545-6856-8356-205A5E46B1D3}"/>
                    </a:ext>
                  </a:extLst>
                </p14:cNvPr>
                <p14:cNvContentPartPr/>
                <p14:nvPr/>
              </p14:nvContentPartPr>
              <p14:xfrm>
                <a:off x="9448811" y="3507895"/>
                <a:ext cx="95760" cy="1328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038994F9-6545-6856-8356-205A5E46B1D3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9440171" y="3498895"/>
                  <a:ext cx="1134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6786BE40-F3CE-F1CE-A7AC-C01D290E86FC}"/>
                    </a:ext>
                  </a:extLst>
                </p14:cNvPr>
                <p14:cNvContentPartPr/>
                <p14:nvPr/>
              </p14:nvContentPartPr>
              <p14:xfrm>
                <a:off x="9646091" y="3476935"/>
                <a:ext cx="145080" cy="19584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6786BE40-F3CE-F1CE-A7AC-C01D290E86FC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9637451" y="3467935"/>
                  <a:ext cx="16272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724C0323-DFC4-CB76-67CE-0337F69FE0B8}"/>
                    </a:ext>
                  </a:extLst>
                </p14:cNvPr>
                <p14:cNvContentPartPr/>
                <p14:nvPr/>
              </p14:nvContentPartPr>
              <p14:xfrm>
                <a:off x="9803411" y="3602215"/>
                <a:ext cx="146880" cy="26856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724C0323-DFC4-CB76-67CE-0337F69FE0B8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9794771" y="3593575"/>
                  <a:ext cx="1645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406D48E2-3366-CCCE-620B-B739E7592932}"/>
                    </a:ext>
                  </a:extLst>
                </p14:cNvPr>
                <p14:cNvContentPartPr/>
                <p14:nvPr/>
              </p14:nvContentPartPr>
              <p14:xfrm>
                <a:off x="9040571" y="3770695"/>
                <a:ext cx="34920" cy="684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406D48E2-3366-CCCE-620B-B739E7592932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9031571" y="3761695"/>
                  <a:ext cx="52560" cy="2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9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2DB9DC96-8DE0-1B29-F0FD-7276E11EF432}"/>
                  </a:ext>
                </a:extLst>
              </p14:cNvPr>
              <p14:cNvContentPartPr/>
              <p14:nvPr/>
            </p14:nvContentPartPr>
            <p14:xfrm>
              <a:off x="10959731" y="2873575"/>
              <a:ext cx="69120" cy="90360"/>
            </p14:xfrm>
          </p:contentPart>
        </mc:Choice>
        <mc:Fallback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2DB9DC96-8DE0-1B29-F0FD-7276E11EF432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10951091" y="2864575"/>
                <a:ext cx="86760" cy="10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8" name="Group 227">
            <a:extLst>
              <a:ext uri="{FF2B5EF4-FFF2-40B4-BE49-F238E27FC236}">
                <a16:creationId xmlns:a16="http://schemas.microsoft.com/office/drawing/2014/main" id="{897C9CFA-CD66-FEB3-1CAE-AC60334A1EE4}"/>
              </a:ext>
            </a:extLst>
          </p:cNvPr>
          <p:cNvGrpSpPr/>
          <p:nvPr/>
        </p:nvGrpSpPr>
        <p:grpSpPr>
          <a:xfrm>
            <a:off x="10171691" y="2837935"/>
            <a:ext cx="1575360" cy="505800"/>
            <a:chOff x="10171691" y="2837935"/>
            <a:chExt cx="1575360" cy="50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13175E8F-C498-048C-3E16-B60ED40071E2}"/>
                    </a:ext>
                  </a:extLst>
                </p14:cNvPr>
                <p14:cNvContentPartPr/>
                <p14:nvPr/>
              </p14:nvContentPartPr>
              <p14:xfrm>
                <a:off x="10171691" y="3218455"/>
                <a:ext cx="126360" cy="1548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13175E8F-C498-048C-3E16-B60ED40071E2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0162691" y="3209455"/>
                  <a:ext cx="1440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AF114C91-3E27-32D4-7989-37DB27547511}"/>
                    </a:ext>
                  </a:extLst>
                </p14:cNvPr>
                <p14:cNvContentPartPr/>
                <p14:nvPr/>
              </p14:nvContentPartPr>
              <p14:xfrm>
                <a:off x="10173851" y="3210895"/>
                <a:ext cx="313560" cy="13284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AF114C91-3E27-32D4-7989-37DB27547511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0165211" y="3201895"/>
                  <a:ext cx="3312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08A8BB4-3B80-C66E-16B5-328E419A25AE}"/>
                    </a:ext>
                  </a:extLst>
                </p14:cNvPr>
                <p14:cNvContentPartPr/>
                <p14:nvPr/>
              </p14:nvContentPartPr>
              <p14:xfrm>
                <a:off x="10624931" y="2910295"/>
                <a:ext cx="164520" cy="15336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08A8BB4-3B80-C66E-16B5-328E419A25AE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10616291" y="2901295"/>
                  <a:ext cx="1821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2C535E1C-2A33-2390-6A6E-C5FE86716EFA}"/>
                    </a:ext>
                  </a:extLst>
                </p14:cNvPr>
                <p14:cNvContentPartPr/>
                <p14:nvPr/>
              </p14:nvContentPartPr>
              <p14:xfrm>
                <a:off x="10848131" y="2989135"/>
                <a:ext cx="34200" cy="1418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2C535E1C-2A33-2390-6A6E-C5FE86716EFA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0839491" y="2980135"/>
                  <a:ext cx="518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034129D4-3AA1-A241-2BB1-0A6CE8433935}"/>
                    </a:ext>
                  </a:extLst>
                </p14:cNvPr>
                <p14:cNvContentPartPr/>
                <p14:nvPr/>
              </p14:nvContentPartPr>
              <p14:xfrm>
                <a:off x="10814651" y="3076975"/>
                <a:ext cx="79560" cy="1152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034129D4-3AA1-A241-2BB1-0A6CE8433935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0806011" y="3068335"/>
                  <a:ext cx="972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AA0E6A3D-E472-859A-813D-0AA048C61BC4}"/>
                    </a:ext>
                  </a:extLst>
                </p14:cNvPr>
                <p14:cNvContentPartPr/>
                <p14:nvPr/>
              </p14:nvContentPartPr>
              <p14:xfrm>
                <a:off x="11103011" y="2875375"/>
                <a:ext cx="156600" cy="14328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AA0E6A3D-E472-859A-813D-0AA048C61BC4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1094371" y="2866375"/>
                  <a:ext cx="1742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F7A4CD53-EA72-0C5E-E320-A0BD06ACF636}"/>
                    </a:ext>
                  </a:extLst>
                </p14:cNvPr>
                <p14:cNvContentPartPr/>
                <p14:nvPr/>
              </p14:nvContentPartPr>
              <p14:xfrm>
                <a:off x="11313611" y="2989495"/>
                <a:ext cx="18000" cy="7992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F7A4CD53-EA72-0C5E-E320-A0BD06ACF636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1304971" y="2980855"/>
                  <a:ext cx="356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C9666DE2-EB91-0998-BCBA-73CE2C77868B}"/>
                    </a:ext>
                  </a:extLst>
                </p14:cNvPr>
                <p14:cNvContentPartPr/>
                <p14:nvPr/>
              </p14:nvContentPartPr>
              <p14:xfrm>
                <a:off x="11387411" y="2878615"/>
                <a:ext cx="102960" cy="925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C9666DE2-EB91-0998-BCBA-73CE2C77868B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1378771" y="2869975"/>
                  <a:ext cx="1206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16331749-4167-EAFA-E673-883045CE8671}"/>
                    </a:ext>
                  </a:extLst>
                </p14:cNvPr>
                <p14:cNvContentPartPr/>
                <p14:nvPr/>
              </p14:nvContentPartPr>
              <p14:xfrm>
                <a:off x="11533211" y="2837935"/>
                <a:ext cx="101880" cy="20664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16331749-4167-EAFA-E673-883045CE8671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1524571" y="2828935"/>
                  <a:ext cx="1195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66462734-0385-B045-72DE-17E3C6F9A116}"/>
                    </a:ext>
                  </a:extLst>
                </p14:cNvPr>
                <p14:cNvContentPartPr/>
                <p14:nvPr/>
              </p14:nvContentPartPr>
              <p14:xfrm>
                <a:off x="11629331" y="2940175"/>
                <a:ext cx="117720" cy="20196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66462734-0385-B045-72DE-17E3C6F9A116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1620331" y="2931175"/>
                  <a:ext cx="1353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C9CC199D-F993-A8E4-1E38-6BF687D6F987}"/>
                    </a:ext>
                  </a:extLst>
                </p14:cNvPr>
                <p14:cNvContentPartPr/>
                <p14:nvPr/>
              </p14:nvContentPartPr>
              <p14:xfrm>
                <a:off x="11605571" y="2865295"/>
                <a:ext cx="31320" cy="16488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C9CC199D-F993-A8E4-1E38-6BF687D6F987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1596931" y="2856295"/>
                  <a:ext cx="48960" cy="18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078F1AC9-801F-7FEC-3CB5-B7587178E1B5}"/>
              </a:ext>
            </a:extLst>
          </p:cNvPr>
          <p:cNvGrpSpPr/>
          <p:nvPr/>
        </p:nvGrpSpPr>
        <p:grpSpPr>
          <a:xfrm>
            <a:off x="10561571" y="3397735"/>
            <a:ext cx="1253880" cy="352800"/>
            <a:chOff x="10561571" y="3397735"/>
            <a:chExt cx="1253880" cy="35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4B7C58BB-DC8C-6BCA-559E-052259E17616}"/>
                    </a:ext>
                  </a:extLst>
                </p14:cNvPr>
                <p14:cNvContentPartPr/>
                <p14:nvPr/>
              </p14:nvContentPartPr>
              <p14:xfrm>
                <a:off x="10561571" y="3425815"/>
                <a:ext cx="135720" cy="18720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4B7C58BB-DC8C-6BCA-559E-052259E17616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0552571" y="3417175"/>
                  <a:ext cx="1533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7CCD9597-956A-F6FC-E9D6-BEB13B08EB3C}"/>
                    </a:ext>
                  </a:extLst>
                </p14:cNvPr>
                <p14:cNvContentPartPr/>
                <p14:nvPr/>
              </p14:nvContentPartPr>
              <p14:xfrm>
                <a:off x="10732211" y="3508255"/>
                <a:ext cx="51840" cy="17964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7CCD9597-956A-F6FC-E9D6-BEB13B08EB3C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0723571" y="3499255"/>
                  <a:ext cx="694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2B8D88A0-25BC-8CCC-59D5-E18854FCEBAB}"/>
                    </a:ext>
                  </a:extLst>
                </p14:cNvPr>
                <p14:cNvContentPartPr/>
                <p14:nvPr/>
              </p14:nvContentPartPr>
              <p14:xfrm>
                <a:off x="10691171" y="3591775"/>
                <a:ext cx="141120" cy="5112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2B8D88A0-25BC-8CCC-59D5-E18854FCEBAB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0682171" y="3583135"/>
                  <a:ext cx="1587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6832F88A-8264-D48E-3C18-E7374CEDCD84}"/>
                    </a:ext>
                  </a:extLst>
                </p14:cNvPr>
                <p14:cNvContentPartPr/>
                <p14:nvPr/>
              </p14:nvContentPartPr>
              <p14:xfrm>
                <a:off x="10854251" y="3476215"/>
                <a:ext cx="98640" cy="10080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6832F88A-8264-D48E-3C18-E7374CEDCD84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0845251" y="3467575"/>
                  <a:ext cx="11628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B737D0CF-9A77-1787-E520-61137777C45B}"/>
                    </a:ext>
                  </a:extLst>
                </p14:cNvPr>
                <p14:cNvContentPartPr/>
                <p14:nvPr/>
              </p14:nvContentPartPr>
              <p14:xfrm>
                <a:off x="10988171" y="3459295"/>
                <a:ext cx="310680" cy="18864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B737D0CF-9A77-1787-E520-61137777C45B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0979531" y="3450655"/>
                  <a:ext cx="3283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0DDA01C5-A078-448A-B74D-08DDD196B41E}"/>
                    </a:ext>
                  </a:extLst>
                </p14:cNvPr>
                <p14:cNvContentPartPr/>
                <p14:nvPr/>
              </p14:nvContentPartPr>
              <p14:xfrm>
                <a:off x="11384531" y="3426175"/>
                <a:ext cx="92880" cy="8172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0DDA01C5-A078-448A-B74D-08DDD196B41E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1375891" y="3417175"/>
                  <a:ext cx="1105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0DE7E05F-C380-4725-CBD5-4E47F28BFAF8}"/>
                    </a:ext>
                  </a:extLst>
                </p14:cNvPr>
                <p14:cNvContentPartPr/>
                <p14:nvPr/>
              </p14:nvContentPartPr>
              <p14:xfrm>
                <a:off x="11507291" y="3397735"/>
                <a:ext cx="147600" cy="1872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0DE7E05F-C380-4725-CBD5-4E47F28BFAF8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1498651" y="3388735"/>
                  <a:ext cx="1652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9D62D78D-D0D5-D52C-13F2-7FAAE9504EC7}"/>
                    </a:ext>
                  </a:extLst>
                </p14:cNvPr>
                <p14:cNvContentPartPr/>
                <p14:nvPr/>
              </p14:nvContentPartPr>
              <p14:xfrm>
                <a:off x="11698451" y="3474415"/>
                <a:ext cx="117000" cy="27612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9D62D78D-D0D5-D52C-13F2-7FAAE9504EC7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1689811" y="3465775"/>
                  <a:ext cx="134640" cy="29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683A8FAA-2F31-9044-B287-112A6571CBAA}"/>
              </a:ext>
            </a:extLst>
          </p:cNvPr>
          <p:cNvGrpSpPr/>
          <p:nvPr/>
        </p:nvGrpSpPr>
        <p:grpSpPr>
          <a:xfrm>
            <a:off x="10276811" y="4074535"/>
            <a:ext cx="874080" cy="250920"/>
            <a:chOff x="10276811" y="4074535"/>
            <a:chExt cx="874080" cy="25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ED4FA2F8-11AE-C64C-CA15-2C634C07C647}"/>
                    </a:ext>
                  </a:extLst>
                </p14:cNvPr>
                <p14:cNvContentPartPr/>
                <p14:nvPr/>
              </p14:nvContentPartPr>
              <p14:xfrm>
                <a:off x="10276811" y="4074535"/>
                <a:ext cx="174960" cy="20556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ED4FA2F8-11AE-C64C-CA15-2C634C07C647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0267811" y="4065895"/>
                  <a:ext cx="19260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8D5FE38A-71CC-2122-376E-ACFE5B94F68B}"/>
                    </a:ext>
                  </a:extLst>
                </p14:cNvPr>
                <p14:cNvContentPartPr/>
                <p14:nvPr/>
              </p14:nvContentPartPr>
              <p14:xfrm>
                <a:off x="10488491" y="4219255"/>
                <a:ext cx="129960" cy="10620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8D5FE38A-71CC-2122-376E-ACFE5B94F68B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0479851" y="4210255"/>
                  <a:ext cx="1476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CD94E1AD-ED5C-D52A-BB3B-7CC182CE6612}"/>
                    </a:ext>
                  </a:extLst>
                </p14:cNvPr>
                <p14:cNvContentPartPr/>
                <p14:nvPr/>
              </p14:nvContentPartPr>
              <p14:xfrm>
                <a:off x="10720691" y="4109455"/>
                <a:ext cx="89280" cy="12132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CD94E1AD-ED5C-D52A-BB3B-7CC182CE6612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0712051" y="4100815"/>
                  <a:ext cx="1069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E9878C64-EFEE-BD8E-7EDB-685DF4B11E20}"/>
                    </a:ext>
                  </a:extLst>
                </p14:cNvPr>
                <p14:cNvContentPartPr/>
                <p14:nvPr/>
              </p14:nvContentPartPr>
              <p14:xfrm>
                <a:off x="10912931" y="4102615"/>
                <a:ext cx="169560" cy="16416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E9878C64-EFEE-BD8E-7EDB-685DF4B11E20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0903931" y="4093615"/>
                  <a:ext cx="1872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E3C8233A-8580-6AF0-2C21-E008772FEE78}"/>
                    </a:ext>
                  </a:extLst>
                </p14:cNvPr>
                <p14:cNvContentPartPr/>
                <p14:nvPr/>
              </p14:nvContentPartPr>
              <p14:xfrm>
                <a:off x="11138291" y="4187935"/>
                <a:ext cx="12600" cy="11304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E3C8233A-8580-6AF0-2C21-E008772FEE78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1129291" y="4178935"/>
                  <a:ext cx="30240" cy="13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4E544002-E418-F51E-1D18-78D730586E4C}"/>
              </a:ext>
            </a:extLst>
          </p:cNvPr>
          <p:cNvGrpSpPr/>
          <p:nvPr/>
        </p:nvGrpSpPr>
        <p:grpSpPr>
          <a:xfrm>
            <a:off x="10032371" y="4435975"/>
            <a:ext cx="1376640" cy="591480"/>
            <a:chOff x="10032371" y="4435975"/>
            <a:chExt cx="1376640" cy="59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F58DC513-B1F6-288F-F638-81B9AA6C1D69}"/>
                    </a:ext>
                  </a:extLst>
                </p14:cNvPr>
                <p14:cNvContentPartPr/>
                <p14:nvPr/>
              </p14:nvContentPartPr>
              <p14:xfrm>
                <a:off x="10219931" y="4620295"/>
                <a:ext cx="163800" cy="18072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F58DC513-B1F6-288F-F638-81B9AA6C1D69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0210931" y="4611655"/>
                  <a:ext cx="1814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FC376A91-6FF2-B86C-DC44-89DB3D4C087A}"/>
                    </a:ext>
                  </a:extLst>
                </p14:cNvPr>
                <p14:cNvContentPartPr/>
                <p14:nvPr/>
              </p14:nvContentPartPr>
              <p14:xfrm>
                <a:off x="10492451" y="4583575"/>
                <a:ext cx="187200" cy="23004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FC376A91-6FF2-B86C-DC44-89DB3D4C087A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0483811" y="4574575"/>
                  <a:ext cx="20484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C1289B37-AB1D-3D4A-25BB-8E76C096B015}"/>
                    </a:ext>
                  </a:extLst>
                </p14:cNvPr>
                <p14:cNvContentPartPr/>
                <p14:nvPr/>
              </p14:nvContentPartPr>
              <p14:xfrm>
                <a:off x="10411091" y="4543255"/>
                <a:ext cx="292320" cy="2376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C1289B37-AB1D-3D4A-25BB-8E76C096B015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0402091" y="4534615"/>
                  <a:ext cx="3099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2C58D478-A29A-67DD-83BD-EE07EC483A8F}"/>
                    </a:ext>
                  </a:extLst>
                </p14:cNvPr>
                <p14:cNvContentPartPr/>
                <p14:nvPr/>
              </p14:nvContentPartPr>
              <p14:xfrm>
                <a:off x="10867931" y="4612735"/>
                <a:ext cx="101520" cy="13176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2C58D478-A29A-67DD-83BD-EE07EC483A8F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0858931" y="4603735"/>
                  <a:ext cx="1191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024514A1-F88F-1EF8-014C-3FE650D5E770}"/>
                    </a:ext>
                  </a:extLst>
                </p14:cNvPr>
                <p14:cNvContentPartPr/>
                <p14:nvPr/>
              </p14:nvContentPartPr>
              <p14:xfrm>
                <a:off x="11055131" y="4562695"/>
                <a:ext cx="175680" cy="18936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024514A1-F88F-1EF8-014C-3FE650D5E770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1046131" y="4553695"/>
                  <a:ext cx="1933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B1577B89-EFE0-6B6E-83E2-836193A4DB43}"/>
                    </a:ext>
                  </a:extLst>
                </p14:cNvPr>
                <p14:cNvContentPartPr/>
                <p14:nvPr/>
              </p14:nvContentPartPr>
              <p14:xfrm>
                <a:off x="10032371" y="4470895"/>
                <a:ext cx="22320" cy="55656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B1577B89-EFE0-6B6E-83E2-836193A4DB43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0023371" y="4462255"/>
                  <a:ext cx="39960" cy="57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923C698A-C67B-E663-8B5C-9331A5F50EEA}"/>
                    </a:ext>
                  </a:extLst>
                </p14:cNvPr>
                <p14:cNvContentPartPr/>
                <p14:nvPr/>
              </p14:nvContentPartPr>
              <p14:xfrm>
                <a:off x="10056851" y="4435975"/>
                <a:ext cx="1352160" cy="56124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923C698A-C67B-E663-8B5C-9331A5F50EEA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0047851" y="4426975"/>
                  <a:ext cx="1369800" cy="57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665F3500-569B-F2C7-C360-BCAC291282CC}"/>
              </a:ext>
            </a:extLst>
          </p:cNvPr>
          <p:cNvGrpSpPr/>
          <p:nvPr/>
        </p:nvGrpSpPr>
        <p:grpSpPr>
          <a:xfrm>
            <a:off x="3225491" y="5107015"/>
            <a:ext cx="555480" cy="318960"/>
            <a:chOff x="3225491" y="5107015"/>
            <a:chExt cx="555480" cy="31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040A6FEF-2C8A-8500-55D8-57F970D8579A}"/>
                    </a:ext>
                  </a:extLst>
                </p14:cNvPr>
                <p14:cNvContentPartPr/>
                <p14:nvPr/>
              </p14:nvContentPartPr>
              <p14:xfrm>
                <a:off x="3225491" y="5107015"/>
                <a:ext cx="216360" cy="31896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040A6FEF-2C8A-8500-55D8-57F970D8579A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3216491" y="5098375"/>
                  <a:ext cx="23400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68148643-9796-6E3A-7934-56569B6F5912}"/>
                    </a:ext>
                  </a:extLst>
                </p14:cNvPr>
                <p14:cNvContentPartPr/>
                <p14:nvPr/>
              </p14:nvContentPartPr>
              <p14:xfrm>
                <a:off x="3228371" y="5266135"/>
                <a:ext cx="291600" cy="10188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68148643-9796-6E3A-7934-56569B6F5912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3219371" y="5257495"/>
                  <a:ext cx="3092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49E7CB9B-2011-2A55-0D2A-F99546302D6A}"/>
                    </a:ext>
                  </a:extLst>
                </p14:cNvPr>
                <p14:cNvContentPartPr/>
                <p14:nvPr/>
              </p14:nvContentPartPr>
              <p14:xfrm>
                <a:off x="3481811" y="5210335"/>
                <a:ext cx="299160" cy="15408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49E7CB9B-2011-2A55-0D2A-F99546302D6A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3472811" y="5201335"/>
                  <a:ext cx="316800" cy="171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9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B014600C-BC54-F439-0F77-DB2FEB397073}"/>
                  </a:ext>
                </a:extLst>
              </p14:cNvPr>
              <p14:cNvContentPartPr/>
              <p14:nvPr/>
            </p14:nvContentPartPr>
            <p14:xfrm>
              <a:off x="3154211" y="5508055"/>
              <a:ext cx="816480" cy="36720"/>
            </p14:xfrm>
          </p:contentPart>
        </mc:Choice>
        <mc:Fallback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B014600C-BC54-F439-0F77-DB2FEB397073}"/>
                  </a:ext>
                </a:extLst>
              </p:cNvPr>
              <p:cNvPicPr/>
              <p:nvPr/>
            </p:nvPicPr>
            <p:blipFill>
              <a:blip r:embed="rId400"/>
              <a:stretch>
                <a:fillRect/>
              </a:stretch>
            </p:blipFill>
            <p:spPr>
              <a:xfrm>
                <a:off x="3145571" y="5499415"/>
                <a:ext cx="834120" cy="5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5" name="Group 264">
            <a:extLst>
              <a:ext uri="{FF2B5EF4-FFF2-40B4-BE49-F238E27FC236}">
                <a16:creationId xmlns:a16="http://schemas.microsoft.com/office/drawing/2014/main" id="{7AE376F2-F8CD-2F7A-823D-BCBF61A6BF7C}"/>
              </a:ext>
            </a:extLst>
          </p:cNvPr>
          <p:cNvGrpSpPr/>
          <p:nvPr/>
        </p:nvGrpSpPr>
        <p:grpSpPr>
          <a:xfrm>
            <a:off x="3243851" y="5661775"/>
            <a:ext cx="1343520" cy="274320"/>
            <a:chOff x="3243851" y="5661775"/>
            <a:chExt cx="1343520" cy="27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46A431E0-F0E5-B770-3DD5-5322C3D171B0}"/>
                    </a:ext>
                  </a:extLst>
                </p14:cNvPr>
                <p14:cNvContentPartPr/>
                <p14:nvPr/>
              </p14:nvContentPartPr>
              <p14:xfrm>
                <a:off x="3243851" y="5819455"/>
                <a:ext cx="383400" cy="1296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46A431E0-F0E5-B770-3DD5-5322C3D171B0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3234851" y="5810815"/>
                  <a:ext cx="4010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489FB9D4-B3B1-0316-8953-C6BF4E3371D9}"/>
                    </a:ext>
                  </a:extLst>
                </p14:cNvPr>
                <p14:cNvContentPartPr/>
                <p14:nvPr/>
              </p14:nvContentPartPr>
              <p14:xfrm>
                <a:off x="3582611" y="5793895"/>
                <a:ext cx="89640" cy="11052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489FB9D4-B3B1-0316-8953-C6BF4E3371D9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3573611" y="5785255"/>
                  <a:ext cx="1072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3A5A6F60-4662-21C7-51D4-214C1B5540EC}"/>
                    </a:ext>
                  </a:extLst>
                </p14:cNvPr>
                <p14:cNvContentPartPr/>
                <p14:nvPr/>
              </p14:nvContentPartPr>
              <p14:xfrm>
                <a:off x="3821291" y="5802895"/>
                <a:ext cx="15480" cy="12420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3A5A6F60-4662-21C7-51D4-214C1B5540EC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3812651" y="5793895"/>
                  <a:ext cx="331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AC91B713-C020-E8D8-B0E4-5ED3078928FE}"/>
                    </a:ext>
                  </a:extLst>
                </p14:cNvPr>
                <p14:cNvContentPartPr/>
                <p14:nvPr/>
              </p14:nvContentPartPr>
              <p14:xfrm>
                <a:off x="3844691" y="5720455"/>
                <a:ext cx="9720" cy="1080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AC91B713-C020-E8D8-B0E4-5ED3078928FE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3836051" y="5711815"/>
                  <a:ext cx="273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CA2E2B1B-7B72-0D3B-EA85-7CB699FD6834}"/>
                    </a:ext>
                  </a:extLst>
                </p14:cNvPr>
                <p14:cNvContentPartPr/>
                <p14:nvPr/>
              </p14:nvContentPartPr>
              <p14:xfrm>
                <a:off x="3891491" y="5661775"/>
                <a:ext cx="695880" cy="27432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CA2E2B1B-7B72-0D3B-EA85-7CB699FD6834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3882851" y="5653135"/>
                  <a:ext cx="713520" cy="291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1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18D8CE0F-24AE-FDF0-9883-30989ABF5931}"/>
                  </a:ext>
                </a:extLst>
              </p14:cNvPr>
              <p14:cNvContentPartPr/>
              <p14:nvPr/>
            </p14:nvContentPartPr>
            <p14:xfrm>
              <a:off x="4848011" y="5725855"/>
              <a:ext cx="541440" cy="336240"/>
            </p14:xfrm>
          </p:contentPart>
        </mc:Choice>
        <mc:Fallback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18D8CE0F-24AE-FDF0-9883-30989ABF5931}"/>
                  </a:ext>
                </a:extLst>
              </p:cNvPr>
              <p:cNvPicPr/>
              <p:nvPr/>
            </p:nvPicPr>
            <p:blipFill>
              <a:blip r:embed="rId412"/>
              <a:stretch>
                <a:fillRect/>
              </a:stretch>
            </p:blipFill>
            <p:spPr>
              <a:xfrm>
                <a:off x="4839371" y="5716855"/>
                <a:ext cx="559080" cy="353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7" name="Group 296">
            <a:extLst>
              <a:ext uri="{FF2B5EF4-FFF2-40B4-BE49-F238E27FC236}">
                <a16:creationId xmlns:a16="http://schemas.microsoft.com/office/drawing/2014/main" id="{81BB541F-FA74-DA89-F586-B200C5B62B42}"/>
              </a:ext>
            </a:extLst>
          </p:cNvPr>
          <p:cNvGrpSpPr/>
          <p:nvPr/>
        </p:nvGrpSpPr>
        <p:grpSpPr>
          <a:xfrm>
            <a:off x="5846291" y="6160375"/>
            <a:ext cx="1128240" cy="314640"/>
            <a:chOff x="5846291" y="6160375"/>
            <a:chExt cx="1128240" cy="31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FB3F04D7-439A-FEE9-331C-7D5496567B3F}"/>
                    </a:ext>
                  </a:extLst>
                </p14:cNvPr>
                <p14:cNvContentPartPr/>
                <p14:nvPr/>
              </p14:nvContentPartPr>
              <p14:xfrm>
                <a:off x="5992091" y="6202495"/>
                <a:ext cx="28080" cy="20340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FB3F04D7-439A-FEE9-331C-7D5496567B3F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5983451" y="6193855"/>
                  <a:ext cx="457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79727DA5-C745-EDE2-D369-22DB2F6ADD3B}"/>
                    </a:ext>
                  </a:extLst>
                </p14:cNvPr>
                <p14:cNvContentPartPr/>
                <p14:nvPr/>
              </p14:nvContentPartPr>
              <p14:xfrm>
                <a:off x="5846291" y="6181615"/>
                <a:ext cx="345240" cy="29340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79727DA5-C745-EDE2-D369-22DB2F6ADD3B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5837291" y="6172615"/>
                  <a:ext cx="36288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74448933-CFF6-F295-B225-A452FDE77517}"/>
                    </a:ext>
                  </a:extLst>
                </p14:cNvPr>
                <p14:cNvContentPartPr/>
                <p14:nvPr/>
              </p14:nvContentPartPr>
              <p14:xfrm>
                <a:off x="6344531" y="6270175"/>
                <a:ext cx="139320" cy="10332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74448933-CFF6-F295-B225-A452FDE77517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6335531" y="6261175"/>
                  <a:ext cx="1569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2844CBA0-ADCF-4479-8333-0E11DF585F2C}"/>
                    </a:ext>
                  </a:extLst>
                </p14:cNvPr>
                <p14:cNvContentPartPr/>
                <p14:nvPr/>
              </p14:nvContentPartPr>
              <p14:xfrm>
                <a:off x="6664211" y="6176215"/>
                <a:ext cx="24840" cy="18936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2844CBA0-ADCF-4479-8333-0E11DF585F2C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6655571" y="6167575"/>
                  <a:ext cx="424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9D0CE7BC-6104-8B18-D0F4-EAE178E6BA7A}"/>
                    </a:ext>
                  </a:extLst>
                </p14:cNvPr>
                <p14:cNvContentPartPr/>
                <p14:nvPr/>
              </p14:nvContentPartPr>
              <p14:xfrm>
                <a:off x="6495731" y="6160375"/>
                <a:ext cx="322560" cy="3708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9D0CE7BC-6104-8B18-D0F4-EAE178E6BA7A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6486731" y="6151735"/>
                  <a:ext cx="3402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8F00331B-3290-78BD-9DF1-724E4C795DCE}"/>
                    </a:ext>
                  </a:extLst>
                </p14:cNvPr>
                <p14:cNvContentPartPr/>
                <p14:nvPr/>
              </p14:nvContentPartPr>
              <p14:xfrm>
                <a:off x="6774731" y="6343255"/>
                <a:ext cx="199800" cy="10872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8F00331B-3290-78BD-9DF1-724E4C795DCE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6765731" y="6334615"/>
                  <a:ext cx="217440" cy="12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C43269D6-3C38-1D81-5D53-33C533A64C87}"/>
              </a:ext>
            </a:extLst>
          </p:cNvPr>
          <p:cNvGrpSpPr/>
          <p:nvPr/>
        </p:nvGrpSpPr>
        <p:grpSpPr>
          <a:xfrm>
            <a:off x="7226531" y="6175855"/>
            <a:ext cx="425160" cy="134640"/>
            <a:chOff x="7226531" y="6175855"/>
            <a:chExt cx="425160" cy="13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04F9CE71-7245-7E07-633F-CE10E061522B}"/>
                    </a:ext>
                  </a:extLst>
                </p14:cNvPr>
                <p14:cNvContentPartPr/>
                <p14:nvPr/>
              </p14:nvContentPartPr>
              <p14:xfrm>
                <a:off x="7226531" y="6213295"/>
                <a:ext cx="291960" cy="2340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04F9CE71-7245-7E07-633F-CE10E061522B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7217531" y="6204655"/>
                  <a:ext cx="3096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6AB97C5E-40BD-966F-F59A-D2E59DA76123}"/>
                    </a:ext>
                  </a:extLst>
                </p14:cNvPr>
                <p14:cNvContentPartPr/>
                <p14:nvPr/>
              </p14:nvContentPartPr>
              <p14:xfrm>
                <a:off x="7526411" y="6175855"/>
                <a:ext cx="125280" cy="13464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6AB97C5E-40BD-966F-F59A-D2E59DA76123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7517771" y="6166855"/>
                  <a:ext cx="142920" cy="15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396AA14D-F0AC-67AB-0FF7-624F01A2F470}"/>
              </a:ext>
            </a:extLst>
          </p:cNvPr>
          <p:cNvGrpSpPr/>
          <p:nvPr/>
        </p:nvGrpSpPr>
        <p:grpSpPr>
          <a:xfrm>
            <a:off x="7956611" y="6149935"/>
            <a:ext cx="705600" cy="168840"/>
            <a:chOff x="7956611" y="6149935"/>
            <a:chExt cx="705600" cy="16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B33CBB3B-4091-7EE1-5522-E4258F2C503B}"/>
                    </a:ext>
                  </a:extLst>
                </p14:cNvPr>
                <p14:cNvContentPartPr/>
                <p14:nvPr/>
              </p14:nvContentPartPr>
              <p14:xfrm>
                <a:off x="7956611" y="6158935"/>
                <a:ext cx="186840" cy="15984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B33CBB3B-4091-7EE1-5522-E4258F2C503B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7947971" y="6149935"/>
                  <a:ext cx="2044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61CC0224-0DEF-8E9D-3C4C-B6219697B799}"/>
                    </a:ext>
                  </a:extLst>
                </p14:cNvPr>
                <p14:cNvContentPartPr/>
                <p14:nvPr/>
              </p14:nvContentPartPr>
              <p14:xfrm>
                <a:off x="8240291" y="6152095"/>
                <a:ext cx="227520" cy="13284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61CC0224-0DEF-8E9D-3C4C-B6219697B799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8231291" y="6143095"/>
                  <a:ext cx="2451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3861ED6A-E5CF-AA72-9A39-3502BE08EAFE}"/>
                    </a:ext>
                  </a:extLst>
                </p14:cNvPr>
                <p14:cNvContentPartPr/>
                <p14:nvPr/>
              </p14:nvContentPartPr>
              <p14:xfrm>
                <a:off x="8532611" y="6149935"/>
                <a:ext cx="129600" cy="8352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3861ED6A-E5CF-AA72-9A39-3502BE08EAFE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8523971" y="6141295"/>
                  <a:ext cx="147240" cy="10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2DF5CADF-7EE3-A4BC-1082-439BD84E7F3C}"/>
              </a:ext>
            </a:extLst>
          </p:cNvPr>
          <p:cNvGrpSpPr/>
          <p:nvPr/>
        </p:nvGrpSpPr>
        <p:grpSpPr>
          <a:xfrm>
            <a:off x="8895131" y="5892895"/>
            <a:ext cx="972720" cy="528480"/>
            <a:chOff x="8895131" y="5892895"/>
            <a:chExt cx="972720" cy="52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D2761D7D-2716-BF74-D973-4AA67D20022F}"/>
                    </a:ext>
                  </a:extLst>
                </p14:cNvPr>
                <p14:cNvContentPartPr/>
                <p14:nvPr/>
              </p14:nvContentPartPr>
              <p14:xfrm>
                <a:off x="8895131" y="5892895"/>
                <a:ext cx="153360" cy="52848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D2761D7D-2716-BF74-D973-4AA67D20022F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8886131" y="5883895"/>
                  <a:ext cx="171000" cy="54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21B07257-E79E-D803-40B4-AEA7E6EED6E2}"/>
                    </a:ext>
                  </a:extLst>
                </p14:cNvPr>
                <p14:cNvContentPartPr/>
                <p14:nvPr/>
              </p14:nvContentPartPr>
              <p14:xfrm>
                <a:off x="9047051" y="6097735"/>
                <a:ext cx="263160" cy="18828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21B07257-E79E-D803-40B4-AEA7E6EED6E2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9038051" y="6089095"/>
                  <a:ext cx="2808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BBDAB2AD-A540-08DB-8262-3165FB02D187}"/>
                    </a:ext>
                  </a:extLst>
                </p14:cNvPr>
                <p14:cNvContentPartPr/>
                <p14:nvPr/>
              </p14:nvContentPartPr>
              <p14:xfrm>
                <a:off x="9398411" y="6031855"/>
                <a:ext cx="254160" cy="19656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BBDAB2AD-A540-08DB-8262-3165FB02D187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9389411" y="6023215"/>
                  <a:ext cx="2718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52EB1DD3-E66C-9C20-688B-8C5973CD69F2}"/>
                    </a:ext>
                  </a:extLst>
                </p14:cNvPr>
                <p14:cNvContentPartPr/>
                <p14:nvPr/>
              </p14:nvContentPartPr>
              <p14:xfrm>
                <a:off x="9576971" y="6037975"/>
                <a:ext cx="290880" cy="18000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52EB1DD3-E66C-9C20-688B-8C5973CD69F2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9567971" y="6029335"/>
                  <a:ext cx="308520" cy="19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7" name="Group 306">
            <a:extLst>
              <a:ext uri="{FF2B5EF4-FFF2-40B4-BE49-F238E27FC236}">
                <a16:creationId xmlns:a16="http://schemas.microsoft.com/office/drawing/2014/main" id="{674CE032-0E0B-D451-F69B-7D37732F6B06}"/>
              </a:ext>
            </a:extLst>
          </p:cNvPr>
          <p:cNvGrpSpPr/>
          <p:nvPr/>
        </p:nvGrpSpPr>
        <p:grpSpPr>
          <a:xfrm>
            <a:off x="8765531" y="6502735"/>
            <a:ext cx="221400" cy="176040"/>
            <a:chOff x="8765531" y="6502735"/>
            <a:chExt cx="221400" cy="17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3786DB2A-097B-5665-D0E0-61B5DE6F5A16}"/>
                    </a:ext>
                  </a:extLst>
                </p14:cNvPr>
                <p14:cNvContentPartPr/>
                <p14:nvPr/>
              </p14:nvContentPartPr>
              <p14:xfrm>
                <a:off x="8865251" y="6522535"/>
                <a:ext cx="21600" cy="15300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3786DB2A-097B-5665-D0E0-61B5DE6F5A16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8856611" y="6513535"/>
                  <a:ext cx="392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632B4A91-5187-A049-C55A-1EC1279099F1}"/>
                    </a:ext>
                  </a:extLst>
                </p14:cNvPr>
                <p14:cNvContentPartPr/>
                <p14:nvPr/>
              </p14:nvContentPartPr>
              <p14:xfrm>
                <a:off x="8765531" y="6502735"/>
                <a:ext cx="221400" cy="17604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632B4A91-5187-A049-C55A-1EC1279099F1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8756891" y="6493735"/>
                  <a:ext cx="239040" cy="19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EB78979E-2A0C-33AE-7353-4275CEAA5D98}"/>
              </a:ext>
            </a:extLst>
          </p:cNvPr>
          <p:cNvGrpSpPr/>
          <p:nvPr/>
        </p:nvGrpSpPr>
        <p:grpSpPr>
          <a:xfrm>
            <a:off x="8773091" y="5618575"/>
            <a:ext cx="382680" cy="195480"/>
            <a:chOff x="8773091" y="5618575"/>
            <a:chExt cx="382680" cy="19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CAC601B2-016F-BDAB-8C13-D4F4AC882591}"/>
                    </a:ext>
                  </a:extLst>
                </p14:cNvPr>
                <p14:cNvContentPartPr/>
                <p14:nvPr/>
              </p14:nvContentPartPr>
              <p14:xfrm>
                <a:off x="8896931" y="5656375"/>
                <a:ext cx="13320" cy="9504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CAC601B2-016F-BDAB-8C13-D4F4AC882591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8887931" y="5647375"/>
                  <a:ext cx="309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F5C9E940-1CE7-C618-89FD-9926816151EC}"/>
                    </a:ext>
                  </a:extLst>
                </p14:cNvPr>
                <p14:cNvContentPartPr/>
                <p14:nvPr/>
              </p14:nvContentPartPr>
              <p14:xfrm>
                <a:off x="8773091" y="5618575"/>
                <a:ext cx="210600" cy="2304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F5C9E940-1CE7-C618-89FD-9926816151EC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8764451" y="5609575"/>
                  <a:ext cx="2282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248D7F2D-73AF-F665-8B62-9FD004E6E328}"/>
                    </a:ext>
                  </a:extLst>
                </p14:cNvPr>
                <p14:cNvContentPartPr/>
                <p14:nvPr/>
              </p14:nvContentPartPr>
              <p14:xfrm>
                <a:off x="8985491" y="5712895"/>
                <a:ext cx="170280" cy="10116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248D7F2D-73AF-F665-8B62-9FD004E6E328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8976851" y="5704255"/>
                  <a:ext cx="187920" cy="11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5" name="Group 304">
            <a:extLst>
              <a:ext uri="{FF2B5EF4-FFF2-40B4-BE49-F238E27FC236}">
                <a16:creationId xmlns:a16="http://schemas.microsoft.com/office/drawing/2014/main" id="{AE5C4C97-58EE-5D09-B37D-91D9A7CD8A51}"/>
              </a:ext>
            </a:extLst>
          </p:cNvPr>
          <p:cNvGrpSpPr/>
          <p:nvPr/>
        </p:nvGrpSpPr>
        <p:grpSpPr>
          <a:xfrm>
            <a:off x="9966851" y="6081175"/>
            <a:ext cx="495720" cy="167400"/>
            <a:chOff x="9966851" y="6081175"/>
            <a:chExt cx="495720" cy="16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3F7F045F-096B-E9D7-5DA4-62698C7691F0}"/>
                    </a:ext>
                  </a:extLst>
                </p14:cNvPr>
                <p14:cNvContentPartPr/>
                <p14:nvPr/>
              </p14:nvContentPartPr>
              <p14:xfrm>
                <a:off x="9966851" y="6103855"/>
                <a:ext cx="199440" cy="7272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3F7F045F-096B-E9D7-5DA4-62698C7691F0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9957851" y="6095215"/>
                  <a:ext cx="2170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5A28A236-403A-28CC-7D9F-0EC565CC6869}"/>
                    </a:ext>
                  </a:extLst>
                </p14:cNvPr>
                <p14:cNvContentPartPr/>
                <p14:nvPr/>
              </p14:nvContentPartPr>
              <p14:xfrm>
                <a:off x="10211291" y="6081175"/>
                <a:ext cx="251280" cy="16740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5A28A236-403A-28CC-7D9F-0EC565CC6869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10202291" y="6072535"/>
                  <a:ext cx="268920" cy="18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9F529389-53E0-3441-8E72-CCA2E343D155}"/>
              </a:ext>
            </a:extLst>
          </p:cNvPr>
          <p:cNvGrpSpPr/>
          <p:nvPr/>
        </p:nvGrpSpPr>
        <p:grpSpPr>
          <a:xfrm>
            <a:off x="3655331" y="269695"/>
            <a:ext cx="1184400" cy="446040"/>
            <a:chOff x="3655331" y="269695"/>
            <a:chExt cx="1184400" cy="44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2B4AB60-0AA8-61E1-781A-6832D84276D2}"/>
                    </a:ext>
                  </a:extLst>
                </p14:cNvPr>
                <p14:cNvContentPartPr/>
                <p14:nvPr/>
              </p14:nvContentPartPr>
              <p14:xfrm>
                <a:off x="3852611" y="269695"/>
                <a:ext cx="249120" cy="2613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2B4AB60-0AA8-61E1-781A-6832D84276D2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3843971" y="261055"/>
                  <a:ext cx="26676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8C5C6C0-37E5-6820-B922-083995BE0561}"/>
                    </a:ext>
                  </a:extLst>
                </p14:cNvPr>
                <p14:cNvContentPartPr/>
                <p14:nvPr/>
              </p14:nvContentPartPr>
              <p14:xfrm>
                <a:off x="4109651" y="313975"/>
                <a:ext cx="222120" cy="2592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8C5C6C0-37E5-6820-B922-083995BE0561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4100651" y="305335"/>
                  <a:ext cx="23976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C6E2ABC-5C99-C40D-5596-30E9A539BA15}"/>
                    </a:ext>
                  </a:extLst>
                </p14:cNvPr>
                <p14:cNvContentPartPr/>
                <p14:nvPr/>
              </p14:nvContentPartPr>
              <p14:xfrm>
                <a:off x="4261931" y="412255"/>
                <a:ext cx="195840" cy="1116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C6E2ABC-5C99-C40D-5596-30E9A539BA15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4253291" y="403255"/>
                  <a:ext cx="2134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50ACB6A-4221-84C1-EE18-40F046E22D2A}"/>
                    </a:ext>
                  </a:extLst>
                </p14:cNvPr>
                <p14:cNvContentPartPr/>
                <p14:nvPr/>
              </p14:nvContentPartPr>
              <p14:xfrm>
                <a:off x="4481891" y="363295"/>
                <a:ext cx="142920" cy="1533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50ACB6A-4221-84C1-EE18-40F046E22D2A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4473251" y="354295"/>
                  <a:ext cx="1605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4660549-3838-602F-2D7D-5AAC6880C4A5}"/>
                    </a:ext>
                  </a:extLst>
                </p14:cNvPr>
                <p14:cNvContentPartPr/>
                <p14:nvPr/>
              </p14:nvContentPartPr>
              <p14:xfrm>
                <a:off x="3906611" y="657415"/>
                <a:ext cx="669240" cy="529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4660549-3838-602F-2D7D-5AAC6880C4A5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3897611" y="648415"/>
                  <a:ext cx="6868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8B56F130-79E9-9EBB-644B-25E3A2789909}"/>
                    </a:ext>
                  </a:extLst>
                </p14:cNvPr>
                <p14:cNvContentPartPr/>
                <p14:nvPr/>
              </p14:nvContentPartPr>
              <p14:xfrm>
                <a:off x="3655331" y="622495"/>
                <a:ext cx="1184400" cy="9324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8B56F130-79E9-9EBB-644B-25E3A2789909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3646331" y="613495"/>
                  <a:ext cx="1202040" cy="11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3" name="Group 312">
            <a:extLst>
              <a:ext uri="{FF2B5EF4-FFF2-40B4-BE49-F238E27FC236}">
                <a16:creationId xmlns:a16="http://schemas.microsoft.com/office/drawing/2014/main" id="{141B0DF1-E8C8-4C17-E4F5-30F93197D1D5}"/>
              </a:ext>
            </a:extLst>
          </p:cNvPr>
          <p:cNvGrpSpPr/>
          <p:nvPr/>
        </p:nvGrpSpPr>
        <p:grpSpPr>
          <a:xfrm>
            <a:off x="3156011" y="6219055"/>
            <a:ext cx="2329920" cy="447480"/>
            <a:chOff x="3156011" y="6219055"/>
            <a:chExt cx="2329920" cy="44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FE3004EE-25B1-A012-E0D7-51F5AC56CAEF}"/>
                    </a:ext>
                  </a:extLst>
                </p14:cNvPr>
                <p14:cNvContentPartPr/>
                <p14:nvPr/>
              </p14:nvContentPartPr>
              <p14:xfrm>
                <a:off x="3242771" y="6484375"/>
                <a:ext cx="380520" cy="1944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FE3004EE-25B1-A012-E0D7-51F5AC56CAEF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3233771" y="6475735"/>
                  <a:ext cx="3981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7E799500-D042-48E6-19BD-C00D9AEE3D2C}"/>
                    </a:ext>
                  </a:extLst>
                </p14:cNvPr>
                <p14:cNvContentPartPr/>
                <p14:nvPr/>
              </p14:nvContentPartPr>
              <p14:xfrm>
                <a:off x="3591251" y="6444415"/>
                <a:ext cx="124560" cy="11232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7E799500-D042-48E6-19BD-C00D9AEE3D2C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3582611" y="6435415"/>
                  <a:ext cx="1422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57CF7487-2713-4A85-DAFB-8D9D7A6960E6}"/>
                    </a:ext>
                  </a:extLst>
                </p14:cNvPr>
                <p14:cNvContentPartPr/>
                <p14:nvPr/>
              </p14:nvContentPartPr>
              <p14:xfrm>
                <a:off x="4021091" y="6392935"/>
                <a:ext cx="208440" cy="18288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57CF7487-2713-4A85-DAFB-8D9D7A6960E6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4012451" y="6383935"/>
                  <a:ext cx="2260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251FCFFC-BA99-48CD-3EB2-B055CCDF390A}"/>
                    </a:ext>
                  </a:extLst>
                </p14:cNvPr>
                <p14:cNvContentPartPr/>
                <p14:nvPr/>
              </p14:nvContentPartPr>
              <p14:xfrm>
                <a:off x="4355531" y="6404455"/>
                <a:ext cx="137520" cy="576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251FCFFC-BA99-48CD-3EB2-B055CCDF390A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4346531" y="6395815"/>
                  <a:ext cx="1551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45E7E8C1-F8C1-0227-7CDD-0B88103FCC4F}"/>
                    </a:ext>
                  </a:extLst>
                </p14:cNvPr>
                <p14:cNvContentPartPr/>
                <p14:nvPr/>
              </p14:nvContentPartPr>
              <p14:xfrm>
                <a:off x="4371731" y="6467455"/>
                <a:ext cx="120240" cy="360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45E7E8C1-F8C1-0227-7CDD-0B88103FCC4F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4363091" y="6458815"/>
                  <a:ext cx="1378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ABF901BF-E741-FC54-A4A4-5DF9E6085244}"/>
                    </a:ext>
                  </a:extLst>
                </p14:cNvPr>
                <p14:cNvContentPartPr/>
                <p14:nvPr/>
              </p14:nvContentPartPr>
              <p14:xfrm>
                <a:off x="4630211" y="6350095"/>
                <a:ext cx="252720" cy="17136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ABF901BF-E741-FC54-A4A4-5DF9E6085244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4621571" y="6341095"/>
                  <a:ext cx="2703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89B06BDB-5D87-16EA-7532-FE9237D0A4E3}"/>
                    </a:ext>
                  </a:extLst>
                </p14:cNvPr>
                <p14:cNvContentPartPr/>
                <p14:nvPr/>
              </p14:nvContentPartPr>
              <p14:xfrm>
                <a:off x="4953491" y="6280255"/>
                <a:ext cx="99720" cy="23112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89B06BDB-5D87-16EA-7532-FE9237D0A4E3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4944851" y="6271255"/>
                  <a:ext cx="1173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1F7D1006-9017-9E5C-AFA0-ADD5DD096196}"/>
                    </a:ext>
                  </a:extLst>
                </p14:cNvPr>
                <p14:cNvContentPartPr/>
                <p14:nvPr/>
              </p14:nvContentPartPr>
              <p14:xfrm>
                <a:off x="5118371" y="6279175"/>
                <a:ext cx="222120" cy="18468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1F7D1006-9017-9E5C-AFA0-ADD5DD096196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5109371" y="6270175"/>
                  <a:ext cx="2397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9D79FDA8-BE73-9A09-24C9-42C09B0EE405}"/>
                    </a:ext>
                  </a:extLst>
                </p14:cNvPr>
                <p14:cNvContentPartPr/>
                <p14:nvPr/>
              </p14:nvContentPartPr>
              <p14:xfrm>
                <a:off x="5313491" y="6219055"/>
                <a:ext cx="172440" cy="30672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9D79FDA8-BE73-9A09-24C9-42C09B0EE405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5304491" y="6210415"/>
                  <a:ext cx="19008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2196C33F-54E8-5693-C615-79F72749404B}"/>
                    </a:ext>
                  </a:extLst>
                </p14:cNvPr>
                <p14:cNvContentPartPr/>
                <p14:nvPr/>
              </p14:nvContentPartPr>
              <p14:xfrm>
                <a:off x="3156011" y="6345775"/>
                <a:ext cx="567720" cy="3636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2196C33F-54E8-5693-C615-79F72749404B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3147011" y="6337135"/>
                  <a:ext cx="5853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CD542477-E16E-EADD-95AA-5A3F3A7C0D80}"/>
                    </a:ext>
                  </a:extLst>
                </p14:cNvPr>
                <p14:cNvContentPartPr/>
                <p14:nvPr/>
              </p14:nvContentPartPr>
              <p14:xfrm>
                <a:off x="3162851" y="6454135"/>
                <a:ext cx="500040" cy="4896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CD542477-E16E-EADD-95AA-5A3F3A7C0D80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3154211" y="6445495"/>
                  <a:ext cx="5176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EEA18DAD-FE36-D171-7FAB-032849F1F13C}"/>
                    </a:ext>
                  </a:extLst>
                </p14:cNvPr>
                <p14:cNvContentPartPr/>
                <p14:nvPr/>
              </p14:nvContentPartPr>
              <p14:xfrm>
                <a:off x="3665411" y="6328135"/>
                <a:ext cx="254880" cy="33840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EEA18DAD-FE36-D171-7FAB-032849F1F13C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3656771" y="6319135"/>
                  <a:ext cx="272520" cy="35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C9F2151C-C990-8119-6BBD-D3E61BDEFCDE}"/>
              </a:ext>
            </a:extLst>
          </p:cNvPr>
          <p:cNvGrpSpPr/>
          <p:nvPr/>
        </p:nvGrpSpPr>
        <p:grpSpPr>
          <a:xfrm>
            <a:off x="8792891" y="1162855"/>
            <a:ext cx="623880" cy="506520"/>
            <a:chOff x="8792891" y="1162855"/>
            <a:chExt cx="623880" cy="50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11CC2F8C-3E19-28E7-CACE-E8DD2B0AE3DC}"/>
                    </a:ext>
                  </a:extLst>
                </p14:cNvPr>
                <p14:cNvContentPartPr/>
                <p14:nvPr/>
              </p14:nvContentPartPr>
              <p14:xfrm>
                <a:off x="8869211" y="1468495"/>
                <a:ext cx="77040" cy="594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11CC2F8C-3E19-28E7-CACE-E8DD2B0AE3DC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8860571" y="1459855"/>
                  <a:ext cx="9468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957158D3-FD2D-5A8F-4355-FA2F83E6136B}"/>
                    </a:ext>
                  </a:extLst>
                </p14:cNvPr>
                <p14:cNvContentPartPr/>
                <p14:nvPr/>
              </p14:nvContentPartPr>
              <p14:xfrm>
                <a:off x="8891891" y="1208215"/>
                <a:ext cx="12600" cy="5328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957158D3-FD2D-5A8F-4355-FA2F83E6136B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8882891" y="1199575"/>
                  <a:ext cx="302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234AACAE-B4D3-E3A2-F59F-FF5285579761}"/>
                    </a:ext>
                  </a:extLst>
                </p14:cNvPr>
                <p14:cNvContentPartPr/>
                <p14:nvPr/>
              </p14:nvContentPartPr>
              <p14:xfrm>
                <a:off x="8792891" y="1162855"/>
                <a:ext cx="167760" cy="1882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234AACAE-B4D3-E3A2-F59F-FF5285579761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8783891" y="1154215"/>
                  <a:ext cx="1854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BF3502CE-19A0-245C-7CC7-04D77A559A55}"/>
                    </a:ext>
                  </a:extLst>
                </p14:cNvPr>
                <p14:cNvContentPartPr/>
                <p14:nvPr/>
              </p14:nvContentPartPr>
              <p14:xfrm>
                <a:off x="8899091" y="1463815"/>
                <a:ext cx="469800" cy="5580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BF3502CE-19A0-245C-7CC7-04D77A559A55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8890451" y="1455175"/>
                  <a:ext cx="4874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5B94E0CE-F221-7F6B-D7B5-9D90CBE17959}"/>
                    </a:ext>
                  </a:extLst>
                </p14:cNvPr>
                <p14:cNvContentPartPr/>
                <p14:nvPr/>
              </p14:nvContentPartPr>
              <p14:xfrm>
                <a:off x="9345851" y="1435735"/>
                <a:ext cx="70920" cy="4824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5B94E0CE-F221-7F6B-D7B5-9D90CBE17959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9336851" y="1427095"/>
                  <a:ext cx="885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DEFDFD96-F6FE-1CCB-3D27-7383FE376195}"/>
                    </a:ext>
                  </a:extLst>
                </p14:cNvPr>
                <p14:cNvContentPartPr/>
                <p14:nvPr/>
              </p14:nvContentPartPr>
              <p14:xfrm>
                <a:off x="9136331" y="1480375"/>
                <a:ext cx="66960" cy="11808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DEFDFD96-F6FE-1CCB-3D27-7383FE376195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9127331" y="1471735"/>
                  <a:ext cx="846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A596087B-87E9-3E64-BEC4-E012BB617CC4}"/>
                    </a:ext>
                  </a:extLst>
                </p14:cNvPr>
                <p14:cNvContentPartPr/>
                <p14:nvPr/>
              </p14:nvContentPartPr>
              <p14:xfrm>
                <a:off x="9277451" y="1253935"/>
                <a:ext cx="102600" cy="928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A596087B-87E9-3E64-BEC4-E012BB617CC4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9268451" y="1244935"/>
                  <a:ext cx="1202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52897AEB-327D-1E98-D550-A3BB7A10F159}"/>
                    </a:ext>
                  </a:extLst>
                </p14:cNvPr>
                <p14:cNvContentPartPr/>
                <p14:nvPr/>
              </p14:nvContentPartPr>
              <p14:xfrm>
                <a:off x="9163331" y="1192015"/>
                <a:ext cx="238680" cy="1998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52897AEB-327D-1E98-D550-A3BB7A10F159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9154331" y="1183375"/>
                  <a:ext cx="2563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BE9A2A91-0F02-8911-C8F3-607E7F0BBA22}"/>
                    </a:ext>
                  </a:extLst>
                </p14:cNvPr>
                <p14:cNvContentPartPr/>
                <p14:nvPr/>
              </p14:nvContentPartPr>
              <p14:xfrm>
                <a:off x="8879291" y="1602415"/>
                <a:ext cx="526680" cy="6696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BE9A2A91-0F02-8911-C8F3-607E7F0BBA22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8870651" y="1593415"/>
                  <a:ext cx="544320" cy="84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51148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7BA0418B-BACD-E20E-2E55-834BFED4E585}"/>
              </a:ext>
            </a:extLst>
          </p:cNvPr>
          <p:cNvGrpSpPr/>
          <p:nvPr/>
        </p:nvGrpSpPr>
        <p:grpSpPr>
          <a:xfrm>
            <a:off x="278171" y="308935"/>
            <a:ext cx="919080" cy="298080"/>
            <a:chOff x="278171" y="308935"/>
            <a:chExt cx="919080" cy="29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E8C8BDC-4F8F-BC58-9BE1-A8C930CD0FEB}"/>
                    </a:ext>
                  </a:extLst>
                </p14:cNvPr>
                <p14:cNvContentPartPr/>
                <p14:nvPr/>
              </p14:nvContentPartPr>
              <p14:xfrm>
                <a:off x="435851" y="339175"/>
                <a:ext cx="20160" cy="2530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E8C8BDC-4F8F-BC58-9BE1-A8C930CD0FE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27211" y="330535"/>
                  <a:ext cx="3780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0AE7DF7-1398-D3C6-733E-63FE860B96B0}"/>
                    </a:ext>
                  </a:extLst>
                </p14:cNvPr>
                <p14:cNvContentPartPr/>
                <p14:nvPr/>
              </p14:nvContentPartPr>
              <p14:xfrm>
                <a:off x="278171" y="308935"/>
                <a:ext cx="316080" cy="709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0AE7DF7-1398-D3C6-733E-63FE860B96B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69171" y="299935"/>
                  <a:ext cx="3337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2374E54-DE13-772C-BC58-140C4350F84A}"/>
                    </a:ext>
                  </a:extLst>
                </p14:cNvPr>
                <p14:cNvContentPartPr/>
                <p14:nvPr/>
              </p14:nvContentPartPr>
              <p14:xfrm>
                <a:off x="618731" y="495055"/>
                <a:ext cx="86040" cy="1119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2374E54-DE13-772C-BC58-140C4350F84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09731" y="486415"/>
                  <a:ext cx="1036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73F758A-9C76-216D-ED6D-7BF6EECDC468}"/>
                    </a:ext>
                  </a:extLst>
                </p14:cNvPr>
                <p14:cNvContentPartPr/>
                <p14:nvPr/>
              </p14:nvContentPartPr>
              <p14:xfrm>
                <a:off x="708731" y="450055"/>
                <a:ext cx="159840" cy="1357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73F758A-9C76-216D-ED6D-7BF6EECDC46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99731" y="441415"/>
                  <a:ext cx="1774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848689B-EBB2-B25F-3944-1F4E2912CD11}"/>
                    </a:ext>
                  </a:extLst>
                </p14:cNvPr>
                <p14:cNvContentPartPr/>
                <p14:nvPr/>
              </p14:nvContentPartPr>
              <p14:xfrm>
                <a:off x="989171" y="309655"/>
                <a:ext cx="208080" cy="2689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848689B-EBB2-B25F-3944-1F4E2912CD1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80171" y="301015"/>
                  <a:ext cx="225720" cy="28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4BE1221-9BFA-E376-3B44-73AA2F094C6C}"/>
              </a:ext>
            </a:extLst>
          </p:cNvPr>
          <p:cNvGrpSpPr/>
          <p:nvPr/>
        </p:nvGrpSpPr>
        <p:grpSpPr>
          <a:xfrm>
            <a:off x="1473731" y="360775"/>
            <a:ext cx="311400" cy="202320"/>
            <a:chOff x="1473731" y="360775"/>
            <a:chExt cx="311400" cy="20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2719BA4-FC1C-F9F1-FF8B-36E8502DC58F}"/>
                    </a:ext>
                  </a:extLst>
                </p14:cNvPr>
                <p14:cNvContentPartPr/>
                <p14:nvPr/>
              </p14:nvContentPartPr>
              <p14:xfrm>
                <a:off x="1638971" y="360775"/>
                <a:ext cx="10440" cy="202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2719BA4-FC1C-F9F1-FF8B-36E8502DC58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29971" y="352135"/>
                  <a:ext cx="2808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7335888-24B1-8592-8E6C-57837307D8C2}"/>
                    </a:ext>
                  </a:extLst>
                </p14:cNvPr>
                <p14:cNvContentPartPr/>
                <p14:nvPr/>
              </p14:nvContentPartPr>
              <p14:xfrm>
                <a:off x="1473731" y="431335"/>
                <a:ext cx="311400" cy="471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7335888-24B1-8592-8E6C-57837307D8C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65091" y="422335"/>
                  <a:ext cx="329040" cy="6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3547A4D-BEE4-2471-08A4-4FC79976D31C}"/>
              </a:ext>
            </a:extLst>
          </p:cNvPr>
          <p:cNvGrpSpPr/>
          <p:nvPr/>
        </p:nvGrpSpPr>
        <p:grpSpPr>
          <a:xfrm>
            <a:off x="2151611" y="319375"/>
            <a:ext cx="1148760" cy="318600"/>
            <a:chOff x="2151611" y="319375"/>
            <a:chExt cx="1148760" cy="31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72AC3EE-0D51-63FD-185E-D47DBBD1CEAC}"/>
                    </a:ext>
                  </a:extLst>
                </p14:cNvPr>
                <p14:cNvContentPartPr/>
                <p14:nvPr/>
              </p14:nvContentPartPr>
              <p14:xfrm>
                <a:off x="2151611" y="346735"/>
                <a:ext cx="143640" cy="2005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72AC3EE-0D51-63FD-185E-D47DBBD1CEA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142611" y="338095"/>
                  <a:ext cx="1612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91DBC92-E181-0EAF-ED53-3F0206AB09F1}"/>
                    </a:ext>
                  </a:extLst>
                </p14:cNvPr>
                <p14:cNvContentPartPr/>
                <p14:nvPr/>
              </p14:nvContentPartPr>
              <p14:xfrm>
                <a:off x="2350331" y="572095"/>
                <a:ext cx="24840" cy="658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91DBC92-E181-0EAF-ED53-3F0206AB09F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41691" y="563455"/>
                  <a:ext cx="424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8C1CA19-C0A3-693E-868E-56523D14FE24}"/>
                    </a:ext>
                  </a:extLst>
                </p14:cNvPr>
                <p14:cNvContentPartPr/>
                <p14:nvPr/>
              </p14:nvContentPartPr>
              <p14:xfrm>
                <a:off x="2509451" y="398215"/>
                <a:ext cx="146160" cy="1728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8C1CA19-C0A3-693E-868E-56523D14FE2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00451" y="389215"/>
                  <a:ext cx="1638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4C5473C-4701-482B-040C-D5D703B6AFC4}"/>
                    </a:ext>
                  </a:extLst>
                </p14:cNvPr>
                <p14:cNvContentPartPr/>
                <p14:nvPr/>
              </p14:nvContentPartPr>
              <p14:xfrm>
                <a:off x="2724011" y="519175"/>
                <a:ext cx="27720" cy="828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4C5473C-4701-482B-040C-D5D703B6AFC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715371" y="510175"/>
                  <a:ext cx="453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E93CF3F-0D7F-45FB-CC1A-877745F59B7D}"/>
                    </a:ext>
                  </a:extLst>
                </p14:cNvPr>
                <p14:cNvContentPartPr/>
                <p14:nvPr/>
              </p14:nvContentPartPr>
              <p14:xfrm>
                <a:off x="2858291" y="319375"/>
                <a:ext cx="212760" cy="2588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E93CF3F-0D7F-45FB-CC1A-877745F59B7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49651" y="310735"/>
                  <a:ext cx="2304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1C114C2-9553-B6A1-207E-4EA28E8B1F6D}"/>
                    </a:ext>
                  </a:extLst>
                </p14:cNvPr>
                <p14:cNvContentPartPr/>
                <p14:nvPr/>
              </p14:nvContentPartPr>
              <p14:xfrm>
                <a:off x="3161771" y="340975"/>
                <a:ext cx="138600" cy="1947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1C114C2-9553-B6A1-207E-4EA28E8B1F6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152771" y="331975"/>
                  <a:ext cx="156240" cy="21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E03B35DA-615A-572B-587F-F5E9B018EEB8}"/>
              </a:ext>
            </a:extLst>
          </p:cNvPr>
          <p:cNvGrpSpPr/>
          <p:nvPr/>
        </p:nvGrpSpPr>
        <p:grpSpPr>
          <a:xfrm>
            <a:off x="7152011" y="1121095"/>
            <a:ext cx="903600" cy="292320"/>
            <a:chOff x="7152011" y="1121095"/>
            <a:chExt cx="903600" cy="29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2742B18-9C13-9840-2AE7-D63E61D1206F}"/>
                    </a:ext>
                  </a:extLst>
                </p14:cNvPr>
                <p14:cNvContentPartPr/>
                <p14:nvPr/>
              </p14:nvContentPartPr>
              <p14:xfrm>
                <a:off x="7152011" y="1279855"/>
                <a:ext cx="388440" cy="216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2742B18-9C13-9840-2AE7-D63E61D1206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143011" y="1270855"/>
                  <a:ext cx="4060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FFA1362-B392-CF4C-FA02-9D3B3C7E3CAF}"/>
                    </a:ext>
                  </a:extLst>
                </p14:cNvPr>
                <p14:cNvContentPartPr/>
                <p14:nvPr/>
              </p14:nvContentPartPr>
              <p14:xfrm>
                <a:off x="7530731" y="1244575"/>
                <a:ext cx="63720" cy="1130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FFA1362-B392-CF4C-FA02-9D3B3C7E3CA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522091" y="1235575"/>
                  <a:ext cx="813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EFC76EF-E243-06FB-32C8-78C4006118FC}"/>
                    </a:ext>
                  </a:extLst>
                </p14:cNvPr>
                <p14:cNvContentPartPr/>
                <p14:nvPr/>
              </p14:nvContentPartPr>
              <p14:xfrm>
                <a:off x="7738451" y="1160335"/>
                <a:ext cx="25560" cy="1947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EFC76EF-E243-06FB-32C8-78C4006118F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729451" y="1151695"/>
                  <a:ext cx="432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70F131F-A66C-7C73-5880-640FBDBF93F7}"/>
                    </a:ext>
                  </a:extLst>
                </p14:cNvPr>
                <p14:cNvContentPartPr/>
                <p14:nvPr/>
              </p14:nvContentPartPr>
              <p14:xfrm>
                <a:off x="7847891" y="1121095"/>
                <a:ext cx="207720" cy="2923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70F131F-A66C-7C73-5880-640FBDBF93F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839251" y="1112095"/>
                  <a:ext cx="225360" cy="30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1180071C-BC60-F6BF-97AC-BA0D8499A054}"/>
              </a:ext>
            </a:extLst>
          </p:cNvPr>
          <p:cNvGrpSpPr/>
          <p:nvPr/>
        </p:nvGrpSpPr>
        <p:grpSpPr>
          <a:xfrm>
            <a:off x="8338931" y="1090135"/>
            <a:ext cx="868680" cy="592920"/>
            <a:chOff x="8338931" y="1090135"/>
            <a:chExt cx="868680" cy="59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B0C787AD-42A6-088E-F71A-F92DE86BD874}"/>
                    </a:ext>
                  </a:extLst>
                </p14:cNvPr>
                <p14:cNvContentPartPr/>
                <p14:nvPr/>
              </p14:nvContentPartPr>
              <p14:xfrm>
                <a:off x="8338931" y="1090135"/>
                <a:ext cx="189720" cy="5929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B0C787AD-42A6-088E-F71A-F92DE86BD87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330291" y="1081495"/>
                  <a:ext cx="207360" cy="61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DEE4667-ABA0-3529-B2C0-5FB9946BA13A}"/>
                    </a:ext>
                  </a:extLst>
                </p14:cNvPr>
                <p14:cNvContentPartPr/>
                <p14:nvPr/>
              </p14:nvContentPartPr>
              <p14:xfrm>
                <a:off x="8682371" y="1224775"/>
                <a:ext cx="94680" cy="878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DEE4667-ABA0-3529-B2C0-5FB9946BA13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673731" y="1215775"/>
                  <a:ext cx="11232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A8FAB14-746B-D5B4-8413-0977B0DA3BAF}"/>
                    </a:ext>
                  </a:extLst>
                </p14:cNvPr>
                <p14:cNvContentPartPr/>
                <p14:nvPr/>
              </p14:nvContentPartPr>
              <p14:xfrm>
                <a:off x="8899811" y="1103095"/>
                <a:ext cx="191880" cy="5266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A8FAB14-746B-D5B4-8413-0977B0DA3BA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890811" y="1094455"/>
                  <a:ext cx="209520" cy="54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3C7B148-5200-0C65-43BA-F7E1C3C3CB17}"/>
                    </a:ext>
                  </a:extLst>
                </p14:cNvPr>
                <p14:cNvContentPartPr/>
                <p14:nvPr/>
              </p14:nvContentPartPr>
              <p14:xfrm>
                <a:off x="9116531" y="1365895"/>
                <a:ext cx="60480" cy="1677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33C7B148-5200-0C65-43BA-F7E1C3C3CB1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107531" y="1356895"/>
                  <a:ext cx="781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CF38B4C-C7DA-8876-88C7-BF464976BB56}"/>
                    </a:ext>
                  </a:extLst>
                </p14:cNvPr>
                <p14:cNvContentPartPr/>
                <p14:nvPr/>
              </p14:nvContentPartPr>
              <p14:xfrm>
                <a:off x="9043451" y="1472455"/>
                <a:ext cx="164160" cy="162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CF38B4C-C7DA-8876-88C7-BF464976BB5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034451" y="1463815"/>
                  <a:ext cx="181800" cy="3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CBF01FF9-093C-CF7F-EC76-2C98AC1132D2}"/>
                  </a:ext>
                </a:extLst>
              </p14:cNvPr>
              <p14:cNvContentPartPr/>
              <p14:nvPr/>
            </p14:nvContentPartPr>
            <p14:xfrm>
              <a:off x="8257211" y="1946215"/>
              <a:ext cx="189360" cy="58968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CBF01FF9-093C-CF7F-EC76-2C98AC1132D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248571" y="1937215"/>
                <a:ext cx="207000" cy="60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B9E99AB7-38C4-CD03-D460-574FD087F9C8}"/>
                  </a:ext>
                </a:extLst>
              </p14:cNvPr>
              <p14:cNvContentPartPr/>
              <p14:nvPr/>
            </p14:nvContentPartPr>
            <p14:xfrm>
              <a:off x="8626571" y="2075455"/>
              <a:ext cx="100080" cy="12060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B9E99AB7-38C4-CD03-D460-574FD087F9C8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617931" y="2066815"/>
                <a:ext cx="117720" cy="13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6" name="Group 135">
            <a:extLst>
              <a:ext uri="{FF2B5EF4-FFF2-40B4-BE49-F238E27FC236}">
                <a16:creationId xmlns:a16="http://schemas.microsoft.com/office/drawing/2014/main" id="{64C1498A-8262-3388-B5C1-A033FB784954}"/>
              </a:ext>
            </a:extLst>
          </p:cNvPr>
          <p:cNvGrpSpPr/>
          <p:nvPr/>
        </p:nvGrpSpPr>
        <p:grpSpPr>
          <a:xfrm>
            <a:off x="8925011" y="1962055"/>
            <a:ext cx="832320" cy="501120"/>
            <a:chOff x="8925011" y="1962055"/>
            <a:chExt cx="832320" cy="50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97FCD45E-1D7F-A64E-C3E1-C276C15CE637}"/>
                    </a:ext>
                  </a:extLst>
                </p14:cNvPr>
                <p14:cNvContentPartPr/>
                <p14:nvPr/>
              </p14:nvContentPartPr>
              <p14:xfrm>
                <a:off x="8925011" y="1962055"/>
                <a:ext cx="147600" cy="5011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97FCD45E-1D7F-A64E-C3E1-C276C15CE63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916371" y="1953055"/>
                  <a:ext cx="165240" cy="51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89928EA-1B5A-082A-7315-3502FCE24882}"/>
                    </a:ext>
                  </a:extLst>
                </p14:cNvPr>
                <p14:cNvContentPartPr/>
                <p14:nvPr/>
              </p14:nvContentPartPr>
              <p14:xfrm>
                <a:off x="9093491" y="2184895"/>
                <a:ext cx="159120" cy="1792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89928EA-1B5A-082A-7315-3502FCE2488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084851" y="2175895"/>
                  <a:ext cx="1767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92948EE-D1F2-79BB-5B08-E7F147F9376A}"/>
                    </a:ext>
                  </a:extLst>
                </p14:cNvPr>
                <p14:cNvContentPartPr/>
                <p14:nvPr/>
              </p14:nvContentPartPr>
              <p14:xfrm>
                <a:off x="9356291" y="2020015"/>
                <a:ext cx="318600" cy="183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92948EE-D1F2-79BB-5B08-E7F147F9376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347291" y="2011375"/>
                  <a:ext cx="3362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E5F7D0C-FF40-BB9A-A380-4EF89A231179}"/>
                    </a:ext>
                  </a:extLst>
                </p14:cNvPr>
                <p14:cNvContentPartPr/>
                <p14:nvPr/>
              </p14:nvContentPartPr>
              <p14:xfrm>
                <a:off x="9672731" y="1967095"/>
                <a:ext cx="84600" cy="968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E5F7D0C-FF40-BB9A-A380-4EF89A23117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663731" y="1958095"/>
                  <a:ext cx="102240" cy="11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00D5CD76-C185-1DCC-DBEB-70245CFB3920}"/>
              </a:ext>
            </a:extLst>
          </p:cNvPr>
          <p:cNvGrpSpPr/>
          <p:nvPr/>
        </p:nvGrpSpPr>
        <p:grpSpPr>
          <a:xfrm>
            <a:off x="9454211" y="982855"/>
            <a:ext cx="1982160" cy="714600"/>
            <a:chOff x="9454211" y="982855"/>
            <a:chExt cx="1982160" cy="71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4C98E3E-B422-941B-4BFD-31D42310CE39}"/>
                    </a:ext>
                  </a:extLst>
                </p14:cNvPr>
                <p14:cNvContentPartPr/>
                <p14:nvPr/>
              </p14:nvContentPartPr>
              <p14:xfrm>
                <a:off x="9454211" y="1233415"/>
                <a:ext cx="380880" cy="273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4C98E3E-B422-941B-4BFD-31D42310CE3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445571" y="1224775"/>
                  <a:ext cx="3985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330B666-8DB8-9105-D8E5-855820EFF333}"/>
                    </a:ext>
                  </a:extLst>
                </p14:cNvPr>
                <p14:cNvContentPartPr/>
                <p14:nvPr/>
              </p14:nvContentPartPr>
              <p14:xfrm>
                <a:off x="9772451" y="1214695"/>
                <a:ext cx="87840" cy="986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330B666-8DB8-9105-D8E5-855820EFF33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763451" y="1206055"/>
                  <a:ext cx="1054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CC51D38-E067-00A6-8011-8DDB0FA4F8C1}"/>
                    </a:ext>
                  </a:extLst>
                </p14:cNvPr>
                <p14:cNvContentPartPr/>
                <p14:nvPr/>
              </p14:nvContentPartPr>
              <p14:xfrm>
                <a:off x="10003571" y="1080775"/>
                <a:ext cx="162360" cy="1508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CC51D38-E067-00A6-8011-8DDB0FA4F8C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994571" y="1072135"/>
                  <a:ext cx="18000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4959B4A-E221-90CE-40C1-3F60F76C13B7}"/>
                    </a:ext>
                  </a:extLst>
                </p14:cNvPr>
                <p14:cNvContentPartPr/>
                <p14:nvPr/>
              </p14:nvContentPartPr>
              <p14:xfrm>
                <a:off x="10192571" y="1080415"/>
                <a:ext cx="185400" cy="1173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4959B4A-E221-90CE-40C1-3F60F76C13B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183931" y="1071775"/>
                  <a:ext cx="2030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7C3D29A-C9E7-54D1-20FA-F96D35AFF9B9}"/>
                    </a:ext>
                  </a:extLst>
                </p14:cNvPr>
                <p14:cNvContentPartPr/>
                <p14:nvPr/>
              </p14:nvContentPartPr>
              <p14:xfrm>
                <a:off x="10410011" y="982855"/>
                <a:ext cx="160560" cy="2365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7C3D29A-C9E7-54D1-20FA-F96D35AFF9B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401371" y="974215"/>
                  <a:ext cx="17820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83100A2-7CD4-FE7D-C42E-2BF09F8AC0D8}"/>
                    </a:ext>
                  </a:extLst>
                </p14:cNvPr>
                <p14:cNvContentPartPr/>
                <p14:nvPr/>
              </p14:nvContentPartPr>
              <p14:xfrm>
                <a:off x="10596491" y="1108495"/>
                <a:ext cx="93960" cy="1162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83100A2-7CD4-FE7D-C42E-2BF09F8AC0D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587491" y="1099495"/>
                  <a:ext cx="1116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AF430063-2EF7-C42E-F67B-260B0816CDBD}"/>
                    </a:ext>
                  </a:extLst>
                </p14:cNvPr>
                <p14:cNvContentPartPr/>
                <p14:nvPr/>
              </p14:nvContentPartPr>
              <p14:xfrm>
                <a:off x="10709531" y="1124695"/>
                <a:ext cx="106200" cy="892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AF430063-2EF7-C42E-F67B-260B0816CDB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700891" y="1116055"/>
                  <a:ext cx="1238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BDDB7BC4-9C1F-5DB6-03FC-29EC3E2812B7}"/>
                    </a:ext>
                  </a:extLst>
                </p14:cNvPr>
                <p14:cNvContentPartPr/>
                <p14:nvPr/>
              </p14:nvContentPartPr>
              <p14:xfrm>
                <a:off x="10819691" y="1006975"/>
                <a:ext cx="257400" cy="2084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BDDB7BC4-9C1F-5DB6-03FC-29EC3E2812B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811051" y="998335"/>
                  <a:ext cx="2750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803E98A-10BE-C441-112B-DE33D8A34D10}"/>
                    </a:ext>
                  </a:extLst>
                </p14:cNvPr>
                <p14:cNvContentPartPr/>
                <p14:nvPr/>
              </p14:nvContentPartPr>
              <p14:xfrm>
                <a:off x="11134691" y="1091575"/>
                <a:ext cx="113400" cy="1152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803E98A-10BE-C441-112B-DE33D8A34D1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125691" y="1082935"/>
                  <a:ext cx="13104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C21ED71-B48D-4C92-9225-2BC90AB3C9E3}"/>
                    </a:ext>
                  </a:extLst>
                </p14:cNvPr>
                <p14:cNvContentPartPr/>
                <p14:nvPr/>
              </p14:nvContentPartPr>
              <p14:xfrm>
                <a:off x="11294891" y="1018495"/>
                <a:ext cx="141480" cy="2185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C21ED71-B48D-4C92-9225-2BC90AB3C9E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286251" y="1009855"/>
                  <a:ext cx="15912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64B0FF2D-7824-8577-756D-8BB443179C7A}"/>
                    </a:ext>
                  </a:extLst>
                </p14:cNvPr>
                <p14:cNvContentPartPr/>
                <p14:nvPr/>
              </p14:nvContentPartPr>
              <p14:xfrm>
                <a:off x="10307051" y="1446895"/>
                <a:ext cx="169560" cy="1522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64B0FF2D-7824-8577-756D-8BB443179C7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298411" y="1437895"/>
                  <a:ext cx="1872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069DCBE-2AC9-B55B-651B-4048336BD9FF}"/>
                    </a:ext>
                  </a:extLst>
                </p14:cNvPr>
                <p14:cNvContentPartPr/>
                <p14:nvPr/>
              </p14:nvContentPartPr>
              <p14:xfrm>
                <a:off x="10472651" y="1437175"/>
                <a:ext cx="66600" cy="658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069DCBE-2AC9-B55B-651B-4048336BD9F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464011" y="1428175"/>
                  <a:ext cx="842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B3F0B48E-44DF-5401-413E-12A06CC83E5A}"/>
                    </a:ext>
                  </a:extLst>
                </p14:cNvPr>
                <p14:cNvContentPartPr/>
                <p14:nvPr/>
              </p14:nvContentPartPr>
              <p14:xfrm>
                <a:off x="10556171" y="1481095"/>
                <a:ext cx="98640" cy="2163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B3F0B48E-44DF-5401-413E-12A06CC83E5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547531" y="1472095"/>
                  <a:ext cx="1162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FB31FBB8-BF00-990E-3DE4-CD96F6F36669}"/>
                    </a:ext>
                  </a:extLst>
                </p14:cNvPr>
                <p14:cNvContentPartPr/>
                <p14:nvPr/>
              </p14:nvContentPartPr>
              <p14:xfrm>
                <a:off x="10552571" y="1506295"/>
                <a:ext cx="422280" cy="1231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FB31FBB8-BF00-990E-3DE4-CD96F6F3666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543931" y="1497655"/>
                  <a:ext cx="4399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365AA8E3-666F-A2F9-0BDC-56438BBEC0EF}"/>
                    </a:ext>
                  </a:extLst>
                </p14:cNvPr>
                <p14:cNvContentPartPr/>
                <p14:nvPr/>
              </p14:nvContentPartPr>
              <p14:xfrm>
                <a:off x="11019851" y="1457335"/>
                <a:ext cx="20160" cy="162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365AA8E3-666F-A2F9-0BDC-56438BBEC0E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010851" y="1448695"/>
                  <a:ext cx="378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0838982-1CF6-D6B3-0FC9-42333EE0C9AA}"/>
                    </a:ext>
                  </a:extLst>
                </p14:cNvPr>
                <p14:cNvContentPartPr/>
                <p14:nvPr/>
              </p14:nvContentPartPr>
              <p14:xfrm>
                <a:off x="11056571" y="1392175"/>
                <a:ext cx="167760" cy="2228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0838982-1CF6-D6B3-0FC9-42333EE0C9A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047571" y="1383175"/>
                  <a:ext cx="185400" cy="24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446EF02B-E74D-B67C-3852-0A212FA3F5F0}"/>
              </a:ext>
            </a:extLst>
          </p:cNvPr>
          <p:cNvGrpSpPr/>
          <p:nvPr/>
        </p:nvGrpSpPr>
        <p:grpSpPr>
          <a:xfrm>
            <a:off x="9938051" y="1942255"/>
            <a:ext cx="1795320" cy="661320"/>
            <a:chOff x="9938051" y="1942255"/>
            <a:chExt cx="1795320" cy="66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4342B79B-8825-662E-AA48-9D6624D81BFD}"/>
                    </a:ext>
                  </a:extLst>
                </p14:cNvPr>
                <p14:cNvContentPartPr/>
                <p14:nvPr/>
              </p14:nvContentPartPr>
              <p14:xfrm>
                <a:off x="9938051" y="2003455"/>
                <a:ext cx="164880" cy="1760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4342B79B-8825-662E-AA48-9D6624D81BF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929411" y="1994455"/>
                  <a:ext cx="1825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AE0FF645-180B-5DB1-4194-D3DAA8631D72}"/>
                    </a:ext>
                  </a:extLst>
                </p14:cNvPr>
                <p14:cNvContentPartPr/>
                <p14:nvPr/>
              </p14:nvContentPartPr>
              <p14:xfrm>
                <a:off x="10110851" y="1955215"/>
                <a:ext cx="1259280" cy="3268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AE0FF645-180B-5DB1-4194-D3DAA8631D7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102211" y="1946575"/>
                  <a:ext cx="127692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4DEF5012-092D-9D96-743B-78C35A58BCE3}"/>
                    </a:ext>
                  </a:extLst>
                </p14:cNvPr>
                <p14:cNvContentPartPr/>
                <p14:nvPr/>
              </p14:nvContentPartPr>
              <p14:xfrm>
                <a:off x="11287691" y="1942255"/>
                <a:ext cx="445680" cy="1872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4DEF5012-092D-9D96-743B-78C35A58BCE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278691" y="1933255"/>
                  <a:ext cx="4633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0A2F6EB-CCDB-C422-B54F-55B2968FF291}"/>
                    </a:ext>
                  </a:extLst>
                </p14:cNvPr>
                <p14:cNvContentPartPr/>
                <p14:nvPr/>
              </p14:nvContentPartPr>
              <p14:xfrm>
                <a:off x="10169171" y="2354095"/>
                <a:ext cx="185400" cy="1846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0A2F6EB-CCDB-C422-B54F-55B2968FF29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160531" y="2345095"/>
                  <a:ext cx="2030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2BCD8054-71FF-EB63-8552-652D82E65B0C}"/>
                    </a:ext>
                  </a:extLst>
                </p14:cNvPr>
                <p14:cNvContentPartPr/>
                <p14:nvPr/>
              </p14:nvContentPartPr>
              <p14:xfrm>
                <a:off x="10385891" y="2375695"/>
                <a:ext cx="377280" cy="2278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2BCD8054-71FF-EB63-8552-652D82E65B0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377251" y="2367055"/>
                  <a:ext cx="39492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9DB8DDF-ECFB-F322-6644-F121BE661237}"/>
                    </a:ext>
                  </a:extLst>
                </p14:cNvPr>
                <p14:cNvContentPartPr/>
                <p14:nvPr/>
              </p14:nvContentPartPr>
              <p14:xfrm>
                <a:off x="10813571" y="2331415"/>
                <a:ext cx="274680" cy="1432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59DB8DDF-ECFB-F322-6644-F121BE66123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804931" y="2322415"/>
                  <a:ext cx="292320" cy="16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0F4E6552-BA1B-80A4-6B4F-2682352802FB}"/>
              </a:ext>
            </a:extLst>
          </p:cNvPr>
          <p:cNvGrpSpPr/>
          <p:nvPr/>
        </p:nvGrpSpPr>
        <p:grpSpPr>
          <a:xfrm>
            <a:off x="8033291" y="2934775"/>
            <a:ext cx="3414960" cy="612000"/>
            <a:chOff x="8033291" y="2934775"/>
            <a:chExt cx="3414960" cy="61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97BECCF8-7294-2369-0298-CA895470C15E}"/>
                    </a:ext>
                  </a:extLst>
                </p14:cNvPr>
                <p14:cNvContentPartPr/>
                <p14:nvPr/>
              </p14:nvContentPartPr>
              <p14:xfrm>
                <a:off x="8033291" y="2998495"/>
                <a:ext cx="171720" cy="5482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97BECCF8-7294-2369-0298-CA895470C15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024291" y="2989495"/>
                  <a:ext cx="189360" cy="56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3D780E17-06EE-AB64-CD87-C638CBB43381}"/>
                    </a:ext>
                  </a:extLst>
                </p14:cNvPr>
                <p14:cNvContentPartPr/>
                <p14:nvPr/>
              </p14:nvContentPartPr>
              <p14:xfrm>
                <a:off x="8247851" y="3249775"/>
                <a:ext cx="55800" cy="2260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3D780E17-06EE-AB64-CD87-C638CBB4338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239211" y="3241135"/>
                  <a:ext cx="7344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BC6FF99-FA65-8857-745A-C75EDAFA857B}"/>
                    </a:ext>
                  </a:extLst>
                </p14:cNvPr>
                <p14:cNvContentPartPr/>
                <p14:nvPr/>
              </p14:nvContentPartPr>
              <p14:xfrm>
                <a:off x="8208611" y="3338695"/>
                <a:ext cx="157320" cy="378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BC6FF99-FA65-8857-745A-C75EDAFA857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199971" y="3329695"/>
                  <a:ext cx="1749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2A60139A-11E4-B9DA-DDDB-5EB9E888F96E}"/>
                    </a:ext>
                  </a:extLst>
                </p14:cNvPr>
                <p14:cNvContentPartPr/>
                <p14:nvPr/>
              </p14:nvContentPartPr>
              <p14:xfrm>
                <a:off x="8485091" y="3080215"/>
                <a:ext cx="119160" cy="1353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2A60139A-11E4-B9DA-DDDB-5EB9E888F96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476451" y="3071215"/>
                  <a:ext cx="1368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FBD277A3-A374-5BCF-25EE-7EC69FDDC07A}"/>
                    </a:ext>
                  </a:extLst>
                </p14:cNvPr>
                <p14:cNvContentPartPr/>
                <p14:nvPr/>
              </p14:nvContentPartPr>
              <p14:xfrm>
                <a:off x="8690291" y="3042055"/>
                <a:ext cx="180720" cy="4842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FBD277A3-A374-5BCF-25EE-7EC69FDDC07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681291" y="3033415"/>
                  <a:ext cx="198360" cy="50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8314E2C-9146-7195-34F1-02BE6259E95A}"/>
                    </a:ext>
                  </a:extLst>
                </p14:cNvPr>
                <p14:cNvContentPartPr/>
                <p14:nvPr/>
              </p14:nvContentPartPr>
              <p14:xfrm>
                <a:off x="9011051" y="3082375"/>
                <a:ext cx="123840" cy="1317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8314E2C-9146-7195-34F1-02BE6259E95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002051" y="3073735"/>
                  <a:ext cx="1414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33A01AA9-A34D-ACA8-6A32-FAF2DFE051DD}"/>
                    </a:ext>
                  </a:extLst>
                </p14:cNvPr>
                <p14:cNvContentPartPr/>
                <p14:nvPr/>
              </p14:nvContentPartPr>
              <p14:xfrm>
                <a:off x="9264491" y="3026215"/>
                <a:ext cx="185040" cy="49104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33A01AA9-A34D-ACA8-6A32-FAF2DFE051D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255491" y="3017575"/>
                  <a:ext cx="202680" cy="50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B594A07A-B2F9-454F-A55E-1AF0252067E9}"/>
                    </a:ext>
                  </a:extLst>
                </p14:cNvPr>
                <p14:cNvContentPartPr/>
                <p14:nvPr/>
              </p14:nvContentPartPr>
              <p14:xfrm>
                <a:off x="9420371" y="3244735"/>
                <a:ext cx="145440" cy="2250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B594A07A-B2F9-454F-A55E-1AF0252067E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411731" y="3236095"/>
                  <a:ext cx="16308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82A10455-989E-13EF-706D-4358FF03AF84}"/>
                    </a:ext>
                  </a:extLst>
                </p14:cNvPr>
                <p14:cNvContentPartPr/>
                <p14:nvPr/>
              </p14:nvContentPartPr>
              <p14:xfrm>
                <a:off x="9635291" y="3074095"/>
                <a:ext cx="300240" cy="388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82A10455-989E-13EF-706D-4358FF03AF8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626291" y="3065455"/>
                  <a:ext cx="3178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6AF2D083-C4EE-DA49-E8B6-2014A6E5C2CD}"/>
                    </a:ext>
                  </a:extLst>
                </p14:cNvPr>
                <p14:cNvContentPartPr/>
                <p14:nvPr/>
              </p14:nvContentPartPr>
              <p14:xfrm>
                <a:off x="9914651" y="3025135"/>
                <a:ext cx="88200" cy="1461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6AF2D083-C4EE-DA49-E8B6-2014A6E5C2C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906011" y="3016495"/>
                  <a:ext cx="1058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E79D7007-BFC1-3C05-E51D-CFB61C593937}"/>
                    </a:ext>
                  </a:extLst>
                </p14:cNvPr>
                <p14:cNvContentPartPr/>
                <p14:nvPr/>
              </p14:nvContentPartPr>
              <p14:xfrm>
                <a:off x="10193291" y="3071215"/>
                <a:ext cx="372240" cy="15048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E79D7007-BFC1-3C05-E51D-CFB61C59393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184291" y="3062575"/>
                  <a:ext cx="3898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E29B27DB-870B-FEDD-F36C-A21FD75E2C84}"/>
                    </a:ext>
                  </a:extLst>
                </p14:cNvPr>
                <p14:cNvContentPartPr/>
                <p14:nvPr/>
              </p14:nvContentPartPr>
              <p14:xfrm>
                <a:off x="10541051" y="3008575"/>
                <a:ext cx="223560" cy="13392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E29B27DB-870B-FEDD-F36C-A21FD75E2C8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532411" y="2999575"/>
                  <a:ext cx="2412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16B1681-6D6F-73BC-FDE3-4953D8FDEDEA}"/>
                    </a:ext>
                  </a:extLst>
                </p14:cNvPr>
                <p14:cNvContentPartPr/>
                <p14:nvPr/>
              </p14:nvContentPartPr>
              <p14:xfrm>
                <a:off x="10640411" y="3044935"/>
                <a:ext cx="99720" cy="961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16B1681-6D6F-73BC-FDE3-4953D8FDEDE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631411" y="3036295"/>
                  <a:ext cx="1173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F0E8B3C3-5552-6363-92E7-F73462DE35DB}"/>
                    </a:ext>
                  </a:extLst>
                </p14:cNvPr>
                <p14:cNvContentPartPr/>
                <p14:nvPr/>
              </p14:nvContentPartPr>
              <p14:xfrm>
                <a:off x="10837331" y="2934775"/>
                <a:ext cx="15480" cy="1965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F0E8B3C3-5552-6363-92E7-F73462DE35D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828691" y="2925775"/>
                  <a:ext cx="331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E4D9BCC5-656D-B968-E27A-3944BD84FBF5}"/>
                    </a:ext>
                  </a:extLst>
                </p14:cNvPr>
                <p14:cNvContentPartPr/>
                <p14:nvPr/>
              </p14:nvContentPartPr>
              <p14:xfrm>
                <a:off x="10764611" y="2984455"/>
                <a:ext cx="504720" cy="14976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E4D9BCC5-656D-B968-E27A-3944BD84FBF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755971" y="2975455"/>
                  <a:ext cx="5223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F273FC32-1170-D90E-D782-004F8C9EBC66}"/>
                    </a:ext>
                  </a:extLst>
                </p14:cNvPr>
                <p14:cNvContentPartPr/>
                <p14:nvPr/>
              </p14:nvContentPartPr>
              <p14:xfrm>
                <a:off x="11289851" y="2981575"/>
                <a:ext cx="158400" cy="1440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F273FC32-1170-D90E-D782-004F8C9EBC6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1281211" y="2972935"/>
                  <a:ext cx="176040" cy="16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8F9FF2B7-6658-FEE0-94EE-53D900479D03}"/>
              </a:ext>
            </a:extLst>
          </p:cNvPr>
          <p:cNvGrpSpPr/>
          <p:nvPr/>
        </p:nvGrpSpPr>
        <p:grpSpPr>
          <a:xfrm>
            <a:off x="8169011" y="3878335"/>
            <a:ext cx="1523160" cy="445320"/>
            <a:chOff x="8169011" y="3878335"/>
            <a:chExt cx="1523160" cy="44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BA9F39B8-13C0-EDB8-6726-AFA4C4CEF2B3}"/>
                    </a:ext>
                  </a:extLst>
                </p14:cNvPr>
                <p14:cNvContentPartPr/>
                <p14:nvPr/>
              </p14:nvContentPartPr>
              <p14:xfrm>
                <a:off x="8169011" y="3904615"/>
                <a:ext cx="206640" cy="4021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BA9F39B8-13C0-EDB8-6726-AFA4C4CEF2B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160371" y="3895975"/>
                  <a:ext cx="22428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86F3D007-107F-D490-7A8B-F9145D3C7E31}"/>
                    </a:ext>
                  </a:extLst>
                </p14:cNvPr>
                <p14:cNvContentPartPr/>
                <p14:nvPr/>
              </p14:nvContentPartPr>
              <p14:xfrm>
                <a:off x="8450531" y="4019815"/>
                <a:ext cx="161280" cy="1152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86F3D007-107F-D490-7A8B-F9145D3C7E3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441531" y="4010815"/>
                  <a:ext cx="1789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34D47A94-6030-3D0A-C925-FF29FB670BAD}"/>
                    </a:ext>
                  </a:extLst>
                </p14:cNvPr>
                <p14:cNvContentPartPr/>
                <p14:nvPr/>
              </p14:nvContentPartPr>
              <p14:xfrm>
                <a:off x="8509931" y="4064095"/>
                <a:ext cx="125280" cy="86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34D47A94-6030-3D0A-C925-FF29FB670BA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500931" y="4055455"/>
                  <a:ext cx="1429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6D0C3C17-BB5F-256A-7A6C-E33C43A40277}"/>
                    </a:ext>
                  </a:extLst>
                </p14:cNvPr>
                <p14:cNvContentPartPr/>
                <p14:nvPr/>
              </p14:nvContentPartPr>
              <p14:xfrm>
                <a:off x="8785691" y="3878335"/>
                <a:ext cx="196560" cy="4453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6D0C3C17-BB5F-256A-7A6C-E33C43A4027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776691" y="3869335"/>
                  <a:ext cx="214200" cy="46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D72170F0-010E-85F1-4048-9993951F0349}"/>
                    </a:ext>
                  </a:extLst>
                </p14:cNvPr>
                <p14:cNvContentPartPr/>
                <p14:nvPr/>
              </p14:nvContentPartPr>
              <p14:xfrm>
                <a:off x="9046691" y="4078495"/>
                <a:ext cx="64800" cy="2062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D72170F0-010E-85F1-4048-9993951F034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037691" y="4069855"/>
                  <a:ext cx="824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02E8B71C-5F87-76C2-48B7-6EB5C6E3DE22}"/>
                    </a:ext>
                  </a:extLst>
                </p14:cNvPr>
                <p14:cNvContentPartPr/>
                <p14:nvPr/>
              </p14:nvContentPartPr>
              <p14:xfrm>
                <a:off x="9010691" y="4169215"/>
                <a:ext cx="147960" cy="3312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02E8B71C-5F87-76C2-48B7-6EB5C6E3DE2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002051" y="4160215"/>
                  <a:ext cx="1656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F5F8ECAD-8EDA-1418-9821-67EBDDF5310F}"/>
                    </a:ext>
                  </a:extLst>
                </p14:cNvPr>
                <p14:cNvContentPartPr/>
                <p14:nvPr/>
              </p14:nvContentPartPr>
              <p14:xfrm>
                <a:off x="9336851" y="3888415"/>
                <a:ext cx="355320" cy="11304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F5F8ECAD-8EDA-1418-9821-67EBDDF5310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328211" y="3879775"/>
                  <a:ext cx="372960" cy="13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3A8643B6-4ED7-E202-D70E-84CEA61A1089}"/>
              </a:ext>
            </a:extLst>
          </p:cNvPr>
          <p:cNvGrpSpPr/>
          <p:nvPr/>
        </p:nvGrpSpPr>
        <p:grpSpPr>
          <a:xfrm>
            <a:off x="9896291" y="3655495"/>
            <a:ext cx="1571040" cy="380520"/>
            <a:chOff x="9896291" y="3655495"/>
            <a:chExt cx="1571040" cy="38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A2D92898-465D-7948-31AD-D1D2518F380C}"/>
                    </a:ext>
                  </a:extLst>
                </p14:cNvPr>
                <p14:cNvContentPartPr/>
                <p14:nvPr/>
              </p14:nvContentPartPr>
              <p14:xfrm>
                <a:off x="9896291" y="3843775"/>
                <a:ext cx="141480" cy="17136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A2D92898-465D-7948-31AD-D1D2518F380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887291" y="3834775"/>
                  <a:ext cx="1591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AA514AB2-B972-D7EA-DEFF-4B4C3CD2DC52}"/>
                    </a:ext>
                  </a:extLst>
                </p14:cNvPr>
                <p14:cNvContentPartPr/>
                <p14:nvPr/>
              </p14:nvContentPartPr>
              <p14:xfrm>
                <a:off x="10042451" y="3877255"/>
                <a:ext cx="192600" cy="9900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AA514AB2-B972-D7EA-DEFF-4B4C3CD2DC5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033451" y="3868615"/>
                  <a:ext cx="2102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0A0F5103-F7D9-B80C-8615-78358390453D}"/>
                    </a:ext>
                  </a:extLst>
                </p14:cNvPr>
                <p14:cNvContentPartPr/>
                <p14:nvPr/>
              </p14:nvContentPartPr>
              <p14:xfrm>
                <a:off x="10258091" y="3773935"/>
                <a:ext cx="37800" cy="15552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0A0F5103-F7D9-B80C-8615-78358390453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249091" y="3765295"/>
                  <a:ext cx="554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4B6F7775-5C22-36EA-67F0-75A9EDD809FB}"/>
                    </a:ext>
                  </a:extLst>
                </p14:cNvPr>
                <p14:cNvContentPartPr/>
                <p14:nvPr/>
              </p14:nvContentPartPr>
              <p14:xfrm>
                <a:off x="10218851" y="3873295"/>
                <a:ext cx="232560" cy="5580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4B6F7775-5C22-36EA-67F0-75A9EDD809F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210211" y="3864295"/>
                  <a:ext cx="2502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BB74D76F-1E41-5578-B1BA-34576088FE14}"/>
                    </a:ext>
                  </a:extLst>
                </p14:cNvPr>
                <p14:cNvContentPartPr/>
                <p14:nvPr/>
              </p14:nvContentPartPr>
              <p14:xfrm>
                <a:off x="10600451" y="3751975"/>
                <a:ext cx="140760" cy="16344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BB74D76F-1E41-5578-B1BA-34576088FE1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591811" y="3742975"/>
                  <a:ext cx="1584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2F4DF7F2-5595-EDA2-6769-E7E4E334FCA0}"/>
                    </a:ext>
                  </a:extLst>
                </p14:cNvPr>
                <p14:cNvContentPartPr/>
                <p14:nvPr/>
              </p14:nvContentPartPr>
              <p14:xfrm>
                <a:off x="10762451" y="3740815"/>
                <a:ext cx="167400" cy="2952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2F4DF7F2-5595-EDA2-6769-E7E4E334FCA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753451" y="3731815"/>
                  <a:ext cx="18504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C3EB68A3-1F81-692B-46A7-BF768F81AA36}"/>
                    </a:ext>
                  </a:extLst>
                </p14:cNvPr>
                <p14:cNvContentPartPr/>
                <p14:nvPr/>
              </p14:nvContentPartPr>
              <p14:xfrm>
                <a:off x="10822931" y="3883015"/>
                <a:ext cx="187200" cy="453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C3EB68A3-1F81-692B-46A7-BF768F81AA3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814291" y="3874375"/>
                  <a:ext cx="2048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648E0BB2-5997-F9B8-D755-BCF6847B248C}"/>
                    </a:ext>
                  </a:extLst>
                </p14:cNvPr>
                <p14:cNvContentPartPr/>
                <p14:nvPr/>
              </p14:nvContentPartPr>
              <p14:xfrm>
                <a:off x="11028491" y="3763495"/>
                <a:ext cx="215640" cy="1083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648E0BB2-5997-F9B8-D755-BCF6847B248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1019851" y="3754855"/>
                  <a:ext cx="2332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C19497B1-E4FD-72BF-A833-CB56C85E77CD}"/>
                    </a:ext>
                  </a:extLst>
                </p14:cNvPr>
                <p14:cNvContentPartPr/>
                <p14:nvPr/>
              </p14:nvContentPartPr>
              <p14:xfrm>
                <a:off x="11268971" y="3655495"/>
                <a:ext cx="198360" cy="25308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C19497B1-E4FD-72BF-A833-CB56C85E77C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1259971" y="3646495"/>
                  <a:ext cx="216000" cy="270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10B32A36-5B4D-6BAE-7355-E6B24DED52B0}"/>
                  </a:ext>
                </a:extLst>
              </p14:cNvPr>
              <p14:cNvContentPartPr/>
              <p14:nvPr/>
            </p14:nvContentPartPr>
            <p14:xfrm>
              <a:off x="8097011" y="4576375"/>
              <a:ext cx="181080" cy="41004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10B32A36-5B4D-6BAE-7355-E6B24DED52B0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8088011" y="4567735"/>
                <a:ext cx="198720" cy="42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0" name="Group 209">
            <a:extLst>
              <a:ext uri="{FF2B5EF4-FFF2-40B4-BE49-F238E27FC236}">
                <a16:creationId xmlns:a16="http://schemas.microsoft.com/office/drawing/2014/main" id="{BA132908-D0AA-33D6-917F-F20429B94722}"/>
              </a:ext>
            </a:extLst>
          </p:cNvPr>
          <p:cNvGrpSpPr/>
          <p:nvPr/>
        </p:nvGrpSpPr>
        <p:grpSpPr>
          <a:xfrm>
            <a:off x="8487251" y="4533895"/>
            <a:ext cx="2890440" cy="567360"/>
            <a:chOff x="8487251" y="4533895"/>
            <a:chExt cx="2890440" cy="56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3DDE2198-63AD-220F-4CC2-E9841CD0B9F1}"/>
                    </a:ext>
                  </a:extLst>
                </p14:cNvPr>
                <p14:cNvContentPartPr/>
                <p14:nvPr/>
              </p14:nvContentPartPr>
              <p14:xfrm>
                <a:off x="8487251" y="4671775"/>
                <a:ext cx="125280" cy="3348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3DDE2198-63AD-220F-4CC2-E9841CD0B9F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478251" y="4662775"/>
                  <a:ext cx="1429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3083519F-FB72-B4AB-7268-F3B17F8C7355}"/>
                    </a:ext>
                  </a:extLst>
                </p14:cNvPr>
                <p14:cNvContentPartPr/>
                <p14:nvPr/>
              </p14:nvContentPartPr>
              <p14:xfrm>
                <a:off x="8505251" y="4727575"/>
                <a:ext cx="144360" cy="349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3083519F-FB72-B4AB-7268-F3B17F8C735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496611" y="4718935"/>
                  <a:ext cx="1620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037043C6-CA18-2EE1-5341-E8097A405EEC}"/>
                    </a:ext>
                  </a:extLst>
                </p14:cNvPr>
                <p14:cNvContentPartPr/>
                <p14:nvPr/>
              </p14:nvContentPartPr>
              <p14:xfrm>
                <a:off x="8808731" y="4577455"/>
                <a:ext cx="203400" cy="52380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037043C6-CA18-2EE1-5341-E8097A405EE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799731" y="4568815"/>
                  <a:ext cx="221040" cy="54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5015E827-6723-B9A3-4315-BFBCAEAAF6C4}"/>
                    </a:ext>
                  </a:extLst>
                </p14:cNvPr>
                <p14:cNvContentPartPr/>
                <p14:nvPr/>
              </p14:nvContentPartPr>
              <p14:xfrm>
                <a:off x="9039131" y="4794535"/>
                <a:ext cx="152280" cy="2314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5015E827-6723-B9A3-4315-BFBCAEAAF6C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030131" y="4785895"/>
                  <a:ext cx="16992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606D81E4-4F07-EFCC-E036-5F5A088B2AC9}"/>
                    </a:ext>
                  </a:extLst>
                </p14:cNvPr>
                <p14:cNvContentPartPr/>
                <p14:nvPr/>
              </p14:nvContentPartPr>
              <p14:xfrm>
                <a:off x="9357371" y="4656295"/>
                <a:ext cx="314640" cy="126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606D81E4-4F07-EFCC-E036-5F5A088B2AC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348731" y="4647295"/>
                  <a:ext cx="3322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67CB821F-E011-4CB3-5911-97038200493E}"/>
                    </a:ext>
                  </a:extLst>
                </p14:cNvPr>
                <p14:cNvContentPartPr/>
                <p14:nvPr/>
              </p14:nvContentPartPr>
              <p14:xfrm>
                <a:off x="9652571" y="4608775"/>
                <a:ext cx="110880" cy="1299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67CB821F-E011-4CB3-5911-97038200493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643931" y="4599775"/>
                  <a:ext cx="1285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F91C5A1E-8185-4EFF-A7D6-95C2E9D7885B}"/>
                    </a:ext>
                  </a:extLst>
                </p14:cNvPr>
                <p14:cNvContentPartPr/>
                <p14:nvPr/>
              </p14:nvContentPartPr>
              <p14:xfrm>
                <a:off x="9954971" y="4567375"/>
                <a:ext cx="178920" cy="1918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F91C5A1E-8185-4EFF-A7D6-95C2E9D7885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945971" y="4558375"/>
                  <a:ext cx="19656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940B2906-53EE-B774-C5FE-2A76A669F717}"/>
                    </a:ext>
                  </a:extLst>
                </p14:cNvPr>
                <p14:cNvContentPartPr/>
                <p14:nvPr/>
              </p14:nvContentPartPr>
              <p14:xfrm>
                <a:off x="10165931" y="4551895"/>
                <a:ext cx="60480" cy="16992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940B2906-53EE-B774-C5FE-2A76A669F71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156931" y="4543255"/>
                  <a:ext cx="781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023D8221-117F-3241-A154-CB5DA70A0FC9}"/>
                    </a:ext>
                  </a:extLst>
                </p14:cNvPr>
                <p14:cNvContentPartPr/>
                <p14:nvPr/>
              </p14:nvContentPartPr>
              <p14:xfrm>
                <a:off x="10144691" y="4647295"/>
                <a:ext cx="160920" cy="237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023D8221-117F-3241-A154-CB5DA70A0FC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136051" y="4638295"/>
                  <a:ext cx="1785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3C15BD30-8349-6971-8B3D-95305CDCA208}"/>
                    </a:ext>
                  </a:extLst>
                </p14:cNvPr>
                <p14:cNvContentPartPr/>
                <p14:nvPr/>
              </p14:nvContentPartPr>
              <p14:xfrm>
                <a:off x="10073051" y="4669975"/>
                <a:ext cx="142200" cy="903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3C15BD30-8349-6971-8B3D-95305CDCA20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064411" y="4661335"/>
                  <a:ext cx="1598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3A89BD48-7625-ED40-6862-7F7E0A2AC237}"/>
                    </a:ext>
                  </a:extLst>
                </p14:cNvPr>
                <p14:cNvContentPartPr/>
                <p14:nvPr/>
              </p14:nvContentPartPr>
              <p14:xfrm>
                <a:off x="10326851" y="4727215"/>
                <a:ext cx="9720" cy="540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3A89BD48-7625-ED40-6862-7F7E0A2AC23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318211" y="4718215"/>
                  <a:ext cx="273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695E842E-2B32-0BE3-E451-4C19E55D5FDF}"/>
                    </a:ext>
                  </a:extLst>
                </p14:cNvPr>
                <p14:cNvContentPartPr/>
                <p14:nvPr/>
              </p14:nvContentPartPr>
              <p14:xfrm>
                <a:off x="10486691" y="4574935"/>
                <a:ext cx="176760" cy="13644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695E842E-2B32-0BE3-E451-4C19E55D5FD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478051" y="4566295"/>
                  <a:ext cx="1944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565E24E7-0E15-DC43-38DD-D8450F00C8C1}"/>
                    </a:ext>
                  </a:extLst>
                </p14:cNvPr>
                <p14:cNvContentPartPr/>
                <p14:nvPr/>
              </p14:nvContentPartPr>
              <p14:xfrm>
                <a:off x="10647611" y="4592575"/>
                <a:ext cx="403560" cy="23112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565E24E7-0E15-DC43-38DD-D8450F00C8C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638611" y="4583935"/>
                  <a:ext cx="42120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DD6F1B9F-58EA-711C-75F1-FF915709680B}"/>
                    </a:ext>
                  </a:extLst>
                </p14:cNvPr>
                <p14:cNvContentPartPr/>
                <p14:nvPr/>
              </p14:nvContentPartPr>
              <p14:xfrm>
                <a:off x="11089331" y="4576375"/>
                <a:ext cx="89280" cy="831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DD6F1B9F-58EA-711C-75F1-FF915709680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080331" y="4567735"/>
                  <a:ext cx="1069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FA5A147-DE56-43F6-45BA-6614712A0194}"/>
                    </a:ext>
                  </a:extLst>
                </p14:cNvPr>
                <p14:cNvContentPartPr/>
                <p14:nvPr/>
              </p14:nvContentPartPr>
              <p14:xfrm>
                <a:off x="11194811" y="4533895"/>
                <a:ext cx="182880" cy="1335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FA5A147-DE56-43F6-45BA-6614712A019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185811" y="4525255"/>
                  <a:ext cx="20052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302F96E4-93A8-A064-81C9-897E659B9599}"/>
              </a:ext>
            </a:extLst>
          </p:cNvPr>
          <p:cNvGrpSpPr/>
          <p:nvPr/>
        </p:nvGrpSpPr>
        <p:grpSpPr>
          <a:xfrm>
            <a:off x="9350891" y="5481415"/>
            <a:ext cx="2073600" cy="370080"/>
            <a:chOff x="9350891" y="5481415"/>
            <a:chExt cx="2073600" cy="37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6E998CD2-62C4-9060-54AE-8F7917BAD22A}"/>
                    </a:ext>
                  </a:extLst>
                </p14:cNvPr>
                <p14:cNvContentPartPr/>
                <p14:nvPr/>
              </p14:nvContentPartPr>
              <p14:xfrm>
                <a:off x="9350891" y="5675455"/>
                <a:ext cx="318600" cy="3780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6E998CD2-62C4-9060-54AE-8F7917BAD22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342251" y="5666815"/>
                  <a:ext cx="3362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6BAB070B-0FD0-5DE7-6BA3-05E6690F48CF}"/>
                    </a:ext>
                  </a:extLst>
                </p14:cNvPr>
                <p14:cNvContentPartPr/>
                <p14:nvPr/>
              </p14:nvContentPartPr>
              <p14:xfrm>
                <a:off x="9651491" y="5650255"/>
                <a:ext cx="143280" cy="10152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6BAB070B-0FD0-5DE7-6BA3-05E6690F48C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642851" y="5641255"/>
                  <a:ext cx="1609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05D04481-8893-68D7-30D9-DB18D0B3F122}"/>
                    </a:ext>
                  </a:extLst>
                </p14:cNvPr>
                <p14:cNvContentPartPr/>
                <p14:nvPr/>
              </p14:nvContentPartPr>
              <p14:xfrm>
                <a:off x="9938771" y="5587255"/>
                <a:ext cx="120600" cy="17964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05D04481-8893-68D7-30D9-DB18D0B3F12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930131" y="5578615"/>
                  <a:ext cx="1382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4AB7E5F2-67F5-0A03-F6A6-05647025F68F}"/>
                    </a:ext>
                  </a:extLst>
                </p14:cNvPr>
                <p14:cNvContentPartPr/>
                <p14:nvPr/>
              </p14:nvContentPartPr>
              <p14:xfrm>
                <a:off x="10091051" y="5611375"/>
                <a:ext cx="547920" cy="24012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4AB7E5F2-67F5-0A03-F6A6-05647025F68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082051" y="5602375"/>
                  <a:ext cx="56556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5EA3B94B-4022-CD7D-E526-6CF422DB1CC7}"/>
                    </a:ext>
                  </a:extLst>
                </p14:cNvPr>
                <p14:cNvContentPartPr/>
                <p14:nvPr/>
              </p14:nvContentPartPr>
              <p14:xfrm>
                <a:off x="10658771" y="5589775"/>
                <a:ext cx="504360" cy="11916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5EA3B94B-4022-CD7D-E526-6CF422DB1CC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649771" y="5580775"/>
                  <a:ext cx="5220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CF80829E-E070-872C-1189-79D36656FDC1}"/>
                    </a:ext>
                  </a:extLst>
                </p14:cNvPr>
                <p14:cNvContentPartPr/>
                <p14:nvPr/>
              </p14:nvContentPartPr>
              <p14:xfrm>
                <a:off x="11179691" y="5481415"/>
                <a:ext cx="26640" cy="1548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CF80829E-E070-872C-1189-79D36656FDC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170691" y="5472415"/>
                  <a:ext cx="442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2FE576E1-48EB-A28F-11C3-2D8283367A0B}"/>
                    </a:ext>
                  </a:extLst>
                </p14:cNvPr>
                <p14:cNvContentPartPr/>
                <p14:nvPr/>
              </p14:nvContentPartPr>
              <p14:xfrm>
                <a:off x="11197691" y="5495815"/>
                <a:ext cx="226800" cy="22968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2FE576E1-48EB-A28F-11C3-2D8283367A0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1189051" y="5486815"/>
                  <a:ext cx="244440" cy="24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A692D930-E04C-5126-B1E8-4BE96B62B589}"/>
              </a:ext>
            </a:extLst>
          </p:cNvPr>
          <p:cNvGrpSpPr/>
          <p:nvPr/>
        </p:nvGrpSpPr>
        <p:grpSpPr>
          <a:xfrm>
            <a:off x="7759331" y="6131575"/>
            <a:ext cx="1719720" cy="317160"/>
            <a:chOff x="7759331" y="6131575"/>
            <a:chExt cx="1719720" cy="31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DF52E422-6A86-57EC-8434-03778381CEC0}"/>
                    </a:ext>
                  </a:extLst>
                </p14:cNvPr>
                <p14:cNvContentPartPr/>
                <p14:nvPr/>
              </p14:nvContentPartPr>
              <p14:xfrm>
                <a:off x="7924571" y="6143095"/>
                <a:ext cx="25920" cy="24624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DF52E422-6A86-57EC-8434-03778381CEC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915931" y="6134095"/>
                  <a:ext cx="435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21FDCB63-C10B-2629-E66C-E9345ED0BE58}"/>
                    </a:ext>
                  </a:extLst>
                </p14:cNvPr>
                <p14:cNvContentPartPr/>
                <p14:nvPr/>
              </p14:nvContentPartPr>
              <p14:xfrm>
                <a:off x="7759331" y="6150295"/>
                <a:ext cx="328320" cy="1728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21FDCB63-C10B-2629-E66C-E9345ED0BE58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750331" y="6141295"/>
                  <a:ext cx="3459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A67B3559-7345-7661-FEEE-A721A5E1921E}"/>
                    </a:ext>
                  </a:extLst>
                </p14:cNvPr>
                <p14:cNvContentPartPr/>
                <p14:nvPr/>
              </p14:nvContentPartPr>
              <p14:xfrm>
                <a:off x="8187011" y="6202495"/>
                <a:ext cx="103320" cy="14148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A67B3559-7345-7661-FEEE-A721A5E1921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178371" y="6193855"/>
                  <a:ext cx="1209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FA8B0B48-88F2-05CB-09F5-7BF9A8DEBA7A}"/>
                    </a:ext>
                  </a:extLst>
                </p14:cNvPr>
                <p14:cNvContentPartPr/>
                <p14:nvPr/>
              </p14:nvContentPartPr>
              <p14:xfrm>
                <a:off x="8382851" y="6131575"/>
                <a:ext cx="426600" cy="27900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FA8B0B48-88F2-05CB-09F5-7BF9A8DEBA7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373851" y="6122575"/>
                  <a:ext cx="44424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2EB43850-860E-43C4-FB9D-412C99AC4009}"/>
                    </a:ext>
                  </a:extLst>
                </p14:cNvPr>
                <p14:cNvContentPartPr/>
                <p14:nvPr/>
              </p14:nvContentPartPr>
              <p14:xfrm>
                <a:off x="8728811" y="6324895"/>
                <a:ext cx="405360" cy="12384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2EB43850-860E-43C4-FB9D-412C99AC4009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719811" y="6316255"/>
                  <a:ext cx="4230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8EBD9DF6-9461-5A51-C83F-CBE8DC780146}"/>
                    </a:ext>
                  </a:extLst>
                </p14:cNvPr>
                <p14:cNvContentPartPr/>
                <p14:nvPr/>
              </p14:nvContentPartPr>
              <p14:xfrm>
                <a:off x="9150371" y="6228415"/>
                <a:ext cx="159840" cy="17748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8EBD9DF6-9461-5A51-C83F-CBE8DC78014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141371" y="6219415"/>
                  <a:ext cx="1774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0CC3E52E-76BB-82C7-BF20-09FC0A8448AF}"/>
                    </a:ext>
                  </a:extLst>
                </p14:cNvPr>
                <p14:cNvContentPartPr/>
                <p14:nvPr/>
              </p14:nvContentPartPr>
              <p14:xfrm>
                <a:off x="9444851" y="6336775"/>
                <a:ext cx="34200" cy="576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0CC3E52E-76BB-82C7-BF20-09FC0A8448A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436211" y="6328135"/>
                  <a:ext cx="5184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0" name="Group 299">
            <a:extLst>
              <a:ext uri="{FF2B5EF4-FFF2-40B4-BE49-F238E27FC236}">
                <a16:creationId xmlns:a16="http://schemas.microsoft.com/office/drawing/2014/main" id="{39A8C46C-5B71-37CC-6E57-0EE9DFC95175}"/>
              </a:ext>
            </a:extLst>
          </p:cNvPr>
          <p:cNvGrpSpPr/>
          <p:nvPr/>
        </p:nvGrpSpPr>
        <p:grpSpPr>
          <a:xfrm>
            <a:off x="7765811" y="5490415"/>
            <a:ext cx="1439280" cy="396360"/>
            <a:chOff x="7765811" y="5490415"/>
            <a:chExt cx="1439280" cy="39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61657526-E8E0-3393-62E6-729BF43BFCF5}"/>
                    </a:ext>
                  </a:extLst>
                </p14:cNvPr>
                <p14:cNvContentPartPr/>
                <p14:nvPr/>
              </p14:nvContentPartPr>
              <p14:xfrm>
                <a:off x="7887131" y="5563135"/>
                <a:ext cx="20520" cy="28620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61657526-E8E0-3393-62E6-729BF43BFCF5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878491" y="5554135"/>
                  <a:ext cx="3816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86E06B71-CF2F-AB54-B2B4-3C74543C6A5E}"/>
                    </a:ext>
                  </a:extLst>
                </p14:cNvPr>
                <p14:cNvContentPartPr/>
                <p14:nvPr/>
              </p14:nvContentPartPr>
              <p14:xfrm>
                <a:off x="7765811" y="5490415"/>
                <a:ext cx="376560" cy="18252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86E06B71-CF2F-AB54-B2B4-3C74543C6A5E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757171" y="5481775"/>
                  <a:ext cx="3942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2D070F47-5546-4CC4-A390-8EC0B0423903}"/>
                    </a:ext>
                  </a:extLst>
                </p14:cNvPr>
                <p14:cNvContentPartPr/>
                <p14:nvPr/>
              </p14:nvContentPartPr>
              <p14:xfrm>
                <a:off x="8155691" y="5648815"/>
                <a:ext cx="128520" cy="14148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2D070F47-5546-4CC4-A390-8EC0B042390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146691" y="5639815"/>
                  <a:ext cx="1461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77D97B2B-463A-D98B-881C-B0A4EF14C45B}"/>
                    </a:ext>
                  </a:extLst>
                </p14:cNvPr>
                <p14:cNvContentPartPr/>
                <p14:nvPr/>
              </p14:nvContentPartPr>
              <p14:xfrm>
                <a:off x="8496611" y="5570695"/>
                <a:ext cx="54360" cy="25920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77D97B2B-463A-D98B-881C-B0A4EF14C45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487611" y="5561695"/>
                  <a:ext cx="7200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1E76D39B-9E72-031F-F94B-A216125B9D59}"/>
                    </a:ext>
                  </a:extLst>
                </p14:cNvPr>
                <p14:cNvContentPartPr/>
                <p14:nvPr/>
              </p14:nvContentPartPr>
              <p14:xfrm>
                <a:off x="8374931" y="5496895"/>
                <a:ext cx="316080" cy="19764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1E76D39B-9E72-031F-F94B-A216125B9D5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366291" y="5487895"/>
                  <a:ext cx="3337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8AF6F69C-64BE-AAFA-C5C5-304376463C2B}"/>
                    </a:ext>
                  </a:extLst>
                </p14:cNvPr>
                <p14:cNvContentPartPr/>
                <p14:nvPr/>
              </p14:nvContentPartPr>
              <p14:xfrm>
                <a:off x="8655731" y="5631175"/>
                <a:ext cx="340560" cy="22752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8AF6F69C-64BE-AAFA-C5C5-304376463C2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647091" y="5622175"/>
                  <a:ext cx="35820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320A9259-0543-DE12-48AE-9A3DCFAC3859}"/>
                    </a:ext>
                  </a:extLst>
                </p14:cNvPr>
                <p14:cNvContentPartPr/>
                <p14:nvPr/>
              </p14:nvContentPartPr>
              <p14:xfrm>
                <a:off x="9040931" y="5645215"/>
                <a:ext cx="32400" cy="20988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320A9259-0543-DE12-48AE-9A3DCFAC3859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032291" y="5636215"/>
                  <a:ext cx="500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F48D3AA8-8E55-CCAD-8DC9-AEDF5B535189}"/>
                    </a:ext>
                  </a:extLst>
                </p14:cNvPr>
                <p14:cNvContentPartPr/>
                <p14:nvPr/>
              </p14:nvContentPartPr>
              <p14:xfrm>
                <a:off x="8971091" y="5741695"/>
                <a:ext cx="234000" cy="2160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F48D3AA8-8E55-CCAD-8DC9-AEDF5B535189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962091" y="5733055"/>
                  <a:ext cx="2516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580ECD6A-CB88-54E4-6163-61C223381A67}"/>
                    </a:ext>
                  </a:extLst>
                </p14:cNvPr>
                <p14:cNvContentPartPr/>
                <p14:nvPr/>
              </p14:nvContentPartPr>
              <p14:xfrm>
                <a:off x="8028971" y="5814055"/>
                <a:ext cx="843840" cy="7272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580ECD6A-CB88-54E4-6163-61C223381A6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019971" y="5805055"/>
                  <a:ext cx="861480" cy="90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0E08EBBC-39D0-A96E-AD19-05B6B5AE7849}"/>
                  </a:ext>
                </a:extLst>
              </p14:cNvPr>
              <p14:cNvContentPartPr/>
              <p14:nvPr/>
            </p14:nvContentPartPr>
            <p14:xfrm>
              <a:off x="3428531" y="4570615"/>
              <a:ext cx="1196280" cy="28440"/>
            </p14:xfrm>
          </p:contentPart>
        </mc:Choice>
        <mc:Fallback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0E08EBBC-39D0-A96E-AD19-05B6B5AE7849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3419891" y="4561615"/>
                <a:ext cx="1213920" cy="4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15" name="Group 314">
            <a:extLst>
              <a:ext uri="{FF2B5EF4-FFF2-40B4-BE49-F238E27FC236}">
                <a16:creationId xmlns:a16="http://schemas.microsoft.com/office/drawing/2014/main" id="{C4B60E79-9B08-433B-518E-8725DCF913F0}"/>
              </a:ext>
            </a:extLst>
          </p:cNvPr>
          <p:cNvGrpSpPr/>
          <p:nvPr/>
        </p:nvGrpSpPr>
        <p:grpSpPr>
          <a:xfrm>
            <a:off x="508931" y="978895"/>
            <a:ext cx="6075360" cy="5256720"/>
            <a:chOff x="508931" y="978895"/>
            <a:chExt cx="6075360" cy="525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3F0133D-56C9-607A-0E0A-7BF6DFE57B58}"/>
                    </a:ext>
                  </a:extLst>
                </p14:cNvPr>
                <p14:cNvContentPartPr/>
                <p14:nvPr/>
              </p14:nvContentPartPr>
              <p14:xfrm>
                <a:off x="708371" y="1233415"/>
                <a:ext cx="107280" cy="216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3F0133D-56C9-607A-0E0A-7BF6DFE57B5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99731" y="1224415"/>
                  <a:ext cx="1249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0DDACA6-BE52-1D2F-8B9B-4CBE1ABBABDC}"/>
                    </a:ext>
                  </a:extLst>
                </p14:cNvPr>
                <p14:cNvContentPartPr/>
                <p14:nvPr/>
              </p14:nvContentPartPr>
              <p14:xfrm>
                <a:off x="801611" y="1351135"/>
                <a:ext cx="145080" cy="152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0DDACA6-BE52-1D2F-8B9B-4CBE1ABBABDC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92611" y="1342495"/>
                  <a:ext cx="1627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33E56A3-ED33-53E2-75B8-13CE60CED1B1}"/>
                    </a:ext>
                  </a:extLst>
                </p14:cNvPr>
                <p14:cNvContentPartPr/>
                <p14:nvPr/>
              </p14:nvContentPartPr>
              <p14:xfrm>
                <a:off x="1261331" y="1292455"/>
                <a:ext cx="10440" cy="2228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33E56A3-ED33-53E2-75B8-13CE60CED1B1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252691" y="1283455"/>
                  <a:ext cx="280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0D9B7EA-62B8-419F-3A73-F70F00627DD4}"/>
                    </a:ext>
                  </a:extLst>
                </p14:cNvPr>
                <p14:cNvContentPartPr/>
                <p14:nvPr/>
              </p14:nvContentPartPr>
              <p14:xfrm>
                <a:off x="1109051" y="1262215"/>
                <a:ext cx="338400" cy="424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0D9B7EA-62B8-419F-3A73-F70F00627DD4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100411" y="1253575"/>
                  <a:ext cx="3560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22B7481-4365-4EBA-B83F-45372997EDE3}"/>
                    </a:ext>
                  </a:extLst>
                </p14:cNvPr>
                <p14:cNvContentPartPr/>
                <p14:nvPr/>
              </p14:nvContentPartPr>
              <p14:xfrm>
                <a:off x="1528811" y="1358695"/>
                <a:ext cx="19440" cy="113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22B7481-4365-4EBA-B83F-45372997EDE3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520171" y="1350055"/>
                  <a:ext cx="370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E4C5BB0-3795-A0C3-C329-3FFBDA54B49D}"/>
                    </a:ext>
                  </a:extLst>
                </p14:cNvPr>
                <p14:cNvContentPartPr/>
                <p14:nvPr/>
              </p14:nvContentPartPr>
              <p14:xfrm>
                <a:off x="1907891" y="1304695"/>
                <a:ext cx="23760" cy="1598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E4C5BB0-3795-A0C3-C329-3FFBDA54B49D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899251" y="1295695"/>
                  <a:ext cx="414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F5C6A73-E596-30E6-0568-C7BEFC51D891}"/>
                    </a:ext>
                  </a:extLst>
                </p14:cNvPr>
                <p14:cNvContentPartPr/>
                <p14:nvPr/>
              </p14:nvContentPartPr>
              <p14:xfrm>
                <a:off x="1747691" y="1266535"/>
                <a:ext cx="318600" cy="212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F5C6A73-E596-30E6-0568-C7BEFC51D891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738691" y="1257895"/>
                  <a:ext cx="3362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955B234-E1F6-DC42-069B-59393D5D2001}"/>
                    </a:ext>
                  </a:extLst>
                </p14:cNvPr>
                <p14:cNvContentPartPr/>
                <p14:nvPr/>
              </p14:nvContentPartPr>
              <p14:xfrm>
                <a:off x="2004731" y="1374895"/>
                <a:ext cx="193320" cy="1137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955B234-E1F6-DC42-069B-59393D5D200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995731" y="1366255"/>
                  <a:ext cx="2109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2BCED2B-9535-BF93-18E1-24BBDB885636}"/>
                    </a:ext>
                  </a:extLst>
                </p14:cNvPr>
                <p14:cNvContentPartPr/>
                <p14:nvPr/>
              </p14:nvContentPartPr>
              <p14:xfrm>
                <a:off x="2198051" y="1247815"/>
                <a:ext cx="134280" cy="2214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2BCED2B-9535-BF93-18E1-24BBDB88563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189411" y="1239175"/>
                  <a:ext cx="1519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61F3AF0-F903-3FD6-DA73-5251A5FA0C11}"/>
                    </a:ext>
                  </a:extLst>
                </p14:cNvPr>
                <p14:cNvContentPartPr/>
                <p14:nvPr/>
              </p14:nvContentPartPr>
              <p14:xfrm>
                <a:off x="2366891" y="1291735"/>
                <a:ext cx="185400" cy="1850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61F3AF0-F903-3FD6-DA73-5251A5FA0C11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357891" y="1283095"/>
                  <a:ext cx="2030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ADB817D-62D5-7FC4-FADB-F03EB4CA813F}"/>
                    </a:ext>
                  </a:extLst>
                </p14:cNvPr>
                <p14:cNvContentPartPr/>
                <p14:nvPr/>
              </p14:nvContentPartPr>
              <p14:xfrm>
                <a:off x="2714651" y="1258255"/>
                <a:ext cx="38160" cy="1810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ADB817D-62D5-7FC4-FADB-F03EB4CA813F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706011" y="1249255"/>
                  <a:ext cx="558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B48AECC-A51D-03AD-44A4-C48BC06092F6}"/>
                    </a:ext>
                  </a:extLst>
                </p14:cNvPr>
                <p14:cNvContentPartPr/>
                <p14:nvPr/>
              </p14:nvContentPartPr>
              <p14:xfrm>
                <a:off x="2637251" y="1269775"/>
                <a:ext cx="312120" cy="1832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B48AECC-A51D-03AD-44A4-C48BC06092F6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628251" y="1260775"/>
                  <a:ext cx="32976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018A54B-D0B5-1EAE-E612-7079F741252C}"/>
                    </a:ext>
                  </a:extLst>
                </p14:cNvPr>
                <p14:cNvContentPartPr/>
                <p14:nvPr/>
              </p14:nvContentPartPr>
              <p14:xfrm>
                <a:off x="3064571" y="1232695"/>
                <a:ext cx="36000" cy="2293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018A54B-D0B5-1EAE-E612-7079F741252C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055931" y="1224055"/>
                  <a:ext cx="5364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F6B93FB-8EE0-18C2-51D5-0648F3F5EAD2}"/>
                    </a:ext>
                  </a:extLst>
                </p14:cNvPr>
                <p14:cNvContentPartPr/>
                <p14:nvPr/>
              </p14:nvContentPartPr>
              <p14:xfrm>
                <a:off x="1151891" y="1901215"/>
                <a:ext cx="56880" cy="2383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F6B93FB-8EE0-18C2-51D5-0648F3F5EAD2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143251" y="1892215"/>
                  <a:ext cx="7452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4FF95B0-7634-B97F-742E-08B258091709}"/>
                    </a:ext>
                  </a:extLst>
                </p14:cNvPr>
                <p14:cNvContentPartPr/>
                <p14:nvPr/>
              </p14:nvContentPartPr>
              <p14:xfrm>
                <a:off x="1073411" y="1889695"/>
                <a:ext cx="234000" cy="1198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4FF95B0-7634-B97F-742E-08B258091709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64771" y="1881055"/>
                  <a:ext cx="2516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7ED19E6-B8D0-585C-B378-2573306F7DF7}"/>
                    </a:ext>
                  </a:extLst>
                </p14:cNvPr>
                <p14:cNvContentPartPr/>
                <p14:nvPr/>
              </p14:nvContentPartPr>
              <p14:xfrm>
                <a:off x="1377971" y="1971775"/>
                <a:ext cx="54720" cy="1137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7ED19E6-B8D0-585C-B378-2573306F7DF7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369331" y="1962775"/>
                  <a:ext cx="723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71F5971-53B0-18AD-ABCF-3D1E4CDA3312}"/>
                    </a:ext>
                  </a:extLst>
                </p14:cNvPr>
                <p14:cNvContentPartPr/>
                <p14:nvPr/>
              </p14:nvContentPartPr>
              <p14:xfrm>
                <a:off x="1798811" y="1905895"/>
                <a:ext cx="30600" cy="2109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71F5971-53B0-18AD-ABCF-3D1E4CDA3312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790171" y="1896895"/>
                  <a:ext cx="482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D37BCAA-6DAB-3E7C-99AE-ABE46A2C6164}"/>
                    </a:ext>
                  </a:extLst>
                </p14:cNvPr>
                <p14:cNvContentPartPr/>
                <p14:nvPr/>
              </p14:nvContentPartPr>
              <p14:xfrm>
                <a:off x="1654091" y="1891855"/>
                <a:ext cx="303120" cy="410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D37BCAA-6DAB-3E7C-99AE-ABE46A2C6164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645451" y="1883215"/>
                  <a:ext cx="3207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51FFCFF-D61F-5718-49C0-124B27605A3A}"/>
                    </a:ext>
                  </a:extLst>
                </p14:cNvPr>
                <p14:cNvContentPartPr/>
                <p14:nvPr/>
              </p14:nvContentPartPr>
              <p14:xfrm>
                <a:off x="1938131" y="1996255"/>
                <a:ext cx="180360" cy="1386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51FFCFF-D61F-5718-49C0-124B27605A3A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929491" y="1987255"/>
                  <a:ext cx="1980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8DD7AEB-B150-25B5-4479-325EE51F53BB}"/>
                    </a:ext>
                  </a:extLst>
                </p14:cNvPr>
                <p14:cNvContentPartPr/>
                <p14:nvPr/>
              </p14:nvContentPartPr>
              <p14:xfrm>
                <a:off x="2167811" y="1856575"/>
                <a:ext cx="168840" cy="2534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8DD7AEB-B150-25B5-4479-325EE51F53BB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2159171" y="1847935"/>
                  <a:ext cx="18648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EEE0B06-92BF-99C0-4C4B-F5B5BC3B3FF3}"/>
                    </a:ext>
                  </a:extLst>
                </p14:cNvPr>
                <p14:cNvContentPartPr/>
                <p14:nvPr/>
              </p14:nvContentPartPr>
              <p14:xfrm>
                <a:off x="2373731" y="1844335"/>
                <a:ext cx="384480" cy="2275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EEE0B06-92BF-99C0-4C4B-F5B5BC3B3FF3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2365091" y="1835695"/>
                  <a:ext cx="4021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EE8EE26-119F-5FF9-9AE1-81D1110E9ADF}"/>
                    </a:ext>
                  </a:extLst>
                </p14:cNvPr>
                <p14:cNvContentPartPr/>
                <p14:nvPr/>
              </p14:nvContentPartPr>
              <p14:xfrm>
                <a:off x="2654531" y="1844335"/>
                <a:ext cx="236520" cy="1846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EE8EE26-119F-5FF9-9AE1-81D1110E9ADF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645891" y="1835695"/>
                  <a:ext cx="2541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739F33E-5AAF-08AD-8D19-359186261D80}"/>
                    </a:ext>
                  </a:extLst>
                </p14:cNvPr>
                <p14:cNvContentPartPr/>
                <p14:nvPr/>
              </p14:nvContentPartPr>
              <p14:xfrm>
                <a:off x="2967011" y="2000215"/>
                <a:ext cx="40680" cy="540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739F33E-5AAF-08AD-8D19-359186261D80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2958011" y="1991575"/>
                  <a:ext cx="583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E016F76-14A6-B4F1-EF7D-F85141D300E8}"/>
                    </a:ext>
                  </a:extLst>
                </p14:cNvPr>
                <p14:cNvContentPartPr/>
                <p14:nvPr/>
              </p14:nvContentPartPr>
              <p14:xfrm>
                <a:off x="3108131" y="1891855"/>
                <a:ext cx="241560" cy="1803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E016F76-14A6-B4F1-EF7D-F85141D300E8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099131" y="1882855"/>
                  <a:ext cx="2592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10AEF10-7EDD-07A5-1CCC-7A21B5E4A5D2}"/>
                    </a:ext>
                  </a:extLst>
                </p14:cNvPr>
                <p14:cNvContentPartPr/>
                <p14:nvPr/>
              </p14:nvContentPartPr>
              <p14:xfrm>
                <a:off x="3546251" y="1617895"/>
                <a:ext cx="493920" cy="208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10AEF10-7EDD-07A5-1CCC-7A21B5E4A5D2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537251" y="1609255"/>
                  <a:ext cx="5115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D130BD3-03C2-D51F-05F7-84C4AB1E1BB6}"/>
                    </a:ext>
                  </a:extLst>
                </p14:cNvPr>
                <p14:cNvContentPartPr/>
                <p14:nvPr/>
              </p14:nvContentPartPr>
              <p14:xfrm>
                <a:off x="4058891" y="1581895"/>
                <a:ext cx="120960" cy="1558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D130BD3-03C2-D51F-05F7-84C4AB1E1BB6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050251" y="1572895"/>
                  <a:ext cx="1386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1DC47ED-5E71-C723-A140-2964EA6A4799}"/>
                    </a:ext>
                  </a:extLst>
                </p14:cNvPr>
                <p14:cNvContentPartPr/>
                <p14:nvPr/>
              </p14:nvContentPartPr>
              <p14:xfrm>
                <a:off x="4802651" y="994735"/>
                <a:ext cx="160920" cy="2527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1DC47ED-5E71-C723-A140-2964EA6A4799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793651" y="986095"/>
                  <a:ext cx="17856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8B7A4D6-F69E-BF79-007A-832BACE08B38}"/>
                    </a:ext>
                  </a:extLst>
                </p14:cNvPr>
                <p14:cNvContentPartPr/>
                <p14:nvPr/>
              </p14:nvContentPartPr>
              <p14:xfrm>
                <a:off x="5242931" y="1108855"/>
                <a:ext cx="158760" cy="32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8B7A4D6-F69E-BF79-007A-832BACE08B38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234291" y="1099855"/>
                  <a:ext cx="1764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A7C532D-D487-6C99-8690-AAB748A36CE4}"/>
                    </a:ext>
                  </a:extLst>
                </p14:cNvPr>
                <p14:cNvContentPartPr/>
                <p14:nvPr/>
              </p14:nvContentPartPr>
              <p14:xfrm>
                <a:off x="5240411" y="1149175"/>
                <a:ext cx="149760" cy="162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A7C532D-D487-6C99-8690-AAB748A36CE4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231411" y="1140535"/>
                  <a:ext cx="1674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417C471-8F91-BC66-F592-A7F247A88128}"/>
                    </a:ext>
                  </a:extLst>
                </p14:cNvPr>
                <p14:cNvContentPartPr/>
                <p14:nvPr/>
              </p14:nvContentPartPr>
              <p14:xfrm>
                <a:off x="5499251" y="1113895"/>
                <a:ext cx="116640" cy="795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417C471-8F91-BC66-F592-A7F247A8812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490251" y="1104895"/>
                  <a:ext cx="1342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CBF4D91-8E8D-DE93-5DA7-B94293A99CF2}"/>
                    </a:ext>
                  </a:extLst>
                </p14:cNvPr>
                <p14:cNvContentPartPr/>
                <p14:nvPr/>
              </p14:nvContentPartPr>
              <p14:xfrm>
                <a:off x="5780771" y="1022095"/>
                <a:ext cx="145800" cy="2109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CBF4D91-8E8D-DE93-5DA7-B94293A99CF2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771771" y="1013455"/>
                  <a:ext cx="1634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7B50FFC-A01E-E961-B6BB-31DC6F5E29AE}"/>
                    </a:ext>
                  </a:extLst>
                </p14:cNvPr>
                <p14:cNvContentPartPr/>
                <p14:nvPr/>
              </p14:nvContentPartPr>
              <p14:xfrm>
                <a:off x="5975531" y="1143415"/>
                <a:ext cx="249480" cy="1494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7B50FFC-A01E-E961-B6BB-31DC6F5E29AE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966891" y="1134775"/>
                  <a:ext cx="2671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ADB33B2-2872-AF36-D158-3C1CC3D2809C}"/>
                    </a:ext>
                  </a:extLst>
                </p14:cNvPr>
                <p14:cNvContentPartPr/>
                <p14:nvPr/>
              </p14:nvContentPartPr>
              <p14:xfrm>
                <a:off x="6306731" y="1031455"/>
                <a:ext cx="139320" cy="1803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ADB33B2-2872-AF36-D158-3C1CC3D2809C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297731" y="1022455"/>
                  <a:ext cx="1569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7765724-6DCA-2058-CD90-C9FEF8705641}"/>
                    </a:ext>
                  </a:extLst>
                </p14:cNvPr>
                <p14:cNvContentPartPr/>
                <p14:nvPr/>
              </p14:nvContentPartPr>
              <p14:xfrm>
                <a:off x="6460451" y="1164655"/>
                <a:ext cx="123840" cy="1854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7765724-6DCA-2058-CD90-C9FEF870564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451451" y="1156015"/>
                  <a:ext cx="1414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BCC9121-84E2-A909-CD5A-0BFE1D059218}"/>
                    </a:ext>
                  </a:extLst>
                </p14:cNvPr>
                <p14:cNvContentPartPr/>
                <p14:nvPr/>
              </p14:nvContentPartPr>
              <p14:xfrm>
                <a:off x="4742531" y="1582255"/>
                <a:ext cx="193680" cy="1731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BCC9121-84E2-A909-CD5A-0BFE1D059218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733531" y="1573615"/>
                  <a:ext cx="2113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D386F7F-9140-9297-6937-20C3E6CDB9FC}"/>
                    </a:ext>
                  </a:extLst>
                </p14:cNvPr>
                <p14:cNvContentPartPr/>
                <p14:nvPr/>
              </p14:nvContentPartPr>
              <p14:xfrm>
                <a:off x="5204771" y="1597735"/>
                <a:ext cx="142920" cy="684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D386F7F-9140-9297-6937-20C3E6CDB9FC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5195771" y="1588735"/>
                  <a:ext cx="1605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4E6825D-B4EA-D13E-E7D4-C1303386FDA0}"/>
                    </a:ext>
                  </a:extLst>
                </p14:cNvPr>
                <p14:cNvContentPartPr/>
                <p14:nvPr/>
              </p14:nvContentPartPr>
              <p14:xfrm>
                <a:off x="5445611" y="1584055"/>
                <a:ext cx="123480" cy="1213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4E6825D-B4EA-D13E-E7D4-C1303386FDA0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5436971" y="1575415"/>
                  <a:ext cx="1411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62BD2A6-0521-F744-8C6D-ED6A771AECB3}"/>
                    </a:ext>
                  </a:extLst>
                </p14:cNvPr>
                <p14:cNvContentPartPr/>
                <p14:nvPr/>
              </p14:nvContentPartPr>
              <p14:xfrm>
                <a:off x="5715251" y="1526455"/>
                <a:ext cx="177840" cy="1854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62BD2A6-0521-F744-8C6D-ED6A771AECB3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5706251" y="1517455"/>
                  <a:ext cx="1954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99EBDD3-170C-A8F7-9F55-D60887F5FA73}"/>
                    </a:ext>
                  </a:extLst>
                </p14:cNvPr>
                <p14:cNvContentPartPr/>
                <p14:nvPr/>
              </p14:nvContentPartPr>
              <p14:xfrm>
                <a:off x="5938091" y="1601335"/>
                <a:ext cx="54000" cy="1789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99EBDD3-170C-A8F7-9F55-D60887F5FA73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5929451" y="1592695"/>
                  <a:ext cx="716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D50170D-93AB-1F4D-6C04-DBAB801C0A39}"/>
                    </a:ext>
                  </a:extLst>
                </p14:cNvPr>
                <p14:cNvContentPartPr/>
                <p14:nvPr/>
              </p14:nvContentPartPr>
              <p14:xfrm>
                <a:off x="5884091" y="1707895"/>
                <a:ext cx="124560" cy="68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D50170D-93AB-1F4D-6C04-DBAB801C0A39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5875091" y="1699255"/>
                  <a:ext cx="1422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47F4F1F-DD12-1ED5-BCC5-5D26881206E1}"/>
                    </a:ext>
                  </a:extLst>
                </p14:cNvPr>
                <p14:cNvContentPartPr/>
                <p14:nvPr/>
              </p14:nvContentPartPr>
              <p14:xfrm>
                <a:off x="6157331" y="1706815"/>
                <a:ext cx="24840" cy="806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47F4F1F-DD12-1ED5-BCC5-5D26881206E1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6148331" y="1697815"/>
                  <a:ext cx="424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B2D331F-B128-ABA6-DC83-45F914482B33}"/>
                    </a:ext>
                  </a:extLst>
                </p14:cNvPr>
                <p14:cNvContentPartPr/>
                <p14:nvPr/>
              </p14:nvContentPartPr>
              <p14:xfrm>
                <a:off x="6319331" y="1501255"/>
                <a:ext cx="147960" cy="2008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B2D331F-B128-ABA6-DC83-45F914482B33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6310691" y="1492615"/>
                  <a:ext cx="1656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9D854EB-834A-DD96-E22F-25C8920A0E24}"/>
                    </a:ext>
                  </a:extLst>
                </p14:cNvPr>
                <p14:cNvContentPartPr/>
                <p14:nvPr/>
              </p14:nvContentPartPr>
              <p14:xfrm>
                <a:off x="6463691" y="1660735"/>
                <a:ext cx="115200" cy="1760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9D854EB-834A-DD96-E22F-25C8920A0E24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6454691" y="1651735"/>
                  <a:ext cx="1328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D0EA86C-8292-A1CB-81C9-AA5F20490BAE}"/>
                    </a:ext>
                  </a:extLst>
                </p14:cNvPr>
                <p14:cNvContentPartPr/>
                <p14:nvPr/>
              </p14:nvContentPartPr>
              <p14:xfrm>
                <a:off x="6446771" y="1490815"/>
                <a:ext cx="28800" cy="2268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D0EA86C-8292-A1CB-81C9-AA5F20490BAE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6437771" y="1481815"/>
                  <a:ext cx="464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4E489A6-A413-98B7-02D6-174E214A49FE}"/>
                    </a:ext>
                  </a:extLst>
                </p14:cNvPr>
                <p14:cNvContentPartPr/>
                <p14:nvPr/>
              </p14:nvContentPartPr>
              <p14:xfrm>
                <a:off x="4745771" y="2038375"/>
                <a:ext cx="191160" cy="2077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4E489A6-A413-98B7-02D6-174E214A49FE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737131" y="2029375"/>
                  <a:ext cx="2088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454B660-7E73-D8F4-0C5A-0761EE4BD3EF}"/>
                    </a:ext>
                  </a:extLst>
                </p14:cNvPr>
                <p14:cNvContentPartPr/>
                <p14:nvPr/>
              </p14:nvContentPartPr>
              <p14:xfrm>
                <a:off x="5065811" y="2140975"/>
                <a:ext cx="199800" cy="93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454B660-7E73-D8F4-0C5A-0761EE4BD3EF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5056811" y="2131975"/>
                  <a:ext cx="2174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4D3155A-CD08-726F-EC54-B83FED93AB5E}"/>
                    </a:ext>
                  </a:extLst>
                </p14:cNvPr>
                <p14:cNvContentPartPr/>
                <p14:nvPr/>
              </p14:nvContentPartPr>
              <p14:xfrm>
                <a:off x="5139251" y="2076895"/>
                <a:ext cx="356400" cy="1393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4D3155A-CD08-726F-EC54-B83FED93AB5E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130611" y="2067895"/>
                  <a:ext cx="3740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C7A2145-798D-A622-4814-D25924420468}"/>
                    </a:ext>
                  </a:extLst>
                </p14:cNvPr>
                <p14:cNvContentPartPr/>
                <p14:nvPr/>
              </p14:nvContentPartPr>
              <p14:xfrm>
                <a:off x="5649371" y="1992295"/>
                <a:ext cx="155160" cy="2210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C7A2145-798D-A622-4814-D25924420468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5640371" y="1983295"/>
                  <a:ext cx="17280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1F38145-2A2B-71AA-32DC-77FE09078AD9}"/>
                    </a:ext>
                  </a:extLst>
                </p14:cNvPr>
                <p14:cNvContentPartPr/>
                <p14:nvPr/>
              </p14:nvContentPartPr>
              <p14:xfrm>
                <a:off x="5838371" y="2117935"/>
                <a:ext cx="61200" cy="1720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1F38145-2A2B-71AA-32DC-77FE09078AD9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829731" y="2108935"/>
                  <a:ext cx="788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F774B53-4A05-CCEC-BC86-B452203C7ED7}"/>
                    </a:ext>
                  </a:extLst>
                </p14:cNvPr>
                <p14:cNvContentPartPr/>
                <p14:nvPr/>
              </p14:nvContentPartPr>
              <p14:xfrm>
                <a:off x="5791931" y="2197135"/>
                <a:ext cx="294480" cy="658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F774B53-4A05-CCEC-BC86-B452203C7ED7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782931" y="2188135"/>
                  <a:ext cx="3121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2482E6F-F7E4-1376-6154-0B63CA4B1E77}"/>
                    </a:ext>
                  </a:extLst>
                </p14:cNvPr>
                <p14:cNvContentPartPr/>
                <p14:nvPr/>
              </p14:nvContentPartPr>
              <p14:xfrm>
                <a:off x="6201971" y="2012095"/>
                <a:ext cx="154440" cy="2106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2482E6F-F7E4-1376-6154-0B63CA4B1E77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6193331" y="2003095"/>
                  <a:ext cx="1720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B7E161B-F6D8-B420-A320-55F13BC8F4C7}"/>
                    </a:ext>
                  </a:extLst>
                </p14:cNvPr>
                <p14:cNvContentPartPr/>
                <p14:nvPr/>
              </p14:nvContentPartPr>
              <p14:xfrm>
                <a:off x="6410051" y="2153575"/>
                <a:ext cx="109440" cy="1980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B7E161B-F6D8-B420-A320-55F13BC8F4C7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6401411" y="2144575"/>
                  <a:ext cx="12708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BDAF616-8889-1C22-5A84-3637FE725788}"/>
                    </a:ext>
                  </a:extLst>
                </p14:cNvPr>
                <p14:cNvContentPartPr/>
                <p14:nvPr/>
              </p14:nvContentPartPr>
              <p14:xfrm>
                <a:off x="4726331" y="2553175"/>
                <a:ext cx="166680" cy="2343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BDAF616-8889-1C22-5A84-3637FE725788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4717691" y="2544175"/>
                  <a:ext cx="1843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08BF453-B720-88E2-1D58-9C14C18AC131}"/>
                    </a:ext>
                  </a:extLst>
                </p14:cNvPr>
                <p14:cNvContentPartPr/>
                <p14:nvPr/>
              </p14:nvContentPartPr>
              <p14:xfrm>
                <a:off x="5024771" y="2623015"/>
                <a:ext cx="174960" cy="716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08BF453-B720-88E2-1D58-9C14C18AC131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5016131" y="2614375"/>
                  <a:ext cx="1926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4DE4122-5F90-F7C8-C28D-28354DC79B8D}"/>
                    </a:ext>
                  </a:extLst>
                </p14:cNvPr>
                <p14:cNvContentPartPr/>
                <p14:nvPr/>
              </p14:nvContentPartPr>
              <p14:xfrm>
                <a:off x="5397371" y="2619055"/>
                <a:ext cx="100800" cy="1285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4DE4122-5F90-F7C8-C28D-28354DC79B8D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5388731" y="2610055"/>
                  <a:ext cx="1184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93F854C-FD5F-6C18-6FBF-21FC505664B2}"/>
                    </a:ext>
                  </a:extLst>
                </p14:cNvPr>
                <p14:cNvContentPartPr/>
                <p14:nvPr/>
              </p14:nvContentPartPr>
              <p14:xfrm>
                <a:off x="5571251" y="2568655"/>
                <a:ext cx="202320" cy="2077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93F854C-FD5F-6C18-6FBF-21FC505664B2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5562251" y="2559655"/>
                  <a:ext cx="2199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B955480-A14B-A4F1-F9CB-E031EED03EA9}"/>
                    </a:ext>
                  </a:extLst>
                </p14:cNvPr>
                <p14:cNvContentPartPr/>
                <p14:nvPr/>
              </p14:nvContentPartPr>
              <p14:xfrm>
                <a:off x="5804891" y="2693935"/>
                <a:ext cx="46440" cy="1454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B955480-A14B-A4F1-F9CB-E031EED03EA9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5795891" y="2684935"/>
                  <a:ext cx="640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545C6C6-EF17-BBDD-0633-82F63DE0D1B6}"/>
                    </a:ext>
                  </a:extLst>
                </p14:cNvPr>
                <p14:cNvContentPartPr/>
                <p14:nvPr/>
              </p14:nvContentPartPr>
              <p14:xfrm>
                <a:off x="5812091" y="2761255"/>
                <a:ext cx="198360" cy="72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545C6C6-EF17-BBDD-0633-82F63DE0D1B6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5803451" y="2752615"/>
                  <a:ext cx="2160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CB6CD73-91A9-6D3C-3AEA-60DCE9A63407}"/>
                    </a:ext>
                  </a:extLst>
                </p14:cNvPr>
                <p14:cNvContentPartPr/>
                <p14:nvPr/>
              </p14:nvContentPartPr>
              <p14:xfrm>
                <a:off x="6186851" y="2606455"/>
                <a:ext cx="121680" cy="1494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CB6CD73-91A9-6D3C-3AEA-60DCE9A63407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6178211" y="2597815"/>
                  <a:ext cx="1393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CCF14BF-5CC8-395B-743B-C9FD46974E39}"/>
                    </a:ext>
                  </a:extLst>
                </p14:cNvPr>
                <p14:cNvContentPartPr/>
                <p14:nvPr/>
              </p14:nvContentPartPr>
              <p14:xfrm>
                <a:off x="6336251" y="2707255"/>
                <a:ext cx="145440" cy="1695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CCF14BF-5CC8-395B-743B-C9FD46974E39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6327611" y="2698255"/>
                  <a:ext cx="1630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45F20AE-54A3-0710-4187-AFC5D492DFEC}"/>
                    </a:ext>
                  </a:extLst>
                </p14:cNvPr>
                <p14:cNvContentPartPr/>
                <p14:nvPr/>
              </p14:nvContentPartPr>
              <p14:xfrm>
                <a:off x="4799411" y="3072295"/>
                <a:ext cx="214560" cy="4554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45F20AE-54A3-0710-4187-AFC5D492DFEC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4790411" y="3063295"/>
                  <a:ext cx="23220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80E5117-0B6A-FDD1-62B4-2512151F1ACD}"/>
                    </a:ext>
                  </a:extLst>
                </p14:cNvPr>
                <p14:cNvContentPartPr/>
                <p14:nvPr/>
              </p14:nvContentPartPr>
              <p14:xfrm>
                <a:off x="4456691" y="978895"/>
                <a:ext cx="231840" cy="16394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80E5117-0B6A-FDD1-62B4-2512151F1ACD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4448051" y="969895"/>
                  <a:ext cx="249480" cy="165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C895B91-BF61-1CD2-BC07-74EB11AB17F1}"/>
                    </a:ext>
                  </a:extLst>
                </p14:cNvPr>
                <p14:cNvContentPartPr/>
                <p14:nvPr/>
              </p14:nvContentPartPr>
              <p14:xfrm>
                <a:off x="4196411" y="1932535"/>
                <a:ext cx="427320" cy="13244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C895B91-BF61-1CD2-BC07-74EB11AB17F1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4187411" y="1923895"/>
                  <a:ext cx="444960" cy="13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1187E3E-9F17-D3DA-079C-0F1930B27F04}"/>
                    </a:ext>
                  </a:extLst>
                </p14:cNvPr>
                <p14:cNvContentPartPr/>
                <p14:nvPr/>
              </p14:nvContentPartPr>
              <p14:xfrm>
                <a:off x="4601411" y="3171655"/>
                <a:ext cx="116640" cy="2001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1187E3E-9F17-D3DA-079C-0F1930B27F04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4592771" y="3163015"/>
                  <a:ext cx="1342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66DAC83-198E-CFE7-241D-8C4416D100BC}"/>
                    </a:ext>
                  </a:extLst>
                </p14:cNvPr>
                <p14:cNvContentPartPr/>
                <p14:nvPr/>
              </p14:nvContentPartPr>
              <p14:xfrm>
                <a:off x="5217371" y="3241135"/>
                <a:ext cx="111240" cy="79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66DAC83-198E-CFE7-241D-8C4416D100BC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5208731" y="3232495"/>
                  <a:ext cx="1288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DB6ECF4-7B93-CCC5-499F-07893CEB1173}"/>
                    </a:ext>
                  </a:extLst>
                </p14:cNvPr>
                <p14:cNvContentPartPr/>
                <p14:nvPr/>
              </p14:nvContentPartPr>
              <p14:xfrm>
                <a:off x="5219171" y="3297295"/>
                <a:ext cx="124560" cy="115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DB6ECF4-7B93-CCC5-499F-07893CEB1173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5210531" y="3288295"/>
                  <a:ext cx="1422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E014CAA-22C8-CA18-8BBE-9268BEC22F3D}"/>
                    </a:ext>
                  </a:extLst>
                </p14:cNvPr>
                <p14:cNvContentPartPr/>
                <p14:nvPr/>
              </p14:nvContentPartPr>
              <p14:xfrm>
                <a:off x="5407091" y="3246535"/>
                <a:ext cx="77760" cy="889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E014CAA-22C8-CA18-8BBE-9268BEC22F3D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5398451" y="3237535"/>
                  <a:ext cx="954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939CCC4-FD7C-94D8-6948-07E128574E87}"/>
                    </a:ext>
                  </a:extLst>
                </p14:cNvPr>
                <p14:cNvContentPartPr/>
                <p14:nvPr/>
              </p14:nvContentPartPr>
              <p14:xfrm>
                <a:off x="5672771" y="3133495"/>
                <a:ext cx="170280" cy="4629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939CCC4-FD7C-94D8-6948-07E128574E87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5664131" y="3124495"/>
                  <a:ext cx="18792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B205DB7-D4DD-B754-47EE-0C92D7BA28ED}"/>
                    </a:ext>
                  </a:extLst>
                </p14:cNvPr>
                <p14:cNvContentPartPr/>
                <p14:nvPr/>
              </p14:nvContentPartPr>
              <p14:xfrm>
                <a:off x="5884091" y="3367855"/>
                <a:ext cx="56880" cy="1558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B205DB7-D4DD-B754-47EE-0C92D7BA28ED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5875451" y="3359215"/>
                  <a:ext cx="745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FF152C2-D6C4-7A07-7C73-9DFB43CE632C}"/>
                    </a:ext>
                  </a:extLst>
                </p14:cNvPr>
                <p14:cNvContentPartPr/>
                <p14:nvPr/>
              </p14:nvContentPartPr>
              <p14:xfrm>
                <a:off x="5860691" y="3414655"/>
                <a:ext cx="196560" cy="720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FF152C2-D6C4-7A07-7C73-9DFB43CE632C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5851691" y="3405655"/>
                  <a:ext cx="2142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965E1F1-8DAC-C033-F912-622E822E8081}"/>
                    </a:ext>
                  </a:extLst>
                </p14:cNvPr>
                <p14:cNvContentPartPr/>
                <p14:nvPr/>
              </p14:nvContentPartPr>
              <p14:xfrm>
                <a:off x="6181091" y="3096775"/>
                <a:ext cx="180000" cy="4867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965E1F1-8DAC-C033-F912-622E822E8081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6172091" y="3087775"/>
                  <a:ext cx="197640" cy="50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8D430B9-13AE-CC75-7ACB-8454E2B10CC9}"/>
                    </a:ext>
                  </a:extLst>
                </p14:cNvPr>
                <p14:cNvContentPartPr/>
                <p14:nvPr/>
              </p14:nvContentPartPr>
              <p14:xfrm>
                <a:off x="6298451" y="3357775"/>
                <a:ext cx="119160" cy="1947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8D430B9-13AE-CC75-7ACB-8454E2B10CC9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6289451" y="3349135"/>
                  <a:ext cx="1368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64AB14E5-10A4-5E3A-4624-46AA7447982C}"/>
                    </a:ext>
                  </a:extLst>
                </p14:cNvPr>
                <p14:cNvContentPartPr/>
                <p14:nvPr/>
              </p14:nvContentPartPr>
              <p14:xfrm>
                <a:off x="1224251" y="3317815"/>
                <a:ext cx="237960" cy="1890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64AB14E5-10A4-5E3A-4624-46AA7447982C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215251" y="3308815"/>
                  <a:ext cx="2556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C9A93397-0219-8C5B-2A48-D7DD05A57BF8}"/>
                    </a:ext>
                  </a:extLst>
                </p14:cNvPr>
                <p14:cNvContentPartPr/>
                <p14:nvPr/>
              </p14:nvContentPartPr>
              <p14:xfrm>
                <a:off x="1358891" y="3383695"/>
                <a:ext cx="95040" cy="22953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C9A93397-0219-8C5B-2A48-D7DD05A57BF8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350251" y="3374695"/>
                  <a:ext cx="112680" cy="231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3DE6CABE-FCE8-91FB-7389-2EE90231C236}"/>
                    </a:ext>
                  </a:extLst>
                </p14:cNvPr>
                <p14:cNvContentPartPr/>
                <p14:nvPr/>
              </p14:nvContentPartPr>
              <p14:xfrm>
                <a:off x="1462571" y="5666095"/>
                <a:ext cx="2746800" cy="9288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3DE6CABE-FCE8-91FB-7389-2EE90231C236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453571" y="5657455"/>
                  <a:ext cx="27644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1901144B-0680-AB73-F933-03F8A49AB838}"/>
                    </a:ext>
                  </a:extLst>
                </p14:cNvPr>
                <p14:cNvContentPartPr/>
                <p14:nvPr/>
              </p14:nvContentPartPr>
              <p14:xfrm>
                <a:off x="4112171" y="5681575"/>
                <a:ext cx="225360" cy="21240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1901144B-0680-AB73-F933-03F8A49AB838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4103171" y="5672575"/>
                  <a:ext cx="24300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AC547789-1135-52F3-72DA-B34A9A808B60}"/>
                    </a:ext>
                  </a:extLst>
                </p14:cNvPr>
                <p14:cNvContentPartPr/>
                <p14:nvPr/>
              </p14:nvContentPartPr>
              <p14:xfrm>
                <a:off x="601811" y="3434455"/>
                <a:ext cx="71640" cy="26820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AC547789-1135-52F3-72DA-B34A9A808B60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593171" y="3425455"/>
                  <a:ext cx="8928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2E9A4E38-B47F-4E7F-CC1E-1C9FE4F79737}"/>
                    </a:ext>
                  </a:extLst>
                </p14:cNvPr>
                <p14:cNvContentPartPr/>
                <p14:nvPr/>
              </p14:nvContentPartPr>
              <p14:xfrm>
                <a:off x="508931" y="3385855"/>
                <a:ext cx="331200" cy="10836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2E9A4E38-B47F-4E7F-CC1E-1C9FE4F79737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500291" y="3377215"/>
                  <a:ext cx="3488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0EEBB800-5977-F25B-157A-EC21EEE166F6}"/>
                    </a:ext>
                  </a:extLst>
                </p14:cNvPr>
                <p14:cNvContentPartPr/>
                <p14:nvPr/>
              </p14:nvContentPartPr>
              <p14:xfrm>
                <a:off x="4229531" y="6038335"/>
                <a:ext cx="148680" cy="17244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0EEBB800-5977-F25B-157A-EC21EEE166F6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4220891" y="6029695"/>
                  <a:ext cx="1663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7EC3C62A-A7EA-C429-31F8-2EFDF33696AE}"/>
                    </a:ext>
                  </a:extLst>
                </p14:cNvPr>
                <p14:cNvContentPartPr/>
                <p14:nvPr/>
              </p14:nvContentPartPr>
              <p14:xfrm>
                <a:off x="1845251" y="3546415"/>
                <a:ext cx="2031480" cy="19965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7EC3C62A-A7EA-C429-31F8-2EFDF33696AE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836611" y="3537415"/>
                  <a:ext cx="2049120" cy="20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6E50B40D-1D76-2551-AAE4-4AE69CB4D74F}"/>
                    </a:ext>
                  </a:extLst>
                </p14:cNvPr>
                <p14:cNvContentPartPr/>
                <p14:nvPr/>
              </p14:nvContentPartPr>
              <p14:xfrm>
                <a:off x="1412891" y="4543975"/>
                <a:ext cx="2419920" cy="2304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6E50B40D-1D76-2551-AAE4-4AE69CB4D74F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404251" y="4534975"/>
                  <a:ext cx="24375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1A85E415-926A-2920-5D47-4344FE7DBAD7}"/>
                    </a:ext>
                  </a:extLst>
                </p14:cNvPr>
                <p14:cNvContentPartPr/>
                <p14:nvPr/>
              </p14:nvContentPartPr>
              <p14:xfrm>
                <a:off x="1997171" y="4596535"/>
                <a:ext cx="4680" cy="2376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1A85E415-926A-2920-5D47-4344FE7DBAD7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988531" y="4587535"/>
                  <a:ext cx="223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97871FAB-97CF-136A-3D5A-6458F88FF85F}"/>
                    </a:ext>
                  </a:extLst>
                </p14:cNvPr>
                <p14:cNvContentPartPr/>
                <p14:nvPr/>
              </p14:nvContentPartPr>
              <p14:xfrm>
                <a:off x="2005451" y="4723615"/>
                <a:ext cx="51120" cy="30636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97871FAB-97CF-136A-3D5A-6458F88FF85F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996811" y="4714975"/>
                  <a:ext cx="6876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3D041EC4-DDE7-B8D2-BF6D-D75E743E6C55}"/>
                    </a:ext>
                  </a:extLst>
                </p14:cNvPr>
                <p14:cNvContentPartPr/>
                <p14:nvPr/>
              </p14:nvContentPartPr>
              <p14:xfrm>
                <a:off x="2022371" y="5170735"/>
                <a:ext cx="49320" cy="23076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3D041EC4-DDE7-B8D2-BF6D-D75E743E6C55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2013731" y="5161735"/>
                  <a:ext cx="669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53660C34-6143-8290-5DE9-25488D9E5040}"/>
                    </a:ext>
                  </a:extLst>
                </p14:cNvPr>
                <p14:cNvContentPartPr/>
                <p14:nvPr/>
              </p14:nvContentPartPr>
              <p14:xfrm>
                <a:off x="2034251" y="5599855"/>
                <a:ext cx="37080" cy="15840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53660C34-6143-8290-5DE9-25488D9E5040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2025251" y="5590855"/>
                  <a:ext cx="547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088FCE29-BABA-A0C9-A6A7-C8A3F379A083}"/>
                    </a:ext>
                  </a:extLst>
                </p14:cNvPr>
                <p14:cNvContentPartPr/>
                <p14:nvPr/>
              </p14:nvContentPartPr>
              <p14:xfrm>
                <a:off x="1950731" y="5837815"/>
                <a:ext cx="142920" cy="21060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088FCE29-BABA-A0C9-A6A7-C8A3F379A083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941731" y="5829175"/>
                  <a:ext cx="1605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EE1F6D3F-4191-D361-FF58-FAA195BE63F3}"/>
                    </a:ext>
                  </a:extLst>
                </p14:cNvPr>
                <p14:cNvContentPartPr/>
                <p14:nvPr/>
              </p14:nvContentPartPr>
              <p14:xfrm>
                <a:off x="2126411" y="5928535"/>
                <a:ext cx="72000" cy="14832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EE1F6D3F-4191-D361-FF58-FAA195BE63F3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2117771" y="5919895"/>
                  <a:ext cx="896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4C0B801D-84C8-FC76-3A02-F6E661743271}"/>
                    </a:ext>
                  </a:extLst>
                </p14:cNvPr>
                <p14:cNvContentPartPr/>
                <p14:nvPr/>
              </p14:nvContentPartPr>
              <p14:xfrm>
                <a:off x="2096171" y="6072895"/>
                <a:ext cx="122400" cy="5364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4C0B801D-84C8-FC76-3A02-F6E661743271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2087171" y="6064255"/>
                  <a:ext cx="1400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463E1D13-1FA1-B5C3-62A4-AB70623EFF66}"/>
                    </a:ext>
                  </a:extLst>
                </p14:cNvPr>
                <p14:cNvContentPartPr/>
                <p14:nvPr/>
              </p14:nvContentPartPr>
              <p14:xfrm>
                <a:off x="3424211" y="4574215"/>
                <a:ext cx="28800" cy="5292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463E1D13-1FA1-B5C3-62A4-AB70623EFF66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3415211" y="4565215"/>
                  <a:ext cx="464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82352A7D-7E4A-A057-3BF3-B2B05A9957D4}"/>
                    </a:ext>
                  </a:extLst>
                </p14:cNvPr>
                <p14:cNvContentPartPr/>
                <p14:nvPr/>
              </p14:nvContentPartPr>
              <p14:xfrm>
                <a:off x="3392891" y="4767895"/>
                <a:ext cx="72000" cy="33480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82352A7D-7E4A-A057-3BF3-B2B05A9957D4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3384251" y="4759255"/>
                  <a:ext cx="8964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EC77D8B2-425F-B8ED-0804-150937E3DB90}"/>
                    </a:ext>
                  </a:extLst>
                </p14:cNvPr>
                <p14:cNvContentPartPr/>
                <p14:nvPr/>
              </p14:nvContentPartPr>
              <p14:xfrm>
                <a:off x="3370211" y="5270455"/>
                <a:ext cx="44640" cy="34884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EC77D8B2-425F-B8ED-0804-150937E3DB90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3361211" y="5261815"/>
                  <a:ext cx="6228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7405FDEB-27D2-FE98-98BF-3BD69CFFAFF6}"/>
                    </a:ext>
                  </a:extLst>
                </p14:cNvPr>
                <p14:cNvContentPartPr/>
                <p14:nvPr/>
              </p14:nvContentPartPr>
              <p14:xfrm>
                <a:off x="3375971" y="5687695"/>
                <a:ext cx="24120" cy="9720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7405FDEB-27D2-FE98-98BF-3BD69CFFAFF6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3367331" y="5679055"/>
                  <a:ext cx="417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3C659157-C684-9C8A-DA8E-7AA99BAC7C5A}"/>
                    </a:ext>
                  </a:extLst>
                </p14:cNvPr>
                <p14:cNvContentPartPr/>
                <p14:nvPr/>
              </p14:nvContentPartPr>
              <p14:xfrm>
                <a:off x="3319451" y="5933215"/>
                <a:ext cx="101880" cy="18864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3C659157-C684-9C8A-DA8E-7AA99BAC7C5A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3310811" y="5924215"/>
                  <a:ext cx="1195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BD7295AA-4A2E-8B38-48E7-61FB197F31FD}"/>
                    </a:ext>
                  </a:extLst>
                </p14:cNvPr>
                <p14:cNvContentPartPr/>
                <p14:nvPr/>
              </p14:nvContentPartPr>
              <p14:xfrm>
                <a:off x="3442571" y="6015295"/>
                <a:ext cx="166320" cy="22032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BD7295AA-4A2E-8B38-48E7-61FB197F31FD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3433571" y="6006655"/>
                  <a:ext cx="1839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96451DEA-89B7-6FA4-E232-B4D493314978}"/>
                    </a:ext>
                  </a:extLst>
                </p14:cNvPr>
                <p14:cNvContentPartPr/>
                <p14:nvPr/>
              </p14:nvContentPartPr>
              <p14:xfrm>
                <a:off x="4138451" y="4241575"/>
                <a:ext cx="156240" cy="16200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96451DEA-89B7-6FA4-E232-B4D493314978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4129811" y="4232935"/>
                  <a:ext cx="1738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F24252ED-8813-104D-A0EE-D21336A27EAB}"/>
                    </a:ext>
                  </a:extLst>
                </p14:cNvPr>
                <p14:cNvContentPartPr/>
                <p14:nvPr/>
              </p14:nvContentPartPr>
              <p14:xfrm>
                <a:off x="4293971" y="4269655"/>
                <a:ext cx="287640" cy="19008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F24252ED-8813-104D-A0EE-D21336A27EAB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4285331" y="4260655"/>
                  <a:ext cx="3052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44E8E40F-40DF-36B1-D89D-8AF4A2795124}"/>
                    </a:ext>
                  </a:extLst>
                </p14:cNvPr>
                <p14:cNvContentPartPr/>
                <p14:nvPr/>
              </p14:nvContentPartPr>
              <p14:xfrm>
                <a:off x="4512491" y="4262095"/>
                <a:ext cx="108000" cy="11556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44E8E40F-40DF-36B1-D89D-8AF4A2795124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4503491" y="4253095"/>
                  <a:ext cx="1256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5E8FB3E2-0BCC-D3A5-3286-D2127801EE2E}"/>
                    </a:ext>
                  </a:extLst>
                </p14:cNvPr>
                <p14:cNvContentPartPr/>
                <p14:nvPr/>
              </p14:nvContentPartPr>
              <p14:xfrm>
                <a:off x="4673051" y="4346695"/>
                <a:ext cx="10440" cy="1656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5E8FB3E2-0BCC-D3A5-3286-D2127801EE2E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4664051" y="4337695"/>
                  <a:ext cx="280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B0526F56-7553-92D9-8340-9418DE2D0D6F}"/>
                    </a:ext>
                  </a:extLst>
                </p14:cNvPr>
                <p14:cNvContentPartPr/>
                <p14:nvPr/>
              </p14:nvContentPartPr>
              <p14:xfrm>
                <a:off x="4837571" y="4245535"/>
                <a:ext cx="89280" cy="11700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B0526F56-7553-92D9-8340-9418DE2D0D6F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4828571" y="4236895"/>
                  <a:ext cx="1069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1F29B901-C36D-56F0-3633-099B708FD298}"/>
                    </a:ext>
                  </a:extLst>
                </p14:cNvPr>
                <p14:cNvContentPartPr/>
                <p14:nvPr/>
              </p14:nvContentPartPr>
              <p14:xfrm>
                <a:off x="4949171" y="4225375"/>
                <a:ext cx="305640" cy="27648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1F29B901-C36D-56F0-3633-099B708FD298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4940531" y="4216375"/>
                  <a:ext cx="32328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388F3C26-B215-A5B8-5C4E-D6982E8A4EAA}"/>
                    </a:ext>
                  </a:extLst>
                </p14:cNvPr>
                <p14:cNvContentPartPr/>
                <p14:nvPr/>
              </p14:nvContentPartPr>
              <p14:xfrm>
                <a:off x="5374331" y="4347775"/>
                <a:ext cx="11520" cy="1188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388F3C26-B215-A5B8-5C4E-D6982E8A4EAA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5365691" y="4338775"/>
                  <a:ext cx="291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F2295522-A072-5ED3-094C-13BFDAE7680B}"/>
                    </a:ext>
                  </a:extLst>
                </p14:cNvPr>
                <p14:cNvContentPartPr/>
                <p14:nvPr/>
              </p14:nvContentPartPr>
              <p14:xfrm>
                <a:off x="1465091" y="3866095"/>
                <a:ext cx="127080" cy="15156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F2295522-A072-5ED3-094C-13BFDAE7680B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456451" y="3857095"/>
                  <a:ext cx="1447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5C020DF4-61BD-660D-08AC-735595171AF9}"/>
                    </a:ext>
                  </a:extLst>
                </p14:cNvPr>
                <p14:cNvContentPartPr/>
                <p14:nvPr/>
              </p14:nvContentPartPr>
              <p14:xfrm>
                <a:off x="1523051" y="3874015"/>
                <a:ext cx="139320" cy="12240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5C020DF4-61BD-660D-08AC-735595171AF9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514051" y="3865375"/>
                  <a:ext cx="1569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02F20738-0913-85C3-81B7-62042770DA84}"/>
                    </a:ext>
                  </a:extLst>
                </p14:cNvPr>
                <p14:cNvContentPartPr/>
                <p14:nvPr/>
              </p14:nvContentPartPr>
              <p14:xfrm>
                <a:off x="1675691" y="3775735"/>
                <a:ext cx="123120" cy="16668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02F20738-0913-85C3-81B7-62042770DA84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1666691" y="3767095"/>
                  <a:ext cx="1407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ED957842-D645-73C4-8F26-18EE83F17FEC}"/>
                    </a:ext>
                  </a:extLst>
                </p14:cNvPr>
                <p14:cNvContentPartPr/>
                <p14:nvPr/>
              </p14:nvContentPartPr>
              <p14:xfrm>
                <a:off x="1891691" y="3884455"/>
                <a:ext cx="6840" cy="144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ED957842-D645-73C4-8F26-18EE83F17FEC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883051" y="3875455"/>
                  <a:ext cx="244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5E1A5D3F-9FD4-6970-BC59-3BB5D5036F14}"/>
                    </a:ext>
                  </a:extLst>
                </p14:cNvPr>
                <p14:cNvContentPartPr/>
                <p14:nvPr/>
              </p14:nvContentPartPr>
              <p14:xfrm>
                <a:off x="1446371" y="4245175"/>
                <a:ext cx="126000" cy="10872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5E1A5D3F-9FD4-6970-BC59-3BB5D5036F14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437371" y="4236175"/>
                  <a:ext cx="1436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A14EE08E-1932-EAF4-3247-BF8B2DB47E4E}"/>
                    </a:ext>
                  </a:extLst>
                </p14:cNvPr>
                <p14:cNvContentPartPr/>
                <p14:nvPr/>
              </p14:nvContentPartPr>
              <p14:xfrm>
                <a:off x="1552211" y="4192615"/>
                <a:ext cx="9000" cy="1548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A14EE08E-1932-EAF4-3247-BF8B2DB47E4E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1543211" y="4183615"/>
                  <a:ext cx="266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A9087DBC-080D-5D82-9A0E-8628D380D5F3}"/>
                    </a:ext>
                  </a:extLst>
                </p14:cNvPr>
                <p14:cNvContentPartPr/>
                <p14:nvPr/>
              </p14:nvContentPartPr>
              <p14:xfrm>
                <a:off x="1623131" y="4181455"/>
                <a:ext cx="126360" cy="21276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A9087DBC-080D-5D82-9A0E-8628D380D5F3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1614131" y="4172455"/>
                  <a:ext cx="1440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AFA15D00-52EE-FAC2-2994-758C432FD01F}"/>
                    </a:ext>
                  </a:extLst>
                </p14:cNvPr>
                <p14:cNvContentPartPr/>
                <p14:nvPr/>
              </p14:nvContentPartPr>
              <p14:xfrm>
                <a:off x="1771451" y="4270735"/>
                <a:ext cx="12600" cy="432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AFA15D00-52EE-FAC2-2994-758C432FD01F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1762811" y="4261735"/>
                  <a:ext cx="302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A8D6ECCD-2321-7159-FB43-944E29591361}"/>
                    </a:ext>
                  </a:extLst>
                </p14:cNvPr>
                <p14:cNvContentPartPr/>
                <p14:nvPr/>
              </p14:nvContentPartPr>
              <p14:xfrm>
                <a:off x="2440691" y="3512215"/>
                <a:ext cx="103680" cy="9468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A8D6ECCD-2321-7159-FB43-944E29591361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2432051" y="3503215"/>
                  <a:ext cx="1213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64938230-3757-C943-DAE5-5ADD8158AC00}"/>
                    </a:ext>
                  </a:extLst>
                </p14:cNvPr>
                <p14:cNvContentPartPr/>
                <p14:nvPr/>
              </p14:nvContentPartPr>
              <p14:xfrm>
                <a:off x="2497571" y="3241135"/>
                <a:ext cx="129960" cy="14868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64938230-3757-C943-DAE5-5ADD8158AC00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2488931" y="3232495"/>
                  <a:ext cx="1476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46C49210-0F92-33A8-6DE6-8CA3EE058147}"/>
                    </a:ext>
                  </a:extLst>
                </p14:cNvPr>
                <p14:cNvContentPartPr/>
                <p14:nvPr/>
              </p14:nvContentPartPr>
              <p14:xfrm>
                <a:off x="2643371" y="3265255"/>
                <a:ext cx="20880" cy="10260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46C49210-0F92-33A8-6DE6-8CA3EE058147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2634731" y="3256255"/>
                  <a:ext cx="385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E12DE603-2A09-D15C-BAA7-EE5C99696063}"/>
                    </a:ext>
                  </a:extLst>
                </p14:cNvPr>
                <p14:cNvContentPartPr/>
                <p14:nvPr/>
              </p14:nvContentPartPr>
              <p14:xfrm>
                <a:off x="2613131" y="3177055"/>
                <a:ext cx="129600" cy="10188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E12DE603-2A09-D15C-BAA7-EE5C99696063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2604131" y="3168415"/>
                  <a:ext cx="1472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D609E198-C42D-719E-B81D-43C9A591C9F9}"/>
                    </a:ext>
                  </a:extLst>
                </p14:cNvPr>
                <p14:cNvContentPartPr/>
                <p14:nvPr/>
              </p14:nvContentPartPr>
              <p14:xfrm>
                <a:off x="2505131" y="3020455"/>
                <a:ext cx="929160" cy="53136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D609E198-C42D-719E-B81D-43C9A591C9F9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2496491" y="3011815"/>
                  <a:ext cx="946800" cy="54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87E93E62-BCD5-0EE1-80CC-18BD87B08D65}"/>
                    </a:ext>
                  </a:extLst>
                </p14:cNvPr>
                <p14:cNvContentPartPr/>
                <p14:nvPr/>
              </p14:nvContentPartPr>
              <p14:xfrm>
                <a:off x="1687571" y="3556495"/>
                <a:ext cx="798120" cy="8748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87E93E62-BCD5-0EE1-80CC-18BD87B08D65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678571" y="3547495"/>
                  <a:ext cx="8157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F1A43A93-C541-BE57-8FC2-BA9E25EF8329}"/>
                    </a:ext>
                  </a:extLst>
                </p14:cNvPr>
                <p14:cNvContentPartPr/>
                <p14:nvPr/>
              </p14:nvContentPartPr>
              <p14:xfrm>
                <a:off x="1791251" y="3003535"/>
                <a:ext cx="129240" cy="19476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F1A43A93-C541-BE57-8FC2-BA9E25EF8329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782611" y="2994535"/>
                  <a:ext cx="1468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0232DF26-3872-B3E6-A654-AC456CECF183}"/>
                    </a:ext>
                  </a:extLst>
                </p14:cNvPr>
                <p14:cNvContentPartPr/>
                <p14:nvPr/>
              </p14:nvContentPartPr>
              <p14:xfrm>
                <a:off x="1922651" y="3024775"/>
                <a:ext cx="182880" cy="10980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0232DF26-3872-B3E6-A654-AC456CECF183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913651" y="3015775"/>
                  <a:ext cx="2005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FC819A58-16A8-318C-8A90-A9314FDE36EB}"/>
                    </a:ext>
                  </a:extLst>
                </p14:cNvPr>
                <p14:cNvContentPartPr/>
                <p14:nvPr/>
              </p14:nvContentPartPr>
              <p14:xfrm>
                <a:off x="2115251" y="2986615"/>
                <a:ext cx="68760" cy="13824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FC819A58-16A8-318C-8A90-A9314FDE36EB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2106611" y="2977975"/>
                  <a:ext cx="864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82FECC2D-B2F6-E156-643C-10A1C3D3C520}"/>
                    </a:ext>
                  </a:extLst>
                </p14:cNvPr>
                <p14:cNvContentPartPr/>
                <p14:nvPr/>
              </p14:nvContentPartPr>
              <p14:xfrm>
                <a:off x="2124611" y="2875375"/>
                <a:ext cx="281520" cy="17676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82FECC2D-B2F6-E156-643C-10A1C3D3C520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2115971" y="2866375"/>
                  <a:ext cx="2991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30695911-F91A-FB01-9896-C23E64F46860}"/>
                    </a:ext>
                  </a:extLst>
                </p14:cNvPr>
                <p14:cNvContentPartPr/>
                <p14:nvPr/>
              </p14:nvContentPartPr>
              <p14:xfrm>
                <a:off x="2429171" y="2798695"/>
                <a:ext cx="307080" cy="16956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30695911-F91A-FB01-9896-C23E64F46860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2420171" y="2789695"/>
                  <a:ext cx="3247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6D7DD245-4550-89F1-DA3B-D1AED622333B}"/>
                    </a:ext>
                  </a:extLst>
                </p14:cNvPr>
                <p14:cNvContentPartPr/>
                <p14:nvPr/>
              </p14:nvContentPartPr>
              <p14:xfrm>
                <a:off x="2661731" y="2679175"/>
                <a:ext cx="152280" cy="16920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6D7DD245-4550-89F1-DA3B-D1AED622333B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2652731" y="2670175"/>
                  <a:ext cx="1699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77C988E1-3B73-C18F-9874-9759D642DD3A}"/>
                    </a:ext>
                  </a:extLst>
                </p14:cNvPr>
                <p14:cNvContentPartPr/>
                <p14:nvPr/>
              </p14:nvContentPartPr>
              <p14:xfrm>
                <a:off x="2734451" y="2727415"/>
                <a:ext cx="160920" cy="4356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77C988E1-3B73-C18F-9874-9759D642DD3A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2725811" y="2718775"/>
                  <a:ext cx="1785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9C4B07FE-4DFE-79C4-2E86-96CB3DDCB700}"/>
                    </a:ext>
                  </a:extLst>
                </p14:cNvPr>
                <p14:cNvContentPartPr/>
                <p14:nvPr/>
              </p14:nvContentPartPr>
              <p14:xfrm>
                <a:off x="3898331" y="5608495"/>
                <a:ext cx="16200" cy="23220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9C4B07FE-4DFE-79C4-2E86-96CB3DDCB700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3889691" y="5599495"/>
                  <a:ext cx="3384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8D985052-532B-FAA5-2FAC-B93C703BEF60}"/>
                    </a:ext>
                  </a:extLst>
                </p14:cNvPr>
                <p14:cNvContentPartPr/>
                <p14:nvPr/>
              </p14:nvContentPartPr>
              <p14:xfrm>
                <a:off x="3821291" y="6046615"/>
                <a:ext cx="116640" cy="17712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8D985052-532B-FAA5-2FAC-B93C703BEF60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3812651" y="6037975"/>
                  <a:ext cx="1342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84C1F227-8CEE-037C-97E4-05E484F2890F}"/>
                    </a:ext>
                  </a:extLst>
                </p14:cNvPr>
                <p14:cNvContentPartPr/>
                <p14:nvPr/>
              </p14:nvContentPartPr>
              <p14:xfrm>
                <a:off x="3878531" y="3547495"/>
                <a:ext cx="37080" cy="218844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84C1F227-8CEE-037C-97E4-05E484F2890F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3869891" y="3538855"/>
                  <a:ext cx="54720" cy="22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4E9D489E-4CD8-DC7A-41A1-481FF97D8776}"/>
                    </a:ext>
                  </a:extLst>
                </p14:cNvPr>
                <p14:cNvContentPartPr/>
                <p14:nvPr/>
              </p14:nvContentPartPr>
              <p14:xfrm>
                <a:off x="3797171" y="4526695"/>
                <a:ext cx="139680" cy="12492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4E9D489E-4CD8-DC7A-41A1-481FF97D8776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3788171" y="4517695"/>
                  <a:ext cx="1573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42F602F7-C659-1F16-92CE-3D6A48B8EE10}"/>
                    </a:ext>
                  </a:extLst>
                </p14:cNvPr>
                <p14:cNvContentPartPr/>
                <p14:nvPr/>
              </p14:nvContentPartPr>
              <p14:xfrm>
                <a:off x="2595851" y="3802015"/>
                <a:ext cx="37800" cy="200988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42F602F7-C659-1F16-92CE-3D6A48B8EE10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2586851" y="3793375"/>
                  <a:ext cx="55440" cy="20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CC2678A5-CDCF-F30B-29DC-02DBBB158092}"/>
                    </a:ext>
                  </a:extLst>
                </p14:cNvPr>
                <p14:cNvContentPartPr/>
                <p14:nvPr/>
              </p14:nvContentPartPr>
              <p14:xfrm>
                <a:off x="2516651" y="4498615"/>
                <a:ext cx="115920" cy="11016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CC2678A5-CDCF-F30B-29DC-02DBBB158092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2507651" y="4489615"/>
                  <a:ext cx="1335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D5B3C8FF-8ADA-71C9-1DFD-25E63E31EF81}"/>
                    </a:ext>
                  </a:extLst>
                </p14:cNvPr>
                <p14:cNvContentPartPr/>
                <p14:nvPr/>
              </p14:nvContentPartPr>
              <p14:xfrm>
                <a:off x="2476691" y="5934655"/>
                <a:ext cx="176040" cy="18108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D5B3C8FF-8ADA-71C9-1DFD-25E63E31EF81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2467691" y="5926015"/>
                  <a:ext cx="1936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9423560D-2B84-5AE9-011D-9B0FE01FCCFB}"/>
                    </a:ext>
                  </a:extLst>
                </p14:cNvPr>
                <p14:cNvContentPartPr/>
                <p14:nvPr/>
              </p14:nvContentPartPr>
              <p14:xfrm>
                <a:off x="1634291" y="4118815"/>
                <a:ext cx="29160" cy="142272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9423560D-2B84-5AE9-011D-9B0FE01FCCFB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1625651" y="4110175"/>
                  <a:ext cx="46800" cy="144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1CEB7EE7-ACDD-A044-0003-293DDBD5C461}"/>
                    </a:ext>
                  </a:extLst>
                </p14:cNvPr>
                <p14:cNvContentPartPr/>
                <p14:nvPr/>
              </p14:nvContentPartPr>
              <p14:xfrm>
                <a:off x="1658051" y="5480695"/>
                <a:ext cx="4680" cy="20232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1CEB7EE7-ACDD-A044-0003-293DDBD5C461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1649051" y="5471695"/>
                  <a:ext cx="223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36C5BC7F-188B-82D4-2C7D-76416965919F}"/>
                    </a:ext>
                  </a:extLst>
                </p14:cNvPr>
                <p14:cNvContentPartPr/>
                <p14:nvPr/>
              </p14:nvContentPartPr>
              <p14:xfrm>
                <a:off x="1539251" y="5911975"/>
                <a:ext cx="125640" cy="18288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36C5BC7F-188B-82D4-2C7D-76416965919F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1530251" y="5902975"/>
                  <a:ext cx="143280" cy="20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10">
            <p14:nvContentPartPr>
              <p14:cNvPr id="316" name="Ink 315">
                <a:extLst>
                  <a:ext uri="{FF2B5EF4-FFF2-40B4-BE49-F238E27FC236}">
                    <a16:creationId xmlns:a16="http://schemas.microsoft.com/office/drawing/2014/main" id="{A205FA11-CF85-1DB7-8DA3-E772C52F1A74}"/>
                  </a:ext>
                </a:extLst>
              </p14:cNvPr>
              <p14:cNvContentPartPr/>
              <p14:nvPr/>
            </p14:nvContentPartPr>
            <p14:xfrm>
              <a:off x="1587131" y="4507975"/>
              <a:ext cx="88200" cy="132480"/>
            </p14:xfrm>
          </p:contentPart>
        </mc:Choice>
        <mc:Fallback>
          <p:pic>
            <p:nvPicPr>
              <p:cNvPr id="316" name="Ink 315">
                <a:extLst>
                  <a:ext uri="{FF2B5EF4-FFF2-40B4-BE49-F238E27FC236}">
                    <a16:creationId xmlns:a16="http://schemas.microsoft.com/office/drawing/2014/main" id="{A205FA11-CF85-1DB7-8DA3-E772C52F1A74}"/>
                  </a:ext>
                </a:extLst>
              </p:cNvPr>
              <p:cNvPicPr/>
              <p:nvPr/>
            </p:nvPicPr>
            <p:blipFill>
              <a:blip r:embed="rId511"/>
              <a:stretch>
                <a:fillRect/>
              </a:stretch>
            </p:blipFill>
            <p:spPr>
              <a:xfrm>
                <a:off x="1578131" y="4498975"/>
                <a:ext cx="105840" cy="150120"/>
              </a:xfrm>
              <a:prstGeom prst="rect">
                <a:avLst/>
              </a:prstGeom>
            </p:spPr>
          </p:pic>
        </mc:Fallback>
      </mc:AlternateContent>
      <p:grpSp>
        <p:nvGrpSpPr>
          <p:cNvPr id="319" name="Group 318">
            <a:extLst>
              <a:ext uri="{FF2B5EF4-FFF2-40B4-BE49-F238E27FC236}">
                <a16:creationId xmlns:a16="http://schemas.microsoft.com/office/drawing/2014/main" id="{C2E6986E-F166-06A6-D8D7-C5A0B4F6D26E}"/>
              </a:ext>
            </a:extLst>
          </p:cNvPr>
          <p:cNvGrpSpPr/>
          <p:nvPr/>
        </p:nvGrpSpPr>
        <p:grpSpPr>
          <a:xfrm>
            <a:off x="8629451" y="132535"/>
            <a:ext cx="271080" cy="606240"/>
            <a:chOff x="8629451" y="132535"/>
            <a:chExt cx="271080" cy="60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8C0C2BE4-3595-E86E-502E-916651D6ECC3}"/>
                    </a:ext>
                  </a:extLst>
                </p14:cNvPr>
                <p14:cNvContentPartPr/>
                <p14:nvPr/>
              </p14:nvContentPartPr>
              <p14:xfrm>
                <a:off x="8727371" y="132535"/>
                <a:ext cx="33840" cy="57132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8C0C2BE4-3595-E86E-502E-916651D6ECC3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8718371" y="123895"/>
                  <a:ext cx="51480" cy="58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072A2F70-45CD-31F9-98D9-0B118616E075}"/>
                    </a:ext>
                  </a:extLst>
                </p14:cNvPr>
                <p14:cNvContentPartPr/>
                <p14:nvPr/>
              </p14:nvContentPartPr>
              <p14:xfrm>
                <a:off x="8629451" y="491095"/>
                <a:ext cx="271080" cy="24768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072A2F70-45CD-31F9-98D9-0B118616E075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8620811" y="482095"/>
                  <a:ext cx="288720" cy="265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95175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7CA939A-A431-8BA7-20B9-00DB078A6C20}"/>
              </a:ext>
            </a:extLst>
          </p:cNvPr>
          <p:cNvGrpSpPr/>
          <p:nvPr/>
        </p:nvGrpSpPr>
        <p:grpSpPr>
          <a:xfrm>
            <a:off x="499571" y="370855"/>
            <a:ext cx="282600" cy="478440"/>
            <a:chOff x="499571" y="370855"/>
            <a:chExt cx="282600" cy="47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06C157D-DE3D-79B9-02C1-39AC3179E9A9}"/>
                    </a:ext>
                  </a:extLst>
                </p14:cNvPr>
                <p14:cNvContentPartPr/>
                <p14:nvPr/>
              </p14:nvContentPartPr>
              <p14:xfrm>
                <a:off x="501371" y="527815"/>
                <a:ext cx="13320" cy="2354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06C157D-DE3D-79B9-02C1-39AC3179E9A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92371" y="519175"/>
                  <a:ext cx="3096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EAAB454-3A63-ED9B-FD20-5C217AC153D0}"/>
                    </a:ext>
                  </a:extLst>
                </p14:cNvPr>
                <p14:cNvContentPartPr/>
                <p14:nvPr/>
              </p14:nvContentPartPr>
              <p14:xfrm>
                <a:off x="499571" y="429175"/>
                <a:ext cx="33120" cy="349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EAAB454-3A63-ED9B-FD20-5C217AC153D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90931" y="420175"/>
                  <a:ext cx="507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70FE2A7-CBFA-33D6-0CB9-BC692345836C}"/>
                    </a:ext>
                  </a:extLst>
                </p14:cNvPr>
                <p14:cNvContentPartPr/>
                <p14:nvPr/>
              </p14:nvContentPartPr>
              <p14:xfrm>
                <a:off x="562931" y="370855"/>
                <a:ext cx="219240" cy="4784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70FE2A7-CBFA-33D6-0CB9-BC692345836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53931" y="361855"/>
                  <a:ext cx="236880" cy="49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C952220-D2DE-DE55-B89A-F6D33B4D24FD}"/>
              </a:ext>
            </a:extLst>
          </p:cNvPr>
          <p:cNvGrpSpPr/>
          <p:nvPr/>
        </p:nvGrpSpPr>
        <p:grpSpPr>
          <a:xfrm>
            <a:off x="1190051" y="461935"/>
            <a:ext cx="1463400" cy="297720"/>
            <a:chOff x="1190051" y="461935"/>
            <a:chExt cx="1463400" cy="29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5F92F46-4DE2-E60B-35C3-90D4F7BF8927}"/>
                    </a:ext>
                  </a:extLst>
                </p14:cNvPr>
                <p14:cNvContentPartPr/>
                <p14:nvPr/>
              </p14:nvContentPartPr>
              <p14:xfrm>
                <a:off x="1190051" y="545815"/>
                <a:ext cx="362160" cy="2138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5F92F46-4DE2-E60B-35C3-90D4F7BF892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81411" y="537175"/>
                  <a:ext cx="37980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E95610F-F9FB-AB33-A076-1841A5942289}"/>
                    </a:ext>
                  </a:extLst>
                </p14:cNvPr>
                <p14:cNvContentPartPr/>
                <p14:nvPr/>
              </p14:nvContentPartPr>
              <p14:xfrm>
                <a:off x="1464011" y="513775"/>
                <a:ext cx="361440" cy="1792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E95610F-F9FB-AB33-A076-1841A594228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55371" y="505135"/>
                  <a:ext cx="3790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9F6D091-9C94-3169-67FD-9AF979A1E563}"/>
                    </a:ext>
                  </a:extLst>
                </p14:cNvPr>
                <p14:cNvContentPartPr/>
                <p14:nvPr/>
              </p14:nvContentPartPr>
              <p14:xfrm>
                <a:off x="1628531" y="556255"/>
                <a:ext cx="141120" cy="1789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9F6D091-9C94-3169-67FD-9AF979A1E56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19531" y="547615"/>
                  <a:ext cx="1587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DA4E79B-7D5B-C9DF-2188-EF16A19EE2F2}"/>
                    </a:ext>
                  </a:extLst>
                </p14:cNvPr>
                <p14:cNvContentPartPr/>
                <p14:nvPr/>
              </p14:nvContentPartPr>
              <p14:xfrm>
                <a:off x="1918331" y="461935"/>
                <a:ext cx="26280" cy="2430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DA4E79B-7D5B-C9DF-2188-EF16A19EE2F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909691" y="452935"/>
                  <a:ext cx="439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9D70C4D-E2D2-D17E-9A68-7986F255844B}"/>
                    </a:ext>
                  </a:extLst>
                </p14:cNvPr>
                <p14:cNvContentPartPr/>
                <p14:nvPr/>
              </p14:nvContentPartPr>
              <p14:xfrm>
                <a:off x="1812491" y="508375"/>
                <a:ext cx="559080" cy="1677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9D70C4D-E2D2-D17E-9A68-7986F255844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803491" y="499735"/>
                  <a:ext cx="5767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28CEC46-6EFF-CFDE-F29C-970D88457965}"/>
                    </a:ext>
                  </a:extLst>
                </p14:cNvPr>
                <p14:cNvContentPartPr/>
                <p14:nvPr/>
              </p14:nvContentPartPr>
              <p14:xfrm>
                <a:off x="2407211" y="484255"/>
                <a:ext cx="246240" cy="209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28CEC46-6EFF-CFDE-F29C-970D8845796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98211" y="475255"/>
                  <a:ext cx="263880" cy="22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CBF1136-BE16-1928-09A6-937F7D527D8A}"/>
              </a:ext>
            </a:extLst>
          </p:cNvPr>
          <p:cNvGrpSpPr/>
          <p:nvPr/>
        </p:nvGrpSpPr>
        <p:grpSpPr>
          <a:xfrm>
            <a:off x="2910851" y="248095"/>
            <a:ext cx="6027840" cy="593640"/>
            <a:chOff x="2910851" y="248095"/>
            <a:chExt cx="6027840" cy="59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0CBE5E3-87EF-E7EF-A810-9E13619F99B3}"/>
                    </a:ext>
                  </a:extLst>
                </p14:cNvPr>
                <p14:cNvContentPartPr/>
                <p14:nvPr/>
              </p14:nvContentPartPr>
              <p14:xfrm>
                <a:off x="2910851" y="493975"/>
                <a:ext cx="320760" cy="388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0CBE5E3-87EF-E7EF-A810-9E13619F99B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01851" y="484975"/>
                  <a:ext cx="3384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C809B9F-228B-4D88-E314-25D20E6D5B7F}"/>
                    </a:ext>
                  </a:extLst>
                </p14:cNvPr>
                <p14:cNvContentPartPr/>
                <p14:nvPr/>
              </p14:nvContentPartPr>
              <p14:xfrm>
                <a:off x="3193451" y="482815"/>
                <a:ext cx="157320" cy="1440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C809B9F-228B-4D88-E314-25D20E6D5B7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184451" y="473815"/>
                  <a:ext cx="1749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CD66DF7-366C-0D70-0BC4-589415B4B9A9}"/>
                    </a:ext>
                  </a:extLst>
                </p14:cNvPr>
                <p14:cNvContentPartPr/>
                <p14:nvPr/>
              </p14:nvContentPartPr>
              <p14:xfrm>
                <a:off x="3909851" y="423055"/>
                <a:ext cx="18000" cy="2178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CD66DF7-366C-0D70-0BC4-589415B4B9A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901211" y="414055"/>
                  <a:ext cx="3564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E4B4FE7-51B4-1F29-E28E-A7BC3569845A}"/>
                    </a:ext>
                  </a:extLst>
                </p14:cNvPr>
                <p14:cNvContentPartPr/>
                <p14:nvPr/>
              </p14:nvContentPartPr>
              <p14:xfrm>
                <a:off x="3629411" y="380215"/>
                <a:ext cx="517320" cy="324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E4B4FE7-51B4-1F29-E28E-A7BC3569845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620411" y="371215"/>
                  <a:ext cx="5349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3227358-F795-F5E9-795F-FF250BC4846D}"/>
                    </a:ext>
                  </a:extLst>
                </p14:cNvPr>
                <p14:cNvContentPartPr/>
                <p14:nvPr/>
              </p14:nvContentPartPr>
              <p14:xfrm>
                <a:off x="4156451" y="478135"/>
                <a:ext cx="138600" cy="133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3227358-F795-F5E9-795F-FF250BC4846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147451" y="469495"/>
                  <a:ext cx="1562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053959E-3E85-28F9-7D16-F92ACFACE294}"/>
                    </a:ext>
                  </a:extLst>
                </p14:cNvPr>
                <p14:cNvContentPartPr/>
                <p14:nvPr/>
              </p14:nvContentPartPr>
              <p14:xfrm>
                <a:off x="4518971" y="386335"/>
                <a:ext cx="104760" cy="245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053959E-3E85-28F9-7D16-F92ACFACE29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509971" y="377695"/>
                  <a:ext cx="12240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4E20191-C9F8-5560-37D3-FEE2F83CC5CD}"/>
                    </a:ext>
                  </a:extLst>
                </p14:cNvPr>
                <p14:cNvContentPartPr/>
                <p14:nvPr/>
              </p14:nvContentPartPr>
              <p14:xfrm>
                <a:off x="4482611" y="352135"/>
                <a:ext cx="304920" cy="161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4E20191-C9F8-5560-37D3-FEE2F83CC5C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473971" y="343135"/>
                  <a:ext cx="3225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A895A99-75FE-DF22-9D47-3057EB14AEB5}"/>
                    </a:ext>
                  </a:extLst>
                </p14:cNvPr>
                <p14:cNvContentPartPr/>
                <p14:nvPr/>
              </p14:nvContentPartPr>
              <p14:xfrm>
                <a:off x="4945211" y="460855"/>
                <a:ext cx="199440" cy="136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A895A99-75FE-DF22-9D47-3057EB14AEB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936571" y="451855"/>
                  <a:ext cx="2170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4D24783-26E7-DE95-B42A-938510537DE2}"/>
                    </a:ext>
                  </a:extLst>
                </p14:cNvPr>
                <p14:cNvContentPartPr/>
                <p14:nvPr/>
              </p14:nvContentPartPr>
              <p14:xfrm>
                <a:off x="5151851" y="450055"/>
                <a:ext cx="91080" cy="1396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4D24783-26E7-DE95-B42A-938510537DE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143211" y="441415"/>
                  <a:ext cx="1087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9A3B2F7-FD1E-8A4A-3088-EC0D0CE3AFB9}"/>
                    </a:ext>
                  </a:extLst>
                </p14:cNvPr>
                <p14:cNvContentPartPr/>
                <p14:nvPr/>
              </p14:nvContentPartPr>
              <p14:xfrm>
                <a:off x="5306651" y="450775"/>
                <a:ext cx="253800" cy="1202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9A3B2F7-FD1E-8A4A-3088-EC0D0CE3AFB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298011" y="441775"/>
                  <a:ext cx="2714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01886B0-D7DE-911F-2CBC-A2093B904112}"/>
                    </a:ext>
                  </a:extLst>
                </p14:cNvPr>
                <p14:cNvContentPartPr/>
                <p14:nvPr/>
              </p14:nvContentPartPr>
              <p14:xfrm>
                <a:off x="5681411" y="361495"/>
                <a:ext cx="429480" cy="2152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01886B0-D7DE-911F-2CBC-A2093B90411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672411" y="352495"/>
                  <a:ext cx="44712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3E8558A-B5F6-DDE4-FE0A-C24B291F00E0}"/>
                    </a:ext>
                  </a:extLst>
                </p14:cNvPr>
                <p14:cNvContentPartPr/>
                <p14:nvPr/>
              </p14:nvContentPartPr>
              <p14:xfrm>
                <a:off x="6015851" y="428095"/>
                <a:ext cx="157320" cy="212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3E8558A-B5F6-DDE4-FE0A-C24B291F00E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007211" y="419095"/>
                  <a:ext cx="1749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124C8CA-3976-B037-F5F4-60BC21D3D11B}"/>
                    </a:ext>
                  </a:extLst>
                </p14:cNvPr>
                <p14:cNvContentPartPr/>
                <p14:nvPr/>
              </p14:nvContentPartPr>
              <p14:xfrm>
                <a:off x="5645771" y="663175"/>
                <a:ext cx="489600" cy="406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124C8CA-3976-B037-F5F4-60BC21D3D11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637131" y="654535"/>
                  <a:ext cx="50724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FFE15C1-CEAD-E490-8FAE-F02BA209BDED}"/>
                    </a:ext>
                  </a:extLst>
                </p14:cNvPr>
                <p14:cNvContentPartPr/>
                <p14:nvPr/>
              </p14:nvContentPartPr>
              <p14:xfrm>
                <a:off x="5568011" y="730135"/>
                <a:ext cx="657360" cy="478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FFE15C1-CEAD-E490-8FAE-F02BA209BDE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559011" y="721495"/>
                  <a:ext cx="6750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57188EA-A1B4-ECC6-CEE5-C14FC1FD9468}"/>
                    </a:ext>
                  </a:extLst>
                </p14:cNvPr>
                <p14:cNvContentPartPr/>
                <p14:nvPr/>
              </p14:nvContentPartPr>
              <p14:xfrm>
                <a:off x="5506811" y="801415"/>
                <a:ext cx="581040" cy="403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57188EA-A1B4-ECC6-CEE5-C14FC1FD946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498171" y="792775"/>
                  <a:ext cx="5986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24570C3-BF69-D119-D97F-1B30E68D7694}"/>
                    </a:ext>
                  </a:extLst>
                </p14:cNvPr>
                <p14:cNvContentPartPr/>
                <p14:nvPr/>
              </p14:nvContentPartPr>
              <p14:xfrm>
                <a:off x="6468731" y="385975"/>
                <a:ext cx="41400" cy="220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24570C3-BF69-D119-D97F-1B30E68D769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460091" y="376975"/>
                  <a:ext cx="590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2FD559F-9FEA-BAEC-21F2-B1A23FFF0D65}"/>
                    </a:ext>
                  </a:extLst>
                </p14:cNvPr>
                <p14:cNvContentPartPr/>
                <p14:nvPr/>
              </p14:nvContentPartPr>
              <p14:xfrm>
                <a:off x="6544691" y="248095"/>
                <a:ext cx="2197440" cy="401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2FD559F-9FEA-BAEC-21F2-B1A23FFF0D6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536051" y="239455"/>
                  <a:ext cx="221508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F884647-2353-4EB1-B360-153F9ED617E8}"/>
                    </a:ext>
                  </a:extLst>
                </p14:cNvPr>
                <p14:cNvContentPartPr/>
                <p14:nvPr/>
              </p14:nvContentPartPr>
              <p14:xfrm>
                <a:off x="8486531" y="349975"/>
                <a:ext cx="452160" cy="234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F884647-2353-4EB1-B360-153F9ED617E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477891" y="340975"/>
                  <a:ext cx="469800" cy="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FE8FAB4-461C-A864-B01B-AA0226787ED4}"/>
              </a:ext>
            </a:extLst>
          </p:cNvPr>
          <p:cNvGrpSpPr/>
          <p:nvPr/>
        </p:nvGrpSpPr>
        <p:grpSpPr>
          <a:xfrm>
            <a:off x="2885291" y="1477495"/>
            <a:ext cx="450720" cy="128160"/>
            <a:chOff x="2885291" y="1477495"/>
            <a:chExt cx="450720" cy="12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A3F8BB1-5D89-6D76-E91A-4305FA0E3B53}"/>
                    </a:ext>
                  </a:extLst>
                </p14:cNvPr>
                <p14:cNvContentPartPr/>
                <p14:nvPr/>
              </p14:nvContentPartPr>
              <p14:xfrm>
                <a:off x="2885291" y="1507015"/>
                <a:ext cx="378720" cy="277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A3F8BB1-5D89-6D76-E91A-4305FA0E3B5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876291" y="1498375"/>
                  <a:ext cx="3963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858A235-2E93-DB0C-1310-589CC6AF948F}"/>
                    </a:ext>
                  </a:extLst>
                </p14:cNvPr>
                <p14:cNvContentPartPr/>
                <p14:nvPr/>
              </p14:nvContentPartPr>
              <p14:xfrm>
                <a:off x="3189131" y="1477495"/>
                <a:ext cx="146880" cy="1281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858A235-2E93-DB0C-1310-589CC6AF948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180131" y="1468495"/>
                  <a:ext cx="164520" cy="14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A20A604-32F6-4135-22F4-6FD2CEC194EC}"/>
              </a:ext>
            </a:extLst>
          </p:cNvPr>
          <p:cNvGrpSpPr/>
          <p:nvPr/>
        </p:nvGrpSpPr>
        <p:grpSpPr>
          <a:xfrm>
            <a:off x="3599171" y="1391455"/>
            <a:ext cx="1476360" cy="632520"/>
            <a:chOff x="3599171" y="1391455"/>
            <a:chExt cx="1476360" cy="63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5B928C2-F2F9-50CD-E130-6DF10BDBF5C0}"/>
                    </a:ext>
                  </a:extLst>
                </p14:cNvPr>
                <p14:cNvContentPartPr/>
                <p14:nvPr/>
              </p14:nvContentPartPr>
              <p14:xfrm>
                <a:off x="3599171" y="1391455"/>
                <a:ext cx="323640" cy="364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5B928C2-F2F9-50CD-E130-6DF10BDBF5C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590171" y="1382455"/>
                  <a:ext cx="34128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D3AA51E-6458-988A-8E37-A6CD11B15D72}"/>
                    </a:ext>
                  </a:extLst>
                </p14:cNvPr>
                <p14:cNvContentPartPr/>
                <p14:nvPr/>
              </p14:nvContentPartPr>
              <p14:xfrm>
                <a:off x="3770171" y="1525735"/>
                <a:ext cx="789120" cy="2707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D3AA51E-6458-988A-8E37-A6CD11B15D7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761531" y="1517095"/>
                  <a:ext cx="80676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B44B8A2-922B-31A9-172D-2742A3B450C2}"/>
                    </a:ext>
                  </a:extLst>
                </p14:cNvPr>
                <p14:cNvContentPartPr/>
                <p14:nvPr/>
              </p14:nvContentPartPr>
              <p14:xfrm>
                <a:off x="4569011" y="1418815"/>
                <a:ext cx="111600" cy="252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B44B8A2-922B-31A9-172D-2742A3B450C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560371" y="1410175"/>
                  <a:ext cx="12924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2735E11-7425-F035-9BB2-5795C21F5C4B}"/>
                    </a:ext>
                  </a:extLst>
                </p14:cNvPr>
                <p14:cNvContentPartPr/>
                <p14:nvPr/>
              </p14:nvContentPartPr>
              <p14:xfrm>
                <a:off x="4595291" y="1563175"/>
                <a:ext cx="338040" cy="4608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2735E11-7425-F035-9BB2-5795C21F5C4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586291" y="1554175"/>
                  <a:ext cx="355680" cy="47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2E986BC-0216-7B64-5BE2-4AA98D7321B8}"/>
                    </a:ext>
                  </a:extLst>
                </p14:cNvPr>
                <p14:cNvContentPartPr/>
                <p14:nvPr/>
              </p14:nvContentPartPr>
              <p14:xfrm>
                <a:off x="5019731" y="1538695"/>
                <a:ext cx="55800" cy="1364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2E986BC-0216-7B64-5BE2-4AA98D7321B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010731" y="1529695"/>
                  <a:ext cx="73440" cy="15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69D216F-FD9A-319E-51AB-7267E61FA018}"/>
              </a:ext>
            </a:extLst>
          </p:cNvPr>
          <p:cNvGrpSpPr/>
          <p:nvPr/>
        </p:nvGrpSpPr>
        <p:grpSpPr>
          <a:xfrm>
            <a:off x="5460371" y="1265095"/>
            <a:ext cx="1713600" cy="506880"/>
            <a:chOff x="5460371" y="1265095"/>
            <a:chExt cx="1713600" cy="50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8713020-9CD0-2D82-F513-B5A448EBDD67}"/>
                    </a:ext>
                  </a:extLst>
                </p14:cNvPr>
                <p14:cNvContentPartPr/>
                <p14:nvPr/>
              </p14:nvContentPartPr>
              <p14:xfrm>
                <a:off x="5512211" y="1538335"/>
                <a:ext cx="187560" cy="2131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8713020-9CD0-2D82-F513-B5A448EBDD6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503571" y="1529335"/>
                  <a:ext cx="2052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331087B-D9E8-9B6C-44CE-89D57023ED4A}"/>
                    </a:ext>
                  </a:extLst>
                </p14:cNvPr>
                <p14:cNvContentPartPr/>
                <p14:nvPr/>
              </p14:nvContentPartPr>
              <p14:xfrm>
                <a:off x="5460371" y="1518895"/>
                <a:ext cx="511560" cy="2419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331087B-D9E8-9B6C-44CE-89D57023ED4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451371" y="1509895"/>
                  <a:ext cx="5292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1FEBE95-D056-8839-6C77-4547DB9AEE2A}"/>
                    </a:ext>
                  </a:extLst>
                </p14:cNvPr>
                <p14:cNvContentPartPr/>
                <p14:nvPr/>
              </p14:nvContentPartPr>
              <p14:xfrm>
                <a:off x="5827931" y="1660735"/>
                <a:ext cx="129240" cy="147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1FEBE95-D056-8839-6C77-4547DB9AEE2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819291" y="1651735"/>
                  <a:ext cx="1468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0F27C27-2763-EAFA-0959-97D332C4436C}"/>
                    </a:ext>
                  </a:extLst>
                </p14:cNvPr>
                <p14:cNvContentPartPr/>
                <p14:nvPr/>
              </p14:nvContentPartPr>
              <p14:xfrm>
                <a:off x="6309971" y="1265095"/>
                <a:ext cx="259920" cy="3592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0F27C27-2763-EAFA-0959-97D332C4436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300971" y="1256455"/>
                  <a:ext cx="27756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5AA2D01-E7E0-71CC-16FA-0B6564DCD468}"/>
                    </a:ext>
                  </a:extLst>
                </p14:cNvPr>
                <p14:cNvContentPartPr/>
                <p14:nvPr/>
              </p14:nvContentPartPr>
              <p14:xfrm>
                <a:off x="6603731" y="1482175"/>
                <a:ext cx="105480" cy="1072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5AA2D01-E7E0-71CC-16FA-0B6564DCD46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594731" y="1473175"/>
                  <a:ext cx="1231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DBB9C44-5FBC-0B39-10FC-322723FAEE12}"/>
                    </a:ext>
                  </a:extLst>
                </p14:cNvPr>
                <p14:cNvContentPartPr/>
                <p14:nvPr/>
              </p14:nvContentPartPr>
              <p14:xfrm>
                <a:off x="6754211" y="1474255"/>
                <a:ext cx="252360" cy="1854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DBB9C44-5FBC-0B39-10FC-322723FAEE1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745571" y="1465615"/>
                  <a:ext cx="2700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817D637-FEDA-A8CB-5D63-42ECC71352DC}"/>
                    </a:ext>
                  </a:extLst>
                </p14:cNvPr>
                <p14:cNvContentPartPr/>
                <p14:nvPr/>
              </p14:nvContentPartPr>
              <p14:xfrm>
                <a:off x="6964091" y="1467415"/>
                <a:ext cx="135000" cy="1260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817D637-FEDA-A8CB-5D63-42ECC71352D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955091" y="1458775"/>
                  <a:ext cx="1526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60250DA-311B-0813-D95C-6FECD7120A53}"/>
                    </a:ext>
                  </a:extLst>
                </p14:cNvPr>
                <p14:cNvContentPartPr/>
                <p14:nvPr/>
              </p14:nvContentPartPr>
              <p14:xfrm>
                <a:off x="6260651" y="1755055"/>
                <a:ext cx="913320" cy="169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60250DA-311B-0813-D95C-6FECD7120A5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251651" y="1746055"/>
                  <a:ext cx="93096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91B9DA3-41B4-5706-E551-1710C063A3EF}"/>
              </a:ext>
            </a:extLst>
          </p:cNvPr>
          <p:cNvGrpSpPr/>
          <p:nvPr/>
        </p:nvGrpSpPr>
        <p:grpSpPr>
          <a:xfrm>
            <a:off x="6357491" y="1974295"/>
            <a:ext cx="748800" cy="419760"/>
            <a:chOff x="6357491" y="1974295"/>
            <a:chExt cx="748800" cy="41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B5AC6F9-855E-1538-D96C-1E56F041D506}"/>
                    </a:ext>
                  </a:extLst>
                </p14:cNvPr>
                <p14:cNvContentPartPr/>
                <p14:nvPr/>
              </p14:nvContentPartPr>
              <p14:xfrm>
                <a:off x="6357491" y="1974295"/>
                <a:ext cx="336240" cy="4197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B5AC6F9-855E-1538-D96C-1E56F041D50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348851" y="1965295"/>
                  <a:ext cx="35388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45ED0CE-C5C3-F11C-59B0-4B452313A9F8}"/>
                    </a:ext>
                  </a:extLst>
                </p14:cNvPr>
                <p14:cNvContentPartPr/>
                <p14:nvPr/>
              </p14:nvContentPartPr>
              <p14:xfrm>
                <a:off x="6747731" y="2137375"/>
                <a:ext cx="15840" cy="1512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45ED0CE-C5C3-F11C-59B0-4B452313A9F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739091" y="2128735"/>
                  <a:ext cx="334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CDA1D5F-9FE8-AB7C-E312-871FB2AC4A55}"/>
                    </a:ext>
                  </a:extLst>
                </p14:cNvPr>
                <p14:cNvContentPartPr/>
                <p14:nvPr/>
              </p14:nvContentPartPr>
              <p14:xfrm>
                <a:off x="6701651" y="2195695"/>
                <a:ext cx="199800" cy="914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CDA1D5F-9FE8-AB7C-E312-871FB2AC4A5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693011" y="2187055"/>
                  <a:ext cx="2174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8A00273-83E5-45D1-6C2F-EF32415F9318}"/>
                    </a:ext>
                  </a:extLst>
                </p14:cNvPr>
                <p14:cNvContentPartPr/>
                <p14:nvPr/>
              </p14:nvContentPartPr>
              <p14:xfrm>
                <a:off x="6866171" y="2097775"/>
                <a:ext cx="240120" cy="1846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8A00273-83E5-45D1-6C2F-EF32415F931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857531" y="2089135"/>
                  <a:ext cx="257760" cy="20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83D21FDB-088F-9105-D825-7BB6FB404F36}"/>
              </a:ext>
            </a:extLst>
          </p:cNvPr>
          <p:cNvGrpSpPr/>
          <p:nvPr/>
        </p:nvGrpSpPr>
        <p:grpSpPr>
          <a:xfrm>
            <a:off x="5385131" y="3016855"/>
            <a:ext cx="825120" cy="277200"/>
            <a:chOff x="5385131" y="3016855"/>
            <a:chExt cx="825120" cy="27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5A33011-7477-71A3-3CEB-678DBF2225FC}"/>
                    </a:ext>
                  </a:extLst>
                </p14:cNvPr>
                <p14:cNvContentPartPr/>
                <p14:nvPr/>
              </p14:nvContentPartPr>
              <p14:xfrm>
                <a:off x="5456411" y="3016855"/>
                <a:ext cx="237960" cy="2714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5A33011-7477-71A3-3CEB-678DBF2225F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447771" y="3007855"/>
                  <a:ext cx="25560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382FFFA-0D51-D277-25E8-8B88A496C30F}"/>
                    </a:ext>
                  </a:extLst>
                </p14:cNvPr>
                <p14:cNvContentPartPr/>
                <p14:nvPr/>
              </p14:nvContentPartPr>
              <p14:xfrm>
                <a:off x="5385131" y="3025135"/>
                <a:ext cx="257040" cy="2689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382FFFA-0D51-D277-25E8-8B88A496C30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376131" y="3016495"/>
                  <a:ext cx="27468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9A6932A-775D-DC0B-0139-5E863ED92399}"/>
                    </a:ext>
                  </a:extLst>
                </p14:cNvPr>
                <p14:cNvContentPartPr/>
                <p14:nvPr/>
              </p14:nvContentPartPr>
              <p14:xfrm>
                <a:off x="5962931" y="3056455"/>
                <a:ext cx="247320" cy="939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9A6932A-775D-DC0B-0139-5E863ED9239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953931" y="3047815"/>
                  <a:ext cx="264960" cy="11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B307DC2E-55A1-5AF2-DF54-273E7C1584F8}"/>
              </a:ext>
            </a:extLst>
          </p:cNvPr>
          <p:cNvGrpSpPr/>
          <p:nvPr/>
        </p:nvGrpSpPr>
        <p:grpSpPr>
          <a:xfrm>
            <a:off x="6605891" y="2630935"/>
            <a:ext cx="1236240" cy="837360"/>
            <a:chOff x="6605891" y="2630935"/>
            <a:chExt cx="1236240" cy="83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9800ADB-445E-DCF1-AD37-EC09E72C9521}"/>
                    </a:ext>
                  </a:extLst>
                </p14:cNvPr>
                <p14:cNvContentPartPr/>
                <p14:nvPr/>
              </p14:nvContentPartPr>
              <p14:xfrm>
                <a:off x="6659171" y="2707615"/>
                <a:ext cx="248040" cy="6138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9800ADB-445E-DCF1-AD37-EC09E72C952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650531" y="2698615"/>
                  <a:ext cx="265680" cy="63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B3144A3-9D7C-DD39-E17D-F38CA4B54D55}"/>
                    </a:ext>
                  </a:extLst>
                </p14:cNvPr>
                <p14:cNvContentPartPr/>
                <p14:nvPr/>
              </p14:nvContentPartPr>
              <p14:xfrm>
                <a:off x="7078211" y="2887255"/>
                <a:ext cx="196560" cy="198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B3144A3-9D7C-DD39-E17D-F38CA4B54D5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069211" y="2878615"/>
                  <a:ext cx="2142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F0A6CAF-FE94-3EE1-51B7-7B04AF7D954E}"/>
                    </a:ext>
                  </a:extLst>
                </p14:cNvPr>
                <p14:cNvContentPartPr/>
                <p14:nvPr/>
              </p14:nvContentPartPr>
              <p14:xfrm>
                <a:off x="7489691" y="2630935"/>
                <a:ext cx="201240" cy="6422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F0A6CAF-FE94-3EE1-51B7-7B04AF7D954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481051" y="2621935"/>
                  <a:ext cx="218880" cy="65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63D2306-01A1-AB08-254D-03411CC0DFB0}"/>
                    </a:ext>
                  </a:extLst>
                </p14:cNvPr>
                <p14:cNvContentPartPr/>
                <p14:nvPr/>
              </p14:nvContentPartPr>
              <p14:xfrm>
                <a:off x="7746011" y="2976895"/>
                <a:ext cx="57600" cy="2062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63D2306-01A1-AB08-254D-03411CC0DFB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737371" y="2967895"/>
                  <a:ext cx="752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626D8E3-2BBB-9A67-77F9-606E869DDF2D}"/>
                    </a:ext>
                  </a:extLst>
                </p14:cNvPr>
                <p14:cNvContentPartPr/>
                <p14:nvPr/>
              </p14:nvContentPartPr>
              <p14:xfrm>
                <a:off x="7661411" y="3103975"/>
                <a:ext cx="180720" cy="82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626D8E3-2BBB-9A67-77F9-606E869DDF2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652411" y="3095335"/>
                  <a:ext cx="1983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14FAA56-3544-770A-6D5B-E40845675292}"/>
                    </a:ext>
                  </a:extLst>
                </p14:cNvPr>
                <p14:cNvContentPartPr/>
                <p14:nvPr/>
              </p14:nvContentPartPr>
              <p14:xfrm>
                <a:off x="6605891" y="3402415"/>
                <a:ext cx="1094760" cy="658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14FAA56-3544-770A-6D5B-E4084567529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597251" y="3393415"/>
                  <a:ext cx="1112400" cy="8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D653B474-D937-FE78-70C5-31F9868704C6}"/>
              </a:ext>
            </a:extLst>
          </p:cNvPr>
          <p:cNvGrpSpPr/>
          <p:nvPr/>
        </p:nvGrpSpPr>
        <p:grpSpPr>
          <a:xfrm>
            <a:off x="6568091" y="3685375"/>
            <a:ext cx="1137600" cy="637200"/>
            <a:chOff x="6568091" y="3685375"/>
            <a:chExt cx="1137600" cy="63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5FBA7C9-24E5-B61A-078C-77714B77F63B}"/>
                    </a:ext>
                  </a:extLst>
                </p14:cNvPr>
                <p14:cNvContentPartPr/>
                <p14:nvPr/>
              </p14:nvContentPartPr>
              <p14:xfrm>
                <a:off x="6568091" y="3685375"/>
                <a:ext cx="249480" cy="6368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5FBA7C9-24E5-B61A-078C-77714B77F63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559451" y="3676375"/>
                  <a:ext cx="267120" cy="65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6B938E9-86B0-97E6-36F8-6168C8722F57}"/>
                    </a:ext>
                  </a:extLst>
                </p14:cNvPr>
                <p14:cNvContentPartPr/>
                <p14:nvPr/>
              </p14:nvContentPartPr>
              <p14:xfrm>
                <a:off x="6833771" y="3983455"/>
                <a:ext cx="177120" cy="2322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6B938E9-86B0-97E6-36F8-6168C8722F5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824771" y="3974815"/>
                  <a:ext cx="19476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11BABE6-25B8-BE48-E0D5-8396C4C4E319}"/>
                    </a:ext>
                  </a:extLst>
                </p14:cNvPr>
                <p14:cNvContentPartPr/>
                <p14:nvPr/>
              </p14:nvContentPartPr>
              <p14:xfrm>
                <a:off x="7063811" y="3884815"/>
                <a:ext cx="141840" cy="169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11BABE6-25B8-BE48-E0D5-8396C4C4E31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054811" y="3876175"/>
                  <a:ext cx="1594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28602FA-15E2-FB8A-EF2E-4CAE9F1132E5}"/>
                    </a:ext>
                  </a:extLst>
                </p14:cNvPr>
                <p14:cNvContentPartPr/>
                <p14:nvPr/>
              </p14:nvContentPartPr>
              <p14:xfrm>
                <a:off x="7307171" y="3688255"/>
                <a:ext cx="217080" cy="6343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28602FA-15E2-FB8A-EF2E-4CAE9F1132E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298171" y="3679255"/>
                  <a:ext cx="234720" cy="65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19CC37B-6D94-1579-FE11-76C41EB8AE40}"/>
                    </a:ext>
                  </a:extLst>
                </p14:cNvPr>
                <p14:cNvContentPartPr/>
                <p14:nvPr/>
              </p14:nvContentPartPr>
              <p14:xfrm>
                <a:off x="7578611" y="3980575"/>
                <a:ext cx="73800" cy="2444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19CC37B-6D94-1579-FE11-76C41EB8AE4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569611" y="3971575"/>
                  <a:ext cx="9144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9E90391-E267-0863-F8F8-C9544F171396}"/>
                    </a:ext>
                  </a:extLst>
                </p14:cNvPr>
                <p14:cNvContentPartPr/>
                <p14:nvPr/>
              </p14:nvContentPartPr>
              <p14:xfrm>
                <a:off x="7514891" y="4088575"/>
                <a:ext cx="190800" cy="273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9E90391-E267-0863-F8F8-C9544F17139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505891" y="4079935"/>
                  <a:ext cx="20844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EBE4A963-1795-E14B-BF28-886F421D0AD6}"/>
              </a:ext>
            </a:extLst>
          </p:cNvPr>
          <p:cNvGrpSpPr/>
          <p:nvPr/>
        </p:nvGrpSpPr>
        <p:grpSpPr>
          <a:xfrm>
            <a:off x="8169731" y="3278215"/>
            <a:ext cx="228240" cy="105120"/>
            <a:chOff x="8169731" y="3278215"/>
            <a:chExt cx="228240" cy="10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FF31FC2-50AE-053F-BA1A-F8331CB8A42E}"/>
                    </a:ext>
                  </a:extLst>
                </p14:cNvPr>
                <p14:cNvContentPartPr/>
                <p14:nvPr/>
              </p14:nvContentPartPr>
              <p14:xfrm>
                <a:off x="8169731" y="3278215"/>
                <a:ext cx="150840" cy="208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FF31FC2-50AE-053F-BA1A-F8331CB8A42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160731" y="3269575"/>
                  <a:ext cx="1684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8E38804-F216-7BB1-758B-D70AD6E07780}"/>
                    </a:ext>
                  </a:extLst>
                </p14:cNvPr>
                <p14:cNvContentPartPr/>
                <p14:nvPr/>
              </p14:nvContentPartPr>
              <p14:xfrm>
                <a:off x="8203931" y="3373615"/>
                <a:ext cx="194040" cy="97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8E38804-F216-7BB1-758B-D70AD6E0778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195291" y="3364975"/>
                  <a:ext cx="21168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14C278B5-E4CE-D989-0520-658DECED2880}"/>
              </a:ext>
            </a:extLst>
          </p:cNvPr>
          <p:cNvGrpSpPr/>
          <p:nvPr/>
        </p:nvGrpSpPr>
        <p:grpSpPr>
          <a:xfrm>
            <a:off x="7592651" y="1348255"/>
            <a:ext cx="4308480" cy="591840"/>
            <a:chOff x="7592651" y="1348255"/>
            <a:chExt cx="4308480" cy="59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2065D25-E3D6-AB39-4EB7-DD0AEF0024BA}"/>
                    </a:ext>
                  </a:extLst>
                </p14:cNvPr>
                <p14:cNvContentPartPr/>
                <p14:nvPr/>
              </p14:nvContentPartPr>
              <p14:xfrm>
                <a:off x="7592651" y="1580455"/>
                <a:ext cx="324000" cy="1792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2065D25-E3D6-AB39-4EB7-DD0AEF0024B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583651" y="1571815"/>
                  <a:ext cx="3416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4CA17CA-A35D-B8A6-CF94-187F570E6B60}"/>
                    </a:ext>
                  </a:extLst>
                </p14:cNvPr>
                <p14:cNvContentPartPr/>
                <p14:nvPr/>
              </p14:nvContentPartPr>
              <p14:xfrm>
                <a:off x="7977491" y="1477855"/>
                <a:ext cx="252000" cy="4622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4CA17CA-A35D-B8A6-CF94-187F570E6B6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968491" y="1469215"/>
                  <a:ext cx="269640" cy="4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78A8C35-AB08-8223-7384-7D5BA2A34C0C}"/>
                    </a:ext>
                  </a:extLst>
                </p14:cNvPr>
                <p14:cNvContentPartPr/>
                <p14:nvPr/>
              </p14:nvContentPartPr>
              <p14:xfrm>
                <a:off x="8395091" y="1425655"/>
                <a:ext cx="491400" cy="2970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78A8C35-AB08-8223-7384-7D5BA2A34C0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386451" y="1417015"/>
                  <a:ext cx="50904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04F1CE6-A0F0-419A-E039-77A79E6F2DA4}"/>
                    </a:ext>
                  </a:extLst>
                </p14:cNvPr>
                <p14:cNvContentPartPr/>
                <p14:nvPr/>
              </p14:nvContentPartPr>
              <p14:xfrm>
                <a:off x="8806571" y="1578295"/>
                <a:ext cx="173880" cy="975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04F1CE6-A0F0-419A-E039-77A79E6F2DA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797571" y="1569655"/>
                  <a:ext cx="1915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484289B-BF39-7DD4-B4C0-5C5E8E49DAAE}"/>
                    </a:ext>
                  </a:extLst>
                </p14:cNvPr>
                <p14:cNvContentPartPr/>
                <p14:nvPr/>
              </p14:nvContentPartPr>
              <p14:xfrm>
                <a:off x="8996291" y="1434655"/>
                <a:ext cx="807120" cy="2264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484289B-BF39-7DD4-B4C0-5C5E8E49DAA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987291" y="1426015"/>
                  <a:ext cx="82476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5085328-63B4-3539-2D03-7F4B88CA6DB8}"/>
                    </a:ext>
                  </a:extLst>
                </p14:cNvPr>
                <p14:cNvContentPartPr/>
                <p14:nvPr/>
              </p14:nvContentPartPr>
              <p14:xfrm>
                <a:off x="9993851" y="1393255"/>
                <a:ext cx="115560" cy="3225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5085328-63B4-3539-2D03-7F4B88CA6DB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984851" y="1384255"/>
                  <a:ext cx="13320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4FE3641-C4FD-0FFF-0F32-40848701CCAB}"/>
                    </a:ext>
                  </a:extLst>
                </p14:cNvPr>
                <p14:cNvContentPartPr/>
                <p14:nvPr/>
              </p14:nvContentPartPr>
              <p14:xfrm>
                <a:off x="9967931" y="1468495"/>
                <a:ext cx="396000" cy="1580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4FE3641-C4FD-0FFF-0F32-40848701CCA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958931" y="1459855"/>
                  <a:ext cx="4136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6B6EA52-5132-6400-B94C-D0E77FC80A00}"/>
                    </a:ext>
                  </a:extLst>
                </p14:cNvPr>
                <p14:cNvContentPartPr/>
                <p14:nvPr/>
              </p14:nvContentPartPr>
              <p14:xfrm>
                <a:off x="10379411" y="1437175"/>
                <a:ext cx="451440" cy="1778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6B6EA52-5132-6400-B94C-D0E77FC80A0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370411" y="1428175"/>
                  <a:ext cx="4690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19CC421-3430-D74B-0EF8-4C14E3698A87}"/>
                    </a:ext>
                  </a:extLst>
                </p14:cNvPr>
                <p14:cNvContentPartPr/>
                <p14:nvPr/>
              </p14:nvContentPartPr>
              <p14:xfrm>
                <a:off x="10783331" y="1367695"/>
                <a:ext cx="253800" cy="1962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19CC421-3430-D74B-0EF8-4C14E3698A8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774331" y="1358695"/>
                  <a:ext cx="2714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026D145-2EC4-6434-69AA-4647DF199126}"/>
                    </a:ext>
                  </a:extLst>
                </p14:cNvPr>
                <p14:cNvContentPartPr/>
                <p14:nvPr/>
              </p14:nvContentPartPr>
              <p14:xfrm>
                <a:off x="10884131" y="1348255"/>
                <a:ext cx="245520" cy="2239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026D145-2EC4-6434-69AA-4647DF19912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875491" y="1339615"/>
                  <a:ext cx="2631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092B662-BCF9-BCDB-549C-450613BD7B2F}"/>
                    </a:ext>
                  </a:extLst>
                </p14:cNvPr>
                <p14:cNvContentPartPr/>
                <p14:nvPr/>
              </p14:nvContentPartPr>
              <p14:xfrm>
                <a:off x="11038211" y="1470295"/>
                <a:ext cx="338760" cy="993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092B662-BCF9-BCDB-549C-450613BD7B2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029571" y="1461295"/>
                  <a:ext cx="3564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1827946-6294-FE93-D00C-78999B44CFE0}"/>
                    </a:ext>
                  </a:extLst>
                </p14:cNvPr>
                <p14:cNvContentPartPr/>
                <p14:nvPr/>
              </p14:nvContentPartPr>
              <p14:xfrm>
                <a:off x="11428811" y="1436095"/>
                <a:ext cx="246600" cy="1162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1827946-6294-FE93-D00C-78999B44CFE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420171" y="1427455"/>
                  <a:ext cx="2642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34D05D2-D5EB-F209-E0C4-A48DCCA7AC3C}"/>
                    </a:ext>
                  </a:extLst>
                </p14:cNvPr>
                <p14:cNvContentPartPr/>
                <p14:nvPr/>
              </p14:nvContentPartPr>
              <p14:xfrm>
                <a:off x="11718251" y="1389295"/>
                <a:ext cx="182880" cy="1850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34D05D2-D5EB-F209-E0C4-A48DCCA7AC3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709611" y="1380655"/>
                  <a:ext cx="200520" cy="20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833AA0D7-8004-2519-BD2B-F0ABD688D70A}"/>
              </a:ext>
            </a:extLst>
          </p:cNvPr>
          <p:cNvGrpSpPr/>
          <p:nvPr/>
        </p:nvGrpSpPr>
        <p:grpSpPr>
          <a:xfrm>
            <a:off x="5191091" y="4986415"/>
            <a:ext cx="303840" cy="246600"/>
            <a:chOff x="5191091" y="4986415"/>
            <a:chExt cx="303840" cy="24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45A3135-440B-B147-A96F-AB35829BCCC2}"/>
                    </a:ext>
                  </a:extLst>
                </p14:cNvPr>
                <p14:cNvContentPartPr/>
                <p14:nvPr/>
              </p14:nvContentPartPr>
              <p14:xfrm>
                <a:off x="5191091" y="4992175"/>
                <a:ext cx="303840" cy="2167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45A3135-440B-B147-A96F-AB35829BCCC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182451" y="4983535"/>
                  <a:ext cx="32148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0409D8B-AEAF-E52E-3C2B-3E5B5389E89E}"/>
                    </a:ext>
                  </a:extLst>
                </p14:cNvPr>
                <p14:cNvContentPartPr/>
                <p14:nvPr/>
              </p14:nvContentPartPr>
              <p14:xfrm>
                <a:off x="5191811" y="4986415"/>
                <a:ext cx="271800" cy="2466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0409D8B-AEAF-E52E-3C2B-3E5B5389E89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182811" y="4977415"/>
                  <a:ext cx="289440" cy="26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7468ECB9-578F-73CF-04D6-0B359729EA80}"/>
              </a:ext>
            </a:extLst>
          </p:cNvPr>
          <p:cNvGrpSpPr/>
          <p:nvPr/>
        </p:nvGrpSpPr>
        <p:grpSpPr>
          <a:xfrm>
            <a:off x="5826851" y="4908295"/>
            <a:ext cx="1659960" cy="317160"/>
            <a:chOff x="5826851" y="4908295"/>
            <a:chExt cx="1659960" cy="31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A0D2ED8-59FB-9B5E-9D50-57378FC38DAB}"/>
                    </a:ext>
                  </a:extLst>
                </p14:cNvPr>
                <p14:cNvContentPartPr/>
                <p14:nvPr/>
              </p14:nvContentPartPr>
              <p14:xfrm>
                <a:off x="5826851" y="5053375"/>
                <a:ext cx="243360" cy="219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A0D2ED8-59FB-9B5E-9D50-57378FC38DA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818211" y="5044735"/>
                  <a:ext cx="2610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7B2406B-0A76-FF06-A238-0D8F09BD7D76}"/>
                    </a:ext>
                  </a:extLst>
                </p14:cNvPr>
                <p14:cNvContentPartPr/>
                <p14:nvPr/>
              </p14:nvContentPartPr>
              <p14:xfrm>
                <a:off x="5854931" y="5144455"/>
                <a:ext cx="261720" cy="201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7B2406B-0A76-FF06-A238-0D8F09BD7D7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845931" y="5135815"/>
                  <a:ext cx="2793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48143EC-A30E-BF4E-4FD8-6CB6A4B49588}"/>
                    </a:ext>
                  </a:extLst>
                </p14:cNvPr>
                <p14:cNvContentPartPr/>
                <p14:nvPr/>
              </p14:nvContentPartPr>
              <p14:xfrm>
                <a:off x="6332651" y="5000095"/>
                <a:ext cx="274320" cy="2199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48143EC-A30E-BF4E-4FD8-6CB6A4B4958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323651" y="4991455"/>
                  <a:ext cx="2919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8F71CEEE-1EA6-0D11-B81D-9BD3D2472137}"/>
                    </a:ext>
                  </a:extLst>
                </p14:cNvPr>
                <p14:cNvContentPartPr/>
                <p14:nvPr/>
              </p14:nvContentPartPr>
              <p14:xfrm>
                <a:off x="6773651" y="5056975"/>
                <a:ext cx="255960" cy="464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8F71CEEE-1EA6-0D11-B81D-9BD3D247213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764651" y="5047975"/>
                  <a:ext cx="2736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15F5BF7-F85E-0A5C-0ACB-11BD1A3BAAB2}"/>
                    </a:ext>
                  </a:extLst>
                </p14:cNvPr>
                <p14:cNvContentPartPr/>
                <p14:nvPr/>
              </p14:nvContentPartPr>
              <p14:xfrm>
                <a:off x="7104491" y="5009815"/>
                <a:ext cx="195840" cy="1515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15F5BF7-F85E-0A5C-0ACB-11BD1A3BAAB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095491" y="5000815"/>
                  <a:ext cx="2134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3CE9FF4-DAF1-6EAB-245B-53CDE4A2A193}"/>
                    </a:ext>
                  </a:extLst>
                </p14:cNvPr>
                <p14:cNvContentPartPr/>
                <p14:nvPr/>
              </p14:nvContentPartPr>
              <p14:xfrm>
                <a:off x="7465211" y="4908295"/>
                <a:ext cx="21600" cy="3171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3CE9FF4-DAF1-6EAB-245B-53CDE4A2A19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456571" y="4899655"/>
                  <a:ext cx="39240" cy="33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928FF43-C45B-D704-8D6F-6D3638E5D4AA}"/>
              </a:ext>
            </a:extLst>
          </p:cNvPr>
          <p:cNvGrpSpPr/>
          <p:nvPr/>
        </p:nvGrpSpPr>
        <p:grpSpPr>
          <a:xfrm>
            <a:off x="2613851" y="5884255"/>
            <a:ext cx="666720" cy="240480"/>
            <a:chOff x="2613851" y="5884255"/>
            <a:chExt cx="666720" cy="24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2D1964F-131E-1BD8-A984-42465668C8C7}"/>
                    </a:ext>
                  </a:extLst>
                </p14:cNvPr>
                <p14:cNvContentPartPr/>
                <p14:nvPr/>
              </p14:nvContentPartPr>
              <p14:xfrm>
                <a:off x="2613851" y="5884255"/>
                <a:ext cx="307080" cy="2404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2D1964F-131E-1BD8-A984-42465668C8C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605211" y="5875615"/>
                  <a:ext cx="32472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0570C17-C649-F5B8-1405-6FA370F58391}"/>
                    </a:ext>
                  </a:extLst>
                </p14:cNvPr>
                <p14:cNvContentPartPr/>
                <p14:nvPr/>
              </p14:nvContentPartPr>
              <p14:xfrm>
                <a:off x="3008771" y="5917735"/>
                <a:ext cx="271800" cy="1040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0570C17-C649-F5B8-1405-6FA370F5839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000131" y="5909095"/>
                  <a:ext cx="289440" cy="12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D2918AAD-7593-5031-3D5C-132B6C0CE6FD}"/>
              </a:ext>
            </a:extLst>
          </p:cNvPr>
          <p:cNvGrpSpPr/>
          <p:nvPr/>
        </p:nvGrpSpPr>
        <p:grpSpPr>
          <a:xfrm>
            <a:off x="3451211" y="5874175"/>
            <a:ext cx="586440" cy="227880"/>
            <a:chOff x="3451211" y="5874175"/>
            <a:chExt cx="586440" cy="22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7AD5FA2-E4EE-AFE1-B136-58BD66D1059C}"/>
                    </a:ext>
                  </a:extLst>
                </p14:cNvPr>
                <p14:cNvContentPartPr/>
                <p14:nvPr/>
              </p14:nvContentPartPr>
              <p14:xfrm>
                <a:off x="3463091" y="5887855"/>
                <a:ext cx="232920" cy="1951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7AD5FA2-E4EE-AFE1-B136-58BD66D1059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454091" y="5879215"/>
                  <a:ext cx="2505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61F37F4-5E19-47B9-AFE9-9F04145408D5}"/>
                    </a:ext>
                  </a:extLst>
                </p14:cNvPr>
                <p14:cNvContentPartPr/>
                <p14:nvPr/>
              </p14:nvContentPartPr>
              <p14:xfrm>
                <a:off x="3451211" y="5879215"/>
                <a:ext cx="181440" cy="2228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61F37F4-5E19-47B9-AFE9-9F04145408D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442571" y="5870575"/>
                  <a:ext cx="1990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3135B23-F59F-99B5-8BF7-E8AE2BBD7EDE}"/>
                    </a:ext>
                  </a:extLst>
                </p14:cNvPr>
                <p14:cNvContentPartPr/>
                <p14:nvPr/>
              </p14:nvContentPartPr>
              <p14:xfrm>
                <a:off x="3835331" y="5874175"/>
                <a:ext cx="202320" cy="2041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3135B23-F59F-99B5-8BF7-E8AE2BBD7ED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826331" y="5865175"/>
                  <a:ext cx="219960" cy="22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31EC7AF7-2BB2-E2DF-7988-6BD12957F1A2}"/>
              </a:ext>
            </a:extLst>
          </p:cNvPr>
          <p:cNvGrpSpPr/>
          <p:nvPr/>
        </p:nvGrpSpPr>
        <p:grpSpPr>
          <a:xfrm>
            <a:off x="4102451" y="5706055"/>
            <a:ext cx="2109600" cy="568440"/>
            <a:chOff x="4102451" y="5706055"/>
            <a:chExt cx="2109600" cy="56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4BAF457-B4BC-038C-5C52-4AB2DBD60BCA}"/>
                    </a:ext>
                  </a:extLst>
                </p14:cNvPr>
                <p14:cNvContentPartPr/>
                <p14:nvPr/>
              </p14:nvContentPartPr>
              <p14:xfrm>
                <a:off x="4102451" y="5972815"/>
                <a:ext cx="211680" cy="3016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4BAF457-B4BC-038C-5C52-4AB2DBD60BC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093811" y="5963815"/>
                  <a:ext cx="22932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FD7AE09-05A2-B9A7-1592-6D9025D7FC1B}"/>
                    </a:ext>
                  </a:extLst>
                </p14:cNvPr>
                <p14:cNvContentPartPr/>
                <p14:nvPr/>
              </p14:nvContentPartPr>
              <p14:xfrm>
                <a:off x="4455251" y="5885695"/>
                <a:ext cx="28440" cy="1537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FD7AE09-05A2-B9A7-1592-6D9025D7FC1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446251" y="5876695"/>
                  <a:ext cx="460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4A5DA76-A2B2-1026-B174-379641F4E824}"/>
                    </a:ext>
                  </a:extLst>
                </p14:cNvPr>
                <p14:cNvContentPartPr/>
                <p14:nvPr/>
              </p14:nvContentPartPr>
              <p14:xfrm>
                <a:off x="4362371" y="5793175"/>
                <a:ext cx="519120" cy="2901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4A5DA76-A2B2-1026-B174-379641F4E82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353731" y="5784535"/>
                  <a:ext cx="53676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298F1E68-95FE-A074-2ABC-8B55C883C996}"/>
                    </a:ext>
                  </a:extLst>
                </p14:cNvPr>
                <p14:cNvContentPartPr/>
                <p14:nvPr/>
              </p14:nvContentPartPr>
              <p14:xfrm>
                <a:off x="4984811" y="5814775"/>
                <a:ext cx="538560" cy="2102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298F1E68-95FE-A074-2ABC-8B55C883C99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975811" y="5805775"/>
                  <a:ext cx="5562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C35FC9E-EF06-1FA5-8896-71FFC5AC6ECB}"/>
                    </a:ext>
                  </a:extLst>
                </p14:cNvPr>
                <p14:cNvContentPartPr/>
                <p14:nvPr/>
              </p14:nvContentPartPr>
              <p14:xfrm>
                <a:off x="5331851" y="5849335"/>
                <a:ext cx="148680" cy="1796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C35FC9E-EF06-1FA5-8896-71FFC5AC6EC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323211" y="5840695"/>
                  <a:ext cx="1663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2F55870-6EB1-C7DC-8FB6-EC64C432867C}"/>
                    </a:ext>
                  </a:extLst>
                </p14:cNvPr>
                <p14:cNvContentPartPr/>
                <p14:nvPr/>
              </p14:nvContentPartPr>
              <p14:xfrm>
                <a:off x="5483771" y="5706055"/>
                <a:ext cx="196920" cy="3729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2F55870-6EB1-C7DC-8FB6-EC64C432867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474771" y="5697055"/>
                  <a:ext cx="21456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564E2BF0-C73D-6BEE-66E1-E66FA46B8FBB}"/>
                    </a:ext>
                  </a:extLst>
                </p14:cNvPr>
                <p14:cNvContentPartPr/>
                <p14:nvPr/>
              </p14:nvContentPartPr>
              <p14:xfrm>
                <a:off x="5775371" y="5850775"/>
                <a:ext cx="236880" cy="1710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564E2BF0-C73D-6BEE-66E1-E66FA46B8FB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766371" y="5841775"/>
                  <a:ext cx="2545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877BB5E6-A2D5-9098-E042-A0C1ED867220}"/>
                    </a:ext>
                  </a:extLst>
                </p14:cNvPr>
                <p14:cNvContentPartPr/>
                <p14:nvPr/>
              </p14:nvContentPartPr>
              <p14:xfrm>
                <a:off x="6084251" y="5921335"/>
                <a:ext cx="87480" cy="2473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877BB5E6-A2D5-9098-E042-A0C1ED86722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075611" y="5912335"/>
                  <a:ext cx="1051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0D40708-56A3-CEEE-1B7D-3129DA41C1BC}"/>
                    </a:ext>
                  </a:extLst>
                </p14:cNvPr>
                <p14:cNvContentPartPr/>
                <p14:nvPr/>
              </p14:nvContentPartPr>
              <p14:xfrm>
                <a:off x="5993891" y="6029335"/>
                <a:ext cx="218160" cy="219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0D40708-56A3-CEEE-1B7D-3129DA41C1B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984891" y="6020335"/>
                  <a:ext cx="235800" cy="3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C58934C2-DDA7-C5F4-B9D0-A4AAE53F20D0}"/>
                  </a:ext>
                </a:extLst>
              </p14:cNvPr>
              <p14:cNvContentPartPr/>
              <p14:nvPr/>
            </p14:nvContentPartPr>
            <p14:xfrm>
              <a:off x="1179971" y="931015"/>
              <a:ext cx="1344240" cy="15624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C58934C2-DDA7-C5F4-B9D0-A4AAE53F20D0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1170971" y="922015"/>
                <a:ext cx="1361880" cy="173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DDA909C-D9B4-FE43-D71C-D003D0175B5F}"/>
              </a:ext>
            </a:extLst>
          </p:cNvPr>
          <p:cNvGrpSpPr/>
          <p:nvPr/>
        </p:nvGrpSpPr>
        <p:grpSpPr>
          <a:xfrm>
            <a:off x="98171" y="1466695"/>
            <a:ext cx="973800" cy="400680"/>
            <a:chOff x="98171" y="1466695"/>
            <a:chExt cx="973800" cy="40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7679D29E-CE68-A978-FCF8-75F08D179937}"/>
                    </a:ext>
                  </a:extLst>
                </p14:cNvPr>
                <p14:cNvContentPartPr/>
                <p14:nvPr/>
              </p14:nvContentPartPr>
              <p14:xfrm>
                <a:off x="373211" y="1584415"/>
                <a:ext cx="61920" cy="2829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7679D29E-CE68-A978-FCF8-75F08D17993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64211" y="1575415"/>
                  <a:ext cx="7956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384FE56-9AC7-D0E8-78CF-B2222AF0D978}"/>
                    </a:ext>
                  </a:extLst>
                </p14:cNvPr>
                <p14:cNvContentPartPr/>
                <p14:nvPr/>
              </p14:nvContentPartPr>
              <p14:xfrm>
                <a:off x="98171" y="1499455"/>
                <a:ext cx="646560" cy="3607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384FE56-9AC7-D0E8-78CF-B2222AF0D97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9171" y="1490455"/>
                  <a:ext cx="66420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3623D85-4337-7885-37E8-19D5B32A296A}"/>
                    </a:ext>
                  </a:extLst>
                </p14:cNvPr>
                <p14:cNvContentPartPr/>
                <p14:nvPr/>
              </p14:nvContentPartPr>
              <p14:xfrm>
                <a:off x="692891" y="1466695"/>
                <a:ext cx="379080" cy="3499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3623D85-4337-7885-37E8-19D5B32A296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84251" y="1458055"/>
                  <a:ext cx="396720" cy="36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C9CD1597-6877-2B02-8416-D853F446FABA}"/>
              </a:ext>
            </a:extLst>
          </p:cNvPr>
          <p:cNvGrpSpPr/>
          <p:nvPr/>
        </p:nvGrpSpPr>
        <p:grpSpPr>
          <a:xfrm>
            <a:off x="103931" y="2110735"/>
            <a:ext cx="1179720" cy="437040"/>
            <a:chOff x="103931" y="2110735"/>
            <a:chExt cx="1179720" cy="43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666F6C16-3B83-85E9-DFC1-F53766065BD6}"/>
                    </a:ext>
                  </a:extLst>
                </p14:cNvPr>
                <p14:cNvContentPartPr/>
                <p14:nvPr/>
              </p14:nvContentPartPr>
              <p14:xfrm>
                <a:off x="275651" y="2197495"/>
                <a:ext cx="122400" cy="3279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666F6C16-3B83-85E9-DFC1-F53766065BD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66651" y="2188855"/>
                  <a:ext cx="14004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56F98399-BEF4-E67C-D592-3B5B6C50F7DF}"/>
                    </a:ext>
                  </a:extLst>
                </p14:cNvPr>
                <p14:cNvContentPartPr/>
                <p14:nvPr/>
              </p14:nvContentPartPr>
              <p14:xfrm>
                <a:off x="103931" y="2225215"/>
                <a:ext cx="538560" cy="3225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56F98399-BEF4-E67C-D592-3B5B6C50F7DF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4931" y="2216215"/>
                  <a:ext cx="55620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EB271ADC-97E4-97F9-63E4-AD2746798BB3}"/>
                    </a:ext>
                  </a:extLst>
                </p14:cNvPr>
                <p14:cNvContentPartPr/>
                <p14:nvPr/>
              </p14:nvContentPartPr>
              <p14:xfrm>
                <a:off x="604331" y="2110735"/>
                <a:ext cx="679320" cy="3790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EB271ADC-97E4-97F9-63E4-AD2746798BB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95331" y="2102095"/>
                  <a:ext cx="696960" cy="39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0F544E7F-526A-3708-7C9E-D134C190CC77}"/>
              </a:ext>
            </a:extLst>
          </p:cNvPr>
          <p:cNvGrpSpPr/>
          <p:nvPr/>
        </p:nvGrpSpPr>
        <p:grpSpPr>
          <a:xfrm>
            <a:off x="8836811" y="2763055"/>
            <a:ext cx="1147680" cy="658080"/>
            <a:chOff x="8836811" y="2763055"/>
            <a:chExt cx="1147680" cy="65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13B02B2-7238-8855-352F-0A04353CA8F5}"/>
                    </a:ext>
                  </a:extLst>
                </p14:cNvPr>
                <p14:cNvContentPartPr/>
                <p14:nvPr/>
              </p14:nvContentPartPr>
              <p14:xfrm>
                <a:off x="8836811" y="2782855"/>
                <a:ext cx="192600" cy="2865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13B02B2-7238-8855-352F-0A04353CA8F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827811" y="2774215"/>
                  <a:ext cx="21024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62B2934-456C-C6F6-222A-93F732B282AE}"/>
                    </a:ext>
                  </a:extLst>
                </p14:cNvPr>
                <p14:cNvContentPartPr/>
                <p14:nvPr/>
              </p14:nvContentPartPr>
              <p14:xfrm>
                <a:off x="9180611" y="2921815"/>
                <a:ext cx="205920" cy="295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62B2934-456C-C6F6-222A-93F732B282A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171611" y="2913175"/>
                  <a:ext cx="2235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A1FE40D-A21E-6A0D-12F9-B1F20ED84594}"/>
                    </a:ext>
                  </a:extLst>
                </p14:cNvPr>
                <p14:cNvContentPartPr/>
                <p14:nvPr/>
              </p14:nvContentPartPr>
              <p14:xfrm>
                <a:off x="9537371" y="2763055"/>
                <a:ext cx="206640" cy="3229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A1FE40D-A21E-6A0D-12F9-B1F20ED8459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528371" y="2754415"/>
                  <a:ext cx="22428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80B4EFD-3124-0424-F44F-18184C71AFFB}"/>
                    </a:ext>
                  </a:extLst>
                </p14:cNvPr>
                <p14:cNvContentPartPr/>
                <p14:nvPr/>
              </p14:nvContentPartPr>
              <p14:xfrm>
                <a:off x="9843371" y="2890135"/>
                <a:ext cx="105480" cy="2214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80B4EFD-3124-0424-F44F-18184C71AFF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834731" y="2881135"/>
                  <a:ext cx="1231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BA925A9-2DF9-5DFB-DDB8-FE0B419DB7E0}"/>
                    </a:ext>
                  </a:extLst>
                </p14:cNvPr>
                <p14:cNvContentPartPr/>
                <p14:nvPr/>
              </p14:nvContentPartPr>
              <p14:xfrm>
                <a:off x="9783611" y="3030895"/>
                <a:ext cx="198720" cy="133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BA925A9-2DF9-5DFB-DDB8-FE0B419DB7E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774611" y="3022255"/>
                  <a:ext cx="2163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385A5BB-C9F6-F13E-9707-75D70A5DBF2F}"/>
                    </a:ext>
                  </a:extLst>
                </p14:cNvPr>
                <p14:cNvContentPartPr/>
                <p14:nvPr/>
              </p14:nvContentPartPr>
              <p14:xfrm>
                <a:off x="9050291" y="3341575"/>
                <a:ext cx="934200" cy="795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385A5BB-C9F6-F13E-9707-75D70A5DBF2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041651" y="3332575"/>
                  <a:ext cx="9518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AA7E9165-A497-938D-37C2-7F6FCB334608}"/>
                    </a:ext>
                  </a:extLst>
                </p14:cNvPr>
                <p14:cNvContentPartPr/>
                <p14:nvPr/>
              </p14:nvContentPartPr>
              <p14:xfrm>
                <a:off x="9651851" y="3213415"/>
                <a:ext cx="322560" cy="532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AA7E9165-A497-938D-37C2-7F6FCB33460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643211" y="3204775"/>
                  <a:ext cx="340200" cy="7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9D0A5FC6-A775-CA84-FFA1-15C5C59D61C8}"/>
              </a:ext>
            </a:extLst>
          </p:cNvPr>
          <p:cNvGrpSpPr/>
          <p:nvPr/>
        </p:nvGrpSpPr>
        <p:grpSpPr>
          <a:xfrm>
            <a:off x="8980811" y="3622375"/>
            <a:ext cx="1090800" cy="496440"/>
            <a:chOff x="8980811" y="3622375"/>
            <a:chExt cx="1090800" cy="49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5F60DBC-81E9-FCD3-C85A-95971B627846}"/>
                    </a:ext>
                  </a:extLst>
                </p14:cNvPr>
                <p14:cNvContentPartPr/>
                <p14:nvPr/>
              </p14:nvContentPartPr>
              <p14:xfrm>
                <a:off x="8980811" y="3675295"/>
                <a:ext cx="176040" cy="2754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5F60DBC-81E9-FCD3-C85A-95971B62784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972171" y="3666655"/>
                  <a:ext cx="19368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3914CCC-3C52-5529-F2BE-CDC6787DD563}"/>
                    </a:ext>
                  </a:extLst>
                </p14:cNvPr>
                <p14:cNvContentPartPr/>
                <p14:nvPr/>
              </p14:nvContentPartPr>
              <p14:xfrm>
                <a:off x="9192851" y="3805975"/>
                <a:ext cx="180360" cy="2995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3914CCC-3C52-5529-F2BE-CDC6787DD56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183851" y="3796975"/>
                  <a:ext cx="19800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59879EE-66AB-9CF2-FE94-07592F8549A8}"/>
                    </a:ext>
                  </a:extLst>
                </p14:cNvPr>
                <p14:cNvContentPartPr/>
                <p14:nvPr/>
              </p14:nvContentPartPr>
              <p14:xfrm>
                <a:off x="9375371" y="3755215"/>
                <a:ext cx="169200" cy="396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59879EE-66AB-9CF2-FE94-07592F8549A8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366731" y="3746575"/>
                  <a:ext cx="1868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CD3B0B3-13A1-C6CC-BE7C-C9777EAFADF2}"/>
                    </a:ext>
                  </a:extLst>
                </p14:cNvPr>
                <p14:cNvContentPartPr/>
                <p14:nvPr/>
              </p14:nvContentPartPr>
              <p14:xfrm>
                <a:off x="9650411" y="3622375"/>
                <a:ext cx="172440" cy="2480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CD3B0B3-13A1-C6CC-BE7C-C9777EAFADF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641771" y="3613375"/>
                  <a:ext cx="19008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80D3B87-5FEC-C9EA-CA2F-052D6359A804}"/>
                    </a:ext>
                  </a:extLst>
                </p14:cNvPr>
                <p14:cNvContentPartPr/>
                <p14:nvPr/>
              </p14:nvContentPartPr>
              <p14:xfrm>
                <a:off x="9819971" y="3736855"/>
                <a:ext cx="240480" cy="2109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80D3B87-5FEC-C9EA-CA2F-052D6359A80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811331" y="3727855"/>
                  <a:ext cx="2581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89AB1DE-09E1-9158-741A-81B0B1247696}"/>
                    </a:ext>
                  </a:extLst>
                </p14:cNvPr>
                <p14:cNvContentPartPr/>
                <p14:nvPr/>
              </p14:nvContentPartPr>
              <p14:xfrm>
                <a:off x="9065051" y="4046815"/>
                <a:ext cx="301320" cy="720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89AB1DE-09E1-9158-741A-81B0B124769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056051" y="4038175"/>
                  <a:ext cx="3189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3894EC4A-0C6C-4908-FE31-E3594E4DDD23}"/>
                    </a:ext>
                  </a:extLst>
                </p14:cNvPr>
                <p14:cNvContentPartPr/>
                <p14:nvPr/>
              </p14:nvContentPartPr>
              <p14:xfrm>
                <a:off x="9642851" y="3987415"/>
                <a:ext cx="428760" cy="903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3894EC4A-0C6C-4908-FE31-E3594E4DDD2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633851" y="3978775"/>
                  <a:ext cx="446400" cy="10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59B2B5BA-E368-6FD4-F751-69550EA1BA25}"/>
                  </a:ext>
                </a:extLst>
              </p14:cNvPr>
              <p14:cNvContentPartPr/>
              <p14:nvPr/>
            </p14:nvContentPartPr>
            <p14:xfrm>
              <a:off x="2524931" y="6274495"/>
              <a:ext cx="127080" cy="1836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59B2B5BA-E368-6FD4-F751-69550EA1BA25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2516291" y="6265495"/>
                <a:ext cx="14472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13762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D3BDA27C-013D-81E0-8FEC-A8E40207A1A6}"/>
              </a:ext>
            </a:extLst>
          </p:cNvPr>
          <p:cNvGrpSpPr/>
          <p:nvPr/>
        </p:nvGrpSpPr>
        <p:grpSpPr>
          <a:xfrm>
            <a:off x="211211" y="374095"/>
            <a:ext cx="475920" cy="292320"/>
            <a:chOff x="211211" y="374095"/>
            <a:chExt cx="475920" cy="29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97D9816-733E-AE35-5761-8471DF7B1C91}"/>
                    </a:ext>
                  </a:extLst>
                </p14:cNvPr>
                <p14:cNvContentPartPr/>
                <p14:nvPr/>
              </p14:nvContentPartPr>
              <p14:xfrm>
                <a:off x="457811" y="384175"/>
                <a:ext cx="20520" cy="2822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97D9816-733E-AE35-5761-8471DF7B1C9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49171" y="375175"/>
                  <a:ext cx="3816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DF230BC-7836-D0CD-9840-765C86402130}"/>
                    </a:ext>
                  </a:extLst>
                </p14:cNvPr>
                <p14:cNvContentPartPr/>
                <p14:nvPr/>
              </p14:nvContentPartPr>
              <p14:xfrm>
                <a:off x="211211" y="374095"/>
                <a:ext cx="475920" cy="1011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DF230BC-7836-D0CD-9840-765C8640213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02571" y="365455"/>
                  <a:ext cx="493560" cy="11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6481245-325F-F537-85AD-57E245A51E98}"/>
              </a:ext>
            </a:extLst>
          </p:cNvPr>
          <p:cNvGrpSpPr/>
          <p:nvPr/>
        </p:nvGrpSpPr>
        <p:grpSpPr>
          <a:xfrm>
            <a:off x="974051" y="292015"/>
            <a:ext cx="1254600" cy="376200"/>
            <a:chOff x="974051" y="292015"/>
            <a:chExt cx="1254600" cy="37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3206574-8A95-F435-628B-386C00D61E38}"/>
                    </a:ext>
                  </a:extLst>
                </p14:cNvPr>
                <p14:cNvContentPartPr/>
                <p14:nvPr/>
              </p14:nvContentPartPr>
              <p14:xfrm>
                <a:off x="974051" y="534295"/>
                <a:ext cx="182880" cy="1339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3206574-8A95-F435-628B-386C00D61E3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5411" y="525655"/>
                  <a:ext cx="2005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F7910BB-4575-4533-D032-4DFCDD4E8B94}"/>
                    </a:ext>
                  </a:extLst>
                </p14:cNvPr>
                <p14:cNvContentPartPr/>
                <p14:nvPr/>
              </p14:nvContentPartPr>
              <p14:xfrm>
                <a:off x="1185011" y="502615"/>
                <a:ext cx="236160" cy="126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F7910BB-4575-4533-D032-4DFCDD4E8B9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76011" y="493975"/>
                  <a:ext cx="2538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127CD5C-3B60-7DA9-ACFF-38110B30ABA8}"/>
                    </a:ext>
                  </a:extLst>
                </p14:cNvPr>
                <p14:cNvContentPartPr/>
                <p14:nvPr/>
              </p14:nvContentPartPr>
              <p14:xfrm>
                <a:off x="1425131" y="417655"/>
                <a:ext cx="292320" cy="2142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127CD5C-3B60-7DA9-ACFF-38110B30ABA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16131" y="409015"/>
                  <a:ext cx="3099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AFFA10A-F809-7A62-EA11-DA711005202F}"/>
                    </a:ext>
                  </a:extLst>
                </p14:cNvPr>
                <p14:cNvContentPartPr/>
                <p14:nvPr/>
              </p14:nvContentPartPr>
              <p14:xfrm>
                <a:off x="1995011" y="338095"/>
                <a:ext cx="70920" cy="238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AFFA10A-F809-7A62-EA11-DA711005202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986371" y="329095"/>
                  <a:ext cx="885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A85CD95-6F0E-0081-9362-E4EBFA160507}"/>
                    </a:ext>
                  </a:extLst>
                </p14:cNvPr>
                <p14:cNvContentPartPr/>
                <p14:nvPr/>
              </p14:nvContentPartPr>
              <p14:xfrm>
                <a:off x="1951811" y="292015"/>
                <a:ext cx="276840" cy="1422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A85CD95-6F0E-0081-9362-E4EBFA16050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943171" y="283015"/>
                  <a:ext cx="294480" cy="15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10B7301-0E89-B98F-1EA5-68E46E3CD4D2}"/>
              </a:ext>
            </a:extLst>
          </p:cNvPr>
          <p:cNvGrpSpPr/>
          <p:nvPr/>
        </p:nvGrpSpPr>
        <p:grpSpPr>
          <a:xfrm>
            <a:off x="498491" y="1247815"/>
            <a:ext cx="904680" cy="272880"/>
            <a:chOff x="498491" y="1247815"/>
            <a:chExt cx="904680" cy="27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547BA59-6072-8C5F-4549-F261B481C22A}"/>
                    </a:ext>
                  </a:extLst>
                </p14:cNvPr>
                <p14:cNvContentPartPr/>
                <p14:nvPr/>
              </p14:nvContentPartPr>
              <p14:xfrm>
                <a:off x="519371" y="1247815"/>
                <a:ext cx="134280" cy="2682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547BA59-6072-8C5F-4549-F261B481C22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10371" y="1239175"/>
                  <a:ext cx="15192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8FCE510-277D-8713-F720-C520B1B70EBB}"/>
                    </a:ext>
                  </a:extLst>
                </p14:cNvPr>
                <p14:cNvContentPartPr/>
                <p14:nvPr/>
              </p14:nvContentPartPr>
              <p14:xfrm>
                <a:off x="498491" y="1371655"/>
                <a:ext cx="247680" cy="1490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8FCE510-277D-8713-F720-C520B1B70EB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89851" y="1363015"/>
                  <a:ext cx="2653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E3C81B1-B797-37E2-6B00-447EE3A527CF}"/>
                    </a:ext>
                  </a:extLst>
                </p14:cNvPr>
                <p14:cNvContentPartPr/>
                <p14:nvPr/>
              </p14:nvContentPartPr>
              <p14:xfrm>
                <a:off x="804851" y="1281655"/>
                <a:ext cx="52920" cy="218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E3C81B1-B797-37E2-6B00-447EE3A527C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96211" y="1273015"/>
                  <a:ext cx="7056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52CD575-7030-E768-BD07-68E5E4BCC24F}"/>
                    </a:ext>
                  </a:extLst>
                </p14:cNvPr>
                <p14:cNvContentPartPr/>
                <p14:nvPr/>
              </p14:nvContentPartPr>
              <p14:xfrm>
                <a:off x="906011" y="1336015"/>
                <a:ext cx="251280" cy="1620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52CD575-7030-E768-BD07-68E5E4BCC24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97011" y="1327015"/>
                  <a:ext cx="2689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0E61A30-9861-A365-76A6-853710D5EFCF}"/>
                    </a:ext>
                  </a:extLst>
                </p14:cNvPr>
                <p14:cNvContentPartPr/>
                <p14:nvPr/>
              </p14:nvContentPartPr>
              <p14:xfrm>
                <a:off x="1230011" y="1348255"/>
                <a:ext cx="173160" cy="1486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0E61A30-9861-A365-76A6-853710D5EFC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221011" y="1339615"/>
                  <a:ext cx="190800" cy="16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A763DD6-0653-DEE7-EAD0-4CBD8478711D}"/>
              </a:ext>
            </a:extLst>
          </p:cNvPr>
          <p:cNvGrpSpPr/>
          <p:nvPr/>
        </p:nvGrpSpPr>
        <p:grpSpPr>
          <a:xfrm>
            <a:off x="1673531" y="1186255"/>
            <a:ext cx="523440" cy="334800"/>
            <a:chOff x="1673531" y="1186255"/>
            <a:chExt cx="523440" cy="33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064598B-3347-1CA3-6B0D-796EB3E4FAE5}"/>
                    </a:ext>
                  </a:extLst>
                </p14:cNvPr>
                <p14:cNvContentPartPr/>
                <p14:nvPr/>
              </p14:nvContentPartPr>
              <p14:xfrm>
                <a:off x="1892411" y="1244575"/>
                <a:ext cx="36720" cy="2764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064598B-3347-1CA3-6B0D-796EB3E4FAE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883411" y="1235575"/>
                  <a:ext cx="5436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0903262-FFF1-0D13-1336-F9DE036F7891}"/>
                    </a:ext>
                  </a:extLst>
                </p14:cNvPr>
                <p14:cNvContentPartPr/>
                <p14:nvPr/>
              </p14:nvContentPartPr>
              <p14:xfrm>
                <a:off x="1673531" y="1186255"/>
                <a:ext cx="523440" cy="187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0903262-FFF1-0D13-1336-F9DE036F789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664531" y="1177615"/>
                  <a:ext cx="5410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FDF904A-37DF-AAD9-3029-105D0D4D1549}"/>
                    </a:ext>
                  </a:extLst>
                </p14:cNvPr>
                <p14:cNvContentPartPr/>
                <p14:nvPr/>
              </p14:nvContentPartPr>
              <p14:xfrm>
                <a:off x="2181131" y="1338895"/>
                <a:ext cx="13320" cy="124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FDF904A-37DF-AAD9-3029-105D0D4D154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172491" y="1330255"/>
                  <a:ext cx="30960" cy="14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A99DE10-D015-B330-EBAF-6663C6DF76BE}"/>
              </a:ext>
            </a:extLst>
          </p:cNvPr>
          <p:cNvGrpSpPr/>
          <p:nvPr/>
        </p:nvGrpSpPr>
        <p:grpSpPr>
          <a:xfrm>
            <a:off x="2677931" y="1147735"/>
            <a:ext cx="1978920" cy="377280"/>
            <a:chOff x="2677931" y="1147735"/>
            <a:chExt cx="1978920" cy="37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6A0E386-BBC7-9D89-EF16-D9C8F83A5D71}"/>
                    </a:ext>
                  </a:extLst>
                </p14:cNvPr>
                <p14:cNvContentPartPr/>
                <p14:nvPr/>
              </p14:nvContentPartPr>
              <p14:xfrm>
                <a:off x="2780171" y="1198855"/>
                <a:ext cx="50040" cy="2862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6A0E386-BBC7-9D89-EF16-D9C8F83A5D7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771171" y="1190215"/>
                  <a:ext cx="6768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430C369-F24B-3D70-92D7-CB4029AAE650}"/>
                    </a:ext>
                  </a:extLst>
                </p14:cNvPr>
                <p14:cNvContentPartPr/>
                <p14:nvPr/>
              </p14:nvContentPartPr>
              <p14:xfrm>
                <a:off x="2677931" y="1147735"/>
                <a:ext cx="286920" cy="1483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430C369-F24B-3D70-92D7-CB4029AAE65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669291" y="1138735"/>
                  <a:ext cx="3045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B65940E-F53D-CB53-E5F8-910BB28C614D}"/>
                    </a:ext>
                  </a:extLst>
                </p14:cNvPr>
                <p14:cNvContentPartPr/>
                <p14:nvPr/>
              </p14:nvContentPartPr>
              <p14:xfrm>
                <a:off x="3105611" y="1327375"/>
                <a:ext cx="149040" cy="1335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B65940E-F53D-CB53-E5F8-910BB28C614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096971" y="1318375"/>
                  <a:ext cx="1666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40D1ED4-A81A-C3BB-9B9F-D144B82ACFFB}"/>
                    </a:ext>
                  </a:extLst>
                </p14:cNvPr>
                <p14:cNvContentPartPr/>
                <p14:nvPr/>
              </p14:nvContentPartPr>
              <p14:xfrm>
                <a:off x="3477131" y="1210735"/>
                <a:ext cx="37800" cy="2934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40D1ED4-A81A-C3BB-9B9F-D144B82ACFF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468131" y="1201735"/>
                  <a:ext cx="5544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EE4B821-8FA5-D24E-D443-0BC435F032C2}"/>
                    </a:ext>
                  </a:extLst>
                </p14:cNvPr>
                <p14:cNvContentPartPr/>
                <p14:nvPr/>
              </p14:nvContentPartPr>
              <p14:xfrm>
                <a:off x="3377051" y="1163575"/>
                <a:ext cx="286920" cy="1674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EE4B821-8FA5-D24E-D443-0BC435F032C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368411" y="1154935"/>
                  <a:ext cx="3045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44DFDAD-9139-7AE6-0D63-52FAA3BAA726}"/>
                    </a:ext>
                  </a:extLst>
                </p14:cNvPr>
                <p14:cNvContentPartPr/>
                <p14:nvPr/>
              </p14:nvContentPartPr>
              <p14:xfrm>
                <a:off x="3613571" y="1391815"/>
                <a:ext cx="127800" cy="1332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44DFDAD-9139-7AE6-0D63-52FAA3BAA72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604571" y="1383175"/>
                  <a:ext cx="1454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13AF345-2261-A04A-9E78-F01E9ED42FB9}"/>
                    </a:ext>
                  </a:extLst>
                </p14:cNvPr>
                <p14:cNvContentPartPr/>
                <p14:nvPr/>
              </p14:nvContentPartPr>
              <p14:xfrm>
                <a:off x="3748571" y="1436455"/>
                <a:ext cx="153360" cy="478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13AF345-2261-A04A-9E78-F01E9ED42FB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739571" y="1427815"/>
                  <a:ext cx="1710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532B827-90B7-1190-A948-8C4D60BEF633}"/>
                    </a:ext>
                  </a:extLst>
                </p14:cNvPr>
                <p14:cNvContentPartPr/>
                <p14:nvPr/>
              </p14:nvContentPartPr>
              <p14:xfrm>
                <a:off x="3912371" y="1283095"/>
                <a:ext cx="32400" cy="2138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532B827-90B7-1190-A948-8C4D60BEF63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903731" y="1274095"/>
                  <a:ext cx="500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4EA0545-EAD0-EDFA-4A56-DAE0324D0350}"/>
                    </a:ext>
                  </a:extLst>
                </p14:cNvPr>
                <p14:cNvContentPartPr/>
                <p14:nvPr/>
              </p14:nvContentPartPr>
              <p14:xfrm>
                <a:off x="3867011" y="1386415"/>
                <a:ext cx="232560" cy="176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4EA0545-EAD0-EDFA-4A56-DAE0324D035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858011" y="1377415"/>
                  <a:ext cx="2502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484908D-9B5D-9F71-B1F8-9B16507BD9D7}"/>
                    </a:ext>
                  </a:extLst>
                </p14:cNvPr>
                <p14:cNvContentPartPr/>
                <p14:nvPr/>
              </p14:nvContentPartPr>
              <p14:xfrm>
                <a:off x="4247171" y="1353655"/>
                <a:ext cx="374400" cy="79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484908D-9B5D-9F71-B1F8-9B16507BD9D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238171" y="1344655"/>
                  <a:ext cx="3920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4585BD6-258F-ADA4-F27C-1491693FD187}"/>
                    </a:ext>
                  </a:extLst>
                </p14:cNvPr>
                <p14:cNvContentPartPr/>
                <p14:nvPr/>
              </p14:nvContentPartPr>
              <p14:xfrm>
                <a:off x="4512851" y="1331335"/>
                <a:ext cx="144000" cy="1234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4585BD6-258F-ADA4-F27C-1491693FD18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504211" y="1322695"/>
                  <a:ext cx="161640" cy="14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690DDEA1-6EF2-B441-8A4E-710812D2B6F1}"/>
                  </a:ext>
                </a:extLst>
              </p14:cNvPr>
              <p14:cNvContentPartPr/>
              <p14:nvPr/>
            </p14:nvContentPartPr>
            <p14:xfrm>
              <a:off x="10582451" y="3148255"/>
              <a:ext cx="47160" cy="20700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690DDEA1-6EF2-B441-8A4E-710812D2B6F1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573811" y="3139615"/>
                <a:ext cx="6480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A5C33C3F-7676-FD5C-12E6-A0A62D9CBE2A}"/>
                  </a:ext>
                </a:extLst>
              </p14:cNvPr>
              <p14:cNvContentPartPr/>
              <p14:nvPr/>
            </p14:nvContentPartPr>
            <p14:xfrm>
              <a:off x="10619891" y="3122695"/>
              <a:ext cx="158400" cy="25128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A5C33C3F-7676-FD5C-12E6-A0A62D9CBE2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0610891" y="3113695"/>
                <a:ext cx="17604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8B5C133C-C653-D0F4-BB1E-F7E55AD33946}"/>
                  </a:ext>
                </a:extLst>
              </p14:cNvPr>
              <p14:cNvContentPartPr/>
              <p14:nvPr/>
            </p14:nvContentPartPr>
            <p14:xfrm>
              <a:off x="8246411" y="1675855"/>
              <a:ext cx="114480" cy="8208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8B5C133C-C653-D0F4-BB1E-F7E55AD33946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237771" y="1666855"/>
                <a:ext cx="132120" cy="9972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B80559CE-AF2D-63CC-BB45-34E529AF5B10}"/>
              </a:ext>
            </a:extLst>
          </p:cNvPr>
          <p:cNvGrpSpPr/>
          <p:nvPr/>
        </p:nvGrpSpPr>
        <p:grpSpPr>
          <a:xfrm>
            <a:off x="4898051" y="1195615"/>
            <a:ext cx="890280" cy="488520"/>
            <a:chOff x="4898051" y="1195615"/>
            <a:chExt cx="890280" cy="48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8239517-8E5C-9F6A-01A4-2E6D84008647}"/>
                    </a:ext>
                  </a:extLst>
                </p14:cNvPr>
                <p14:cNvContentPartPr/>
                <p14:nvPr/>
              </p14:nvContentPartPr>
              <p14:xfrm>
                <a:off x="4898051" y="1221175"/>
                <a:ext cx="167760" cy="2642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8239517-8E5C-9F6A-01A4-2E6D8400864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889411" y="1212175"/>
                  <a:ext cx="18540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1B11EF6-E020-0112-9ABC-540705E6BD7E}"/>
                    </a:ext>
                  </a:extLst>
                </p14:cNvPr>
                <p14:cNvContentPartPr/>
                <p14:nvPr/>
              </p14:nvContentPartPr>
              <p14:xfrm>
                <a:off x="5061131" y="1239175"/>
                <a:ext cx="156240" cy="4449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1B11EF6-E020-0112-9ABC-540705E6BD7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052131" y="1230535"/>
                  <a:ext cx="173880" cy="4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FBAFBCA-CE4F-37AA-F7DA-4CCC994EDE1C}"/>
                    </a:ext>
                  </a:extLst>
                </p14:cNvPr>
                <p14:cNvContentPartPr/>
                <p14:nvPr/>
              </p14:nvContentPartPr>
              <p14:xfrm>
                <a:off x="5100731" y="1354735"/>
                <a:ext cx="408240" cy="1771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FBAFBCA-CE4F-37AA-F7DA-4CCC994EDE1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092091" y="1346095"/>
                  <a:ext cx="4258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8E19817-D1D1-12EA-B5D4-B51808ABE042}"/>
                    </a:ext>
                  </a:extLst>
                </p14:cNvPr>
                <p14:cNvContentPartPr/>
                <p14:nvPr/>
              </p14:nvContentPartPr>
              <p14:xfrm>
                <a:off x="5542091" y="1195615"/>
                <a:ext cx="246240" cy="3038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8E19817-D1D1-12EA-B5D4-B51808ABE04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533091" y="1186975"/>
                  <a:ext cx="263880" cy="32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F13245A9-66F6-8BC3-90BA-13187C3369F6}"/>
              </a:ext>
            </a:extLst>
          </p:cNvPr>
          <p:cNvGrpSpPr/>
          <p:nvPr/>
        </p:nvGrpSpPr>
        <p:grpSpPr>
          <a:xfrm>
            <a:off x="2646971" y="1949455"/>
            <a:ext cx="1265040" cy="394200"/>
            <a:chOff x="2646971" y="1949455"/>
            <a:chExt cx="1265040" cy="39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0867F1F-EF16-E310-209A-BF7467BDD41B}"/>
                    </a:ext>
                  </a:extLst>
                </p14:cNvPr>
                <p14:cNvContentPartPr/>
                <p14:nvPr/>
              </p14:nvContentPartPr>
              <p14:xfrm>
                <a:off x="2746331" y="2029015"/>
                <a:ext cx="48600" cy="3146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0867F1F-EF16-E310-209A-BF7467BDD41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737331" y="2020015"/>
                  <a:ext cx="6624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9AF6354-B6D7-70EC-2578-FFB973ED1E8A}"/>
                    </a:ext>
                  </a:extLst>
                </p14:cNvPr>
                <p14:cNvContentPartPr/>
                <p14:nvPr/>
              </p14:nvContentPartPr>
              <p14:xfrm>
                <a:off x="2646971" y="1973935"/>
                <a:ext cx="295920" cy="1864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9AF6354-B6D7-70EC-2578-FFB973ED1E8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638331" y="1965295"/>
                  <a:ext cx="3135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425A4A1-B066-4E3E-CF21-C7DA829FA2E6}"/>
                    </a:ext>
                  </a:extLst>
                </p14:cNvPr>
                <p14:cNvContentPartPr/>
                <p14:nvPr/>
              </p14:nvContentPartPr>
              <p14:xfrm>
                <a:off x="3058451" y="2083735"/>
                <a:ext cx="93600" cy="1360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425A4A1-B066-4E3E-CF21-C7DA829FA2E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049451" y="2075095"/>
                  <a:ext cx="1112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0758431-CA1D-3BA4-FCC6-38C3B209B7CD}"/>
                    </a:ext>
                  </a:extLst>
                </p14:cNvPr>
                <p14:cNvContentPartPr/>
                <p14:nvPr/>
              </p14:nvContentPartPr>
              <p14:xfrm>
                <a:off x="3370211" y="1969255"/>
                <a:ext cx="56880" cy="3042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0758431-CA1D-3BA4-FCC6-38C3B209B7C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361211" y="1960255"/>
                  <a:ext cx="7452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CB1D981-D5C0-B4B7-4677-E7AB74A1F879}"/>
                    </a:ext>
                  </a:extLst>
                </p14:cNvPr>
                <p14:cNvContentPartPr/>
                <p14:nvPr/>
              </p14:nvContentPartPr>
              <p14:xfrm>
                <a:off x="3312971" y="1949455"/>
                <a:ext cx="279360" cy="1897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CB1D981-D5C0-B4B7-4677-E7AB74A1F87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303971" y="1940455"/>
                  <a:ext cx="2970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B409028-0003-BE3F-D51F-57EC419DF9A1}"/>
                    </a:ext>
                  </a:extLst>
                </p14:cNvPr>
                <p14:cNvContentPartPr/>
                <p14:nvPr/>
              </p14:nvContentPartPr>
              <p14:xfrm>
                <a:off x="3497651" y="2165815"/>
                <a:ext cx="126720" cy="1508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B409028-0003-BE3F-D51F-57EC419DF9A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489011" y="2156815"/>
                  <a:ext cx="14436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95D3847-398B-B5FA-54D1-A498872BF66E}"/>
                    </a:ext>
                  </a:extLst>
                </p14:cNvPr>
                <p14:cNvContentPartPr/>
                <p14:nvPr/>
              </p14:nvContentPartPr>
              <p14:xfrm>
                <a:off x="3634451" y="2115055"/>
                <a:ext cx="209880" cy="2073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95D3847-398B-B5FA-54D1-A498872BF66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625811" y="2106055"/>
                  <a:ext cx="2275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DDB06BE-1B6A-314A-AB8A-0F82379318AA}"/>
                    </a:ext>
                  </a:extLst>
                </p14:cNvPr>
                <p14:cNvContentPartPr/>
                <p14:nvPr/>
              </p14:nvContentPartPr>
              <p14:xfrm>
                <a:off x="3640931" y="2201095"/>
                <a:ext cx="271080" cy="417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DDB06BE-1B6A-314A-AB8A-0F82379318A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632291" y="2192095"/>
                  <a:ext cx="28872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ACAA6586-7CAE-4712-9C46-8762AEAF3282}"/>
              </a:ext>
            </a:extLst>
          </p:cNvPr>
          <p:cNvGrpSpPr/>
          <p:nvPr/>
        </p:nvGrpSpPr>
        <p:grpSpPr>
          <a:xfrm>
            <a:off x="354491" y="3953215"/>
            <a:ext cx="912600" cy="374040"/>
            <a:chOff x="354491" y="3953215"/>
            <a:chExt cx="912600" cy="37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CB3F0C35-06BD-0D32-22B3-0E77E7102C03}"/>
                    </a:ext>
                  </a:extLst>
                </p14:cNvPr>
                <p14:cNvContentPartPr/>
                <p14:nvPr/>
              </p14:nvContentPartPr>
              <p14:xfrm>
                <a:off x="354491" y="3953215"/>
                <a:ext cx="279000" cy="3250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CB3F0C35-06BD-0D32-22B3-0E77E7102C0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45851" y="3944215"/>
                  <a:ext cx="29664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306A85E9-01C5-C524-080D-9DF7E50AAE0A}"/>
                    </a:ext>
                  </a:extLst>
                </p14:cNvPr>
                <p14:cNvContentPartPr/>
                <p14:nvPr/>
              </p14:nvContentPartPr>
              <p14:xfrm>
                <a:off x="451691" y="4113055"/>
                <a:ext cx="149040" cy="2142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306A85E9-01C5-C524-080D-9DF7E50AAE0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43051" y="4104055"/>
                  <a:ext cx="1666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B8D8F2C-7E9A-49FB-D9A3-EE00EF243679}"/>
                    </a:ext>
                  </a:extLst>
                </p14:cNvPr>
                <p14:cNvContentPartPr/>
                <p14:nvPr/>
              </p14:nvContentPartPr>
              <p14:xfrm>
                <a:off x="705131" y="4047175"/>
                <a:ext cx="27720" cy="2174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B8D8F2C-7E9A-49FB-D9A3-EE00EF24367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96491" y="4038175"/>
                  <a:ext cx="453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2788C4E-C0AB-72BC-7DF2-33B609F2340D}"/>
                    </a:ext>
                  </a:extLst>
                </p14:cNvPr>
                <p14:cNvContentPartPr/>
                <p14:nvPr/>
              </p14:nvContentPartPr>
              <p14:xfrm>
                <a:off x="776411" y="4097935"/>
                <a:ext cx="242640" cy="1630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2788C4E-C0AB-72BC-7DF2-33B609F2340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67771" y="4089295"/>
                  <a:ext cx="2602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D4E1268-0DB3-02E1-7072-A9D1F0A1315E}"/>
                    </a:ext>
                  </a:extLst>
                </p14:cNvPr>
                <p14:cNvContentPartPr/>
                <p14:nvPr/>
              </p14:nvContentPartPr>
              <p14:xfrm>
                <a:off x="1085651" y="4063375"/>
                <a:ext cx="181440" cy="1965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D4E1268-0DB3-02E1-7072-A9D1F0A1315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76651" y="4054375"/>
                  <a:ext cx="199080" cy="21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84941D9B-DC9D-DC87-D7CE-32789AC2A7D4}"/>
              </a:ext>
            </a:extLst>
          </p:cNvPr>
          <p:cNvGrpSpPr/>
          <p:nvPr/>
        </p:nvGrpSpPr>
        <p:grpSpPr>
          <a:xfrm>
            <a:off x="1605851" y="3921895"/>
            <a:ext cx="295920" cy="352800"/>
            <a:chOff x="1605851" y="3921895"/>
            <a:chExt cx="295920" cy="35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96D1428A-AB6E-5253-4969-0C912534CB40}"/>
                    </a:ext>
                  </a:extLst>
                </p14:cNvPr>
                <p14:cNvContentPartPr/>
                <p14:nvPr/>
              </p14:nvContentPartPr>
              <p14:xfrm>
                <a:off x="1705931" y="3965095"/>
                <a:ext cx="25560" cy="3096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96D1428A-AB6E-5253-4969-0C912534CB4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697291" y="3956095"/>
                  <a:ext cx="4320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7F56C5A7-DE87-A256-FAF3-44F97680AF77}"/>
                    </a:ext>
                  </a:extLst>
                </p14:cNvPr>
                <p14:cNvContentPartPr/>
                <p14:nvPr/>
              </p14:nvContentPartPr>
              <p14:xfrm>
                <a:off x="1605851" y="3921895"/>
                <a:ext cx="295920" cy="1868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7F56C5A7-DE87-A256-FAF3-44F97680AF7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596851" y="3913255"/>
                  <a:ext cx="313560" cy="20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5D21EA73-9C8D-DA47-6671-5AFB4C3507D0}"/>
              </a:ext>
            </a:extLst>
          </p:cNvPr>
          <p:cNvGrpSpPr/>
          <p:nvPr/>
        </p:nvGrpSpPr>
        <p:grpSpPr>
          <a:xfrm>
            <a:off x="5035571" y="806095"/>
            <a:ext cx="520920" cy="253440"/>
            <a:chOff x="5035571" y="806095"/>
            <a:chExt cx="520920" cy="25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75C4EFAD-B269-36F8-F9D6-D4233B6920E1}"/>
                    </a:ext>
                  </a:extLst>
                </p14:cNvPr>
                <p14:cNvContentPartPr/>
                <p14:nvPr/>
              </p14:nvContentPartPr>
              <p14:xfrm>
                <a:off x="5035571" y="927775"/>
                <a:ext cx="114480" cy="13176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75C4EFAD-B269-36F8-F9D6-D4233B6920E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026571" y="919135"/>
                  <a:ext cx="13212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866C93A0-1C85-19EE-B11D-2ECF4C01704A}"/>
                    </a:ext>
                  </a:extLst>
                </p14:cNvPr>
                <p14:cNvContentPartPr/>
                <p14:nvPr/>
              </p14:nvContentPartPr>
              <p14:xfrm>
                <a:off x="5177771" y="938575"/>
                <a:ext cx="175680" cy="11988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866C93A0-1C85-19EE-B11D-2ECF4C01704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168771" y="929935"/>
                  <a:ext cx="1933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5C652931-B6D4-A197-1775-CFAE8053BABB}"/>
                    </a:ext>
                  </a:extLst>
                </p14:cNvPr>
                <p14:cNvContentPartPr/>
                <p14:nvPr/>
              </p14:nvContentPartPr>
              <p14:xfrm>
                <a:off x="5368571" y="806095"/>
                <a:ext cx="148680" cy="21636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5C652931-B6D4-A197-1775-CFAE8053BAB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359571" y="797455"/>
                  <a:ext cx="1663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3C52FFC0-327A-E4EE-16E7-FF1BD0A7A4FE}"/>
                    </a:ext>
                  </a:extLst>
                </p14:cNvPr>
                <p14:cNvContentPartPr/>
                <p14:nvPr/>
              </p14:nvContentPartPr>
              <p14:xfrm>
                <a:off x="5549651" y="968815"/>
                <a:ext cx="6840" cy="1908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3C52FFC0-327A-E4EE-16E7-FF1BD0A7A4F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540651" y="960175"/>
                  <a:ext cx="2448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7037CFC7-79D3-31CA-2BE4-C868B9A59A6A}"/>
              </a:ext>
            </a:extLst>
          </p:cNvPr>
          <p:cNvGrpSpPr/>
          <p:nvPr/>
        </p:nvGrpSpPr>
        <p:grpSpPr>
          <a:xfrm>
            <a:off x="4163291" y="1779895"/>
            <a:ext cx="1402560" cy="552600"/>
            <a:chOff x="4163291" y="1779895"/>
            <a:chExt cx="1402560" cy="55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5CD2185-1BC8-F826-1030-06259D09A32F}"/>
                    </a:ext>
                  </a:extLst>
                </p14:cNvPr>
                <p14:cNvContentPartPr/>
                <p14:nvPr/>
              </p14:nvContentPartPr>
              <p14:xfrm>
                <a:off x="4290011" y="2089495"/>
                <a:ext cx="11520" cy="25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5CD2185-1BC8-F826-1030-06259D09A32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281371" y="2080855"/>
                  <a:ext cx="2916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7349460-D32F-CB16-078F-AA7B7C0460A9}"/>
                    </a:ext>
                  </a:extLst>
                </p14:cNvPr>
                <p14:cNvContentPartPr/>
                <p14:nvPr/>
              </p14:nvContentPartPr>
              <p14:xfrm>
                <a:off x="4163291" y="2108935"/>
                <a:ext cx="410040" cy="352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7349460-D32F-CB16-078F-AA7B7C0460A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154651" y="2099935"/>
                  <a:ext cx="4276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2082F01-2C9F-95C6-FD87-5A9959F6EA0E}"/>
                    </a:ext>
                  </a:extLst>
                </p14:cNvPr>
                <p14:cNvContentPartPr/>
                <p14:nvPr/>
              </p14:nvContentPartPr>
              <p14:xfrm>
                <a:off x="4515731" y="2084815"/>
                <a:ext cx="116640" cy="1180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2082F01-2C9F-95C6-FD87-5A9959F6EA0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507091" y="2076175"/>
                  <a:ext cx="1342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B63FB531-EFB3-78FB-D035-3A8D4615451F}"/>
                    </a:ext>
                  </a:extLst>
                </p14:cNvPr>
                <p14:cNvContentPartPr/>
                <p14:nvPr/>
              </p14:nvContentPartPr>
              <p14:xfrm>
                <a:off x="4760531" y="2077975"/>
                <a:ext cx="95040" cy="1504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B63FB531-EFB3-78FB-D035-3A8D4615451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751531" y="2068975"/>
                  <a:ext cx="1126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2AF3CD5-173F-0D54-1B68-8DEFCE400624}"/>
                    </a:ext>
                  </a:extLst>
                </p14:cNvPr>
                <p14:cNvContentPartPr/>
                <p14:nvPr/>
              </p14:nvContentPartPr>
              <p14:xfrm>
                <a:off x="4890851" y="2097775"/>
                <a:ext cx="308520" cy="2347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2AF3CD5-173F-0D54-1B68-8DEFCE40062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881851" y="2089135"/>
                  <a:ext cx="32616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D32755C6-338D-3506-BFF5-3F0523398004}"/>
                    </a:ext>
                  </a:extLst>
                </p14:cNvPr>
                <p14:cNvContentPartPr/>
                <p14:nvPr/>
              </p14:nvContentPartPr>
              <p14:xfrm>
                <a:off x="5107571" y="2093815"/>
                <a:ext cx="314280" cy="1036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D32755C6-338D-3506-BFF5-3F052339800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098931" y="2084815"/>
                  <a:ext cx="3319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5D0F7B1-A6AA-4CA8-48D2-BF6042C8BAAF}"/>
                    </a:ext>
                  </a:extLst>
                </p14:cNvPr>
                <p14:cNvContentPartPr/>
                <p14:nvPr/>
              </p14:nvContentPartPr>
              <p14:xfrm>
                <a:off x="5441651" y="2043415"/>
                <a:ext cx="124200" cy="1468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5D0F7B1-A6AA-4CA8-48D2-BF6042C8BAA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432651" y="2034775"/>
                  <a:ext cx="1418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C1D9B379-4AEE-1911-3ACA-64AB8540E632}"/>
                    </a:ext>
                  </a:extLst>
                </p14:cNvPr>
                <p14:cNvContentPartPr/>
                <p14:nvPr/>
              </p14:nvContentPartPr>
              <p14:xfrm>
                <a:off x="4851251" y="1779895"/>
                <a:ext cx="119520" cy="17568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C1D9B379-4AEE-1911-3ACA-64AB8540E63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842251" y="1771255"/>
                  <a:ext cx="1371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257B15ED-A158-2CED-138C-E1D62B321D8C}"/>
                    </a:ext>
                  </a:extLst>
                </p14:cNvPr>
                <p14:cNvContentPartPr/>
                <p14:nvPr/>
              </p14:nvContentPartPr>
              <p14:xfrm>
                <a:off x="4980491" y="1814815"/>
                <a:ext cx="179640" cy="1008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257B15ED-A158-2CED-138C-E1D62B321D8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971851" y="1805815"/>
                  <a:ext cx="19728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B47806BF-6D90-F6DC-B621-F88177FDC889}"/>
                    </a:ext>
                  </a:extLst>
                </p14:cNvPr>
                <p14:cNvContentPartPr/>
                <p14:nvPr/>
              </p14:nvContentPartPr>
              <p14:xfrm>
                <a:off x="5173091" y="1808695"/>
                <a:ext cx="100440" cy="20412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B47806BF-6D90-F6DC-B621-F88177FDC88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164091" y="1800055"/>
                  <a:ext cx="1180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D026986C-AA66-354D-F8AE-B14C21D4A091}"/>
                    </a:ext>
                  </a:extLst>
                </p14:cNvPr>
                <p14:cNvContentPartPr/>
                <p14:nvPr/>
              </p14:nvContentPartPr>
              <p14:xfrm>
                <a:off x="5300531" y="1866655"/>
                <a:ext cx="21960" cy="2376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D026986C-AA66-354D-F8AE-B14C21D4A09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291531" y="1857655"/>
                  <a:ext cx="39600" cy="4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5AC2FF8B-2661-E4FE-23B3-83452C59C803}"/>
                  </a:ext>
                </a:extLst>
              </p14:cNvPr>
              <p14:cNvContentPartPr/>
              <p14:nvPr/>
            </p14:nvContentPartPr>
            <p14:xfrm>
              <a:off x="6197291" y="968815"/>
              <a:ext cx="269280" cy="1241280"/>
            </p14:xfrm>
          </p:contentPart>
        </mc:Choice>
        <mc:Fallback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5AC2FF8B-2661-E4FE-23B3-83452C59C803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6188651" y="959815"/>
                <a:ext cx="286920" cy="1258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82" name="Group 281">
            <a:extLst>
              <a:ext uri="{FF2B5EF4-FFF2-40B4-BE49-F238E27FC236}">
                <a16:creationId xmlns:a16="http://schemas.microsoft.com/office/drawing/2014/main" id="{4167AD11-B569-CF32-9CA3-BC1EBF8EED0A}"/>
              </a:ext>
            </a:extLst>
          </p:cNvPr>
          <p:cNvGrpSpPr/>
          <p:nvPr/>
        </p:nvGrpSpPr>
        <p:grpSpPr>
          <a:xfrm>
            <a:off x="2157371" y="2708335"/>
            <a:ext cx="4851360" cy="3126960"/>
            <a:chOff x="2157371" y="2708335"/>
            <a:chExt cx="4851360" cy="312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04732CC-3E76-F6C1-FB30-65ECFA3B06C4}"/>
                    </a:ext>
                  </a:extLst>
                </p14:cNvPr>
                <p14:cNvContentPartPr/>
                <p14:nvPr/>
              </p14:nvContentPartPr>
              <p14:xfrm>
                <a:off x="2643371" y="2783575"/>
                <a:ext cx="28800" cy="2782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04732CC-3E76-F6C1-FB30-65ECFA3B06C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634731" y="2774575"/>
                  <a:ext cx="4644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380D3B8-E425-B823-5355-94658BCB91A1}"/>
                    </a:ext>
                  </a:extLst>
                </p14:cNvPr>
                <p14:cNvContentPartPr/>
                <p14:nvPr/>
              </p14:nvContentPartPr>
              <p14:xfrm>
                <a:off x="2464811" y="2765935"/>
                <a:ext cx="374400" cy="122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380D3B8-E425-B823-5355-94658BCB91A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456171" y="2756935"/>
                  <a:ext cx="3920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8F0264A-7B5C-9D48-E2CD-96FBC01C3736}"/>
                    </a:ext>
                  </a:extLst>
                </p14:cNvPr>
                <p14:cNvContentPartPr/>
                <p14:nvPr/>
              </p14:nvContentPartPr>
              <p14:xfrm>
                <a:off x="2883491" y="2833255"/>
                <a:ext cx="110520" cy="1494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48F0264A-7B5C-9D48-E2CD-96FBC01C373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874851" y="2824255"/>
                  <a:ext cx="12816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C679C00-4C25-7995-5040-7A88ECAAF4EB}"/>
                    </a:ext>
                  </a:extLst>
                </p14:cNvPr>
                <p14:cNvContentPartPr/>
                <p14:nvPr/>
              </p14:nvContentPartPr>
              <p14:xfrm>
                <a:off x="3040451" y="2738575"/>
                <a:ext cx="416520" cy="2750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C679C00-4C25-7995-5040-7A88ECAAF4E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031451" y="2729575"/>
                  <a:ext cx="43416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F445268-01E4-A22E-B5EC-9F6DA9F575F0}"/>
                    </a:ext>
                  </a:extLst>
                </p14:cNvPr>
                <p14:cNvContentPartPr/>
                <p14:nvPr/>
              </p14:nvContentPartPr>
              <p14:xfrm>
                <a:off x="3339251" y="2925055"/>
                <a:ext cx="295560" cy="1717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EF445268-01E4-A22E-B5EC-9F6DA9F575F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330611" y="2916055"/>
                  <a:ext cx="3132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DA98086-87CC-CEAA-F2BB-525D2CBC3919}"/>
                    </a:ext>
                  </a:extLst>
                </p14:cNvPr>
                <p14:cNvContentPartPr/>
                <p14:nvPr/>
              </p14:nvContentPartPr>
              <p14:xfrm>
                <a:off x="3643091" y="2892295"/>
                <a:ext cx="122040" cy="1627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DA98086-87CC-CEAA-F2BB-525D2CBC391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634451" y="2883295"/>
                  <a:ext cx="1396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3525B79-615A-4805-4C2A-8EEBF232A8C2}"/>
                    </a:ext>
                  </a:extLst>
                </p14:cNvPr>
                <p14:cNvContentPartPr/>
                <p14:nvPr/>
              </p14:nvContentPartPr>
              <p14:xfrm>
                <a:off x="3665411" y="2964295"/>
                <a:ext cx="220680" cy="115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3525B79-615A-4805-4C2A-8EEBF232A8C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656771" y="2955655"/>
                  <a:ext cx="2383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A5D8CC59-9DB0-EBDF-C57F-FBC4343E02BA}"/>
                    </a:ext>
                  </a:extLst>
                </p14:cNvPr>
                <p14:cNvContentPartPr/>
                <p14:nvPr/>
              </p14:nvContentPartPr>
              <p14:xfrm>
                <a:off x="3994091" y="3047815"/>
                <a:ext cx="37080" cy="1116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A5D8CC59-9DB0-EBDF-C57F-FBC4343E02B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985091" y="3039175"/>
                  <a:ext cx="547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D82CDEBB-64D9-1BC7-6A7D-211F95277058}"/>
                    </a:ext>
                  </a:extLst>
                </p14:cNvPr>
                <p14:cNvContentPartPr/>
                <p14:nvPr/>
              </p14:nvContentPartPr>
              <p14:xfrm>
                <a:off x="4237091" y="2732095"/>
                <a:ext cx="48600" cy="2361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D82CDEBB-64D9-1BC7-6A7D-211F9527705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228451" y="2723455"/>
                  <a:ext cx="6624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784CB04F-C60B-F747-86A8-6107ECFB50C8}"/>
                    </a:ext>
                  </a:extLst>
                </p14:cNvPr>
                <p14:cNvContentPartPr/>
                <p14:nvPr/>
              </p14:nvContentPartPr>
              <p14:xfrm>
                <a:off x="4133771" y="2708335"/>
                <a:ext cx="280080" cy="1609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784CB04F-C60B-F747-86A8-6107ECFB50C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125131" y="2699335"/>
                  <a:ext cx="2977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25800B0A-D96D-97E2-4D7C-9C8A6A728F00}"/>
                    </a:ext>
                  </a:extLst>
                </p14:cNvPr>
                <p14:cNvContentPartPr/>
                <p14:nvPr/>
              </p14:nvContentPartPr>
              <p14:xfrm>
                <a:off x="4461011" y="2781415"/>
                <a:ext cx="334080" cy="2016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25800B0A-D96D-97E2-4D7C-9C8A6A728F0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452371" y="2772775"/>
                  <a:ext cx="3517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5D51137-6223-6C96-1F9E-2B6F8CE37711}"/>
                    </a:ext>
                  </a:extLst>
                </p14:cNvPr>
                <p14:cNvContentPartPr/>
                <p14:nvPr/>
              </p14:nvContentPartPr>
              <p14:xfrm>
                <a:off x="4678091" y="2748295"/>
                <a:ext cx="204480" cy="1483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5D51137-6223-6C96-1F9E-2B6F8CE3771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669451" y="2739655"/>
                  <a:ext cx="2221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677F729-1105-DED3-62A2-FE1AA6A0A602}"/>
                    </a:ext>
                  </a:extLst>
                </p14:cNvPr>
                <p14:cNvContentPartPr/>
                <p14:nvPr/>
              </p14:nvContentPartPr>
              <p14:xfrm>
                <a:off x="4853051" y="2906695"/>
                <a:ext cx="262440" cy="1159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677F729-1105-DED3-62A2-FE1AA6A0A60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844411" y="2898055"/>
                  <a:ext cx="2800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75798D8-5094-E65D-9A36-7DF64176E742}"/>
                    </a:ext>
                  </a:extLst>
                </p14:cNvPr>
                <p14:cNvContentPartPr/>
                <p14:nvPr/>
              </p14:nvContentPartPr>
              <p14:xfrm>
                <a:off x="5130611" y="2832175"/>
                <a:ext cx="109440" cy="1540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75798D8-5094-E65D-9A36-7DF64176E74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121611" y="2823175"/>
                  <a:ext cx="1270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C87EA8F1-921C-700B-CEEE-450E3F729595}"/>
                    </a:ext>
                  </a:extLst>
                </p14:cNvPr>
                <p14:cNvContentPartPr/>
                <p14:nvPr/>
              </p14:nvContentPartPr>
              <p14:xfrm>
                <a:off x="5158691" y="2842975"/>
                <a:ext cx="549000" cy="939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C87EA8F1-921C-700B-CEEE-450E3F72959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149691" y="2834335"/>
                  <a:ext cx="5666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C17E743-9053-F801-9F18-D951E2138C86}"/>
                    </a:ext>
                  </a:extLst>
                </p14:cNvPr>
                <p14:cNvContentPartPr/>
                <p14:nvPr/>
              </p14:nvContentPartPr>
              <p14:xfrm>
                <a:off x="5684651" y="2773495"/>
                <a:ext cx="106200" cy="1648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C17E743-9053-F801-9F18-D951E2138C8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675651" y="2764855"/>
                  <a:ext cx="1238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8F17C15-A6BD-EF0E-9D04-850DF9273D3A}"/>
                    </a:ext>
                  </a:extLst>
                </p14:cNvPr>
                <p14:cNvContentPartPr/>
                <p14:nvPr/>
              </p14:nvContentPartPr>
              <p14:xfrm>
                <a:off x="5895611" y="2794015"/>
                <a:ext cx="177840" cy="1731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8F17C15-A6BD-EF0E-9D04-850DF9273D3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86611" y="2785015"/>
                  <a:ext cx="1954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5B2AA1E-A2FD-E4D1-63F8-4B1C1E916933}"/>
                    </a:ext>
                  </a:extLst>
                </p14:cNvPr>
                <p14:cNvContentPartPr/>
                <p14:nvPr/>
              </p14:nvContentPartPr>
              <p14:xfrm>
                <a:off x="6061931" y="2827855"/>
                <a:ext cx="284760" cy="2080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5B2AA1E-A2FD-E4D1-63F8-4B1C1E91693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053291" y="2819215"/>
                  <a:ext cx="3024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E8EB87A1-43E8-BD85-E011-A14E105D9995}"/>
                    </a:ext>
                  </a:extLst>
                </p14:cNvPr>
                <p14:cNvContentPartPr/>
                <p14:nvPr/>
              </p14:nvContentPartPr>
              <p14:xfrm>
                <a:off x="6257411" y="2811655"/>
                <a:ext cx="153000" cy="1026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E8EB87A1-43E8-BD85-E011-A14E105D999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248771" y="2802655"/>
                  <a:ext cx="1706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09CC99D6-B8FA-340D-473A-3A014A3FA02F}"/>
                    </a:ext>
                  </a:extLst>
                </p14:cNvPr>
                <p14:cNvContentPartPr/>
                <p14:nvPr/>
              </p14:nvContentPartPr>
              <p14:xfrm>
                <a:off x="6448931" y="2801215"/>
                <a:ext cx="300960" cy="1184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09CC99D6-B8FA-340D-473A-3A014A3FA02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440291" y="2792215"/>
                  <a:ext cx="3186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060EAC5-308C-7EBB-8808-8AB7459FF2C7}"/>
                    </a:ext>
                  </a:extLst>
                </p14:cNvPr>
                <p14:cNvContentPartPr/>
                <p14:nvPr/>
              </p14:nvContentPartPr>
              <p14:xfrm>
                <a:off x="6790931" y="2892655"/>
                <a:ext cx="360" cy="3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060EAC5-308C-7EBB-8808-8AB7459FF2C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782291" y="288401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2901C718-B5C7-70BA-8123-A9A0516FB1A1}"/>
                    </a:ext>
                  </a:extLst>
                </p14:cNvPr>
                <p14:cNvContentPartPr/>
                <p14:nvPr/>
              </p14:nvContentPartPr>
              <p14:xfrm>
                <a:off x="6765371" y="2742175"/>
                <a:ext cx="43560" cy="1864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2901C718-B5C7-70BA-8123-A9A0516FB1A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756371" y="2733175"/>
                  <a:ext cx="612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BB6B0ED-AFF2-1B46-3B7F-3E269E0F823E}"/>
                    </a:ext>
                  </a:extLst>
                </p14:cNvPr>
                <p14:cNvContentPartPr/>
                <p14:nvPr/>
              </p14:nvContentPartPr>
              <p14:xfrm>
                <a:off x="6819731" y="2728135"/>
                <a:ext cx="189000" cy="1749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BB6B0ED-AFF2-1B46-3B7F-3E269E0F823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810731" y="2719135"/>
                  <a:ext cx="2066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3389CD31-88C6-68AF-502A-3FE5269F91AF}"/>
                    </a:ext>
                  </a:extLst>
                </p14:cNvPr>
                <p14:cNvContentPartPr/>
                <p14:nvPr/>
              </p14:nvContentPartPr>
              <p14:xfrm>
                <a:off x="2157371" y="4147615"/>
                <a:ext cx="15840" cy="100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3389CD31-88C6-68AF-502A-3FE5269F91A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148731" y="4138615"/>
                  <a:ext cx="334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789EC68D-B749-0768-4A18-65CC035C96D3}"/>
                    </a:ext>
                  </a:extLst>
                </p14:cNvPr>
                <p14:cNvContentPartPr/>
                <p14:nvPr/>
              </p14:nvContentPartPr>
              <p14:xfrm>
                <a:off x="2160971" y="4263535"/>
                <a:ext cx="17280" cy="288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789EC68D-B749-0768-4A18-65CC035C96D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151971" y="4254895"/>
                  <a:ext cx="349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040339E0-51AB-905E-0855-B524D62F029B}"/>
                    </a:ext>
                  </a:extLst>
                </p14:cNvPr>
                <p14:cNvContentPartPr/>
                <p14:nvPr/>
              </p14:nvContentPartPr>
              <p14:xfrm>
                <a:off x="2762171" y="4039615"/>
                <a:ext cx="36360" cy="2728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040339E0-51AB-905E-0855-B524D62F029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753531" y="4030615"/>
                  <a:ext cx="5400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331599E0-DF65-4916-E788-93DF1ACDDD6D}"/>
                    </a:ext>
                  </a:extLst>
                </p14:cNvPr>
                <p14:cNvContentPartPr/>
                <p14:nvPr/>
              </p14:nvContentPartPr>
              <p14:xfrm>
                <a:off x="2517371" y="4002175"/>
                <a:ext cx="449280" cy="212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331599E0-DF65-4916-E788-93DF1ACDDD6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508731" y="3993535"/>
                  <a:ext cx="4669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251CFC89-9DB6-9ECF-53FB-AEB4220AA0FD}"/>
                    </a:ext>
                  </a:extLst>
                </p14:cNvPr>
                <p14:cNvContentPartPr/>
                <p14:nvPr/>
              </p14:nvContentPartPr>
              <p14:xfrm>
                <a:off x="3051971" y="4087855"/>
                <a:ext cx="114840" cy="1702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251CFC89-9DB6-9ECF-53FB-AEB4220AA0F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043331" y="4079215"/>
                  <a:ext cx="1324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046B56FC-37B7-AE4C-4300-B78148EB549C}"/>
                    </a:ext>
                  </a:extLst>
                </p14:cNvPr>
                <p14:cNvContentPartPr/>
                <p14:nvPr/>
              </p14:nvContentPartPr>
              <p14:xfrm>
                <a:off x="3229091" y="3964735"/>
                <a:ext cx="409680" cy="3438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046B56FC-37B7-AE4C-4300-B78148EB549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220091" y="3956095"/>
                  <a:ext cx="42732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8DEFEF1B-EBD3-9CDD-F6EE-1091910B093A}"/>
                    </a:ext>
                  </a:extLst>
                </p14:cNvPr>
                <p14:cNvContentPartPr/>
                <p14:nvPr/>
              </p14:nvContentPartPr>
              <p14:xfrm>
                <a:off x="3560291" y="4152655"/>
                <a:ext cx="123120" cy="1555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8DEFEF1B-EBD3-9CDD-F6EE-1091910B093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551651" y="4143655"/>
                  <a:ext cx="1407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8078D14F-0579-4893-C89E-0DB8E85AA2A0}"/>
                    </a:ext>
                  </a:extLst>
                </p14:cNvPr>
                <p14:cNvContentPartPr/>
                <p14:nvPr/>
              </p14:nvContentPartPr>
              <p14:xfrm>
                <a:off x="3687011" y="4210615"/>
                <a:ext cx="139680" cy="1008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8078D14F-0579-4893-C89E-0DB8E85AA2A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678371" y="4201615"/>
                  <a:ext cx="1573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FD0FF622-5D08-CCDE-E106-1F04D9E9E158}"/>
                    </a:ext>
                  </a:extLst>
                </p14:cNvPr>
                <p14:cNvContentPartPr/>
                <p14:nvPr/>
              </p14:nvContentPartPr>
              <p14:xfrm>
                <a:off x="3808331" y="4110895"/>
                <a:ext cx="126360" cy="1951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FD0FF622-5D08-CCDE-E106-1F04D9E9E15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799691" y="4101895"/>
                  <a:ext cx="14400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D6E79093-CA45-B451-D140-A52E83E000AE}"/>
                    </a:ext>
                  </a:extLst>
                </p14:cNvPr>
                <p14:cNvContentPartPr/>
                <p14:nvPr/>
              </p14:nvContentPartPr>
              <p14:xfrm>
                <a:off x="4110371" y="4075255"/>
                <a:ext cx="345960" cy="5112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D6E79093-CA45-B451-D140-A52E83E000A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101371" y="4066255"/>
                  <a:ext cx="3636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DF47050E-423E-68C4-E1ED-94848A2D8542}"/>
                    </a:ext>
                  </a:extLst>
                </p14:cNvPr>
                <p14:cNvContentPartPr/>
                <p14:nvPr/>
              </p14:nvContentPartPr>
              <p14:xfrm>
                <a:off x="4425011" y="4033855"/>
                <a:ext cx="128880" cy="1357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DF47050E-423E-68C4-E1ED-94848A2D854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416371" y="4024855"/>
                  <a:ext cx="1465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779FF0D2-899B-5265-D890-4D48CA0AF2E3}"/>
                    </a:ext>
                  </a:extLst>
                </p14:cNvPr>
                <p14:cNvContentPartPr/>
                <p14:nvPr/>
              </p14:nvContentPartPr>
              <p14:xfrm>
                <a:off x="4639571" y="4029175"/>
                <a:ext cx="139680" cy="19404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779FF0D2-899B-5265-D890-4D48CA0AF2E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630571" y="4020175"/>
                  <a:ext cx="1573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AD7E9CA6-CC0B-4AED-3FA1-0FB1ED94B9BA}"/>
                    </a:ext>
                  </a:extLst>
                </p14:cNvPr>
                <p14:cNvContentPartPr/>
                <p14:nvPr/>
              </p14:nvContentPartPr>
              <p14:xfrm>
                <a:off x="4796531" y="4077415"/>
                <a:ext cx="285840" cy="22824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AD7E9CA6-CC0B-4AED-3FA1-0FB1ED94B9BA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787531" y="4068415"/>
                  <a:ext cx="3034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54CF3E3D-ED5B-9901-1993-75192C4A7BD6}"/>
                    </a:ext>
                  </a:extLst>
                </p14:cNvPr>
                <p14:cNvContentPartPr/>
                <p14:nvPr/>
              </p14:nvContentPartPr>
              <p14:xfrm>
                <a:off x="5030171" y="4082095"/>
                <a:ext cx="139320" cy="8676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54CF3E3D-ED5B-9901-1993-75192C4A7BD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021531" y="4073455"/>
                  <a:ext cx="1569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9D335963-F482-2A45-1DBF-AEDCE50F12FE}"/>
                    </a:ext>
                  </a:extLst>
                </p14:cNvPr>
                <p14:cNvContentPartPr/>
                <p14:nvPr/>
              </p14:nvContentPartPr>
              <p14:xfrm>
                <a:off x="5182091" y="4058695"/>
                <a:ext cx="114840" cy="10224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9D335963-F482-2A45-1DBF-AEDCE50F12F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173091" y="4050055"/>
                  <a:ext cx="1324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4EBC9BA5-5A1C-E8E1-67FB-6A597C0E2764}"/>
                    </a:ext>
                  </a:extLst>
                </p14:cNvPr>
                <p14:cNvContentPartPr/>
                <p14:nvPr/>
              </p14:nvContentPartPr>
              <p14:xfrm>
                <a:off x="5295851" y="4019815"/>
                <a:ext cx="142920" cy="14112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4EBC9BA5-5A1C-E8E1-67FB-6A597C0E276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286851" y="4010815"/>
                  <a:ext cx="1605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7CA923AA-69B7-BDC2-A7D3-574A20E03B5F}"/>
                    </a:ext>
                  </a:extLst>
                </p14:cNvPr>
                <p14:cNvContentPartPr/>
                <p14:nvPr/>
              </p14:nvContentPartPr>
              <p14:xfrm>
                <a:off x="4642811" y="3745855"/>
                <a:ext cx="161280" cy="15012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7CA923AA-69B7-BDC2-A7D3-574A20E03B5F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634171" y="3736855"/>
                  <a:ext cx="1789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1806EACB-EEE0-5C77-0D59-B0EC82981B7C}"/>
                    </a:ext>
                  </a:extLst>
                </p14:cNvPr>
                <p14:cNvContentPartPr/>
                <p14:nvPr/>
              </p14:nvContentPartPr>
              <p14:xfrm>
                <a:off x="4803731" y="3743335"/>
                <a:ext cx="353520" cy="21096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1806EACB-EEE0-5C77-0D59-B0EC82981B7C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794731" y="3734335"/>
                  <a:ext cx="3711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38A50786-6931-8224-DC5F-2B61D7982A56}"/>
                    </a:ext>
                  </a:extLst>
                </p14:cNvPr>
                <p14:cNvContentPartPr/>
                <p14:nvPr/>
              </p14:nvContentPartPr>
              <p14:xfrm>
                <a:off x="5211611" y="3847015"/>
                <a:ext cx="7200" cy="2376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38A50786-6931-8224-DC5F-2B61D7982A56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202971" y="3838015"/>
                  <a:ext cx="248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A08FF738-D22D-D5AA-F23B-A93E1C23E83A}"/>
                    </a:ext>
                  </a:extLst>
                </p14:cNvPr>
                <p14:cNvContentPartPr/>
                <p14:nvPr/>
              </p14:nvContentPartPr>
              <p14:xfrm>
                <a:off x="2709611" y="4830895"/>
                <a:ext cx="52920" cy="28836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A08FF738-D22D-D5AA-F23B-A93E1C23E83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700611" y="4822255"/>
                  <a:ext cx="7056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E0D1A5D5-6FFB-4BA6-70FA-F9EDEE43ACE3}"/>
                    </a:ext>
                  </a:extLst>
                </p14:cNvPr>
                <p14:cNvContentPartPr/>
                <p14:nvPr/>
              </p14:nvContentPartPr>
              <p14:xfrm>
                <a:off x="2509811" y="4790215"/>
                <a:ext cx="474840" cy="4752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E0D1A5D5-6FFB-4BA6-70FA-F9EDEE43ACE3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501171" y="4781215"/>
                  <a:ext cx="4924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83CED0C6-4955-E01C-A02C-795AA8EB00CE}"/>
                    </a:ext>
                  </a:extLst>
                </p14:cNvPr>
                <p14:cNvContentPartPr/>
                <p14:nvPr/>
              </p14:nvContentPartPr>
              <p14:xfrm>
                <a:off x="3026411" y="4901095"/>
                <a:ext cx="105840" cy="10764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83CED0C6-4955-E01C-A02C-795AA8EB00C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017771" y="4892095"/>
                  <a:ext cx="1234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9B9D7BC8-75A0-E9F9-52E6-86EC3BD3E998}"/>
                    </a:ext>
                  </a:extLst>
                </p14:cNvPr>
                <p14:cNvContentPartPr/>
                <p14:nvPr/>
              </p14:nvContentPartPr>
              <p14:xfrm>
                <a:off x="3201011" y="4755295"/>
                <a:ext cx="403560" cy="28152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9B9D7BC8-75A0-E9F9-52E6-86EC3BD3E998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192011" y="4746295"/>
                  <a:ext cx="42120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19EC0F01-0364-EE6E-0177-2A4EFEA773C0}"/>
                    </a:ext>
                  </a:extLst>
                </p14:cNvPr>
                <p14:cNvContentPartPr/>
                <p14:nvPr/>
              </p14:nvContentPartPr>
              <p14:xfrm>
                <a:off x="3545531" y="4916215"/>
                <a:ext cx="123480" cy="10944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19EC0F01-0364-EE6E-0177-2A4EFEA773C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536531" y="4907575"/>
                  <a:ext cx="1411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472556A9-3073-D7D1-32C4-CE5281DCDB89}"/>
                    </a:ext>
                  </a:extLst>
                </p14:cNvPr>
                <p14:cNvContentPartPr/>
                <p14:nvPr/>
              </p14:nvContentPartPr>
              <p14:xfrm>
                <a:off x="3675491" y="4852495"/>
                <a:ext cx="216720" cy="18432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472556A9-3073-D7D1-32C4-CE5281DCDB8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666491" y="4843855"/>
                  <a:ext cx="2343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BA78FD02-22F8-2713-320A-129C1536A387}"/>
                    </a:ext>
                  </a:extLst>
                </p14:cNvPr>
                <p14:cNvContentPartPr/>
                <p14:nvPr/>
              </p14:nvContentPartPr>
              <p14:xfrm>
                <a:off x="3746051" y="4912615"/>
                <a:ext cx="196560" cy="1980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BA78FD02-22F8-2713-320A-129C1536A38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737411" y="4903975"/>
                  <a:ext cx="2142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37DB3E2E-26B0-BE10-6F65-0BAC92E82EA0}"/>
                    </a:ext>
                  </a:extLst>
                </p14:cNvPr>
                <p14:cNvContentPartPr/>
                <p14:nvPr/>
              </p14:nvContentPartPr>
              <p14:xfrm>
                <a:off x="4125491" y="4883095"/>
                <a:ext cx="415800" cy="1476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37DB3E2E-26B0-BE10-6F65-0BAC92E82EA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116491" y="4874455"/>
                  <a:ext cx="4334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ABAF3A4E-20D9-FA37-A22A-20A597818FD3}"/>
                    </a:ext>
                  </a:extLst>
                </p14:cNvPr>
                <p14:cNvContentPartPr/>
                <p14:nvPr/>
              </p14:nvContentPartPr>
              <p14:xfrm>
                <a:off x="4423211" y="4838095"/>
                <a:ext cx="129600" cy="17964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ABAF3A4E-20D9-FA37-A22A-20A597818FD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414211" y="4829095"/>
                  <a:ext cx="1472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B87B7792-15D7-EE0B-0381-E9AC8ABA5BB3}"/>
                    </a:ext>
                  </a:extLst>
                </p14:cNvPr>
                <p14:cNvContentPartPr/>
                <p14:nvPr/>
              </p14:nvContentPartPr>
              <p14:xfrm>
                <a:off x="4712291" y="4536775"/>
                <a:ext cx="524880" cy="27036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B87B7792-15D7-EE0B-0381-E9AC8ABA5BB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703291" y="4528135"/>
                  <a:ext cx="54252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4E846907-FF36-4EEB-B35B-5B59CF841268}"/>
                    </a:ext>
                  </a:extLst>
                </p14:cNvPr>
                <p14:cNvContentPartPr/>
                <p14:nvPr/>
              </p14:nvContentPartPr>
              <p14:xfrm>
                <a:off x="5299091" y="4686895"/>
                <a:ext cx="2520" cy="4104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4E846907-FF36-4EEB-B35B-5B59CF84126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290451" y="4677895"/>
                  <a:ext cx="201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A69FDABC-C117-FA1E-A915-39C9D2CB83F4}"/>
                    </a:ext>
                  </a:extLst>
                </p14:cNvPr>
                <p14:cNvContentPartPr/>
                <p14:nvPr/>
              </p14:nvContentPartPr>
              <p14:xfrm>
                <a:off x="4682051" y="4936735"/>
                <a:ext cx="245520" cy="19296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A69FDABC-C117-FA1E-A915-39C9D2CB83F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673411" y="4927735"/>
                  <a:ext cx="26316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650435CC-7298-D00D-C96C-F2695A62C74C}"/>
                    </a:ext>
                  </a:extLst>
                </p14:cNvPr>
                <p14:cNvContentPartPr/>
                <p14:nvPr/>
              </p14:nvContentPartPr>
              <p14:xfrm>
                <a:off x="5001011" y="4988575"/>
                <a:ext cx="130680" cy="27864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650435CC-7298-D00D-C96C-F2695A62C74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992011" y="4979935"/>
                  <a:ext cx="14832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9E287B45-43EF-5CA8-9238-795E6D2173BD}"/>
                    </a:ext>
                  </a:extLst>
                </p14:cNvPr>
                <p14:cNvContentPartPr/>
                <p14:nvPr/>
              </p14:nvContentPartPr>
              <p14:xfrm>
                <a:off x="5019011" y="5001175"/>
                <a:ext cx="470520" cy="15480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9E287B45-43EF-5CA8-9238-795E6D2173BD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010371" y="4992535"/>
                  <a:ext cx="4881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DDC5A552-1EA4-8EBF-6078-380656A7C704}"/>
                    </a:ext>
                  </a:extLst>
                </p14:cNvPr>
                <p14:cNvContentPartPr/>
                <p14:nvPr/>
              </p14:nvContentPartPr>
              <p14:xfrm>
                <a:off x="5481971" y="4906495"/>
                <a:ext cx="47880" cy="6768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DDC5A552-1EA4-8EBF-6078-380656A7C704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472971" y="4897855"/>
                  <a:ext cx="655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13373FC2-B83B-8241-B13C-5406F4E2FB4D}"/>
                    </a:ext>
                  </a:extLst>
                </p14:cNvPr>
                <p14:cNvContentPartPr/>
                <p14:nvPr/>
              </p14:nvContentPartPr>
              <p14:xfrm>
                <a:off x="5560811" y="4778335"/>
                <a:ext cx="180000" cy="29916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13373FC2-B83B-8241-B13C-5406F4E2FB4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551811" y="4769695"/>
                  <a:ext cx="19764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BC41DBF0-795B-F4BC-CBAD-B9E7A7763FE8}"/>
                    </a:ext>
                  </a:extLst>
                </p14:cNvPr>
                <p14:cNvContentPartPr/>
                <p14:nvPr/>
              </p14:nvContentPartPr>
              <p14:xfrm>
                <a:off x="2162771" y="2892655"/>
                <a:ext cx="506880" cy="277704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BC41DBF0-795B-F4BC-CBAD-B9E7A7763FE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154131" y="2883655"/>
                  <a:ext cx="524520" cy="27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C5660419-7317-EE1F-5AAA-558608D846B5}"/>
                    </a:ext>
                  </a:extLst>
                </p14:cNvPr>
                <p14:cNvContentPartPr/>
                <p14:nvPr/>
              </p14:nvContentPartPr>
              <p14:xfrm>
                <a:off x="2649491" y="5543695"/>
                <a:ext cx="164160" cy="29160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C5660419-7317-EE1F-5AAA-558608D846B5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640491" y="5534695"/>
                  <a:ext cx="18180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E99DBF76-0D4E-4E3D-366A-BBA1BA9A8208}"/>
                    </a:ext>
                  </a:extLst>
                </p14:cNvPr>
                <p14:cNvContentPartPr/>
                <p14:nvPr/>
              </p14:nvContentPartPr>
              <p14:xfrm>
                <a:off x="5629571" y="3795895"/>
                <a:ext cx="557640" cy="153468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E99DBF76-0D4E-4E3D-366A-BBA1BA9A820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620931" y="3787255"/>
                  <a:ext cx="575280" cy="155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6A7DF749-0A36-87C0-3135-7A698B0DA186}"/>
              </a:ext>
            </a:extLst>
          </p:cNvPr>
          <p:cNvGrpSpPr/>
          <p:nvPr/>
        </p:nvGrpSpPr>
        <p:grpSpPr>
          <a:xfrm>
            <a:off x="7298891" y="217135"/>
            <a:ext cx="4268520" cy="2796840"/>
            <a:chOff x="7298891" y="217135"/>
            <a:chExt cx="4268520" cy="279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F40B981-162F-3047-2F6D-6E8745E22DC4}"/>
                    </a:ext>
                  </a:extLst>
                </p14:cNvPr>
                <p14:cNvContentPartPr/>
                <p14:nvPr/>
              </p14:nvContentPartPr>
              <p14:xfrm>
                <a:off x="9883331" y="219655"/>
                <a:ext cx="19800" cy="2106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F40B981-162F-3047-2F6D-6E8745E22DC4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874331" y="210655"/>
                  <a:ext cx="3744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480B9EB-0D7C-CCA1-1B2D-8C4479BA40BA}"/>
                    </a:ext>
                  </a:extLst>
                </p14:cNvPr>
                <p14:cNvContentPartPr/>
                <p14:nvPr/>
              </p14:nvContentPartPr>
              <p14:xfrm>
                <a:off x="9811691" y="217135"/>
                <a:ext cx="193680" cy="964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480B9EB-0D7C-CCA1-1B2D-8C4479BA40BA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802691" y="208495"/>
                  <a:ext cx="2113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092BE29-B257-B8B5-16CE-C41E8A529495}"/>
                    </a:ext>
                  </a:extLst>
                </p14:cNvPr>
                <p14:cNvContentPartPr/>
                <p14:nvPr/>
              </p14:nvContentPartPr>
              <p14:xfrm>
                <a:off x="10034891" y="289495"/>
                <a:ext cx="73800" cy="1054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092BE29-B257-B8B5-16CE-C41E8A52949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026251" y="280855"/>
                  <a:ext cx="914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3517EC9-E630-ED54-5454-17A35D47054B}"/>
                    </a:ext>
                  </a:extLst>
                </p14:cNvPr>
                <p14:cNvContentPartPr/>
                <p14:nvPr/>
              </p14:nvContentPartPr>
              <p14:xfrm>
                <a:off x="10150091" y="235495"/>
                <a:ext cx="187920" cy="1702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3517EC9-E630-ED54-5454-17A35D47054B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141451" y="226495"/>
                  <a:ext cx="2055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89BB08A-1951-9919-C0AB-7B2763D7F59D}"/>
                    </a:ext>
                  </a:extLst>
                </p14:cNvPr>
                <p14:cNvContentPartPr/>
                <p14:nvPr/>
              </p14:nvContentPartPr>
              <p14:xfrm>
                <a:off x="10289411" y="334495"/>
                <a:ext cx="95400" cy="979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89BB08A-1951-9919-C0AB-7B2763D7F59D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280771" y="325855"/>
                  <a:ext cx="1130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82F1D47-D2D4-5BFB-ABD0-987FE703D48A}"/>
                    </a:ext>
                  </a:extLst>
                </p14:cNvPr>
                <p14:cNvContentPartPr/>
                <p14:nvPr/>
              </p14:nvContentPartPr>
              <p14:xfrm>
                <a:off x="10397411" y="267895"/>
                <a:ext cx="153360" cy="1414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82F1D47-D2D4-5BFB-ABD0-987FE703D48A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0388771" y="258895"/>
                  <a:ext cx="1710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B830EE3-1F7F-BBEE-65C8-BFA5487AC11D}"/>
                    </a:ext>
                  </a:extLst>
                </p14:cNvPr>
                <p14:cNvContentPartPr/>
                <p14:nvPr/>
              </p14:nvContentPartPr>
              <p14:xfrm>
                <a:off x="10457531" y="318295"/>
                <a:ext cx="169560" cy="86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B830EE3-1F7F-BBEE-65C8-BFA5487AC11D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0448891" y="309295"/>
                  <a:ext cx="1872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15C9314-5795-F3E6-3C3C-9061F820525A}"/>
                    </a:ext>
                  </a:extLst>
                </p14:cNvPr>
                <p14:cNvContentPartPr/>
                <p14:nvPr/>
              </p14:nvContentPartPr>
              <p14:xfrm>
                <a:off x="7931771" y="555535"/>
                <a:ext cx="207360" cy="2210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15C9314-5795-F3E6-3C3C-9061F820525A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923131" y="546895"/>
                  <a:ext cx="22500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FD3DE28-4BB7-B74D-F878-EECC0C7200CC}"/>
                    </a:ext>
                  </a:extLst>
                </p14:cNvPr>
                <p14:cNvContentPartPr/>
                <p14:nvPr/>
              </p14:nvContentPartPr>
              <p14:xfrm>
                <a:off x="7976771" y="630415"/>
                <a:ext cx="71640" cy="23612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FD3DE28-4BB7-B74D-F878-EECC0C7200CC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967771" y="621775"/>
                  <a:ext cx="89280" cy="237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92C43D3-8EFF-567E-8640-91BA88DAFA76}"/>
                    </a:ext>
                  </a:extLst>
                </p14:cNvPr>
                <p14:cNvContentPartPr/>
                <p14:nvPr/>
              </p14:nvContentPartPr>
              <p14:xfrm>
                <a:off x="8005571" y="2880415"/>
                <a:ext cx="2868480" cy="90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92C43D3-8EFF-567E-8640-91BA88DAFA76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996931" y="2871775"/>
                  <a:ext cx="28861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4D86740-EE29-A67C-A4BB-3E1BAF039353}"/>
                    </a:ext>
                  </a:extLst>
                </p14:cNvPr>
                <p14:cNvContentPartPr/>
                <p14:nvPr/>
              </p14:nvContentPartPr>
              <p14:xfrm>
                <a:off x="10768571" y="2810575"/>
                <a:ext cx="141480" cy="2034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4D86740-EE29-A67C-A4BB-3E1BAF039353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759571" y="2801575"/>
                  <a:ext cx="1591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0F9E02E-5B38-7906-C7B9-E96270DB773C}"/>
                    </a:ext>
                  </a:extLst>
                </p14:cNvPr>
                <p14:cNvContentPartPr/>
                <p14:nvPr/>
              </p14:nvContentPartPr>
              <p14:xfrm>
                <a:off x="7467371" y="558055"/>
                <a:ext cx="27360" cy="1846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0F9E02E-5B38-7906-C7B9-E96270DB773C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458731" y="549415"/>
                  <a:ext cx="450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FC49FE0-694E-0929-F5F0-A968BA678F86}"/>
                    </a:ext>
                  </a:extLst>
                </p14:cNvPr>
                <p14:cNvContentPartPr/>
                <p14:nvPr/>
              </p14:nvContentPartPr>
              <p14:xfrm>
                <a:off x="7298891" y="565255"/>
                <a:ext cx="453240" cy="248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FC49FE0-694E-0929-F5F0-A968BA678F86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289891" y="556255"/>
                  <a:ext cx="4708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8C117E4-6492-91F3-60A2-1AC1E19DC521}"/>
                    </a:ext>
                  </a:extLst>
                </p14:cNvPr>
                <p14:cNvContentPartPr/>
                <p14:nvPr/>
              </p14:nvContentPartPr>
              <p14:xfrm>
                <a:off x="8275571" y="751015"/>
                <a:ext cx="2412000" cy="20235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8C117E4-6492-91F3-60A2-1AC1E19DC521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266931" y="742015"/>
                  <a:ext cx="2429640" cy="20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439553B-1F54-C9E1-4057-47A5DAE13552}"/>
                    </a:ext>
                  </a:extLst>
                </p14:cNvPr>
                <p14:cNvContentPartPr/>
                <p14:nvPr/>
              </p14:nvContentPartPr>
              <p14:xfrm>
                <a:off x="7468451" y="1629055"/>
                <a:ext cx="17280" cy="1609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439553B-1F54-C9E1-4057-47A5DAE1355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459811" y="1620415"/>
                  <a:ext cx="349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75FBBF1-6D71-6CE5-5158-F0DF6D825542}"/>
                    </a:ext>
                  </a:extLst>
                </p14:cNvPr>
                <p14:cNvContentPartPr/>
                <p14:nvPr/>
              </p14:nvContentPartPr>
              <p14:xfrm>
                <a:off x="7310051" y="1632295"/>
                <a:ext cx="288000" cy="133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75FBBF1-6D71-6CE5-5158-F0DF6D825542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301051" y="1623655"/>
                  <a:ext cx="3056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04F96A4-3860-9187-3FEF-4BB7F396DE4E}"/>
                    </a:ext>
                  </a:extLst>
                </p14:cNvPr>
                <p14:cNvContentPartPr/>
                <p14:nvPr/>
              </p14:nvContentPartPr>
              <p14:xfrm>
                <a:off x="7984691" y="1597735"/>
                <a:ext cx="2973960" cy="1386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04F96A4-3860-9187-3FEF-4BB7F396DE4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975691" y="1588735"/>
                  <a:ext cx="29916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A521697-52C1-95DC-D669-7BFD59504540}"/>
                    </a:ext>
                  </a:extLst>
                </p14:cNvPr>
                <p14:cNvContentPartPr/>
                <p14:nvPr/>
              </p14:nvContentPartPr>
              <p14:xfrm>
                <a:off x="8481491" y="1715455"/>
                <a:ext cx="162720" cy="162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A521697-52C1-95DC-D669-7BFD59504540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472491" y="1706815"/>
                  <a:ext cx="1803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8D81831-8BCA-29CC-2979-B36F63B1C156}"/>
                    </a:ext>
                  </a:extLst>
                </p14:cNvPr>
                <p14:cNvContentPartPr/>
                <p14:nvPr/>
              </p14:nvContentPartPr>
              <p14:xfrm>
                <a:off x="8285651" y="1712575"/>
                <a:ext cx="89280" cy="1566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8D81831-8BCA-29CC-2979-B36F63B1C156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276651" y="1703575"/>
                  <a:ext cx="1069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F87FFA0-E28B-9D78-6A08-63287DC9E281}"/>
                    </a:ext>
                  </a:extLst>
                </p14:cNvPr>
                <p14:cNvContentPartPr/>
                <p14:nvPr/>
              </p14:nvContentPartPr>
              <p14:xfrm>
                <a:off x="8087291" y="1936135"/>
                <a:ext cx="176040" cy="3322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F87FFA0-E28B-9D78-6A08-63287DC9E281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078651" y="1927135"/>
                  <a:ext cx="19368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A7AFD94-9697-322B-513D-47B36419C238}"/>
                    </a:ext>
                  </a:extLst>
                </p14:cNvPr>
                <p14:cNvContentPartPr/>
                <p14:nvPr/>
              </p14:nvContentPartPr>
              <p14:xfrm>
                <a:off x="10204811" y="634735"/>
                <a:ext cx="10800" cy="446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A7AFD94-9697-322B-513D-47B36419C238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0196171" y="625735"/>
                  <a:ext cx="284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E816429-E906-FF6F-BAB3-B3891252AAE2}"/>
                    </a:ext>
                  </a:extLst>
                </p14:cNvPr>
                <p14:cNvContentPartPr/>
                <p14:nvPr/>
              </p14:nvContentPartPr>
              <p14:xfrm>
                <a:off x="10111931" y="787375"/>
                <a:ext cx="79560" cy="2595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E816429-E906-FF6F-BAB3-B3891252AAE2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0103291" y="778735"/>
                  <a:ext cx="9720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12216B3-424C-F418-E70F-1DAF53143034}"/>
                    </a:ext>
                  </a:extLst>
                </p14:cNvPr>
                <p14:cNvContentPartPr/>
                <p14:nvPr/>
              </p14:nvContentPartPr>
              <p14:xfrm>
                <a:off x="9984851" y="1147015"/>
                <a:ext cx="86400" cy="189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12216B3-424C-F418-E70F-1DAF53143034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975851" y="1138015"/>
                  <a:ext cx="1040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1BBFF1D-5DF1-01E3-6BB8-14D433840BE1}"/>
                    </a:ext>
                  </a:extLst>
                </p14:cNvPr>
                <p14:cNvContentPartPr/>
                <p14:nvPr/>
              </p14:nvContentPartPr>
              <p14:xfrm>
                <a:off x="9885851" y="1414495"/>
                <a:ext cx="68760" cy="2188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1BBFF1D-5DF1-01E3-6BB8-14D433840BE1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877211" y="1405495"/>
                  <a:ext cx="8640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5A33032-3C4D-FB69-99BE-595C03E3A0FF}"/>
                    </a:ext>
                  </a:extLst>
                </p14:cNvPr>
                <p14:cNvContentPartPr/>
                <p14:nvPr/>
              </p14:nvContentPartPr>
              <p14:xfrm>
                <a:off x="9741491" y="1645975"/>
                <a:ext cx="102960" cy="75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5A33032-3C4D-FB69-99BE-595C03E3A0FF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732491" y="1637335"/>
                  <a:ext cx="1206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C7E1224-30B9-ACCC-67C8-59BB49C2F597}"/>
                    </a:ext>
                  </a:extLst>
                </p14:cNvPr>
                <p14:cNvContentPartPr/>
                <p14:nvPr/>
              </p14:nvContentPartPr>
              <p14:xfrm>
                <a:off x="9059651" y="1657135"/>
                <a:ext cx="538920" cy="259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C7E1224-30B9-ACCC-67C8-59BB49C2F597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051011" y="1648135"/>
                  <a:ext cx="5565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6BAF9AF-6B73-DA4F-CC2E-C4F6D6E0B173}"/>
                    </a:ext>
                  </a:extLst>
                </p14:cNvPr>
                <p14:cNvContentPartPr/>
                <p14:nvPr/>
              </p14:nvContentPartPr>
              <p14:xfrm>
                <a:off x="10310651" y="685495"/>
                <a:ext cx="10440" cy="1908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6BAF9AF-6B73-DA4F-CC2E-C4F6D6E0B173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302011" y="676495"/>
                  <a:ext cx="280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6BFA051-F6D8-0296-3B48-E34CCD81CD2E}"/>
                    </a:ext>
                  </a:extLst>
                </p14:cNvPr>
                <p14:cNvContentPartPr/>
                <p14:nvPr/>
              </p14:nvContentPartPr>
              <p14:xfrm>
                <a:off x="10262771" y="670735"/>
                <a:ext cx="167400" cy="1281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6BFA051-F6D8-0296-3B48-E34CCD81CD2E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253771" y="662095"/>
                  <a:ext cx="1850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FC51A76-4B7F-4C7F-ABEE-C0FCC63A9605}"/>
                    </a:ext>
                  </a:extLst>
                </p14:cNvPr>
                <p14:cNvContentPartPr/>
                <p14:nvPr/>
              </p14:nvContentPartPr>
              <p14:xfrm>
                <a:off x="10367891" y="824095"/>
                <a:ext cx="122760" cy="1281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FC51A76-4B7F-4C7F-ABEE-C0FCC63A9605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358891" y="815455"/>
                  <a:ext cx="1404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78070E8-7300-790E-D328-1E53857ADB89}"/>
                    </a:ext>
                  </a:extLst>
                </p14:cNvPr>
                <p14:cNvContentPartPr/>
                <p14:nvPr/>
              </p14:nvContentPartPr>
              <p14:xfrm>
                <a:off x="10467971" y="865135"/>
                <a:ext cx="144360" cy="802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78070E8-7300-790E-D328-1E53857ADB89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458971" y="856135"/>
                  <a:ext cx="1620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D05A3ED-773F-6F6E-8869-65D6EA01805D}"/>
                    </a:ext>
                  </a:extLst>
                </p14:cNvPr>
                <p14:cNvContentPartPr/>
                <p14:nvPr/>
              </p14:nvContentPartPr>
              <p14:xfrm>
                <a:off x="10572371" y="796735"/>
                <a:ext cx="168840" cy="1342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D05A3ED-773F-6F6E-8869-65D6EA01805D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563371" y="788095"/>
                  <a:ext cx="1864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351084D-465B-C486-FAFD-8FB407956E23}"/>
                    </a:ext>
                  </a:extLst>
                </p14:cNvPr>
                <p14:cNvContentPartPr/>
                <p14:nvPr/>
              </p14:nvContentPartPr>
              <p14:xfrm>
                <a:off x="9809891" y="525295"/>
                <a:ext cx="28800" cy="633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351084D-465B-C486-FAFD-8FB407956E23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800891" y="516655"/>
                  <a:ext cx="464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C96D635-2EA5-94FA-53AD-77410A015F61}"/>
                    </a:ext>
                  </a:extLst>
                </p14:cNvPr>
                <p14:cNvContentPartPr/>
                <p14:nvPr/>
              </p14:nvContentPartPr>
              <p14:xfrm>
                <a:off x="9677771" y="703495"/>
                <a:ext cx="86040" cy="1854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C96D635-2EA5-94FA-53AD-77410A015F61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9669131" y="694495"/>
                  <a:ext cx="1036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16044CB-6766-7645-8CAC-8CCA9C001836}"/>
                    </a:ext>
                  </a:extLst>
                </p14:cNvPr>
                <p14:cNvContentPartPr/>
                <p14:nvPr/>
              </p14:nvContentPartPr>
              <p14:xfrm>
                <a:off x="9577691" y="958375"/>
                <a:ext cx="78120" cy="1004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16044CB-6766-7645-8CAC-8CCA9C001836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569051" y="949735"/>
                  <a:ext cx="957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1F68C2B-8D1F-6C16-2096-994987CEB478}"/>
                    </a:ext>
                  </a:extLst>
                </p14:cNvPr>
                <p14:cNvContentPartPr/>
                <p14:nvPr/>
              </p14:nvContentPartPr>
              <p14:xfrm>
                <a:off x="9496331" y="1063495"/>
                <a:ext cx="55080" cy="10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1F68C2B-8D1F-6C16-2096-994987CEB478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487331" y="1054855"/>
                  <a:ext cx="7272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B679A29-1D55-9C8D-76EE-AE8EA2209824}"/>
                    </a:ext>
                  </a:extLst>
                </p14:cNvPr>
                <p14:cNvContentPartPr/>
                <p14:nvPr/>
              </p14:nvContentPartPr>
              <p14:xfrm>
                <a:off x="9007811" y="1041535"/>
                <a:ext cx="327240" cy="108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B679A29-1D55-9C8D-76EE-AE8EA2209824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998811" y="1032895"/>
                  <a:ext cx="3448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22AAC84-9AFA-2459-9C8B-304C0F0A0E13}"/>
                    </a:ext>
                  </a:extLst>
                </p14:cNvPr>
                <p14:cNvContentPartPr/>
                <p14:nvPr/>
              </p14:nvContentPartPr>
              <p14:xfrm>
                <a:off x="8586971" y="1055935"/>
                <a:ext cx="331920" cy="190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22AAC84-9AFA-2459-9C8B-304C0F0A0E13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577971" y="1047295"/>
                  <a:ext cx="3495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3881350-4899-701E-F4C2-A4B905D10860}"/>
                    </a:ext>
                  </a:extLst>
                </p14:cNvPr>
                <p14:cNvContentPartPr/>
                <p14:nvPr/>
              </p14:nvContentPartPr>
              <p14:xfrm>
                <a:off x="8518211" y="1086175"/>
                <a:ext cx="36000" cy="716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3881350-4899-701E-F4C2-A4B905D10860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509211" y="1077535"/>
                  <a:ext cx="536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E09098B-CC51-D412-2B1D-45788C1CE555}"/>
                    </a:ext>
                  </a:extLst>
                </p14:cNvPr>
                <p14:cNvContentPartPr/>
                <p14:nvPr/>
              </p14:nvContentPartPr>
              <p14:xfrm>
                <a:off x="8344331" y="1257175"/>
                <a:ext cx="115920" cy="3708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E09098B-CC51-D412-2B1D-45788C1CE555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335331" y="1248535"/>
                  <a:ext cx="13356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C15CC1C-9B2E-DF34-4358-84B3426867DE}"/>
                    </a:ext>
                  </a:extLst>
                </p14:cNvPr>
                <p14:cNvContentPartPr/>
                <p14:nvPr/>
              </p14:nvContentPartPr>
              <p14:xfrm>
                <a:off x="8151011" y="1783135"/>
                <a:ext cx="145440" cy="5443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C15CC1C-9B2E-DF34-4358-84B3426867DE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8142371" y="1774495"/>
                  <a:ext cx="163080" cy="56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119C880-BFF7-B1EC-2449-298859389577}"/>
                    </a:ext>
                  </a:extLst>
                </p14:cNvPr>
                <p14:cNvContentPartPr/>
                <p14:nvPr/>
              </p14:nvContentPartPr>
              <p14:xfrm>
                <a:off x="10597571" y="1143055"/>
                <a:ext cx="19800" cy="1213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119C880-BFF7-B1EC-2449-298859389577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0588931" y="1134055"/>
                  <a:ext cx="374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22C981A-6EA9-E01C-CD8C-A23A8DD688E5}"/>
                    </a:ext>
                  </a:extLst>
                </p14:cNvPr>
                <p14:cNvContentPartPr/>
                <p14:nvPr/>
              </p14:nvContentPartPr>
              <p14:xfrm>
                <a:off x="10384811" y="1445815"/>
                <a:ext cx="129960" cy="2678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22C981A-6EA9-E01C-CD8C-A23A8DD688E5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0375811" y="1437175"/>
                  <a:ext cx="14760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3C7F6E6-820C-94C0-1064-289EE354D9BD}"/>
                    </a:ext>
                  </a:extLst>
                </p14:cNvPr>
                <p14:cNvContentPartPr/>
                <p14:nvPr/>
              </p14:nvContentPartPr>
              <p14:xfrm>
                <a:off x="10207331" y="1854415"/>
                <a:ext cx="147600" cy="2944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3C7F6E6-820C-94C0-1064-289EE354D9BD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0198331" y="1845415"/>
                  <a:ext cx="16524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069FB41-B51F-0DC7-611C-8DF70675016A}"/>
                    </a:ext>
                  </a:extLst>
                </p14:cNvPr>
                <p14:cNvContentPartPr/>
                <p14:nvPr/>
              </p14:nvContentPartPr>
              <p14:xfrm>
                <a:off x="10103291" y="2213335"/>
                <a:ext cx="68760" cy="115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069FB41-B51F-0DC7-611C-8DF70675016A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0094651" y="2204335"/>
                  <a:ext cx="864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0515A9A-F5EF-772C-294E-B8D1D93B323B}"/>
                    </a:ext>
                  </a:extLst>
                </p14:cNvPr>
                <p14:cNvContentPartPr/>
                <p14:nvPr/>
              </p14:nvContentPartPr>
              <p14:xfrm>
                <a:off x="9444491" y="2212255"/>
                <a:ext cx="456120" cy="118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0515A9A-F5EF-772C-294E-B8D1D93B323B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9435491" y="2203255"/>
                  <a:ext cx="4737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6CC7F40-FD3D-4966-60A1-721CA498D382}"/>
                    </a:ext>
                  </a:extLst>
                </p14:cNvPr>
                <p14:cNvContentPartPr/>
                <p14:nvPr/>
              </p14:nvContentPartPr>
              <p14:xfrm>
                <a:off x="8461331" y="2245015"/>
                <a:ext cx="727560" cy="644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6CC7F40-FD3D-4966-60A1-721CA498D382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8452691" y="2236015"/>
                  <a:ext cx="7452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2E79FEE-3038-9586-18A9-48189D54029D}"/>
                    </a:ext>
                  </a:extLst>
                </p14:cNvPr>
                <p14:cNvContentPartPr/>
                <p14:nvPr/>
              </p14:nvContentPartPr>
              <p14:xfrm>
                <a:off x="8275931" y="2302615"/>
                <a:ext cx="152280" cy="1713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2E79FEE-3038-9586-18A9-48189D54029D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8266931" y="2293975"/>
                  <a:ext cx="1699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4F034D3-B609-886C-8FAA-BF008565D44A}"/>
                    </a:ext>
                  </a:extLst>
                </p14:cNvPr>
                <p14:cNvContentPartPr/>
                <p14:nvPr/>
              </p14:nvContentPartPr>
              <p14:xfrm>
                <a:off x="8058131" y="2568295"/>
                <a:ext cx="157320" cy="2512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4F034D3-B609-886C-8FAA-BF008565D44A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8049491" y="2559295"/>
                  <a:ext cx="17496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87F217F-D563-F214-2870-5AA3BA02B0C9}"/>
                    </a:ext>
                  </a:extLst>
                </p14:cNvPr>
                <p14:cNvContentPartPr/>
                <p14:nvPr/>
              </p14:nvContentPartPr>
              <p14:xfrm>
                <a:off x="10381211" y="1549495"/>
                <a:ext cx="127080" cy="1072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87F217F-D563-F214-2870-5AA3BA02B0C9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0372211" y="1540495"/>
                  <a:ext cx="1447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E04ADDE-16BD-E907-70D9-117B08F551E5}"/>
                    </a:ext>
                  </a:extLst>
                </p14:cNvPr>
                <p14:cNvContentPartPr/>
                <p14:nvPr/>
              </p14:nvContentPartPr>
              <p14:xfrm>
                <a:off x="10779371" y="1014535"/>
                <a:ext cx="18360" cy="2088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E04ADDE-16BD-E907-70D9-117B08F551E5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0770731" y="1005535"/>
                  <a:ext cx="360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DA097FA-7B27-F296-F5C0-EB8AE78D8050}"/>
                    </a:ext>
                  </a:extLst>
                </p14:cNvPr>
                <p14:cNvContentPartPr/>
                <p14:nvPr/>
              </p14:nvContentPartPr>
              <p14:xfrm>
                <a:off x="10714931" y="981055"/>
                <a:ext cx="186840" cy="1328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DA097FA-7B27-F296-F5C0-EB8AE78D8050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0706291" y="972415"/>
                  <a:ext cx="2044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CDA7294-387A-8C04-8586-8979902F9C6D}"/>
                    </a:ext>
                  </a:extLst>
                </p14:cNvPr>
                <p14:cNvContentPartPr/>
                <p14:nvPr/>
              </p14:nvContentPartPr>
              <p14:xfrm>
                <a:off x="10911131" y="1091575"/>
                <a:ext cx="131760" cy="1054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CDA7294-387A-8C04-8586-8979902F9C6D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0902131" y="1082575"/>
                  <a:ext cx="1494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51C8650-2076-D7DA-5765-8B5FA91DE864}"/>
                    </a:ext>
                  </a:extLst>
                </p14:cNvPr>
                <p14:cNvContentPartPr/>
                <p14:nvPr/>
              </p14:nvContentPartPr>
              <p14:xfrm>
                <a:off x="11080331" y="1071775"/>
                <a:ext cx="9720" cy="1648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51C8650-2076-D7DA-5765-8B5FA91DE864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1071331" y="1062775"/>
                  <a:ext cx="273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FBC9D61-E585-0EA7-11D2-CE039D356A6A}"/>
                    </a:ext>
                  </a:extLst>
                </p14:cNvPr>
                <p14:cNvContentPartPr/>
                <p14:nvPr/>
              </p14:nvContentPartPr>
              <p14:xfrm>
                <a:off x="11043611" y="999415"/>
                <a:ext cx="223560" cy="2624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FBC9D61-E585-0EA7-11D2-CE039D356A6A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1034971" y="990775"/>
                  <a:ext cx="24120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9464900-67D2-E751-30E4-F8C7496BB783}"/>
                    </a:ext>
                  </a:extLst>
                </p14:cNvPr>
                <p14:cNvContentPartPr/>
                <p14:nvPr/>
              </p14:nvContentPartPr>
              <p14:xfrm>
                <a:off x="11252771" y="1185535"/>
                <a:ext cx="150840" cy="820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9464900-67D2-E751-30E4-F8C7496BB783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1243771" y="1176535"/>
                  <a:ext cx="1684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CC27B5AF-3EB8-6BE3-403F-85A159759777}"/>
                    </a:ext>
                  </a:extLst>
                </p14:cNvPr>
                <p14:cNvContentPartPr/>
                <p14:nvPr/>
              </p14:nvContentPartPr>
              <p14:xfrm>
                <a:off x="11368691" y="1120735"/>
                <a:ext cx="198720" cy="1522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CC27B5AF-3EB8-6BE3-403F-85A159759777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1360051" y="1112095"/>
                  <a:ext cx="2163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8F73E4D7-8304-F64E-3881-F61BBFCF9BF2}"/>
                    </a:ext>
                  </a:extLst>
                </p14:cNvPr>
                <p14:cNvContentPartPr/>
                <p14:nvPr/>
              </p14:nvContentPartPr>
              <p14:xfrm>
                <a:off x="8988011" y="1153495"/>
                <a:ext cx="499320" cy="133812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8F73E4D7-8304-F64E-3881-F61BBFCF9BF2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8979011" y="1144495"/>
                  <a:ext cx="516960" cy="135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27E7CD4C-4A2E-622F-EEEA-DF6C4726EE82}"/>
              </a:ext>
            </a:extLst>
          </p:cNvPr>
          <p:cNvGrpSpPr/>
          <p:nvPr/>
        </p:nvGrpSpPr>
        <p:grpSpPr>
          <a:xfrm>
            <a:off x="7151651" y="3649375"/>
            <a:ext cx="4797000" cy="2957040"/>
            <a:chOff x="7151651" y="3649375"/>
            <a:chExt cx="4797000" cy="295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23A38141-83BE-A772-DA62-48B98F2D8F53}"/>
                    </a:ext>
                  </a:extLst>
                </p14:cNvPr>
                <p14:cNvContentPartPr/>
                <p14:nvPr/>
              </p14:nvContentPartPr>
              <p14:xfrm>
                <a:off x="7686971" y="3649375"/>
                <a:ext cx="198000" cy="1785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23A38141-83BE-A772-DA62-48B98F2D8F53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7678331" y="3640375"/>
                  <a:ext cx="2156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CE6F5F3-501C-FF23-51EE-DA98BD5AED2E}"/>
                    </a:ext>
                  </a:extLst>
                </p14:cNvPr>
                <p14:cNvContentPartPr/>
                <p14:nvPr/>
              </p14:nvContentPartPr>
              <p14:xfrm>
                <a:off x="7726931" y="3744775"/>
                <a:ext cx="146160" cy="24008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CE6F5F3-501C-FF23-51EE-DA98BD5AED2E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7717931" y="3736135"/>
                  <a:ext cx="163800" cy="241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79B85026-52D0-B4A8-7D9C-0DE484FB375A}"/>
                    </a:ext>
                  </a:extLst>
                </p14:cNvPr>
                <p14:cNvContentPartPr/>
                <p14:nvPr/>
              </p14:nvContentPartPr>
              <p14:xfrm>
                <a:off x="7846451" y="6169375"/>
                <a:ext cx="3041280" cy="547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79B85026-52D0-B4A8-7D9C-0DE484FB375A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7837451" y="6160375"/>
                  <a:ext cx="30589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8FE6FFE9-6B58-C913-D421-926EC9352F58}"/>
                    </a:ext>
                  </a:extLst>
                </p14:cNvPr>
                <p14:cNvContentPartPr/>
                <p14:nvPr/>
              </p14:nvContentPartPr>
              <p14:xfrm>
                <a:off x="10710251" y="6194575"/>
                <a:ext cx="203400" cy="1854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8FE6FFE9-6B58-C913-D421-926EC9352F58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0701611" y="6185575"/>
                  <a:ext cx="2210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A755062C-95FE-A09B-C123-A5E2B8717AF5}"/>
                    </a:ext>
                  </a:extLst>
                </p14:cNvPr>
                <p14:cNvContentPartPr/>
                <p14:nvPr/>
              </p14:nvContentPartPr>
              <p14:xfrm>
                <a:off x="7214291" y="3679615"/>
                <a:ext cx="32400" cy="2372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A755062C-95FE-A09B-C123-A5E2B8717AF5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7205291" y="3670615"/>
                  <a:ext cx="5004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BD2D89B4-3091-F84A-3859-23F17C95363C}"/>
                    </a:ext>
                  </a:extLst>
                </p14:cNvPr>
                <p14:cNvContentPartPr/>
                <p14:nvPr/>
              </p14:nvContentPartPr>
              <p14:xfrm>
                <a:off x="7151651" y="3664855"/>
                <a:ext cx="208440" cy="16848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BD2D89B4-3091-F84A-3859-23F17C95363C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7143011" y="3656215"/>
                  <a:ext cx="2260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2CF465A7-234A-7553-64AE-9991AA1FCEB2}"/>
                    </a:ext>
                  </a:extLst>
                </p14:cNvPr>
                <p14:cNvContentPartPr/>
                <p14:nvPr/>
              </p14:nvContentPartPr>
              <p14:xfrm>
                <a:off x="10870451" y="6349735"/>
                <a:ext cx="208800" cy="2566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2CF465A7-234A-7553-64AE-9991AA1FCEB2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0861451" y="6340735"/>
                  <a:ext cx="22644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E04DE883-B01B-7D99-85E8-32B2C6C41B8B}"/>
                    </a:ext>
                  </a:extLst>
                </p14:cNvPr>
                <p14:cNvContentPartPr/>
                <p14:nvPr/>
              </p14:nvContentPartPr>
              <p14:xfrm>
                <a:off x="8174771" y="3958615"/>
                <a:ext cx="2187360" cy="21542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E04DE883-B01B-7D99-85E8-32B2C6C41B8B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8166131" y="3949975"/>
                  <a:ext cx="2205000" cy="21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DA80FCA-00B6-A43D-1D91-FC368B3FB8FC}"/>
                    </a:ext>
                  </a:extLst>
                </p14:cNvPr>
                <p14:cNvContentPartPr/>
                <p14:nvPr/>
              </p14:nvContentPartPr>
              <p14:xfrm>
                <a:off x="7758251" y="5030695"/>
                <a:ext cx="2793240" cy="309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DA80FCA-00B6-A43D-1D91-FC368B3FB8FC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7749251" y="5021695"/>
                  <a:ext cx="28108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4CC53083-D726-A2AE-33F0-EB244A73700F}"/>
                    </a:ext>
                  </a:extLst>
                </p14:cNvPr>
                <p14:cNvContentPartPr/>
                <p14:nvPr/>
              </p14:nvContentPartPr>
              <p14:xfrm>
                <a:off x="7314011" y="4896055"/>
                <a:ext cx="75600" cy="2030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4CC53083-D726-A2AE-33F0-EB244A73700F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7305371" y="4887055"/>
                  <a:ext cx="932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D334A208-7370-12D6-169D-CD55E276DC17}"/>
                    </a:ext>
                  </a:extLst>
                </p14:cNvPr>
                <p14:cNvContentPartPr/>
                <p14:nvPr/>
              </p14:nvContentPartPr>
              <p14:xfrm>
                <a:off x="7257491" y="4855375"/>
                <a:ext cx="251640" cy="1656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D334A208-7370-12D6-169D-CD55E276DC17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7248491" y="4846375"/>
                  <a:ext cx="2692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ED3A4D90-5527-3999-04CC-35C37D2CEBFF}"/>
                    </a:ext>
                  </a:extLst>
                </p14:cNvPr>
                <p14:cNvContentPartPr/>
                <p14:nvPr/>
              </p14:nvContentPartPr>
              <p14:xfrm>
                <a:off x="8183051" y="3718135"/>
                <a:ext cx="3240" cy="687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ED3A4D90-5527-3999-04CC-35C37D2CEBFF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8174411" y="3709135"/>
                  <a:ext cx="208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D032A077-67F6-EA46-468E-7B24B42314BE}"/>
                    </a:ext>
                  </a:extLst>
                </p14:cNvPr>
                <p14:cNvContentPartPr/>
                <p14:nvPr/>
              </p14:nvContentPartPr>
              <p14:xfrm>
                <a:off x="8172251" y="3972295"/>
                <a:ext cx="19800" cy="4136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D032A077-67F6-EA46-468E-7B24B42314BE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8163611" y="3963655"/>
                  <a:ext cx="3744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0A703EC4-AE69-D2BE-E9F3-B5F264577C1B}"/>
                    </a:ext>
                  </a:extLst>
                </p14:cNvPr>
                <p14:cNvContentPartPr/>
                <p14:nvPr/>
              </p14:nvContentPartPr>
              <p14:xfrm>
                <a:off x="8175131" y="4544335"/>
                <a:ext cx="20880" cy="39492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0A703EC4-AE69-D2BE-E9F3-B5F264577C1B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8166491" y="4535695"/>
                  <a:ext cx="3852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819DFEBA-DB33-B559-E485-A60E718A0C7D}"/>
                    </a:ext>
                  </a:extLst>
                </p14:cNvPr>
                <p14:cNvContentPartPr/>
                <p14:nvPr/>
              </p14:nvContentPartPr>
              <p14:xfrm>
                <a:off x="8183051" y="4982095"/>
                <a:ext cx="4320" cy="2952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819DFEBA-DB33-B559-E485-A60E718A0C7D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8174411" y="4973455"/>
                  <a:ext cx="219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EAA6F4FB-D84B-0DE2-7495-AEA03959A5B3}"/>
                    </a:ext>
                  </a:extLst>
                </p14:cNvPr>
                <p14:cNvContentPartPr/>
                <p14:nvPr/>
              </p14:nvContentPartPr>
              <p14:xfrm>
                <a:off x="9790451" y="5084695"/>
                <a:ext cx="68040" cy="273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EAA6F4FB-D84B-0DE2-7495-AEA03959A5B3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9781811" y="5076055"/>
                  <a:ext cx="856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F2B194FB-261E-88FC-DA3A-AEF194CA2171}"/>
                    </a:ext>
                  </a:extLst>
                </p14:cNvPr>
                <p14:cNvContentPartPr/>
                <p14:nvPr/>
              </p14:nvContentPartPr>
              <p14:xfrm>
                <a:off x="10070171" y="5231935"/>
                <a:ext cx="589680" cy="31392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F2B194FB-261E-88FC-DA3A-AEF194CA2171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0061171" y="5223295"/>
                  <a:ext cx="60732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8F99D9A6-749C-7EDB-7401-6BF6792C5DEE}"/>
                    </a:ext>
                  </a:extLst>
                </p14:cNvPr>
                <p14:cNvContentPartPr/>
                <p14:nvPr/>
              </p14:nvContentPartPr>
              <p14:xfrm>
                <a:off x="10842731" y="5601295"/>
                <a:ext cx="380160" cy="6444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8F99D9A6-749C-7EDB-7401-6BF6792C5DEE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0834091" y="5592655"/>
                  <a:ext cx="3978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B7B59F5C-D49E-E508-8DEC-24E3C2A7326C}"/>
                    </a:ext>
                  </a:extLst>
                </p14:cNvPr>
                <p14:cNvContentPartPr/>
                <p14:nvPr/>
              </p14:nvContentPartPr>
              <p14:xfrm>
                <a:off x="11383451" y="5590495"/>
                <a:ext cx="19800" cy="21528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B7B59F5C-D49E-E508-8DEC-24E3C2A7326C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1374451" y="5581495"/>
                  <a:ext cx="3744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E0918893-2B6E-C867-E5E6-E02E7E010448}"/>
                    </a:ext>
                  </a:extLst>
                </p14:cNvPr>
                <p14:cNvContentPartPr/>
                <p14:nvPr/>
              </p14:nvContentPartPr>
              <p14:xfrm>
                <a:off x="11225771" y="5524615"/>
                <a:ext cx="376200" cy="3852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E0918893-2B6E-C867-E5E6-E02E7E010448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1216771" y="5515975"/>
                  <a:ext cx="3938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A61B073E-8B47-784C-1016-BB7A12DE72DB}"/>
                    </a:ext>
                  </a:extLst>
                </p14:cNvPr>
                <p14:cNvContentPartPr/>
                <p14:nvPr/>
              </p14:nvContentPartPr>
              <p14:xfrm>
                <a:off x="11488211" y="5719375"/>
                <a:ext cx="116640" cy="1288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A61B073E-8B47-784C-1016-BB7A12DE72DB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1479571" y="5710735"/>
                  <a:ext cx="1342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EC17C87D-5DC8-CEA9-F20A-B6BE3C34EBA4}"/>
                    </a:ext>
                  </a:extLst>
                </p14:cNvPr>
                <p14:cNvContentPartPr/>
                <p14:nvPr/>
              </p14:nvContentPartPr>
              <p14:xfrm>
                <a:off x="11635091" y="5763655"/>
                <a:ext cx="144720" cy="9288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EC17C87D-5DC8-CEA9-F20A-B6BE3C34EBA4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1626091" y="5754655"/>
                  <a:ext cx="16236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15145EB4-EC4A-4012-EBDA-02274E6DA645}"/>
                    </a:ext>
                  </a:extLst>
                </p14:cNvPr>
                <p14:cNvContentPartPr/>
                <p14:nvPr/>
              </p14:nvContentPartPr>
              <p14:xfrm>
                <a:off x="11717171" y="5720095"/>
                <a:ext cx="165600" cy="11808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15145EB4-EC4A-4012-EBDA-02274E6DA645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1708171" y="5711095"/>
                  <a:ext cx="1832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FCB9BF1D-10D1-3731-F1B1-413DB8C56DEA}"/>
                    </a:ext>
                  </a:extLst>
                </p14:cNvPr>
                <p14:cNvContentPartPr/>
                <p14:nvPr/>
              </p14:nvContentPartPr>
              <p14:xfrm>
                <a:off x="8251451" y="3778615"/>
                <a:ext cx="23040" cy="7848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FCB9BF1D-10D1-3731-F1B1-413DB8C56DEA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8242451" y="3769975"/>
                  <a:ext cx="406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2D096803-2CCF-B535-9FFF-7985676D6929}"/>
                    </a:ext>
                  </a:extLst>
                </p14:cNvPr>
                <p14:cNvContentPartPr/>
                <p14:nvPr/>
              </p14:nvContentPartPr>
              <p14:xfrm>
                <a:off x="8248571" y="3966535"/>
                <a:ext cx="20160" cy="33408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2D096803-2CCF-B535-9FFF-7985676D6929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8239571" y="3957895"/>
                  <a:ext cx="3780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9A6F2912-E9CC-C082-064D-97B94E59DDEA}"/>
                    </a:ext>
                  </a:extLst>
                </p14:cNvPr>
                <p14:cNvContentPartPr/>
                <p14:nvPr/>
              </p14:nvContentPartPr>
              <p14:xfrm>
                <a:off x="8248931" y="4466215"/>
                <a:ext cx="12960" cy="14904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9A6F2912-E9CC-C082-064D-97B94E59DDEA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8240291" y="4457575"/>
                  <a:ext cx="306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363B349D-E127-F110-D728-0F1721CBA725}"/>
                    </a:ext>
                  </a:extLst>
                </p14:cNvPr>
                <p14:cNvContentPartPr/>
                <p14:nvPr/>
              </p14:nvContentPartPr>
              <p14:xfrm>
                <a:off x="8263691" y="4629655"/>
                <a:ext cx="115920" cy="432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363B349D-E127-F110-D728-0F1721CBA725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8254691" y="4621015"/>
                  <a:ext cx="1335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94D08499-5C1A-88F6-029B-153533EC8BD1}"/>
                    </a:ext>
                  </a:extLst>
                </p14:cNvPr>
                <p14:cNvContentPartPr/>
                <p14:nvPr/>
              </p14:nvContentPartPr>
              <p14:xfrm>
                <a:off x="8606771" y="4617415"/>
                <a:ext cx="549000" cy="2592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94D08499-5C1A-88F6-029B-153533EC8BD1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8598131" y="4608415"/>
                  <a:ext cx="5666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DE50F8A1-B1F2-F1BF-3888-3CEAF74EEFF4}"/>
                    </a:ext>
                  </a:extLst>
                </p14:cNvPr>
                <p14:cNvContentPartPr/>
                <p14:nvPr/>
              </p14:nvContentPartPr>
              <p14:xfrm>
                <a:off x="9296531" y="4616695"/>
                <a:ext cx="246600" cy="792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DE50F8A1-B1F2-F1BF-3888-3CEAF74EEFF4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9287891" y="4608055"/>
                  <a:ext cx="2642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1F1C625C-2D0B-4BDF-7905-C1459F63253D}"/>
                    </a:ext>
                  </a:extLst>
                </p14:cNvPr>
                <p14:cNvContentPartPr/>
                <p14:nvPr/>
              </p14:nvContentPartPr>
              <p14:xfrm>
                <a:off x="9537731" y="4607335"/>
                <a:ext cx="21600" cy="3960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1F1C625C-2D0B-4BDF-7905-C1459F63253D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9528731" y="4598695"/>
                  <a:ext cx="392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322F05CA-4BAE-D013-6140-03F9BE2101FF}"/>
                    </a:ext>
                  </a:extLst>
                </p14:cNvPr>
                <p14:cNvContentPartPr/>
                <p14:nvPr/>
              </p14:nvContentPartPr>
              <p14:xfrm>
                <a:off x="9672011" y="4700215"/>
                <a:ext cx="675000" cy="44352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322F05CA-4BAE-D013-6140-03F9BE2101FF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9663011" y="4691575"/>
                  <a:ext cx="69264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00DFDEB9-4CBC-0A30-EFCC-6E19B619194C}"/>
                    </a:ext>
                  </a:extLst>
                </p14:cNvPr>
                <p14:cNvContentPartPr/>
                <p14:nvPr/>
              </p14:nvContentPartPr>
              <p14:xfrm>
                <a:off x="11026691" y="5362615"/>
                <a:ext cx="180000" cy="1368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00DFDEB9-4CBC-0A30-EFCC-6E19B619194C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1017691" y="5353975"/>
                  <a:ext cx="1976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1C6C888C-82B0-F952-9DF6-3F886F2206F3}"/>
                    </a:ext>
                  </a:extLst>
                </p14:cNvPr>
                <p14:cNvContentPartPr/>
                <p14:nvPr/>
              </p14:nvContentPartPr>
              <p14:xfrm>
                <a:off x="10401011" y="5131495"/>
                <a:ext cx="412920" cy="1116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1C6C888C-82B0-F952-9DF6-3F886F2206F3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10392011" y="5122855"/>
                  <a:ext cx="4305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9F1FA1FC-EEFD-1E50-17CD-F134DA0F1586}"/>
                    </a:ext>
                  </a:extLst>
                </p14:cNvPr>
                <p14:cNvContentPartPr/>
                <p14:nvPr/>
              </p14:nvContentPartPr>
              <p14:xfrm>
                <a:off x="11025611" y="5289175"/>
                <a:ext cx="64080" cy="201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9F1FA1FC-EEFD-1E50-17CD-F134DA0F1586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1016611" y="5280535"/>
                  <a:ext cx="817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713F7ECB-F819-B6AD-5FC2-9A32A8E11041}"/>
                    </a:ext>
                  </a:extLst>
                </p14:cNvPr>
                <p14:cNvContentPartPr/>
                <p14:nvPr/>
              </p14:nvContentPartPr>
              <p14:xfrm>
                <a:off x="11163131" y="5052295"/>
                <a:ext cx="38160" cy="17784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713F7ECB-F819-B6AD-5FC2-9A32A8E11041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1154491" y="5043295"/>
                  <a:ext cx="558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ED6A2662-3EF9-3D5B-C42B-2A7533E63B94}"/>
                    </a:ext>
                  </a:extLst>
                </p14:cNvPr>
                <p14:cNvContentPartPr/>
                <p14:nvPr/>
              </p14:nvContentPartPr>
              <p14:xfrm>
                <a:off x="11026691" y="5031415"/>
                <a:ext cx="331920" cy="1260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ED6A2662-3EF9-3D5B-C42B-2A7533E63B94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1017691" y="5022415"/>
                  <a:ext cx="3495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808A05B4-56D3-0F8C-07E5-A33824DFBD3E}"/>
                    </a:ext>
                  </a:extLst>
                </p14:cNvPr>
                <p14:cNvContentPartPr/>
                <p14:nvPr/>
              </p14:nvContentPartPr>
              <p14:xfrm>
                <a:off x="11348171" y="5059135"/>
                <a:ext cx="219240" cy="16848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808A05B4-56D3-0F8C-07E5-A33824DFBD3E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1339531" y="5050495"/>
                  <a:ext cx="2368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1B59C220-FA93-7928-6EED-2B1F80D39970}"/>
                    </a:ext>
                  </a:extLst>
                </p14:cNvPr>
                <p14:cNvContentPartPr/>
                <p14:nvPr/>
              </p14:nvContentPartPr>
              <p14:xfrm>
                <a:off x="11415851" y="5018815"/>
                <a:ext cx="214560" cy="1872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1B59C220-FA93-7928-6EED-2B1F80D39970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11407211" y="5009815"/>
                  <a:ext cx="2322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11A61F37-FA5D-D5B0-60AC-5B2B8D37ABE7}"/>
                    </a:ext>
                  </a:extLst>
                </p14:cNvPr>
                <p14:cNvContentPartPr/>
                <p14:nvPr/>
              </p14:nvContentPartPr>
              <p14:xfrm>
                <a:off x="11617451" y="5121415"/>
                <a:ext cx="248400" cy="12168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11A61F37-FA5D-D5B0-60AC-5B2B8D37ABE7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11608451" y="5112415"/>
                  <a:ext cx="2660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38D3A7DD-584A-85AB-BDD1-A026A3441E34}"/>
                    </a:ext>
                  </a:extLst>
                </p14:cNvPr>
                <p14:cNvContentPartPr/>
                <p14:nvPr/>
              </p14:nvContentPartPr>
              <p14:xfrm>
                <a:off x="11802851" y="5104135"/>
                <a:ext cx="145800" cy="13680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38D3A7DD-584A-85AB-BDD1-A026A3441E34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1794211" y="5095495"/>
                  <a:ext cx="1634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1EFFD66B-11B1-CCE7-71AE-7AFD58FF3328}"/>
                    </a:ext>
                  </a:extLst>
                </p14:cNvPr>
                <p14:cNvContentPartPr/>
                <p14:nvPr/>
              </p14:nvContentPartPr>
              <p14:xfrm>
                <a:off x="10126331" y="5014135"/>
                <a:ext cx="143280" cy="9180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1EFFD66B-11B1-CCE7-71AE-7AFD58FF3328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0117331" y="5005495"/>
                  <a:ext cx="1609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497A6641-F3EC-4058-B9FB-A381760750C8}"/>
                    </a:ext>
                  </a:extLst>
                </p14:cNvPr>
                <p14:cNvContentPartPr/>
                <p14:nvPr/>
              </p14:nvContentPartPr>
              <p14:xfrm>
                <a:off x="8024651" y="4451815"/>
                <a:ext cx="7920" cy="12744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497A6641-F3EC-4058-B9FB-A381760750C8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8016011" y="4442815"/>
                  <a:ext cx="255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023321D8-6EDC-8321-F106-8D6CD056E780}"/>
                    </a:ext>
                  </a:extLst>
                </p14:cNvPr>
                <p14:cNvContentPartPr/>
                <p14:nvPr/>
              </p14:nvContentPartPr>
              <p14:xfrm>
                <a:off x="8048411" y="4779775"/>
                <a:ext cx="2520" cy="15840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023321D8-6EDC-8321-F106-8D6CD056E780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8039411" y="4770775"/>
                  <a:ext cx="2016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6E6C3225-A640-9000-F39E-5DA99B52DD97}"/>
                    </a:ext>
                  </a:extLst>
                </p14:cNvPr>
                <p14:cNvContentPartPr/>
                <p14:nvPr/>
              </p14:nvContentPartPr>
              <p14:xfrm>
                <a:off x="8062451" y="5194135"/>
                <a:ext cx="111600" cy="41580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6E6C3225-A640-9000-F39E-5DA99B52DD97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8053451" y="5185135"/>
                  <a:ext cx="12924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5FAB70AF-DEA0-0E3B-E33F-73095155FD8B}"/>
                    </a:ext>
                  </a:extLst>
                </p14:cNvPr>
                <p14:cNvContentPartPr/>
                <p14:nvPr/>
              </p14:nvContentPartPr>
              <p14:xfrm>
                <a:off x="8214011" y="5612095"/>
                <a:ext cx="153720" cy="1548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5FAB70AF-DEA0-0E3B-E33F-73095155FD8B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8205011" y="5603095"/>
                  <a:ext cx="1713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69930ADB-4453-C6A0-18E9-8CB5AB1D8453}"/>
                    </a:ext>
                  </a:extLst>
                </p14:cNvPr>
                <p14:cNvContentPartPr/>
                <p14:nvPr/>
              </p14:nvContentPartPr>
              <p14:xfrm>
                <a:off x="8786051" y="5613175"/>
                <a:ext cx="657720" cy="1908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69930ADB-4453-C6A0-18E9-8CB5AB1D8453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8777051" y="5604175"/>
                  <a:ext cx="6753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501422DC-A00A-01C0-1D2A-BFD5BA9AE302}"/>
                    </a:ext>
                  </a:extLst>
                </p14:cNvPr>
                <p14:cNvContentPartPr/>
                <p14:nvPr/>
              </p14:nvContentPartPr>
              <p14:xfrm>
                <a:off x="9720971" y="5629375"/>
                <a:ext cx="438840" cy="7236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501422DC-A00A-01C0-1D2A-BFD5BA9AE302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9712331" y="5620375"/>
                  <a:ext cx="45648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0B4C6E49-2AF9-0F5E-834E-6FEBDA4871B5}"/>
                    </a:ext>
                  </a:extLst>
                </p14:cNvPr>
                <p14:cNvContentPartPr/>
                <p14:nvPr/>
              </p14:nvContentPartPr>
              <p14:xfrm>
                <a:off x="10268531" y="5770135"/>
                <a:ext cx="705600" cy="32796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0B4C6E49-2AF9-0F5E-834E-6FEBDA4871B5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10259531" y="5761135"/>
                  <a:ext cx="72324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D0578A41-7984-B69C-CD3E-FA78EA503AB6}"/>
                    </a:ext>
                  </a:extLst>
                </p14:cNvPr>
                <p14:cNvContentPartPr/>
                <p14:nvPr/>
              </p14:nvContentPartPr>
              <p14:xfrm>
                <a:off x="11117411" y="5943655"/>
                <a:ext cx="33120" cy="26208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D0578A41-7984-B69C-CD3E-FA78EA503AB6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11108411" y="5935015"/>
                  <a:ext cx="5076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F121FA1D-66C2-58B8-F741-4305085DC344}"/>
                    </a:ext>
                  </a:extLst>
                </p14:cNvPr>
                <p14:cNvContentPartPr/>
                <p14:nvPr/>
              </p14:nvContentPartPr>
              <p14:xfrm>
                <a:off x="10947131" y="5940055"/>
                <a:ext cx="361080" cy="3348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F121FA1D-66C2-58B8-F741-4305085DC344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10938491" y="5931415"/>
                  <a:ext cx="3787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371EA558-2EA3-CBC9-5B74-F0976F1F157B}"/>
                    </a:ext>
                  </a:extLst>
                </p14:cNvPr>
                <p14:cNvContentPartPr/>
                <p14:nvPr/>
              </p14:nvContentPartPr>
              <p14:xfrm>
                <a:off x="11257091" y="6032935"/>
                <a:ext cx="216000" cy="18936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371EA558-2EA3-CBC9-5B74-F0976F1F157B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1248091" y="6023935"/>
                  <a:ext cx="2336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51DDF1C5-703A-96D8-431E-2919E17B3B8B}"/>
                    </a:ext>
                  </a:extLst>
                </p14:cNvPr>
                <p14:cNvContentPartPr/>
                <p14:nvPr/>
              </p14:nvContentPartPr>
              <p14:xfrm>
                <a:off x="11330171" y="6002335"/>
                <a:ext cx="234000" cy="2556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51DDF1C5-703A-96D8-431E-2919E17B3B8B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1321531" y="5993335"/>
                  <a:ext cx="2516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1144D1FE-268A-73A0-20B6-4A9EE6DE9823}"/>
                    </a:ext>
                  </a:extLst>
                </p14:cNvPr>
                <p14:cNvContentPartPr/>
                <p14:nvPr/>
              </p14:nvContentPartPr>
              <p14:xfrm>
                <a:off x="11536091" y="6145255"/>
                <a:ext cx="84960" cy="10296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1144D1FE-268A-73A0-20B6-4A9EE6DE9823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1527451" y="6136615"/>
                  <a:ext cx="1026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923B4E88-969A-E364-1C34-6AE241224F8B}"/>
                    </a:ext>
                  </a:extLst>
                </p14:cNvPr>
                <p14:cNvContentPartPr/>
                <p14:nvPr/>
              </p14:nvContentPartPr>
              <p14:xfrm>
                <a:off x="11602691" y="6112855"/>
                <a:ext cx="286920" cy="18468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923B4E88-969A-E364-1C34-6AE241224F8B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1594051" y="6103855"/>
                  <a:ext cx="3045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0BCFED29-0D02-7C04-6C97-9B28E1D24F94}"/>
                    </a:ext>
                  </a:extLst>
                </p14:cNvPr>
                <p14:cNvContentPartPr/>
                <p14:nvPr/>
              </p14:nvContentPartPr>
              <p14:xfrm>
                <a:off x="7961651" y="5020615"/>
                <a:ext cx="116640" cy="8424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0BCFED29-0D02-7C04-6C97-9B28E1D24F94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7953011" y="5011975"/>
                  <a:ext cx="1342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709EF3A6-C3A2-22D2-4C5D-03B73741B489}"/>
                    </a:ext>
                  </a:extLst>
                </p14:cNvPr>
                <p14:cNvContentPartPr/>
                <p14:nvPr/>
              </p14:nvContentPartPr>
              <p14:xfrm>
                <a:off x="8751491" y="4476655"/>
                <a:ext cx="430560" cy="142632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709EF3A6-C3A2-22D2-4C5D-03B73741B489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8742851" y="4468015"/>
                  <a:ext cx="448200" cy="1443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32041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F870726-004C-159E-3542-62785D6798FE}"/>
              </a:ext>
            </a:extLst>
          </p:cNvPr>
          <p:cNvGrpSpPr/>
          <p:nvPr/>
        </p:nvGrpSpPr>
        <p:grpSpPr>
          <a:xfrm>
            <a:off x="211211" y="210295"/>
            <a:ext cx="1569960" cy="424440"/>
            <a:chOff x="211211" y="210295"/>
            <a:chExt cx="1569960" cy="42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8D1712D3-ADA0-1F45-60E6-C5B88A14BB80}"/>
                    </a:ext>
                  </a:extLst>
                </p14:cNvPr>
                <p14:cNvContentPartPr/>
                <p14:nvPr/>
              </p14:nvContentPartPr>
              <p14:xfrm>
                <a:off x="307691" y="297775"/>
                <a:ext cx="27720" cy="3369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8D1712D3-ADA0-1F45-60E6-C5B88A14BB8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9051" y="289135"/>
                  <a:ext cx="4536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5D98C15-6D67-482E-D1B4-AFD2D09885C9}"/>
                    </a:ext>
                  </a:extLst>
                </p14:cNvPr>
                <p14:cNvContentPartPr/>
                <p14:nvPr/>
              </p14:nvContentPartPr>
              <p14:xfrm>
                <a:off x="211211" y="284815"/>
                <a:ext cx="230040" cy="2077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5D98C15-6D67-482E-D1B4-AFD2D09885C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02571" y="275815"/>
                  <a:ext cx="24768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550FF49-8929-5D21-9C24-869B1F996932}"/>
                    </a:ext>
                  </a:extLst>
                </p14:cNvPr>
                <p14:cNvContentPartPr/>
                <p14:nvPr/>
              </p14:nvContentPartPr>
              <p14:xfrm>
                <a:off x="436571" y="455815"/>
                <a:ext cx="93600" cy="1447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550FF49-8929-5D21-9C24-869B1F99693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27931" y="447175"/>
                  <a:ext cx="1112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F2EA12E-06F4-AA57-2AFD-8FFE88323BA4}"/>
                    </a:ext>
                  </a:extLst>
                </p14:cNvPr>
                <p14:cNvContentPartPr/>
                <p14:nvPr/>
              </p14:nvContentPartPr>
              <p14:xfrm>
                <a:off x="573731" y="415855"/>
                <a:ext cx="106560" cy="1918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F2EA12E-06F4-AA57-2AFD-8FFE88323BA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65091" y="406855"/>
                  <a:ext cx="1242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2CD5CE8-C17B-82AF-072F-472FA89AE182}"/>
                    </a:ext>
                  </a:extLst>
                </p14:cNvPr>
                <p14:cNvContentPartPr/>
                <p14:nvPr/>
              </p14:nvContentPartPr>
              <p14:xfrm>
                <a:off x="768131" y="334495"/>
                <a:ext cx="10080" cy="2559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2CD5CE8-C17B-82AF-072F-472FA89AE18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59491" y="325855"/>
                  <a:ext cx="2772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1FFBD73-6DAC-EF13-3F79-9A55657132FA}"/>
                    </a:ext>
                  </a:extLst>
                </p14:cNvPr>
                <p14:cNvContentPartPr/>
                <p14:nvPr/>
              </p14:nvContentPartPr>
              <p14:xfrm>
                <a:off x="687131" y="439615"/>
                <a:ext cx="192240" cy="576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1FFBD73-6DAC-EF13-3F79-9A55657132F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78131" y="430975"/>
                  <a:ext cx="2098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FE099BF-B48A-20D1-301A-7905B0B7E279}"/>
                    </a:ext>
                  </a:extLst>
                </p14:cNvPr>
                <p14:cNvContentPartPr/>
                <p14:nvPr/>
              </p14:nvContentPartPr>
              <p14:xfrm>
                <a:off x="1144691" y="235495"/>
                <a:ext cx="111240" cy="2854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FE099BF-B48A-20D1-301A-7905B0B7E27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36051" y="226495"/>
                  <a:ext cx="12888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2235757-C47D-7806-007A-F682FB865F8A}"/>
                    </a:ext>
                  </a:extLst>
                </p14:cNvPr>
                <p14:cNvContentPartPr/>
                <p14:nvPr/>
              </p14:nvContentPartPr>
              <p14:xfrm>
                <a:off x="996011" y="210295"/>
                <a:ext cx="347040" cy="680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2235757-C47D-7806-007A-F682FB865F8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87011" y="201655"/>
                  <a:ext cx="3646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C0F8082-A4E6-C330-A7F8-8CA13DAB5EF7}"/>
                    </a:ext>
                  </a:extLst>
                </p14:cNvPr>
                <p14:cNvContentPartPr/>
                <p14:nvPr/>
              </p14:nvContentPartPr>
              <p14:xfrm>
                <a:off x="974051" y="515575"/>
                <a:ext cx="455760" cy="918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C0F8082-A4E6-C330-A7F8-8CA13DAB5EF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65051" y="506575"/>
                  <a:ext cx="4734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1195D4A-D7B7-B68C-5896-2F975761FC7A}"/>
                    </a:ext>
                  </a:extLst>
                </p14:cNvPr>
                <p14:cNvContentPartPr/>
                <p14:nvPr/>
              </p14:nvContentPartPr>
              <p14:xfrm>
                <a:off x="1514051" y="278695"/>
                <a:ext cx="267120" cy="2494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1195D4A-D7B7-B68C-5896-2F975761FC7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505411" y="270055"/>
                  <a:ext cx="284760" cy="26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D2F7975-CA45-BDD5-8C85-98C18960258D}"/>
              </a:ext>
            </a:extLst>
          </p:cNvPr>
          <p:cNvGrpSpPr/>
          <p:nvPr/>
        </p:nvGrpSpPr>
        <p:grpSpPr>
          <a:xfrm>
            <a:off x="401651" y="1003375"/>
            <a:ext cx="880920" cy="409680"/>
            <a:chOff x="401651" y="1003375"/>
            <a:chExt cx="880920" cy="40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5D27E35-5CEE-E89A-C7CD-61BE9650E13E}"/>
                    </a:ext>
                  </a:extLst>
                </p14:cNvPr>
                <p14:cNvContentPartPr/>
                <p14:nvPr/>
              </p14:nvContentPartPr>
              <p14:xfrm>
                <a:off x="401651" y="1003375"/>
                <a:ext cx="160920" cy="2181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5D27E35-5CEE-E89A-C7CD-61BE9650E13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93011" y="994375"/>
                  <a:ext cx="1785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768E6E3-2C74-9E6F-7D34-5481E44DC9BC}"/>
                    </a:ext>
                  </a:extLst>
                </p14:cNvPr>
                <p14:cNvContentPartPr/>
                <p14:nvPr/>
              </p14:nvContentPartPr>
              <p14:xfrm>
                <a:off x="434411" y="1130815"/>
                <a:ext cx="163440" cy="1159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768E6E3-2C74-9E6F-7D34-5481E44DC9B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25411" y="1121815"/>
                  <a:ext cx="1810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B0E31A9-5FAF-D938-E3D3-AED715A4DF6E}"/>
                    </a:ext>
                  </a:extLst>
                </p14:cNvPr>
                <p14:cNvContentPartPr/>
                <p14:nvPr/>
              </p14:nvContentPartPr>
              <p14:xfrm>
                <a:off x="656171" y="1065295"/>
                <a:ext cx="35280" cy="189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B0E31A9-5FAF-D938-E3D3-AED715A4DF6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47171" y="1056295"/>
                  <a:ext cx="529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D18A60B-41AC-6245-372E-720669725D00}"/>
                    </a:ext>
                  </a:extLst>
                </p14:cNvPr>
                <p14:cNvContentPartPr/>
                <p14:nvPr/>
              </p14:nvContentPartPr>
              <p14:xfrm>
                <a:off x="730331" y="1080055"/>
                <a:ext cx="176760" cy="1497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D18A60B-41AC-6245-372E-720669725D0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21331" y="1071055"/>
                  <a:ext cx="1944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A6EF721-BB52-DA04-603B-48374C9D0F0C}"/>
                    </a:ext>
                  </a:extLst>
                </p14:cNvPr>
                <p14:cNvContentPartPr/>
                <p14:nvPr/>
              </p14:nvContentPartPr>
              <p14:xfrm>
                <a:off x="962891" y="1051975"/>
                <a:ext cx="132840" cy="1911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A6EF721-BB52-DA04-603B-48374C9D0F0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54251" y="1042975"/>
                  <a:ext cx="1504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6510E06-71CE-BAE6-00CF-425DC16FEF1C}"/>
                    </a:ext>
                  </a:extLst>
                </p14:cNvPr>
                <p14:cNvContentPartPr/>
                <p14:nvPr/>
              </p14:nvContentPartPr>
              <p14:xfrm>
                <a:off x="511811" y="1319455"/>
                <a:ext cx="644400" cy="936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6510E06-71CE-BAE6-00CF-425DC16FEF1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02811" y="1310815"/>
                  <a:ext cx="6620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38D11EC-38A2-FE36-AD68-CC2602D7A253}"/>
                    </a:ext>
                  </a:extLst>
                </p14:cNvPr>
                <p14:cNvContentPartPr/>
                <p14:nvPr/>
              </p14:nvContentPartPr>
              <p14:xfrm>
                <a:off x="1246931" y="1114255"/>
                <a:ext cx="35640" cy="763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38D11EC-38A2-FE36-AD68-CC2602D7A25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238291" y="1105615"/>
                  <a:ext cx="53280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7B522AF-357D-1AA1-C643-6336341E9321}"/>
              </a:ext>
            </a:extLst>
          </p:cNvPr>
          <p:cNvGrpSpPr/>
          <p:nvPr/>
        </p:nvGrpSpPr>
        <p:grpSpPr>
          <a:xfrm>
            <a:off x="1514771" y="946855"/>
            <a:ext cx="403560" cy="315000"/>
            <a:chOff x="1514771" y="946855"/>
            <a:chExt cx="403560" cy="31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AD5991E-5576-FC23-D034-D0244C04D403}"/>
                    </a:ext>
                  </a:extLst>
                </p14:cNvPr>
                <p14:cNvContentPartPr/>
                <p14:nvPr/>
              </p14:nvContentPartPr>
              <p14:xfrm>
                <a:off x="1569491" y="946855"/>
                <a:ext cx="148320" cy="3150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AD5991E-5576-FC23-D034-D0244C04D40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560491" y="937855"/>
                  <a:ext cx="16596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9F240F4-36A1-7377-DD0D-5D3D588386D2}"/>
                    </a:ext>
                  </a:extLst>
                </p14:cNvPr>
                <p14:cNvContentPartPr/>
                <p14:nvPr/>
              </p14:nvContentPartPr>
              <p14:xfrm>
                <a:off x="1514771" y="1087615"/>
                <a:ext cx="231480" cy="320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9F240F4-36A1-7377-DD0D-5D3D588386D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505771" y="1078615"/>
                  <a:ext cx="2491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B3A1BB1-0077-8FD3-F40A-22EEE5BDF6C6}"/>
                    </a:ext>
                  </a:extLst>
                </p14:cNvPr>
                <p14:cNvContentPartPr/>
                <p14:nvPr/>
              </p14:nvContentPartPr>
              <p14:xfrm>
                <a:off x="1797731" y="1088695"/>
                <a:ext cx="120600" cy="950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B3A1BB1-0077-8FD3-F40A-22EEE5BDF6C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789091" y="1079695"/>
                  <a:ext cx="138240" cy="11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CDEADF1-13D5-0848-4E40-CA6692F5B4A1}"/>
              </a:ext>
            </a:extLst>
          </p:cNvPr>
          <p:cNvGrpSpPr/>
          <p:nvPr/>
        </p:nvGrpSpPr>
        <p:grpSpPr>
          <a:xfrm>
            <a:off x="2153771" y="884935"/>
            <a:ext cx="753480" cy="333000"/>
            <a:chOff x="2153771" y="884935"/>
            <a:chExt cx="753480" cy="33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7632994-D93E-21C5-6EE1-FAE30228ADB0}"/>
                    </a:ext>
                  </a:extLst>
                </p14:cNvPr>
                <p14:cNvContentPartPr/>
                <p14:nvPr/>
              </p14:nvContentPartPr>
              <p14:xfrm>
                <a:off x="2153771" y="1008055"/>
                <a:ext cx="41040" cy="2098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7632994-D93E-21C5-6EE1-FAE30228ADB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145131" y="999415"/>
                  <a:ext cx="5868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EBE053E-3F6E-9FF5-045C-8138F9F0F46C}"/>
                    </a:ext>
                  </a:extLst>
                </p14:cNvPr>
                <p14:cNvContentPartPr/>
                <p14:nvPr/>
              </p14:nvContentPartPr>
              <p14:xfrm>
                <a:off x="2232971" y="1005895"/>
                <a:ext cx="133920" cy="1904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EBE053E-3F6E-9FF5-045C-8138F9F0F46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223971" y="997255"/>
                  <a:ext cx="1515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274BB74-8665-D35E-D3CC-CD22C4D62EEB}"/>
                    </a:ext>
                  </a:extLst>
                </p14:cNvPr>
                <p14:cNvContentPartPr/>
                <p14:nvPr/>
              </p14:nvContentPartPr>
              <p14:xfrm>
                <a:off x="2471291" y="1100215"/>
                <a:ext cx="216720" cy="1166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274BB74-8665-D35E-D3CC-CD22C4D62EE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462651" y="1091215"/>
                  <a:ext cx="2343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A41F274-FCD4-6C80-B279-2E1295301BCE}"/>
                    </a:ext>
                  </a:extLst>
                </p14:cNvPr>
                <p14:cNvContentPartPr/>
                <p14:nvPr/>
              </p14:nvContentPartPr>
              <p14:xfrm>
                <a:off x="2788811" y="884935"/>
                <a:ext cx="118440" cy="1357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A41F274-FCD4-6C80-B279-2E1295301BC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780171" y="875935"/>
                  <a:ext cx="136080" cy="15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D093E4E-442F-AF87-800E-AF22F14D8253}"/>
              </a:ext>
            </a:extLst>
          </p:cNvPr>
          <p:cNvGrpSpPr/>
          <p:nvPr/>
        </p:nvGrpSpPr>
        <p:grpSpPr>
          <a:xfrm>
            <a:off x="1468691" y="1626895"/>
            <a:ext cx="402120" cy="284040"/>
            <a:chOff x="1468691" y="1626895"/>
            <a:chExt cx="402120" cy="28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743FB8F-3266-AF5C-38EF-E669C9182D29}"/>
                    </a:ext>
                  </a:extLst>
                </p14:cNvPr>
                <p14:cNvContentPartPr/>
                <p14:nvPr/>
              </p14:nvContentPartPr>
              <p14:xfrm>
                <a:off x="1468691" y="1626895"/>
                <a:ext cx="192960" cy="284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743FB8F-3266-AF5C-38EF-E669C9182D2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459691" y="1617895"/>
                  <a:ext cx="21060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D2A3D3D-E1AF-E642-DD23-DBF96FB7FFBC}"/>
                    </a:ext>
                  </a:extLst>
                </p14:cNvPr>
                <p14:cNvContentPartPr/>
                <p14:nvPr/>
              </p14:nvContentPartPr>
              <p14:xfrm>
                <a:off x="1746251" y="1701055"/>
                <a:ext cx="124560" cy="856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D2A3D3D-E1AF-E642-DD23-DBF96FB7FFB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737611" y="1692415"/>
                  <a:ext cx="142200" cy="10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B02BB5A-14DE-BC35-3690-626282E472AC}"/>
              </a:ext>
            </a:extLst>
          </p:cNvPr>
          <p:cNvGrpSpPr/>
          <p:nvPr/>
        </p:nvGrpSpPr>
        <p:grpSpPr>
          <a:xfrm>
            <a:off x="2059451" y="1604575"/>
            <a:ext cx="1115640" cy="340560"/>
            <a:chOff x="2059451" y="1604575"/>
            <a:chExt cx="1115640" cy="34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E41845F-C6EF-D7BE-B33D-96E45ED10621}"/>
                    </a:ext>
                  </a:extLst>
                </p14:cNvPr>
                <p14:cNvContentPartPr/>
                <p14:nvPr/>
              </p14:nvContentPartPr>
              <p14:xfrm>
                <a:off x="2059451" y="1627255"/>
                <a:ext cx="119520" cy="2174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E41845F-C6EF-D7BE-B33D-96E45ED1062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050451" y="1618615"/>
                  <a:ext cx="1371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704B6B9-B519-B189-FD0D-F21F9D1D5BE6}"/>
                    </a:ext>
                  </a:extLst>
                </p14:cNvPr>
                <p14:cNvContentPartPr/>
                <p14:nvPr/>
              </p14:nvContentPartPr>
              <p14:xfrm>
                <a:off x="2244851" y="1790695"/>
                <a:ext cx="38160" cy="30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704B6B9-B519-B189-FD0D-F21F9D1D5BE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236211" y="1782055"/>
                  <a:ext cx="558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E9D9195-43BB-0BAB-BDAB-B2B3321BF725}"/>
                    </a:ext>
                  </a:extLst>
                </p14:cNvPr>
                <p14:cNvContentPartPr/>
                <p14:nvPr/>
              </p14:nvContentPartPr>
              <p14:xfrm>
                <a:off x="2373371" y="1621855"/>
                <a:ext cx="124560" cy="1015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E9D9195-43BB-0BAB-BDAB-B2B3321BF72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364731" y="1613215"/>
                  <a:ext cx="1422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5F58407-C0BC-9F62-1E33-3AECF23EC397}"/>
                    </a:ext>
                  </a:extLst>
                </p14:cNvPr>
                <p14:cNvContentPartPr/>
                <p14:nvPr/>
              </p14:nvContentPartPr>
              <p14:xfrm>
                <a:off x="2401451" y="1725535"/>
                <a:ext cx="133560" cy="1274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5F58407-C0BC-9F62-1E33-3AECF23EC39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392451" y="1716535"/>
                  <a:ext cx="1512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1670B57-75AC-CFA3-B465-D3D7D41A7A8D}"/>
                    </a:ext>
                  </a:extLst>
                </p14:cNvPr>
                <p14:cNvContentPartPr/>
                <p14:nvPr/>
              </p14:nvContentPartPr>
              <p14:xfrm>
                <a:off x="2612411" y="1605295"/>
                <a:ext cx="130680" cy="2505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1670B57-75AC-CFA3-B465-D3D7D41A7A8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603771" y="1596295"/>
                  <a:ext cx="14832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A8F3936-98CC-9F86-F9C7-6C669E01BC1A}"/>
                    </a:ext>
                  </a:extLst>
                </p14:cNvPr>
                <p14:cNvContentPartPr/>
                <p14:nvPr/>
              </p14:nvContentPartPr>
              <p14:xfrm>
                <a:off x="2889251" y="1604575"/>
                <a:ext cx="60480" cy="1731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A8F3936-98CC-9F86-F9C7-6C669E01BC1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80251" y="1595935"/>
                  <a:ext cx="781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63BDD49-AADE-7530-ECE0-76E1B2B63002}"/>
                    </a:ext>
                  </a:extLst>
                </p14:cNvPr>
                <p14:cNvContentPartPr/>
                <p14:nvPr/>
              </p14:nvContentPartPr>
              <p14:xfrm>
                <a:off x="2937131" y="1633375"/>
                <a:ext cx="237960" cy="3117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63BDD49-AADE-7530-ECE0-76E1B2B6300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928491" y="1624735"/>
                  <a:ext cx="255600" cy="32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2920D37-18D7-5DFB-8419-A7D96D295694}"/>
              </a:ext>
            </a:extLst>
          </p:cNvPr>
          <p:cNvGrpSpPr/>
          <p:nvPr/>
        </p:nvGrpSpPr>
        <p:grpSpPr>
          <a:xfrm>
            <a:off x="1386971" y="2194975"/>
            <a:ext cx="410040" cy="319320"/>
            <a:chOff x="1386971" y="2194975"/>
            <a:chExt cx="410040" cy="31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8DC8C15-C8B3-F88A-52BE-45D0A97F9256}"/>
                    </a:ext>
                  </a:extLst>
                </p14:cNvPr>
                <p14:cNvContentPartPr/>
                <p14:nvPr/>
              </p14:nvContentPartPr>
              <p14:xfrm>
                <a:off x="1429451" y="2259055"/>
                <a:ext cx="41040" cy="2142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8DC8C15-C8B3-F88A-52BE-45D0A97F925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420811" y="2250055"/>
                  <a:ext cx="586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62E2811-47E9-DE6D-908C-1B169F1FA1F2}"/>
                    </a:ext>
                  </a:extLst>
                </p14:cNvPr>
                <p14:cNvContentPartPr/>
                <p14:nvPr/>
              </p14:nvContentPartPr>
              <p14:xfrm>
                <a:off x="1386971" y="2194975"/>
                <a:ext cx="168840" cy="1803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62E2811-47E9-DE6D-908C-1B169F1FA1F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377971" y="2185975"/>
                  <a:ext cx="1864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37621A4-7143-6649-4E61-B73E47654EE9}"/>
                    </a:ext>
                  </a:extLst>
                </p14:cNvPr>
                <p14:cNvContentPartPr/>
                <p14:nvPr/>
              </p14:nvContentPartPr>
              <p14:xfrm>
                <a:off x="1596491" y="2323135"/>
                <a:ext cx="190800" cy="191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37621A4-7143-6649-4E61-B73E47654EE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587491" y="2314135"/>
                  <a:ext cx="20844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0A1906E-FC40-5420-66E9-75BBE1A15F02}"/>
                    </a:ext>
                  </a:extLst>
                </p14:cNvPr>
                <p14:cNvContentPartPr/>
                <p14:nvPr/>
              </p14:nvContentPartPr>
              <p14:xfrm>
                <a:off x="1703771" y="2382535"/>
                <a:ext cx="93240" cy="27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0A1906E-FC40-5420-66E9-75BBE1A15F0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695131" y="2373895"/>
                  <a:ext cx="11088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7D9E4D6-FAE1-E9D2-E850-CBDD8F4D2CC4}"/>
              </a:ext>
            </a:extLst>
          </p:cNvPr>
          <p:cNvGrpSpPr/>
          <p:nvPr/>
        </p:nvGrpSpPr>
        <p:grpSpPr>
          <a:xfrm>
            <a:off x="1965851" y="2247895"/>
            <a:ext cx="397800" cy="187560"/>
            <a:chOff x="1965851" y="2247895"/>
            <a:chExt cx="397800" cy="18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FBED4EA-E310-2625-F302-32163D271744}"/>
                    </a:ext>
                  </a:extLst>
                </p14:cNvPr>
                <p14:cNvContentPartPr/>
                <p14:nvPr/>
              </p14:nvContentPartPr>
              <p14:xfrm>
                <a:off x="1965851" y="2268055"/>
                <a:ext cx="144360" cy="1674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FBED4EA-E310-2625-F302-32163D27174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956851" y="2259415"/>
                  <a:ext cx="1620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6E27121-0094-7746-473C-B848880E7702}"/>
                    </a:ext>
                  </a:extLst>
                </p14:cNvPr>
                <p14:cNvContentPartPr/>
                <p14:nvPr/>
              </p14:nvContentPartPr>
              <p14:xfrm>
                <a:off x="2185811" y="2247895"/>
                <a:ext cx="177840" cy="1753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6E27121-0094-7746-473C-B848880E770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177171" y="2238895"/>
                  <a:ext cx="195480" cy="19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B44D7445-E32C-E33A-D18E-B9F2233C9D8A}"/>
              </a:ext>
            </a:extLst>
          </p:cNvPr>
          <p:cNvGrpSpPr/>
          <p:nvPr/>
        </p:nvGrpSpPr>
        <p:grpSpPr>
          <a:xfrm>
            <a:off x="2593691" y="2185975"/>
            <a:ext cx="552960" cy="244080"/>
            <a:chOff x="2593691" y="2185975"/>
            <a:chExt cx="552960" cy="24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DAC9838-349C-E3B1-9BFB-4824BF735BE8}"/>
                    </a:ext>
                  </a:extLst>
                </p14:cNvPr>
                <p14:cNvContentPartPr/>
                <p14:nvPr/>
              </p14:nvContentPartPr>
              <p14:xfrm>
                <a:off x="2593691" y="2198215"/>
                <a:ext cx="217440" cy="2127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DAC9838-349C-E3B1-9BFB-4824BF735BE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585051" y="2189215"/>
                  <a:ext cx="2350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25F0149-1167-D3F0-301B-6B04E9BE3366}"/>
                    </a:ext>
                  </a:extLst>
                </p14:cNvPr>
                <p14:cNvContentPartPr/>
                <p14:nvPr/>
              </p14:nvContentPartPr>
              <p14:xfrm>
                <a:off x="2849651" y="2209735"/>
                <a:ext cx="27000" cy="1724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25F0149-1167-D3F0-301B-6B04E9BE336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841011" y="2201095"/>
                  <a:ext cx="446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3E92C8B-1327-CB4B-C827-AA6231681499}"/>
                    </a:ext>
                  </a:extLst>
                </p14:cNvPr>
                <p14:cNvContentPartPr/>
                <p14:nvPr/>
              </p14:nvContentPartPr>
              <p14:xfrm>
                <a:off x="2830931" y="2185975"/>
                <a:ext cx="122760" cy="1170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3E92C8B-1327-CB4B-C827-AA623168149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821931" y="2176975"/>
                  <a:ext cx="1404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BA6FE83-62B4-C5B2-B700-08D696423FF6}"/>
                    </a:ext>
                  </a:extLst>
                </p14:cNvPr>
                <p14:cNvContentPartPr/>
                <p14:nvPr/>
              </p14:nvContentPartPr>
              <p14:xfrm>
                <a:off x="2963051" y="2257615"/>
                <a:ext cx="183600" cy="1724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BA6FE83-62B4-C5B2-B700-08D696423FF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954051" y="2248975"/>
                  <a:ext cx="201240" cy="19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40C8353-DEE9-5169-21D6-A9CFF46CEBC6}"/>
              </a:ext>
            </a:extLst>
          </p:cNvPr>
          <p:cNvGrpSpPr/>
          <p:nvPr/>
        </p:nvGrpSpPr>
        <p:grpSpPr>
          <a:xfrm>
            <a:off x="1362491" y="2777095"/>
            <a:ext cx="1758960" cy="339480"/>
            <a:chOff x="1362491" y="2777095"/>
            <a:chExt cx="1758960" cy="33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9811810-A347-565D-38BD-E65C35F962C0}"/>
                    </a:ext>
                  </a:extLst>
                </p14:cNvPr>
                <p14:cNvContentPartPr/>
                <p14:nvPr/>
              </p14:nvContentPartPr>
              <p14:xfrm>
                <a:off x="1394171" y="2853775"/>
                <a:ext cx="25920" cy="2606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9811810-A347-565D-38BD-E65C35F962C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385171" y="2844775"/>
                  <a:ext cx="4356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DA22DD9-F930-1519-B9A1-B55114F634BB}"/>
                    </a:ext>
                  </a:extLst>
                </p14:cNvPr>
                <p14:cNvContentPartPr/>
                <p14:nvPr/>
              </p14:nvContentPartPr>
              <p14:xfrm>
                <a:off x="1362491" y="2857735"/>
                <a:ext cx="143280" cy="1274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DA22DD9-F930-1519-B9A1-B55114F634B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353491" y="2848735"/>
                  <a:ext cx="1609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E297A8D-5E62-C25D-C0E0-38FF85F4584D}"/>
                    </a:ext>
                  </a:extLst>
                </p14:cNvPr>
                <p14:cNvContentPartPr/>
                <p14:nvPr/>
              </p14:nvContentPartPr>
              <p14:xfrm>
                <a:off x="1481291" y="2908855"/>
                <a:ext cx="304560" cy="2077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E297A8D-5E62-C25D-C0E0-38FF85F4584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472651" y="2899855"/>
                  <a:ext cx="3222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F377140-494D-651F-44A4-98CAF796E79F}"/>
                    </a:ext>
                  </a:extLst>
                </p14:cNvPr>
                <p14:cNvContentPartPr/>
                <p14:nvPr/>
              </p14:nvContentPartPr>
              <p14:xfrm>
                <a:off x="1734011" y="2864935"/>
                <a:ext cx="367560" cy="1767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F377140-494D-651F-44A4-98CAF796E79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725371" y="2856295"/>
                  <a:ext cx="3852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7867EEF-33C4-DB43-9B94-2D4781FD7A66}"/>
                    </a:ext>
                  </a:extLst>
                </p14:cNvPr>
                <p14:cNvContentPartPr/>
                <p14:nvPr/>
              </p14:nvContentPartPr>
              <p14:xfrm>
                <a:off x="2205251" y="2913895"/>
                <a:ext cx="20880" cy="529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7867EEF-33C4-DB43-9B94-2D4781FD7A6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196251" y="2904895"/>
                  <a:ext cx="385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E606393-B09F-B1D6-46B0-99B84C4255F8}"/>
                    </a:ext>
                  </a:extLst>
                </p14:cNvPr>
                <p14:cNvContentPartPr/>
                <p14:nvPr/>
              </p14:nvContentPartPr>
              <p14:xfrm>
                <a:off x="2316131" y="2821735"/>
                <a:ext cx="195480" cy="1980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E606393-B09F-B1D6-46B0-99B84C4255F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307131" y="2812735"/>
                  <a:ext cx="2131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656A1B1-DDE6-443F-CD88-4DBBFF9B30E0}"/>
                    </a:ext>
                  </a:extLst>
                </p14:cNvPr>
                <p14:cNvContentPartPr/>
                <p14:nvPr/>
              </p14:nvContentPartPr>
              <p14:xfrm>
                <a:off x="2604131" y="2799775"/>
                <a:ext cx="173520" cy="2300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656A1B1-DDE6-443F-CD88-4DBBFF9B30E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595131" y="2791135"/>
                  <a:ext cx="19116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B6C441C-8F69-45D9-6242-49542D2AC6B0}"/>
                    </a:ext>
                  </a:extLst>
                </p14:cNvPr>
                <p14:cNvContentPartPr/>
                <p14:nvPr/>
              </p14:nvContentPartPr>
              <p14:xfrm>
                <a:off x="2818691" y="2813815"/>
                <a:ext cx="37080" cy="1497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B6C441C-8F69-45D9-6242-49542D2AC6B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809691" y="2805175"/>
                  <a:ext cx="547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91467AB-4454-0A2A-820C-1D800AB52218}"/>
                    </a:ext>
                  </a:extLst>
                </p14:cNvPr>
                <p14:cNvContentPartPr/>
                <p14:nvPr/>
              </p14:nvContentPartPr>
              <p14:xfrm>
                <a:off x="2792771" y="2777095"/>
                <a:ext cx="136800" cy="1112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91467AB-4454-0A2A-820C-1D800AB5221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784131" y="2768455"/>
                  <a:ext cx="1544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6B0F979-B7CD-7C00-C030-FEEB3B2F4EC2}"/>
                    </a:ext>
                  </a:extLst>
                </p14:cNvPr>
                <p14:cNvContentPartPr/>
                <p14:nvPr/>
              </p14:nvContentPartPr>
              <p14:xfrm>
                <a:off x="2889251" y="2870335"/>
                <a:ext cx="232200" cy="1580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6B0F979-B7CD-7C00-C030-FEEB3B2F4EC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880611" y="2861335"/>
                  <a:ext cx="249840" cy="17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E176621-8A7E-7C23-7BB7-FB944E7E7B4B}"/>
              </a:ext>
            </a:extLst>
          </p:cNvPr>
          <p:cNvGrpSpPr/>
          <p:nvPr/>
        </p:nvGrpSpPr>
        <p:grpSpPr>
          <a:xfrm>
            <a:off x="210851" y="3636775"/>
            <a:ext cx="1072080" cy="443160"/>
            <a:chOff x="210851" y="3636775"/>
            <a:chExt cx="1072080" cy="44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DD60755-DCFD-E457-350B-C5C8BCE28E99}"/>
                    </a:ext>
                  </a:extLst>
                </p14:cNvPr>
                <p14:cNvContentPartPr/>
                <p14:nvPr/>
              </p14:nvContentPartPr>
              <p14:xfrm>
                <a:off x="210851" y="3636775"/>
                <a:ext cx="132480" cy="3092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DD60755-DCFD-E457-350B-C5C8BCE28E9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01851" y="3627775"/>
                  <a:ext cx="15012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601B884-6B50-C452-43B8-7BA8615B8A93}"/>
                    </a:ext>
                  </a:extLst>
                </p14:cNvPr>
                <p14:cNvContentPartPr/>
                <p14:nvPr/>
              </p14:nvContentPartPr>
              <p14:xfrm>
                <a:off x="217331" y="3761695"/>
                <a:ext cx="259560" cy="1742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601B884-6B50-C452-43B8-7BA8615B8A9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08331" y="3753055"/>
                  <a:ext cx="2772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72186A5-CD62-7C01-DF20-9C8FC4E78E3C}"/>
                    </a:ext>
                  </a:extLst>
                </p14:cNvPr>
                <p14:cNvContentPartPr/>
                <p14:nvPr/>
              </p14:nvContentPartPr>
              <p14:xfrm>
                <a:off x="473651" y="3766375"/>
                <a:ext cx="128160" cy="1724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72186A5-CD62-7C01-DF20-9C8FC4E78E3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64651" y="3757735"/>
                  <a:ext cx="1458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39ECA49-7513-45C3-C1B1-08FC84381FF8}"/>
                    </a:ext>
                  </a:extLst>
                </p14:cNvPr>
                <p14:cNvContentPartPr/>
                <p14:nvPr/>
              </p14:nvContentPartPr>
              <p14:xfrm>
                <a:off x="606851" y="3759895"/>
                <a:ext cx="135360" cy="1620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39ECA49-7513-45C3-C1B1-08FC84381FF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97851" y="3751255"/>
                  <a:ext cx="1530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8D3386C-BAD2-5111-2B5E-62A510DDEBDC}"/>
                    </a:ext>
                  </a:extLst>
                </p14:cNvPr>
                <p14:cNvContentPartPr/>
                <p14:nvPr/>
              </p14:nvContentPartPr>
              <p14:xfrm>
                <a:off x="749411" y="3735055"/>
                <a:ext cx="411840" cy="1864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8D3386C-BAD2-5111-2B5E-62A510DDEBD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40771" y="3726055"/>
                  <a:ext cx="4294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D4E8953-C217-E947-2BAF-36F7EFA98B32}"/>
                    </a:ext>
                  </a:extLst>
                </p14:cNvPr>
                <p14:cNvContentPartPr/>
                <p14:nvPr/>
              </p14:nvContentPartPr>
              <p14:xfrm>
                <a:off x="272051" y="4024135"/>
                <a:ext cx="884160" cy="558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D4E8953-C217-E947-2BAF-36F7EFA98B3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63051" y="4015135"/>
                  <a:ext cx="9018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617A429-A224-E816-38B6-4B46F6F29EFA}"/>
                    </a:ext>
                  </a:extLst>
                </p14:cNvPr>
                <p14:cNvContentPartPr/>
                <p14:nvPr/>
              </p14:nvContentPartPr>
              <p14:xfrm>
                <a:off x="1256291" y="3792295"/>
                <a:ext cx="11520" cy="244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617A429-A224-E816-38B6-4B46F6F29EF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247291" y="3783295"/>
                  <a:ext cx="291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5787CFB-1A81-0AFF-0E8D-B2321211CCB2}"/>
                    </a:ext>
                  </a:extLst>
                </p14:cNvPr>
                <p14:cNvContentPartPr/>
                <p14:nvPr/>
              </p14:nvContentPartPr>
              <p14:xfrm>
                <a:off x="1278971" y="3910735"/>
                <a:ext cx="3960" cy="90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5787CFB-1A81-0AFF-0E8D-B2321211CCB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269971" y="3901735"/>
                  <a:ext cx="2160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3832599F-96A6-189B-B8F2-ED137F3393D9}"/>
              </a:ext>
            </a:extLst>
          </p:cNvPr>
          <p:cNvGrpSpPr/>
          <p:nvPr/>
        </p:nvGrpSpPr>
        <p:grpSpPr>
          <a:xfrm>
            <a:off x="1498931" y="3724615"/>
            <a:ext cx="908640" cy="231840"/>
            <a:chOff x="1498931" y="3724615"/>
            <a:chExt cx="908640" cy="23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1D40790-DE95-20CD-91F7-C1C40D999B53}"/>
                    </a:ext>
                  </a:extLst>
                </p14:cNvPr>
                <p14:cNvContentPartPr/>
                <p14:nvPr/>
              </p14:nvContentPartPr>
              <p14:xfrm>
                <a:off x="1498931" y="3761335"/>
                <a:ext cx="201600" cy="1864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1D40790-DE95-20CD-91F7-C1C40D999B5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490291" y="3752695"/>
                  <a:ext cx="2192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F39D4B8-B367-C8F3-14D1-67EBB27EB463}"/>
                    </a:ext>
                  </a:extLst>
                </p14:cNvPr>
                <p14:cNvContentPartPr/>
                <p14:nvPr/>
              </p14:nvContentPartPr>
              <p14:xfrm>
                <a:off x="1736531" y="3939895"/>
                <a:ext cx="7920" cy="43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F39D4B8-B367-C8F3-14D1-67EBB27EB46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727891" y="3930895"/>
                  <a:ext cx="255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178CFC2-897E-A0E6-552E-EA3770F07642}"/>
                    </a:ext>
                  </a:extLst>
                </p14:cNvPr>
                <p14:cNvContentPartPr/>
                <p14:nvPr/>
              </p14:nvContentPartPr>
              <p14:xfrm>
                <a:off x="1867931" y="3765295"/>
                <a:ext cx="122760" cy="1425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178CFC2-897E-A0E6-552E-EA3770F0764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859291" y="3756295"/>
                  <a:ext cx="14040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FE919CA-3558-5637-AC09-F8BC0AB06A06}"/>
                    </a:ext>
                  </a:extLst>
                </p14:cNvPr>
                <p14:cNvContentPartPr/>
                <p14:nvPr/>
              </p14:nvContentPartPr>
              <p14:xfrm>
                <a:off x="2068811" y="3903535"/>
                <a:ext cx="32400" cy="97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FE919CA-3558-5637-AC09-F8BC0AB06A0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059811" y="3894895"/>
                  <a:ext cx="500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1CE6AD3-B847-E9A5-FA49-1D1794649530}"/>
                    </a:ext>
                  </a:extLst>
                </p14:cNvPr>
                <p14:cNvContentPartPr/>
                <p14:nvPr/>
              </p14:nvContentPartPr>
              <p14:xfrm>
                <a:off x="2160611" y="3724615"/>
                <a:ext cx="156600" cy="2318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1CE6AD3-B847-E9A5-FA49-1D179464953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151971" y="3715975"/>
                  <a:ext cx="17424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B61D71F-96D4-2276-FE6A-970203F02274}"/>
                    </a:ext>
                  </a:extLst>
                </p14:cNvPr>
                <p14:cNvContentPartPr/>
                <p14:nvPr/>
              </p14:nvContentPartPr>
              <p14:xfrm>
                <a:off x="2403611" y="3891295"/>
                <a:ext cx="3960" cy="133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B61D71F-96D4-2276-FE6A-970203F0227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394971" y="3882655"/>
                  <a:ext cx="2160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65A391C8-5308-7080-8F2D-A134087D4F14}"/>
              </a:ext>
            </a:extLst>
          </p:cNvPr>
          <p:cNvGrpSpPr/>
          <p:nvPr/>
        </p:nvGrpSpPr>
        <p:grpSpPr>
          <a:xfrm>
            <a:off x="1392011" y="4261375"/>
            <a:ext cx="1270080" cy="336960"/>
            <a:chOff x="1392011" y="4261375"/>
            <a:chExt cx="1270080" cy="33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A2D6B01-22E8-CE13-A3C9-9EF9BD67589F}"/>
                    </a:ext>
                  </a:extLst>
                </p14:cNvPr>
                <p14:cNvContentPartPr/>
                <p14:nvPr/>
              </p14:nvContentPartPr>
              <p14:xfrm>
                <a:off x="1392011" y="4297735"/>
                <a:ext cx="120960" cy="3006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A2D6B01-22E8-CE13-A3C9-9EF9BD67589F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383371" y="4289095"/>
                  <a:ext cx="13860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1211DC3-620E-50ED-0D0C-CCBF37AFA077}"/>
                    </a:ext>
                  </a:extLst>
                </p14:cNvPr>
                <p14:cNvContentPartPr/>
                <p14:nvPr/>
              </p14:nvContentPartPr>
              <p14:xfrm>
                <a:off x="1411811" y="4303855"/>
                <a:ext cx="506880" cy="2142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1211DC3-620E-50ED-0D0C-CCBF37AFA077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403171" y="4294855"/>
                  <a:ext cx="5245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0F86FF0-D364-F3CC-3BE4-1EA50D39487E}"/>
                    </a:ext>
                  </a:extLst>
                </p14:cNvPr>
                <p14:cNvContentPartPr/>
                <p14:nvPr/>
              </p14:nvContentPartPr>
              <p14:xfrm>
                <a:off x="1902491" y="4278295"/>
                <a:ext cx="91440" cy="1706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0F86FF0-D364-F3CC-3BE4-1EA50D39487E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893851" y="4269655"/>
                  <a:ext cx="1090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B750B8D-DB34-D5BD-811C-3205D6F20B06}"/>
                    </a:ext>
                  </a:extLst>
                </p14:cNvPr>
                <p14:cNvContentPartPr/>
                <p14:nvPr/>
              </p14:nvContentPartPr>
              <p14:xfrm>
                <a:off x="2018411" y="4268935"/>
                <a:ext cx="87840" cy="1659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B750B8D-DB34-D5BD-811C-3205D6F20B06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009771" y="4260295"/>
                  <a:ext cx="1054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D3280BD-4B7E-C50E-8D4D-2866D6FFC2D9}"/>
                    </a:ext>
                  </a:extLst>
                </p14:cNvPr>
                <p14:cNvContentPartPr/>
                <p14:nvPr/>
              </p14:nvContentPartPr>
              <p14:xfrm>
                <a:off x="2149091" y="4353535"/>
                <a:ext cx="82800" cy="248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D3280BD-4B7E-C50E-8D4D-2866D6FFC2D9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140451" y="4344895"/>
                  <a:ext cx="1004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CF911C8-46E6-AB17-383C-74F5CCEB9808}"/>
                    </a:ext>
                  </a:extLst>
                </p14:cNvPr>
                <p14:cNvContentPartPr/>
                <p14:nvPr/>
              </p14:nvContentPartPr>
              <p14:xfrm>
                <a:off x="2315411" y="4261375"/>
                <a:ext cx="249840" cy="3027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CF911C8-46E6-AB17-383C-74F5CCEB9808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306771" y="4252375"/>
                  <a:ext cx="26748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11DB70C-E513-11AE-A946-4655E4E7789A}"/>
                    </a:ext>
                  </a:extLst>
                </p14:cNvPr>
                <p14:cNvContentPartPr/>
                <p14:nvPr/>
              </p14:nvContentPartPr>
              <p14:xfrm>
                <a:off x="2443931" y="4361815"/>
                <a:ext cx="218160" cy="838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11DB70C-E513-11AE-A946-4655E4E7789A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434931" y="4352815"/>
                  <a:ext cx="235800" cy="10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D218684F-A3EF-3D58-AA64-7E83468E15DB}"/>
              </a:ext>
            </a:extLst>
          </p:cNvPr>
          <p:cNvGrpSpPr/>
          <p:nvPr/>
        </p:nvGrpSpPr>
        <p:grpSpPr>
          <a:xfrm>
            <a:off x="1331891" y="4810735"/>
            <a:ext cx="260640" cy="355320"/>
            <a:chOff x="1331891" y="4810735"/>
            <a:chExt cx="260640" cy="35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F3C96CF-A558-6B2F-98B3-5E66837E29BC}"/>
                    </a:ext>
                  </a:extLst>
                </p14:cNvPr>
                <p14:cNvContentPartPr/>
                <p14:nvPr/>
              </p14:nvContentPartPr>
              <p14:xfrm>
                <a:off x="1361771" y="4810735"/>
                <a:ext cx="160560" cy="3553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F3C96CF-A558-6B2F-98B3-5E66837E29BC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352771" y="4801735"/>
                  <a:ext cx="17820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B991BAE-27ED-9980-17D9-7B72DC5B17E1}"/>
                    </a:ext>
                  </a:extLst>
                </p14:cNvPr>
                <p14:cNvContentPartPr/>
                <p14:nvPr/>
              </p14:nvContentPartPr>
              <p14:xfrm>
                <a:off x="1331891" y="4982095"/>
                <a:ext cx="188280" cy="302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B991BAE-27ED-9980-17D9-7B72DC5B17E1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323251" y="4973095"/>
                  <a:ext cx="2059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88BFD10-EDE4-416D-91C7-DCF39A083A61}"/>
                    </a:ext>
                  </a:extLst>
                </p14:cNvPr>
                <p14:cNvContentPartPr/>
                <p14:nvPr/>
              </p14:nvContentPartPr>
              <p14:xfrm>
                <a:off x="1560851" y="5063815"/>
                <a:ext cx="31680" cy="997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88BFD10-EDE4-416D-91C7-DCF39A083A61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551851" y="5055175"/>
                  <a:ext cx="49320" cy="11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B286D47D-9C45-14D5-C9FE-A9E04B5ADE60}"/>
              </a:ext>
            </a:extLst>
          </p:cNvPr>
          <p:cNvGrpSpPr/>
          <p:nvPr/>
        </p:nvGrpSpPr>
        <p:grpSpPr>
          <a:xfrm>
            <a:off x="1782611" y="4805335"/>
            <a:ext cx="637560" cy="321840"/>
            <a:chOff x="1782611" y="4805335"/>
            <a:chExt cx="637560" cy="32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9FA6795-CE2C-5B51-8929-73D87A7A455B}"/>
                    </a:ext>
                  </a:extLst>
                </p14:cNvPr>
                <p14:cNvContentPartPr/>
                <p14:nvPr/>
              </p14:nvContentPartPr>
              <p14:xfrm>
                <a:off x="1782611" y="4933495"/>
                <a:ext cx="126360" cy="115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9FA6795-CE2C-5B51-8929-73D87A7A455B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773971" y="4924855"/>
                  <a:ext cx="1440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DE50C5A-656E-6621-7C3A-89714CEED1D9}"/>
                    </a:ext>
                  </a:extLst>
                </p14:cNvPr>
                <p14:cNvContentPartPr/>
                <p14:nvPr/>
              </p14:nvContentPartPr>
              <p14:xfrm>
                <a:off x="1803131" y="5004415"/>
                <a:ext cx="115920" cy="208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DE50C5A-656E-6621-7C3A-89714CEED1D9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794131" y="4995415"/>
                  <a:ext cx="1335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4E9EA2E-5538-F3B1-54E5-454D6444842E}"/>
                    </a:ext>
                  </a:extLst>
                </p14:cNvPr>
                <p14:cNvContentPartPr/>
                <p14:nvPr/>
              </p14:nvContentPartPr>
              <p14:xfrm>
                <a:off x="2031371" y="4805335"/>
                <a:ext cx="210600" cy="2962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4E9EA2E-5538-F3B1-54E5-454D6444842E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2022371" y="4796695"/>
                  <a:ext cx="22824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0D9B43F-9B7D-75B3-D416-85509AB6B0D7}"/>
                    </a:ext>
                  </a:extLst>
                </p14:cNvPr>
                <p14:cNvContentPartPr/>
                <p14:nvPr/>
              </p14:nvContentPartPr>
              <p14:xfrm>
                <a:off x="2243051" y="5027815"/>
                <a:ext cx="177120" cy="993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0D9B43F-9B7D-75B3-D416-85509AB6B0D7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2234411" y="5018815"/>
                  <a:ext cx="194760" cy="11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C24EA34F-F55B-ACC4-F166-516C554C7A15}"/>
              </a:ext>
            </a:extLst>
          </p:cNvPr>
          <p:cNvGrpSpPr/>
          <p:nvPr/>
        </p:nvGrpSpPr>
        <p:grpSpPr>
          <a:xfrm>
            <a:off x="1305251" y="5553415"/>
            <a:ext cx="487440" cy="178920"/>
            <a:chOff x="1305251" y="5553415"/>
            <a:chExt cx="487440" cy="17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FF3E9BAD-DD69-7EA5-3371-DCC89CB24ECC}"/>
                    </a:ext>
                  </a:extLst>
                </p14:cNvPr>
                <p14:cNvContentPartPr/>
                <p14:nvPr/>
              </p14:nvContentPartPr>
              <p14:xfrm>
                <a:off x="1305251" y="5553415"/>
                <a:ext cx="155160" cy="1789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FF3E9BAD-DD69-7EA5-3371-DCC89CB24ECC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296251" y="5544415"/>
                  <a:ext cx="1728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5D49317-2DCD-63AB-7C79-5C0291B061B1}"/>
                    </a:ext>
                  </a:extLst>
                </p14:cNvPr>
                <p14:cNvContentPartPr/>
                <p14:nvPr/>
              </p14:nvContentPartPr>
              <p14:xfrm>
                <a:off x="1510451" y="5650615"/>
                <a:ext cx="41040" cy="766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5D49317-2DCD-63AB-7C79-5C0291B061B1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501811" y="5641615"/>
                  <a:ext cx="586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D1D8014-0884-A4E9-C314-52BAE822E97B}"/>
                    </a:ext>
                  </a:extLst>
                </p14:cNvPr>
                <p14:cNvContentPartPr/>
                <p14:nvPr/>
              </p14:nvContentPartPr>
              <p14:xfrm>
                <a:off x="1682171" y="5589775"/>
                <a:ext cx="110520" cy="579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D1D8014-0884-A4E9-C314-52BAE822E97B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673531" y="5581135"/>
                  <a:ext cx="128160" cy="7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40F236CB-EF70-6637-2528-BF7AB74D359B}"/>
              </a:ext>
            </a:extLst>
          </p:cNvPr>
          <p:cNvGrpSpPr/>
          <p:nvPr/>
        </p:nvGrpSpPr>
        <p:grpSpPr>
          <a:xfrm>
            <a:off x="2030651" y="5535055"/>
            <a:ext cx="315000" cy="206280"/>
            <a:chOff x="2030651" y="5535055"/>
            <a:chExt cx="315000" cy="20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3D7AC53D-489D-00FF-F0D7-C07949644106}"/>
                    </a:ext>
                  </a:extLst>
                </p14:cNvPr>
                <p14:cNvContentPartPr/>
                <p14:nvPr/>
              </p14:nvContentPartPr>
              <p14:xfrm>
                <a:off x="2030651" y="5535055"/>
                <a:ext cx="140400" cy="1623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3D7AC53D-489D-00FF-F0D7-C07949644106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2022011" y="5526055"/>
                  <a:ext cx="15804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A8B4F56-B64A-D00E-A6B6-6DDAF3121A45}"/>
                    </a:ext>
                  </a:extLst>
                </p14:cNvPr>
                <p14:cNvContentPartPr/>
                <p14:nvPr/>
              </p14:nvContentPartPr>
              <p14:xfrm>
                <a:off x="2177891" y="5662855"/>
                <a:ext cx="167760" cy="784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A8B4F56-B64A-D00E-A6B6-6DDAF3121A45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2168891" y="5653855"/>
                  <a:ext cx="185400" cy="9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F5AA7C46-AEAD-1EA4-0AA9-A6ABEB5C2432}"/>
              </a:ext>
            </a:extLst>
          </p:cNvPr>
          <p:cNvGrpSpPr/>
          <p:nvPr/>
        </p:nvGrpSpPr>
        <p:grpSpPr>
          <a:xfrm>
            <a:off x="1159091" y="6120415"/>
            <a:ext cx="1908360" cy="217440"/>
            <a:chOff x="1159091" y="6120415"/>
            <a:chExt cx="1908360" cy="21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8D46FCD-93FE-1B49-D4F2-128B676EABA2}"/>
                    </a:ext>
                  </a:extLst>
                </p14:cNvPr>
                <p14:cNvContentPartPr/>
                <p14:nvPr/>
              </p14:nvContentPartPr>
              <p14:xfrm>
                <a:off x="1159091" y="6120415"/>
                <a:ext cx="192240" cy="1900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8D46FCD-93FE-1B49-D4F2-128B676EABA2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150091" y="6111415"/>
                  <a:ext cx="2098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4537657-A101-CA04-8168-CA88276A8DD4}"/>
                    </a:ext>
                  </a:extLst>
                </p14:cNvPr>
                <p14:cNvContentPartPr/>
                <p14:nvPr/>
              </p14:nvContentPartPr>
              <p14:xfrm>
                <a:off x="1393811" y="6133015"/>
                <a:ext cx="72720" cy="1976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4537657-A101-CA04-8168-CA88276A8DD4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385171" y="6124375"/>
                  <a:ext cx="903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D7BA309-33D7-4514-A00A-9F8C15109BDC}"/>
                    </a:ext>
                  </a:extLst>
                </p14:cNvPr>
                <p14:cNvContentPartPr/>
                <p14:nvPr/>
              </p14:nvContentPartPr>
              <p14:xfrm>
                <a:off x="1442771" y="6146335"/>
                <a:ext cx="326880" cy="1810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D7BA309-33D7-4514-A00A-9F8C15109BDC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433771" y="6137335"/>
                  <a:ext cx="3445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E093F0B-F1CC-AD94-222F-959952ABC354}"/>
                    </a:ext>
                  </a:extLst>
                </p14:cNvPr>
                <p14:cNvContentPartPr/>
                <p14:nvPr/>
              </p14:nvContentPartPr>
              <p14:xfrm>
                <a:off x="1625651" y="6129055"/>
                <a:ext cx="145800" cy="1054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E093F0B-F1CC-AD94-222F-959952ABC354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616651" y="6120055"/>
                  <a:ext cx="1634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3837DFA-5DA3-8B99-E8BC-662C418ECDC8}"/>
                    </a:ext>
                  </a:extLst>
                </p14:cNvPr>
                <p14:cNvContentPartPr/>
                <p14:nvPr/>
              </p14:nvContentPartPr>
              <p14:xfrm>
                <a:off x="1872611" y="6208255"/>
                <a:ext cx="119160" cy="669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3837DFA-5DA3-8B99-E8BC-662C418ECDC8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863611" y="6199615"/>
                  <a:ext cx="1368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69EC04D-95E1-7F15-253A-3E2C2E9FA957}"/>
                    </a:ext>
                  </a:extLst>
                </p14:cNvPr>
                <p14:cNvContentPartPr/>
                <p14:nvPr/>
              </p14:nvContentPartPr>
              <p14:xfrm>
                <a:off x="2113451" y="6187015"/>
                <a:ext cx="137520" cy="1328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69EC04D-95E1-7F15-253A-3E2C2E9FA957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2104811" y="6178015"/>
                  <a:ext cx="1551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CD3DAFBE-C48A-19D0-993C-CBE7B7ADD65C}"/>
                    </a:ext>
                  </a:extLst>
                </p14:cNvPr>
                <p14:cNvContentPartPr/>
                <p14:nvPr/>
              </p14:nvContentPartPr>
              <p14:xfrm>
                <a:off x="2266451" y="6179095"/>
                <a:ext cx="39960" cy="1512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CD3DAFBE-C48A-19D0-993C-CBE7B7ADD65C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2257811" y="6170455"/>
                  <a:ext cx="5760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40515ED-9B2B-3BB9-C229-6C23E83A8CFD}"/>
                    </a:ext>
                  </a:extLst>
                </p14:cNvPr>
                <p14:cNvContentPartPr/>
                <p14:nvPr/>
              </p14:nvContentPartPr>
              <p14:xfrm>
                <a:off x="2253491" y="6136615"/>
                <a:ext cx="174600" cy="1252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40515ED-9B2B-3BB9-C229-6C23E83A8CFD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2244851" y="6127975"/>
                  <a:ext cx="1922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4F1537C-1D63-59E3-8682-B1EE5574EE7E}"/>
                    </a:ext>
                  </a:extLst>
                </p14:cNvPr>
                <p14:cNvContentPartPr/>
                <p14:nvPr/>
              </p14:nvContentPartPr>
              <p14:xfrm>
                <a:off x="2472011" y="6157135"/>
                <a:ext cx="158040" cy="1666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4F1537C-1D63-59E3-8682-B1EE5574EE7E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2463011" y="6148495"/>
                  <a:ext cx="1756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3F534C0-4618-7DDC-0D3C-5F22711A1C31}"/>
                    </a:ext>
                  </a:extLst>
                </p14:cNvPr>
                <p14:cNvContentPartPr/>
                <p14:nvPr/>
              </p14:nvContentPartPr>
              <p14:xfrm>
                <a:off x="2482451" y="6210055"/>
                <a:ext cx="289440" cy="226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3F534C0-4618-7DDC-0D3C-5F22711A1C31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2473811" y="6201055"/>
                  <a:ext cx="3070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ADAAEEC-DF09-610A-F3C3-505D3AE1F37A}"/>
                    </a:ext>
                  </a:extLst>
                </p14:cNvPr>
                <p14:cNvContentPartPr/>
                <p14:nvPr/>
              </p14:nvContentPartPr>
              <p14:xfrm>
                <a:off x="2698451" y="6262615"/>
                <a:ext cx="73800" cy="126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ADAAEEC-DF09-610A-F3C3-505D3AE1F37A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2689451" y="6253975"/>
                  <a:ext cx="914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DB1419BF-E3A4-B5E0-D375-9E6A78CAE849}"/>
                    </a:ext>
                  </a:extLst>
                </p14:cNvPr>
                <p14:cNvContentPartPr/>
                <p14:nvPr/>
              </p14:nvContentPartPr>
              <p14:xfrm>
                <a:off x="2867651" y="6172255"/>
                <a:ext cx="199800" cy="1656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DB1419BF-E3A4-B5E0-D375-9E6A78CAE849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2858651" y="6163255"/>
                  <a:ext cx="217440" cy="18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83EE7038-61E4-F1E2-FDA7-C221803731D1}"/>
              </a:ext>
            </a:extLst>
          </p:cNvPr>
          <p:cNvGrpSpPr/>
          <p:nvPr/>
        </p:nvGrpSpPr>
        <p:grpSpPr>
          <a:xfrm>
            <a:off x="4593131" y="329455"/>
            <a:ext cx="737280" cy="243720"/>
            <a:chOff x="4593131" y="329455"/>
            <a:chExt cx="737280" cy="24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D1FBA8A-53FD-199D-F042-5125F9D222C8}"/>
                    </a:ext>
                  </a:extLst>
                </p14:cNvPr>
                <p14:cNvContentPartPr/>
                <p14:nvPr/>
              </p14:nvContentPartPr>
              <p14:xfrm>
                <a:off x="4593131" y="329455"/>
                <a:ext cx="222480" cy="2437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D1FBA8A-53FD-199D-F042-5125F9D222C8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4584131" y="320455"/>
                  <a:ext cx="24012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B01F677-848A-F3B9-2E9D-E082ED1FDCA6}"/>
                    </a:ext>
                  </a:extLst>
                </p14:cNvPr>
                <p14:cNvContentPartPr/>
                <p14:nvPr/>
              </p14:nvContentPartPr>
              <p14:xfrm>
                <a:off x="4830011" y="345655"/>
                <a:ext cx="48960" cy="1976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B01F677-848A-F3B9-2E9D-E082ED1FDCA6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4821011" y="336655"/>
                  <a:ext cx="666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2AC8897-E5E9-B5C4-495B-75C6C01FE274}"/>
                    </a:ext>
                  </a:extLst>
                </p14:cNvPr>
                <p14:cNvContentPartPr/>
                <p14:nvPr/>
              </p14:nvContentPartPr>
              <p14:xfrm>
                <a:off x="4785011" y="439975"/>
                <a:ext cx="311040" cy="1137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2AC8897-E5E9-B5C4-495B-75C6C01FE274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4776011" y="430975"/>
                  <a:ext cx="3286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7414BA4-E2F2-9467-0CF7-8698A0D6967E}"/>
                    </a:ext>
                  </a:extLst>
                </p14:cNvPr>
                <p14:cNvContentPartPr/>
                <p14:nvPr/>
              </p14:nvContentPartPr>
              <p14:xfrm>
                <a:off x="5151131" y="369055"/>
                <a:ext cx="179280" cy="1789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7414BA4-E2F2-9467-0CF7-8698A0D6967E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5142491" y="360055"/>
                  <a:ext cx="1969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B178BBF-58EF-3FC2-EB87-44FD3320B069}"/>
                    </a:ext>
                  </a:extLst>
                </p14:cNvPr>
                <p14:cNvContentPartPr/>
                <p14:nvPr/>
              </p14:nvContentPartPr>
              <p14:xfrm>
                <a:off x="5056811" y="421975"/>
                <a:ext cx="268200" cy="266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B178BBF-58EF-3FC2-EB87-44FD3320B069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5048171" y="413335"/>
                  <a:ext cx="285840" cy="44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7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1DB99440-B91A-A11A-D9A4-9360A4571397}"/>
                  </a:ext>
                </a:extLst>
              </p14:cNvPr>
              <p14:cNvContentPartPr/>
              <p14:nvPr/>
            </p14:nvContentPartPr>
            <p14:xfrm>
              <a:off x="5546771" y="310735"/>
              <a:ext cx="6840" cy="25236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1DB99440-B91A-A11A-D9A4-9360A4571397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5537771" y="301735"/>
                <a:ext cx="2448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9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9004351B-FE6A-4965-CECF-B7AABDE5B5FA}"/>
                  </a:ext>
                </a:extLst>
              </p14:cNvPr>
              <p14:cNvContentPartPr/>
              <p14:nvPr/>
            </p14:nvContentPartPr>
            <p14:xfrm>
              <a:off x="4849811" y="770095"/>
              <a:ext cx="578880" cy="2988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9004351B-FE6A-4965-CECF-B7AABDE5B5FA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4840811" y="761455"/>
                <a:ext cx="596520" cy="4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8" name="Group 137">
            <a:extLst>
              <a:ext uri="{FF2B5EF4-FFF2-40B4-BE49-F238E27FC236}">
                <a16:creationId xmlns:a16="http://schemas.microsoft.com/office/drawing/2014/main" id="{C5F96817-A95D-CBC9-DF7F-AD6A3367B301}"/>
              </a:ext>
            </a:extLst>
          </p:cNvPr>
          <p:cNvGrpSpPr/>
          <p:nvPr/>
        </p:nvGrpSpPr>
        <p:grpSpPr>
          <a:xfrm>
            <a:off x="5812811" y="312535"/>
            <a:ext cx="1998720" cy="311760"/>
            <a:chOff x="5812811" y="312535"/>
            <a:chExt cx="1998720" cy="31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6ED0BBC-3D27-8BAD-8694-D5A02AB7AD63}"/>
                    </a:ext>
                  </a:extLst>
                </p14:cNvPr>
                <p14:cNvContentPartPr/>
                <p14:nvPr/>
              </p14:nvContentPartPr>
              <p14:xfrm>
                <a:off x="5812811" y="543655"/>
                <a:ext cx="13320" cy="43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6ED0BBC-3D27-8BAD-8694-D5A02AB7AD63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5803811" y="534655"/>
                  <a:ext cx="309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3509428A-52C8-67A1-A4F7-077A7AA1D5D8}"/>
                    </a:ext>
                  </a:extLst>
                </p14:cNvPr>
                <p14:cNvContentPartPr/>
                <p14:nvPr/>
              </p14:nvContentPartPr>
              <p14:xfrm>
                <a:off x="5817491" y="405055"/>
                <a:ext cx="374040" cy="2192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3509428A-52C8-67A1-A4F7-077A7AA1D5D8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5808491" y="396415"/>
                  <a:ext cx="3916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126D10A2-57A0-B647-8EF3-61E91A5BB7DB}"/>
                    </a:ext>
                  </a:extLst>
                </p14:cNvPr>
                <p14:cNvContentPartPr/>
                <p14:nvPr/>
              </p14:nvContentPartPr>
              <p14:xfrm>
                <a:off x="6064811" y="358615"/>
                <a:ext cx="233280" cy="1310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126D10A2-57A0-B647-8EF3-61E91A5BB7DB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6056171" y="349615"/>
                  <a:ext cx="2509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2DA381E6-5AB5-BA55-98E3-E85065264895}"/>
                    </a:ext>
                  </a:extLst>
                </p14:cNvPr>
                <p14:cNvContentPartPr/>
                <p14:nvPr/>
              </p14:nvContentPartPr>
              <p14:xfrm>
                <a:off x="6321851" y="440335"/>
                <a:ext cx="236160" cy="1540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2DA381E6-5AB5-BA55-98E3-E85065264895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6312851" y="431695"/>
                  <a:ext cx="2538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62D12440-AF34-027C-B300-7A5815849943}"/>
                    </a:ext>
                  </a:extLst>
                </p14:cNvPr>
                <p14:cNvContentPartPr/>
                <p14:nvPr/>
              </p14:nvContentPartPr>
              <p14:xfrm>
                <a:off x="6489971" y="476335"/>
                <a:ext cx="84960" cy="176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62D12440-AF34-027C-B300-7A5815849943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480971" y="467695"/>
                  <a:ext cx="1026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F51E9C4-B73C-9D16-8334-6A8BD296CF32}"/>
                    </a:ext>
                  </a:extLst>
                </p14:cNvPr>
                <p14:cNvContentPartPr/>
                <p14:nvPr/>
              </p14:nvContentPartPr>
              <p14:xfrm>
                <a:off x="6739811" y="373375"/>
                <a:ext cx="201600" cy="1540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2F51E9C4-B73C-9D16-8334-6A8BD296CF32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6731171" y="364375"/>
                  <a:ext cx="2192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EEBD3F4F-D5ED-FFAA-6C68-563D950769C8}"/>
                    </a:ext>
                  </a:extLst>
                </p14:cNvPr>
                <p14:cNvContentPartPr/>
                <p14:nvPr/>
              </p14:nvContentPartPr>
              <p14:xfrm>
                <a:off x="6991811" y="346735"/>
                <a:ext cx="177840" cy="1645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EBD3F4F-D5ED-FFAA-6C68-563D950769C8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983171" y="338095"/>
                  <a:ext cx="1954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7A9EEBB-B45B-6CF3-E91D-9F0F138D0874}"/>
                    </a:ext>
                  </a:extLst>
                </p14:cNvPr>
                <p14:cNvContentPartPr/>
                <p14:nvPr/>
              </p14:nvContentPartPr>
              <p14:xfrm>
                <a:off x="7301771" y="330535"/>
                <a:ext cx="171360" cy="1868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7A9EEBB-B45B-6CF3-E91D-9F0F138D0874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7292771" y="321895"/>
                  <a:ext cx="1890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FDD3CF7-B591-7DCE-4AC0-49678453A811}"/>
                    </a:ext>
                  </a:extLst>
                </p14:cNvPr>
                <p14:cNvContentPartPr/>
                <p14:nvPr/>
              </p14:nvContentPartPr>
              <p14:xfrm>
                <a:off x="7505531" y="357175"/>
                <a:ext cx="23760" cy="1346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FDD3CF7-B591-7DCE-4AC0-49678453A811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7496531" y="348535"/>
                  <a:ext cx="414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54E733F0-2497-1754-6E96-2E2C90D6276E}"/>
                    </a:ext>
                  </a:extLst>
                </p14:cNvPr>
                <p14:cNvContentPartPr/>
                <p14:nvPr/>
              </p14:nvContentPartPr>
              <p14:xfrm>
                <a:off x="7496171" y="312535"/>
                <a:ext cx="164520" cy="1040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54E733F0-2497-1754-6E96-2E2C90D6276E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7487171" y="303895"/>
                  <a:ext cx="1821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C20CF46-F5D6-A6CB-7007-5144FEDB27CA}"/>
                    </a:ext>
                  </a:extLst>
                </p14:cNvPr>
                <p14:cNvContentPartPr/>
                <p14:nvPr/>
              </p14:nvContentPartPr>
              <p14:xfrm>
                <a:off x="7615691" y="410815"/>
                <a:ext cx="195840" cy="1429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C20CF46-F5D6-A6CB-7007-5144FEDB27CA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7607051" y="402175"/>
                  <a:ext cx="213480" cy="16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CB2FC633-DB2F-5F0D-6950-D1C676F1A6D8}"/>
              </a:ext>
            </a:extLst>
          </p:cNvPr>
          <p:cNvGrpSpPr/>
          <p:nvPr/>
        </p:nvGrpSpPr>
        <p:grpSpPr>
          <a:xfrm>
            <a:off x="5950691" y="840655"/>
            <a:ext cx="3295800" cy="1008000"/>
            <a:chOff x="5950691" y="840655"/>
            <a:chExt cx="3295800" cy="100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D6FA8CC-0438-860B-3793-B16759A9FFF0}"/>
                    </a:ext>
                  </a:extLst>
                </p14:cNvPr>
                <p14:cNvContentPartPr/>
                <p14:nvPr/>
              </p14:nvContentPartPr>
              <p14:xfrm>
                <a:off x="6069131" y="929215"/>
                <a:ext cx="137160" cy="2656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D6FA8CC-0438-860B-3793-B16759A9FFF0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6060131" y="920575"/>
                  <a:ext cx="15480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C7253532-B68A-F970-F1ED-06F21D4F702C}"/>
                    </a:ext>
                  </a:extLst>
                </p14:cNvPr>
                <p14:cNvContentPartPr/>
                <p14:nvPr/>
              </p14:nvContentPartPr>
              <p14:xfrm>
                <a:off x="6033491" y="1028575"/>
                <a:ext cx="222840" cy="241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C7253532-B68A-F970-F1ED-06F21D4F702C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6024491" y="1019575"/>
                  <a:ext cx="2404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0F17DD5-9220-74D9-DA33-9D7032819309}"/>
                    </a:ext>
                  </a:extLst>
                </p14:cNvPr>
                <p14:cNvContentPartPr/>
                <p14:nvPr/>
              </p14:nvContentPartPr>
              <p14:xfrm>
                <a:off x="6303851" y="1224055"/>
                <a:ext cx="30600" cy="774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40F17DD5-9220-74D9-DA33-9D7032819309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294851" y="1215055"/>
                  <a:ext cx="482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1951D272-695F-7F39-A7A1-44B3921453DE}"/>
                    </a:ext>
                  </a:extLst>
                </p14:cNvPr>
                <p14:cNvContentPartPr/>
                <p14:nvPr/>
              </p14:nvContentPartPr>
              <p14:xfrm>
                <a:off x="6421571" y="1060615"/>
                <a:ext cx="149040" cy="680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1951D272-695F-7F39-A7A1-44B3921453DE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412931" y="1051615"/>
                  <a:ext cx="1666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72D23057-C082-1879-620D-E675AF51589B}"/>
                    </a:ext>
                  </a:extLst>
                </p14:cNvPr>
                <p14:cNvContentPartPr/>
                <p14:nvPr/>
              </p14:nvContentPartPr>
              <p14:xfrm>
                <a:off x="6734771" y="983575"/>
                <a:ext cx="42480" cy="1526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72D23057-C082-1879-620D-E675AF51589B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726131" y="974935"/>
                  <a:ext cx="601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31A9ABB-3A83-1FFC-D4D5-498C015C93F8}"/>
                    </a:ext>
                  </a:extLst>
                </p14:cNvPr>
                <p14:cNvContentPartPr/>
                <p14:nvPr/>
              </p14:nvContentPartPr>
              <p14:xfrm>
                <a:off x="6847451" y="979255"/>
                <a:ext cx="164160" cy="1659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31A9ABB-3A83-1FFC-D4D5-498C015C93F8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838811" y="970255"/>
                  <a:ext cx="1818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CA8C148D-8DD5-54DE-0ACF-8C685F940377}"/>
                    </a:ext>
                  </a:extLst>
                </p14:cNvPr>
                <p14:cNvContentPartPr/>
                <p14:nvPr/>
              </p14:nvContentPartPr>
              <p14:xfrm>
                <a:off x="7084691" y="971695"/>
                <a:ext cx="275760" cy="964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CA8C148D-8DD5-54DE-0ACF-8C685F940377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7075691" y="963055"/>
                  <a:ext cx="29340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9B763D2D-CF5A-82AD-2E4B-BF94E1FDCA55}"/>
                    </a:ext>
                  </a:extLst>
                </p14:cNvPr>
                <p14:cNvContentPartPr/>
                <p14:nvPr/>
              </p14:nvContentPartPr>
              <p14:xfrm>
                <a:off x="7408691" y="840655"/>
                <a:ext cx="126360" cy="1389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9B763D2D-CF5A-82AD-2E4B-BF94E1FDCA55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7399691" y="831655"/>
                  <a:ext cx="1440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E7820FB-50DC-8CDC-664D-149242C8C97A}"/>
                    </a:ext>
                  </a:extLst>
                </p14:cNvPr>
                <p14:cNvContentPartPr/>
                <p14:nvPr/>
              </p14:nvContentPartPr>
              <p14:xfrm>
                <a:off x="5950691" y="1566415"/>
                <a:ext cx="246240" cy="2466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E7820FB-50DC-8CDC-664D-149242C8C97A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5942051" y="1557415"/>
                  <a:ext cx="26388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F44B55C-4666-7DF4-922C-9855C5D00AA9}"/>
                    </a:ext>
                  </a:extLst>
                </p14:cNvPr>
                <p14:cNvContentPartPr/>
                <p14:nvPr/>
              </p14:nvContentPartPr>
              <p14:xfrm>
                <a:off x="6357491" y="1589815"/>
                <a:ext cx="164880" cy="795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F44B55C-4666-7DF4-922C-9855C5D00AA9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6348491" y="1581175"/>
                  <a:ext cx="1825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41AA4C17-989E-9B28-C8B3-77736949FBD7}"/>
                    </a:ext>
                  </a:extLst>
                </p14:cNvPr>
                <p14:cNvContentPartPr/>
                <p14:nvPr/>
              </p14:nvContentPartPr>
              <p14:xfrm>
                <a:off x="6658451" y="1500895"/>
                <a:ext cx="127800" cy="2289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41AA4C17-989E-9B28-C8B3-77736949FBD7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6649451" y="1492255"/>
                  <a:ext cx="1454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47E938A2-FABC-7191-176F-EFEE02B370DA}"/>
                    </a:ext>
                  </a:extLst>
                </p14:cNvPr>
                <p14:cNvContentPartPr/>
                <p14:nvPr/>
              </p14:nvContentPartPr>
              <p14:xfrm>
                <a:off x="6839531" y="1662535"/>
                <a:ext cx="46080" cy="259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47E938A2-FABC-7191-176F-EFEE02B370DA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6830531" y="1653535"/>
                  <a:ext cx="637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B6654D8-0EF3-9CA9-4D90-95C02B86835C}"/>
                    </a:ext>
                  </a:extLst>
                </p14:cNvPr>
                <p14:cNvContentPartPr/>
                <p14:nvPr/>
              </p14:nvContentPartPr>
              <p14:xfrm>
                <a:off x="6937451" y="1504855"/>
                <a:ext cx="114120" cy="727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B6654D8-0EF3-9CA9-4D90-95C02B86835C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6928811" y="1495855"/>
                  <a:ext cx="1317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062C90D-DB71-93F8-4CDB-1C81CEA5A0B7}"/>
                    </a:ext>
                  </a:extLst>
                </p14:cNvPr>
                <p14:cNvContentPartPr/>
                <p14:nvPr/>
              </p14:nvContentPartPr>
              <p14:xfrm>
                <a:off x="6942851" y="1568935"/>
                <a:ext cx="142920" cy="1260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062C90D-DB71-93F8-4CDB-1C81CEA5A0B7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6934211" y="1559935"/>
                  <a:ext cx="1605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C3451BD8-6308-D706-DEB1-432B5A9CEE8B}"/>
                    </a:ext>
                  </a:extLst>
                </p14:cNvPr>
                <p14:cNvContentPartPr/>
                <p14:nvPr/>
              </p14:nvContentPartPr>
              <p14:xfrm>
                <a:off x="7132931" y="1499095"/>
                <a:ext cx="225720" cy="2206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C3451BD8-6308-D706-DEB1-432B5A9CEE8B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7124291" y="1490455"/>
                  <a:ext cx="24336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B978BD9F-129A-35D2-EFBB-23587D260C17}"/>
                    </a:ext>
                  </a:extLst>
                </p14:cNvPr>
                <p14:cNvContentPartPr/>
                <p14:nvPr/>
              </p14:nvContentPartPr>
              <p14:xfrm>
                <a:off x="7493651" y="1467415"/>
                <a:ext cx="30600" cy="1846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B978BD9F-129A-35D2-EFBB-23587D260C17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7485011" y="1458775"/>
                  <a:ext cx="482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4C46034-645E-A432-AA8F-1283AC721F42}"/>
                    </a:ext>
                  </a:extLst>
                </p14:cNvPr>
                <p14:cNvContentPartPr/>
                <p14:nvPr/>
              </p14:nvContentPartPr>
              <p14:xfrm>
                <a:off x="7511291" y="1536895"/>
                <a:ext cx="271080" cy="3117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4C46034-645E-A432-AA8F-1283AC721F42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7502651" y="1528255"/>
                  <a:ext cx="28872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DD22922-A918-C690-AFB5-E532E97DEB62}"/>
                    </a:ext>
                  </a:extLst>
                </p14:cNvPr>
                <p14:cNvContentPartPr/>
                <p14:nvPr/>
              </p14:nvContentPartPr>
              <p14:xfrm>
                <a:off x="7803611" y="917695"/>
                <a:ext cx="269280" cy="7520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DD22922-A918-C690-AFB5-E532E97DEB62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7794971" y="909055"/>
                  <a:ext cx="286920" cy="76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95D3388-0B27-DA66-E417-88A6274DA559}"/>
                    </a:ext>
                  </a:extLst>
                </p14:cNvPr>
                <p14:cNvContentPartPr/>
                <p14:nvPr/>
              </p14:nvContentPartPr>
              <p14:xfrm>
                <a:off x="8159651" y="1240975"/>
                <a:ext cx="124200" cy="1814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95D3388-0B27-DA66-E417-88A6274DA559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8151011" y="1231975"/>
                  <a:ext cx="1418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9CDF1FFC-B161-9EA3-C0C2-E866F62DE1A3}"/>
                    </a:ext>
                  </a:extLst>
                </p14:cNvPr>
                <p14:cNvContentPartPr/>
                <p14:nvPr/>
              </p14:nvContentPartPr>
              <p14:xfrm>
                <a:off x="8323811" y="1397215"/>
                <a:ext cx="15480" cy="774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9CDF1FFC-B161-9EA3-C0C2-E866F62DE1A3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8314811" y="1388575"/>
                  <a:ext cx="331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B2EE5F9-EF0C-A5D9-BFDF-34326BC82A7F}"/>
                    </a:ext>
                  </a:extLst>
                </p14:cNvPr>
                <p14:cNvContentPartPr/>
                <p14:nvPr/>
              </p14:nvContentPartPr>
              <p14:xfrm>
                <a:off x="8451611" y="1301815"/>
                <a:ext cx="141480" cy="583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B2EE5F9-EF0C-A5D9-BFDF-34326BC82A7F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8442611" y="1292815"/>
                  <a:ext cx="1591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5CA632EF-CBF1-C17A-875D-89D20FA0D231}"/>
                    </a:ext>
                  </a:extLst>
                </p14:cNvPr>
                <p14:cNvContentPartPr/>
                <p14:nvPr/>
              </p14:nvContentPartPr>
              <p14:xfrm>
                <a:off x="8657531" y="1005895"/>
                <a:ext cx="182880" cy="2926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5CA632EF-CBF1-C17A-875D-89D20FA0D231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8648891" y="996895"/>
                  <a:ext cx="20052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D5C62F0C-C41C-E0B4-8FE2-4F83DDFDFA4E}"/>
                    </a:ext>
                  </a:extLst>
                </p14:cNvPr>
                <p14:cNvContentPartPr/>
                <p14:nvPr/>
              </p14:nvContentPartPr>
              <p14:xfrm>
                <a:off x="8653571" y="1140895"/>
                <a:ext cx="226800" cy="187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D5C62F0C-C41C-E0B4-8FE2-4F83DDFDFA4E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8644571" y="1131895"/>
                  <a:ext cx="2444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8F6BE80B-5496-A344-3223-EC9F657F6BB9}"/>
                    </a:ext>
                  </a:extLst>
                </p14:cNvPr>
                <p14:cNvContentPartPr/>
                <p14:nvPr/>
              </p14:nvContentPartPr>
              <p14:xfrm>
                <a:off x="8692451" y="1229455"/>
                <a:ext cx="309240" cy="20340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8F6BE80B-5496-A344-3223-EC9F657F6BB9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8683811" y="1220455"/>
                  <a:ext cx="3268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A4F0C0C7-E62C-1DFB-98FC-4D59C101793B}"/>
                    </a:ext>
                  </a:extLst>
                </p14:cNvPr>
                <p14:cNvContentPartPr/>
                <p14:nvPr/>
              </p14:nvContentPartPr>
              <p14:xfrm>
                <a:off x="8659331" y="1565695"/>
                <a:ext cx="235080" cy="2534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A4F0C0C7-E62C-1DFB-98FC-4D59C101793B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8650691" y="1557055"/>
                  <a:ext cx="25272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AA0A9EA7-B1AE-F6D2-FE24-4C3554B6D685}"/>
                    </a:ext>
                  </a:extLst>
                </p14:cNvPr>
                <p14:cNvContentPartPr/>
                <p14:nvPr/>
              </p14:nvContentPartPr>
              <p14:xfrm>
                <a:off x="9119411" y="1419895"/>
                <a:ext cx="53640" cy="180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AA0A9EA7-B1AE-F6D2-FE24-4C3554B6D685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9110411" y="1411255"/>
                  <a:ext cx="7128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3C008577-D03F-4E1C-7BA9-D82954D74731}"/>
                    </a:ext>
                  </a:extLst>
                </p14:cNvPr>
                <p14:cNvContentPartPr/>
                <p14:nvPr/>
              </p14:nvContentPartPr>
              <p14:xfrm>
                <a:off x="9117611" y="1486135"/>
                <a:ext cx="128880" cy="61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3C008577-D03F-4E1C-7BA9-D82954D74731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9108611" y="1477135"/>
                  <a:ext cx="146520" cy="2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41F8F10B-D75B-C9BB-01E8-B6EE051C2D53}"/>
              </a:ext>
            </a:extLst>
          </p:cNvPr>
          <p:cNvGrpSpPr/>
          <p:nvPr/>
        </p:nvGrpSpPr>
        <p:grpSpPr>
          <a:xfrm>
            <a:off x="9453131" y="1365895"/>
            <a:ext cx="757800" cy="201960"/>
            <a:chOff x="9453131" y="1365895"/>
            <a:chExt cx="757800" cy="20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F58C4EBB-F16C-C9E4-4E2E-8444E12B7F78}"/>
                    </a:ext>
                  </a:extLst>
                </p14:cNvPr>
                <p14:cNvContentPartPr/>
                <p14:nvPr/>
              </p14:nvContentPartPr>
              <p14:xfrm>
                <a:off x="9453131" y="1365895"/>
                <a:ext cx="72000" cy="1926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F58C4EBB-F16C-C9E4-4E2E-8444E12B7F78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9444131" y="1356895"/>
                  <a:ext cx="896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56E910F0-1F54-C24B-36BD-FB50FC6F6AD1}"/>
                    </a:ext>
                  </a:extLst>
                </p14:cNvPr>
                <p14:cNvContentPartPr/>
                <p14:nvPr/>
              </p14:nvContentPartPr>
              <p14:xfrm>
                <a:off x="9597131" y="1527535"/>
                <a:ext cx="34920" cy="403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56E910F0-1F54-C24B-36BD-FB50FC6F6AD1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9588491" y="1518895"/>
                  <a:ext cx="525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F476C36F-3066-3E6C-83E7-B113BF82CEAD}"/>
                    </a:ext>
                  </a:extLst>
                </p14:cNvPr>
                <p14:cNvContentPartPr/>
                <p14:nvPr/>
              </p14:nvContentPartPr>
              <p14:xfrm>
                <a:off x="9740411" y="1392895"/>
                <a:ext cx="148680" cy="1483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F476C36F-3066-3E6C-83E7-B113BF82CEAD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9731771" y="1384255"/>
                  <a:ext cx="1663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B57B2020-2E42-E0C9-01E1-9EF00A4401DF}"/>
                    </a:ext>
                  </a:extLst>
                </p14:cNvPr>
                <p14:cNvContentPartPr/>
                <p14:nvPr/>
              </p14:nvContentPartPr>
              <p14:xfrm>
                <a:off x="9942371" y="1396855"/>
                <a:ext cx="75240" cy="1508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B57B2020-2E42-E0C9-01E1-9EF00A4401DF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9933371" y="1387855"/>
                  <a:ext cx="928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7DAF720F-36EC-A4FA-C8D8-E78E7796264F}"/>
                    </a:ext>
                  </a:extLst>
                </p14:cNvPr>
                <p14:cNvContentPartPr/>
                <p14:nvPr/>
              </p14:nvContentPartPr>
              <p14:xfrm>
                <a:off x="10064771" y="1395775"/>
                <a:ext cx="40680" cy="1537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7DAF720F-36EC-A4FA-C8D8-E78E7796264F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0056131" y="1386775"/>
                  <a:ext cx="583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5108972B-865E-F8DE-74A5-B0EA0B21E7F1}"/>
                    </a:ext>
                  </a:extLst>
                </p14:cNvPr>
                <p14:cNvContentPartPr/>
                <p14:nvPr/>
              </p14:nvContentPartPr>
              <p14:xfrm>
                <a:off x="10162691" y="1395055"/>
                <a:ext cx="48240" cy="15732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5108972B-865E-F8DE-74A5-B0EA0B21E7F1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0154051" y="1386415"/>
                  <a:ext cx="65880" cy="17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2A34C85D-D784-A84A-A1E0-9F099A0E0F46}"/>
              </a:ext>
            </a:extLst>
          </p:cNvPr>
          <p:cNvGrpSpPr/>
          <p:nvPr/>
        </p:nvGrpSpPr>
        <p:grpSpPr>
          <a:xfrm>
            <a:off x="10386251" y="1250335"/>
            <a:ext cx="529200" cy="702000"/>
            <a:chOff x="10386251" y="1250335"/>
            <a:chExt cx="529200" cy="70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83D5458C-C707-2448-EB06-F52189EE2E4B}"/>
                    </a:ext>
                  </a:extLst>
                </p14:cNvPr>
                <p14:cNvContentPartPr/>
                <p14:nvPr/>
              </p14:nvContentPartPr>
              <p14:xfrm>
                <a:off x="10453931" y="1341055"/>
                <a:ext cx="267480" cy="12312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83D5458C-C707-2448-EB06-F52189EE2E4B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0444931" y="1332415"/>
                  <a:ext cx="2851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A99B12DA-7D83-7D5C-B4BA-34A0A2ED04CE}"/>
                    </a:ext>
                  </a:extLst>
                </p14:cNvPr>
                <p14:cNvContentPartPr/>
                <p14:nvPr/>
              </p14:nvContentPartPr>
              <p14:xfrm>
                <a:off x="10772891" y="1250335"/>
                <a:ext cx="142560" cy="1540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A99B12DA-7D83-7D5C-B4BA-34A0A2ED04CE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0763891" y="1241695"/>
                  <a:ext cx="1602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DABC6C23-C22F-C761-7D68-118BA6653103}"/>
                    </a:ext>
                  </a:extLst>
                </p14:cNvPr>
                <p14:cNvContentPartPr/>
                <p14:nvPr/>
              </p14:nvContentPartPr>
              <p14:xfrm>
                <a:off x="10386251" y="1521055"/>
                <a:ext cx="481320" cy="504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DABC6C23-C22F-C761-7D68-118BA6653103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0377611" y="1512415"/>
                  <a:ext cx="4989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5E0E9FAB-E59D-F603-8B0C-DE24CA2A9F6C}"/>
                    </a:ext>
                  </a:extLst>
                </p14:cNvPr>
                <p14:cNvContentPartPr/>
                <p14:nvPr/>
              </p14:nvContentPartPr>
              <p14:xfrm>
                <a:off x="10426571" y="1659295"/>
                <a:ext cx="420840" cy="2930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5E0E9FAB-E59D-F603-8B0C-DE24CA2A9F6C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0417931" y="1650655"/>
                  <a:ext cx="438480" cy="31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21951ECA-0433-A110-7322-DB61FC00A959}"/>
              </a:ext>
            </a:extLst>
          </p:cNvPr>
          <p:cNvGrpSpPr/>
          <p:nvPr/>
        </p:nvGrpSpPr>
        <p:grpSpPr>
          <a:xfrm>
            <a:off x="5724611" y="2182375"/>
            <a:ext cx="1573920" cy="288360"/>
            <a:chOff x="5724611" y="2182375"/>
            <a:chExt cx="1573920" cy="28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7884F408-543A-61E7-F56C-2061FDB902FC}"/>
                    </a:ext>
                  </a:extLst>
                </p14:cNvPr>
                <p14:cNvContentPartPr/>
                <p14:nvPr/>
              </p14:nvContentPartPr>
              <p14:xfrm>
                <a:off x="5931251" y="2220895"/>
                <a:ext cx="31680" cy="24984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7884F408-543A-61E7-F56C-2061FDB902FC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5922611" y="2212255"/>
                  <a:ext cx="493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11FDFD3F-9AAF-EB6A-6BDF-EFA81D5E876A}"/>
                    </a:ext>
                  </a:extLst>
                </p14:cNvPr>
                <p14:cNvContentPartPr/>
                <p14:nvPr/>
              </p14:nvContentPartPr>
              <p14:xfrm>
                <a:off x="5724611" y="2182375"/>
                <a:ext cx="395640" cy="3240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11FDFD3F-9AAF-EB6A-6BDF-EFA81D5E876A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5715971" y="2173735"/>
                  <a:ext cx="41328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96AB9366-66D7-91FF-91DA-3C70B02464DB}"/>
                    </a:ext>
                  </a:extLst>
                </p14:cNvPr>
                <p14:cNvContentPartPr/>
                <p14:nvPr/>
              </p14:nvContentPartPr>
              <p14:xfrm>
                <a:off x="6089291" y="2360575"/>
                <a:ext cx="159120" cy="10008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96AB9366-66D7-91FF-91DA-3C70B02464DB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6080651" y="2351935"/>
                  <a:ext cx="17676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CE962060-A07D-94D1-E96E-FC33E65251B4}"/>
                    </a:ext>
                  </a:extLst>
                </p14:cNvPr>
                <p14:cNvContentPartPr/>
                <p14:nvPr/>
              </p14:nvContentPartPr>
              <p14:xfrm>
                <a:off x="6263891" y="2249695"/>
                <a:ext cx="149040" cy="1875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CE962060-A07D-94D1-E96E-FC33E65251B4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6255251" y="2240695"/>
                  <a:ext cx="1666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3BCDEC93-41EE-05BE-9298-17CE10ADCBC0}"/>
                    </a:ext>
                  </a:extLst>
                </p14:cNvPr>
                <p14:cNvContentPartPr/>
                <p14:nvPr/>
              </p14:nvContentPartPr>
              <p14:xfrm>
                <a:off x="6452531" y="2243215"/>
                <a:ext cx="209880" cy="18972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3BCDEC93-41EE-05BE-9298-17CE10ADCBC0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6443891" y="2234215"/>
                  <a:ext cx="2275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9F0301A0-A114-A976-092B-BBB78921C036}"/>
                    </a:ext>
                  </a:extLst>
                </p14:cNvPr>
                <p14:cNvContentPartPr/>
                <p14:nvPr/>
              </p14:nvContentPartPr>
              <p14:xfrm>
                <a:off x="6739811" y="2252215"/>
                <a:ext cx="213840" cy="1656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9F0301A0-A114-A976-092B-BBB78921C036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6730811" y="2243215"/>
                  <a:ext cx="2314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620A9FEF-0460-F1C4-4A1B-83D90EA00F1E}"/>
                    </a:ext>
                  </a:extLst>
                </p14:cNvPr>
                <p14:cNvContentPartPr/>
                <p14:nvPr/>
              </p14:nvContentPartPr>
              <p14:xfrm>
                <a:off x="6989651" y="2377855"/>
                <a:ext cx="20520" cy="4752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620A9FEF-0460-F1C4-4A1B-83D90EA00F1E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6981011" y="2369215"/>
                  <a:ext cx="381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05940E0E-C7AF-9BF0-5046-063EC053DC07}"/>
                    </a:ext>
                  </a:extLst>
                </p14:cNvPr>
                <p14:cNvContentPartPr/>
                <p14:nvPr/>
              </p14:nvContentPartPr>
              <p14:xfrm>
                <a:off x="7082171" y="2269495"/>
                <a:ext cx="216360" cy="1504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05940E0E-C7AF-9BF0-5046-063EC053DC07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7073531" y="2260495"/>
                  <a:ext cx="234000" cy="16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3B7FF275-9C08-FCDF-0C94-B8E591B82347}"/>
              </a:ext>
            </a:extLst>
          </p:cNvPr>
          <p:cNvGrpSpPr/>
          <p:nvPr/>
        </p:nvGrpSpPr>
        <p:grpSpPr>
          <a:xfrm>
            <a:off x="7492571" y="2252935"/>
            <a:ext cx="17280" cy="118080"/>
            <a:chOff x="7492571" y="2252935"/>
            <a:chExt cx="17280" cy="11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A03A50AD-7B3B-3B8D-6B7C-6596EB299444}"/>
                    </a:ext>
                  </a:extLst>
                </p14:cNvPr>
                <p14:cNvContentPartPr/>
                <p14:nvPr/>
              </p14:nvContentPartPr>
              <p14:xfrm>
                <a:off x="7492571" y="2252935"/>
                <a:ext cx="5400" cy="288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A03A50AD-7B3B-3B8D-6B7C-6596EB299444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7483931" y="2244295"/>
                  <a:ext cx="230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3F5655A3-9715-0940-9477-DF113B7F02DB}"/>
                    </a:ext>
                  </a:extLst>
                </p14:cNvPr>
                <p14:cNvContentPartPr/>
                <p14:nvPr/>
              </p14:nvContentPartPr>
              <p14:xfrm>
                <a:off x="7504811" y="2328175"/>
                <a:ext cx="5040" cy="4284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3F5655A3-9715-0940-9477-DF113B7F02DB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7496171" y="2319535"/>
                  <a:ext cx="22680" cy="6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6D54101F-839B-7332-4635-6ADEDD8148B8}"/>
              </a:ext>
            </a:extLst>
          </p:cNvPr>
          <p:cNvGrpSpPr/>
          <p:nvPr/>
        </p:nvGrpSpPr>
        <p:grpSpPr>
          <a:xfrm>
            <a:off x="7869851" y="2174815"/>
            <a:ext cx="1300320" cy="355680"/>
            <a:chOff x="7869851" y="2174815"/>
            <a:chExt cx="1300320" cy="35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72A5CECE-D417-B27E-E609-87B5D1F1FEA9}"/>
                    </a:ext>
                  </a:extLst>
                </p14:cNvPr>
                <p14:cNvContentPartPr/>
                <p14:nvPr/>
              </p14:nvContentPartPr>
              <p14:xfrm>
                <a:off x="7869851" y="2246455"/>
                <a:ext cx="166320" cy="18756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72A5CECE-D417-B27E-E609-87B5D1F1FEA9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7861211" y="2237815"/>
                  <a:ext cx="1839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990733BF-5884-B6D8-02CA-D7DDB9E564A5}"/>
                    </a:ext>
                  </a:extLst>
                </p14:cNvPr>
                <p14:cNvContentPartPr/>
                <p14:nvPr/>
              </p14:nvContentPartPr>
              <p14:xfrm>
                <a:off x="8134811" y="2311975"/>
                <a:ext cx="64440" cy="21852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990733BF-5884-B6D8-02CA-D7DDB9E564A5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8125811" y="2303335"/>
                  <a:ext cx="820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87DD1B8F-9F6F-E0E0-AAD3-C1797A9D7B57}"/>
                    </a:ext>
                  </a:extLst>
                </p14:cNvPr>
                <p14:cNvContentPartPr/>
                <p14:nvPr/>
              </p14:nvContentPartPr>
              <p14:xfrm>
                <a:off x="8054531" y="2416375"/>
                <a:ext cx="162720" cy="2880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87DD1B8F-9F6F-E0E0-AAD3-C1797A9D7B57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8045891" y="2407735"/>
                  <a:ext cx="1803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82369494-ED8F-D33D-8E4C-9AAD024479F1}"/>
                    </a:ext>
                  </a:extLst>
                </p14:cNvPr>
                <p14:cNvContentPartPr/>
                <p14:nvPr/>
              </p14:nvContentPartPr>
              <p14:xfrm>
                <a:off x="8351891" y="2241415"/>
                <a:ext cx="84240" cy="1116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82369494-ED8F-D33D-8E4C-9AAD024479F1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8343251" y="2232415"/>
                  <a:ext cx="1018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8155B89A-F93F-B2A5-A665-AFDB78514E20}"/>
                    </a:ext>
                  </a:extLst>
                </p14:cNvPr>
                <p14:cNvContentPartPr/>
                <p14:nvPr/>
              </p14:nvContentPartPr>
              <p14:xfrm>
                <a:off x="8497691" y="2230255"/>
                <a:ext cx="140400" cy="1659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8155B89A-F93F-B2A5-A665-AFDB78514E20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8488691" y="2221615"/>
                  <a:ext cx="1580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23509968-1742-00DC-B686-353C1664E18B}"/>
                    </a:ext>
                  </a:extLst>
                </p14:cNvPr>
                <p14:cNvContentPartPr/>
                <p14:nvPr/>
              </p14:nvContentPartPr>
              <p14:xfrm>
                <a:off x="8743571" y="2174815"/>
                <a:ext cx="320040" cy="17676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23509968-1742-00DC-B686-353C1664E18B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8734931" y="2166175"/>
                  <a:ext cx="3376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BC5461D4-DF3A-05D3-F47E-15EC9462DB82}"/>
                    </a:ext>
                  </a:extLst>
                </p14:cNvPr>
                <p14:cNvContentPartPr/>
                <p14:nvPr/>
              </p14:nvContentPartPr>
              <p14:xfrm>
                <a:off x="8606771" y="2433295"/>
                <a:ext cx="33120" cy="6120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BC5461D4-DF3A-05D3-F47E-15EC9462DB82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8598131" y="2424655"/>
                  <a:ext cx="507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E781C075-63B6-74EA-75B2-490704578D03}"/>
                    </a:ext>
                  </a:extLst>
                </p14:cNvPr>
                <p14:cNvContentPartPr/>
                <p14:nvPr/>
              </p14:nvContentPartPr>
              <p14:xfrm>
                <a:off x="9038771" y="2333575"/>
                <a:ext cx="131400" cy="17388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E781C075-63B6-74EA-75B2-490704578D03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9030131" y="2324575"/>
                  <a:ext cx="149040" cy="19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7C248E5B-B041-C4CC-5531-C8AA5106E11F}"/>
              </a:ext>
            </a:extLst>
          </p:cNvPr>
          <p:cNvGrpSpPr/>
          <p:nvPr/>
        </p:nvGrpSpPr>
        <p:grpSpPr>
          <a:xfrm>
            <a:off x="9438731" y="2156095"/>
            <a:ext cx="1455120" cy="185400"/>
            <a:chOff x="9438731" y="2156095"/>
            <a:chExt cx="1455120" cy="18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FAB934E0-3131-2F1D-CDDA-1760BF28F291}"/>
                    </a:ext>
                  </a:extLst>
                </p14:cNvPr>
                <p14:cNvContentPartPr/>
                <p14:nvPr/>
              </p14:nvContentPartPr>
              <p14:xfrm>
                <a:off x="9438731" y="2242495"/>
                <a:ext cx="108360" cy="1080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FAB934E0-3131-2F1D-CDDA-1760BF28F291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9429731" y="2233855"/>
                  <a:ext cx="1260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12231C27-1A2F-DC3D-3D6C-301AB4BE6767}"/>
                    </a:ext>
                  </a:extLst>
                </p14:cNvPr>
                <p14:cNvContentPartPr/>
                <p14:nvPr/>
              </p14:nvContentPartPr>
              <p14:xfrm>
                <a:off x="9720611" y="2220895"/>
                <a:ext cx="376200" cy="11808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12231C27-1A2F-DC3D-3D6C-301AB4BE6767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9711611" y="2212255"/>
                  <a:ext cx="3938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0CEBDDF4-FE18-A8FF-0F85-81E2D5DCD6DA}"/>
                    </a:ext>
                  </a:extLst>
                </p14:cNvPr>
                <p14:cNvContentPartPr/>
                <p14:nvPr/>
              </p14:nvContentPartPr>
              <p14:xfrm>
                <a:off x="10039931" y="2184895"/>
                <a:ext cx="241560" cy="12204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0CEBDDF4-FE18-A8FF-0F85-81E2D5DCD6DA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0031291" y="2175895"/>
                  <a:ext cx="2592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5F433AD3-5AF2-1C63-A305-22D3695BD2C2}"/>
                    </a:ext>
                  </a:extLst>
                </p14:cNvPr>
                <p14:cNvContentPartPr/>
                <p14:nvPr/>
              </p14:nvContentPartPr>
              <p14:xfrm>
                <a:off x="10144691" y="2156095"/>
                <a:ext cx="210240" cy="14904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5F433AD3-5AF2-1C63-A305-22D3695BD2C2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0136051" y="2147455"/>
                  <a:ext cx="2278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86CB185A-D1FB-2CCA-53A4-5AEDC86F9446}"/>
                    </a:ext>
                  </a:extLst>
                </p14:cNvPr>
                <p14:cNvContentPartPr/>
                <p14:nvPr/>
              </p14:nvContentPartPr>
              <p14:xfrm>
                <a:off x="10241171" y="2200375"/>
                <a:ext cx="436680" cy="10224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86CB185A-D1FB-2CCA-53A4-5AEDC86F9446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0232531" y="2191735"/>
                  <a:ext cx="4543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E7C00886-6C4E-B611-C7FE-28A8D4D96B4B}"/>
                    </a:ext>
                  </a:extLst>
                </p14:cNvPr>
                <p14:cNvContentPartPr/>
                <p14:nvPr/>
              </p14:nvContentPartPr>
              <p14:xfrm>
                <a:off x="10716731" y="2183815"/>
                <a:ext cx="177120" cy="15768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E7C00886-6C4E-B611-C7FE-28A8D4D96B4B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0708091" y="2175175"/>
                  <a:ext cx="194760" cy="17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398D60B3-779F-0C4C-8AF6-9D5048A68615}"/>
              </a:ext>
            </a:extLst>
          </p:cNvPr>
          <p:cNvGrpSpPr/>
          <p:nvPr/>
        </p:nvGrpSpPr>
        <p:grpSpPr>
          <a:xfrm>
            <a:off x="7620011" y="2690695"/>
            <a:ext cx="3524760" cy="719280"/>
            <a:chOff x="7620011" y="2690695"/>
            <a:chExt cx="3524760" cy="71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DAFB8114-81E1-8683-4BBB-1608F37BCA1C}"/>
                    </a:ext>
                  </a:extLst>
                </p14:cNvPr>
                <p14:cNvContentPartPr/>
                <p14:nvPr/>
              </p14:nvContentPartPr>
              <p14:xfrm>
                <a:off x="7864811" y="2918935"/>
                <a:ext cx="42480" cy="22356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DAFB8114-81E1-8683-4BBB-1608F37BCA1C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7856171" y="2910295"/>
                  <a:ext cx="601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3678830F-692B-E2F3-D4C3-DC9E5E59492E}"/>
                    </a:ext>
                  </a:extLst>
                </p14:cNvPr>
                <p14:cNvContentPartPr/>
                <p14:nvPr/>
              </p14:nvContentPartPr>
              <p14:xfrm>
                <a:off x="7735931" y="2893375"/>
                <a:ext cx="333000" cy="2484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3678830F-692B-E2F3-D4C3-DC9E5E59492E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7727291" y="2884735"/>
                  <a:ext cx="3506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5AC8690A-048D-823F-76A1-B0B727CD92E1}"/>
                    </a:ext>
                  </a:extLst>
                </p14:cNvPr>
                <p14:cNvContentPartPr/>
                <p14:nvPr/>
              </p14:nvContentPartPr>
              <p14:xfrm>
                <a:off x="8019611" y="2948815"/>
                <a:ext cx="415440" cy="16092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5AC8690A-048D-823F-76A1-B0B727CD92E1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8010971" y="2939815"/>
                  <a:ext cx="4330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588B014F-C71C-8516-BBF2-C0E94D361336}"/>
                    </a:ext>
                  </a:extLst>
                </p14:cNvPr>
                <p14:cNvContentPartPr/>
                <p14:nvPr/>
              </p14:nvContentPartPr>
              <p14:xfrm>
                <a:off x="8224091" y="2901655"/>
                <a:ext cx="292320" cy="1872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588B014F-C71C-8516-BBF2-C0E94D361336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8215091" y="2893015"/>
                  <a:ext cx="3099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0EEA2DED-D417-B496-E408-79EBFFB4149E}"/>
                    </a:ext>
                  </a:extLst>
                </p14:cNvPr>
                <p14:cNvContentPartPr/>
                <p14:nvPr/>
              </p14:nvContentPartPr>
              <p14:xfrm>
                <a:off x="8518211" y="3015415"/>
                <a:ext cx="120600" cy="12492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0EEA2DED-D417-B496-E408-79EBFFB4149E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8509571" y="3006415"/>
                  <a:ext cx="1382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939C8A51-287C-DC8C-7B49-A176B9E15692}"/>
                    </a:ext>
                  </a:extLst>
                </p14:cNvPr>
                <p14:cNvContentPartPr/>
                <p14:nvPr/>
              </p14:nvContentPartPr>
              <p14:xfrm>
                <a:off x="8674451" y="3012895"/>
                <a:ext cx="264240" cy="15660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939C8A51-287C-DC8C-7B49-A176B9E15692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8665811" y="3004255"/>
                  <a:ext cx="2818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1D1119EA-163F-3893-1444-D490C21E9721}"/>
                    </a:ext>
                  </a:extLst>
                </p14:cNvPr>
                <p14:cNvContentPartPr/>
                <p14:nvPr/>
              </p14:nvContentPartPr>
              <p14:xfrm>
                <a:off x="9079451" y="2934055"/>
                <a:ext cx="159120" cy="6156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1D1119EA-163F-3893-1444-D490C21E9721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9070811" y="2925415"/>
                  <a:ext cx="1767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04ECD5FE-C715-2A15-AE0E-A27DD59760AE}"/>
                    </a:ext>
                  </a:extLst>
                </p14:cNvPr>
                <p14:cNvContentPartPr/>
                <p14:nvPr/>
              </p14:nvContentPartPr>
              <p14:xfrm>
                <a:off x="9374651" y="2864215"/>
                <a:ext cx="179640" cy="20520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04ECD5FE-C715-2A15-AE0E-A27DD59760AE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9366011" y="2855215"/>
                  <a:ext cx="1972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A6B812CE-0166-6A72-9277-3CA100198BB5}"/>
                    </a:ext>
                  </a:extLst>
                </p14:cNvPr>
                <p14:cNvContentPartPr/>
                <p14:nvPr/>
              </p14:nvContentPartPr>
              <p14:xfrm>
                <a:off x="9589211" y="2885815"/>
                <a:ext cx="118080" cy="15516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A6B812CE-0166-6A72-9277-3CA100198BB5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9580211" y="2877175"/>
                  <a:ext cx="1357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D523A889-2727-F38A-9966-52FEECCC3415}"/>
                    </a:ext>
                  </a:extLst>
                </p14:cNvPr>
                <p14:cNvContentPartPr/>
                <p14:nvPr/>
              </p14:nvContentPartPr>
              <p14:xfrm>
                <a:off x="9623411" y="2904175"/>
                <a:ext cx="347760" cy="11016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D523A889-2727-F38A-9966-52FEECCC3415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9614771" y="2895535"/>
                  <a:ext cx="36540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0ADBD69D-9407-E294-8A38-5D119AD43E0D}"/>
                    </a:ext>
                  </a:extLst>
                </p14:cNvPr>
                <p14:cNvContentPartPr/>
                <p14:nvPr/>
              </p14:nvContentPartPr>
              <p14:xfrm>
                <a:off x="10018691" y="2855935"/>
                <a:ext cx="216000" cy="1447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0ADBD69D-9407-E294-8A38-5D119AD43E0D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0009691" y="2847295"/>
                  <a:ext cx="2336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C863309F-494C-1DB2-B7E2-6163E7D38723}"/>
                    </a:ext>
                  </a:extLst>
                </p14:cNvPr>
                <p14:cNvContentPartPr/>
                <p14:nvPr/>
              </p14:nvContentPartPr>
              <p14:xfrm>
                <a:off x="10149371" y="2870695"/>
                <a:ext cx="294480" cy="12564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C863309F-494C-1DB2-B7E2-6163E7D38723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0140731" y="2861695"/>
                  <a:ext cx="3121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5AC40EA1-4837-177E-21AF-C2E045AA9757}"/>
                    </a:ext>
                  </a:extLst>
                </p14:cNvPr>
                <p14:cNvContentPartPr/>
                <p14:nvPr/>
              </p14:nvContentPartPr>
              <p14:xfrm>
                <a:off x="10598291" y="2807335"/>
                <a:ext cx="59400" cy="15300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5AC40EA1-4837-177E-21AF-C2E045AA9757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0589291" y="2798695"/>
                  <a:ext cx="770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0B665B3F-547E-BF32-5B7F-B09C757F614C}"/>
                    </a:ext>
                  </a:extLst>
                </p14:cNvPr>
                <p14:cNvContentPartPr/>
                <p14:nvPr/>
              </p14:nvContentPartPr>
              <p14:xfrm>
                <a:off x="10666331" y="2841895"/>
                <a:ext cx="159480" cy="11880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0B665B3F-547E-BF32-5B7F-B09C757F614C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0657331" y="2833255"/>
                  <a:ext cx="1771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0CE49EFC-853F-B960-A71A-84191C28F877}"/>
                    </a:ext>
                  </a:extLst>
                </p14:cNvPr>
                <p14:cNvContentPartPr/>
                <p14:nvPr/>
              </p14:nvContentPartPr>
              <p14:xfrm>
                <a:off x="7620011" y="2739295"/>
                <a:ext cx="103680" cy="60048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0CE49EFC-853F-B960-A71A-84191C28F877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7611011" y="2730295"/>
                  <a:ext cx="121320" cy="61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DFC45F14-82C4-1EC0-77B3-297171E71E04}"/>
                    </a:ext>
                  </a:extLst>
                </p14:cNvPr>
                <p14:cNvContentPartPr/>
                <p14:nvPr/>
              </p14:nvContentPartPr>
              <p14:xfrm>
                <a:off x="7947251" y="3204415"/>
                <a:ext cx="13680" cy="6984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DFC45F14-82C4-1EC0-77B3-297171E71E04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7938611" y="3195415"/>
                  <a:ext cx="313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93E01237-2C35-F63C-F4CC-D437D6A84322}"/>
                    </a:ext>
                  </a:extLst>
                </p14:cNvPr>
                <p14:cNvContentPartPr/>
                <p14:nvPr/>
              </p14:nvContentPartPr>
              <p14:xfrm>
                <a:off x="7643051" y="2690695"/>
                <a:ext cx="3501720" cy="71928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93E01237-2C35-F63C-F4CC-D437D6A84322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7634411" y="2682055"/>
                  <a:ext cx="3519360" cy="73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AD11FFF5-BAB7-89DE-14EA-8D3B3DC028B4}"/>
              </a:ext>
            </a:extLst>
          </p:cNvPr>
          <p:cNvGrpSpPr/>
          <p:nvPr/>
        </p:nvGrpSpPr>
        <p:grpSpPr>
          <a:xfrm>
            <a:off x="4339691" y="3433015"/>
            <a:ext cx="1059840" cy="459720"/>
            <a:chOff x="4339691" y="3433015"/>
            <a:chExt cx="1059840" cy="45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A78A4D53-FCEF-22C3-D78B-26AF54AD6EF4}"/>
                    </a:ext>
                  </a:extLst>
                </p14:cNvPr>
                <p14:cNvContentPartPr/>
                <p14:nvPr/>
              </p14:nvContentPartPr>
              <p14:xfrm>
                <a:off x="4339691" y="3433015"/>
                <a:ext cx="241920" cy="27720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A78A4D53-FCEF-22C3-D78B-26AF54AD6EF4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4330691" y="3424015"/>
                  <a:ext cx="25956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46CEE76D-84EC-0B4F-CB70-0B76A1B0BDAD}"/>
                    </a:ext>
                  </a:extLst>
                </p14:cNvPr>
                <p14:cNvContentPartPr/>
                <p14:nvPr/>
              </p14:nvContentPartPr>
              <p14:xfrm>
                <a:off x="4573691" y="3445975"/>
                <a:ext cx="28440" cy="22392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46CEE76D-84EC-0B4F-CB70-0B76A1B0BDAD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4565051" y="3437335"/>
                  <a:ext cx="460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80221D09-D880-47CB-CD67-6292BE698BE8}"/>
                    </a:ext>
                  </a:extLst>
                </p14:cNvPr>
                <p14:cNvContentPartPr/>
                <p14:nvPr/>
              </p14:nvContentPartPr>
              <p14:xfrm>
                <a:off x="4520411" y="3560095"/>
                <a:ext cx="337680" cy="11304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80221D09-D880-47CB-CD67-6292BE698BE8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4511771" y="3551095"/>
                  <a:ext cx="3553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8DA8EC08-6B69-AFE3-F307-DC1CEDA968C7}"/>
                    </a:ext>
                  </a:extLst>
                </p14:cNvPr>
                <p14:cNvContentPartPr/>
                <p14:nvPr/>
              </p14:nvContentPartPr>
              <p14:xfrm>
                <a:off x="4835051" y="3472975"/>
                <a:ext cx="219960" cy="17244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8DA8EC08-6B69-AFE3-F307-DC1CEDA968C7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4826411" y="3463975"/>
                  <a:ext cx="2376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AF2EE3D8-A128-9E5F-9690-676688960C44}"/>
                    </a:ext>
                  </a:extLst>
                </p14:cNvPr>
                <p14:cNvContentPartPr/>
                <p14:nvPr/>
              </p14:nvContentPartPr>
              <p14:xfrm>
                <a:off x="4390811" y="3475135"/>
                <a:ext cx="1008720" cy="41760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AF2EE3D8-A128-9E5F-9690-676688960C44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4381811" y="3466495"/>
                  <a:ext cx="1026360" cy="435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9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4777B54E-5749-912A-E275-E1B2711C207E}"/>
                  </a:ext>
                </a:extLst>
              </p14:cNvPr>
              <p14:cNvContentPartPr/>
              <p14:nvPr/>
            </p14:nvContentPartPr>
            <p14:xfrm>
              <a:off x="5645771" y="3610135"/>
              <a:ext cx="7200" cy="4680"/>
            </p14:xfrm>
          </p:contentPart>
        </mc:Choice>
        <mc:Fallback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4777B54E-5749-912A-E275-E1B2711C207E}"/>
                  </a:ext>
                </a:extLst>
              </p:cNvPr>
              <p:cNvPicPr/>
              <p:nvPr/>
            </p:nvPicPr>
            <p:blipFill>
              <a:blip r:embed="rId400"/>
              <a:stretch>
                <a:fillRect/>
              </a:stretch>
            </p:blipFill>
            <p:spPr>
              <a:xfrm>
                <a:off x="5637131" y="3601135"/>
                <a:ext cx="2484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1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12EECF8E-F559-BC7F-2945-B6840F064C10}"/>
                  </a:ext>
                </a:extLst>
              </p14:cNvPr>
              <p14:cNvContentPartPr/>
              <p14:nvPr/>
            </p14:nvContentPartPr>
            <p14:xfrm>
              <a:off x="5635331" y="3702295"/>
              <a:ext cx="3960" cy="24120"/>
            </p14:xfrm>
          </p:contentPart>
        </mc:Choice>
        <mc:Fallback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12EECF8E-F559-BC7F-2945-B6840F064C10}"/>
                  </a:ext>
                </a:extLst>
              </p:cNvPr>
              <p:cNvPicPr/>
              <p:nvPr/>
            </p:nvPicPr>
            <p:blipFill>
              <a:blip r:embed="rId402"/>
              <a:stretch>
                <a:fillRect/>
              </a:stretch>
            </p:blipFill>
            <p:spPr>
              <a:xfrm>
                <a:off x="5626691" y="3693295"/>
                <a:ext cx="21600" cy="4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1" name="Group 260">
            <a:extLst>
              <a:ext uri="{FF2B5EF4-FFF2-40B4-BE49-F238E27FC236}">
                <a16:creationId xmlns:a16="http://schemas.microsoft.com/office/drawing/2014/main" id="{D42CD993-FCAB-244A-450B-DF7C49195F1C}"/>
              </a:ext>
            </a:extLst>
          </p:cNvPr>
          <p:cNvGrpSpPr/>
          <p:nvPr/>
        </p:nvGrpSpPr>
        <p:grpSpPr>
          <a:xfrm>
            <a:off x="5934131" y="3567295"/>
            <a:ext cx="2041560" cy="298800"/>
            <a:chOff x="5934131" y="3567295"/>
            <a:chExt cx="2041560" cy="29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DC7AA30E-7B08-0173-FC76-5B4A39FF3270}"/>
                    </a:ext>
                  </a:extLst>
                </p14:cNvPr>
                <p14:cNvContentPartPr/>
                <p14:nvPr/>
              </p14:nvContentPartPr>
              <p14:xfrm>
                <a:off x="5996051" y="3613015"/>
                <a:ext cx="27000" cy="21744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DC7AA30E-7B08-0173-FC76-5B4A39FF3270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5987051" y="3604015"/>
                  <a:ext cx="446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2771804D-1052-0F6C-7DEE-0E212FC3475B}"/>
                    </a:ext>
                  </a:extLst>
                </p14:cNvPr>
                <p14:cNvContentPartPr/>
                <p14:nvPr/>
              </p14:nvContentPartPr>
              <p14:xfrm>
                <a:off x="5934131" y="3567295"/>
                <a:ext cx="367920" cy="29880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2771804D-1052-0F6C-7DEE-0E212FC3475B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5925491" y="3558655"/>
                  <a:ext cx="38556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71AAA131-DDEC-318E-FB1C-3CC64349751D}"/>
                    </a:ext>
                  </a:extLst>
                </p14:cNvPr>
                <p14:cNvContentPartPr/>
                <p14:nvPr/>
              </p14:nvContentPartPr>
              <p14:xfrm>
                <a:off x="6422291" y="3710935"/>
                <a:ext cx="136800" cy="5976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71AAA131-DDEC-318E-FB1C-3CC64349751D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6413291" y="3701935"/>
                  <a:ext cx="1544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0641B9DA-49E3-F268-72EC-8101E7C84F5A}"/>
                    </a:ext>
                  </a:extLst>
                </p14:cNvPr>
                <p14:cNvContentPartPr/>
                <p14:nvPr/>
              </p14:nvContentPartPr>
              <p14:xfrm>
                <a:off x="6727211" y="3627775"/>
                <a:ext cx="295920" cy="20196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0641B9DA-49E3-F268-72EC-8101E7C84F5A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6718211" y="3618775"/>
                  <a:ext cx="3135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E44E9DB2-6ED2-11CC-8804-4C70EF38FCA3}"/>
                    </a:ext>
                  </a:extLst>
                </p14:cNvPr>
                <p14:cNvContentPartPr/>
                <p14:nvPr/>
              </p14:nvContentPartPr>
              <p14:xfrm>
                <a:off x="7086851" y="3643975"/>
                <a:ext cx="169920" cy="16776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E44E9DB2-6ED2-11CC-8804-4C70EF38FCA3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7078211" y="3634975"/>
                  <a:ext cx="1875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BFD40462-AE35-AAAB-25BA-E298101371DE}"/>
                    </a:ext>
                  </a:extLst>
                </p14:cNvPr>
                <p14:cNvContentPartPr/>
                <p14:nvPr/>
              </p14:nvContentPartPr>
              <p14:xfrm>
                <a:off x="7378091" y="3644335"/>
                <a:ext cx="187560" cy="18360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BFD40462-AE35-AAAB-25BA-E298101371DE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7369091" y="3635695"/>
                  <a:ext cx="2052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3A29AE74-701E-5A0A-E84D-F4B41D15FCB2}"/>
                    </a:ext>
                  </a:extLst>
                </p14:cNvPr>
                <p14:cNvContentPartPr/>
                <p14:nvPr/>
              </p14:nvContentPartPr>
              <p14:xfrm>
                <a:off x="7676891" y="3660895"/>
                <a:ext cx="20160" cy="14292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3A29AE74-701E-5A0A-E84D-F4B41D15FCB2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7668251" y="3651895"/>
                  <a:ext cx="378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CF6DDBBB-6BC4-586D-31D9-939A22025CFE}"/>
                    </a:ext>
                  </a:extLst>
                </p14:cNvPr>
                <p14:cNvContentPartPr/>
                <p14:nvPr/>
              </p14:nvContentPartPr>
              <p14:xfrm>
                <a:off x="7644491" y="3606535"/>
                <a:ext cx="331200" cy="24228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CF6DDBBB-6BC4-586D-31D9-939A22025CFE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7635491" y="3597895"/>
                  <a:ext cx="348840" cy="25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5C4B1896-A510-9F80-2FFE-BD0AFD582120}"/>
              </a:ext>
            </a:extLst>
          </p:cNvPr>
          <p:cNvGrpSpPr/>
          <p:nvPr/>
        </p:nvGrpSpPr>
        <p:grpSpPr>
          <a:xfrm>
            <a:off x="5924771" y="4206655"/>
            <a:ext cx="937080" cy="210960"/>
            <a:chOff x="5924771" y="4206655"/>
            <a:chExt cx="937080" cy="21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A64B6DD0-6F97-D6AE-602B-017773910CD9}"/>
                    </a:ext>
                  </a:extLst>
                </p14:cNvPr>
                <p14:cNvContentPartPr/>
                <p14:nvPr/>
              </p14:nvContentPartPr>
              <p14:xfrm>
                <a:off x="5924771" y="4206655"/>
                <a:ext cx="131760" cy="19800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A64B6DD0-6F97-D6AE-602B-017773910CD9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5916131" y="4197655"/>
                  <a:ext cx="1494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5FC6917E-222C-560B-6051-7ABACB6633C4}"/>
                    </a:ext>
                  </a:extLst>
                </p14:cNvPr>
                <p14:cNvContentPartPr/>
                <p14:nvPr/>
              </p14:nvContentPartPr>
              <p14:xfrm>
                <a:off x="6114131" y="4313575"/>
                <a:ext cx="162720" cy="10404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5FC6917E-222C-560B-6051-7ABACB6633C4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6105131" y="4304575"/>
                  <a:ext cx="1803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C128E99E-40EF-C930-EC63-DFC2C24281A9}"/>
                    </a:ext>
                  </a:extLst>
                </p14:cNvPr>
                <p14:cNvContentPartPr/>
                <p14:nvPr/>
              </p14:nvContentPartPr>
              <p14:xfrm>
                <a:off x="6367931" y="4267855"/>
                <a:ext cx="130680" cy="5076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C128E99E-40EF-C930-EC63-DFC2C24281A9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6358931" y="4258855"/>
                  <a:ext cx="1483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063C5D07-4642-BF9E-5FF4-3175445B317A}"/>
                    </a:ext>
                  </a:extLst>
                </p14:cNvPr>
                <p14:cNvContentPartPr/>
                <p14:nvPr/>
              </p14:nvContentPartPr>
              <p14:xfrm>
                <a:off x="6622811" y="4215295"/>
                <a:ext cx="239040" cy="20160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063C5D07-4642-BF9E-5FF4-3175445B317A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6614171" y="4206295"/>
                  <a:ext cx="256680" cy="21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BE112F8D-526B-28D5-182F-7568C446F6D2}"/>
              </a:ext>
            </a:extLst>
          </p:cNvPr>
          <p:cNvGrpSpPr/>
          <p:nvPr/>
        </p:nvGrpSpPr>
        <p:grpSpPr>
          <a:xfrm>
            <a:off x="7068851" y="4248415"/>
            <a:ext cx="127440" cy="69840"/>
            <a:chOff x="7068851" y="4248415"/>
            <a:chExt cx="127440" cy="6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6FC481FE-6259-7E22-5208-FF240ED6609B}"/>
                    </a:ext>
                  </a:extLst>
                </p14:cNvPr>
                <p14:cNvContentPartPr/>
                <p14:nvPr/>
              </p14:nvContentPartPr>
              <p14:xfrm>
                <a:off x="7068851" y="4248415"/>
                <a:ext cx="127440" cy="1044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6FC481FE-6259-7E22-5208-FF240ED6609B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7060211" y="4239775"/>
                  <a:ext cx="1450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2046EB59-4CC1-779C-123C-4706D1DE80FF}"/>
                    </a:ext>
                  </a:extLst>
                </p14:cNvPr>
                <p14:cNvContentPartPr/>
                <p14:nvPr/>
              </p14:nvContentPartPr>
              <p14:xfrm>
                <a:off x="7075331" y="4298095"/>
                <a:ext cx="116640" cy="2016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2046EB59-4CC1-779C-123C-4706D1DE80FF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7066331" y="4289455"/>
                  <a:ext cx="134280" cy="3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48655A7E-01E4-E725-9BA6-76D582938155}"/>
              </a:ext>
            </a:extLst>
          </p:cNvPr>
          <p:cNvGrpSpPr/>
          <p:nvPr/>
        </p:nvGrpSpPr>
        <p:grpSpPr>
          <a:xfrm>
            <a:off x="7416971" y="3922615"/>
            <a:ext cx="1285920" cy="709200"/>
            <a:chOff x="7416971" y="3922615"/>
            <a:chExt cx="1285920" cy="70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EBB0E3A0-5BE1-D75A-3010-A02BD9C83C2F}"/>
                    </a:ext>
                  </a:extLst>
                </p14:cNvPr>
                <p14:cNvContentPartPr/>
                <p14:nvPr/>
              </p14:nvContentPartPr>
              <p14:xfrm>
                <a:off x="7416971" y="4174975"/>
                <a:ext cx="20880" cy="16956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EBB0E3A0-5BE1-D75A-3010-A02BD9C83C2F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7408331" y="4166335"/>
                  <a:ext cx="385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3B18B41D-E6E3-8534-187C-119D3F931CBD}"/>
                    </a:ext>
                  </a:extLst>
                </p14:cNvPr>
                <p14:cNvContentPartPr/>
                <p14:nvPr/>
              </p14:nvContentPartPr>
              <p14:xfrm>
                <a:off x="7522451" y="4168495"/>
                <a:ext cx="310320" cy="13320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3B18B41D-E6E3-8534-187C-119D3F931CBD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7513451" y="4159855"/>
                  <a:ext cx="3279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05E65D4E-696B-6DE1-04FB-16B385FA52BA}"/>
                    </a:ext>
                  </a:extLst>
                </p14:cNvPr>
                <p14:cNvContentPartPr/>
                <p14:nvPr/>
              </p14:nvContentPartPr>
              <p14:xfrm>
                <a:off x="7940771" y="4163815"/>
                <a:ext cx="29520" cy="13680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05E65D4E-696B-6DE1-04FB-16B385FA52BA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7932131" y="4155175"/>
                  <a:ext cx="471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E1E0E341-2B4A-F988-6DFC-DA003327F8C9}"/>
                    </a:ext>
                  </a:extLst>
                </p14:cNvPr>
                <p14:cNvContentPartPr/>
                <p14:nvPr/>
              </p14:nvContentPartPr>
              <p14:xfrm>
                <a:off x="8029691" y="4124935"/>
                <a:ext cx="138240" cy="14868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E1E0E341-2B4A-F988-6DFC-DA003327F8C9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8020691" y="4115935"/>
                  <a:ext cx="1558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9E34E0AE-EC2B-8409-8231-9D101ECABFBE}"/>
                    </a:ext>
                  </a:extLst>
                </p14:cNvPr>
                <p14:cNvContentPartPr/>
                <p14:nvPr/>
              </p14:nvContentPartPr>
              <p14:xfrm>
                <a:off x="8289251" y="4027015"/>
                <a:ext cx="222840" cy="13176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9E34E0AE-EC2B-8409-8231-9D101ECABFBE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8280611" y="4018015"/>
                  <a:ext cx="2404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71A2FC08-239F-8110-AFFA-136CA89982BE}"/>
                    </a:ext>
                  </a:extLst>
                </p14:cNvPr>
                <p14:cNvContentPartPr/>
                <p14:nvPr/>
              </p14:nvContentPartPr>
              <p14:xfrm>
                <a:off x="8568971" y="3922615"/>
                <a:ext cx="133920" cy="21132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71A2FC08-239F-8110-AFFA-136CA89982BE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8559971" y="3913615"/>
                  <a:ext cx="15156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12ADE2DF-0D51-E596-28B8-06C6AF0ED47C}"/>
                    </a:ext>
                  </a:extLst>
                </p14:cNvPr>
                <p14:cNvContentPartPr/>
                <p14:nvPr/>
              </p14:nvContentPartPr>
              <p14:xfrm>
                <a:off x="8247131" y="4212775"/>
                <a:ext cx="417600" cy="3960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12ADE2DF-0D51-E596-28B8-06C6AF0ED47C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8238491" y="4204135"/>
                  <a:ext cx="4352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024765DA-293F-666A-4014-9F35892C6D84}"/>
                    </a:ext>
                  </a:extLst>
                </p14:cNvPr>
                <p14:cNvContentPartPr/>
                <p14:nvPr/>
              </p14:nvContentPartPr>
              <p14:xfrm>
                <a:off x="8350811" y="4314655"/>
                <a:ext cx="333720" cy="31716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024765DA-293F-666A-4014-9F35892C6D84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8341811" y="4305655"/>
                  <a:ext cx="351360" cy="33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B0DB1246-45AB-C446-9763-1A14E64215B8}"/>
              </a:ext>
            </a:extLst>
          </p:cNvPr>
          <p:cNvGrpSpPr/>
          <p:nvPr/>
        </p:nvGrpSpPr>
        <p:grpSpPr>
          <a:xfrm>
            <a:off x="5699411" y="4870855"/>
            <a:ext cx="4727520" cy="1102320"/>
            <a:chOff x="5699411" y="4870855"/>
            <a:chExt cx="4727520" cy="110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12F3993F-3B8F-5744-775A-ED3FCBBE12F5}"/>
                    </a:ext>
                  </a:extLst>
                </p14:cNvPr>
                <p14:cNvContentPartPr/>
                <p14:nvPr/>
              </p14:nvContentPartPr>
              <p14:xfrm>
                <a:off x="5898491" y="4967695"/>
                <a:ext cx="36720" cy="20988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12F3993F-3B8F-5744-775A-ED3FCBBE12F5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5889851" y="4958695"/>
                  <a:ext cx="543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7A7CA085-4A76-1AC9-49F7-36748C32AA4E}"/>
                    </a:ext>
                  </a:extLst>
                </p14:cNvPr>
                <p14:cNvContentPartPr/>
                <p14:nvPr/>
              </p14:nvContentPartPr>
              <p14:xfrm>
                <a:off x="5699411" y="4930975"/>
                <a:ext cx="362880" cy="4212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7A7CA085-4A76-1AC9-49F7-36748C32AA4E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5690771" y="4921975"/>
                  <a:ext cx="3805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5B58808B-E035-0602-2C19-8452BB425FF9}"/>
                    </a:ext>
                  </a:extLst>
                </p14:cNvPr>
                <p14:cNvContentPartPr/>
                <p14:nvPr/>
              </p14:nvContentPartPr>
              <p14:xfrm>
                <a:off x="6011171" y="5060935"/>
                <a:ext cx="138960" cy="12744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5B58808B-E035-0602-2C19-8452BB425FF9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6002171" y="5052295"/>
                  <a:ext cx="1566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C918FB38-837B-BA2C-C953-FC85C794E38E}"/>
                    </a:ext>
                  </a:extLst>
                </p14:cNvPr>
                <p14:cNvContentPartPr/>
                <p14:nvPr/>
              </p14:nvContentPartPr>
              <p14:xfrm>
                <a:off x="6189731" y="4963375"/>
                <a:ext cx="181440" cy="21924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C918FB38-837B-BA2C-C953-FC85C794E38E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6181091" y="4954735"/>
                  <a:ext cx="1990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97CA7CA9-1865-F28A-1FA0-B9142BFD470A}"/>
                    </a:ext>
                  </a:extLst>
                </p14:cNvPr>
                <p14:cNvContentPartPr/>
                <p14:nvPr/>
              </p14:nvContentPartPr>
              <p14:xfrm>
                <a:off x="6414731" y="4964815"/>
                <a:ext cx="409680" cy="17064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97CA7CA9-1865-F28A-1FA0-B9142BFD470A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6405731" y="4955815"/>
                  <a:ext cx="4273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0C83425C-A5B4-6685-2A95-9755E711D224}"/>
                    </a:ext>
                  </a:extLst>
                </p14:cNvPr>
                <p14:cNvContentPartPr/>
                <p14:nvPr/>
              </p14:nvContentPartPr>
              <p14:xfrm>
                <a:off x="6706331" y="4944655"/>
                <a:ext cx="260640" cy="17928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0C83425C-A5B4-6685-2A95-9755E711D224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6697691" y="4936015"/>
                  <a:ext cx="2782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1BBA88B0-E8A6-1B23-ECDF-770AEB5785CD}"/>
                    </a:ext>
                  </a:extLst>
                </p14:cNvPr>
                <p14:cNvContentPartPr/>
                <p14:nvPr/>
              </p14:nvContentPartPr>
              <p14:xfrm>
                <a:off x="7072451" y="4939615"/>
                <a:ext cx="178920" cy="18720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1BBA88B0-E8A6-1B23-ECDF-770AEB5785CD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7063451" y="4930615"/>
                  <a:ext cx="1965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130E6251-7574-BF9C-0AE3-A10E8A86A69E}"/>
                    </a:ext>
                  </a:extLst>
                </p14:cNvPr>
                <p14:cNvContentPartPr/>
                <p14:nvPr/>
              </p14:nvContentPartPr>
              <p14:xfrm>
                <a:off x="7494371" y="4970215"/>
                <a:ext cx="34920" cy="1296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130E6251-7574-BF9C-0AE3-A10E8A86A69E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7485371" y="4961215"/>
                  <a:ext cx="525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230735B8-A066-5BB5-C5A6-C736438652F0}"/>
                    </a:ext>
                  </a:extLst>
                </p14:cNvPr>
                <p14:cNvContentPartPr/>
                <p14:nvPr/>
              </p14:nvContentPartPr>
              <p14:xfrm>
                <a:off x="7498331" y="5121775"/>
                <a:ext cx="10440" cy="1260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230735B8-A066-5BB5-C5A6-C736438652F0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7489691" y="5112775"/>
                  <a:ext cx="280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520C8701-E54A-34D8-C14D-73FB925B71CA}"/>
                    </a:ext>
                  </a:extLst>
                </p14:cNvPr>
                <p14:cNvContentPartPr/>
                <p14:nvPr/>
              </p14:nvContentPartPr>
              <p14:xfrm>
                <a:off x="7882811" y="4916935"/>
                <a:ext cx="179640" cy="18396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520C8701-E54A-34D8-C14D-73FB925B71CA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7874171" y="4907935"/>
                  <a:ext cx="1972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1DA0DC03-F1B8-AC51-4D04-16761242CB09}"/>
                    </a:ext>
                  </a:extLst>
                </p14:cNvPr>
                <p14:cNvContentPartPr/>
                <p14:nvPr/>
              </p14:nvContentPartPr>
              <p14:xfrm>
                <a:off x="8073251" y="5035375"/>
                <a:ext cx="159120" cy="10548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1DA0DC03-F1B8-AC51-4D04-16761242CB09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8064611" y="5026375"/>
                  <a:ext cx="1767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280D3D94-532D-971E-12B7-06F28E959DE4}"/>
                    </a:ext>
                  </a:extLst>
                </p14:cNvPr>
                <p14:cNvContentPartPr/>
                <p14:nvPr/>
              </p14:nvContentPartPr>
              <p14:xfrm>
                <a:off x="8373851" y="4921615"/>
                <a:ext cx="140760" cy="12168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280D3D94-532D-971E-12B7-06F28E959DE4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8365211" y="4912615"/>
                  <a:ext cx="15840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D8F6E9FE-CFFE-A5C3-2CEA-2FDB358DB1EC}"/>
                    </a:ext>
                  </a:extLst>
                </p14:cNvPr>
                <p14:cNvContentPartPr/>
                <p14:nvPr/>
              </p14:nvContentPartPr>
              <p14:xfrm>
                <a:off x="8621531" y="4870855"/>
                <a:ext cx="160920" cy="20520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D8F6E9FE-CFFE-A5C3-2CEA-2FDB358DB1EC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8612531" y="4861855"/>
                  <a:ext cx="1785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34398A2B-0CBF-200D-5FBF-9EF158BF4D9A}"/>
                    </a:ext>
                  </a:extLst>
                </p14:cNvPr>
                <p14:cNvContentPartPr/>
                <p14:nvPr/>
              </p14:nvContentPartPr>
              <p14:xfrm>
                <a:off x="8772011" y="4998295"/>
                <a:ext cx="158040" cy="22536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34398A2B-0CBF-200D-5FBF-9EF158BF4D9A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8763011" y="4989295"/>
                  <a:ext cx="17568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D00EABC7-6802-7D33-6896-5F3C1DB68A2A}"/>
                    </a:ext>
                  </a:extLst>
                </p14:cNvPr>
                <p14:cNvContentPartPr/>
                <p14:nvPr/>
              </p14:nvContentPartPr>
              <p14:xfrm>
                <a:off x="9080171" y="4948975"/>
                <a:ext cx="282240" cy="4176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D00EABC7-6802-7D33-6896-5F3C1DB68A2A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9071171" y="4939975"/>
                  <a:ext cx="2998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6B46CB3F-F5C7-FCAB-1812-5DC9F6963748}"/>
                    </a:ext>
                  </a:extLst>
                </p14:cNvPr>
                <p14:cNvContentPartPr/>
                <p14:nvPr/>
              </p14:nvContentPartPr>
              <p14:xfrm>
                <a:off x="9345851" y="4911535"/>
                <a:ext cx="101160" cy="10368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6B46CB3F-F5C7-FCAB-1812-5DC9F6963748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9336851" y="4902895"/>
                  <a:ext cx="1188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2F267167-75B4-CA76-DCD5-B3D72879D741}"/>
                    </a:ext>
                  </a:extLst>
                </p14:cNvPr>
                <p14:cNvContentPartPr/>
                <p14:nvPr/>
              </p14:nvContentPartPr>
              <p14:xfrm>
                <a:off x="9527291" y="4909375"/>
                <a:ext cx="142920" cy="14724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2F267167-75B4-CA76-DCD5-B3D72879D741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9518291" y="4900375"/>
                  <a:ext cx="1605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05C55046-658E-258F-B41A-2AA9A72FA701}"/>
                    </a:ext>
                  </a:extLst>
                </p14:cNvPr>
                <p14:cNvContentPartPr/>
                <p14:nvPr/>
              </p14:nvContentPartPr>
              <p14:xfrm>
                <a:off x="9699011" y="4914055"/>
                <a:ext cx="383760" cy="21204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05C55046-658E-258F-B41A-2AA9A72FA701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9690371" y="4905055"/>
                  <a:ext cx="4014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8BE7CA2B-5627-5E56-E833-D0254ED4C59B}"/>
                    </a:ext>
                  </a:extLst>
                </p14:cNvPr>
                <p14:cNvContentPartPr/>
                <p14:nvPr/>
              </p14:nvContentPartPr>
              <p14:xfrm>
                <a:off x="10110131" y="4928095"/>
                <a:ext cx="84240" cy="9324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8BE7CA2B-5627-5E56-E833-D0254ED4C59B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10101491" y="4919095"/>
                  <a:ext cx="1018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4662DE7B-DCB9-FB9A-98C3-78478F059894}"/>
                    </a:ext>
                  </a:extLst>
                </p14:cNvPr>
                <p14:cNvContentPartPr/>
                <p14:nvPr/>
              </p14:nvContentPartPr>
              <p14:xfrm>
                <a:off x="10203731" y="4888855"/>
                <a:ext cx="223200" cy="13536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4662DE7B-DCB9-FB9A-98C3-78478F059894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10194731" y="4879855"/>
                  <a:ext cx="2408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45D8E304-AEED-8D84-7329-ADB10890F89F}"/>
                    </a:ext>
                  </a:extLst>
                </p14:cNvPr>
                <p14:cNvContentPartPr/>
                <p14:nvPr/>
              </p14:nvContentPartPr>
              <p14:xfrm>
                <a:off x="5921171" y="5596615"/>
                <a:ext cx="28080" cy="19980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45D8E304-AEED-8D84-7329-ADB10890F89F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5912171" y="5587975"/>
                  <a:ext cx="457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D0431124-701F-3453-C79D-AE307D89CD5B}"/>
                    </a:ext>
                  </a:extLst>
                </p14:cNvPr>
                <p14:cNvContentPartPr/>
                <p14:nvPr/>
              </p14:nvContentPartPr>
              <p14:xfrm>
                <a:off x="5733611" y="5521015"/>
                <a:ext cx="354600" cy="4032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D0431124-701F-3453-C79D-AE307D89CD5B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5724611" y="5512375"/>
                  <a:ext cx="3722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9EE6A1B8-C45C-7D4F-29F7-A5DA8583F8F2}"/>
                    </a:ext>
                  </a:extLst>
                </p14:cNvPr>
                <p14:cNvContentPartPr/>
                <p14:nvPr/>
              </p14:nvContentPartPr>
              <p14:xfrm>
                <a:off x="6041051" y="5589775"/>
                <a:ext cx="316440" cy="17748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9EE6A1B8-C45C-7D4F-29F7-A5DA8583F8F2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6032051" y="5580775"/>
                  <a:ext cx="3340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5E62BE96-F10A-AE5F-7C5D-1CB81219A591}"/>
                    </a:ext>
                  </a:extLst>
                </p14:cNvPr>
                <p14:cNvContentPartPr/>
                <p14:nvPr/>
              </p14:nvContentPartPr>
              <p14:xfrm>
                <a:off x="6375491" y="5578615"/>
                <a:ext cx="66960" cy="16488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5E62BE96-F10A-AE5F-7C5D-1CB81219A591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6366491" y="5569975"/>
                  <a:ext cx="846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7F642DB0-0D3A-2580-1935-FF3CC4A118C1}"/>
                    </a:ext>
                  </a:extLst>
                </p14:cNvPr>
                <p14:cNvContentPartPr/>
                <p14:nvPr/>
              </p14:nvContentPartPr>
              <p14:xfrm>
                <a:off x="6374771" y="5561695"/>
                <a:ext cx="175680" cy="16668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7F642DB0-0D3A-2580-1935-FF3CC4A118C1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6366131" y="5553055"/>
                  <a:ext cx="1933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5BCBD317-A8F3-E1E2-5F2E-811447073BE6}"/>
                    </a:ext>
                  </a:extLst>
                </p14:cNvPr>
                <p14:cNvContentPartPr/>
                <p14:nvPr/>
              </p14:nvContentPartPr>
              <p14:xfrm>
                <a:off x="6356771" y="5571775"/>
                <a:ext cx="241560" cy="18144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5BCBD317-A8F3-E1E2-5F2E-811447073BE6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6348131" y="5562775"/>
                  <a:ext cx="2592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90334B04-816E-A607-795A-71827668D550}"/>
                    </a:ext>
                  </a:extLst>
                </p14:cNvPr>
                <p14:cNvContentPartPr/>
                <p14:nvPr/>
              </p14:nvContentPartPr>
              <p14:xfrm>
                <a:off x="6813971" y="5503375"/>
                <a:ext cx="40680" cy="19404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90334B04-816E-A607-795A-71827668D550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6804971" y="5494735"/>
                  <a:ext cx="583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C9CF3A51-0329-BD96-96A2-1EFD00D01F27}"/>
                    </a:ext>
                  </a:extLst>
                </p14:cNvPr>
                <p14:cNvContentPartPr/>
                <p14:nvPr/>
              </p14:nvContentPartPr>
              <p14:xfrm>
                <a:off x="6722891" y="5502655"/>
                <a:ext cx="302040" cy="17352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C9CF3A51-0329-BD96-96A2-1EFD00D01F27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6713891" y="5494015"/>
                  <a:ext cx="3196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2CFBD978-F481-8857-33BA-73E9812E4473}"/>
                    </a:ext>
                  </a:extLst>
                </p14:cNvPr>
                <p14:cNvContentPartPr/>
                <p14:nvPr/>
              </p14:nvContentPartPr>
              <p14:xfrm>
                <a:off x="7071011" y="5487175"/>
                <a:ext cx="235800" cy="18504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2CFBD978-F481-8857-33BA-73E9812E4473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7062371" y="5478175"/>
                  <a:ext cx="2534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B2487D57-F49C-B5CA-53FD-AF08B40B592D}"/>
                    </a:ext>
                  </a:extLst>
                </p14:cNvPr>
                <p14:cNvContentPartPr/>
                <p14:nvPr/>
              </p14:nvContentPartPr>
              <p14:xfrm>
                <a:off x="7270811" y="5451535"/>
                <a:ext cx="298440" cy="17712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B2487D57-F49C-B5CA-53FD-AF08B40B592D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7261811" y="5442535"/>
                  <a:ext cx="3160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C2C19290-782C-041B-AB83-8C07C438D35E}"/>
                    </a:ext>
                  </a:extLst>
                </p14:cNvPr>
                <p14:cNvContentPartPr/>
                <p14:nvPr/>
              </p14:nvContentPartPr>
              <p14:xfrm>
                <a:off x="7915571" y="5481055"/>
                <a:ext cx="15840" cy="23076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C2C19290-782C-041B-AB83-8C07C438D35E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7906571" y="5472415"/>
                  <a:ext cx="334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D94A08FB-63CF-3CE8-84D8-76373A7994B0}"/>
                    </a:ext>
                  </a:extLst>
                </p14:cNvPr>
                <p14:cNvContentPartPr/>
                <p14:nvPr/>
              </p14:nvContentPartPr>
              <p14:xfrm>
                <a:off x="7716851" y="5464855"/>
                <a:ext cx="375120" cy="2952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D94A08FB-63CF-3CE8-84D8-76373A7994B0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7707851" y="5456215"/>
                  <a:ext cx="3927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78C05BFD-7B8A-C1E8-217D-B2B342DCAA49}"/>
                    </a:ext>
                  </a:extLst>
                </p14:cNvPr>
                <p14:cNvContentPartPr/>
                <p14:nvPr/>
              </p14:nvContentPartPr>
              <p14:xfrm>
                <a:off x="8093051" y="5567455"/>
                <a:ext cx="151920" cy="972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78C05BFD-7B8A-C1E8-217D-B2B342DCAA49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8084411" y="5558455"/>
                  <a:ext cx="1695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7A2BABC5-20F4-60DA-D4D0-513D5C1B3919}"/>
                    </a:ext>
                  </a:extLst>
                </p14:cNvPr>
                <p14:cNvContentPartPr/>
                <p14:nvPr/>
              </p14:nvContentPartPr>
              <p14:xfrm>
                <a:off x="8001611" y="5632975"/>
                <a:ext cx="251280" cy="18360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7A2BABC5-20F4-60DA-D4D0-513D5C1B3919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7992611" y="5623975"/>
                  <a:ext cx="2689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5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FD076BA3-57EE-4E45-004B-70D93E6B0D05}"/>
                    </a:ext>
                  </a:extLst>
                </p14:cNvPr>
                <p14:cNvContentPartPr/>
                <p14:nvPr/>
              </p14:nvContentPartPr>
              <p14:xfrm>
                <a:off x="8376731" y="5576455"/>
                <a:ext cx="127080" cy="17028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FD076BA3-57EE-4E45-004B-70D93E6B0D05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8368091" y="5567815"/>
                  <a:ext cx="1447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7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96DB9B92-1FA7-8DB7-D7F1-B948E76869AA}"/>
                    </a:ext>
                  </a:extLst>
                </p14:cNvPr>
                <p14:cNvContentPartPr/>
                <p14:nvPr/>
              </p14:nvContentPartPr>
              <p14:xfrm>
                <a:off x="8607851" y="5562775"/>
                <a:ext cx="140400" cy="16380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96DB9B92-1FA7-8DB7-D7F1-B948E76869AA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8599211" y="5554135"/>
                  <a:ext cx="15804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9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10898F4F-F05D-5042-2CFE-569C600704EA}"/>
                    </a:ext>
                  </a:extLst>
                </p14:cNvPr>
                <p14:cNvContentPartPr/>
                <p14:nvPr/>
              </p14:nvContentPartPr>
              <p14:xfrm>
                <a:off x="8807651" y="5582935"/>
                <a:ext cx="149400" cy="13644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10898F4F-F05D-5042-2CFE-569C600704EA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8798651" y="5573935"/>
                  <a:ext cx="16704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1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50824CA0-ECFD-F1F5-DEB2-FAA7154B35FE}"/>
                    </a:ext>
                  </a:extLst>
                </p14:cNvPr>
                <p14:cNvContentPartPr/>
                <p14:nvPr/>
              </p14:nvContentPartPr>
              <p14:xfrm>
                <a:off x="9120131" y="5553055"/>
                <a:ext cx="222840" cy="16020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50824CA0-ECFD-F1F5-DEB2-FAA7154B35FE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9111491" y="5544415"/>
                  <a:ext cx="24048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3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A55B8C50-6ECC-C41D-B1FF-4DA213971799}"/>
                    </a:ext>
                  </a:extLst>
                </p14:cNvPr>
                <p14:cNvContentPartPr/>
                <p14:nvPr/>
              </p14:nvContentPartPr>
              <p14:xfrm>
                <a:off x="7621091" y="5390335"/>
                <a:ext cx="108360" cy="40428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A55B8C50-6ECC-C41D-B1FF-4DA213971799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7612091" y="5381335"/>
                  <a:ext cx="12600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9A289134-9962-7BA3-EA07-B03BF442D43C}"/>
                    </a:ext>
                  </a:extLst>
                </p14:cNvPr>
                <p14:cNvContentPartPr/>
                <p14:nvPr/>
              </p14:nvContentPartPr>
              <p14:xfrm>
                <a:off x="7676891" y="5262535"/>
                <a:ext cx="2016360" cy="71064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9A289134-9962-7BA3-EA07-B03BF442D43C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7668251" y="5253535"/>
                  <a:ext cx="2034000" cy="728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18662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CCE879B0-4F50-A119-DE8C-DBB8EB88A4B2}"/>
              </a:ext>
            </a:extLst>
          </p:cNvPr>
          <p:cNvGrpSpPr/>
          <p:nvPr/>
        </p:nvGrpSpPr>
        <p:grpSpPr>
          <a:xfrm>
            <a:off x="426131" y="394975"/>
            <a:ext cx="535680" cy="276840"/>
            <a:chOff x="426131" y="394975"/>
            <a:chExt cx="535680" cy="27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DD19DAF-5551-8FBE-DFDA-A71AEB5A8474}"/>
                    </a:ext>
                  </a:extLst>
                </p14:cNvPr>
                <p14:cNvContentPartPr/>
                <p14:nvPr/>
              </p14:nvContentPartPr>
              <p14:xfrm>
                <a:off x="426131" y="496855"/>
                <a:ext cx="16560" cy="1551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DD19DAF-5551-8FBE-DFDA-A71AEB5A847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17491" y="487855"/>
                  <a:ext cx="342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D7E6B2A-9D62-6071-7572-033EDD3BCFDD}"/>
                    </a:ext>
                  </a:extLst>
                </p14:cNvPr>
                <p14:cNvContentPartPr/>
                <p14:nvPr/>
              </p14:nvContentPartPr>
              <p14:xfrm>
                <a:off x="545291" y="394975"/>
                <a:ext cx="171360" cy="2318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D7E6B2A-9D62-6071-7572-033EDD3BCFD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36291" y="386335"/>
                  <a:ext cx="18900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50159B4-95F8-104E-8E49-AAA18B96432C}"/>
                    </a:ext>
                  </a:extLst>
                </p14:cNvPr>
                <p14:cNvContentPartPr/>
                <p14:nvPr/>
              </p14:nvContentPartPr>
              <p14:xfrm>
                <a:off x="754811" y="562015"/>
                <a:ext cx="207000" cy="1098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50159B4-95F8-104E-8E49-AAA18B96432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45811" y="553015"/>
                  <a:ext cx="224640" cy="12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3018380-D380-71AB-1C6F-41A346F2AA71}"/>
              </a:ext>
            </a:extLst>
          </p:cNvPr>
          <p:cNvGrpSpPr/>
          <p:nvPr/>
        </p:nvGrpSpPr>
        <p:grpSpPr>
          <a:xfrm>
            <a:off x="1252691" y="429175"/>
            <a:ext cx="422280" cy="100800"/>
            <a:chOff x="1252691" y="429175"/>
            <a:chExt cx="422280" cy="10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A1C05B7-4BE8-E8B4-C632-83F8F8AC07E5}"/>
                    </a:ext>
                  </a:extLst>
                </p14:cNvPr>
                <p14:cNvContentPartPr/>
                <p14:nvPr/>
              </p14:nvContentPartPr>
              <p14:xfrm>
                <a:off x="1252691" y="463375"/>
                <a:ext cx="321840" cy="237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A1C05B7-4BE8-E8B4-C632-83F8F8AC07E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43691" y="454735"/>
                  <a:ext cx="3394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B321EF5-8D02-8834-B847-D1130DFDD5EA}"/>
                    </a:ext>
                  </a:extLst>
                </p14:cNvPr>
                <p14:cNvContentPartPr/>
                <p14:nvPr/>
              </p14:nvContentPartPr>
              <p14:xfrm>
                <a:off x="1552571" y="429175"/>
                <a:ext cx="122400" cy="1008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B321EF5-8D02-8834-B847-D1130DFDD5E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43931" y="420175"/>
                  <a:ext cx="140040" cy="11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A687DD5-B4C3-3497-4746-5C95FA50DF2D}"/>
                  </a:ext>
                </a:extLst>
              </p14:cNvPr>
              <p14:cNvContentPartPr/>
              <p14:nvPr/>
            </p14:nvContentPartPr>
            <p14:xfrm>
              <a:off x="2219291" y="395335"/>
              <a:ext cx="205200" cy="1778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A687DD5-B4C3-3497-4746-5C95FA50DF2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210291" y="386335"/>
                <a:ext cx="22284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E9B62EC-4D9C-3ED9-DE6E-5C7293568152}"/>
                  </a:ext>
                </a:extLst>
              </p14:cNvPr>
              <p14:cNvContentPartPr/>
              <p14:nvPr/>
            </p14:nvContentPartPr>
            <p14:xfrm>
              <a:off x="2530331" y="312895"/>
              <a:ext cx="226080" cy="2448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E9B62EC-4D9C-3ED9-DE6E-5C729356815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21331" y="304255"/>
                <a:ext cx="24372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BA78F69-0263-2654-3D6A-661990125713}"/>
                  </a:ext>
                </a:extLst>
              </p14:cNvPr>
              <p14:cNvContentPartPr/>
              <p14:nvPr/>
            </p14:nvContentPartPr>
            <p14:xfrm>
              <a:off x="2423411" y="276175"/>
              <a:ext cx="477360" cy="417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BA78F69-0263-2654-3D6A-66199012571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414411" y="267535"/>
                <a:ext cx="49500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DA1AD8F-3CCF-7844-34FF-A32AE105ACB4}"/>
                  </a:ext>
                </a:extLst>
              </p14:cNvPr>
              <p14:cNvContentPartPr/>
              <p14:nvPr/>
            </p14:nvContentPartPr>
            <p14:xfrm>
              <a:off x="2952971" y="401095"/>
              <a:ext cx="128880" cy="81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DA1AD8F-3CCF-7844-34FF-A32AE105ACB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943971" y="392455"/>
                <a:ext cx="146520" cy="9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6DE0E522-1E1F-D606-E65A-350DAEA2DD55}"/>
              </a:ext>
            </a:extLst>
          </p:cNvPr>
          <p:cNvGrpSpPr/>
          <p:nvPr/>
        </p:nvGrpSpPr>
        <p:grpSpPr>
          <a:xfrm>
            <a:off x="5768891" y="356095"/>
            <a:ext cx="829080" cy="243000"/>
            <a:chOff x="5768891" y="356095"/>
            <a:chExt cx="829080" cy="24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7F88EDD-28FA-5887-60A8-D1DEC063CB4D}"/>
                    </a:ext>
                  </a:extLst>
                </p14:cNvPr>
                <p14:cNvContentPartPr/>
                <p14:nvPr/>
              </p14:nvContentPartPr>
              <p14:xfrm>
                <a:off x="5768891" y="505495"/>
                <a:ext cx="24840" cy="936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7F88EDD-28FA-5887-60A8-D1DEC063CB4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760251" y="496855"/>
                  <a:ext cx="424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C9837B1-8F3B-32D4-389A-C79697D0D1D4}"/>
                    </a:ext>
                  </a:extLst>
                </p14:cNvPr>
                <p14:cNvContentPartPr/>
                <p14:nvPr/>
              </p14:nvContentPartPr>
              <p14:xfrm>
                <a:off x="5883371" y="411175"/>
                <a:ext cx="240120" cy="1807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C9837B1-8F3B-32D4-389A-C79697D0D1D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874731" y="402175"/>
                  <a:ext cx="2577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D601F3E-1CFC-0FAA-8CFD-CDA8C46EFCB5}"/>
                    </a:ext>
                  </a:extLst>
                </p14:cNvPr>
                <p14:cNvContentPartPr/>
                <p14:nvPr/>
              </p14:nvContentPartPr>
              <p14:xfrm>
                <a:off x="5806331" y="356095"/>
                <a:ext cx="398880" cy="313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D601F3E-1CFC-0FAA-8CFD-CDA8C46EFCB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797691" y="347455"/>
                  <a:ext cx="4165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5A69B64-8E19-DEB9-FF31-CA74ADDCBFB7}"/>
                    </a:ext>
                  </a:extLst>
                </p14:cNvPr>
                <p14:cNvContentPartPr/>
                <p14:nvPr/>
              </p14:nvContentPartPr>
              <p14:xfrm>
                <a:off x="6204491" y="506575"/>
                <a:ext cx="134640" cy="892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5A69B64-8E19-DEB9-FF31-CA74ADDCBFB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195491" y="497935"/>
                  <a:ext cx="1522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D4A1ABC-83CB-FE5A-5FD1-0323F2362C03}"/>
                    </a:ext>
                  </a:extLst>
                </p14:cNvPr>
                <p14:cNvContentPartPr/>
                <p14:nvPr/>
              </p14:nvContentPartPr>
              <p14:xfrm>
                <a:off x="6495011" y="432055"/>
                <a:ext cx="102960" cy="842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D4A1ABC-83CB-FE5A-5FD1-0323F2362C0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486371" y="423415"/>
                  <a:ext cx="12060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8492E4A-4B0D-A8AD-8C8C-EBE61449C45F}"/>
              </a:ext>
            </a:extLst>
          </p:cNvPr>
          <p:cNvGrpSpPr/>
          <p:nvPr/>
        </p:nvGrpSpPr>
        <p:grpSpPr>
          <a:xfrm>
            <a:off x="6908291" y="243775"/>
            <a:ext cx="697320" cy="431280"/>
            <a:chOff x="6908291" y="243775"/>
            <a:chExt cx="697320" cy="43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3AAA24A-CD56-06AE-1BB9-F710770EE6B7}"/>
                    </a:ext>
                  </a:extLst>
                </p14:cNvPr>
                <p14:cNvContentPartPr/>
                <p14:nvPr/>
              </p14:nvContentPartPr>
              <p14:xfrm>
                <a:off x="6908291" y="243775"/>
                <a:ext cx="62640" cy="4312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3AAA24A-CD56-06AE-1BB9-F710770EE6B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899291" y="235135"/>
                  <a:ext cx="8028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98CD547-8C9D-BFE7-038D-486CE9643884}"/>
                    </a:ext>
                  </a:extLst>
                </p14:cNvPr>
                <p14:cNvContentPartPr/>
                <p14:nvPr/>
              </p14:nvContentPartPr>
              <p14:xfrm>
                <a:off x="7030331" y="378055"/>
                <a:ext cx="47880" cy="1476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98CD547-8C9D-BFE7-038D-486CE964388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021691" y="369415"/>
                  <a:ext cx="655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50EB7C4-8AFF-6720-B25E-0CD9C7EB815A}"/>
                    </a:ext>
                  </a:extLst>
                </p14:cNvPr>
                <p14:cNvContentPartPr/>
                <p14:nvPr/>
              </p14:nvContentPartPr>
              <p14:xfrm>
                <a:off x="6999371" y="322975"/>
                <a:ext cx="194760" cy="1256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50EB7C4-8AFF-6720-B25E-0CD9C7EB815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990731" y="314335"/>
                  <a:ext cx="21240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92AEABA-270E-BF3E-504D-4D8A6B2FB056}"/>
                    </a:ext>
                  </a:extLst>
                </p14:cNvPr>
                <p14:cNvContentPartPr/>
                <p14:nvPr/>
              </p14:nvContentPartPr>
              <p14:xfrm>
                <a:off x="7191971" y="384895"/>
                <a:ext cx="139320" cy="1566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92AEABA-270E-BF3E-504D-4D8A6B2FB05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182971" y="375895"/>
                  <a:ext cx="1569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EE5E3B8-F639-8DF0-EE40-56774E5987A0}"/>
                    </a:ext>
                  </a:extLst>
                </p14:cNvPr>
                <p14:cNvContentPartPr/>
                <p14:nvPr/>
              </p14:nvContentPartPr>
              <p14:xfrm>
                <a:off x="7414451" y="284455"/>
                <a:ext cx="129240" cy="2188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EE5E3B8-F639-8DF0-EE40-56774E5987A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405451" y="275455"/>
                  <a:ext cx="1468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6D1C14B-6CB0-5F46-9D3B-A7A9CD511C3A}"/>
                    </a:ext>
                  </a:extLst>
                </p14:cNvPr>
                <p14:cNvContentPartPr/>
                <p14:nvPr/>
              </p14:nvContentPartPr>
              <p14:xfrm>
                <a:off x="7350011" y="370855"/>
                <a:ext cx="255600" cy="313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6D1C14B-6CB0-5F46-9D3B-A7A9CD511C3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341371" y="361855"/>
                  <a:ext cx="273240" cy="4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A56BB7F-EBE8-838D-A01C-3EEEF400DC27}"/>
              </a:ext>
            </a:extLst>
          </p:cNvPr>
          <p:cNvGrpSpPr/>
          <p:nvPr/>
        </p:nvGrpSpPr>
        <p:grpSpPr>
          <a:xfrm>
            <a:off x="6775811" y="817255"/>
            <a:ext cx="213840" cy="156600"/>
            <a:chOff x="6775811" y="817255"/>
            <a:chExt cx="213840" cy="15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243C7E0-32B0-A2FF-1E27-C8B79F8A5125}"/>
                    </a:ext>
                  </a:extLst>
                </p14:cNvPr>
                <p14:cNvContentPartPr/>
                <p14:nvPr/>
              </p14:nvContentPartPr>
              <p14:xfrm>
                <a:off x="6775811" y="817255"/>
                <a:ext cx="153000" cy="1479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243C7E0-32B0-A2FF-1E27-C8B79F8A512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767171" y="808615"/>
                  <a:ext cx="1706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657FD08-5B9D-23CC-880E-032854B0B171}"/>
                    </a:ext>
                  </a:extLst>
                </p14:cNvPr>
                <p14:cNvContentPartPr/>
                <p14:nvPr/>
              </p14:nvContentPartPr>
              <p14:xfrm>
                <a:off x="6788771" y="904375"/>
                <a:ext cx="200880" cy="694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657FD08-5B9D-23CC-880E-032854B0B17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779771" y="895375"/>
                  <a:ext cx="218520" cy="8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001C360-CE9B-1C5D-9563-C12F8090BEA5}"/>
              </a:ext>
            </a:extLst>
          </p:cNvPr>
          <p:cNvGrpSpPr/>
          <p:nvPr/>
        </p:nvGrpSpPr>
        <p:grpSpPr>
          <a:xfrm>
            <a:off x="6803531" y="42535"/>
            <a:ext cx="284400" cy="140760"/>
            <a:chOff x="6803531" y="42535"/>
            <a:chExt cx="284400" cy="14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1F4E6BA-93FE-B244-D322-E32B606CDA10}"/>
                    </a:ext>
                  </a:extLst>
                </p14:cNvPr>
                <p14:cNvContentPartPr/>
                <p14:nvPr/>
              </p14:nvContentPartPr>
              <p14:xfrm>
                <a:off x="6823331" y="42535"/>
                <a:ext cx="114840" cy="90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1F4E6BA-93FE-B244-D322-E32B606CDA1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814691" y="33895"/>
                  <a:ext cx="1324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0672C98-BBBE-1841-3042-DAAA3ECE71FE}"/>
                    </a:ext>
                  </a:extLst>
                </p14:cNvPr>
                <p14:cNvContentPartPr/>
                <p14:nvPr/>
              </p14:nvContentPartPr>
              <p14:xfrm>
                <a:off x="6803531" y="74215"/>
                <a:ext cx="114480" cy="45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0672C98-BBBE-1841-3042-DAAA3ECE71F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794531" y="65575"/>
                  <a:ext cx="1321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F97FC6C-E3E8-DA70-8960-CC9E7A06B854}"/>
                    </a:ext>
                  </a:extLst>
                </p14:cNvPr>
                <p14:cNvContentPartPr/>
                <p14:nvPr/>
              </p14:nvContentPartPr>
              <p14:xfrm>
                <a:off x="6955091" y="101215"/>
                <a:ext cx="132840" cy="820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F97FC6C-E3E8-DA70-8960-CC9E7A06B85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46091" y="92215"/>
                  <a:ext cx="150480" cy="9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76DC1E1-57FA-FF8D-2CAE-982EA78A9C60}"/>
              </a:ext>
            </a:extLst>
          </p:cNvPr>
          <p:cNvGrpSpPr/>
          <p:nvPr/>
        </p:nvGrpSpPr>
        <p:grpSpPr>
          <a:xfrm>
            <a:off x="7738451" y="407575"/>
            <a:ext cx="161640" cy="77040"/>
            <a:chOff x="7738451" y="407575"/>
            <a:chExt cx="161640" cy="7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B35C9A0-43DC-5691-2551-AE2F4F8E2287}"/>
                    </a:ext>
                  </a:extLst>
                </p14:cNvPr>
                <p14:cNvContentPartPr/>
                <p14:nvPr/>
              </p14:nvContentPartPr>
              <p14:xfrm>
                <a:off x="7738451" y="407575"/>
                <a:ext cx="145080" cy="277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B35C9A0-43DC-5691-2551-AE2F4F8E228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729451" y="398575"/>
                  <a:ext cx="1627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35957F9-0AD5-FDCC-02E6-2A80CA3AD169}"/>
                    </a:ext>
                  </a:extLst>
                </p14:cNvPr>
                <p14:cNvContentPartPr/>
                <p14:nvPr/>
              </p14:nvContentPartPr>
              <p14:xfrm>
                <a:off x="7744571" y="477415"/>
                <a:ext cx="155520" cy="72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35957F9-0AD5-FDCC-02E6-2A80CA3AD16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735931" y="468775"/>
                  <a:ext cx="173160" cy="2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FDDFEDD9-7E68-D19E-9BA9-C199DE7A364B}"/>
                  </a:ext>
                </a:extLst>
              </p14:cNvPr>
              <p14:cNvContentPartPr/>
              <p14:nvPr/>
            </p14:nvContentPartPr>
            <p14:xfrm>
              <a:off x="8068211" y="333055"/>
              <a:ext cx="234000" cy="22932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FDDFEDD9-7E68-D19E-9BA9-C199DE7A364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059571" y="324415"/>
                <a:ext cx="251640" cy="24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3D19A105-0237-5A74-A091-81EEB071C3C6}"/>
              </a:ext>
            </a:extLst>
          </p:cNvPr>
          <p:cNvGrpSpPr/>
          <p:nvPr/>
        </p:nvGrpSpPr>
        <p:grpSpPr>
          <a:xfrm>
            <a:off x="3266171" y="252775"/>
            <a:ext cx="1583640" cy="604080"/>
            <a:chOff x="3266171" y="252775"/>
            <a:chExt cx="1583640" cy="60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B488BC3-6D81-F7A2-87AB-049ED2CFE0CD}"/>
                    </a:ext>
                  </a:extLst>
                </p14:cNvPr>
                <p14:cNvContentPartPr/>
                <p14:nvPr/>
              </p14:nvContentPartPr>
              <p14:xfrm>
                <a:off x="3266171" y="330175"/>
                <a:ext cx="366840" cy="2473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B488BC3-6D81-F7A2-87AB-049ED2CFE0C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257531" y="321175"/>
                  <a:ext cx="3844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893D959-2EF6-6BD4-1113-A0CFB07A6D4B}"/>
                    </a:ext>
                  </a:extLst>
                </p14:cNvPr>
                <p14:cNvContentPartPr/>
                <p14:nvPr/>
              </p14:nvContentPartPr>
              <p14:xfrm>
                <a:off x="3492251" y="454375"/>
                <a:ext cx="338760" cy="1346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893D959-2EF6-6BD4-1113-A0CFB07A6D4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483251" y="445375"/>
                  <a:ext cx="3564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B314533-7F74-B7DB-4C02-F168A0D8B17F}"/>
                    </a:ext>
                  </a:extLst>
                </p14:cNvPr>
                <p14:cNvContentPartPr/>
                <p14:nvPr/>
              </p14:nvContentPartPr>
              <p14:xfrm>
                <a:off x="3954131" y="391015"/>
                <a:ext cx="137160" cy="100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B314533-7F74-B7DB-4C02-F168A0D8B17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945491" y="382375"/>
                  <a:ext cx="1548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2D3D00C-A256-D414-AB7A-5AB7405FEEB8}"/>
                    </a:ext>
                  </a:extLst>
                </p14:cNvPr>
                <p14:cNvContentPartPr/>
                <p14:nvPr/>
              </p14:nvContentPartPr>
              <p14:xfrm>
                <a:off x="4168691" y="454735"/>
                <a:ext cx="35280" cy="921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2D3D00C-A256-D414-AB7A-5AB7405FEEB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159691" y="446095"/>
                  <a:ext cx="529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06D9223-1787-B98E-BDDC-873081AC5BC6}"/>
                    </a:ext>
                  </a:extLst>
                </p14:cNvPr>
                <p14:cNvContentPartPr/>
                <p14:nvPr/>
              </p14:nvContentPartPr>
              <p14:xfrm>
                <a:off x="4149251" y="260335"/>
                <a:ext cx="509760" cy="2538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06D9223-1787-B98E-BDDC-873081AC5BC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140611" y="251695"/>
                  <a:ext cx="52740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C7404C1-F27C-BB94-6099-2119C361555D}"/>
                    </a:ext>
                  </a:extLst>
                </p14:cNvPr>
                <p14:cNvContentPartPr/>
                <p14:nvPr/>
              </p14:nvContentPartPr>
              <p14:xfrm>
                <a:off x="4664051" y="411535"/>
                <a:ext cx="185760" cy="119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C7404C1-F27C-BB94-6099-2119C361555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655411" y="402895"/>
                  <a:ext cx="2034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A0040D9-740F-2B0F-0FCE-FDF9B6D277B5}"/>
                    </a:ext>
                  </a:extLst>
                </p14:cNvPr>
                <p14:cNvContentPartPr/>
                <p14:nvPr/>
              </p14:nvContentPartPr>
              <p14:xfrm>
                <a:off x="4146731" y="252775"/>
                <a:ext cx="334080" cy="5918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A0040D9-740F-2B0F-0FCE-FDF9B6D277B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137731" y="244135"/>
                  <a:ext cx="351720" cy="60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760E79C-EB19-7E41-E6B6-BF8916975E40}"/>
                    </a:ext>
                  </a:extLst>
                </p14:cNvPr>
                <p14:cNvContentPartPr/>
                <p14:nvPr/>
              </p14:nvContentPartPr>
              <p14:xfrm>
                <a:off x="4329971" y="756055"/>
                <a:ext cx="75960" cy="968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760E79C-EB19-7E41-E6B6-BF8916975E4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321331" y="747055"/>
                  <a:ext cx="936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B1EF40F-F4F3-7544-3E63-158D826CB1E7}"/>
                    </a:ext>
                  </a:extLst>
                </p14:cNvPr>
                <p14:cNvContentPartPr/>
                <p14:nvPr/>
              </p14:nvContentPartPr>
              <p14:xfrm>
                <a:off x="4513571" y="713215"/>
                <a:ext cx="105480" cy="1436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B1EF40F-F4F3-7544-3E63-158D826CB1E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504571" y="704575"/>
                  <a:ext cx="123120" cy="16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75F95B6-24B1-FCEE-659B-8B2B09DA0AD4}"/>
              </a:ext>
            </a:extLst>
          </p:cNvPr>
          <p:cNvGrpSpPr/>
          <p:nvPr/>
        </p:nvGrpSpPr>
        <p:grpSpPr>
          <a:xfrm>
            <a:off x="2150891" y="1194895"/>
            <a:ext cx="517680" cy="316440"/>
            <a:chOff x="2150891" y="1194895"/>
            <a:chExt cx="517680" cy="31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A8BC14B-9033-F13B-786B-33AF236895DE}"/>
                    </a:ext>
                  </a:extLst>
                </p14:cNvPr>
                <p14:cNvContentPartPr/>
                <p14:nvPr/>
              </p14:nvContentPartPr>
              <p14:xfrm>
                <a:off x="2150891" y="1314415"/>
                <a:ext cx="13320" cy="1422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A8BC14B-9033-F13B-786B-33AF236895D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141891" y="1305775"/>
                  <a:ext cx="309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719C7A0-2279-6D37-9AE3-1A12D3C91F79}"/>
                    </a:ext>
                  </a:extLst>
                </p14:cNvPr>
                <p14:cNvContentPartPr/>
                <p14:nvPr/>
              </p14:nvContentPartPr>
              <p14:xfrm>
                <a:off x="2319011" y="1194895"/>
                <a:ext cx="160920" cy="2685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719C7A0-2279-6D37-9AE3-1A12D3C91F7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310371" y="1185895"/>
                  <a:ext cx="17856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305B000-2A2D-ADBD-0AA9-35F74CFCCEB9}"/>
                    </a:ext>
                  </a:extLst>
                </p14:cNvPr>
                <p14:cNvContentPartPr/>
                <p14:nvPr/>
              </p14:nvContentPartPr>
              <p14:xfrm>
                <a:off x="2387051" y="1332775"/>
                <a:ext cx="51120" cy="1216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305B000-2A2D-ADBD-0AA9-35F74CFCCEB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378411" y="1323775"/>
                  <a:ext cx="687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7AFAE80-5FB7-C462-DFA3-E4CBA3D491CA}"/>
                    </a:ext>
                  </a:extLst>
                </p14:cNvPr>
                <p14:cNvContentPartPr/>
                <p14:nvPr/>
              </p14:nvContentPartPr>
              <p14:xfrm>
                <a:off x="2522771" y="1382815"/>
                <a:ext cx="145800" cy="1285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7AFAE80-5FB7-C462-DFA3-E4CBA3D491C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513771" y="1373815"/>
                  <a:ext cx="163440" cy="14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61B3378-5392-88DC-AC22-53C49CC42D1C}"/>
              </a:ext>
            </a:extLst>
          </p:cNvPr>
          <p:cNvGrpSpPr/>
          <p:nvPr/>
        </p:nvGrpSpPr>
        <p:grpSpPr>
          <a:xfrm>
            <a:off x="2872331" y="1297135"/>
            <a:ext cx="169560" cy="71640"/>
            <a:chOff x="2872331" y="1297135"/>
            <a:chExt cx="169560" cy="7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15CD20D-6516-3EA7-3506-4EDB2471F812}"/>
                    </a:ext>
                  </a:extLst>
                </p14:cNvPr>
                <p14:cNvContentPartPr/>
                <p14:nvPr/>
              </p14:nvContentPartPr>
              <p14:xfrm>
                <a:off x="2872331" y="1297135"/>
                <a:ext cx="100800" cy="277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15CD20D-6516-3EA7-3506-4EDB2471F81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863331" y="1288135"/>
                  <a:ext cx="1184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013895C-8FFE-0EA7-F463-5A312F6EBC70}"/>
                    </a:ext>
                  </a:extLst>
                </p14:cNvPr>
                <p14:cNvContentPartPr/>
                <p14:nvPr/>
              </p14:nvContentPartPr>
              <p14:xfrm>
                <a:off x="2895011" y="1352935"/>
                <a:ext cx="146880" cy="158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013895C-8FFE-0EA7-F463-5A312F6EBC7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886371" y="1344295"/>
                  <a:ext cx="164520" cy="3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0562200-1837-A51B-B9C4-1C24B279CD43}"/>
              </a:ext>
            </a:extLst>
          </p:cNvPr>
          <p:cNvGrpSpPr/>
          <p:nvPr/>
        </p:nvGrpSpPr>
        <p:grpSpPr>
          <a:xfrm>
            <a:off x="3306131" y="1161055"/>
            <a:ext cx="634680" cy="290520"/>
            <a:chOff x="3306131" y="1161055"/>
            <a:chExt cx="634680" cy="29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4FFACF9-D1AF-1E5F-33A6-BECF53EBFB38}"/>
                    </a:ext>
                  </a:extLst>
                </p14:cNvPr>
                <p14:cNvContentPartPr/>
                <p14:nvPr/>
              </p14:nvContentPartPr>
              <p14:xfrm>
                <a:off x="3306131" y="1287055"/>
                <a:ext cx="174600" cy="1645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4FFACF9-D1AF-1E5F-33A6-BECF53EBFB3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297131" y="1278055"/>
                  <a:ext cx="1922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76CFB83-4DD5-E002-D7D3-3A0824D07BB0}"/>
                    </a:ext>
                  </a:extLst>
                </p14:cNvPr>
                <p14:cNvContentPartPr/>
                <p14:nvPr/>
              </p14:nvContentPartPr>
              <p14:xfrm>
                <a:off x="3613931" y="1222975"/>
                <a:ext cx="228960" cy="2116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76CFB83-4DD5-E002-D7D3-3A0824D07BB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604931" y="1213975"/>
                  <a:ext cx="2466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6F99CCE-3A89-1679-7782-B3122324E042}"/>
                    </a:ext>
                  </a:extLst>
                </p14:cNvPr>
                <p14:cNvContentPartPr/>
                <p14:nvPr/>
              </p14:nvContentPartPr>
              <p14:xfrm>
                <a:off x="3508091" y="1161055"/>
                <a:ext cx="432720" cy="442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6F99CCE-3A89-1679-7782-B3122324E04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499091" y="1152055"/>
                  <a:ext cx="450360" cy="6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38F3C945-AA9C-33AC-AA12-7CDCA805A410}"/>
              </a:ext>
            </a:extLst>
          </p:cNvPr>
          <p:cNvGrpSpPr/>
          <p:nvPr/>
        </p:nvGrpSpPr>
        <p:grpSpPr>
          <a:xfrm>
            <a:off x="4160411" y="1298935"/>
            <a:ext cx="127800" cy="67320"/>
            <a:chOff x="4160411" y="1298935"/>
            <a:chExt cx="127800" cy="6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95A0F2F-E1E2-1E69-A153-B90B2121AB37}"/>
                    </a:ext>
                  </a:extLst>
                </p14:cNvPr>
                <p14:cNvContentPartPr/>
                <p14:nvPr/>
              </p14:nvContentPartPr>
              <p14:xfrm>
                <a:off x="4160411" y="1298935"/>
                <a:ext cx="112320" cy="154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95A0F2F-E1E2-1E69-A153-B90B2121AB3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151771" y="1289935"/>
                  <a:ext cx="1299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1B80FD0-70F0-B9B2-7D57-6E758690304A}"/>
                    </a:ext>
                  </a:extLst>
                </p14:cNvPr>
                <p14:cNvContentPartPr/>
                <p14:nvPr/>
              </p14:nvContentPartPr>
              <p14:xfrm>
                <a:off x="4167611" y="1357255"/>
                <a:ext cx="120600" cy="90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1B80FD0-70F0-B9B2-7D57-6E758690304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158611" y="1348255"/>
                  <a:ext cx="13824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E9AB6BB9-5C10-B570-CFAC-D660FBB9A95C}"/>
              </a:ext>
            </a:extLst>
          </p:cNvPr>
          <p:cNvGrpSpPr/>
          <p:nvPr/>
        </p:nvGrpSpPr>
        <p:grpSpPr>
          <a:xfrm>
            <a:off x="4468211" y="1152775"/>
            <a:ext cx="1424520" cy="332640"/>
            <a:chOff x="4468211" y="1152775"/>
            <a:chExt cx="1424520" cy="33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709F1D0-A141-7637-BA52-79E661FA1D15}"/>
                    </a:ext>
                  </a:extLst>
                </p14:cNvPr>
                <p14:cNvContentPartPr/>
                <p14:nvPr/>
              </p14:nvContentPartPr>
              <p14:xfrm>
                <a:off x="4468211" y="1225135"/>
                <a:ext cx="238320" cy="2228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709F1D0-A141-7637-BA52-79E661FA1D1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459211" y="1216495"/>
                  <a:ext cx="25596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21C4765-0C3A-7DB1-ECC9-F216AF570E7A}"/>
                    </a:ext>
                  </a:extLst>
                </p14:cNvPr>
                <p14:cNvContentPartPr/>
                <p14:nvPr/>
              </p14:nvContentPartPr>
              <p14:xfrm>
                <a:off x="4790051" y="1152775"/>
                <a:ext cx="114120" cy="3326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21C4765-0C3A-7DB1-ECC9-F216AF570E7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781411" y="1144135"/>
                  <a:ext cx="13176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75A8949-9732-F3E2-21D6-80C886EFCA60}"/>
                    </a:ext>
                  </a:extLst>
                </p14:cNvPr>
                <p14:cNvContentPartPr/>
                <p14:nvPr/>
              </p14:nvContentPartPr>
              <p14:xfrm>
                <a:off x="5001011" y="1303975"/>
                <a:ext cx="130680" cy="1515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75A8949-9732-F3E2-21D6-80C886EFCA6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992011" y="1295335"/>
                  <a:ext cx="1483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DA42C7F-719F-F54C-0852-D2A3FE5739D4}"/>
                    </a:ext>
                  </a:extLst>
                </p14:cNvPr>
                <p14:cNvContentPartPr/>
                <p14:nvPr/>
              </p14:nvContentPartPr>
              <p14:xfrm>
                <a:off x="5184611" y="1411255"/>
                <a:ext cx="119880" cy="734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DA42C7F-719F-F54C-0852-D2A3FE5739D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175971" y="1402615"/>
                  <a:ext cx="1375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EB4F562-50EA-6690-0D3C-F7A404A127DF}"/>
                    </a:ext>
                  </a:extLst>
                </p14:cNvPr>
                <p14:cNvContentPartPr/>
                <p14:nvPr/>
              </p14:nvContentPartPr>
              <p14:xfrm>
                <a:off x="5388011" y="1345375"/>
                <a:ext cx="110160" cy="61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EB4F562-50EA-6690-0D3C-F7A404A127D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379011" y="1336735"/>
                  <a:ext cx="1278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CD66CBE-2F71-8A36-EB54-0F11E11A9CAE}"/>
                    </a:ext>
                  </a:extLst>
                </p14:cNvPr>
                <p14:cNvContentPartPr/>
                <p14:nvPr/>
              </p14:nvContentPartPr>
              <p14:xfrm>
                <a:off x="5546411" y="1257175"/>
                <a:ext cx="188640" cy="1702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CD66CBE-2F71-8A36-EB54-0F11E11A9CA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537411" y="1248535"/>
                  <a:ext cx="2062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4178A68-BE6C-DC4D-6A06-8A27BB9B4874}"/>
                    </a:ext>
                  </a:extLst>
                </p14:cNvPr>
                <p14:cNvContentPartPr/>
                <p14:nvPr/>
              </p14:nvContentPartPr>
              <p14:xfrm>
                <a:off x="5744051" y="1165015"/>
                <a:ext cx="148680" cy="3175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4178A68-BE6C-DC4D-6A06-8A27BB9B487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735051" y="1156015"/>
                  <a:ext cx="166320" cy="33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274EF90A-A7B3-0AA2-A028-95668EBE8F77}"/>
              </a:ext>
            </a:extLst>
          </p:cNvPr>
          <p:cNvGrpSpPr/>
          <p:nvPr/>
        </p:nvGrpSpPr>
        <p:grpSpPr>
          <a:xfrm>
            <a:off x="287891" y="2147455"/>
            <a:ext cx="1088640" cy="371880"/>
            <a:chOff x="287891" y="2147455"/>
            <a:chExt cx="1088640" cy="37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1F20870-B2AF-46ED-D19B-63B0FEC56F1D}"/>
                    </a:ext>
                  </a:extLst>
                </p14:cNvPr>
                <p14:cNvContentPartPr/>
                <p14:nvPr/>
              </p14:nvContentPartPr>
              <p14:xfrm>
                <a:off x="287891" y="2171215"/>
                <a:ext cx="210960" cy="1998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1F20870-B2AF-46ED-D19B-63B0FEC56F1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79251" y="2162575"/>
                  <a:ext cx="22860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07E728B-33CE-9EF9-95CB-6AD05F90513A}"/>
                    </a:ext>
                  </a:extLst>
                </p14:cNvPr>
                <p14:cNvContentPartPr/>
                <p14:nvPr/>
              </p14:nvContentPartPr>
              <p14:xfrm>
                <a:off x="531251" y="2153935"/>
                <a:ext cx="24840" cy="1832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07E728B-33CE-9EF9-95CB-6AD05F90513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22251" y="2144935"/>
                  <a:ext cx="424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A78CAB5-852E-E306-88CE-887347449660}"/>
                    </a:ext>
                  </a:extLst>
                </p14:cNvPr>
                <p14:cNvContentPartPr/>
                <p14:nvPr/>
              </p14:nvContentPartPr>
              <p14:xfrm>
                <a:off x="480491" y="2245735"/>
                <a:ext cx="336600" cy="1112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A78CAB5-852E-E306-88CE-88734744966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71491" y="2236735"/>
                  <a:ext cx="3542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4240E92-550D-990D-436D-8396380A733B}"/>
                    </a:ext>
                  </a:extLst>
                </p14:cNvPr>
                <p14:cNvContentPartPr/>
                <p14:nvPr/>
              </p14:nvContentPartPr>
              <p14:xfrm>
                <a:off x="831131" y="2171215"/>
                <a:ext cx="247680" cy="1702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4240E92-550D-990D-436D-8396380A733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22491" y="2162575"/>
                  <a:ext cx="2653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2C35215-2104-5B21-1FA4-C2518B79AA22}"/>
                    </a:ext>
                  </a:extLst>
                </p14:cNvPr>
                <p14:cNvContentPartPr/>
                <p14:nvPr/>
              </p14:nvContentPartPr>
              <p14:xfrm>
                <a:off x="369611" y="2147455"/>
                <a:ext cx="841320" cy="3718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2C35215-2104-5B21-1FA4-C2518B79AA2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60611" y="2138455"/>
                  <a:ext cx="85896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104986C-4CFF-7346-F8AC-A2EE4655B943}"/>
                    </a:ext>
                  </a:extLst>
                </p14:cNvPr>
                <p14:cNvContentPartPr/>
                <p14:nvPr/>
              </p14:nvContentPartPr>
              <p14:xfrm>
                <a:off x="1343051" y="2237815"/>
                <a:ext cx="33480" cy="1011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104986C-4CFF-7346-F8AC-A2EE4655B94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334411" y="2229175"/>
                  <a:ext cx="51120" cy="11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45A801FD-6C82-9AF9-DA6F-836609DBC2AA}"/>
              </a:ext>
            </a:extLst>
          </p:cNvPr>
          <p:cNvGrpSpPr/>
          <p:nvPr/>
        </p:nvGrpSpPr>
        <p:grpSpPr>
          <a:xfrm>
            <a:off x="1641851" y="2147815"/>
            <a:ext cx="1024920" cy="231120"/>
            <a:chOff x="1641851" y="2147815"/>
            <a:chExt cx="1024920" cy="23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6BE6156-BEE5-17BB-7B14-EB7AE2764382}"/>
                    </a:ext>
                  </a:extLst>
                </p14:cNvPr>
                <p14:cNvContentPartPr/>
                <p14:nvPr/>
              </p14:nvContentPartPr>
              <p14:xfrm>
                <a:off x="1641851" y="2208295"/>
                <a:ext cx="355320" cy="1706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6BE6156-BEE5-17BB-7B14-EB7AE276438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633211" y="2199655"/>
                  <a:ext cx="3729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9608D3A-8BC6-D02E-6AB1-62C50C597E7B}"/>
                    </a:ext>
                  </a:extLst>
                </p14:cNvPr>
                <p14:cNvContentPartPr/>
                <p14:nvPr/>
              </p14:nvContentPartPr>
              <p14:xfrm>
                <a:off x="1981691" y="2184895"/>
                <a:ext cx="196920" cy="1400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9608D3A-8BC6-D02E-6AB1-62C50C597E7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972691" y="2175895"/>
                  <a:ext cx="2145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84B510C-8EF5-1F10-373B-29CEC1246363}"/>
                    </a:ext>
                  </a:extLst>
                </p14:cNvPr>
                <p14:cNvContentPartPr/>
                <p14:nvPr/>
              </p14:nvContentPartPr>
              <p14:xfrm>
                <a:off x="2057651" y="2147815"/>
                <a:ext cx="173160" cy="1818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84B510C-8EF5-1F10-373B-29CEC124636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048651" y="2139175"/>
                  <a:ext cx="1908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C192096-7586-BED9-A3AB-D2DDF5AE1B6D}"/>
                    </a:ext>
                  </a:extLst>
                </p14:cNvPr>
                <p14:cNvContentPartPr/>
                <p14:nvPr/>
              </p14:nvContentPartPr>
              <p14:xfrm>
                <a:off x="2156651" y="2244295"/>
                <a:ext cx="264240" cy="860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C192096-7586-BED9-A3AB-D2DDF5AE1B6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148011" y="2235295"/>
                  <a:ext cx="2818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3B6A188-AEAF-81CF-3611-FF8CB53D514A}"/>
                    </a:ext>
                  </a:extLst>
                </p14:cNvPr>
                <p14:cNvContentPartPr/>
                <p14:nvPr/>
              </p14:nvContentPartPr>
              <p14:xfrm>
                <a:off x="2441411" y="2200015"/>
                <a:ext cx="107640" cy="964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3B6A188-AEAF-81CF-3611-FF8CB53D514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432771" y="2191015"/>
                  <a:ext cx="1252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E3C51B2-06B2-0971-3200-5F6CE5200CBC}"/>
                    </a:ext>
                  </a:extLst>
                </p14:cNvPr>
                <p14:cNvContentPartPr/>
                <p14:nvPr/>
              </p14:nvContentPartPr>
              <p14:xfrm>
                <a:off x="2549051" y="2183815"/>
                <a:ext cx="117720" cy="1227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E3C51B2-06B2-0971-3200-5F6CE5200CB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540051" y="2174815"/>
                  <a:ext cx="135360" cy="14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520C3789-53B0-5F9E-5999-9C2037413A80}"/>
              </a:ext>
            </a:extLst>
          </p:cNvPr>
          <p:cNvGrpSpPr/>
          <p:nvPr/>
        </p:nvGrpSpPr>
        <p:grpSpPr>
          <a:xfrm>
            <a:off x="2879171" y="2190655"/>
            <a:ext cx="320760" cy="98640"/>
            <a:chOff x="2879171" y="2190655"/>
            <a:chExt cx="320760" cy="9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CE3920D-9133-33CA-9DE7-65DE7FF66024}"/>
                    </a:ext>
                  </a:extLst>
                </p14:cNvPr>
                <p14:cNvContentPartPr/>
                <p14:nvPr/>
              </p14:nvContentPartPr>
              <p14:xfrm>
                <a:off x="2879171" y="2215495"/>
                <a:ext cx="255960" cy="277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CE3920D-9133-33CA-9DE7-65DE7FF6602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870531" y="2206855"/>
                  <a:ext cx="2736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F9BC72D-AD18-5ECA-57FC-BB653DA8DE49}"/>
                    </a:ext>
                  </a:extLst>
                </p14:cNvPr>
                <p14:cNvContentPartPr/>
                <p14:nvPr/>
              </p14:nvContentPartPr>
              <p14:xfrm>
                <a:off x="3093371" y="2190655"/>
                <a:ext cx="106560" cy="986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F9BC72D-AD18-5ECA-57FC-BB653DA8DE4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084731" y="2181655"/>
                  <a:ext cx="124200" cy="11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BE8757BB-5CF4-3537-A189-F162937F3FEE}"/>
              </a:ext>
            </a:extLst>
          </p:cNvPr>
          <p:cNvGrpSpPr/>
          <p:nvPr/>
        </p:nvGrpSpPr>
        <p:grpSpPr>
          <a:xfrm>
            <a:off x="3501971" y="2160775"/>
            <a:ext cx="447120" cy="194040"/>
            <a:chOff x="3501971" y="2160775"/>
            <a:chExt cx="447120" cy="19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A67569B-9E2D-E75F-2E24-AB44D2BCE255}"/>
                    </a:ext>
                  </a:extLst>
                </p14:cNvPr>
                <p14:cNvContentPartPr/>
                <p14:nvPr/>
              </p14:nvContentPartPr>
              <p14:xfrm>
                <a:off x="3532571" y="2182375"/>
                <a:ext cx="169200" cy="1609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A67569B-9E2D-E75F-2E24-AB44D2BCE25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523571" y="2173735"/>
                  <a:ext cx="1868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EA9F4C0-945B-237E-CFA6-634BDDB4D892}"/>
                    </a:ext>
                  </a:extLst>
                </p14:cNvPr>
                <p14:cNvContentPartPr/>
                <p14:nvPr/>
              </p14:nvContentPartPr>
              <p14:xfrm>
                <a:off x="3501971" y="2160775"/>
                <a:ext cx="165960" cy="1940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EA9F4C0-945B-237E-CFA6-634BDDB4D89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493331" y="2152135"/>
                  <a:ext cx="1836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2C3690D-823F-D63B-60A8-2CA28F908E1C}"/>
                    </a:ext>
                  </a:extLst>
                </p14:cNvPr>
                <p14:cNvContentPartPr/>
                <p14:nvPr/>
              </p14:nvContentPartPr>
              <p14:xfrm>
                <a:off x="3796811" y="2212255"/>
                <a:ext cx="152280" cy="853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2C3690D-823F-D63B-60A8-2CA28F908E1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788171" y="2203255"/>
                  <a:ext cx="16992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9AB90B8F-7C78-CBF4-D3CB-5DF8E8BAFCE5}"/>
              </a:ext>
            </a:extLst>
          </p:cNvPr>
          <p:cNvGrpSpPr/>
          <p:nvPr/>
        </p:nvGrpSpPr>
        <p:grpSpPr>
          <a:xfrm>
            <a:off x="4142771" y="2124775"/>
            <a:ext cx="711720" cy="313200"/>
            <a:chOff x="4142771" y="2124775"/>
            <a:chExt cx="711720" cy="31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C5A960F-E985-9792-0A35-4CA97C9F4076}"/>
                    </a:ext>
                  </a:extLst>
                </p14:cNvPr>
                <p14:cNvContentPartPr/>
                <p14:nvPr/>
              </p14:nvContentPartPr>
              <p14:xfrm>
                <a:off x="4142771" y="2147455"/>
                <a:ext cx="3240" cy="14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C5A960F-E985-9792-0A35-4CA97C9F407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134131" y="2138455"/>
                  <a:ext cx="208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AD19983E-E23C-E33B-89D0-0FF1BE3AB986}"/>
                    </a:ext>
                  </a:extLst>
                </p14:cNvPr>
                <p14:cNvContentPartPr/>
                <p14:nvPr/>
              </p14:nvContentPartPr>
              <p14:xfrm>
                <a:off x="4143491" y="2134855"/>
                <a:ext cx="142560" cy="1720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AD19983E-E23C-E33B-89D0-0FF1BE3AB98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134851" y="2125855"/>
                  <a:ext cx="1602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6879091-5E56-F995-048A-74800A6BE22C}"/>
                    </a:ext>
                  </a:extLst>
                </p14:cNvPr>
                <p14:cNvContentPartPr/>
                <p14:nvPr/>
              </p14:nvContentPartPr>
              <p14:xfrm>
                <a:off x="4375331" y="2191015"/>
                <a:ext cx="131040" cy="288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6879091-5E56-F995-048A-74800A6BE22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366331" y="2182375"/>
                  <a:ext cx="1486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071E929-C10A-F538-25BB-7DC424702A1C}"/>
                    </a:ext>
                  </a:extLst>
                </p14:cNvPr>
                <p14:cNvContentPartPr/>
                <p14:nvPr/>
              </p14:nvContentPartPr>
              <p14:xfrm>
                <a:off x="4571171" y="2124775"/>
                <a:ext cx="125280" cy="1429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071E929-C10A-F538-25BB-7DC424702A1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562531" y="2115775"/>
                  <a:ext cx="14292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150C628-A439-CC1C-A57A-88BEBE973B0D}"/>
                    </a:ext>
                  </a:extLst>
                </p14:cNvPr>
                <p14:cNvContentPartPr/>
                <p14:nvPr/>
              </p14:nvContentPartPr>
              <p14:xfrm>
                <a:off x="4694651" y="2187055"/>
                <a:ext cx="159840" cy="1526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150C628-A439-CC1C-A57A-88BEBE973B0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685651" y="2178415"/>
                  <a:ext cx="1774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FC26CF9-61FE-3793-CF78-BC5B41336984}"/>
                    </a:ext>
                  </a:extLst>
                </p14:cNvPr>
                <p14:cNvContentPartPr/>
                <p14:nvPr/>
              </p14:nvContentPartPr>
              <p14:xfrm>
                <a:off x="4151051" y="2402335"/>
                <a:ext cx="653400" cy="356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FC26CF9-61FE-3793-CF78-BC5B4133698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142411" y="2393695"/>
                  <a:ext cx="671040" cy="5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5D9F2C1B-0CE0-C282-438D-B5B25358D674}"/>
              </a:ext>
            </a:extLst>
          </p:cNvPr>
          <p:cNvGrpSpPr/>
          <p:nvPr/>
        </p:nvGrpSpPr>
        <p:grpSpPr>
          <a:xfrm>
            <a:off x="4099211" y="2567935"/>
            <a:ext cx="763560" cy="290520"/>
            <a:chOff x="4099211" y="2567935"/>
            <a:chExt cx="763560" cy="29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03B3C18-726D-6D11-D224-F932192764AB}"/>
                    </a:ext>
                  </a:extLst>
                </p14:cNvPr>
                <p14:cNvContentPartPr/>
                <p14:nvPr/>
              </p14:nvContentPartPr>
              <p14:xfrm>
                <a:off x="4099211" y="2612575"/>
                <a:ext cx="125280" cy="1209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03B3C18-726D-6D11-D224-F932192764A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090211" y="2603575"/>
                  <a:ext cx="1429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D3ED407-9113-A024-5698-22BBD877468A}"/>
                    </a:ext>
                  </a:extLst>
                </p14:cNvPr>
                <p14:cNvContentPartPr/>
                <p14:nvPr/>
              </p14:nvContentPartPr>
              <p14:xfrm>
                <a:off x="4273451" y="2651095"/>
                <a:ext cx="245880" cy="2073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D3ED407-9113-A024-5698-22BBD877468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264451" y="2642095"/>
                  <a:ext cx="2635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E308677-8AD6-CA92-28A2-89CB36C255C3}"/>
                    </a:ext>
                  </a:extLst>
                </p14:cNvPr>
                <p14:cNvContentPartPr/>
                <p14:nvPr/>
              </p14:nvContentPartPr>
              <p14:xfrm>
                <a:off x="4571531" y="2567935"/>
                <a:ext cx="114120" cy="1342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E308677-8AD6-CA92-28A2-89CB36C255C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562531" y="2558935"/>
                  <a:ext cx="1317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ABDE1F8-311A-5963-DA33-81DD69909B56}"/>
                    </a:ext>
                  </a:extLst>
                </p14:cNvPr>
                <p14:cNvContentPartPr/>
                <p14:nvPr/>
              </p14:nvContentPartPr>
              <p14:xfrm>
                <a:off x="4699691" y="2606455"/>
                <a:ext cx="163080" cy="2034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ABDE1F8-311A-5963-DA33-81DD69909B5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691051" y="2597455"/>
                  <a:ext cx="180720" cy="22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1F308234-8983-C73F-3D2F-E855A6B2BF26}"/>
              </a:ext>
            </a:extLst>
          </p:cNvPr>
          <p:cNvGrpSpPr/>
          <p:nvPr/>
        </p:nvGrpSpPr>
        <p:grpSpPr>
          <a:xfrm>
            <a:off x="5109371" y="2024335"/>
            <a:ext cx="3116520" cy="796320"/>
            <a:chOff x="5109371" y="2024335"/>
            <a:chExt cx="3116520" cy="79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EBAF24A-2685-8405-34F5-4AA1979F1869}"/>
                    </a:ext>
                  </a:extLst>
                </p14:cNvPr>
                <p14:cNvContentPartPr/>
                <p14:nvPr/>
              </p14:nvContentPartPr>
              <p14:xfrm>
                <a:off x="5120171" y="2296855"/>
                <a:ext cx="114120" cy="205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EBAF24A-2685-8405-34F5-4AA1979F186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111171" y="2288215"/>
                  <a:ext cx="1317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4C09007-5398-CB3D-7549-727CDFEFFC23}"/>
                    </a:ext>
                  </a:extLst>
                </p14:cNvPr>
                <p14:cNvContentPartPr/>
                <p14:nvPr/>
              </p14:nvContentPartPr>
              <p14:xfrm>
                <a:off x="5109371" y="2354455"/>
                <a:ext cx="133560" cy="140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4C09007-5398-CB3D-7549-727CDFEFFC2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100731" y="2345815"/>
                  <a:ext cx="1512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F2B7B80-D704-C0D6-EFDC-3F234964D8F7}"/>
                    </a:ext>
                  </a:extLst>
                </p14:cNvPr>
                <p14:cNvContentPartPr/>
                <p14:nvPr/>
              </p14:nvContentPartPr>
              <p14:xfrm>
                <a:off x="5502851" y="2169055"/>
                <a:ext cx="120960" cy="1396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F2B7B80-D704-C0D6-EFDC-3F234964D8F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494211" y="2160055"/>
                  <a:ext cx="1386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B8048498-07F5-0AE8-A7C0-31BC3DAC0C95}"/>
                    </a:ext>
                  </a:extLst>
                </p14:cNvPr>
                <p14:cNvContentPartPr/>
                <p14:nvPr/>
              </p14:nvContentPartPr>
              <p14:xfrm>
                <a:off x="5701931" y="2153935"/>
                <a:ext cx="217800" cy="1148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B8048498-07F5-0AE8-A7C0-31BC3DAC0C9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693291" y="2144935"/>
                  <a:ext cx="2354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887C6EC-1BED-3809-AD8D-5535FA82C839}"/>
                    </a:ext>
                  </a:extLst>
                </p14:cNvPr>
                <p14:cNvContentPartPr/>
                <p14:nvPr/>
              </p14:nvContentPartPr>
              <p14:xfrm>
                <a:off x="5953931" y="2148175"/>
                <a:ext cx="50040" cy="1058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887C6EC-1BED-3809-AD8D-5535FA82C83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945291" y="2139535"/>
                  <a:ext cx="676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228D510-325E-1A96-FB3F-030247B63B4A}"/>
                    </a:ext>
                  </a:extLst>
                </p14:cNvPr>
                <p14:cNvContentPartPr/>
                <p14:nvPr/>
              </p14:nvContentPartPr>
              <p14:xfrm>
                <a:off x="6052571" y="2126935"/>
                <a:ext cx="258480" cy="1224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228D510-325E-1A96-FB3F-030247B63B4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043931" y="2118295"/>
                  <a:ext cx="2761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C310A4C-B10B-9E2D-7B09-46196858B6CD}"/>
                    </a:ext>
                  </a:extLst>
                </p14:cNvPr>
                <p14:cNvContentPartPr/>
                <p14:nvPr/>
              </p14:nvContentPartPr>
              <p14:xfrm>
                <a:off x="6420131" y="2129095"/>
                <a:ext cx="114840" cy="1353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C310A4C-B10B-9E2D-7B09-46196858B6C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411131" y="2120455"/>
                  <a:ext cx="1324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ECB69F3-1911-C62D-5C06-D0A41A7513C6}"/>
                    </a:ext>
                  </a:extLst>
                </p14:cNvPr>
                <p14:cNvContentPartPr/>
                <p14:nvPr/>
              </p14:nvContentPartPr>
              <p14:xfrm>
                <a:off x="6647651" y="2236015"/>
                <a:ext cx="24480" cy="201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ECB69F3-1911-C62D-5C06-D0A41A7513C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639011" y="2227375"/>
                  <a:ext cx="421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94D59C9-16EF-6503-FAE1-8D7EC1363DA1}"/>
                    </a:ext>
                  </a:extLst>
                </p14:cNvPr>
                <p14:cNvContentPartPr/>
                <p14:nvPr/>
              </p14:nvContentPartPr>
              <p14:xfrm>
                <a:off x="6770771" y="2129455"/>
                <a:ext cx="122760" cy="1249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94D59C9-16EF-6503-FAE1-8D7EC1363DA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761771" y="2120455"/>
                  <a:ext cx="1404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8BA48C4-36E6-0F16-08AF-F4567D687244}"/>
                    </a:ext>
                  </a:extLst>
                </p14:cNvPr>
                <p14:cNvContentPartPr/>
                <p14:nvPr/>
              </p14:nvContentPartPr>
              <p14:xfrm>
                <a:off x="6987491" y="2130535"/>
                <a:ext cx="102960" cy="1245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8BA48C4-36E6-0F16-08AF-F4567D68724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978851" y="2121535"/>
                  <a:ext cx="1206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4788FFA-4B84-7C4B-19E9-B2391534637E}"/>
                    </a:ext>
                  </a:extLst>
                </p14:cNvPr>
                <p14:cNvContentPartPr/>
                <p14:nvPr/>
              </p14:nvContentPartPr>
              <p14:xfrm>
                <a:off x="7157051" y="2090935"/>
                <a:ext cx="73800" cy="1393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4788FFA-4B84-7C4B-19E9-B2391534637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148051" y="2081935"/>
                  <a:ext cx="914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D10A2BF-80F0-DAD0-A223-69D534BF38A7}"/>
                    </a:ext>
                  </a:extLst>
                </p14:cNvPr>
                <p14:cNvContentPartPr/>
                <p14:nvPr/>
              </p14:nvContentPartPr>
              <p14:xfrm>
                <a:off x="7326971" y="2024335"/>
                <a:ext cx="271800" cy="1674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D10A2BF-80F0-DAD0-A223-69D534BF38A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317971" y="2015335"/>
                  <a:ext cx="28944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D25853EE-2849-6BB8-A194-546190E67073}"/>
                    </a:ext>
                  </a:extLst>
                </p14:cNvPr>
                <p14:cNvContentPartPr/>
                <p14:nvPr/>
              </p14:nvContentPartPr>
              <p14:xfrm>
                <a:off x="7555211" y="2040535"/>
                <a:ext cx="39600" cy="1526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D25853EE-2849-6BB8-A194-546190E6707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546211" y="2031895"/>
                  <a:ext cx="572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3D8087D-0FB2-460E-3273-4EE3C39BC1F4}"/>
                    </a:ext>
                  </a:extLst>
                </p14:cNvPr>
                <p14:cNvContentPartPr/>
                <p14:nvPr/>
              </p14:nvContentPartPr>
              <p14:xfrm>
                <a:off x="7687691" y="2044495"/>
                <a:ext cx="128520" cy="1731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3D8087D-0FB2-460E-3273-4EE3C39BC1F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678691" y="2035495"/>
                  <a:ext cx="1461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0AA6797-1DE0-CA42-9ECB-94B8BE1ACE51}"/>
                    </a:ext>
                  </a:extLst>
                </p14:cNvPr>
                <p14:cNvContentPartPr/>
                <p14:nvPr/>
              </p14:nvContentPartPr>
              <p14:xfrm>
                <a:off x="7857251" y="2035135"/>
                <a:ext cx="198360" cy="1494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0AA6797-1DE0-CA42-9ECB-94B8BE1ACE5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848611" y="2026135"/>
                  <a:ext cx="2160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E7F6F9D-9130-516A-B4C6-6B3525CB59D1}"/>
                    </a:ext>
                  </a:extLst>
                </p14:cNvPr>
                <p14:cNvContentPartPr/>
                <p14:nvPr/>
              </p14:nvContentPartPr>
              <p14:xfrm>
                <a:off x="5390171" y="2342215"/>
                <a:ext cx="2758680" cy="1872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E7F6F9D-9130-516A-B4C6-6B3525CB59D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381531" y="2333575"/>
                  <a:ext cx="27763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A3ED834-9E68-9B6D-51AC-4531CFFAEC38}"/>
                    </a:ext>
                  </a:extLst>
                </p14:cNvPr>
                <p14:cNvContentPartPr/>
                <p14:nvPr/>
              </p14:nvContentPartPr>
              <p14:xfrm>
                <a:off x="5220251" y="2650015"/>
                <a:ext cx="34200" cy="1602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A3ED834-9E68-9B6D-51AC-4531CFFAEC3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211611" y="2641375"/>
                  <a:ext cx="518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7524CE8B-AFFA-0D2B-D871-72CF636F4F04}"/>
                    </a:ext>
                  </a:extLst>
                </p14:cNvPr>
                <p14:cNvContentPartPr/>
                <p14:nvPr/>
              </p14:nvContentPartPr>
              <p14:xfrm>
                <a:off x="5369291" y="2748655"/>
                <a:ext cx="31320" cy="212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7524CE8B-AFFA-0D2B-D871-72CF636F4F0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360291" y="2739655"/>
                  <a:ext cx="489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2343FAB-E95C-8C85-2BCB-8E389AD74113}"/>
                    </a:ext>
                  </a:extLst>
                </p14:cNvPr>
                <p14:cNvContentPartPr/>
                <p14:nvPr/>
              </p14:nvContentPartPr>
              <p14:xfrm>
                <a:off x="5490611" y="2634895"/>
                <a:ext cx="171000" cy="1832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2343FAB-E95C-8C85-2BCB-8E389AD7411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481971" y="2625895"/>
                  <a:ext cx="1886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E57950DE-D12F-4500-C97B-4F273ABA8567}"/>
                    </a:ext>
                  </a:extLst>
                </p14:cNvPr>
                <p14:cNvContentPartPr/>
                <p14:nvPr/>
              </p14:nvContentPartPr>
              <p14:xfrm>
                <a:off x="5739011" y="2624095"/>
                <a:ext cx="154800" cy="1720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57950DE-D12F-4500-C97B-4F273ABA856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730371" y="2615095"/>
                  <a:ext cx="1724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8A83AE2-8D4F-8048-DC94-8ED82DFFD294}"/>
                    </a:ext>
                  </a:extLst>
                </p14:cNvPr>
                <p14:cNvContentPartPr/>
                <p14:nvPr/>
              </p14:nvContentPartPr>
              <p14:xfrm>
                <a:off x="5986691" y="2619415"/>
                <a:ext cx="147240" cy="1620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8A83AE2-8D4F-8048-DC94-8ED82DFFD29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978051" y="2610415"/>
                  <a:ext cx="1648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70ED57D-80B7-F66A-72B0-2AF05E0B5640}"/>
                    </a:ext>
                  </a:extLst>
                </p14:cNvPr>
                <p14:cNvContentPartPr/>
                <p14:nvPr/>
              </p14:nvContentPartPr>
              <p14:xfrm>
                <a:off x="6185051" y="2622655"/>
                <a:ext cx="127440" cy="1980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70ED57D-80B7-F66A-72B0-2AF05E0B564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176411" y="2613655"/>
                  <a:ext cx="14508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425B520-DF74-68AA-E577-1E862D3C8D5F}"/>
                    </a:ext>
                  </a:extLst>
                </p14:cNvPr>
                <p14:cNvContentPartPr/>
                <p14:nvPr/>
              </p14:nvContentPartPr>
              <p14:xfrm>
                <a:off x="6419411" y="2701855"/>
                <a:ext cx="131760" cy="288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425B520-DF74-68AA-E577-1E862D3C8D5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410411" y="2693215"/>
                  <a:ext cx="1494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70292152-21D3-6C76-DE03-614734C369BB}"/>
                    </a:ext>
                  </a:extLst>
                </p14:cNvPr>
                <p14:cNvContentPartPr/>
                <p14:nvPr/>
              </p14:nvContentPartPr>
              <p14:xfrm>
                <a:off x="6641171" y="2619775"/>
                <a:ext cx="164160" cy="1476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70292152-21D3-6C76-DE03-614734C369BB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632531" y="2611135"/>
                  <a:ext cx="1818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5A8391AF-D335-3C20-9822-A913DAE0F241}"/>
                    </a:ext>
                  </a:extLst>
                </p14:cNvPr>
                <p14:cNvContentPartPr/>
                <p14:nvPr/>
              </p14:nvContentPartPr>
              <p14:xfrm>
                <a:off x="6856451" y="2642095"/>
                <a:ext cx="265320" cy="1141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5A8391AF-D335-3C20-9822-A913DAE0F24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847451" y="2633095"/>
                  <a:ext cx="2829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88C98254-7C00-0A1C-1589-08253E124D23}"/>
                    </a:ext>
                  </a:extLst>
                </p14:cNvPr>
                <p14:cNvContentPartPr/>
                <p14:nvPr/>
              </p14:nvContentPartPr>
              <p14:xfrm>
                <a:off x="7201691" y="2620855"/>
                <a:ext cx="124200" cy="1141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8C98254-7C00-0A1C-1589-08253E124D23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193051" y="2611855"/>
                  <a:ext cx="1418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3A381D2-69EF-FDFE-A6B8-20E352A9CF1E}"/>
                    </a:ext>
                  </a:extLst>
                </p14:cNvPr>
                <p14:cNvContentPartPr/>
                <p14:nvPr/>
              </p14:nvContentPartPr>
              <p14:xfrm>
                <a:off x="7414811" y="2580895"/>
                <a:ext cx="52920" cy="1378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3A381D2-69EF-FDFE-A6B8-20E352A9CF1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406171" y="2572255"/>
                  <a:ext cx="705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B5FB5931-FFD4-5375-F423-EF8D0CD499CB}"/>
                    </a:ext>
                  </a:extLst>
                </p14:cNvPr>
                <p14:cNvContentPartPr/>
                <p14:nvPr/>
              </p14:nvContentPartPr>
              <p14:xfrm>
                <a:off x="7528571" y="2555335"/>
                <a:ext cx="349920" cy="1602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B5FB5931-FFD4-5375-F423-EF8D0CD499CB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519571" y="2546695"/>
                  <a:ext cx="3675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9083C92-BCE7-9994-9449-B327B318A181}"/>
                    </a:ext>
                  </a:extLst>
                </p14:cNvPr>
                <p14:cNvContentPartPr/>
                <p14:nvPr/>
              </p14:nvContentPartPr>
              <p14:xfrm>
                <a:off x="7805771" y="2549575"/>
                <a:ext cx="10440" cy="1461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9083C92-BCE7-9994-9449-B327B318A18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797131" y="2540575"/>
                  <a:ext cx="2808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55E137F-CC8A-CAEC-6807-94AD40D6AA82}"/>
                    </a:ext>
                  </a:extLst>
                </p14:cNvPr>
                <p14:cNvContentPartPr/>
                <p14:nvPr/>
              </p14:nvContentPartPr>
              <p14:xfrm>
                <a:off x="7923851" y="2555695"/>
                <a:ext cx="95400" cy="1587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55E137F-CC8A-CAEC-6807-94AD40D6AA82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915211" y="2547055"/>
                  <a:ext cx="1130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81AB9361-9136-B5D4-6D42-089293E0CFCD}"/>
                    </a:ext>
                  </a:extLst>
                </p14:cNvPr>
                <p14:cNvContentPartPr/>
                <p14:nvPr/>
              </p14:nvContentPartPr>
              <p14:xfrm>
                <a:off x="8042291" y="2568295"/>
                <a:ext cx="183600" cy="1180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81AB9361-9136-B5D4-6D42-089293E0CFC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033651" y="2559295"/>
                  <a:ext cx="201240" cy="13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7D42D495-0A1B-0A92-2605-346C4FA07E07}"/>
                  </a:ext>
                </a:extLst>
              </p14:cNvPr>
              <p14:cNvContentPartPr/>
              <p14:nvPr/>
            </p14:nvContentPartPr>
            <p14:xfrm>
              <a:off x="8472491" y="2261935"/>
              <a:ext cx="143280" cy="5364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7D42D495-0A1B-0A92-2605-346C4FA07E07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8463851" y="2252935"/>
                <a:ext cx="160920" cy="71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2" name="Group 151">
            <a:extLst>
              <a:ext uri="{FF2B5EF4-FFF2-40B4-BE49-F238E27FC236}">
                <a16:creationId xmlns:a16="http://schemas.microsoft.com/office/drawing/2014/main" id="{BC6C6AFE-278A-FD1D-4811-E1F89B575F60}"/>
              </a:ext>
            </a:extLst>
          </p:cNvPr>
          <p:cNvGrpSpPr/>
          <p:nvPr/>
        </p:nvGrpSpPr>
        <p:grpSpPr>
          <a:xfrm>
            <a:off x="8894051" y="2146735"/>
            <a:ext cx="1330920" cy="243720"/>
            <a:chOff x="8894051" y="2146735"/>
            <a:chExt cx="1330920" cy="24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208F5A2-BB09-2BF5-2308-3E50E157632B}"/>
                    </a:ext>
                  </a:extLst>
                </p14:cNvPr>
                <p14:cNvContentPartPr/>
                <p14:nvPr/>
              </p14:nvContentPartPr>
              <p14:xfrm>
                <a:off x="8894051" y="2201815"/>
                <a:ext cx="193680" cy="1580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208F5A2-BB09-2BF5-2308-3E50E157632B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885411" y="2193175"/>
                  <a:ext cx="21132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1168FC1E-EEC2-27A6-B261-0822E7898AA4}"/>
                    </a:ext>
                  </a:extLst>
                </p14:cNvPr>
                <p14:cNvContentPartPr/>
                <p14:nvPr/>
              </p14:nvContentPartPr>
              <p14:xfrm>
                <a:off x="9174851" y="2275255"/>
                <a:ext cx="11880" cy="547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1168FC1E-EEC2-27A6-B261-0822E7898AA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165851" y="2266255"/>
                  <a:ext cx="295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95B54F03-B726-0120-8C90-3ACDEB4BD4D1}"/>
                    </a:ext>
                  </a:extLst>
                </p14:cNvPr>
                <p14:cNvContentPartPr/>
                <p14:nvPr/>
              </p14:nvContentPartPr>
              <p14:xfrm>
                <a:off x="9295091" y="2177695"/>
                <a:ext cx="135360" cy="1666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95B54F03-B726-0120-8C90-3ACDEB4BD4D1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286451" y="2169055"/>
                  <a:ext cx="1530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828E27F-87A9-E5D2-FAA2-DB87A4B5C8D6}"/>
                    </a:ext>
                  </a:extLst>
                </p14:cNvPr>
                <p14:cNvContentPartPr/>
                <p14:nvPr/>
              </p14:nvContentPartPr>
              <p14:xfrm>
                <a:off x="9279611" y="2146735"/>
                <a:ext cx="415800" cy="2325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828E27F-87A9-E5D2-FAA2-DB87A4B5C8D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270971" y="2138095"/>
                  <a:ext cx="4334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6E9CF88-2EB4-EC5C-6B27-8277CC3ED3BC}"/>
                    </a:ext>
                  </a:extLst>
                </p14:cNvPr>
                <p14:cNvContentPartPr/>
                <p14:nvPr/>
              </p14:nvContentPartPr>
              <p14:xfrm>
                <a:off x="9757691" y="2189575"/>
                <a:ext cx="184680" cy="1785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6E9CF88-2EB4-EC5C-6B27-8277CC3ED3B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749051" y="2180575"/>
                  <a:ext cx="20232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5256106-226F-ABA1-9633-6E9CB9AEAE2B}"/>
                    </a:ext>
                  </a:extLst>
                </p14:cNvPr>
                <p14:cNvContentPartPr/>
                <p14:nvPr/>
              </p14:nvContentPartPr>
              <p14:xfrm>
                <a:off x="10007171" y="2187055"/>
                <a:ext cx="217800" cy="2034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5256106-226F-ABA1-9633-6E9CB9AEAE2B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998171" y="2178415"/>
                  <a:ext cx="235440" cy="22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9D5C6C75-19FD-FED0-77D2-1DBC00D4474D}"/>
              </a:ext>
            </a:extLst>
          </p:cNvPr>
          <p:cNvGrpSpPr/>
          <p:nvPr/>
        </p:nvGrpSpPr>
        <p:grpSpPr>
          <a:xfrm>
            <a:off x="3421691" y="3254095"/>
            <a:ext cx="578160" cy="155880"/>
            <a:chOff x="3421691" y="3254095"/>
            <a:chExt cx="578160" cy="15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ECE7E6FF-109E-F750-3C1B-FB0E1AC1F053}"/>
                    </a:ext>
                  </a:extLst>
                </p14:cNvPr>
                <p14:cNvContentPartPr/>
                <p14:nvPr/>
              </p14:nvContentPartPr>
              <p14:xfrm>
                <a:off x="3421691" y="3254095"/>
                <a:ext cx="198000" cy="14904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ECE7E6FF-109E-F750-3C1B-FB0E1AC1F053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413051" y="3245095"/>
                  <a:ext cx="2156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BDEF0869-972E-7164-4E74-76728B6C3075}"/>
                    </a:ext>
                  </a:extLst>
                </p14:cNvPr>
                <p14:cNvContentPartPr/>
                <p14:nvPr/>
              </p14:nvContentPartPr>
              <p14:xfrm>
                <a:off x="3699251" y="3342655"/>
                <a:ext cx="27720" cy="673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BDEF0869-972E-7164-4E74-76728B6C3075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690611" y="3334015"/>
                  <a:ext cx="453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84953129-FA10-E209-5093-740AE5A150D8}"/>
                    </a:ext>
                  </a:extLst>
                </p14:cNvPr>
                <p14:cNvContentPartPr/>
                <p14:nvPr/>
              </p14:nvContentPartPr>
              <p14:xfrm>
                <a:off x="3879251" y="3295855"/>
                <a:ext cx="120600" cy="514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84953129-FA10-E209-5093-740AE5A150D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870251" y="3287215"/>
                  <a:ext cx="138240" cy="6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A2EDC6DD-A989-8B88-6960-A281755287B9}"/>
              </a:ext>
            </a:extLst>
          </p:cNvPr>
          <p:cNvGrpSpPr/>
          <p:nvPr/>
        </p:nvGrpSpPr>
        <p:grpSpPr>
          <a:xfrm>
            <a:off x="4224491" y="3242215"/>
            <a:ext cx="842040" cy="300240"/>
            <a:chOff x="4224491" y="3242215"/>
            <a:chExt cx="842040" cy="30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C3311CB6-2C22-E7D9-A06D-1CE455B764CD}"/>
                    </a:ext>
                  </a:extLst>
                </p14:cNvPr>
                <p14:cNvContentPartPr/>
                <p14:nvPr/>
              </p14:nvContentPartPr>
              <p14:xfrm>
                <a:off x="4224491" y="3263815"/>
                <a:ext cx="152280" cy="1281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C3311CB6-2C22-E7D9-A06D-1CE455B764C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215851" y="3255175"/>
                  <a:ext cx="1699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86BBCEE3-06F4-AE20-39B2-69C7D94A305A}"/>
                    </a:ext>
                  </a:extLst>
                </p14:cNvPr>
                <p14:cNvContentPartPr/>
                <p14:nvPr/>
              </p14:nvContentPartPr>
              <p14:xfrm>
                <a:off x="4258691" y="3242215"/>
                <a:ext cx="185400" cy="1627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86BBCEE3-06F4-AE20-39B2-69C7D94A305A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249691" y="3233575"/>
                  <a:ext cx="2030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F66851ED-CC19-885C-19FE-B72200FB3CF7}"/>
                    </a:ext>
                  </a:extLst>
                </p14:cNvPr>
                <p14:cNvContentPartPr/>
                <p14:nvPr/>
              </p14:nvContentPartPr>
              <p14:xfrm>
                <a:off x="4509251" y="3271735"/>
                <a:ext cx="149040" cy="1278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F66851ED-CC19-885C-19FE-B72200FB3CF7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500251" y="3262735"/>
                  <a:ext cx="1666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D0285D70-FDF3-6F42-1D19-B3A0E124FBB9}"/>
                    </a:ext>
                  </a:extLst>
                </p14:cNvPr>
                <p14:cNvContentPartPr/>
                <p14:nvPr/>
              </p14:nvContentPartPr>
              <p14:xfrm>
                <a:off x="4690331" y="3331135"/>
                <a:ext cx="122040" cy="2113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D0285D70-FDF3-6F42-1D19-B3A0E124FBB9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681331" y="3322135"/>
                  <a:ext cx="1396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B3276F83-8724-DE65-484E-8127F1D5C371}"/>
                    </a:ext>
                  </a:extLst>
                </p14:cNvPr>
                <p14:cNvContentPartPr/>
                <p14:nvPr/>
              </p14:nvContentPartPr>
              <p14:xfrm>
                <a:off x="4968971" y="3243655"/>
                <a:ext cx="17280" cy="1249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B3276F83-8724-DE65-484E-8127F1D5C371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959971" y="3234655"/>
                  <a:ext cx="349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B04F6CA7-E801-C45E-E085-B9E4B6EA7919}"/>
                    </a:ext>
                  </a:extLst>
                </p14:cNvPr>
                <p14:cNvContentPartPr/>
                <p14:nvPr/>
              </p14:nvContentPartPr>
              <p14:xfrm>
                <a:off x="4911011" y="3299455"/>
                <a:ext cx="155520" cy="241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B04F6CA7-E801-C45E-E085-B9E4B6EA7919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902371" y="3290815"/>
                  <a:ext cx="17316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5EC63F27-4A3B-4CD4-83AA-7EC1A6961FA1}"/>
              </a:ext>
            </a:extLst>
          </p:cNvPr>
          <p:cNvGrpSpPr/>
          <p:nvPr/>
        </p:nvGrpSpPr>
        <p:grpSpPr>
          <a:xfrm>
            <a:off x="5287571" y="3148975"/>
            <a:ext cx="1120320" cy="310680"/>
            <a:chOff x="5287571" y="3148975"/>
            <a:chExt cx="1120320" cy="31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719C3C28-3F2F-B741-6819-EA808BA4924A}"/>
                    </a:ext>
                  </a:extLst>
                </p14:cNvPr>
                <p14:cNvContentPartPr/>
                <p14:nvPr/>
              </p14:nvContentPartPr>
              <p14:xfrm>
                <a:off x="5287571" y="3183535"/>
                <a:ext cx="203400" cy="2761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719C3C28-3F2F-B741-6819-EA808BA4924A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278571" y="3174895"/>
                  <a:ext cx="22104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72EDAFDE-9756-DB03-A12A-F4859893B930}"/>
                    </a:ext>
                  </a:extLst>
                </p14:cNvPr>
                <p14:cNvContentPartPr/>
                <p14:nvPr/>
              </p14:nvContentPartPr>
              <p14:xfrm>
                <a:off x="5532731" y="3254455"/>
                <a:ext cx="285480" cy="817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72EDAFDE-9756-DB03-A12A-F4859893B930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523731" y="3245815"/>
                  <a:ext cx="3031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5E04B5A0-BCB7-C401-29EA-9A64DBA9D5C8}"/>
                    </a:ext>
                  </a:extLst>
                </p14:cNvPr>
                <p14:cNvContentPartPr/>
                <p14:nvPr/>
              </p14:nvContentPartPr>
              <p14:xfrm>
                <a:off x="5712011" y="3246895"/>
                <a:ext cx="182520" cy="14184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5E04B5A0-BCB7-C401-29EA-9A64DBA9D5C8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703011" y="3238255"/>
                  <a:ext cx="2001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64D797BD-3A85-80BF-BE5A-E260838A38D3}"/>
                    </a:ext>
                  </a:extLst>
                </p14:cNvPr>
                <p14:cNvContentPartPr/>
                <p14:nvPr/>
              </p14:nvContentPartPr>
              <p14:xfrm>
                <a:off x="5917931" y="3148975"/>
                <a:ext cx="118440" cy="2566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4D797BD-3A85-80BF-BE5A-E260838A38D3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908931" y="3139975"/>
                  <a:ext cx="13608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8EE81811-31AE-CC59-3E76-B3E7EED4948D}"/>
                    </a:ext>
                  </a:extLst>
                </p14:cNvPr>
                <p14:cNvContentPartPr/>
                <p14:nvPr/>
              </p14:nvContentPartPr>
              <p14:xfrm>
                <a:off x="6104771" y="3228175"/>
                <a:ext cx="166320" cy="1396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8EE81811-31AE-CC59-3E76-B3E7EED4948D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096131" y="3219535"/>
                  <a:ext cx="1839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99BB8B51-0086-2411-66BD-CCB4B3C1F772}"/>
                    </a:ext>
                  </a:extLst>
                </p14:cNvPr>
                <p14:cNvContentPartPr/>
                <p14:nvPr/>
              </p14:nvContentPartPr>
              <p14:xfrm>
                <a:off x="6280811" y="3271375"/>
                <a:ext cx="127080" cy="1731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99BB8B51-0086-2411-66BD-CCB4B3C1F772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272171" y="3262735"/>
                  <a:ext cx="144720" cy="19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2C053031-58BE-FAAA-2593-9D4DC9238F6C}"/>
              </a:ext>
            </a:extLst>
          </p:cNvPr>
          <p:cNvGrpSpPr/>
          <p:nvPr/>
        </p:nvGrpSpPr>
        <p:grpSpPr>
          <a:xfrm>
            <a:off x="3961331" y="3779335"/>
            <a:ext cx="114840" cy="70200"/>
            <a:chOff x="3961331" y="3779335"/>
            <a:chExt cx="114840" cy="7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4FFDA8CA-D1D1-757F-867B-848426C0E630}"/>
                    </a:ext>
                  </a:extLst>
                </p14:cNvPr>
                <p14:cNvContentPartPr/>
                <p14:nvPr/>
              </p14:nvContentPartPr>
              <p14:xfrm>
                <a:off x="3961331" y="3779335"/>
                <a:ext cx="107280" cy="39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4FFDA8CA-D1D1-757F-867B-848426C0E630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952691" y="3770335"/>
                  <a:ext cx="1249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46161792-C843-3711-E0A9-44D608D3A0CB}"/>
                    </a:ext>
                  </a:extLst>
                </p14:cNvPr>
                <p14:cNvContentPartPr/>
                <p14:nvPr/>
              </p14:nvContentPartPr>
              <p14:xfrm>
                <a:off x="3974291" y="3840535"/>
                <a:ext cx="101880" cy="90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46161792-C843-3711-E0A9-44D608D3A0C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965651" y="3831895"/>
                  <a:ext cx="11952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F94A7EA6-2B05-EE90-FF8F-EB34B472A181}"/>
              </a:ext>
            </a:extLst>
          </p:cNvPr>
          <p:cNvGrpSpPr/>
          <p:nvPr/>
        </p:nvGrpSpPr>
        <p:grpSpPr>
          <a:xfrm>
            <a:off x="4275971" y="3587095"/>
            <a:ext cx="2682360" cy="394920"/>
            <a:chOff x="4275971" y="3587095"/>
            <a:chExt cx="2682360" cy="39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ABAAF1CD-5D28-C7D1-5D1D-6E1D7D76F5B2}"/>
                    </a:ext>
                  </a:extLst>
                </p14:cNvPr>
                <p14:cNvContentPartPr/>
                <p14:nvPr/>
              </p14:nvContentPartPr>
              <p14:xfrm>
                <a:off x="4275971" y="3676735"/>
                <a:ext cx="86040" cy="3052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ABAAF1CD-5D28-C7D1-5D1D-6E1D7D76F5B2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267331" y="3668095"/>
                  <a:ext cx="10368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0399DD40-CA78-1E7F-40E1-0381D3BFDAB0}"/>
                    </a:ext>
                  </a:extLst>
                </p14:cNvPr>
                <p14:cNvContentPartPr/>
                <p14:nvPr/>
              </p14:nvContentPartPr>
              <p14:xfrm>
                <a:off x="4405211" y="3782935"/>
                <a:ext cx="87120" cy="1447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0399DD40-CA78-1E7F-40E1-0381D3BFDAB0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396571" y="3773935"/>
                  <a:ext cx="1047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0A0A890A-8CAE-67B5-AD7E-4C088C836621}"/>
                    </a:ext>
                  </a:extLst>
                </p14:cNvPr>
                <p14:cNvContentPartPr/>
                <p14:nvPr/>
              </p14:nvContentPartPr>
              <p14:xfrm>
                <a:off x="4569011" y="3778255"/>
                <a:ext cx="222480" cy="1432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0A0A890A-8CAE-67B5-AD7E-4C088C836621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560371" y="3769255"/>
                  <a:ext cx="24012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DD9E8993-9648-C13E-CE0F-6237AF1F471E}"/>
                    </a:ext>
                  </a:extLst>
                </p14:cNvPr>
                <p14:cNvContentPartPr/>
                <p14:nvPr/>
              </p14:nvContentPartPr>
              <p14:xfrm>
                <a:off x="4702571" y="3767455"/>
                <a:ext cx="247320" cy="1803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DD9E8993-9648-C13E-CE0F-6237AF1F471E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4693931" y="3758455"/>
                  <a:ext cx="2649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3EB5235A-A02E-F67E-68E1-E771FC76BA34}"/>
                    </a:ext>
                  </a:extLst>
                </p14:cNvPr>
                <p14:cNvContentPartPr/>
                <p14:nvPr/>
              </p14:nvContentPartPr>
              <p14:xfrm>
                <a:off x="5048531" y="3803095"/>
                <a:ext cx="123840" cy="1404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3EB5235A-A02E-F67E-68E1-E771FC76BA34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039891" y="3794455"/>
                  <a:ext cx="1414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58487C4F-6E04-F73C-D3C2-DF277AC7DFFE}"/>
                    </a:ext>
                  </a:extLst>
                </p14:cNvPr>
                <p14:cNvContentPartPr/>
                <p14:nvPr/>
              </p14:nvContentPartPr>
              <p14:xfrm>
                <a:off x="5263811" y="3792295"/>
                <a:ext cx="120240" cy="15552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58487C4F-6E04-F73C-D3C2-DF277AC7DFFE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255171" y="3783295"/>
                  <a:ext cx="1378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C2E1189-0238-147C-D0F9-DE36DA5BF6C2}"/>
                    </a:ext>
                  </a:extLst>
                </p14:cNvPr>
                <p14:cNvContentPartPr/>
                <p14:nvPr/>
              </p14:nvContentPartPr>
              <p14:xfrm>
                <a:off x="5383331" y="3699415"/>
                <a:ext cx="152640" cy="2646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C2E1189-0238-147C-D0F9-DE36DA5BF6C2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374331" y="3690415"/>
                  <a:ext cx="17028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73BD4E36-FF77-1266-6A3E-22AEB33A662D}"/>
                    </a:ext>
                  </a:extLst>
                </p14:cNvPr>
                <p14:cNvContentPartPr/>
                <p14:nvPr/>
              </p14:nvContentPartPr>
              <p14:xfrm>
                <a:off x="5618771" y="3656215"/>
                <a:ext cx="128880" cy="3200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73BD4E36-FF77-1266-6A3E-22AEB33A662D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609771" y="3647575"/>
                  <a:ext cx="14652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9F2B1C8E-F11E-6F22-1E0F-6A24207FFA71}"/>
                    </a:ext>
                  </a:extLst>
                </p14:cNvPr>
                <p14:cNvContentPartPr/>
                <p14:nvPr/>
              </p14:nvContentPartPr>
              <p14:xfrm>
                <a:off x="5748731" y="3757015"/>
                <a:ext cx="208800" cy="11268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9F2B1C8E-F11E-6F22-1E0F-6A24207FFA71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739731" y="3748375"/>
                  <a:ext cx="2264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7A4C8733-03B4-E62F-E51A-49101259F8C0}"/>
                    </a:ext>
                  </a:extLst>
                </p14:cNvPr>
                <p14:cNvContentPartPr/>
                <p14:nvPr/>
              </p14:nvContentPartPr>
              <p14:xfrm>
                <a:off x="5961491" y="3721375"/>
                <a:ext cx="132120" cy="13248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7A4C8733-03B4-E62F-E51A-49101259F8C0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952851" y="3712735"/>
                  <a:ext cx="1497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E5D443DC-AA61-0C38-574C-1830B5EA5853}"/>
                    </a:ext>
                  </a:extLst>
                </p14:cNvPr>
                <p14:cNvContentPartPr/>
                <p14:nvPr/>
              </p14:nvContentPartPr>
              <p14:xfrm>
                <a:off x="6018371" y="3717415"/>
                <a:ext cx="244440" cy="14904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E5D443DC-AA61-0C38-574C-1830B5EA5853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009371" y="3708775"/>
                  <a:ext cx="2620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B4A428A1-3257-42F5-CBFE-26FF851D4F6E}"/>
                    </a:ext>
                  </a:extLst>
                </p14:cNvPr>
                <p14:cNvContentPartPr/>
                <p14:nvPr/>
              </p14:nvContentPartPr>
              <p14:xfrm>
                <a:off x="6303131" y="3709855"/>
                <a:ext cx="152280" cy="1407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B4A428A1-3257-42F5-CBFE-26FF851D4F6E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294131" y="3700855"/>
                  <a:ext cx="1699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E211C7E5-2640-C805-D718-561752946DB9}"/>
                    </a:ext>
                  </a:extLst>
                </p14:cNvPr>
                <p14:cNvContentPartPr/>
                <p14:nvPr/>
              </p14:nvContentPartPr>
              <p14:xfrm>
                <a:off x="6548651" y="3812455"/>
                <a:ext cx="46440" cy="273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E211C7E5-2640-C805-D718-561752946DB9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540011" y="3803815"/>
                  <a:ext cx="640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9C8B9858-3EAF-2103-1E44-06E2D1FD65F7}"/>
                    </a:ext>
                  </a:extLst>
                </p14:cNvPr>
                <p14:cNvContentPartPr/>
                <p14:nvPr/>
              </p14:nvContentPartPr>
              <p14:xfrm>
                <a:off x="6644051" y="3735415"/>
                <a:ext cx="128880" cy="14148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9C8B9858-3EAF-2103-1E44-06E2D1FD65F7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635411" y="3726775"/>
                  <a:ext cx="1465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7D87DBD9-D2FC-213D-194C-9BCBF59EE7CD}"/>
                    </a:ext>
                  </a:extLst>
                </p14:cNvPr>
                <p14:cNvContentPartPr/>
                <p14:nvPr/>
              </p14:nvContentPartPr>
              <p14:xfrm>
                <a:off x="6748451" y="3587095"/>
                <a:ext cx="209880" cy="38160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7D87DBD9-D2FC-213D-194C-9BCBF59EE7CD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6739451" y="3578455"/>
                  <a:ext cx="227520" cy="39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6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10A0F1B7-818F-E273-5167-57BDFB6DA0B0}"/>
                  </a:ext>
                </a:extLst>
              </p14:cNvPr>
              <p14:cNvContentPartPr/>
              <p14:nvPr/>
            </p14:nvContentPartPr>
            <p14:xfrm>
              <a:off x="7174331" y="3723895"/>
              <a:ext cx="13680" cy="10188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10A0F1B7-818F-E273-5167-57BDFB6DA0B0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7165691" y="3714895"/>
                <a:ext cx="3132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8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76948ED2-5B10-E3D4-2292-783075275A89}"/>
                  </a:ext>
                </a:extLst>
              </p14:cNvPr>
              <p14:cNvContentPartPr/>
              <p14:nvPr/>
            </p14:nvContentPartPr>
            <p14:xfrm>
              <a:off x="7119611" y="3761695"/>
              <a:ext cx="152280" cy="2844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76948ED2-5B10-E3D4-2292-783075275A89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7110971" y="3753055"/>
                <a:ext cx="169920" cy="4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0" name="Group 209">
            <a:extLst>
              <a:ext uri="{FF2B5EF4-FFF2-40B4-BE49-F238E27FC236}">
                <a16:creationId xmlns:a16="http://schemas.microsoft.com/office/drawing/2014/main" id="{FBB7224E-87A4-F114-E214-5DFC479530A1}"/>
              </a:ext>
            </a:extLst>
          </p:cNvPr>
          <p:cNvGrpSpPr/>
          <p:nvPr/>
        </p:nvGrpSpPr>
        <p:grpSpPr>
          <a:xfrm>
            <a:off x="7442531" y="3447775"/>
            <a:ext cx="2728800" cy="408240"/>
            <a:chOff x="7442531" y="3447775"/>
            <a:chExt cx="2728800" cy="40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6C68682C-76CD-00BD-8B95-B67670677583}"/>
                    </a:ext>
                  </a:extLst>
                </p14:cNvPr>
                <p14:cNvContentPartPr/>
                <p14:nvPr/>
              </p14:nvContentPartPr>
              <p14:xfrm>
                <a:off x="7442531" y="3622735"/>
                <a:ext cx="366840" cy="23328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6C68682C-76CD-00BD-8B95-B67670677583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7433531" y="3614095"/>
                  <a:ext cx="38448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FE45B4B4-D42C-B14F-5351-8E9956FD6407}"/>
                    </a:ext>
                  </a:extLst>
                </p14:cNvPr>
                <p14:cNvContentPartPr/>
                <p14:nvPr/>
              </p14:nvContentPartPr>
              <p14:xfrm>
                <a:off x="7902251" y="3667375"/>
                <a:ext cx="110520" cy="1476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FE45B4B4-D42C-B14F-5351-8E9956FD6407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893611" y="3658375"/>
                  <a:ext cx="1281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8A5F0F75-78DC-D932-9A1F-82F0E584D289}"/>
                    </a:ext>
                  </a:extLst>
                </p14:cNvPr>
                <p14:cNvContentPartPr/>
                <p14:nvPr/>
              </p14:nvContentPartPr>
              <p14:xfrm>
                <a:off x="8117531" y="3749455"/>
                <a:ext cx="21960" cy="4176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8A5F0F75-78DC-D932-9A1F-82F0E584D289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8108891" y="3740815"/>
                  <a:ext cx="396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EEEFFDE8-3110-8727-961C-C8C5C75FFEBB}"/>
                    </a:ext>
                  </a:extLst>
                </p14:cNvPr>
                <p14:cNvContentPartPr/>
                <p14:nvPr/>
              </p14:nvContentPartPr>
              <p14:xfrm>
                <a:off x="8198171" y="3665575"/>
                <a:ext cx="123840" cy="1270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EEEFFDE8-3110-8727-961C-C8C5C75FFEBB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189171" y="3656575"/>
                  <a:ext cx="1414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6EF94974-2608-BAA9-E47C-C2A6882F2DBB}"/>
                    </a:ext>
                  </a:extLst>
                </p14:cNvPr>
                <p14:cNvContentPartPr/>
                <p14:nvPr/>
              </p14:nvContentPartPr>
              <p14:xfrm>
                <a:off x="8229851" y="3645775"/>
                <a:ext cx="249120" cy="1800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6EF94974-2608-BAA9-E47C-C2A6882F2DBB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220851" y="3636775"/>
                  <a:ext cx="26676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864A4E9B-78B1-97F5-85C5-3ECB6BC70DCE}"/>
                    </a:ext>
                  </a:extLst>
                </p14:cNvPr>
                <p14:cNvContentPartPr/>
                <p14:nvPr/>
              </p14:nvContentPartPr>
              <p14:xfrm>
                <a:off x="8538011" y="3659095"/>
                <a:ext cx="125640" cy="1368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864A4E9B-78B1-97F5-85C5-3ECB6BC70DCE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529011" y="3650095"/>
                  <a:ext cx="1432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E4F47A5D-EBE0-DF0C-637E-D6131903F1B2}"/>
                    </a:ext>
                  </a:extLst>
                </p14:cNvPr>
                <p14:cNvContentPartPr/>
                <p14:nvPr/>
              </p14:nvContentPartPr>
              <p14:xfrm>
                <a:off x="8719091" y="3651895"/>
                <a:ext cx="129240" cy="14112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E4F47A5D-EBE0-DF0C-637E-D6131903F1B2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710091" y="3643255"/>
                  <a:ext cx="1468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731E3AFA-670B-9854-754B-255A3FC376B0}"/>
                    </a:ext>
                  </a:extLst>
                </p14:cNvPr>
                <p14:cNvContentPartPr/>
                <p14:nvPr/>
              </p14:nvContentPartPr>
              <p14:xfrm>
                <a:off x="8804771" y="3524095"/>
                <a:ext cx="191880" cy="29628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731E3AFA-670B-9854-754B-255A3FC376B0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795771" y="3515455"/>
                  <a:ext cx="20952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0086EFFB-BB26-F88A-3EAC-8E4383FEB186}"/>
                    </a:ext>
                  </a:extLst>
                </p14:cNvPr>
                <p14:cNvContentPartPr/>
                <p14:nvPr/>
              </p14:nvContentPartPr>
              <p14:xfrm>
                <a:off x="9123371" y="3563335"/>
                <a:ext cx="92520" cy="2030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0086EFFB-BB26-F88A-3EAC-8E4383FEB186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114371" y="3554335"/>
                  <a:ext cx="1101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765B0291-CB6A-009A-2DF6-72BD67AF0EAF}"/>
                    </a:ext>
                  </a:extLst>
                </p14:cNvPr>
                <p14:cNvContentPartPr/>
                <p14:nvPr/>
              </p14:nvContentPartPr>
              <p14:xfrm>
                <a:off x="9233531" y="3559375"/>
                <a:ext cx="120240" cy="1033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765B0291-CB6A-009A-2DF6-72BD67AF0EAF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224531" y="3550375"/>
                  <a:ext cx="1378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850428A0-DE0F-B086-C96B-97DFCC986DAA}"/>
                    </a:ext>
                  </a:extLst>
                </p14:cNvPr>
                <p14:cNvContentPartPr/>
                <p14:nvPr/>
              </p14:nvContentPartPr>
              <p14:xfrm>
                <a:off x="9335771" y="3574495"/>
                <a:ext cx="164520" cy="16128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850428A0-DE0F-B086-C96B-97DFCC986DAA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327131" y="3565495"/>
                  <a:ext cx="1821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41F3B236-33CE-9F4A-340D-D1AB24C6B7C2}"/>
                    </a:ext>
                  </a:extLst>
                </p14:cNvPr>
                <p14:cNvContentPartPr/>
                <p14:nvPr/>
              </p14:nvContentPartPr>
              <p14:xfrm>
                <a:off x="9530891" y="3565855"/>
                <a:ext cx="158760" cy="1497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41F3B236-33CE-9F4A-340D-D1AB24C6B7C2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9521891" y="3556855"/>
                  <a:ext cx="1764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EEFB27F1-ACFA-ABA4-7D05-CD5F9AC412BA}"/>
                    </a:ext>
                  </a:extLst>
                </p14:cNvPr>
                <p14:cNvContentPartPr/>
                <p14:nvPr/>
              </p14:nvContentPartPr>
              <p14:xfrm>
                <a:off x="9749771" y="3519775"/>
                <a:ext cx="244080" cy="16560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EEFB27F1-ACFA-ABA4-7D05-CD5F9AC412BA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9740771" y="3510775"/>
                  <a:ext cx="2617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3B746EF9-C4EA-0D66-0F76-83926838C447}"/>
                    </a:ext>
                  </a:extLst>
                </p14:cNvPr>
                <p14:cNvContentPartPr/>
                <p14:nvPr/>
              </p14:nvContentPartPr>
              <p14:xfrm>
                <a:off x="9902411" y="3447775"/>
                <a:ext cx="268920" cy="29844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3B746EF9-C4EA-0D66-0F76-83926838C447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9893771" y="3438775"/>
                  <a:ext cx="286560" cy="31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11CB19A2-BD74-E72F-2168-F869543A9673}"/>
              </a:ext>
            </a:extLst>
          </p:cNvPr>
          <p:cNvGrpSpPr/>
          <p:nvPr/>
        </p:nvGrpSpPr>
        <p:grpSpPr>
          <a:xfrm>
            <a:off x="3972491" y="4202335"/>
            <a:ext cx="1059840" cy="229320"/>
            <a:chOff x="3972491" y="4202335"/>
            <a:chExt cx="1059840" cy="22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7F4AFB68-F34D-9CFE-4E08-18BEB91CB09C}"/>
                    </a:ext>
                  </a:extLst>
                </p14:cNvPr>
                <p14:cNvContentPartPr/>
                <p14:nvPr/>
              </p14:nvContentPartPr>
              <p14:xfrm>
                <a:off x="3972491" y="4258495"/>
                <a:ext cx="93960" cy="684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7F4AFB68-F34D-9CFE-4E08-18BEB91CB09C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3963851" y="4249495"/>
                  <a:ext cx="1116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0807C209-70CB-5538-CE69-7834416B5D5B}"/>
                    </a:ext>
                  </a:extLst>
                </p14:cNvPr>
                <p14:cNvContentPartPr/>
                <p14:nvPr/>
              </p14:nvContentPartPr>
              <p14:xfrm>
                <a:off x="3981131" y="4302055"/>
                <a:ext cx="120600" cy="1512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0807C209-70CB-5538-CE69-7834416B5D5B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3972491" y="4293415"/>
                  <a:ext cx="1382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293997D0-5294-AD41-08B6-22786CD34090}"/>
                    </a:ext>
                  </a:extLst>
                </p14:cNvPr>
                <p14:cNvContentPartPr/>
                <p14:nvPr/>
              </p14:nvContentPartPr>
              <p14:xfrm>
                <a:off x="4238171" y="4202335"/>
                <a:ext cx="16200" cy="21240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293997D0-5294-AD41-08B6-22786CD34090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4229171" y="4193695"/>
                  <a:ext cx="3384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9FF27252-0FBB-54B0-C0F6-92F053A9B838}"/>
                    </a:ext>
                  </a:extLst>
                </p14:cNvPr>
                <p14:cNvContentPartPr/>
                <p14:nvPr/>
              </p14:nvContentPartPr>
              <p14:xfrm>
                <a:off x="4345451" y="4249135"/>
                <a:ext cx="163080" cy="1713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9FF27252-0FBB-54B0-C0F6-92F053A9B838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4336451" y="4240135"/>
                  <a:ext cx="1807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51BEF261-D8CB-0169-3DEB-1B45F4EA9DFE}"/>
                    </a:ext>
                  </a:extLst>
                </p14:cNvPr>
                <p14:cNvContentPartPr/>
                <p14:nvPr/>
              </p14:nvContentPartPr>
              <p14:xfrm>
                <a:off x="4564691" y="4229695"/>
                <a:ext cx="128160" cy="19548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51BEF261-D8CB-0169-3DEB-1B45F4EA9DFE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4556051" y="4221055"/>
                  <a:ext cx="1458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11A8C705-6394-84FB-9A96-AD50CA909B83}"/>
                    </a:ext>
                  </a:extLst>
                </p14:cNvPr>
                <p14:cNvContentPartPr/>
                <p14:nvPr/>
              </p14:nvContentPartPr>
              <p14:xfrm>
                <a:off x="4811291" y="4237975"/>
                <a:ext cx="119880" cy="16452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11A8C705-6394-84FB-9A96-AD50CA909B83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4802291" y="4229335"/>
                  <a:ext cx="13752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56CE29CC-50BF-E950-B44F-0C0A4B7B26D4}"/>
                    </a:ext>
                  </a:extLst>
                </p14:cNvPr>
                <p14:cNvContentPartPr/>
                <p14:nvPr/>
              </p14:nvContentPartPr>
              <p14:xfrm>
                <a:off x="5031251" y="4408615"/>
                <a:ext cx="1080" cy="2304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56CE29CC-50BF-E950-B44F-0C0A4B7B26D4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022611" y="4399615"/>
                  <a:ext cx="1872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2C416D87-5D30-188F-21FE-0EE7824FF871}"/>
              </a:ext>
            </a:extLst>
          </p:cNvPr>
          <p:cNvGrpSpPr/>
          <p:nvPr/>
        </p:nvGrpSpPr>
        <p:grpSpPr>
          <a:xfrm>
            <a:off x="5245811" y="4227535"/>
            <a:ext cx="377280" cy="217080"/>
            <a:chOff x="5245811" y="4227535"/>
            <a:chExt cx="377280" cy="21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11CAFB88-9DCC-9B48-FDEC-853FE32AD156}"/>
                    </a:ext>
                  </a:extLst>
                </p14:cNvPr>
                <p14:cNvContentPartPr/>
                <p14:nvPr/>
              </p14:nvContentPartPr>
              <p14:xfrm>
                <a:off x="5245811" y="4227535"/>
                <a:ext cx="147600" cy="9936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11CAFB88-9DCC-9B48-FDEC-853FE32AD156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5236811" y="4218535"/>
                  <a:ext cx="16524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A907CFAD-23B8-BE37-9826-AC660C907570}"/>
                    </a:ext>
                  </a:extLst>
                </p14:cNvPr>
                <p14:cNvContentPartPr/>
                <p14:nvPr/>
              </p14:nvContentPartPr>
              <p14:xfrm>
                <a:off x="5358131" y="4235815"/>
                <a:ext cx="24120" cy="19080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A907CFAD-23B8-BE37-9826-AC660C907570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5349491" y="4226815"/>
                  <a:ext cx="4176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B497C1D1-30AE-C8C3-149D-0A83A3637B07}"/>
                    </a:ext>
                  </a:extLst>
                </p14:cNvPr>
                <p14:cNvContentPartPr/>
                <p14:nvPr/>
              </p14:nvContentPartPr>
              <p14:xfrm>
                <a:off x="5466851" y="4247335"/>
                <a:ext cx="156240" cy="19728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B497C1D1-30AE-C8C3-149D-0A83A3637B07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5457851" y="4238335"/>
                  <a:ext cx="173880" cy="21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1FFD7687-B6E1-C85C-A4C7-2B62868B1507}"/>
              </a:ext>
            </a:extLst>
          </p:cNvPr>
          <p:cNvGrpSpPr/>
          <p:nvPr/>
        </p:nvGrpSpPr>
        <p:grpSpPr>
          <a:xfrm>
            <a:off x="5797691" y="4119895"/>
            <a:ext cx="340920" cy="556560"/>
            <a:chOff x="5797691" y="4119895"/>
            <a:chExt cx="340920" cy="55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6707E152-C6C8-BA0F-EAD9-A6C3B0BA6ADE}"/>
                    </a:ext>
                  </a:extLst>
                </p14:cNvPr>
                <p14:cNvContentPartPr/>
                <p14:nvPr/>
              </p14:nvContentPartPr>
              <p14:xfrm>
                <a:off x="5850611" y="4119895"/>
                <a:ext cx="38520" cy="15552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6707E152-C6C8-BA0F-EAD9-A6C3B0BA6ADE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5841971" y="4111255"/>
                  <a:ext cx="561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D679FA65-1303-E6F1-B859-22EC0D71EDAD}"/>
                    </a:ext>
                  </a:extLst>
                </p14:cNvPr>
                <p14:cNvContentPartPr/>
                <p14:nvPr/>
              </p14:nvContentPartPr>
              <p14:xfrm>
                <a:off x="5843051" y="4122415"/>
                <a:ext cx="263520" cy="16128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D679FA65-1303-E6F1-B859-22EC0D71EDAD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5834051" y="4113775"/>
                  <a:ext cx="2811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A9FB708A-ACC6-C926-0A49-98933D214D55}"/>
                    </a:ext>
                  </a:extLst>
                </p14:cNvPr>
                <p14:cNvContentPartPr/>
                <p14:nvPr/>
              </p14:nvContentPartPr>
              <p14:xfrm>
                <a:off x="5797691" y="4308535"/>
                <a:ext cx="318600" cy="26676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A9FB708A-ACC6-C926-0A49-98933D214D55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5788691" y="4299895"/>
                  <a:ext cx="33624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756AC56D-B904-A34D-2976-43A06F9CE9C8}"/>
                    </a:ext>
                  </a:extLst>
                </p14:cNvPr>
                <p14:cNvContentPartPr/>
                <p14:nvPr/>
              </p14:nvContentPartPr>
              <p14:xfrm>
                <a:off x="5824331" y="4448215"/>
                <a:ext cx="314280" cy="22824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756AC56D-B904-A34D-2976-43A06F9CE9C8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5815691" y="4439575"/>
                  <a:ext cx="331920" cy="24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6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A4773E22-EF99-B300-CDB9-8786E4C42728}"/>
                  </a:ext>
                </a:extLst>
              </p14:cNvPr>
              <p14:cNvContentPartPr/>
              <p14:nvPr/>
            </p14:nvContentPartPr>
            <p14:xfrm>
              <a:off x="256931" y="5224375"/>
              <a:ext cx="805680" cy="45720"/>
            </p14:xfrm>
          </p:contentPart>
        </mc:Choice>
        <mc:Fallback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A4773E22-EF99-B300-CDB9-8786E4C42728}"/>
                  </a:ext>
                </a:extLst>
              </p:cNvPr>
              <p:cNvPicPr/>
              <p:nvPr/>
            </p:nvPicPr>
            <p:blipFill>
              <a:blip r:embed="rId367"/>
              <a:stretch>
                <a:fillRect/>
              </a:stretch>
            </p:blipFill>
            <p:spPr>
              <a:xfrm>
                <a:off x="247931" y="5215735"/>
                <a:ext cx="823320" cy="63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48" name="Group 247">
            <a:extLst>
              <a:ext uri="{FF2B5EF4-FFF2-40B4-BE49-F238E27FC236}">
                <a16:creationId xmlns:a16="http://schemas.microsoft.com/office/drawing/2014/main" id="{574872C5-26ED-012B-B6FF-04922B2932A3}"/>
              </a:ext>
            </a:extLst>
          </p:cNvPr>
          <p:cNvGrpSpPr/>
          <p:nvPr/>
        </p:nvGrpSpPr>
        <p:grpSpPr>
          <a:xfrm>
            <a:off x="155411" y="4882375"/>
            <a:ext cx="1236240" cy="220320"/>
            <a:chOff x="155411" y="4882375"/>
            <a:chExt cx="1236240" cy="22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39749F82-42A9-A00A-5E49-E3D19496ED0B}"/>
                    </a:ext>
                  </a:extLst>
                </p14:cNvPr>
                <p14:cNvContentPartPr/>
                <p14:nvPr/>
              </p14:nvContentPartPr>
              <p14:xfrm>
                <a:off x="155411" y="4882375"/>
                <a:ext cx="200880" cy="22032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39749F82-42A9-A00A-5E49-E3D19496ED0B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46411" y="4873375"/>
                  <a:ext cx="2185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93EC6354-3064-10B5-7A43-CDE257DD5541}"/>
                    </a:ext>
                  </a:extLst>
                </p14:cNvPr>
                <p14:cNvContentPartPr/>
                <p14:nvPr/>
              </p14:nvContentPartPr>
              <p14:xfrm>
                <a:off x="332891" y="4905775"/>
                <a:ext cx="61560" cy="15912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93EC6354-3064-10B5-7A43-CDE257DD5541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323891" y="4896775"/>
                  <a:ext cx="792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BD021E22-A47F-91B0-04A3-2A1B6E1D8A83}"/>
                    </a:ext>
                  </a:extLst>
                </p14:cNvPr>
                <p14:cNvContentPartPr/>
                <p14:nvPr/>
              </p14:nvContentPartPr>
              <p14:xfrm>
                <a:off x="313091" y="4984615"/>
                <a:ext cx="330120" cy="9720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BD021E22-A47F-91B0-04A3-2A1B6E1D8A83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304091" y="4975615"/>
                  <a:ext cx="3477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C1D76C84-F94E-43BC-D521-E49BFE850448}"/>
                    </a:ext>
                  </a:extLst>
                </p14:cNvPr>
                <p14:cNvContentPartPr/>
                <p14:nvPr/>
              </p14:nvContentPartPr>
              <p14:xfrm>
                <a:off x="605411" y="4892815"/>
                <a:ext cx="276480" cy="16020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C1D76C84-F94E-43BC-D521-E49BFE850448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596411" y="4884175"/>
                  <a:ext cx="2941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31250569-C444-6484-A890-9E6EA977F153}"/>
                    </a:ext>
                  </a:extLst>
                </p14:cNvPr>
                <p14:cNvContentPartPr/>
                <p14:nvPr/>
              </p14:nvContentPartPr>
              <p14:xfrm>
                <a:off x="961451" y="4893895"/>
                <a:ext cx="257040" cy="19908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31250569-C444-6484-A890-9E6EA977F153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952451" y="4885255"/>
                  <a:ext cx="2746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6A3FC32B-4215-491B-5655-96C37572366D}"/>
                    </a:ext>
                  </a:extLst>
                </p14:cNvPr>
                <p14:cNvContentPartPr/>
                <p14:nvPr/>
              </p14:nvContentPartPr>
              <p14:xfrm>
                <a:off x="1353131" y="4974175"/>
                <a:ext cx="13680" cy="2772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6A3FC32B-4215-491B-5655-96C37572366D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344131" y="4965175"/>
                  <a:ext cx="313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57DF6A03-275C-FBFA-2F09-155EB8C71617}"/>
                    </a:ext>
                  </a:extLst>
                </p14:cNvPr>
                <p14:cNvContentPartPr/>
                <p14:nvPr/>
              </p14:nvContentPartPr>
              <p14:xfrm>
                <a:off x="1376531" y="5087215"/>
                <a:ext cx="15120" cy="792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57DF6A03-275C-FBFA-2F09-155EB8C71617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367531" y="5078575"/>
                  <a:ext cx="3276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84FDCF88-3C4F-F437-8D9A-29D4533F9E56}"/>
              </a:ext>
            </a:extLst>
          </p:cNvPr>
          <p:cNvGrpSpPr/>
          <p:nvPr/>
        </p:nvGrpSpPr>
        <p:grpSpPr>
          <a:xfrm>
            <a:off x="1633931" y="4932775"/>
            <a:ext cx="1809000" cy="314640"/>
            <a:chOff x="1633931" y="4932775"/>
            <a:chExt cx="1809000" cy="31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45A5852C-A9B4-3DAE-535F-8BD46E30B260}"/>
                    </a:ext>
                  </a:extLst>
                </p14:cNvPr>
                <p14:cNvContentPartPr/>
                <p14:nvPr/>
              </p14:nvContentPartPr>
              <p14:xfrm>
                <a:off x="1633931" y="4971655"/>
                <a:ext cx="118440" cy="14904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45A5852C-A9B4-3DAE-535F-8BD46E30B260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624931" y="4962655"/>
                  <a:ext cx="1360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90DAB942-C877-8A49-303D-46501C600A3B}"/>
                    </a:ext>
                  </a:extLst>
                </p14:cNvPr>
                <p14:cNvContentPartPr/>
                <p14:nvPr/>
              </p14:nvContentPartPr>
              <p14:xfrm>
                <a:off x="1772531" y="4984255"/>
                <a:ext cx="386640" cy="26316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90DAB942-C877-8A49-303D-46501C600A3B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763531" y="4975615"/>
                  <a:ext cx="40428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A6B89BF2-3F53-B815-73DC-2BFDFE0DE808}"/>
                    </a:ext>
                  </a:extLst>
                </p14:cNvPr>
                <p14:cNvContentPartPr/>
                <p14:nvPr/>
              </p14:nvContentPartPr>
              <p14:xfrm>
                <a:off x="2210291" y="4947895"/>
                <a:ext cx="236520" cy="14688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A6B89BF2-3F53-B815-73DC-2BFDFE0DE808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2201291" y="4938895"/>
                  <a:ext cx="2541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122FD157-7474-15E5-B36C-BB1450341102}"/>
                    </a:ext>
                  </a:extLst>
                </p14:cNvPr>
                <p14:cNvContentPartPr/>
                <p14:nvPr/>
              </p14:nvContentPartPr>
              <p14:xfrm>
                <a:off x="2573891" y="5017735"/>
                <a:ext cx="299520" cy="2664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122FD157-7474-15E5-B36C-BB1450341102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2565251" y="5009095"/>
                  <a:ext cx="3171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A5173325-93D7-B5B3-60A6-7F582A9F14CE}"/>
                    </a:ext>
                  </a:extLst>
                </p14:cNvPr>
                <p14:cNvContentPartPr/>
                <p14:nvPr/>
              </p14:nvContentPartPr>
              <p14:xfrm>
                <a:off x="2834171" y="4989655"/>
                <a:ext cx="74520" cy="10296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A5173325-93D7-B5B3-60A6-7F582A9F14CE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2825171" y="4981015"/>
                  <a:ext cx="921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3C373AEC-D6F4-9FC9-AD81-92D13A8ADB81}"/>
                    </a:ext>
                  </a:extLst>
                </p14:cNvPr>
                <p14:cNvContentPartPr/>
                <p14:nvPr/>
              </p14:nvContentPartPr>
              <p14:xfrm>
                <a:off x="3202091" y="4936735"/>
                <a:ext cx="51120" cy="16560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3C373AEC-D6F4-9FC9-AD81-92D13A8ADB81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3193091" y="4927735"/>
                  <a:ext cx="687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EE021768-E8BA-6CD8-80B4-9BE926A3C159}"/>
                    </a:ext>
                  </a:extLst>
                </p14:cNvPr>
                <p14:cNvContentPartPr/>
                <p14:nvPr/>
              </p14:nvContentPartPr>
              <p14:xfrm>
                <a:off x="3066731" y="4932775"/>
                <a:ext cx="326160" cy="16128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EE021768-E8BA-6CD8-80B4-9BE926A3C159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3057731" y="4924135"/>
                  <a:ext cx="3438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CB55A3B4-4249-50AB-F801-BC651FE0F933}"/>
                    </a:ext>
                  </a:extLst>
                </p14:cNvPr>
                <p14:cNvContentPartPr/>
                <p14:nvPr/>
              </p14:nvContentPartPr>
              <p14:xfrm>
                <a:off x="3440771" y="5062015"/>
                <a:ext cx="2160" cy="864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CB55A3B4-4249-50AB-F801-BC651FE0F933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3432131" y="5053375"/>
                  <a:ext cx="1980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81C864B6-0485-3F5E-CEB9-60F79867E5B4}"/>
              </a:ext>
            </a:extLst>
          </p:cNvPr>
          <p:cNvGrpSpPr/>
          <p:nvPr/>
        </p:nvGrpSpPr>
        <p:grpSpPr>
          <a:xfrm>
            <a:off x="3560651" y="4928455"/>
            <a:ext cx="411120" cy="169920"/>
            <a:chOff x="3560651" y="4928455"/>
            <a:chExt cx="411120" cy="16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0ABA7026-7417-12D6-7A32-97BF4A841EB4}"/>
                    </a:ext>
                  </a:extLst>
                </p14:cNvPr>
                <p14:cNvContentPartPr/>
                <p14:nvPr/>
              </p14:nvContentPartPr>
              <p14:xfrm>
                <a:off x="3560651" y="4931335"/>
                <a:ext cx="159480" cy="16704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0ABA7026-7417-12D6-7A32-97BF4A841EB4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3552011" y="4922695"/>
                  <a:ext cx="1771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C898A652-0FBB-8512-B271-981520A9DB71}"/>
                    </a:ext>
                  </a:extLst>
                </p14:cNvPr>
                <p14:cNvContentPartPr/>
                <p14:nvPr/>
              </p14:nvContentPartPr>
              <p14:xfrm>
                <a:off x="3808331" y="4977415"/>
                <a:ext cx="30240" cy="11880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C898A652-0FBB-8512-B271-981520A9DB71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3799691" y="4968775"/>
                  <a:ext cx="478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D813EF3B-D62B-C363-1616-BC53936401A8}"/>
                    </a:ext>
                  </a:extLst>
                </p14:cNvPr>
                <p14:cNvContentPartPr/>
                <p14:nvPr/>
              </p14:nvContentPartPr>
              <p14:xfrm>
                <a:off x="3833171" y="4928455"/>
                <a:ext cx="138600" cy="9900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D813EF3B-D62B-C363-1616-BC53936401A8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3824531" y="4919815"/>
                  <a:ext cx="156240" cy="11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4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B3A0F3ED-D12B-9572-A289-ECB5A5E0BE49}"/>
                  </a:ext>
                </a:extLst>
              </p14:cNvPr>
              <p14:cNvContentPartPr/>
              <p14:nvPr/>
            </p14:nvContentPartPr>
            <p14:xfrm>
              <a:off x="4146011" y="4992175"/>
              <a:ext cx="341640" cy="86040"/>
            </p14:xfrm>
          </p:contentPart>
        </mc:Choice>
        <mc:Fallback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B3A0F3ED-D12B-9572-A289-ECB5A5E0BE49}"/>
                  </a:ext>
                </a:extLst>
              </p:cNvPr>
              <p:cNvPicPr/>
              <p:nvPr/>
            </p:nvPicPr>
            <p:blipFill>
              <a:blip r:embed="rId405"/>
              <a:stretch>
                <a:fillRect/>
              </a:stretch>
            </p:blipFill>
            <p:spPr>
              <a:xfrm>
                <a:off x="4137011" y="4983175"/>
                <a:ext cx="359280" cy="103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69" name="Group 268">
            <a:extLst>
              <a:ext uri="{FF2B5EF4-FFF2-40B4-BE49-F238E27FC236}">
                <a16:creationId xmlns:a16="http://schemas.microsoft.com/office/drawing/2014/main" id="{18D58236-6976-79E0-15C4-C0F0E087D27E}"/>
              </a:ext>
            </a:extLst>
          </p:cNvPr>
          <p:cNvGrpSpPr/>
          <p:nvPr/>
        </p:nvGrpSpPr>
        <p:grpSpPr>
          <a:xfrm>
            <a:off x="4671251" y="4838095"/>
            <a:ext cx="2562840" cy="583920"/>
            <a:chOff x="4671251" y="4838095"/>
            <a:chExt cx="2562840" cy="58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7302FBE3-3F81-1C10-AFAA-9A17ED01DFCA}"/>
                    </a:ext>
                  </a:extLst>
                </p14:cNvPr>
                <p14:cNvContentPartPr/>
                <p14:nvPr/>
              </p14:nvContentPartPr>
              <p14:xfrm>
                <a:off x="4671251" y="4989655"/>
                <a:ext cx="183960" cy="14796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7302FBE3-3F81-1C10-AFAA-9A17ED01DFCA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4662611" y="4981015"/>
                  <a:ext cx="2016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DA719064-9025-E1C4-41AD-BEAFA4BA619D}"/>
                    </a:ext>
                  </a:extLst>
                </p14:cNvPr>
                <p14:cNvContentPartPr/>
                <p14:nvPr/>
              </p14:nvContentPartPr>
              <p14:xfrm>
                <a:off x="4908851" y="5105215"/>
                <a:ext cx="121320" cy="11016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DA719064-9025-E1C4-41AD-BEAFA4BA619D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4899851" y="5096575"/>
                  <a:ext cx="1389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A5F420AE-278B-EE4E-34B3-B852DFC83DFE}"/>
                    </a:ext>
                  </a:extLst>
                </p14:cNvPr>
                <p14:cNvContentPartPr/>
                <p14:nvPr/>
              </p14:nvContentPartPr>
              <p14:xfrm>
                <a:off x="5172371" y="5034295"/>
                <a:ext cx="128160" cy="4392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A5F420AE-278B-EE4E-34B3-B852DFC83DFE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5163731" y="5025295"/>
                  <a:ext cx="1458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1F718A36-9879-40E6-FC4B-730E0E7827D7}"/>
                    </a:ext>
                  </a:extLst>
                </p14:cNvPr>
                <p14:cNvContentPartPr/>
                <p14:nvPr/>
              </p14:nvContentPartPr>
              <p14:xfrm>
                <a:off x="5440571" y="5002975"/>
                <a:ext cx="227880" cy="13392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1F718A36-9879-40E6-FC4B-730E0E7827D7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5431571" y="4994335"/>
                  <a:ext cx="2455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63702F25-10C3-0766-17FA-77536640C970}"/>
                    </a:ext>
                  </a:extLst>
                </p14:cNvPr>
                <p14:cNvContentPartPr/>
                <p14:nvPr/>
              </p14:nvContentPartPr>
              <p14:xfrm>
                <a:off x="5730371" y="4972735"/>
                <a:ext cx="155520" cy="17136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63702F25-10C3-0766-17FA-77536640C970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5721731" y="4963735"/>
                  <a:ext cx="1731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ED15AE46-8953-28B9-E48F-641A05A7FC9F}"/>
                    </a:ext>
                  </a:extLst>
                </p14:cNvPr>
                <p14:cNvContentPartPr/>
                <p14:nvPr/>
              </p14:nvContentPartPr>
              <p14:xfrm>
                <a:off x="6013691" y="4952575"/>
                <a:ext cx="125640" cy="14508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ED15AE46-8953-28B9-E48F-641A05A7FC9F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6004691" y="4943575"/>
                  <a:ext cx="1432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C74931B7-4C7D-9926-99A3-53E2D4E63D21}"/>
                    </a:ext>
                  </a:extLst>
                </p14:cNvPr>
                <p14:cNvContentPartPr/>
                <p14:nvPr/>
              </p14:nvContentPartPr>
              <p14:xfrm>
                <a:off x="6255611" y="4946455"/>
                <a:ext cx="123840" cy="17964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C74931B7-4C7D-9926-99A3-53E2D4E63D21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6246971" y="4937815"/>
                  <a:ext cx="1414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BA9851E6-278C-3D6A-E7E0-6E90DCD20E50}"/>
                    </a:ext>
                  </a:extLst>
                </p14:cNvPr>
                <p14:cNvContentPartPr/>
                <p14:nvPr/>
              </p14:nvContentPartPr>
              <p14:xfrm>
                <a:off x="6473051" y="5072815"/>
                <a:ext cx="22680" cy="3888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BA9851E6-278C-3D6A-E7E0-6E90DCD20E50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6464051" y="5063815"/>
                  <a:ext cx="403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0F24B830-42D9-32A1-CC2B-FBD410DB6607}"/>
                    </a:ext>
                  </a:extLst>
                </p14:cNvPr>
                <p14:cNvContentPartPr/>
                <p14:nvPr/>
              </p14:nvContentPartPr>
              <p14:xfrm>
                <a:off x="6573131" y="4960855"/>
                <a:ext cx="145800" cy="20556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0F24B830-42D9-32A1-CC2B-FBD410DB6607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6564491" y="4952215"/>
                  <a:ext cx="1634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E36C7068-8044-3B00-7DE5-D9F09D701763}"/>
                    </a:ext>
                  </a:extLst>
                </p14:cNvPr>
                <p14:cNvContentPartPr/>
                <p14:nvPr/>
              </p14:nvContentPartPr>
              <p14:xfrm>
                <a:off x="6958691" y="4838095"/>
                <a:ext cx="275400" cy="16992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E36C7068-8044-3B00-7DE5-D9F09D701763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6949691" y="4829095"/>
                  <a:ext cx="2930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CF3CBF97-70C9-DC93-FC31-8323B47F577C}"/>
                    </a:ext>
                  </a:extLst>
                </p14:cNvPr>
                <p14:cNvContentPartPr/>
                <p14:nvPr/>
              </p14:nvContentPartPr>
              <p14:xfrm>
                <a:off x="6829811" y="5087575"/>
                <a:ext cx="401040" cy="1764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CF3CBF97-70C9-DC93-FC31-8323B47F577C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6820811" y="5078935"/>
                  <a:ext cx="4186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223E2C6E-4F55-EC78-B36C-8F123BF86BD2}"/>
                    </a:ext>
                  </a:extLst>
                </p14:cNvPr>
                <p14:cNvContentPartPr/>
                <p14:nvPr/>
              </p14:nvContentPartPr>
              <p14:xfrm>
                <a:off x="6861131" y="5182975"/>
                <a:ext cx="361080" cy="23904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223E2C6E-4F55-EC78-B36C-8F123BF86BD2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6852131" y="5173975"/>
                  <a:ext cx="378720" cy="25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849DAFEF-817C-768C-4B49-73F2AF640976}"/>
              </a:ext>
            </a:extLst>
          </p:cNvPr>
          <p:cNvGrpSpPr/>
          <p:nvPr/>
        </p:nvGrpSpPr>
        <p:grpSpPr>
          <a:xfrm>
            <a:off x="1426571" y="5834575"/>
            <a:ext cx="901080" cy="247320"/>
            <a:chOff x="1426571" y="5834575"/>
            <a:chExt cx="901080" cy="24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027F1AC6-2956-D965-AAD1-DA35E2E5F460}"/>
                    </a:ext>
                  </a:extLst>
                </p14:cNvPr>
                <p14:cNvContentPartPr/>
                <p14:nvPr/>
              </p14:nvContentPartPr>
              <p14:xfrm>
                <a:off x="1426571" y="5938615"/>
                <a:ext cx="19080" cy="9540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027F1AC6-2956-D965-AAD1-DA35E2E5F460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1417931" y="5929975"/>
                  <a:ext cx="367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EDC0677F-57E7-3413-0A33-BA3DA9C40816}"/>
                    </a:ext>
                  </a:extLst>
                </p14:cNvPr>
                <p14:cNvContentPartPr/>
                <p14:nvPr/>
              </p14:nvContentPartPr>
              <p14:xfrm>
                <a:off x="1580651" y="5834575"/>
                <a:ext cx="230400" cy="22500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EDC0677F-57E7-3413-0A33-BA3DA9C40816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572011" y="5825935"/>
                  <a:ext cx="2480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8D5267A2-24CF-2DF2-1C8E-9FBCDFC01B6F}"/>
                    </a:ext>
                  </a:extLst>
                </p14:cNvPr>
                <p14:cNvContentPartPr/>
                <p14:nvPr/>
              </p14:nvContentPartPr>
              <p14:xfrm>
                <a:off x="1737611" y="5981815"/>
                <a:ext cx="42840" cy="10008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8D5267A2-24CF-2DF2-1C8E-9FBCDFC01B6F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728971" y="5973175"/>
                  <a:ext cx="604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1D2B91F5-9703-F8BD-6622-1583B37B0B84}"/>
                    </a:ext>
                  </a:extLst>
                </p14:cNvPr>
                <p14:cNvContentPartPr/>
                <p14:nvPr/>
              </p14:nvContentPartPr>
              <p14:xfrm>
                <a:off x="1919771" y="5906935"/>
                <a:ext cx="407880" cy="17028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1D2B91F5-9703-F8BD-6622-1583B37B0B84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911131" y="5897935"/>
                  <a:ext cx="425520" cy="18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79B819D0-69B7-1AEF-1DE8-A13395FC366E}"/>
              </a:ext>
            </a:extLst>
          </p:cNvPr>
          <p:cNvGrpSpPr/>
          <p:nvPr/>
        </p:nvGrpSpPr>
        <p:grpSpPr>
          <a:xfrm>
            <a:off x="2549051" y="5785975"/>
            <a:ext cx="1449720" cy="320040"/>
            <a:chOff x="2549051" y="5785975"/>
            <a:chExt cx="1449720" cy="32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592451BA-AADE-DF94-CB56-5DAF719C59A3}"/>
                    </a:ext>
                  </a:extLst>
                </p14:cNvPr>
                <p14:cNvContentPartPr/>
                <p14:nvPr/>
              </p14:nvContentPartPr>
              <p14:xfrm>
                <a:off x="2549051" y="5830975"/>
                <a:ext cx="272880" cy="21204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592451BA-AADE-DF94-CB56-5DAF719C59A3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2540411" y="5821975"/>
                  <a:ext cx="2905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D59FB4C0-0E90-CF84-8A80-DA79E0F102EB}"/>
                    </a:ext>
                  </a:extLst>
                </p14:cNvPr>
                <p14:cNvContentPartPr/>
                <p14:nvPr/>
              </p14:nvContentPartPr>
              <p14:xfrm>
                <a:off x="2923451" y="5811535"/>
                <a:ext cx="109080" cy="22320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D59FB4C0-0E90-CF84-8A80-DA79E0F102EB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2914811" y="5802895"/>
                  <a:ext cx="12672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497342B0-F403-9DF9-E302-81E4CD7C4FB9}"/>
                    </a:ext>
                  </a:extLst>
                </p14:cNvPr>
                <p14:cNvContentPartPr/>
                <p14:nvPr/>
              </p14:nvContentPartPr>
              <p14:xfrm>
                <a:off x="3070691" y="5885335"/>
                <a:ext cx="295920" cy="20592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497342B0-F403-9DF9-E302-81E4CD7C4FB9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3061691" y="5876695"/>
                  <a:ext cx="3135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477FD31E-A491-96AC-9D06-89E6DC4D6AA7}"/>
                    </a:ext>
                  </a:extLst>
                </p14:cNvPr>
                <p14:cNvContentPartPr/>
                <p14:nvPr/>
              </p14:nvContentPartPr>
              <p14:xfrm>
                <a:off x="3424571" y="5974975"/>
                <a:ext cx="88200" cy="396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477FD31E-A491-96AC-9D06-89E6DC4D6AA7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3415931" y="5966335"/>
                  <a:ext cx="1058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DA7F8117-AF78-71F5-B1C0-630F4A9DAA76}"/>
                    </a:ext>
                  </a:extLst>
                </p14:cNvPr>
                <p14:cNvContentPartPr/>
                <p14:nvPr/>
              </p14:nvContentPartPr>
              <p14:xfrm>
                <a:off x="3547331" y="5888575"/>
                <a:ext cx="277560" cy="17460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DA7F8117-AF78-71F5-B1C0-630F4A9DAA76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3538691" y="5879935"/>
                  <a:ext cx="2952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DD2FD277-96C4-FDAC-C00C-CF3F80079938}"/>
                    </a:ext>
                  </a:extLst>
                </p14:cNvPr>
                <p14:cNvContentPartPr/>
                <p14:nvPr/>
              </p14:nvContentPartPr>
              <p14:xfrm>
                <a:off x="3841091" y="5785975"/>
                <a:ext cx="157680" cy="32004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DD2FD277-96C4-FDAC-C00C-CF3F80079938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3832451" y="5776975"/>
                  <a:ext cx="175320" cy="33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6" name="Group 335">
            <a:extLst>
              <a:ext uri="{FF2B5EF4-FFF2-40B4-BE49-F238E27FC236}">
                <a16:creationId xmlns:a16="http://schemas.microsoft.com/office/drawing/2014/main" id="{3BD24574-4419-AFFA-F618-FB1AC61BC430}"/>
              </a:ext>
            </a:extLst>
          </p:cNvPr>
          <p:cNvGrpSpPr/>
          <p:nvPr/>
        </p:nvGrpSpPr>
        <p:grpSpPr>
          <a:xfrm>
            <a:off x="4213691" y="5422375"/>
            <a:ext cx="7862400" cy="1384560"/>
            <a:chOff x="4213691" y="5422375"/>
            <a:chExt cx="7862400" cy="138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39C50D3E-5BA7-7F37-F602-75DFFD7F63A5}"/>
                    </a:ext>
                  </a:extLst>
                </p14:cNvPr>
                <p14:cNvContentPartPr/>
                <p14:nvPr/>
              </p14:nvContentPartPr>
              <p14:xfrm>
                <a:off x="4232771" y="5932855"/>
                <a:ext cx="160920" cy="540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39C50D3E-5BA7-7F37-F602-75DFFD7F63A5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4224131" y="5923855"/>
                  <a:ext cx="1785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EF34A5E5-AAAC-1746-7147-41060B6F6982}"/>
                    </a:ext>
                  </a:extLst>
                </p14:cNvPr>
                <p14:cNvContentPartPr/>
                <p14:nvPr/>
              </p14:nvContentPartPr>
              <p14:xfrm>
                <a:off x="4213691" y="6014215"/>
                <a:ext cx="170640" cy="1584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EF34A5E5-AAAC-1746-7147-41060B6F6982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4205051" y="6005215"/>
                  <a:ext cx="1882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C7DF69A0-6118-AE38-82F1-879F5F9DFAA2}"/>
                    </a:ext>
                  </a:extLst>
                </p14:cNvPr>
                <p14:cNvContentPartPr/>
                <p14:nvPr/>
              </p14:nvContentPartPr>
              <p14:xfrm>
                <a:off x="4566131" y="5765095"/>
                <a:ext cx="131760" cy="28836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C7DF69A0-6118-AE38-82F1-879F5F9DFAA2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4557491" y="5756095"/>
                  <a:ext cx="1494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394D93ED-22E8-685E-C476-04AC57DC226D}"/>
                    </a:ext>
                  </a:extLst>
                </p14:cNvPr>
                <p14:cNvContentPartPr/>
                <p14:nvPr/>
              </p14:nvContentPartPr>
              <p14:xfrm>
                <a:off x="4775291" y="5797855"/>
                <a:ext cx="216360" cy="21960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394D93ED-22E8-685E-C476-04AC57DC226D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4766291" y="5789215"/>
                  <a:ext cx="2340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DF3665F5-7303-72A6-6143-3357063BAE42}"/>
                    </a:ext>
                  </a:extLst>
                </p14:cNvPr>
                <p14:cNvContentPartPr/>
                <p14:nvPr/>
              </p14:nvContentPartPr>
              <p14:xfrm>
                <a:off x="4903811" y="5909455"/>
                <a:ext cx="109440" cy="9036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DF3665F5-7303-72A6-6143-3357063BAE42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4894811" y="5900815"/>
                  <a:ext cx="1270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528DFA07-C634-FAF1-67CD-BF68A9B0A05C}"/>
                    </a:ext>
                  </a:extLst>
                </p14:cNvPr>
                <p14:cNvContentPartPr/>
                <p14:nvPr/>
              </p14:nvContentPartPr>
              <p14:xfrm>
                <a:off x="5054291" y="5744935"/>
                <a:ext cx="434880" cy="38052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528DFA07-C634-FAF1-67CD-BF68A9B0A05C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5045651" y="5736295"/>
                  <a:ext cx="45252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41671722-A5D6-DEFA-62C4-3B9BBC66F5A6}"/>
                    </a:ext>
                  </a:extLst>
                </p14:cNvPr>
                <p14:cNvContentPartPr/>
                <p14:nvPr/>
              </p14:nvContentPartPr>
              <p14:xfrm>
                <a:off x="5550011" y="5879215"/>
                <a:ext cx="156240" cy="16740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41671722-A5D6-DEFA-62C4-3B9BBC66F5A6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5541371" y="5870215"/>
                  <a:ext cx="1738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1343038B-8748-A7BE-8092-302BFB649BA5}"/>
                    </a:ext>
                  </a:extLst>
                </p14:cNvPr>
                <p14:cNvContentPartPr/>
                <p14:nvPr/>
              </p14:nvContentPartPr>
              <p14:xfrm>
                <a:off x="5735411" y="5848975"/>
                <a:ext cx="136080" cy="16776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1343038B-8748-A7BE-8092-302BFB649BA5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5726771" y="5840335"/>
                  <a:ext cx="1537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7C82EA52-EE21-9991-6701-65DFE55D18B6}"/>
                    </a:ext>
                  </a:extLst>
                </p14:cNvPr>
                <p14:cNvContentPartPr/>
                <p14:nvPr/>
              </p14:nvContentPartPr>
              <p14:xfrm>
                <a:off x="5966531" y="5832415"/>
                <a:ext cx="133200" cy="15912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7C82EA52-EE21-9991-6701-65DFE55D18B6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5957531" y="5823775"/>
                  <a:ext cx="1508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75EE4C0F-EF98-2CC6-0B5C-EAABBD2D8C25}"/>
                    </a:ext>
                  </a:extLst>
                </p14:cNvPr>
                <p14:cNvContentPartPr/>
                <p14:nvPr/>
              </p14:nvContentPartPr>
              <p14:xfrm>
                <a:off x="6162371" y="5833135"/>
                <a:ext cx="225720" cy="17964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75EE4C0F-EF98-2CC6-0B5C-EAABBD2D8C25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6153371" y="5824495"/>
                  <a:ext cx="2433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347D7851-DE26-73F1-6FAE-9104B0744674}"/>
                    </a:ext>
                  </a:extLst>
                </p14:cNvPr>
                <p14:cNvContentPartPr/>
                <p14:nvPr/>
              </p14:nvContentPartPr>
              <p14:xfrm>
                <a:off x="6460811" y="5837815"/>
                <a:ext cx="91800" cy="9396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347D7851-DE26-73F1-6FAE-9104B0744674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6451811" y="5829175"/>
                  <a:ext cx="1094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B7C662F8-FED8-47C8-C19D-8F8015BF3B23}"/>
                    </a:ext>
                  </a:extLst>
                </p14:cNvPr>
                <p14:cNvContentPartPr/>
                <p14:nvPr/>
              </p14:nvContentPartPr>
              <p14:xfrm>
                <a:off x="6446051" y="5920255"/>
                <a:ext cx="444960" cy="12456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B7C662F8-FED8-47C8-C19D-8F8015BF3B23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6437411" y="5911615"/>
                  <a:ext cx="4626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1277E64E-3F76-EEE0-3F83-EE95CE604F68}"/>
                    </a:ext>
                  </a:extLst>
                </p14:cNvPr>
                <p14:cNvContentPartPr/>
                <p14:nvPr/>
              </p14:nvContentPartPr>
              <p14:xfrm>
                <a:off x="7013411" y="5836015"/>
                <a:ext cx="71640" cy="16920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1277E64E-3F76-EEE0-3F83-EE95CE604F68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7004411" y="5827015"/>
                  <a:ext cx="892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12EC54F3-8090-5642-7281-6A3219CB3090}"/>
                    </a:ext>
                  </a:extLst>
                </p14:cNvPr>
                <p14:cNvContentPartPr/>
                <p14:nvPr/>
              </p14:nvContentPartPr>
              <p14:xfrm>
                <a:off x="7157411" y="5833855"/>
                <a:ext cx="161280" cy="18612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12EC54F3-8090-5642-7281-6A3219CB3090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7148771" y="5824855"/>
                  <a:ext cx="17892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B3C6313F-2C3C-2753-8946-17141ACCB566}"/>
                    </a:ext>
                  </a:extLst>
                </p14:cNvPr>
                <p14:cNvContentPartPr/>
                <p14:nvPr/>
              </p14:nvContentPartPr>
              <p14:xfrm>
                <a:off x="7366211" y="5854735"/>
                <a:ext cx="140040" cy="15300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B3C6313F-2C3C-2753-8946-17141ACCB566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7357211" y="5846095"/>
                  <a:ext cx="15768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070E99D0-DCBF-A13A-C43F-F9E3696ADFE1}"/>
                    </a:ext>
                  </a:extLst>
                </p14:cNvPr>
                <p14:cNvContentPartPr/>
                <p14:nvPr/>
              </p14:nvContentPartPr>
              <p14:xfrm>
                <a:off x="7601651" y="5810815"/>
                <a:ext cx="250560" cy="18108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070E99D0-DCBF-A13A-C43F-F9E3696ADFE1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7593011" y="5801815"/>
                  <a:ext cx="2682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DAF3EF71-85A8-4682-9F4D-99FB0C2F5388}"/>
                    </a:ext>
                  </a:extLst>
                </p14:cNvPr>
                <p14:cNvContentPartPr/>
                <p14:nvPr/>
              </p14:nvContentPartPr>
              <p14:xfrm>
                <a:off x="7932851" y="5783455"/>
                <a:ext cx="121320" cy="11196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DAF3EF71-85A8-4682-9F4D-99FB0C2F5388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7924211" y="5774815"/>
                  <a:ext cx="1389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AEA650B0-A51B-5330-A72E-C3DDABA5E997}"/>
                    </a:ext>
                  </a:extLst>
                </p14:cNvPr>
                <p14:cNvContentPartPr/>
                <p14:nvPr/>
              </p14:nvContentPartPr>
              <p14:xfrm>
                <a:off x="8012771" y="5782735"/>
                <a:ext cx="257760" cy="17640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AEA650B0-A51B-5330-A72E-C3DDABA5E997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8003771" y="5774095"/>
                  <a:ext cx="2754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B8004B14-8DCF-6CF3-75D2-63C3FF1211D8}"/>
                    </a:ext>
                  </a:extLst>
                </p14:cNvPr>
                <p14:cNvContentPartPr/>
                <p14:nvPr/>
              </p14:nvContentPartPr>
              <p14:xfrm>
                <a:off x="8212211" y="5645935"/>
                <a:ext cx="201600" cy="39924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B8004B14-8DCF-6CF3-75D2-63C3FF1211D8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8203571" y="5636935"/>
                  <a:ext cx="21924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3C393430-A7A4-F590-D9B9-21E93C9D3898}"/>
                    </a:ext>
                  </a:extLst>
                </p14:cNvPr>
                <p14:cNvContentPartPr/>
                <p14:nvPr/>
              </p14:nvContentPartPr>
              <p14:xfrm>
                <a:off x="8571131" y="5840335"/>
                <a:ext cx="181440" cy="1152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3C393430-A7A4-F590-D9B9-21E93C9D3898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8562491" y="5831335"/>
                  <a:ext cx="1990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2800D9F0-81EF-D1CF-4FB5-BFDDF87E4494}"/>
                    </a:ext>
                  </a:extLst>
                </p14:cNvPr>
                <p14:cNvContentPartPr/>
                <p14:nvPr/>
              </p14:nvContentPartPr>
              <p14:xfrm>
                <a:off x="8626571" y="5883175"/>
                <a:ext cx="79560" cy="1620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2800D9F0-81EF-D1CF-4FB5-BFDDF87E4494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8617931" y="5874535"/>
                  <a:ext cx="972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48A5FE77-FEC1-2435-B849-147599951F3D}"/>
                    </a:ext>
                  </a:extLst>
                </p14:cNvPr>
                <p14:cNvContentPartPr/>
                <p14:nvPr/>
              </p14:nvContentPartPr>
              <p14:xfrm>
                <a:off x="8772011" y="5823775"/>
                <a:ext cx="121680" cy="10908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48A5FE77-FEC1-2435-B849-147599951F3D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8763011" y="5815135"/>
                  <a:ext cx="1393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EF311400-3EE8-E5D8-C516-BEF84EA7CF00}"/>
                    </a:ext>
                  </a:extLst>
                </p14:cNvPr>
                <p14:cNvContentPartPr/>
                <p14:nvPr/>
              </p14:nvContentPartPr>
              <p14:xfrm>
                <a:off x="9014651" y="5892535"/>
                <a:ext cx="57600" cy="10044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EF311400-3EE8-E5D8-C516-BEF84EA7CF00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9006011" y="5883895"/>
                  <a:ext cx="752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5248A11E-700F-00F6-1071-8D4C6FA66BF0}"/>
                    </a:ext>
                  </a:extLst>
                </p14:cNvPr>
                <p14:cNvContentPartPr/>
                <p14:nvPr/>
              </p14:nvContentPartPr>
              <p14:xfrm>
                <a:off x="9180611" y="5742055"/>
                <a:ext cx="231120" cy="20700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5248A11E-700F-00F6-1071-8D4C6FA66BF0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9171971" y="5733055"/>
                  <a:ext cx="24876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687AB886-0644-37DD-1C2D-00E9B2BF4F30}"/>
                    </a:ext>
                  </a:extLst>
                </p14:cNvPr>
                <p14:cNvContentPartPr/>
                <p14:nvPr/>
              </p14:nvContentPartPr>
              <p14:xfrm>
                <a:off x="9283211" y="5888575"/>
                <a:ext cx="339480" cy="15912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687AB886-0644-37DD-1C2D-00E9B2BF4F30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9274571" y="5879575"/>
                  <a:ext cx="35712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6E19BCCC-59AA-4E35-B524-A1BB8C6F8D5E}"/>
                    </a:ext>
                  </a:extLst>
                </p14:cNvPr>
                <p14:cNvContentPartPr/>
                <p14:nvPr/>
              </p14:nvContentPartPr>
              <p14:xfrm>
                <a:off x="9763091" y="5834935"/>
                <a:ext cx="159480" cy="6624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6E19BCCC-59AA-4E35-B524-A1BB8C6F8D5E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9754091" y="5826295"/>
                  <a:ext cx="1771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6BB62B7C-CF0D-4DE1-EF3B-B364786BCCC0}"/>
                    </a:ext>
                  </a:extLst>
                </p14:cNvPr>
                <p14:cNvContentPartPr/>
                <p14:nvPr/>
              </p14:nvContentPartPr>
              <p14:xfrm>
                <a:off x="10114811" y="5832775"/>
                <a:ext cx="47520" cy="15660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6BB62B7C-CF0D-4DE1-EF3B-B364786BCCC0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10105811" y="5823775"/>
                  <a:ext cx="651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55D3B2C2-2DE5-7A63-2F4D-6FC659311ED1}"/>
                    </a:ext>
                  </a:extLst>
                </p14:cNvPr>
                <p14:cNvContentPartPr/>
                <p14:nvPr/>
              </p14:nvContentPartPr>
              <p14:xfrm>
                <a:off x="10225331" y="5795695"/>
                <a:ext cx="227880" cy="18540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55D3B2C2-2DE5-7A63-2F4D-6FC659311ED1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10216331" y="5786695"/>
                  <a:ext cx="2455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23710255-2DFC-AE5B-4520-2F736AE453AC}"/>
                    </a:ext>
                  </a:extLst>
                </p14:cNvPr>
                <p14:cNvContentPartPr/>
                <p14:nvPr/>
              </p14:nvContentPartPr>
              <p14:xfrm>
                <a:off x="10515131" y="5779495"/>
                <a:ext cx="160560" cy="20844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23710255-2DFC-AE5B-4520-2F736AE453AC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10506131" y="5770495"/>
                  <a:ext cx="1782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7CDBFD3A-A335-FF8D-7D21-1C0E6C00C3FD}"/>
                    </a:ext>
                  </a:extLst>
                </p14:cNvPr>
                <p14:cNvContentPartPr/>
                <p14:nvPr/>
              </p14:nvContentPartPr>
              <p14:xfrm>
                <a:off x="10734731" y="5780215"/>
                <a:ext cx="434160" cy="19800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7CDBFD3A-A335-FF8D-7D21-1C0E6C00C3FD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10726091" y="5771575"/>
                  <a:ext cx="4518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DD533562-4BF7-7ED6-7A5F-FA0743DF8E55}"/>
                    </a:ext>
                  </a:extLst>
                </p14:cNvPr>
                <p14:cNvContentPartPr/>
                <p14:nvPr/>
              </p14:nvContentPartPr>
              <p14:xfrm>
                <a:off x="11216771" y="5773735"/>
                <a:ext cx="246240" cy="17820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DD533562-4BF7-7ED6-7A5F-FA0743DF8E55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11208131" y="5764735"/>
                  <a:ext cx="2638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519EDE00-4D2B-1D8E-0C34-480CE5EF1594}"/>
                    </a:ext>
                  </a:extLst>
                </p14:cNvPr>
                <p14:cNvContentPartPr/>
                <p14:nvPr/>
              </p14:nvContentPartPr>
              <p14:xfrm>
                <a:off x="11329091" y="5824855"/>
                <a:ext cx="300600" cy="14976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519EDE00-4D2B-1D8E-0C34-480CE5EF1594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11320091" y="5815855"/>
                  <a:ext cx="3182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07E1780B-14B6-BEED-DC97-8C9416BA58F7}"/>
                    </a:ext>
                  </a:extLst>
                </p14:cNvPr>
                <p14:cNvContentPartPr/>
                <p14:nvPr/>
              </p14:nvContentPartPr>
              <p14:xfrm>
                <a:off x="11470211" y="5773015"/>
                <a:ext cx="505800" cy="17064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07E1780B-14B6-BEED-DC97-8C9416BA58F7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11461571" y="5764375"/>
                  <a:ext cx="5234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EA73C94B-ABF8-154A-7ADB-516C0CC98F00}"/>
                    </a:ext>
                  </a:extLst>
                </p14:cNvPr>
                <p14:cNvContentPartPr/>
                <p14:nvPr/>
              </p14:nvContentPartPr>
              <p14:xfrm>
                <a:off x="11905091" y="5768335"/>
                <a:ext cx="135360" cy="23544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EA73C94B-ABF8-154A-7ADB-516C0CC98F00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11896451" y="5759335"/>
                  <a:ext cx="15300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DDFDB811-E77E-A5D6-D1A9-D720831C5DB7}"/>
                    </a:ext>
                  </a:extLst>
                </p14:cNvPr>
                <p14:cNvContentPartPr/>
                <p14:nvPr/>
              </p14:nvContentPartPr>
              <p14:xfrm>
                <a:off x="8837171" y="5550535"/>
                <a:ext cx="55080" cy="85248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DDFDB811-E77E-A5D6-D1A9-D720831C5DB7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8828171" y="5541895"/>
                  <a:ext cx="72720" cy="87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0811956B-1011-21D6-4C5B-0BEFE1DA7C55}"/>
                    </a:ext>
                  </a:extLst>
                </p14:cNvPr>
                <p14:cNvContentPartPr/>
                <p14:nvPr/>
              </p14:nvContentPartPr>
              <p14:xfrm>
                <a:off x="8754371" y="5422375"/>
                <a:ext cx="3321720" cy="97632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0811956B-1011-21D6-4C5B-0BEFE1DA7C55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8745731" y="5413375"/>
                  <a:ext cx="3339360" cy="9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BD6983CD-03C0-9AC3-3896-26C11209A691}"/>
                    </a:ext>
                  </a:extLst>
                </p14:cNvPr>
                <p14:cNvContentPartPr/>
                <p14:nvPr/>
              </p14:nvContentPartPr>
              <p14:xfrm>
                <a:off x="5609051" y="6086575"/>
                <a:ext cx="2491920" cy="21852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BD6983CD-03C0-9AC3-3896-26C11209A691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5600411" y="6077575"/>
                  <a:ext cx="250956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EC80A7EC-2EEE-C60D-E423-7A0D74A618B0}"/>
                    </a:ext>
                  </a:extLst>
                </p14:cNvPr>
                <p14:cNvContentPartPr/>
                <p14:nvPr/>
              </p14:nvContentPartPr>
              <p14:xfrm>
                <a:off x="6596531" y="6308335"/>
                <a:ext cx="58320" cy="16992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EC80A7EC-2EEE-C60D-E423-7A0D74A618B0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6587891" y="6299335"/>
                  <a:ext cx="7596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4E983462-A07C-6211-5359-C9A3F79CEB7E}"/>
                    </a:ext>
                  </a:extLst>
                </p14:cNvPr>
                <p14:cNvContentPartPr/>
                <p14:nvPr/>
              </p14:nvContentPartPr>
              <p14:xfrm>
                <a:off x="6637571" y="6315175"/>
                <a:ext cx="344880" cy="16272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4E983462-A07C-6211-5359-C9A3F79CEB7E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6628931" y="6306535"/>
                  <a:ext cx="3625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E7DF9731-2603-2A8E-D1F7-7B4EC71CCD91}"/>
                    </a:ext>
                  </a:extLst>
                </p14:cNvPr>
                <p14:cNvContentPartPr/>
                <p14:nvPr/>
              </p14:nvContentPartPr>
              <p14:xfrm>
                <a:off x="6543611" y="6495895"/>
                <a:ext cx="451440" cy="3960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E7DF9731-2603-2A8E-D1F7-7B4EC71CCD91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6534611" y="6487255"/>
                  <a:ext cx="4690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E7138CDB-1D85-8C4C-7AC1-C1C586B44B19}"/>
                    </a:ext>
                  </a:extLst>
                </p14:cNvPr>
                <p14:cNvContentPartPr/>
                <p14:nvPr/>
              </p14:nvContentPartPr>
              <p14:xfrm>
                <a:off x="6606611" y="6616855"/>
                <a:ext cx="376920" cy="19008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E7138CDB-1D85-8C4C-7AC1-C1C586B44B19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6597611" y="6608215"/>
                  <a:ext cx="3945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C11D37F5-E2B7-F828-9095-49A978406C3E}"/>
                    </a:ext>
                  </a:extLst>
                </p14:cNvPr>
                <p14:cNvContentPartPr/>
                <p14:nvPr/>
              </p14:nvContentPartPr>
              <p14:xfrm>
                <a:off x="4609691" y="6206095"/>
                <a:ext cx="691200" cy="12492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C11D37F5-E2B7-F828-9095-49A978406C3E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4600691" y="6197095"/>
                  <a:ext cx="7088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72FD4518-2E92-25DB-53C2-0B05E8B6AE7C}"/>
                    </a:ext>
                  </a:extLst>
                </p14:cNvPr>
                <p14:cNvContentPartPr/>
                <p14:nvPr/>
              </p14:nvContentPartPr>
              <p14:xfrm>
                <a:off x="4744691" y="6470695"/>
                <a:ext cx="135720" cy="21168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72FD4518-2E92-25DB-53C2-0B05E8B6AE7C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4736051" y="6462055"/>
                  <a:ext cx="1533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E0CF9B22-B099-3E70-6496-52D1AAC89B3F}"/>
                    </a:ext>
                  </a:extLst>
                </p14:cNvPr>
                <p14:cNvContentPartPr/>
                <p14:nvPr/>
              </p14:nvContentPartPr>
              <p14:xfrm>
                <a:off x="4815251" y="6532615"/>
                <a:ext cx="299520" cy="19620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E0CF9B22-B099-3E70-6496-52D1AAC89B3F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4806611" y="6523975"/>
                  <a:ext cx="317160" cy="213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17357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D007B97-01C0-C647-6632-98E66A6C3135}"/>
                  </a:ext>
                </a:extLst>
              </p14:cNvPr>
              <p14:cNvContentPartPr/>
              <p14:nvPr/>
            </p14:nvContentPartPr>
            <p14:xfrm>
              <a:off x="315251" y="639775"/>
              <a:ext cx="666360" cy="954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D007B97-01C0-C647-6632-98E66A6C313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6611" y="631135"/>
                <a:ext cx="684000" cy="11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DF7A021F-0CFE-E874-7BFE-4A2DA36197A1}"/>
              </a:ext>
            </a:extLst>
          </p:cNvPr>
          <p:cNvGrpSpPr/>
          <p:nvPr/>
        </p:nvGrpSpPr>
        <p:grpSpPr>
          <a:xfrm>
            <a:off x="272051" y="247735"/>
            <a:ext cx="928080" cy="287280"/>
            <a:chOff x="272051" y="247735"/>
            <a:chExt cx="928080" cy="28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07EACF4-20D2-A8F6-09DD-88E288FC249F}"/>
                    </a:ext>
                  </a:extLst>
                </p14:cNvPr>
                <p14:cNvContentPartPr/>
                <p14:nvPr/>
              </p14:nvContentPartPr>
              <p14:xfrm>
                <a:off x="272051" y="247735"/>
                <a:ext cx="161640" cy="2714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07EACF4-20D2-A8F6-09DD-88E288FC249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63411" y="239095"/>
                  <a:ext cx="17928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79B107C-C4CD-8E4C-AA61-EBC8B27236A6}"/>
                    </a:ext>
                  </a:extLst>
                </p14:cNvPr>
                <p14:cNvContentPartPr/>
                <p14:nvPr/>
              </p14:nvContentPartPr>
              <p14:xfrm>
                <a:off x="311651" y="425575"/>
                <a:ext cx="159120" cy="1094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79B107C-C4CD-8E4C-AA61-EBC8B27236A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03011" y="416575"/>
                  <a:ext cx="17676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7562278-4871-F909-14AB-89DB1AFECC10}"/>
                    </a:ext>
                  </a:extLst>
                </p14:cNvPr>
                <p14:cNvContentPartPr/>
                <p14:nvPr/>
              </p14:nvContentPartPr>
              <p14:xfrm>
                <a:off x="533411" y="370135"/>
                <a:ext cx="22680" cy="1440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7562278-4871-F909-14AB-89DB1AFECC1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24411" y="361495"/>
                  <a:ext cx="403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A3CA7AA-AC9F-DFCB-CDEF-F397E02ED06F}"/>
                    </a:ext>
                  </a:extLst>
                </p14:cNvPr>
                <p14:cNvContentPartPr/>
                <p14:nvPr/>
              </p14:nvContentPartPr>
              <p14:xfrm>
                <a:off x="618371" y="408655"/>
                <a:ext cx="90360" cy="1155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A3CA7AA-AC9F-DFCB-CDEF-F397E02ED06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09371" y="400015"/>
                  <a:ext cx="1080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AF4C3A6-F857-BADE-2A92-030CB1B509A3}"/>
                    </a:ext>
                  </a:extLst>
                </p14:cNvPr>
                <p14:cNvContentPartPr/>
                <p14:nvPr/>
              </p14:nvContentPartPr>
              <p14:xfrm>
                <a:off x="726011" y="371215"/>
                <a:ext cx="285120" cy="144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AF4C3A6-F857-BADE-2A92-030CB1B509A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17371" y="362215"/>
                  <a:ext cx="3027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0A996AF-C089-5D3F-04E1-9A53DAADC3AA}"/>
                    </a:ext>
                  </a:extLst>
                </p14:cNvPr>
                <p14:cNvContentPartPr/>
                <p14:nvPr/>
              </p14:nvContentPartPr>
              <p14:xfrm>
                <a:off x="1159091" y="405775"/>
                <a:ext cx="41040" cy="950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0A996AF-C089-5D3F-04E1-9A53DAADC3A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50451" y="396775"/>
                  <a:ext cx="58680" cy="11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2A4FB62-5A15-1923-07E9-1C0D9519ABE4}"/>
              </a:ext>
            </a:extLst>
          </p:cNvPr>
          <p:cNvGrpSpPr/>
          <p:nvPr/>
        </p:nvGrpSpPr>
        <p:grpSpPr>
          <a:xfrm>
            <a:off x="1507571" y="326575"/>
            <a:ext cx="395640" cy="237240"/>
            <a:chOff x="1507571" y="326575"/>
            <a:chExt cx="395640" cy="23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D66E833-CD51-A821-31C9-D30CA70D5106}"/>
                    </a:ext>
                  </a:extLst>
                </p14:cNvPr>
                <p14:cNvContentPartPr/>
                <p14:nvPr/>
              </p14:nvContentPartPr>
              <p14:xfrm>
                <a:off x="1507571" y="326575"/>
                <a:ext cx="204120" cy="2372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D66E833-CD51-A821-31C9-D30CA70D510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98931" y="317935"/>
                  <a:ext cx="22176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EEAD7AA-50C9-B88C-BF22-D7CD664F0BFF}"/>
                    </a:ext>
                  </a:extLst>
                </p14:cNvPr>
                <p14:cNvContentPartPr/>
                <p14:nvPr/>
              </p14:nvContentPartPr>
              <p14:xfrm>
                <a:off x="1808891" y="383455"/>
                <a:ext cx="94320" cy="741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EEAD7AA-50C9-B88C-BF22-D7CD664F0BF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799891" y="374815"/>
                  <a:ext cx="111960" cy="9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8EF853B-1623-80BF-41A4-E79161E4B9C1}"/>
              </a:ext>
            </a:extLst>
          </p:cNvPr>
          <p:cNvGrpSpPr/>
          <p:nvPr/>
        </p:nvGrpSpPr>
        <p:grpSpPr>
          <a:xfrm>
            <a:off x="2123171" y="328015"/>
            <a:ext cx="577440" cy="285840"/>
            <a:chOff x="2123171" y="328015"/>
            <a:chExt cx="577440" cy="28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B42DD31-4888-8CF7-AB37-AB0478ACCA28}"/>
                    </a:ext>
                  </a:extLst>
                </p14:cNvPr>
                <p14:cNvContentPartPr/>
                <p14:nvPr/>
              </p14:nvContentPartPr>
              <p14:xfrm>
                <a:off x="2123171" y="347455"/>
                <a:ext cx="20520" cy="1746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B42DD31-4888-8CF7-AB37-AB0478ACCA2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114171" y="338455"/>
                  <a:ext cx="381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40917ED-32D6-6A4F-7E21-E75068C41CD2}"/>
                    </a:ext>
                  </a:extLst>
                </p14:cNvPr>
                <p14:cNvContentPartPr/>
                <p14:nvPr/>
              </p14:nvContentPartPr>
              <p14:xfrm>
                <a:off x="2170331" y="349255"/>
                <a:ext cx="128520" cy="1620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40917ED-32D6-6A4F-7E21-E75068C41CD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161331" y="340255"/>
                  <a:ext cx="14616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49F19F2-8E35-F73A-B004-A1CBE4083A83}"/>
                    </a:ext>
                  </a:extLst>
                </p14:cNvPr>
                <p14:cNvContentPartPr/>
                <p14:nvPr/>
              </p14:nvContentPartPr>
              <p14:xfrm>
                <a:off x="2456891" y="328015"/>
                <a:ext cx="31320" cy="1504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49F19F2-8E35-F73A-B004-A1CBE4083A8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447891" y="319375"/>
                  <a:ext cx="489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B6F9383-8330-3DD6-0D05-85D222793043}"/>
                    </a:ext>
                  </a:extLst>
                </p14:cNvPr>
                <p14:cNvContentPartPr/>
                <p14:nvPr/>
              </p14:nvContentPartPr>
              <p14:xfrm>
                <a:off x="2470211" y="355015"/>
                <a:ext cx="230400" cy="2588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B6F9383-8330-3DD6-0D05-85D22279304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461571" y="346375"/>
                  <a:ext cx="248040" cy="27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B8D6395-3B92-1FEE-D7E3-7E1C4A07B906}"/>
              </a:ext>
            </a:extLst>
          </p:cNvPr>
          <p:cNvGrpSpPr/>
          <p:nvPr/>
        </p:nvGrpSpPr>
        <p:grpSpPr>
          <a:xfrm>
            <a:off x="1474451" y="746695"/>
            <a:ext cx="1692000" cy="331560"/>
            <a:chOff x="1474451" y="746695"/>
            <a:chExt cx="1692000" cy="33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14BC9AD-CD82-D17A-47CA-BCD0733D4B27}"/>
                    </a:ext>
                  </a:extLst>
                </p14:cNvPr>
                <p14:cNvContentPartPr/>
                <p14:nvPr/>
              </p14:nvContentPartPr>
              <p14:xfrm>
                <a:off x="1474451" y="857575"/>
                <a:ext cx="175680" cy="1882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14BC9AD-CD82-D17A-47CA-BCD0733D4B2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465451" y="848575"/>
                  <a:ext cx="1933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751A0F0-F6F7-5742-0D96-732B2AA083D4}"/>
                    </a:ext>
                  </a:extLst>
                </p14:cNvPr>
                <p14:cNvContentPartPr/>
                <p14:nvPr/>
              </p14:nvContentPartPr>
              <p14:xfrm>
                <a:off x="1695131" y="904375"/>
                <a:ext cx="92520" cy="676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751A0F0-F6F7-5742-0D96-732B2AA083D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686131" y="895375"/>
                  <a:ext cx="1101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A4999FB-8C75-4961-011E-9D086D3D5C01}"/>
                    </a:ext>
                  </a:extLst>
                </p14:cNvPr>
                <p14:cNvContentPartPr/>
                <p14:nvPr/>
              </p14:nvContentPartPr>
              <p14:xfrm>
                <a:off x="1904651" y="852535"/>
                <a:ext cx="134640" cy="1587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A4999FB-8C75-4961-011E-9D086D3D5C0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895651" y="843535"/>
                  <a:ext cx="1522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E7A6A3B-21AE-AFE7-7F84-57295E2225C5}"/>
                    </a:ext>
                  </a:extLst>
                </p14:cNvPr>
                <p14:cNvContentPartPr/>
                <p14:nvPr/>
              </p14:nvContentPartPr>
              <p14:xfrm>
                <a:off x="2131451" y="827335"/>
                <a:ext cx="91440" cy="727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E7A6A3B-21AE-AFE7-7F84-57295E2225C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122451" y="818335"/>
                  <a:ext cx="1090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4FA8B51-21D0-79FC-FD38-5E3070AF283F}"/>
                    </a:ext>
                  </a:extLst>
                </p14:cNvPr>
                <p14:cNvContentPartPr/>
                <p14:nvPr/>
              </p14:nvContentPartPr>
              <p14:xfrm>
                <a:off x="2146571" y="916975"/>
                <a:ext cx="91080" cy="878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4FA8B51-21D0-79FC-FD38-5E3070AF283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137571" y="908335"/>
                  <a:ext cx="10872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7CB9E09-07E7-0DDC-B4AE-92F5294CE6C1}"/>
                    </a:ext>
                  </a:extLst>
                </p14:cNvPr>
                <p14:cNvContentPartPr/>
                <p14:nvPr/>
              </p14:nvContentPartPr>
              <p14:xfrm>
                <a:off x="2261771" y="851095"/>
                <a:ext cx="213840" cy="1490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7CB9E09-07E7-0DDC-B4AE-92F5294CE6C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253131" y="842095"/>
                  <a:ext cx="2314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58AFF69-C73E-D722-DE0A-73027D2FA243}"/>
                    </a:ext>
                  </a:extLst>
                </p14:cNvPr>
                <p14:cNvContentPartPr/>
                <p14:nvPr/>
              </p14:nvContentPartPr>
              <p14:xfrm>
                <a:off x="2652371" y="746695"/>
                <a:ext cx="16920" cy="139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58AFF69-C73E-D722-DE0A-73027D2FA24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643731" y="737695"/>
                  <a:ext cx="345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5343685-8411-478B-57CB-A548368495A9}"/>
                    </a:ext>
                  </a:extLst>
                </p14:cNvPr>
                <p14:cNvContentPartPr/>
                <p14:nvPr/>
              </p14:nvContentPartPr>
              <p14:xfrm>
                <a:off x="2587931" y="890695"/>
                <a:ext cx="64440" cy="22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5343685-8411-478B-57CB-A548368495A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579291" y="882055"/>
                  <a:ext cx="820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BC9EE95-23FB-E90D-3509-365349453179}"/>
                    </a:ext>
                  </a:extLst>
                </p14:cNvPr>
                <p14:cNvContentPartPr/>
                <p14:nvPr/>
              </p14:nvContentPartPr>
              <p14:xfrm>
                <a:off x="2707091" y="774055"/>
                <a:ext cx="85320" cy="2012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BC9EE95-23FB-E90D-3509-36534945317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698451" y="765055"/>
                  <a:ext cx="1029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1F9F889-28EB-6330-BD36-D0E98D3CA35F}"/>
                    </a:ext>
                  </a:extLst>
                </p14:cNvPr>
                <p14:cNvContentPartPr/>
                <p14:nvPr/>
              </p14:nvContentPartPr>
              <p14:xfrm>
                <a:off x="2782331" y="855775"/>
                <a:ext cx="24840" cy="1324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1F9F889-28EB-6330-BD36-D0E98D3CA35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773691" y="846775"/>
                  <a:ext cx="424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7BDC6E3-B919-810B-BE28-90BFC64D5419}"/>
                    </a:ext>
                  </a:extLst>
                </p14:cNvPr>
                <p14:cNvContentPartPr/>
                <p14:nvPr/>
              </p14:nvContentPartPr>
              <p14:xfrm>
                <a:off x="2794931" y="885655"/>
                <a:ext cx="222120" cy="1926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7BDC6E3-B919-810B-BE28-90BFC64D541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785931" y="877015"/>
                  <a:ext cx="2397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FD48CB6-E829-1BE6-88C3-6EE2A71BF3FB}"/>
                    </a:ext>
                  </a:extLst>
                </p14:cNvPr>
                <p14:cNvContentPartPr/>
                <p14:nvPr/>
              </p14:nvContentPartPr>
              <p14:xfrm>
                <a:off x="3043331" y="845335"/>
                <a:ext cx="10440" cy="1357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FD48CB6-E829-1BE6-88C3-6EE2A71BF3F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034331" y="836335"/>
                  <a:ext cx="280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1464173-4666-5E3C-1091-031A3940F69F}"/>
                    </a:ext>
                  </a:extLst>
                </p14:cNvPr>
                <p14:cNvContentPartPr/>
                <p14:nvPr/>
              </p14:nvContentPartPr>
              <p14:xfrm>
                <a:off x="3058091" y="895375"/>
                <a:ext cx="108360" cy="943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1464173-4666-5E3C-1091-031A3940F69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049091" y="886735"/>
                  <a:ext cx="126000" cy="11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4B847EC-F866-8C28-BEB4-6AD844845C45}"/>
              </a:ext>
            </a:extLst>
          </p:cNvPr>
          <p:cNvGrpSpPr/>
          <p:nvPr/>
        </p:nvGrpSpPr>
        <p:grpSpPr>
          <a:xfrm>
            <a:off x="1255211" y="1210735"/>
            <a:ext cx="1707480" cy="315000"/>
            <a:chOff x="1255211" y="1210735"/>
            <a:chExt cx="1707480" cy="31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3530D2F-8173-E30C-E5CE-D00E2ACFB034}"/>
                    </a:ext>
                  </a:extLst>
                </p14:cNvPr>
                <p14:cNvContentPartPr/>
                <p14:nvPr/>
              </p14:nvContentPartPr>
              <p14:xfrm>
                <a:off x="1255211" y="1314775"/>
                <a:ext cx="207000" cy="1828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3530D2F-8173-E30C-E5CE-D00E2ACFB03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246211" y="1305775"/>
                  <a:ext cx="2246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40820E5-F249-BA08-16F2-1187A84A89DC}"/>
                    </a:ext>
                  </a:extLst>
                </p14:cNvPr>
                <p14:cNvContentPartPr/>
                <p14:nvPr/>
              </p14:nvContentPartPr>
              <p14:xfrm>
                <a:off x="1582451" y="1319095"/>
                <a:ext cx="104760" cy="684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40820E5-F249-BA08-16F2-1187A84A89D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573451" y="1310455"/>
                  <a:ext cx="1224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1B36878-523E-1934-C189-1815756A74B2}"/>
                    </a:ext>
                  </a:extLst>
                </p14:cNvPr>
                <p14:cNvContentPartPr/>
                <p14:nvPr/>
              </p14:nvContentPartPr>
              <p14:xfrm>
                <a:off x="1769291" y="1285615"/>
                <a:ext cx="99720" cy="1792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1B36878-523E-1934-C189-1815756A74B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760291" y="1276975"/>
                  <a:ext cx="1173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B8218E8-F09B-94A6-C3A0-8D4B7FE1281C}"/>
                    </a:ext>
                  </a:extLst>
                </p14:cNvPr>
                <p14:cNvContentPartPr/>
                <p14:nvPr/>
              </p14:nvContentPartPr>
              <p14:xfrm>
                <a:off x="1790171" y="1327375"/>
                <a:ext cx="164160" cy="1267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B8218E8-F09B-94A6-C3A0-8D4B7FE1281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781531" y="1318375"/>
                  <a:ext cx="1818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EAB6A42-B5D0-A810-DDA9-6B8AE6E911C0}"/>
                    </a:ext>
                  </a:extLst>
                </p14:cNvPr>
                <p14:cNvContentPartPr/>
                <p14:nvPr/>
              </p14:nvContentPartPr>
              <p14:xfrm>
                <a:off x="2026331" y="1294255"/>
                <a:ext cx="107640" cy="90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EAB6A42-B5D0-A810-DDA9-6B8AE6E911C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017331" y="1285255"/>
                  <a:ext cx="1252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64FE817-E8E6-0029-5880-16C8FCAF5082}"/>
                    </a:ext>
                  </a:extLst>
                </p14:cNvPr>
                <p14:cNvContentPartPr/>
                <p14:nvPr/>
              </p14:nvContentPartPr>
              <p14:xfrm>
                <a:off x="2114891" y="1277695"/>
                <a:ext cx="18360" cy="1778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64FE817-E8E6-0029-5880-16C8FCAF508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105891" y="1269055"/>
                  <a:ext cx="360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3F3B6A7-FD88-A254-0746-26E963ACDA51}"/>
                    </a:ext>
                  </a:extLst>
                </p14:cNvPr>
                <p14:cNvContentPartPr/>
                <p14:nvPr/>
              </p14:nvContentPartPr>
              <p14:xfrm>
                <a:off x="2259251" y="1210735"/>
                <a:ext cx="176760" cy="2203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3F3B6A7-FD88-A254-0746-26E963ACDA5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250251" y="1201735"/>
                  <a:ext cx="1944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2F96C4A-A0FF-0525-D893-0936817F1EA9}"/>
                    </a:ext>
                  </a:extLst>
                </p14:cNvPr>
                <p14:cNvContentPartPr/>
                <p14:nvPr/>
              </p14:nvContentPartPr>
              <p14:xfrm>
                <a:off x="2481731" y="1304695"/>
                <a:ext cx="166680" cy="2210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2F96C4A-A0FF-0525-D893-0936817F1EA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473091" y="1295695"/>
                  <a:ext cx="1843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17FD318-48AE-5588-DB48-B82A6350FD09}"/>
                    </a:ext>
                  </a:extLst>
                </p14:cNvPr>
                <p14:cNvContentPartPr/>
                <p14:nvPr/>
              </p14:nvContentPartPr>
              <p14:xfrm>
                <a:off x="2667851" y="1362295"/>
                <a:ext cx="110520" cy="334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17FD318-48AE-5588-DB48-B82A6350FD0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659211" y="1353655"/>
                  <a:ext cx="1281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6558884-2869-3C5A-85E2-B6C188CE708E}"/>
                    </a:ext>
                  </a:extLst>
                </p14:cNvPr>
                <p14:cNvContentPartPr/>
                <p14:nvPr/>
              </p14:nvContentPartPr>
              <p14:xfrm>
                <a:off x="2842091" y="1256095"/>
                <a:ext cx="120600" cy="1774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6558884-2869-3C5A-85E2-B6C188CE708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833451" y="1247455"/>
                  <a:ext cx="138240" cy="19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0996DE6-6581-59B6-CB1E-CF33870CE7AD}"/>
              </a:ext>
            </a:extLst>
          </p:cNvPr>
          <p:cNvGrpSpPr/>
          <p:nvPr/>
        </p:nvGrpSpPr>
        <p:grpSpPr>
          <a:xfrm>
            <a:off x="162971" y="2065375"/>
            <a:ext cx="1076760" cy="449640"/>
            <a:chOff x="162971" y="2065375"/>
            <a:chExt cx="1076760" cy="44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521ED4D-8CA4-C67B-2760-966A18649BDC}"/>
                    </a:ext>
                  </a:extLst>
                </p14:cNvPr>
                <p14:cNvContentPartPr/>
                <p14:nvPr/>
              </p14:nvContentPartPr>
              <p14:xfrm>
                <a:off x="162971" y="2065375"/>
                <a:ext cx="182880" cy="3099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521ED4D-8CA4-C67B-2760-966A18649BD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54331" y="2056375"/>
                  <a:ext cx="20052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6A615BF-97EF-8583-AE3A-92339B7C6168}"/>
                    </a:ext>
                  </a:extLst>
                </p14:cNvPr>
                <p14:cNvContentPartPr/>
                <p14:nvPr/>
              </p14:nvContentPartPr>
              <p14:xfrm>
                <a:off x="222371" y="2170495"/>
                <a:ext cx="243360" cy="1990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6A615BF-97EF-8583-AE3A-92339B7C616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13731" y="2161495"/>
                  <a:ext cx="2610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05200D4-D120-C309-81CA-FEE2B3C62C6A}"/>
                    </a:ext>
                  </a:extLst>
                </p14:cNvPr>
                <p14:cNvContentPartPr/>
                <p14:nvPr/>
              </p14:nvContentPartPr>
              <p14:xfrm>
                <a:off x="457091" y="2180575"/>
                <a:ext cx="97560" cy="1760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05200D4-D120-C309-81CA-FEE2B3C62C6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48451" y="2171935"/>
                  <a:ext cx="1152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6A2B73F-F239-EF4C-445C-94956954CBC3}"/>
                    </a:ext>
                  </a:extLst>
                </p14:cNvPr>
                <p14:cNvContentPartPr/>
                <p14:nvPr/>
              </p14:nvContentPartPr>
              <p14:xfrm>
                <a:off x="590291" y="2181655"/>
                <a:ext cx="127080" cy="1519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6A2B73F-F239-EF4C-445C-94956954CBC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81291" y="2173015"/>
                  <a:ext cx="1447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2628A05-C8B5-C9E7-CED7-10B8E2B48D5C}"/>
                    </a:ext>
                  </a:extLst>
                </p14:cNvPr>
                <p14:cNvContentPartPr/>
                <p14:nvPr/>
              </p14:nvContentPartPr>
              <p14:xfrm>
                <a:off x="746531" y="2158615"/>
                <a:ext cx="335880" cy="1494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2628A05-C8B5-C9E7-CED7-10B8E2B48D5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37891" y="2149975"/>
                  <a:ext cx="3535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8A97330-7F2A-4B66-535D-8F6309425F97}"/>
                    </a:ext>
                  </a:extLst>
                </p14:cNvPr>
                <p14:cNvContentPartPr/>
                <p14:nvPr/>
              </p14:nvContentPartPr>
              <p14:xfrm>
                <a:off x="291491" y="2445895"/>
                <a:ext cx="748080" cy="691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8A97330-7F2A-4B66-535D-8F6309425F9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82491" y="2436895"/>
                  <a:ext cx="7657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FE4451F-2AE6-D524-99FB-F8B1979DEF5E}"/>
                    </a:ext>
                  </a:extLst>
                </p14:cNvPr>
                <p14:cNvContentPartPr/>
                <p14:nvPr/>
              </p14:nvContentPartPr>
              <p14:xfrm>
                <a:off x="1206611" y="2226655"/>
                <a:ext cx="33120" cy="1036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FE4451F-2AE6-D524-99FB-F8B1979DEF5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97611" y="2218015"/>
                  <a:ext cx="50760" cy="12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EEDB5DC2-DCC3-DF4C-8441-B63BD62B7C87}"/>
              </a:ext>
            </a:extLst>
          </p:cNvPr>
          <p:cNvGrpSpPr/>
          <p:nvPr/>
        </p:nvGrpSpPr>
        <p:grpSpPr>
          <a:xfrm>
            <a:off x="1509371" y="2155015"/>
            <a:ext cx="675720" cy="228240"/>
            <a:chOff x="1509371" y="2155015"/>
            <a:chExt cx="675720" cy="22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C8E197E-37CA-09B2-2EC7-EEEECFBDECBE}"/>
                    </a:ext>
                  </a:extLst>
                </p14:cNvPr>
                <p14:cNvContentPartPr/>
                <p14:nvPr/>
              </p14:nvContentPartPr>
              <p14:xfrm>
                <a:off x="1509371" y="2214415"/>
                <a:ext cx="19080" cy="1440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C8E197E-37CA-09B2-2EC7-EEEECFBDECB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500731" y="2205775"/>
                  <a:ext cx="367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5C5DFCE-9145-848C-0DB4-362962E11DFB}"/>
                    </a:ext>
                  </a:extLst>
                </p14:cNvPr>
                <p14:cNvContentPartPr/>
                <p14:nvPr/>
              </p14:nvContentPartPr>
              <p14:xfrm>
                <a:off x="1521611" y="2155015"/>
                <a:ext cx="10800" cy="25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5C5DFCE-9145-848C-0DB4-362962E11DF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512971" y="2146015"/>
                  <a:ext cx="2844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D3FC736-FA2D-90A2-2219-74A65B0A799D}"/>
                    </a:ext>
                  </a:extLst>
                </p14:cNvPr>
                <p14:cNvContentPartPr/>
                <p14:nvPr/>
              </p14:nvContentPartPr>
              <p14:xfrm>
                <a:off x="1617011" y="2188495"/>
                <a:ext cx="568080" cy="1947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D3FC736-FA2D-90A2-2219-74A65B0A799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608371" y="2179495"/>
                  <a:ext cx="585720" cy="21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7319061-E586-DC51-DDB4-FF77C4FAB057}"/>
              </a:ext>
            </a:extLst>
          </p:cNvPr>
          <p:cNvGrpSpPr/>
          <p:nvPr/>
        </p:nvGrpSpPr>
        <p:grpSpPr>
          <a:xfrm>
            <a:off x="2388491" y="2216935"/>
            <a:ext cx="526320" cy="336600"/>
            <a:chOff x="2388491" y="2216935"/>
            <a:chExt cx="526320" cy="33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C4398A9-BEC2-4B72-2375-FCD06861979C}"/>
                    </a:ext>
                  </a:extLst>
                </p14:cNvPr>
                <p14:cNvContentPartPr/>
                <p14:nvPr/>
              </p14:nvContentPartPr>
              <p14:xfrm>
                <a:off x="2388491" y="2253655"/>
                <a:ext cx="360360" cy="2998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C4398A9-BEC2-4B72-2375-FCD06861979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379851" y="2244655"/>
                  <a:ext cx="37800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CC5A633-47C9-BFE0-A5C2-9D6351B13301}"/>
                    </a:ext>
                  </a:extLst>
                </p14:cNvPr>
                <p14:cNvContentPartPr/>
                <p14:nvPr/>
              </p14:nvContentPartPr>
              <p14:xfrm>
                <a:off x="2716451" y="2216935"/>
                <a:ext cx="198360" cy="1742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CC5A633-47C9-BFE0-A5C2-9D6351B1330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707811" y="2208295"/>
                  <a:ext cx="216000" cy="19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E3F35418-D985-9FB5-1AB7-ACF3086458F5}"/>
              </a:ext>
            </a:extLst>
          </p:cNvPr>
          <p:cNvGrpSpPr/>
          <p:nvPr/>
        </p:nvGrpSpPr>
        <p:grpSpPr>
          <a:xfrm>
            <a:off x="1432331" y="2681335"/>
            <a:ext cx="1254240" cy="317160"/>
            <a:chOff x="1432331" y="2681335"/>
            <a:chExt cx="1254240" cy="31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FC46C5B-BC2D-9878-E935-A17CDA930390}"/>
                    </a:ext>
                  </a:extLst>
                </p14:cNvPr>
                <p14:cNvContentPartPr/>
                <p14:nvPr/>
              </p14:nvContentPartPr>
              <p14:xfrm>
                <a:off x="1432331" y="2753695"/>
                <a:ext cx="219240" cy="2448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FC46C5B-BC2D-9878-E935-A17CDA93039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423691" y="2744695"/>
                  <a:ext cx="23688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BA0B5EC-7CCF-DF35-54B1-2683FDC566EA}"/>
                    </a:ext>
                  </a:extLst>
                </p14:cNvPr>
                <p14:cNvContentPartPr/>
                <p14:nvPr/>
              </p14:nvContentPartPr>
              <p14:xfrm>
                <a:off x="1583171" y="2903815"/>
                <a:ext cx="78120" cy="860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BA0B5EC-7CCF-DF35-54B1-2683FDC566E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574171" y="2894815"/>
                  <a:ext cx="957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C53209E-6790-9352-143D-8FD2C2C9E404}"/>
                    </a:ext>
                  </a:extLst>
                </p14:cNvPr>
                <p14:cNvContentPartPr/>
                <p14:nvPr/>
              </p14:nvContentPartPr>
              <p14:xfrm>
                <a:off x="1744091" y="2801215"/>
                <a:ext cx="135720" cy="795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C53209E-6790-9352-143D-8FD2C2C9E40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735451" y="2792215"/>
                  <a:ext cx="1533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1E05E66-E7F4-4119-B88A-D32012AE6239}"/>
                    </a:ext>
                  </a:extLst>
                </p14:cNvPr>
                <p14:cNvContentPartPr/>
                <p14:nvPr/>
              </p14:nvContentPartPr>
              <p14:xfrm>
                <a:off x="1946771" y="2767735"/>
                <a:ext cx="84240" cy="1335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1E05E66-E7F4-4119-B88A-D32012AE623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938131" y="2759095"/>
                  <a:ext cx="1018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C4EDDDE-7910-654D-C584-B992A51E9D4C}"/>
                    </a:ext>
                  </a:extLst>
                </p14:cNvPr>
                <p14:cNvContentPartPr/>
                <p14:nvPr/>
              </p14:nvContentPartPr>
              <p14:xfrm>
                <a:off x="2034611" y="2774935"/>
                <a:ext cx="278280" cy="1202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C4EDDDE-7910-654D-C584-B992A51E9D4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025971" y="2766295"/>
                  <a:ext cx="2959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7CD7D84-9A0A-F351-7FB7-269911F66EED}"/>
                    </a:ext>
                  </a:extLst>
                </p14:cNvPr>
                <p14:cNvContentPartPr/>
                <p14:nvPr/>
              </p14:nvContentPartPr>
              <p14:xfrm>
                <a:off x="2316131" y="2751895"/>
                <a:ext cx="135360" cy="1450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7CD7D84-9A0A-F351-7FB7-269911F66EE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307491" y="2743255"/>
                  <a:ext cx="15300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97882FA-1257-EFD2-EACB-14D226993506}"/>
                    </a:ext>
                  </a:extLst>
                </p14:cNvPr>
                <p14:cNvContentPartPr/>
                <p14:nvPr/>
              </p14:nvContentPartPr>
              <p14:xfrm>
                <a:off x="2475251" y="2681335"/>
                <a:ext cx="91440" cy="1879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97882FA-1257-EFD2-EACB-14D22699350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466611" y="2672695"/>
                  <a:ext cx="1090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02526C5-214A-7D22-D494-33ECF83C7C11}"/>
                    </a:ext>
                  </a:extLst>
                </p14:cNvPr>
                <p14:cNvContentPartPr/>
                <p14:nvPr/>
              </p14:nvContentPartPr>
              <p14:xfrm>
                <a:off x="2683331" y="2855935"/>
                <a:ext cx="3240" cy="133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02526C5-214A-7D22-D494-33ECF83C7C1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674331" y="2847295"/>
                  <a:ext cx="2088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4E1E907C-8D86-2BDA-0A71-C5A8569AC479}"/>
              </a:ext>
            </a:extLst>
          </p:cNvPr>
          <p:cNvGrpSpPr/>
          <p:nvPr/>
        </p:nvGrpSpPr>
        <p:grpSpPr>
          <a:xfrm>
            <a:off x="1111931" y="3291895"/>
            <a:ext cx="1212120" cy="349560"/>
            <a:chOff x="1111931" y="3291895"/>
            <a:chExt cx="1212120" cy="34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DC2994E-2124-B424-366D-62FA5F5145A1}"/>
                    </a:ext>
                  </a:extLst>
                </p14:cNvPr>
                <p14:cNvContentPartPr/>
                <p14:nvPr/>
              </p14:nvContentPartPr>
              <p14:xfrm>
                <a:off x="1111931" y="3308455"/>
                <a:ext cx="132480" cy="3240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DC2994E-2124-B424-366D-62FA5F5145A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03291" y="3299815"/>
                  <a:ext cx="15012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27C1321-8AE3-6CE5-64A5-67F014476224}"/>
                    </a:ext>
                  </a:extLst>
                </p14:cNvPr>
                <p14:cNvContentPartPr/>
                <p14:nvPr/>
              </p14:nvContentPartPr>
              <p14:xfrm>
                <a:off x="1140011" y="3345535"/>
                <a:ext cx="604440" cy="2257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27C1321-8AE3-6CE5-64A5-67F01447622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31011" y="3336895"/>
                  <a:ext cx="6220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8F9E244-269D-A737-B694-969293640D21}"/>
                    </a:ext>
                  </a:extLst>
                </p14:cNvPr>
                <p14:cNvContentPartPr/>
                <p14:nvPr/>
              </p14:nvContentPartPr>
              <p14:xfrm>
                <a:off x="1776131" y="3297655"/>
                <a:ext cx="148680" cy="860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8F9E244-269D-A737-B694-969293640D2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767491" y="3289015"/>
                  <a:ext cx="1663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3E4136C-1970-2EBD-A403-DB85962A74FD}"/>
                    </a:ext>
                  </a:extLst>
                </p14:cNvPr>
                <p14:cNvContentPartPr/>
                <p14:nvPr/>
              </p14:nvContentPartPr>
              <p14:xfrm>
                <a:off x="1917611" y="3291895"/>
                <a:ext cx="266760" cy="3495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3E4136C-1970-2EBD-A403-DB85962A74F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908611" y="3282895"/>
                  <a:ext cx="28440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A80A634-EA19-D8B7-6DAB-8A08D99FAB68}"/>
                    </a:ext>
                  </a:extLst>
                </p14:cNvPr>
                <p14:cNvContentPartPr/>
                <p14:nvPr/>
              </p14:nvContentPartPr>
              <p14:xfrm>
                <a:off x="2137571" y="3403495"/>
                <a:ext cx="186480" cy="1101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A80A634-EA19-D8B7-6DAB-8A08D99FAB6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128571" y="3394495"/>
                  <a:ext cx="204120" cy="12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F720E304-35B7-060A-6B81-3BD70B2233ED}"/>
              </a:ext>
            </a:extLst>
          </p:cNvPr>
          <p:cNvGrpSpPr/>
          <p:nvPr/>
        </p:nvGrpSpPr>
        <p:grpSpPr>
          <a:xfrm>
            <a:off x="930131" y="3892015"/>
            <a:ext cx="1608120" cy="240120"/>
            <a:chOff x="930131" y="3892015"/>
            <a:chExt cx="1608120" cy="24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CDB2118-832D-C42C-71F9-6C9442944DFF}"/>
                    </a:ext>
                  </a:extLst>
                </p14:cNvPr>
                <p14:cNvContentPartPr/>
                <p14:nvPr/>
              </p14:nvContentPartPr>
              <p14:xfrm>
                <a:off x="930131" y="3924055"/>
                <a:ext cx="159840" cy="2080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CDB2118-832D-C42C-71F9-6C9442944DF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21491" y="3915055"/>
                  <a:ext cx="1774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D18C627-2E18-73EC-3932-C1872F051D02}"/>
                    </a:ext>
                  </a:extLst>
                </p14:cNvPr>
                <p14:cNvContentPartPr/>
                <p14:nvPr/>
              </p14:nvContentPartPr>
              <p14:xfrm>
                <a:off x="1085291" y="3908215"/>
                <a:ext cx="77400" cy="1897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D18C627-2E18-73EC-3932-C1872F051D0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76291" y="3899575"/>
                  <a:ext cx="9504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2033A3A-6AB1-1ABC-50A5-B1807AAC0174}"/>
                    </a:ext>
                  </a:extLst>
                </p14:cNvPr>
                <p14:cNvContentPartPr/>
                <p14:nvPr/>
              </p14:nvContentPartPr>
              <p14:xfrm>
                <a:off x="1155851" y="3926575"/>
                <a:ext cx="269280" cy="1742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2033A3A-6AB1-1ABC-50A5-B1807AAC017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47211" y="3917935"/>
                  <a:ext cx="2869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5A57FF0-D20B-C5C5-1575-CEB2F56BB72F}"/>
                    </a:ext>
                  </a:extLst>
                </p14:cNvPr>
                <p14:cNvContentPartPr/>
                <p14:nvPr/>
              </p14:nvContentPartPr>
              <p14:xfrm>
                <a:off x="1289411" y="3901375"/>
                <a:ext cx="132120" cy="1162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5A57FF0-D20B-C5C5-1575-CEB2F56BB72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280771" y="3892375"/>
                  <a:ext cx="1497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9A96B15-9B2D-24A5-8AD9-0050EA70ED94}"/>
                    </a:ext>
                  </a:extLst>
                </p14:cNvPr>
                <p14:cNvContentPartPr/>
                <p14:nvPr/>
              </p14:nvContentPartPr>
              <p14:xfrm>
                <a:off x="1513691" y="3948535"/>
                <a:ext cx="123480" cy="190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9A96B15-9B2D-24A5-8AD9-0050EA70ED9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504691" y="3939895"/>
                  <a:ext cx="1411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F676547-E7BF-BDDC-1F0E-8EC52A02712B}"/>
                    </a:ext>
                  </a:extLst>
                </p14:cNvPr>
                <p14:cNvContentPartPr/>
                <p14:nvPr/>
              </p14:nvContentPartPr>
              <p14:xfrm>
                <a:off x="1536371" y="4005775"/>
                <a:ext cx="122400" cy="291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F676547-E7BF-BDDC-1F0E-8EC52A02712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527371" y="3996775"/>
                  <a:ext cx="1400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FC88253-A03F-3EFB-4E46-1D44F7FB05CB}"/>
                    </a:ext>
                  </a:extLst>
                </p14:cNvPr>
                <p14:cNvContentPartPr/>
                <p14:nvPr/>
              </p14:nvContentPartPr>
              <p14:xfrm>
                <a:off x="1700891" y="3949615"/>
                <a:ext cx="132480" cy="1227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FC88253-A03F-3EFB-4E46-1D44F7FB05C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692251" y="3940975"/>
                  <a:ext cx="1501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AB982D4-D410-37CC-DCC6-980D22E8C529}"/>
                    </a:ext>
                  </a:extLst>
                </p14:cNvPr>
                <p14:cNvContentPartPr/>
                <p14:nvPr/>
              </p14:nvContentPartPr>
              <p14:xfrm>
                <a:off x="1873691" y="3892015"/>
                <a:ext cx="273600" cy="1753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AB982D4-D410-37CC-DCC6-980D22E8C52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864691" y="3883375"/>
                  <a:ext cx="2912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BC7656A-6C4A-A0B7-DA5C-07322C183963}"/>
                    </a:ext>
                  </a:extLst>
                </p14:cNvPr>
                <p14:cNvContentPartPr/>
                <p14:nvPr/>
              </p14:nvContentPartPr>
              <p14:xfrm>
                <a:off x="2060531" y="3907855"/>
                <a:ext cx="248400" cy="687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BC7656A-6C4A-A0B7-DA5C-07322C18396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051531" y="3898855"/>
                  <a:ext cx="2660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0FF4919-0684-01C0-2D57-63A805C4F785}"/>
                    </a:ext>
                  </a:extLst>
                </p14:cNvPr>
                <p14:cNvContentPartPr/>
                <p14:nvPr/>
              </p14:nvContentPartPr>
              <p14:xfrm>
                <a:off x="2230811" y="3893815"/>
                <a:ext cx="307440" cy="1656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0FF4919-0684-01C0-2D57-63A805C4F78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222171" y="3884815"/>
                  <a:ext cx="325080" cy="18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11D1AF0C-B964-6434-A7EB-B9B30E635256}"/>
              </a:ext>
            </a:extLst>
          </p:cNvPr>
          <p:cNvGrpSpPr/>
          <p:nvPr/>
        </p:nvGrpSpPr>
        <p:grpSpPr>
          <a:xfrm>
            <a:off x="3898691" y="135055"/>
            <a:ext cx="324000" cy="476280"/>
            <a:chOff x="3898691" y="135055"/>
            <a:chExt cx="324000" cy="47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0C8EBD2-9D9D-70DC-C0F8-99C6C3D8C041}"/>
                    </a:ext>
                  </a:extLst>
                </p14:cNvPr>
                <p14:cNvContentPartPr/>
                <p14:nvPr/>
              </p14:nvContentPartPr>
              <p14:xfrm>
                <a:off x="3898691" y="250615"/>
                <a:ext cx="138960" cy="2250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0C8EBD2-9D9D-70DC-C0F8-99C6C3D8C04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889691" y="241615"/>
                  <a:ext cx="1566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6B453C1-74FA-159E-BA14-EBC3E2286354}"/>
                    </a:ext>
                  </a:extLst>
                </p14:cNvPr>
                <p14:cNvContentPartPr/>
                <p14:nvPr/>
              </p14:nvContentPartPr>
              <p14:xfrm>
                <a:off x="3972491" y="135055"/>
                <a:ext cx="250200" cy="4762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6B453C1-74FA-159E-BA14-EBC3E228635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963851" y="126055"/>
                  <a:ext cx="267840" cy="49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B6FBA661-3ED4-0663-D3EF-A826DDE804C0}"/>
              </a:ext>
            </a:extLst>
          </p:cNvPr>
          <p:cNvGrpSpPr/>
          <p:nvPr/>
        </p:nvGrpSpPr>
        <p:grpSpPr>
          <a:xfrm>
            <a:off x="4508531" y="227215"/>
            <a:ext cx="423720" cy="406440"/>
            <a:chOff x="4508531" y="227215"/>
            <a:chExt cx="423720" cy="40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1FE7D23-068A-924A-5EA1-2A5CAADD5105}"/>
                    </a:ext>
                  </a:extLst>
                </p14:cNvPr>
                <p14:cNvContentPartPr/>
                <p14:nvPr/>
              </p14:nvContentPartPr>
              <p14:xfrm>
                <a:off x="4508531" y="347095"/>
                <a:ext cx="259560" cy="2656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1FE7D23-068A-924A-5EA1-2A5CAADD510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499531" y="338455"/>
                  <a:ext cx="27720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09392D9-DAD8-EE5D-6E83-293E8C2A2C2E}"/>
                    </a:ext>
                  </a:extLst>
                </p14:cNvPr>
                <p14:cNvContentPartPr/>
                <p14:nvPr/>
              </p14:nvContentPartPr>
              <p14:xfrm>
                <a:off x="4594571" y="511975"/>
                <a:ext cx="169560" cy="1216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09392D9-DAD8-EE5D-6E83-293E8C2A2C2E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585931" y="503335"/>
                  <a:ext cx="18720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0B24124-B066-64EF-8315-BDF642F46F4B}"/>
                    </a:ext>
                  </a:extLst>
                </p14:cNvPr>
                <p14:cNvContentPartPr/>
                <p14:nvPr/>
              </p14:nvContentPartPr>
              <p14:xfrm>
                <a:off x="4588091" y="227215"/>
                <a:ext cx="43920" cy="525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0B24124-B066-64EF-8315-BDF642F46F4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579451" y="218575"/>
                  <a:ext cx="615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E7AD20D-5BD6-33CF-901A-64C47BF1FA8A}"/>
                    </a:ext>
                  </a:extLst>
                </p14:cNvPr>
                <p14:cNvContentPartPr/>
                <p14:nvPr/>
              </p14:nvContentPartPr>
              <p14:xfrm>
                <a:off x="4859171" y="280855"/>
                <a:ext cx="15480" cy="856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E7AD20D-5BD6-33CF-901A-64C47BF1FA8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850171" y="272215"/>
                  <a:ext cx="331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523C59D-701E-BE54-6FCC-D0B8911FDDED}"/>
                    </a:ext>
                  </a:extLst>
                </p14:cNvPr>
                <p14:cNvContentPartPr/>
                <p14:nvPr/>
              </p14:nvContentPartPr>
              <p14:xfrm>
                <a:off x="4924331" y="261775"/>
                <a:ext cx="7920" cy="1144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523C59D-701E-BE54-6FCC-D0B8911FDDE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915331" y="252775"/>
                  <a:ext cx="25560" cy="13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02C533E6-E35D-3EA9-BCB4-48887A056396}"/>
              </a:ext>
            </a:extLst>
          </p:cNvPr>
          <p:cNvGrpSpPr/>
          <p:nvPr/>
        </p:nvGrpSpPr>
        <p:grpSpPr>
          <a:xfrm>
            <a:off x="5066891" y="469495"/>
            <a:ext cx="147960" cy="56880"/>
            <a:chOff x="5066891" y="469495"/>
            <a:chExt cx="147960" cy="5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C5D4FAE-EBA5-19BB-9399-BD0148DD23B1}"/>
                    </a:ext>
                  </a:extLst>
                </p14:cNvPr>
                <p14:cNvContentPartPr/>
                <p14:nvPr/>
              </p14:nvContentPartPr>
              <p14:xfrm>
                <a:off x="5066891" y="469495"/>
                <a:ext cx="147960" cy="144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C5D4FAE-EBA5-19BB-9399-BD0148DD23B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057891" y="460495"/>
                  <a:ext cx="1656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B4E34F5-CEC7-1FF3-8199-E53C96441508}"/>
                    </a:ext>
                  </a:extLst>
                </p14:cNvPr>
                <p14:cNvContentPartPr/>
                <p14:nvPr/>
              </p14:nvContentPartPr>
              <p14:xfrm>
                <a:off x="5076251" y="519175"/>
                <a:ext cx="127440" cy="72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B4E34F5-CEC7-1FF3-8199-E53C9644150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067251" y="510175"/>
                  <a:ext cx="145080" cy="2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53097BA9-B35D-0ACB-A607-586EC348752E}"/>
              </a:ext>
            </a:extLst>
          </p:cNvPr>
          <p:cNvGrpSpPr/>
          <p:nvPr/>
        </p:nvGrpSpPr>
        <p:grpSpPr>
          <a:xfrm>
            <a:off x="5380451" y="414055"/>
            <a:ext cx="562320" cy="155880"/>
            <a:chOff x="5380451" y="414055"/>
            <a:chExt cx="562320" cy="15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40EAC7B-A8EA-4D9F-2180-CC5ECAB5C52A}"/>
                    </a:ext>
                  </a:extLst>
                </p14:cNvPr>
                <p14:cNvContentPartPr/>
                <p14:nvPr/>
              </p14:nvContentPartPr>
              <p14:xfrm>
                <a:off x="5380451" y="430255"/>
                <a:ext cx="9720" cy="1396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40EAC7B-A8EA-4D9F-2180-CC5ECAB5C52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371451" y="421615"/>
                  <a:ext cx="273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E3A3BC9-3440-AC28-C9AB-2F674F8CF01D}"/>
                    </a:ext>
                  </a:extLst>
                </p14:cNvPr>
                <p14:cNvContentPartPr/>
                <p14:nvPr/>
              </p14:nvContentPartPr>
              <p14:xfrm>
                <a:off x="5470811" y="414055"/>
                <a:ext cx="288000" cy="1234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E3A3BC9-3440-AC28-C9AB-2F674F8CF01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462171" y="405055"/>
                  <a:ext cx="3056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C0A2410-BF73-6AC1-1EDF-483A65966B13}"/>
                    </a:ext>
                  </a:extLst>
                </p14:cNvPr>
                <p14:cNvContentPartPr/>
                <p14:nvPr/>
              </p14:nvContentPartPr>
              <p14:xfrm>
                <a:off x="5804891" y="431335"/>
                <a:ext cx="137880" cy="975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C0A2410-BF73-6AC1-1EDF-483A65966B1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796251" y="422695"/>
                  <a:ext cx="155520" cy="11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5BC4293E-1363-F475-3D8D-B61F0EB5C7BF}"/>
              </a:ext>
            </a:extLst>
          </p:cNvPr>
          <p:cNvGrpSpPr/>
          <p:nvPr/>
        </p:nvGrpSpPr>
        <p:grpSpPr>
          <a:xfrm>
            <a:off x="6173531" y="214255"/>
            <a:ext cx="325080" cy="267480"/>
            <a:chOff x="6173531" y="214255"/>
            <a:chExt cx="325080" cy="26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9D0AA4E-9E06-11B6-7277-A4939BD93C05}"/>
                    </a:ext>
                  </a:extLst>
                </p14:cNvPr>
                <p14:cNvContentPartPr/>
                <p14:nvPr/>
              </p14:nvContentPartPr>
              <p14:xfrm>
                <a:off x="6217451" y="214255"/>
                <a:ext cx="281160" cy="1900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9D0AA4E-9E06-11B6-7277-A4939BD93C0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208811" y="205615"/>
                  <a:ext cx="29880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1B7E7A8-FD2F-4900-1902-B57A1561F63E}"/>
                    </a:ext>
                  </a:extLst>
                </p14:cNvPr>
                <p14:cNvContentPartPr/>
                <p14:nvPr/>
              </p14:nvContentPartPr>
              <p14:xfrm>
                <a:off x="6173531" y="462655"/>
                <a:ext cx="320760" cy="190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1B7E7A8-FD2F-4900-1902-B57A1561F63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164531" y="453655"/>
                  <a:ext cx="33840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E04FAFEF-4D99-5664-C219-A2DA1F880E29}"/>
              </a:ext>
            </a:extLst>
          </p:cNvPr>
          <p:cNvGrpSpPr/>
          <p:nvPr/>
        </p:nvGrpSpPr>
        <p:grpSpPr>
          <a:xfrm>
            <a:off x="6131411" y="587215"/>
            <a:ext cx="468360" cy="207720"/>
            <a:chOff x="6131411" y="587215"/>
            <a:chExt cx="468360" cy="20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9D15D90-8A2C-FF61-15BB-10849A08591E}"/>
                    </a:ext>
                  </a:extLst>
                </p14:cNvPr>
                <p14:cNvContentPartPr/>
                <p14:nvPr/>
              </p14:nvContentPartPr>
              <p14:xfrm>
                <a:off x="6131411" y="671455"/>
                <a:ext cx="259560" cy="1234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9D15D90-8A2C-FF61-15BB-10849A08591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122771" y="662455"/>
                  <a:ext cx="2772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2BD9DD2-F7B0-F10E-00ED-249C83AF4B0A}"/>
                    </a:ext>
                  </a:extLst>
                </p14:cNvPr>
                <p14:cNvContentPartPr/>
                <p14:nvPr/>
              </p14:nvContentPartPr>
              <p14:xfrm>
                <a:off x="6489251" y="587215"/>
                <a:ext cx="110520" cy="842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2BD9DD2-F7B0-F10E-00ED-249C83AF4B0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480611" y="578575"/>
                  <a:ext cx="12816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435B59E1-FAD4-B349-DDB4-AFC11D25E3A2}"/>
              </a:ext>
            </a:extLst>
          </p:cNvPr>
          <p:cNvGrpSpPr/>
          <p:nvPr/>
        </p:nvGrpSpPr>
        <p:grpSpPr>
          <a:xfrm>
            <a:off x="6799931" y="448975"/>
            <a:ext cx="150840" cy="75600"/>
            <a:chOff x="6799931" y="448975"/>
            <a:chExt cx="150840" cy="7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71053D9-FA4C-4332-F7D1-F38AE69D77F0}"/>
                    </a:ext>
                  </a:extLst>
                </p14:cNvPr>
                <p14:cNvContentPartPr/>
                <p14:nvPr/>
              </p14:nvContentPartPr>
              <p14:xfrm>
                <a:off x="6803171" y="448975"/>
                <a:ext cx="84240" cy="57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71053D9-FA4C-4332-F7D1-F38AE69D77F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794531" y="439975"/>
                  <a:ext cx="1018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6B8DF23-F9F3-5A04-76B5-B4673D5F0BD3}"/>
                    </a:ext>
                  </a:extLst>
                </p14:cNvPr>
                <p14:cNvContentPartPr/>
                <p14:nvPr/>
              </p14:nvContentPartPr>
              <p14:xfrm>
                <a:off x="6799931" y="508375"/>
                <a:ext cx="150840" cy="162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6B8DF23-F9F3-5A04-76B5-B4673D5F0BD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790931" y="499735"/>
                  <a:ext cx="16848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8A4A7989-A610-AEDD-9158-383119C95064}"/>
              </a:ext>
            </a:extLst>
          </p:cNvPr>
          <p:cNvGrpSpPr/>
          <p:nvPr/>
        </p:nvGrpSpPr>
        <p:grpSpPr>
          <a:xfrm>
            <a:off x="7168211" y="211015"/>
            <a:ext cx="1570320" cy="539280"/>
            <a:chOff x="7168211" y="211015"/>
            <a:chExt cx="1570320" cy="53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C218E4F-6A6E-B07C-05BF-E412CF04431A}"/>
                    </a:ext>
                  </a:extLst>
                </p14:cNvPr>
                <p14:cNvContentPartPr/>
                <p14:nvPr/>
              </p14:nvContentPartPr>
              <p14:xfrm>
                <a:off x="7168211" y="416935"/>
                <a:ext cx="43560" cy="1170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C218E4F-6A6E-B07C-05BF-E412CF04431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159211" y="407935"/>
                  <a:ext cx="612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DAC293E-2F6B-9DA5-3816-8F4B6FFD1F4E}"/>
                    </a:ext>
                  </a:extLst>
                </p14:cNvPr>
                <p14:cNvContentPartPr/>
                <p14:nvPr/>
              </p14:nvContentPartPr>
              <p14:xfrm>
                <a:off x="7251731" y="408655"/>
                <a:ext cx="164520" cy="1173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DAC293E-2F6B-9DA5-3816-8F4B6FFD1F4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243091" y="400015"/>
                  <a:ext cx="1821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4F88B73-F4AD-59B0-0221-041B7A3F9105}"/>
                    </a:ext>
                  </a:extLst>
                </p14:cNvPr>
                <p14:cNvContentPartPr/>
                <p14:nvPr/>
              </p14:nvContentPartPr>
              <p14:xfrm>
                <a:off x="7460171" y="422695"/>
                <a:ext cx="128880" cy="972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4F88B73-F4AD-59B0-0221-041B7A3F910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451171" y="413695"/>
                  <a:ext cx="1465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E7B4C313-15AF-62EF-04A2-6E73AAEFBB69}"/>
                    </a:ext>
                  </a:extLst>
                </p14:cNvPr>
                <p14:cNvContentPartPr/>
                <p14:nvPr/>
              </p14:nvContentPartPr>
              <p14:xfrm>
                <a:off x="7637651" y="417295"/>
                <a:ext cx="168120" cy="1083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E7B4C313-15AF-62EF-04A2-6E73AAEFBB6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629011" y="408655"/>
                  <a:ext cx="1857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7A62F82-6E90-6624-4959-4000ED5A816B}"/>
                    </a:ext>
                  </a:extLst>
                </p14:cNvPr>
                <p14:cNvContentPartPr/>
                <p14:nvPr/>
              </p14:nvContentPartPr>
              <p14:xfrm>
                <a:off x="8293931" y="211015"/>
                <a:ext cx="167760" cy="1429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7A62F82-6E90-6624-4959-4000ED5A816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285291" y="202015"/>
                  <a:ext cx="1854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75CA912-A0CE-3F3E-8281-B003CC03CDA7}"/>
                    </a:ext>
                  </a:extLst>
                </p14:cNvPr>
                <p14:cNvContentPartPr/>
                <p14:nvPr/>
              </p14:nvContentPartPr>
              <p14:xfrm>
                <a:off x="8022131" y="426295"/>
                <a:ext cx="673920" cy="223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75CA912-A0CE-3F3E-8281-B003CC03CDA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013131" y="417655"/>
                  <a:ext cx="6915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0451B20-043E-9546-47AD-88F2A072E814}"/>
                    </a:ext>
                  </a:extLst>
                </p14:cNvPr>
                <p14:cNvContentPartPr/>
                <p14:nvPr/>
              </p14:nvContentPartPr>
              <p14:xfrm>
                <a:off x="7971371" y="607015"/>
                <a:ext cx="174960" cy="1360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0451B20-043E-9546-47AD-88F2A072E81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962371" y="598375"/>
                  <a:ext cx="1926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735E9A71-1BF8-687E-B6D3-CB7C24A1C9FD}"/>
                    </a:ext>
                  </a:extLst>
                </p14:cNvPr>
                <p14:cNvContentPartPr/>
                <p14:nvPr/>
              </p14:nvContentPartPr>
              <p14:xfrm>
                <a:off x="8165411" y="674335"/>
                <a:ext cx="126360" cy="118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735E9A71-1BF8-687E-B6D3-CB7C24A1C9FD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156771" y="665695"/>
                  <a:ext cx="1440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F44B9F8-C049-539A-A8F0-FB3EFA169F10}"/>
                    </a:ext>
                  </a:extLst>
                </p14:cNvPr>
                <p14:cNvContentPartPr/>
                <p14:nvPr/>
              </p14:nvContentPartPr>
              <p14:xfrm>
                <a:off x="8349371" y="635095"/>
                <a:ext cx="198720" cy="1152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F44B9F8-C049-539A-A8F0-FB3EFA169F1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340731" y="626455"/>
                  <a:ext cx="2163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2802153B-0BEE-81B3-B8EA-51210EA93EA5}"/>
                    </a:ext>
                  </a:extLst>
                </p14:cNvPr>
                <p14:cNvContentPartPr/>
                <p14:nvPr/>
              </p14:nvContentPartPr>
              <p14:xfrm>
                <a:off x="8628371" y="548695"/>
                <a:ext cx="110160" cy="723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2802153B-0BEE-81B3-B8EA-51210EA93EA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619731" y="540055"/>
                  <a:ext cx="127800" cy="9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A37F9BD6-56D8-7741-5BA8-A7244773545E}"/>
              </a:ext>
            </a:extLst>
          </p:cNvPr>
          <p:cNvGrpSpPr/>
          <p:nvPr/>
        </p:nvGrpSpPr>
        <p:grpSpPr>
          <a:xfrm>
            <a:off x="4443011" y="1081495"/>
            <a:ext cx="466560" cy="233640"/>
            <a:chOff x="4443011" y="1081495"/>
            <a:chExt cx="466560" cy="23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360ECEB-77DE-C114-6957-199E208F3046}"/>
                    </a:ext>
                  </a:extLst>
                </p14:cNvPr>
                <p14:cNvContentPartPr/>
                <p14:nvPr/>
              </p14:nvContentPartPr>
              <p14:xfrm>
                <a:off x="4443011" y="1195975"/>
                <a:ext cx="9000" cy="136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360ECEB-77DE-C114-6957-199E208F304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434011" y="1187335"/>
                  <a:ext cx="266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0E927BC-D3F4-8E88-0AAA-60E895860C9F}"/>
                    </a:ext>
                  </a:extLst>
                </p14:cNvPr>
                <p14:cNvContentPartPr/>
                <p14:nvPr/>
              </p14:nvContentPartPr>
              <p14:xfrm>
                <a:off x="4475771" y="1081495"/>
                <a:ext cx="198360" cy="2336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0E927BC-D3F4-8E88-0AAA-60E895860C9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466771" y="1072855"/>
                  <a:ext cx="2160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F38B6FA-29F2-EC59-D7CC-74FE3904F419}"/>
                    </a:ext>
                  </a:extLst>
                </p14:cNvPr>
                <p14:cNvContentPartPr/>
                <p14:nvPr/>
              </p14:nvContentPartPr>
              <p14:xfrm>
                <a:off x="4534451" y="1214695"/>
                <a:ext cx="158400" cy="190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F38B6FA-29F2-EC59-D7CC-74FE3904F41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525811" y="1206055"/>
                  <a:ext cx="1760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DA466947-4E2F-2F7E-8661-AAFCDD20489A}"/>
                    </a:ext>
                  </a:extLst>
                </p14:cNvPr>
                <p14:cNvContentPartPr/>
                <p14:nvPr/>
              </p14:nvContentPartPr>
              <p14:xfrm>
                <a:off x="4815251" y="1182655"/>
                <a:ext cx="94320" cy="784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DA466947-4E2F-2F7E-8661-AAFCDD20489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806611" y="1173655"/>
                  <a:ext cx="111960" cy="9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C21212C2-6D32-D7EA-E396-271F63F0ECDD}"/>
              </a:ext>
            </a:extLst>
          </p:cNvPr>
          <p:cNvGrpSpPr/>
          <p:nvPr/>
        </p:nvGrpSpPr>
        <p:grpSpPr>
          <a:xfrm>
            <a:off x="5205851" y="1055215"/>
            <a:ext cx="863640" cy="246960"/>
            <a:chOff x="5205851" y="1055215"/>
            <a:chExt cx="863640" cy="24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D5666B1-9997-4E5C-9485-5FF6B193B959}"/>
                    </a:ext>
                  </a:extLst>
                </p14:cNvPr>
                <p14:cNvContentPartPr/>
                <p14:nvPr/>
              </p14:nvContentPartPr>
              <p14:xfrm>
                <a:off x="5205851" y="1148095"/>
                <a:ext cx="36720" cy="1461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D5666B1-9997-4E5C-9485-5FF6B193B95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196851" y="1139455"/>
                  <a:ext cx="543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E6925EA-7A6A-8B5C-E27C-508C73541E25}"/>
                    </a:ext>
                  </a:extLst>
                </p14:cNvPr>
                <p14:cNvContentPartPr/>
                <p14:nvPr/>
              </p14:nvContentPartPr>
              <p14:xfrm>
                <a:off x="5285051" y="1153855"/>
                <a:ext cx="163800" cy="1386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E6925EA-7A6A-8B5C-E27C-508C73541E2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276411" y="1144855"/>
                  <a:ext cx="1814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8F775A7-39F9-0695-D344-AC2F83BE3BE4}"/>
                    </a:ext>
                  </a:extLst>
                </p14:cNvPr>
                <p14:cNvContentPartPr/>
                <p14:nvPr/>
              </p14:nvContentPartPr>
              <p14:xfrm>
                <a:off x="5588531" y="1191295"/>
                <a:ext cx="253080" cy="1108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8F775A7-39F9-0695-D344-AC2F83BE3BE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579891" y="1182655"/>
                  <a:ext cx="2707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9B89148-D9C3-422C-AE99-D51AFA621877}"/>
                    </a:ext>
                  </a:extLst>
                </p14:cNvPr>
                <p14:cNvContentPartPr/>
                <p14:nvPr/>
              </p14:nvContentPartPr>
              <p14:xfrm>
                <a:off x="5922971" y="1055215"/>
                <a:ext cx="146520" cy="1022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9B89148-D9C3-422C-AE99-D51AFA62187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913971" y="1046215"/>
                  <a:ext cx="164160" cy="11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AE9F7C94-887F-8531-84BD-ADC1BE6E63E2}"/>
              </a:ext>
            </a:extLst>
          </p:cNvPr>
          <p:cNvGrpSpPr/>
          <p:nvPr/>
        </p:nvGrpSpPr>
        <p:grpSpPr>
          <a:xfrm>
            <a:off x="4350131" y="1747855"/>
            <a:ext cx="225720" cy="199440"/>
            <a:chOff x="4350131" y="1747855"/>
            <a:chExt cx="225720" cy="19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CB0AE3F0-D49F-D428-AB46-8B553124C9E1}"/>
                    </a:ext>
                  </a:extLst>
                </p14:cNvPr>
                <p14:cNvContentPartPr/>
                <p14:nvPr/>
              </p14:nvContentPartPr>
              <p14:xfrm>
                <a:off x="4413131" y="1747855"/>
                <a:ext cx="162720" cy="1994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CB0AE3F0-D49F-D428-AB46-8B553124C9E1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404491" y="1739215"/>
                  <a:ext cx="1803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791047F-BB33-3BEF-A115-0A9F1AB05C42}"/>
                    </a:ext>
                  </a:extLst>
                </p14:cNvPr>
                <p14:cNvContentPartPr/>
                <p14:nvPr/>
              </p14:nvContentPartPr>
              <p14:xfrm>
                <a:off x="4350131" y="1829935"/>
                <a:ext cx="195840" cy="140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791047F-BB33-3BEF-A115-0A9F1AB05C42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341491" y="1820935"/>
                  <a:ext cx="21348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03BA1ABC-476A-9421-0402-E52424E9B1AD}"/>
              </a:ext>
            </a:extLst>
          </p:cNvPr>
          <p:cNvGrpSpPr/>
          <p:nvPr/>
        </p:nvGrpSpPr>
        <p:grpSpPr>
          <a:xfrm>
            <a:off x="4768091" y="1800055"/>
            <a:ext cx="156960" cy="79920"/>
            <a:chOff x="4768091" y="1800055"/>
            <a:chExt cx="156960" cy="7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534FCB50-2A5A-79C9-6A3A-60F865F48D1F}"/>
                    </a:ext>
                  </a:extLst>
                </p14:cNvPr>
                <p14:cNvContentPartPr/>
                <p14:nvPr/>
              </p14:nvContentPartPr>
              <p14:xfrm>
                <a:off x="4780331" y="1800055"/>
                <a:ext cx="99720" cy="72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534FCB50-2A5A-79C9-6A3A-60F865F48D1F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771331" y="1791055"/>
                  <a:ext cx="1173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4504F6B-285E-5366-BD24-32234F097DA5}"/>
                    </a:ext>
                  </a:extLst>
                </p14:cNvPr>
                <p14:cNvContentPartPr/>
                <p14:nvPr/>
              </p14:nvContentPartPr>
              <p14:xfrm>
                <a:off x="4768091" y="1863775"/>
                <a:ext cx="156960" cy="162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64504F6B-285E-5366-BD24-32234F097DA5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759091" y="1854775"/>
                  <a:ext cx="17460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FDDB534E-A008-406C-677E-A18C735F35D5}"/>
              </a:ext>
            </a:extLst>
          </p:cNvPr>
          <p:cNvGrpSpPr/>
          <p:nvPr/>
        </p:nvGrpSpPr>
        <p:grpSpPr>
          <a:xfrm>
            <a:off x="5172371" y="1733455"/>
            <a:ext cx="928440" cy="192960"/>
            <a:chOff x="5172371" y="1733455"/>
            <a:chExt cx="928440" cy="19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AAA7DCAD-34F5-9AD6-DF79-8AFFADB515B1}"/>
                    </a:ext>
                  </a:extLst>
                </p14:cNvPr>
                <p14:cNvContentPartPr/>
                <p14:nvPr/>
              </p14:nvContentPartPr>
              <p14:xfrm>
                <a:off x="5199371" y="1733455"/>
                <a:ext cx="177120" cy="1929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AAA7DCAD-34F5-9AD6-DF79-8AFFADB515B1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190731" y="1724815"/>
                  <a:ext cx="19476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DAF52DF6-5FDB-CFB1-AA81-A91C003F2682}"/>
                    </a:ext>
                  </a:extLst>
                </p14:cNvPr>
                <p14:cNvContentPartPr/>
                <p14:nvPr/>
              </p14:nvContentPartPr>
              <p14:xfrm>
                <a:off x="5172371" y="1738495"/>
                <a:ext cx="306360" cy="316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DAF52DF6-5FDB-CFB1-AA81-A91C003F268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163731" y="1729495"/>
                  <a:ext cx="3240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EDCAC608-4FC0-CAE1-FE26-6E41D94CED80}"/>
                    </a:ext>
                  </a:extLst>
                </p14:cNvPr>
                <p14:cNvContentPartPr/>
                <p14:nvPr/>
              </p14:nvContentPartPr>
              <p14:xfrm>
                <a:off x="5565851" y="1782775"/>
                <a:ext cx="357840" cy="1216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EDCAC608-4FC0-CAE1-FE26-6E41D94CED8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557211" y="1773775"/>
                  <a:ext cx="3754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44CADEB2-C3D7-23D8-FF1D-1D24D4D140A2}"/>
                    </a:ext>
                  </a:extLst>
                </p14:cNvPr>
                <p14:cNvContentPartPr/>
                <p14:nvPr/>
              </p14:nvContentPartPr>
              <p14:xfrm>
                <a:off x="5902811" y="1764055"/>
                <a:ext cx="10800" cy="46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44CADEB2-C3D7-23D8-FF1D-1D24D4D140A2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893811" y="1755415"/>
                  <a:ext cx="284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87DA0041-7C45-D4E9-6536-BEF7CC0BCA7F}"/>
                    </a:ext>
                  </a:extLst>
                </p14:cNvPr>
                <p14:cNvContentPartPr/>
                <p14:nvPr/>
              </p14:nvContentPartPr>
              <p14:xfrm>
                <a:off x="5983811" y="1789255"/>
                <a:ext cx="117000" cy="932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87DA0041-7C45-D4E9-6536-BEF7CC0BCA7F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975171" y="1780255"/>
                  <a:ext cx="134640" cy="11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2FBB8F5C-BFF4-2D1B-2F3A-35CF17ABC14D}"/>
              </a:ext>
            </a:extLst>
          </p:cNvPr>
          <p:cNvGrpSpPr/>
          <p:nvPr/>
        </p:nvGrpSpPr>
        <p:grpSpPr>
          <a:xfrm>
            <a:off x="6302051" y="1670455"/>
            <a:ext cx="1428480" cy="196200"/>
            <a:chOff x="6302051" y="1670455"/>
            <a:chExt cx="1428480" cy="19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23EEB6A-B54D-63F5-C483-E10A3FA44743}"/>
                    </a:ext>
                  </a:extLst>
                </p14:cNvPr>
                <p14:cNvContentPartPr/>
                <p14:nvPr/>
              </p14:nvContentPartPr>
              <p14:xfrm>
                <a:off x="6311411" y="1766215"/>
                <a:ext cx="93240" cy="39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23EEB6A-B54D-63F5-C483-E10A3FA4474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302411" y="1757575"/>
                  <a:ext cx="11088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75A8F51B-8037-E9AD-859E-9D29892E322A}"/>
                    </a:ext>
                  </a:extLst>
                </p14:cNvPr>
                <p14:cNvContentPartPr/>
                <p14:nvPr/>
              </p14:nvContentPartPr>
              <p14:xfrm>
                <a:off x="6302051" y="1825615"/>
                <a:ext cx="145800" cy="169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75A8F51B-8037-E9AD-859E-9D29892E322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293051" y="1816975"/>
                  <a:ext cx="1634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48324ABE-BFC6-B7B0-AFCA-F0A1B1830566}"/>
                    </a:ext>
                  </a:extLst>
                </p14:cNvPr>
                <p14:cNvContentPartPr/>
                <p14:nvPr/>
              </p14:nvContentPartPr>
              <p14:xfrm>
                <a:off x="6592571" y="1674055"/>
                <a:ext cx="178200" cy="1926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48324ABE-BFC6-B7B0-AFCA-F0A1B1830566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583931" y="1665415"/>
                  <a:ext cx="1958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FDC58738-00F9-4336-5D0C-83DD3395B0D0}"/>
                    </a:ext>
                  </a:extLst>
                </p14:cNvPr>
                <p14:cNvContentPartPr/>
                <p14:nvPr/>
              </p14:nvContentPartPr>
              <p14:xfrm>
                <a:off x="6826571" y="1723015"/>
                <a:ext cx="122040" cy="979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FDC58738-00F9-4336-5D0C-83DD3395B0D0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817931" y="1714375"/>
                  <a:ext cx="1396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2129A43E-63F3-A87A-83F6-0704EA6564C3}"/>
                    </a:ext>
                  </a:extLst>
                </p14:cNvPr>
                <p14:cNvContentPartPr/>
                <p14:nvPr/>
              </p14:nvContentPartPr>
              <p14:xfrm>
                <a:off x="6976691" y="1685935"/>
                <a:ext cx="137520" cy="1134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2129A43E-63F3-A87A-83F6-0704EA6564C3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967691" y="1676935"/>
                  <a:ext cx="1551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829E861-D6F3-C98E-1E90-6B5D3F170DEC}"/>
                    </a:ext>
                  </a:extLst>
                </p14:cNvPr>
                <p14:cNvContentPartPr/>
                <p14:nvPr/>
              </p14:nvContentPartPr>
              <p14:xfrm>
                <a:off x="7269011" y="1670455"/>
                <a:ext cx="297720" cy="1188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829E861-D6F3-C98E-1E90-6B5D3F170DEC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260011" y="1661815"/>
                  <a:ext cx="3153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0FB149B-65DD-282C-5AD2-BF13DD36810E}"/>
                    </a:ext>
                  </a:extLst>
                </p14:cNvPr>
                <p14:cNvContentPartPr/>
                <p14:nvPr/>
              </p14:nvContentPartPr>
              <p14:xfrm>
                <a:off x="7553771" y="1671175"/>
                <a:ext cx="176760" cy="1015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0FB149B-65DD-282C-5AD2-BF13DD36810E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545131" y="1662535"/>
                  <a:ext cx="194400" cy="11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432F7AA4-ECFD-BB05-1C2B-C16414D91C3D}"/>
              </a:ext>
            </a:extLst>
          </p:cNvPr>
          <p:cNvGrpSpPr/>
          <p:nvPr/>
        </p:nvGrpSpPr>
        <p:grpSpPr>
          <a:xfrm>
            <a:off x="4438331" y="2428615"/>
            <a:ext cx="267480" cy="264600"/>
            <a:chOff x="4438331" y="2428615"/>
            <a:chExt cx="267480" cy="26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49989AA-F36B-26EF-B0FE-2E4B5CA4B2C7}"/>
                    </a:ext>
                  </a:extLst>
                </p14:cNvPr>
                <p14:cNvContentPartPr/>
                <p14:nvPr/>
              </p14:nvContentPartPr>
              <p14:xfrm>
                <a:off x="4438331" y="2428615"/>
                <a:ext cx="267480" cy="21384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49989AA-F36B-26EF-B0FE-2E4B5CA4B2C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429691" y="2419615"/>
                  <a:ext cx="2851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150EE869-9096-CF0E-3621-F8DBF11A88EA}"/>
                    </a:ext>
                  </a:extLst>
                </p14:cNvPr>
                <p14:cNvContentPartPr/>
                <p14:nvPr/>
              </p14:nvContentPartPr>
              <p14:xfrm>
                <a:off x="4560731" y="2563615"/>
                <a:ext cx="127440" cy="1296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150EE869-9096-CF0E-3621-F8DBF11A88EA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552091" y="2554615"/>
                  <a:ext cx="145080" cy="14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A3C19E2F-09CD-E2B2-7A5D-FEECFE6AB81E}"/>
              </a:ext>
            </a:extLst>
          </p:cNvPr>
          <p:cNvGrpSpPr/>
          <p:nvPr/>
        </p:nvGrpSpPr>
        <p:grpSpPr>
          <a:xfrm>
            <a:off x="4894091" y="2430775"/>
            <a:ext cx="525960" cy="268200"/>
            <a:chOff x="4894091" y="2430775"/>
            <a:chExt cx="525960" cy="26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730071BE-AD36-E78B-E2A7-01F70ACA76AB}"/>
                    </a:ext>
                  </a:extLst>
                </p14:cNvPr>
                <p14:cNvContentPartPr/>
                <p14:nvPr/>
              </p14:nvContentPartPr>
              <p14:xfrm>
                <a:off x="4894091" y="2443375"/>
                <a:ext cx="133560" cy="2556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730071BE-AD36-E78B-E2A7-01F70ACA76AB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885091" y="2434735"/>
                  <a:ext cx="15120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BC34EC2-6E76-20C0-1455-935F93C7ECF6}"/>
                    </a:ext>
                  </a:extLst>
                </p14:cNvPr>
                <p14:cNvContentPartPr/>
                <p14:nvPr/>
              </p14:nvContentPartPr>
              <p14:xfrm>
                <a:off x="5034491" y="2498095"/>
                <a:ext cx="174600" cy="1436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BC34EC2-6E76-20C0-1455-935F93C7ECF6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025851" y="2489455"/>
                  <a:ext cx="1922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29CD59D-546E-F47B-4095-7397FA5FE9AD}"/>
                    </a:ext>
                  </a:extLst>
                </p14:cNvPr>
                <p14:cNvContentPartPr/>
                <p14:nvPr/>
              </p14:nvContentPartPr>
              <p14:xfrm>
                <a:off x="5272451" y="2430775"/>
                <a:ext cx="147600" cy="2570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29CD59D-546E-F47B-4095-7397FA5FE9AD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263451" y="2422135"/>
                  <a:ext cx="165240" cy="27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70D36992-C4E4-2C82-AAC5-86800DB357DA}"/>
              </a:ext>
            </a:extLst>
          </p:cNvPr>
          <p:cNvGrpSpPr/>
          <p:nvPr/>
        </p:nvGrpSpPr>
        <p:grpSpPr>
          <a:xfrm>
            <a:off x="5683211" y="2291455"/>
            <a:ext cx="4246200" cy="519480"/>
            <a:chOff x="5683211" y="2291455"/>
            <a:chExt cx="4246200" cy="51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76D811B-4E04-875E-0E22-05B76186C563}"/>
                    </a:ext>
                  </a:extLst>
                </p14:cNvPr>
                <p14:cNvContentPartPr/>
                <p14:nvPr/>
              </p14:nvContentPartPr>
              <p14:xfrm>
                <a:off x="5683211" y="2529775"/>
                <a:ext cx="130680" cy="21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76D811B-4E04-875E-0E22-05B76186C56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674571" y="2520775"/>
                  <a:ext cx="14832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CA589E4-3DB1-A232-ABEB-419281EB436D}"/>
                    </a:ext>
                  </a:extLst>
                </p14:cNvPr>
                <p14:cNvContentPartPr/>
                <p14:nvPr/>
              </p14:nvContentPartPr>
              <p14:xfrm>
                <a:off x="5729291" y="2574775"/>
                <a:ext cx="109080" cy="194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CA589E4-3DB1-A232-ABEB-419281EB436D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720651" y="2565775"/>
                  <a:ext cx="1267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E4B5AC72-DDB9-9250-FB5D-C7A4CDB3ACE6}"/>
                    </a:ext>
                  </a:extLst>
                </p14:cNvPr>
                <p14:cNvContentPartPr/>
                <p14:nvPr/>
              </p14:nvContentPartPr>
              <p14:xfrm>
                <a:off x="6031691" y="2463535"/>
                <a:ext cx="235800" cy="2026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E4B5AC72-DDB9-9250-FB5D-C7A4CDB3ACE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023051" y="2454895"/>
                  <a:ext cx="2534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1829026A-0E02-4C5A-F825-E7C73D2804AE}"/>
                    </a:ext>
                  </a:extLst>
                </p14:cNvPr>
                <p14:cNvContentPartPr/>
                <p14:nvPr/>
              </p14:nvContentPartPr>
              <p14:xfrm>
                <a:off x="6117011" y="2595655"/>
                <a:ext cx="100080" cy="874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1829026A-0E02-4C5A-F825-E7C73D2804AE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108011" y="2586655"/>
                  <a:ext cx="1177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95FCAE2-FB4C-50B0-C919-AB59AF1F6F63}"/>
                    </a:ext>
                  </a:extLst>
                </p14:cNvPr>
                <p14:cNvContentPartPr/>
                <p14:nvPr/>
              </p14:nvContentPartPr>
              <p14:xfrm>
                <a:off x="6118811" y="2317735"/>
                <a:ext cx="222480" cy="810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95FCAE2-FB4C-50B0-C919-AB59AF1F6F63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109811" y="2309095"/>
                  <a:ext cx="2401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E06E84F-621E-6FBE-26C4-A0B8C4CC336B}"/>
                    </a:ext>
                  </a:extLst>
                </p14:cNvPr>
                <p14:cNvContentPartPr/>
                <p14:nvPr/>
              </p14:nvContentPartPr>
              <p14:xfrm>
                <a:off x="6385211" y="2317375"/>
                <a:ext cx="14400" cy="1026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E06E84F-621E-6FBE-26C4-A0B8C4CC336B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376571" y="2308375"/>
                  <a:ext cx="320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B3158561-3937-5642-1E4B-4989AECE0CAC}"/>
                    </a:ext>
                  </a:extLst>
                </p14:cNvPr>
                <p14:cNvContentPartPr/>
                <p14:nvPr/>
              </p14:nvContentPartPr>
              <p14:xfrm>
                <a:off x="6583211" y="2354095"/>
                <a:ext cx="143640" cy="45684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B3158561-3937-5642-1E4B-4989AECE0CAC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574571" y="2345095"/>
                  <a:ext cx="161280" cy="47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8926E570-C7DF-3765-BD0F-3664B9DC573A}"/>
                    </a:ext>
                  </a:extLst>
                </p14:cNvPr>
                <p14:cNvContentPartPr/>
                <p14:nvPr/>
              </p14:nvContentPartPr>
              <p14:xfrm>
                <a:off x="6981011" y="2312695"/>
                <a:ext cx="112680" cy="1584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8926E570-C7DF-3765-BD0F-3664B9DC573A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972011" y="2303695"/>
                  <a:ext cx="1303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057877A3-B8A3-B1AC-B3A7-01D48350E3E1}"/>
                    </a:ext>
                  </a:extLst>
                </p14:cNvPr>
                <p14:cNvContentPartPr/>
                <p14:nvPr/>
              </p14:nvContentPartPr>
              <p14:xfrm>
                <a:off x="6757811" y="2524735"/>
                <a:ext cx="529200" cy="262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057877A3-B8A3-B1AC-B3A7-01D48350E3E1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748811" y="2515735"/>
                  <a:ext cx="5468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6BF7759E-4833-5E37-D39F-1550E8E1AAD1}"/>
                    </a:ext>
                  </a:extLst>
                </p14:cNvPr>
                <p14:cNvContentPartPr/>
                <p14:nvPr/>
              </p14:nvContentPartPr>
              <p14:xfrm>
                <a:off x="6771131" y="2678095"/>
                <a:ext cx="95400" cy="1008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6BF7759E-4833-5E37-D39F-1550E8E1AAD1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762491" y="2669095"/>
                  <a:ext cx="1130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FF50C2BB-88FE-5E4E-7BBA-5E09C1E3B447}"/>
                    </a:ext>
                  </a:extLst>
                </p14:cNvPr>
                <p14:cNvContentPartPr/>
                <p14:nvPr/>
              </p14:nvContentPartPr>
              <p14:xfrm>
                <a:off x="6899651" y="2722735"/>
                <a:ext cx="108360" cy="39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FF50C2BB-88FE-5E4E-7BBA-5E09C1E3B447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890651" y="2714095"/>
                  <a:ext cx="1260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386EE554-7F69-D13A-6E1B-DA8968A77A60}"/>
                    </a:ext>
                  </a:extLst>
                </p14:cNvPr>
                <p14:cNvContentPartPr/>
                <p14:nvPr/>
              </p14:nvContentPartPr>
              <p14:xfrm>
                <a:off x="7072811" y="2665495"/>
                <a:ext cx="209880" cy="838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386EE554-7F69-D13A-6E1B-DA8968A77A60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064171" y="2656495"/>
                  <a:ext cx="2275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BADCC58B-6A90-7F50-6F17-7ADC8DE00E90}"/>
                    </a:ext>
                  </a:extLst>
                </p14:cNvPr>
                <p14:cNvContentPartPr/>
                <p14:nvPr/>
              </p14:nvContentPartPr>
              <p14:xfrm>
                <a:off x="7321571" y="2630575"/>
                <a:ext cx="115920" cy="579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BADCC58B-6A90-7F50-6F17-7ADC8DE00E9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312931" y="2621935"/>
                  <a:ext cx="1335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2C5BCF60-DF05-AD98-3700-C89B92558232}"/>
                    </a:ext>
                  </a:extLst>
                </p14:cNvPr>
                <p14:cNvContentPartPr/>
                <p14:nvPr/>
              </p14:nvContentPartPr>
              <p14:xfrm>
                <a:off x="7361171" y="2291455"/>
                <a:ext cx="253440" cy="4946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2C5BCF60-DF05-AD98-3700-C89B92558232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352531" y="2282815"/>
                  <a:ext cx="271080" cy="5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2ACA4176-2322-6A45-59BA-94E3662E3669}"/>
                    </a:ext>
                  </a:extLst>
                </p14:cNvPr>
                <p14:cNvContentPartPr/>
                <p14:nvPr/>
              </p14:nvContentPartPr>
              <p14:xfrm>
                <a:off x="7812971" y="2434735"/>
                <a:ext cx="190080" cy="19404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2ACA4176-2322-6A45-59BA-94E3662E3669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804331" y="2426095"/>
                  <a:ext cx="2077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9626D6B5-96F1-CD3A-650A-FB1D263C14B5}"/>
                    </a:ext>
                  </a:extLst>
                </p14:cNvPr>
                <p14:cNvContentPartPr/>
                <p14:nvPr/>
              </p14:nvContentPartPr>
              <p14:xfrm>
                <a:off x="7877051" y="2525455"/>
                <a:ext cx="164880" cy="244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9626D6B5-96F1-CD3A-650A-FB1D263C14B5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868411" y="2516815"/>
                  <a:ext cx="1825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A781FDFB-37D4-D242-C842-1DAE19BCDD14}"/>
                    </a:ext>
                  </a:extLst>
                </p14:cNvPr>
                <p14:cNvContentPartPr/>
                <p14:nvPr/>
              </p14:nvContentPartPr>
              <p14:xfrm>
                <a:off x="8187731" y="2384335"/>
                <a:ext cx="136080" cy="3254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A781FDFB-37D4-D242-C842-1DAE19BCDD14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179091" y="2375695"/>
                  <a:ext cx="1537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FF1B161D-27E9-2E43-5853-7F1090BAA781}"/>
                    </a:ext>
                  </a:extLst>
                </p14:cNvPr>
                <p14:cNvContentPartPr/>
                <p14:nvPr/>
              </p14:nvContentPartPr>
              <p14:xfrm>
                <a:off x="8296451" y="2502415"/>
                <a:ext cx="253800" cy="11592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FF1B161D-27E9-2E43-5853-7F1090BAA781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287451" y="2493415"/>
                  <a:ext cx="2714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C0F6D877-A42D-26EB-9198-C23C58A48359}"/>
                    </a:ext>
                  </a:extLst>
                </p14:cNvPr>
                <p14:cNvContentPartPr/>
                <p14:nvPr/>
              </p14:nvContentPartPr>
              <p14:xfrm>
                <a:off x="8607131" y="2395135"/>
                <a:ext cx="105120" cy="784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C0F6D877-A42D-26EB-9198-C23C58A48359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598131" y="2386495"/>
                  <a:ext cx="1227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0827D20D-86D9-6827-6727-587096BCCC85}"/>
                    </a:ext>
                  </a:extLst>
                </p14:cNvPr>
                <p14:cNvContentPartPr/>
                <p14:nvPr/>
              </p14:nvContentPartPr>
              <p14:xfrm>
                <a:off x="8707211" y="2299015"/>
                <a:ext cx="166680" cy="3970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0827D20D-86D9-6827-6727-587096BCCC85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698571" y="2290375"/>
                  <a:ext cx="18432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0F790992-4348-2635-774C-02FAB4431E55}"/>
                    </a:ext>
                  </a:extLst>
                </p14:cNvPr>
                <p14:cNvContentPartPr/>
                <p14:nvPr/>
              </p14:nvContentPartPr>
              <p14:xfrm>
                <a:off x="9125531" y="2417455"/>
                <a:ext cx="140760" cy="1980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0F790992-4348-2635-774C-02FAB4431E55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116891" y="2408815"/>
                  <a:ext cx="1584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F8E9C275-74EF-3E1A-4086-E71092C243EE}"/>
                    </a:ext>
                  </a:extLst>
                </p14:cNvPr>
                <p14:cNvContentPartPr/>
                <p14:nvPr/>
              </p14:nvContentPartPr>
              <p14:xfrm>
                <a:off x="9045251" y="2476135"/>
                <a:ext cx="205920" cy="277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F8E9C275-74EF-3E1A-4086-E71092C243EE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036251" y="2467135"/>
                  <a:ext cx="2235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CE8DC8C0-9650-9BDA-9A90-F57EE763D2D7}"/>
                    </a:ext>
                  </a:extLst>
                </p14:cNvPr>
                <p14:cNvContentPartPr/>
                <p14:nvPr/>
              </p14:nvContentPartPr>
              <p14:xfrm>
                <a:off x="9380411" y="2315575"/>
                <a:ext cx="174240" cy="35460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CE8DC8C0-9650-9BDA-9A90-F57EE763D2D7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371411" y="2306575"/>
                  <a:ext cx="19188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B002B119-DEC3-870E-A60E-A8F878913AA3}"/>
                    </a:ext>
                  </a:extLst>
                </p14:cNvPr>
                <p14:cNvContentPartPr/>
                <p14:nvPr/>
              </p14:nvContentPartPr>
              <p14:xfrm>
                <a:off x="9605771" y="2423575"/>
                <a:ext cx="126720" cy="13428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B002B119-DEC3-870E-A60E-A8F878913AA3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596771" y="2414935"/>
                  <a:ext cx="1443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B5B524EB-8D57-2234-4A6A-6E36074DFEDA}"/>
                    </a:ext>
                  </a:extLst>
                </p14:cNvPr>
                <p14:cNvContentPartPr/>
                <p14:nvPr/>
              </p14:nvContentPartPr>
              <p14:xfrm>
                <a:off x="9728531" y="2325295"/>
                <a:ext cx="200880" cy="3592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B5B524EB-8D57-2234-4A6A-6E36074DFEDA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719891" y="2316655"/>
                  <a:ext cx="218520" cy="37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E2BC52CB-419F-D383-7061-228A5D046E5B}"/>
              </a:ext>
            </a:extLst>
          </p:cNvPr>
          <p:cNvGrpSpPr/>
          <p:nvPr/>
        </p:nvGrpSpPr>
        <p:grpSpPr>
          <a:xfrm>
            <a:off x="5756291" y="3122695"/>
            <a:ext cx="119520" cy="94680"/>
            <a:chOff x="5756291" y="3122695"/>
            <a:chExt cx="119520" cy="9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6D933F11-956D-E7FC-A072-E996817C8562}"/>
                    </a:ext>
                  </a:extLst>
                </p14:cNvPr>
                <p14:cNvContentPartPr/>
                <p14:nvPr/>
              </p14:nvContentPartPr>
              <p14:xfrm>
                <a:off x="5756291" y="3122695"/>
                <a:ext cx="119520" cy="126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6D933F11-956D-E7FC-A072-E996817C8562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747291" y="3113695"/>
                  <a:ext cx="1371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FC88677A-3930-32A4-4573-03763329000F}"/>
                    </a:ext>
                  </a:extLst>
                </p14:cNvPr>
                <p14:cNvContentPartPr/>
                <p14:nvPr/>
              </p14:nvContentPartPr>
              <p14:xfrm>
                <a:off x="5780771" y="3208375"/>
                <a:ext cx="75240" cy="90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FC88677A-3930-32A4-4573-03763329000F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5771771" y="3199735"/>
                  <a:ext cx="9288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C778B595-79A7-9340-DEDC-3C61A405AEFB}"/>
              </a:ext>
            </a:extLst>
          </p:cNvPr>
          <p:cNvGrpSpPr/>
          <p:nvPr/>
        </p:nvGrpSpPr>
        <p:grpSpPr>
          <a:xfrm>
            <a:off x="6107651" y="3168415"/>
            <a:ext cx="648360" cy="130320"/>
            <a:chOff x="6107651" y="3168415"/>
            <a:chExt cx="648360" cy="13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440ACC7A-4E03-37DB-0507-955BDFC96D7A}"/>
                    </a:ext>
                  </a:extLst>
                </p14:cNvPr>
                <p14:cNvContentPartPr/>
                <p14:nvPr/>
              </p14:nvContentPartPr>
              <p14:xfrm>
                <a:off x="6107651" y="3176335"/>
                <a:ext cx="55800" cy="12240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440ACC7A-4E03-37DB-0507-955BDFC96D7A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098651" y="3167695"/>
                  <a:ext cx="734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6A161669-5C90-F156-E1B2-BA93D8EB3D1F}"/>
                    </a:ext>
                  </a:extLst>
                </p14:cNvPr>
                <p14:cNvContentPartPr/>
                <p14:nvPr/>
              </p14:nvContentPartPr>
              <p14:xfrm>
                <a:off x="6227171" y="3172735"/>
                <a:ext cx="123120" cy="9432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6A161669-5C90-F156-E1B2-BA93D8EB3D1F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6218531" y="3164095"/>
                  <a:ext cx="1407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67B74CAE-B300-1545-903B-0601D7FD0C94}"/>
                    </a:ext>
                  </a:extLst>
                </p14:cNvPr>
                <p14:cNvContentPartPr/>
                <p14:nvPr/>
              </p14:nvContentPartPr>
              <p14:xfrm>
                <a:off x="6407531" y="3184975"/>
                <a:ext cx="138960" cy="9432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67B74CAE-B300-1545-903B-0601D7FD0C94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6398891" y="3176335"/>
                  <a:ext cx="15660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F66E1034-4FA5-FD9E-3381-AFF71369C747}"/>
                    </a:ext>
                  </a:extLst>
                </p14:cNvPr>
                <p14:cNvContentPartPr/>
                <p14:nvPr/>
              </p14:nvContentPartPr>
              <p14:xfrm>
                <a:off x="6613451" y="3168415"/>
                <a:ext cx="142560" cy="10764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F66E1034-4FA5-FD9E-3381-AFF71369C747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6604811" y="3159775"/>
                  <a:ext cx="160200" cy="12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FB25414B-AD31-B7B0-B449-6FBF5A4F8AB5}"/>
              </a:ext>
            </a:extLst>
          </p:cNvPr>
          <p:cNvGrpSpPr/>
          <p:nvPr/>
        </p:nvGrpSpPr>
        <p:grpSpPr>
          <a:xfrm>
            <a:off x="6969131" y="3119455"/>
            <a:ext cx="1352520" cy="150840"/>
            <a:chOff x="6969131" y="3119455"/>
            <a:chExt cx="1352520" cy="15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CDC3675E-B796-A489-0D26-A96E9DA62A44}"/>
                    </a:ext>
                  </a:extLst>
                </p14:cNvPr>
                <p14:cNvContentPartPr/>
                <p14:nvPr/>
              </p14:nvContentPartPr>
              <p14:xfrm>
                <a:off x="6970931" y="3182815"/>
                <a:ext cx="102960" cy="6984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CDC3675E-B796-A489-0D26-A96E9DA62A44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6961931" y="3173815"/>
                  <a:ext cx="1206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67D69D9C-97F8-589A-6B3C-7D8F0A359413}"/>
                    </a:ext>
                  </a:extLst>
                </p14:cNvPr>
                <p14:cNvContentPartPr/>
                <p14:nvPr/>
              </p14:nvContentPartPr>
              <p14:xfrm>
                <a:off x="6969131" y="3167695"/>
                <a:ext cx="302040" cy="1026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67D69D9C-97F8-589A-6B3C-7D8F0A359413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6960131" y="3158695"/>
                  <a:ext cx="31968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BC87B4CA-F79C-33F7-5E88-99219F387146}"/>
                    </a:ext>
                  </a:extLst>
                </p14:cNvPr>
                <p14:cNvContentPartPr/>
                <p14:nvPr/>
              </p14:nvContentPartPr>
              <p14:xfrm>
                <a:off x="7338491" y="3167695"/>
                <a:ext cx="125640" cy="9756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BC87B4CA-F79C-33F7-5E88-99219F387146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7329851" y="3158695"/>
                  <a:ext cx="1432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F974739F-7691-7C1E-D3B4-470A286AEFD3}"/>
                    </a:ext>
                  </a:extLst>
                </p14:cNvPr>
                <p14:cNvContentPartPr/>
                <p14:nvPr/>
              </p14:nvContentPartPr>
              <p14:xfrm>
                <a:off x="7615691" y="3174175"/>
                <a:ext cx="124200" cy="5760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F974739F-7691-7C1E-D3B4-470A286AEFD3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607051" y="3165175"/>
                  <a:ext cx="1418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9F16A8BF-E667-6635-90AC-B40DF53DB044}"/>
                    </a:ext>
                  </a:extLst>
                </p14:cNvPr>
                <p14:cNvContentPartPr/>
                <p14:nvPr/>
              </p14:nvContentPartPr>
              <p14:xfrm>
                <a:off x="7641971" y="3180295"/>
                <a:ext cx="79200" cy="5508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9F16A8BF-E667-6635-90AC-B40DF53DB044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633331" y="3171655"/>
                  <a:ext cx="968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54CFB308-A4CF-C346-2A1E-8ECE86467900}"/>
                    </a:ext>
                  </a:extLst>
                </p14:cNvPr>
                <p14:cNvContentPartPr/>
                <p14:nvPr/>
              </p14:nvContentPartPr>
              <p14:xfrm>
                <a:off x="7875611" y="3119455"/>
                <a:ext cx="121320" cy="15048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54CFB308-A4CF-C346-2A1E-8ECE86467900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7866611" y="3110815"/>
                  <a:ext cx="1389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AE77D6C1-F937-EA52-E695-022BEC713968}"/>
                    </a:ext>
                  </a:extLst>
                </p14:cNvPr>
                <p14:cNvContentPartPr/>
                <p14:nvPr/>
              </p14:nvContentPartPr>
              <p14:xfrm>
                <a:off x="8040851" y="3151135"/>
                <a:ext cx="280800" cy="8820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AE77D6C1-F937-EA52-E695-022BEC713968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032211" y="3142495"/>
                  <a:ext cx="298440" cy="10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4F487657-001C-446F-D434-39A7179D8EFE}"/>
              </a:ext>
            </a:extLst>
          </p:cNvPr>
          <p:cNvGrpSpPr/>
          <p:nvPr/>
        </p:nvGrpSpPr>
        <p:grpSpPr>
          <a:xfrm>
            <a:off x="8678771" y="2907055"/>
            <a:ext cx="2254320" cy="927360"/>
            <a:chOff x="8678771" y="2907055"/>
            <a:chExt cx="2254320" cy="92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1366928E-92E2-4184-BC8C-E04CB6C237CC}"/>
                    </a:ext>
                  </a:extLst>
                </p14:cNvPr>
                <p14:cNvContentPartPr/>
                <p14:nvPr/>
              </p14:nvContentPartPr>
              <p14:xfrm>
                <a:off x="8678771" y="3200095"/>
                <a:ext cx="213840" cy="864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1366928E-92E2-4184-BC8C-E04CB6C237CC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669771" y="3191095"/>
                  <a:ext cx="2314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B93398EE-792B-A8B9-CF3E-40216B507829}"/>
                    </a:ext>
                  </a:extLst>
                </p14:cNvPr>
                <p14:cNvContentPartPr/>
                <p14:nvPr/>
              </p14:nvContentPartPr>
              <p14:xfrm>
                <a:off x="8891531" y="3166975"/>
                <a:ext cx="111960" cy="9972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B93398EE-792B-A8B9-CF3E-40216B507829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882891" y="3158335"/>
                  <a:ext cx="1296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81C80CB4-0EEE-D41A-B50A-14F16759A10A}"/>
                    </a:ext>
                  </a:extLst>
                </p14:cNvPr>
                <p14:cNvContentPartPr/>
                <p14:nvPr/>
              </p14:nvContentPartPr>
              <p14:xfrm>
                <a:off x="9309851" y="3092455"/>
                <a:ext cx="236880" cy="21888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81C80CB4-0EEE-D41A-B50A-14F16759A10A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9301211" y="3083455"/>
                  <a:ext cx="25452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5F833B70-019B-6C89-C6F7-183C58D2212B}"/>
                    </a:ext>
                  </a:extLst>
                </p14:cNvPr>
                <p14:cNvContentPartPr/>
                <p14:nvPr/>
              </p14:nvContentPartPr>
              <p14:xfrm>
                <a:off x="9396251" y="3196135"/>
                <a:ext cx="123480" cy="13824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5F833B70-019B-6C89-C6F7-183C58D2212B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9387611" y="3187495"/>
                  <a:ext cx="1411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D9F50587-C5E7-714C-9CC6-6D4FBC299E74}"/>
                    </a:ext>
                  </a:extLst>
                </p14:cNvPr>
                <p14:cNvContentPartPr/>
                <p14:nvPr/>
              </p14:nvContentPartPr>
              <p14:xfrm>
                <a:off x="9659771" y="3171655"/>
                <a:ext cx="163800" cy="180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D9F50587-C5E7-714C-9CC6-6D4FBC299E74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650771" y="3162655"/>
                  <a:ext cx="1814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0D708E0E-8FEA-24C4-2DE1-17CC917F7B80}"/>
                    </a:ext>
                  </a:extLst>
                </p14:cNvPr>
                <p14:cNvContentPartPr/>
                <p14:nvPr/>
              </p14:nvContentPartPr>
              <p14:xfrm>
                <a:off x="9682451" y="3234295"/>
                <a:ext cx="125280" cy="147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0D708E0E-8FEA-24C4-2DE1-17CC917F7B80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9673811" y="3225295"/>
                  <a:ext cx="1429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17968C4F-8C25-6533-9315-99EDFAAF486D}"/>
                    </a:ext>
                  </a:extLst>
                </p14:cNvPr>
                <p14:cNvContentPartPr/>
                <p14:nvPr/>
              </p14:nvContentPartPr>
              <p14:xfrm>
                <a:off x="9160091" y="3370015"/>
                <a:ext cx="149760" cy="8568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17968C4F-8C25-6533-9315-99EDFAAF486D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151451" y="3361015"/>
                  <a:ext cx="1674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F42898FB-95C2-7B52-3C95-438F88C46DAB}"/>
                    </a:ext>
                  </a:extLst>
                </p14:cNvPr>
                <p14:cNvContentPartPr/>
                <p14:nvPr/>
              </p14:nvContentPartPr>
              <p14:xfrm>
                <a:off x="9527291" y="3332215"/>
                <a:ext cx="110160" cy="12744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F42898FB-95C2-7B52-3C95-438F88C46DAB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9518651" y="3323575"/>
                  <a:ext cx="1278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B19E14C1-51FB-54B2-A01C-FBFDF50843DC}"/>
                    </a:ext>
                  </a:extLst>
                </p14:cNvPr>
                <p14:cNvContentPartPr/>
                <p14:nvPr/>
              </p14:nvContentPartPr>
              <p14:xfrm>
                <a:off x="10027331" y="3133135"/>
                <a:ext cx="205200" cy="17532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B19E14C1-51FB-54B2-A01C-FBFDF50843DC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0018691" y="3124135"/>
                  <a:ext cx="2228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E1CA959A-4E83-A42A-B28D-3248305AF0A1}"/>
                    </a:ext>
                  </a:extLst>
                </p14:cNvPr>
                <p14:cNvContentPartPr/>
                <p14:nvPr/>
              </p14:nvContentPartPr>
              <p14:xfrm>
                <a:off x="10388771" y="3126655"/>
                <a:ext cx="275400" cy="17316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E1CA959A-4E83-A42A-B28D-3248305AF0A1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0379771" y="3118015"/>
                  <a:ext cx="2930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02CB036E-96A4-F5D7-C347-FCD29916AFA9}"/>
                    </a:ext>
                  </a:extLst>
                </p14:cNvPr>
                <p14:cNvContentPartPr/>
                <p14:nvPr/>
              </p14:nvContentPartPr>
              <p14:xfrm>
                <a:off x="10629611" y="3080215"/>
                <a:ext cx="217800" cy="18864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02CB036E-96A4-F5D7-C347-FCD29916AFA9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0620971" y="3071215"/>
                  <a:ext cx="23544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DB977BAF-7E67-F94C-147A-81E8D1E049E7}"/>
                    </a:ext>
                  </a:extLst>
                </p14:cNvPr>
                <p14:cNvContentPartPr/>
                <p14:nvPr/>
              </p14:nvContentPartPr>
              <p14:xfrm>
                <a:off x="9012491" y="3031615"/>
                <a:ext cx="88200" cy="66708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DB977BAF-7E67-F94C-147A-81E8D1E049E7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9003851" y="3022615"/>
                  <a:ext cx="105840" cy="68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40AE04F6-FCCA-8CEB-BB62-D9DBBF8CA6A7}"/>
                    </a:ext>
                  </a:extLst>
                </p14:cNvPr>
                <p14:cNvContentPartPr/>
                <p14:nvPr/>
              </p14:nvContentPartPr>
              <p14:xfrm>
                <a:off x="9009971" y="2907055"/>
                <a:ext cx="1923120" cy="92736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40AE04F6-FCCA-8CEB-BB62-D9DBBF8CA6A7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9001331" y="2898055"/>
                  <a:ext cx="1940760" cy="9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6696022D-B7DD-79C9-D3B8-AAC900012309}"/>
              </a:ext>
            </a:extLst>
          </p:cNvPr>
          <p:cNvGrpSpPr/>
          <p:nvPr/>
        </p:nvGrpSpPr>
        <p:grpSpPr>
          <a:xfrm>
            <a:off x="4076891" y="3888775"/>
            <a:ext cx="1910880" cy="376920"/>
            <a:chOff x="4076891" y="3888775"/>
            <a:chExt cx="1910880" cy="37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0EBDC924-C192-C54B-223D-C4E26D3EFC71}"/>
                    </a:ext>
                  </a:extLst>
                </p14:cNvPr>
                <p14:cNvContentPartPr/>
                <p14:nvPr/>
              </p14:nvContentPartPr>
              <p14:xfrm>
                <a:off x="4322771" y="3942055"/>
                <a:ext cx="18360" cy="28404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0EBDC924-C192-C54B-223D-C4E26D3EFC71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4314131" y="3933415"/>
                  <a:ext cx="3600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4AC2C0BA-DF7B-9FD0-1BB0-959DF90EBBE6}"/>
                    </a:ext>
                  </a:extLst>
                </p14:cNvPr>
                <p14:cNvContentPartPr/>
                <p14:nvPr/>
              </p14:nvContentPartPr>
              <p14:xfrm>
                <a:off x="4076891" y="3888775"/>
                <a:ext cx="413280" cy="10008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4AC2C0BA-DF7B-9FD0-1BB0-959DF90EBBE6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4067891" y="3879775"/>
                  <a:ext cx="4309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A1FC5FA0-0D30-5A6F-9F79-DC1ACE56D1D5}"/>
                    </a:ext>
                  </a:extLst>
                </p14:cNvPr>
                <p14:cNvContentPartPr/>
                <p14:nvPr/>
              </p14:nvContentPartPr>
              <p14:xfrm>
                <a:off x="4437251" y="4071655"/>
                <a:ext cx="435960" cy="19404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A1FC5FA0-0D30-5A6F-9F79-DC1ACE56D1D5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4428251" y="4063015"/>
                  <a:ext cx="4536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7D40D7D8-E89D-5B18-9A9A-2408590461F9}"/>
                    </a:ext>
                  </a:extLst>
                </p14:cNvPr>
                <p14:cNvContentPartPr/>
                <p14:nvPr/>
              </p14:nvContentPartPr>
              <p14:xfrm>
                <a:off x="4779971" y="4142215"/>
                <a:ext cx="123120" cy="1296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7D40D7D8-E89D-5B18-9A9A-2408590461F9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4771331" y="4133575"/>
                  <a:ext cx="1407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2A1CEAD8-EE7F-D131-1B6C-713CEB187531}"/>
                    </a:ext>
                  </a:extLst>
                </p14:cNvPr>
                <p14:cNvContentPartPr/>
                <p14:nvPr/>
              </p14:nvContentPartPr>
              <p14:xfrm>
                <a:off x="5081291" y="3953215"/>
                <a:ext cx="132840" cy="21600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2A1CEAD8-EE7F-D131-1B6C-713CEB187531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5072291" y="3944215"/>
                  <a:ext cx="1504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D8060707-AC90-2278-7D95-AC82B0961639}"/>
                    </a:ext>
                  </a:extLst>
                </p14:cNvPr>
                <p14:cNvContentPartPr/>
                <p14:nvPr/>
              </p14:nvContentPartPr>
              <p14:xfrm>
                <a:off x="5240771" y="3989215"/>
                <a:ext cx="168480" cy="15624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D8060707-AC90-2278-7D95-AC82B0961639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5232131" y="3980575"/>
                  <a:ext cx="1861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074EE5FD-4887-32B9-9C1A-815AE94667D8}"/>
                    </a:ext>
                  </a:extLst>
                </p14:cNvPr>
                <p14:cNvContentPartPr/>
                <p14:nvPr/>
              </p14:nvContentPartPr>
              <p14:xfrm>
                <a:off x="5428691" y="3991735"/>
                <a:ext cx="139680" cy="12060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074EE5FD-4887-32B9-9C1A-815AE94667D8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5419691" y="3982735"/>
                  <a:ext cx="1573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C325E7BA-78E4-6B16-6A16-2D96F3EBA39C}"/>
                    </a:ext>
                  </a:extLst>
                </p14:cNvPr>
                <p14:cNvContentPartPr/>
                <p14:nvPr/>
              </p14:nvContentPartPr>
              <p14:xfrm>
                <a:off x="5703011" y="3949255"/>
                <a:ext cx="73800" cy="18288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C325E7BA-78E4-6B16-6A16-2D96F3EBA39C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5694371" y="3940255"/>
                  <a:ext cx="914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5115A5FA-07B8-D920-35D6-E1564CE2C6A3}"/>
                    </a:ext>
                  </a:extLst>
                </p14:cNvPr>
                <p14:cNvContentPartPr/>
                <p14:nvPr/>
              </p14:nvContentPartPr>
              <p14:xfrm>
                <a:off x="5758091" y="3992815"/>
                <a:ext cx="229680" cy="14436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5115A5FA-07B8-D920-35D6-E1564CE2C6A3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5749091" y="3984175"/>
                  <a:ext cx="247320" cy="16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0DBC8A04-7169-5332-9BAA-84A8C39409CB}"/>
              </a:ext>
            </a:extLst>
          </p:cNvPr>
          <p:cNvGrpSpPr/>
          <p:nvPr/>
        </p:nvGrpSpPr>
        <p:grpSpPr>
          <a:xfrm>
            <a:off x="6276491" y="3768175"/>
            <a:ext cx="2080440" cy="429480"/>
            <a:chOff x="6276491" y="3768175"/>
            <a:chExt cx="2080440" cy="42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091875D7-D2AF-DE91-985F-CACA71B1725F}"/>
                    </a:ext>
                  </a:extLst>
                </p14:cNvPr>
                <p14:cNvContentPartPr/>
                <p14:nvPr/>
              </p14:nvContentPartPr>
              <p14:xfrm>
                <a:off x="6276491" y="3867535"/>
                <a:ext cx="105840" cy="26460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091875D7-D2AF-DE91-985F-CACA71B1725F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6267491" y="3858535"/>
                  <a:ext cx="12348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48FDA5F5-6BC6-1427-7893-AF7297F8821E}"/>
                    </a:ext>
                  </a:extLst>
                </p14:cNvPr>
                <p14:cNvContentPartPr/>
                <p14:nvPr/>
              </p14:nvContentPartPr>
              <p14:xfrm>
                <a:off x="6461891" y="3932695"/>
                <a:ext cx="36000" cy="17784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48FDA5F5-6BC6-1427-7893-AF7297F8821E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6452891" y="3924055"/>
                  <a:ext cx="5364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AB7A5BE1-F1B5-51DB-2C77-E86794BCE910}"/>
                    </a:ext>
                  </a:extLst>
                </p14:cNvPr>
                <p14:cNvContentPartPr/>
                <p14:nvPr/>
              </p14:nvContentPartPr>
              <p14:xfrm>
                <a:off x="6401771" y="4007575"/>
                <a:ext cx="341640" cy="10836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AB7A5BE1-F1B5-51DB-2C77-E86794BCE910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6392771" y="3998575"/>
                  <a:ext cx="3592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3B48255E-0E6A-9E08-AAB5-0B849CD468C8}"/>
                    </a:ext>
                  </a:extLst>
                </p14:cNvPr>
                <p14:cNvContentPartPr/>
                <p14:nvPr/>
              </p14:nvContentPartPr>
              <p14:xfrm>
                <a:off x="6747011" y="3944575"/>
                <a:ext cx="133200" cy="19080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3B48255E-0E6A-9E08-AAB5-0B849CD468C8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6738371" y="3935575"/>
                  <a:ext cx="1508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5C5CD67D-8609-04AA-EEB4-011222E2D11C}"/>
                    </a:ext>
                  </a:extLst>
                </p14:cNvPr>
                <p14:cNvContentPartPr/>
                <p14:nvPr/>
              </p14:nvContentPartPr>
              <p14:xfrm>
                <a:off x="6912251" y="3970135"/>
                <a:ext cx="261360" cy="14076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5C5CD67D-8609-04AA-EEB4-011222E2D11C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6903611" y="3961135"/>
                  <a:ext cx="2790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47A70B31-2147-657E-DA8C-65E669644A2B}"/>
                    </a:ext>
                  </a:extLst>
                </p14:cNvPr>
                <p14:cNvContentPartPr/>
                <p14:nvPr/>
              </p14:nvContentPartPr>
              <p14:xfrm>
                <a:off x="7260371" y="3920455"/>
                <a:ext cx="460440" cy="20304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47A70B31-2147-657E-DA8C-65E669644A2B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7251371" y="3911815"/>
                  <a:ext cx="4780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2052F129-DE64-7E1D-3DA9-DEE7D964A320}"/>
                    </a:ext>
                  </a:extLst>
                </p14:cNvPr>
                <p14:cNvContentPartPr/>
                <p14:nvPr/>
              </p14:nvContentPartPr>
              <p14:xfrm>
                <a:off x="7744211" y="4011535"/>
                <a:ext cx="93960" cy="8100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2052F129-DE64-7E1D-3DA9-DEE7D964A320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7735571" y="4002895"/>
                  <a:ext cx="1116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57C0D913-FC02-46F0-5411-C15BA7EB904A}"/>
                    </a:ext>
                  </a:extLst>
                </p14:cNvPr>
                <p14:cNvContentPartPr/>
                <p14:nvPr/>
              </p14:nvContentPartPr>
              <p14:xfrm>
                <a:off x="7880651" y="3958975"/>
                <a:ext cx="226440" cy="12276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57C0D913-FC02-46F0-5411-C15BA7EB904A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7871651" y="3950335"/>
                  <a:ext cx="2440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CAFF290B-96DA-6C1E-98F5-44E3A23EE4A7}"/>
                    </a:ext>
                  </a:extLst>
                </p14:cNvPr>
                <p14:cNvContentPartPr/>
                <p14:nvPr/>
              </p14:nvContentPartPr>
              <p14:xfrm>
                <a:off x="8020331" y="3768175"/>
                <a:ext cx="336600" cy="42948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CAFF290B-96DA-6C1E-98F5-44E3A23EE4A7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8011331" y="3759535"/>
                  <a:ext cx="354240" cy="44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579A0E71-4870-ABAE-E8CF-160E4857FF08}"/>
              </a:ext>
            </a:extLst>
          </p:cNvPr>
          <p:cNvGrpSpPr/>
          <p:nvPr/>
        </p:nvGrpSpPr>
        <p:grpSpPr>
          <a:xfrm>
            <a:off x="4235291" y="4578895"/>
            <a:ext cx="871560" cy="299880"/>
            <a:chOff x="4235291" y="4578895"/>
            <a:chExt cx="871560" cy="29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08FA654C-85B9-4F22-9831-49A7A9180296}"/>
                    </a:ext>
                  </a:extLst>
                </p14:cNvPr>
                <p14:cNvContentPartPr/>
                <p14:nvPr/>
              </p14:nvContentPartPr>
              <p14:xfrm>
                <a:off x="4354811" y="4616335"/>
                <a:ext cx="33480" cy="21024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08FA654C-85B9-4F22-9831-49A7A9180296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4346171" y="4607335"/>
                  <a:ext cx="511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B07AAE74-AA21-4627-9DFE-A54DA3C4EB86}"/>
                    </a:ext>
                  </a:extLst>
                </p14:cNvPr>
                <p14:cNvContentPartPr/>
                <p14:nvPr/>
              </p14:nvContentPartPr>
              <p14:xfrm>
                <a:off x="4235291" y="4627495"/>
                <a:ext cx="244440" cy="3708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B07AAE74-AA21-4627-9DFE-A54DA3C4EB86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4226291" y="4618495"/>
                  <a:ext cx="2620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AD316305-0164-639E-993A-1A77407C255E}"/>
                    </a:ext>
                  </a:extLst>
                </p14:cNvPr>
                <p14:cNvContentPartPr/>
                <p14:nvPr/>
              </p14:nvContentPartPr>
              <p14:xfrm>
                <a:off x="4498451" y="4667095"/>
                <a:ext cx="318600" cy="21168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AD316305-0164-639E-993A-1A77407C255E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4489451" y="4658095"/>
                  <a:ext cx="3362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4B59ABAC-2296-D0AC-1920-9DB17B8A316B}"/>
                    </a:ext>
                  </a:extLst>
                </p14:cNvPr>
                <p14:cNvContentPartPr/>
                <p14:nvPr/>
              </p14:nvContentPartPr>
              <p14:xfrm>
                <a:off x="4744691" y="4727575"/>
                <a:ext cx="99000" cy="2484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4B59ABAC-2296-D0AC-1920-9DB17B8A316B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4735691" y="4718935"/>
                  <a:ext cx="1166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3A441E7E-5901-2D96-94EE-897A25C1989B}"/>
                    </a:ext>
                  </a:extLst>
                </p14:cNvPr>
                <p14:cNvContentPartPr/>
                <p14:nvPr/>
              </p14:nvContentPartPr>
              <p14:xfrm>
                <a:off x="4981571" y="4578895"/>
                <a:ext cx="125280" cy="21744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3A441E7E-5901-2D96-94EE-897A25C1989B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4972931" y="4569895"/>
                  <a:ext cx="142920" cy="23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D78DA361-C2F0-21D2-4053-EC1AE9E846AA}"/>
              </a:ext>
            </a:extLst>
          </p:cNvPr>
          <p:cNvGrpSpPr/>
          <p:nvPr/>
        </p:nvGrpSpPr>
        <p:grpSpPr>
          <a:xfrm>
            <a:off x="4243931" y="5144095"/>
            <a:ext cx="1043280" cy="262800"/>
            <a:chOff x="4243931" y="5144095"/>
            <a:chExt cx="1043280" cy="26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4DAE5E5F-8781-6DA9-F3B9-FEE0F09BC305}"/>
                    </a:ext>
                  </a:extLst>
                </p14:cNvPr>
                <p14:cNvContentPartPr/>
                <p14:nvPr/>
              </p14:nvContentPartPr>
              <p14:xfrm>
                <a:off x="4259771" y="5184775"/>
                <a:ext cx="131040" cy="21060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4DAE5E5F-8781-6DA9-F3B9-FEE0F09BC305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4250771" y="5175775"/>
                  <a:ext cx="1486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E6773BDD-27CD-42B2-B71A-53EC9369F9DF}"/>
                    </a:ext>
                  </a:extLst>
                </p14:cNvPr>
                <p14:cNvContentPartPr/>
                <p14:nvPr/>
              </p14:nvContentPartPr>
              <p14:xfrm>
                <a:off x="4243931" y="5280895"/>
                <a:ext cx="176760" cy="4104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E6773BDD-27CD-42B2-B71A-53EC9369F9DF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4234931" y="5272255"/>
                  <a:ext cx="1944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1E466E61-8AAB-EA98-3EFD-78687237517B}"/>
                    </a:ext>
                  </a:extLst>
                </p14:cNvPr>
                <p14:cNvContentPartPr/>
                <p14:nvPr/>
              </p14:nvContentPartPr>
              <p14:xfrm>
                <a:off x="4458131" y="5252455"/>
                <a:ext cx="361080" cy="14832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1E466E61-8AAB-EA98-3EFD-78687237517B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4449131" y="5243455"/>
                  <a:ext cx="3787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AEE6A5E1-5277-8E98-E529-0C207E1EA2D0}"/>
                    </a:ext>
                  </a:extLst>
                </p14:cNvPr>
                <p14:cNvContentPartPr/>
                <p14:nvPr/>
              </p14:nvContentPartPr>
              <p14:xfrm>
                <a:off x="4738211" y="5303215"/>
                <a:ext cx="99000" cy="1548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AEE6A5E1-5277-8E98-E529-0C207E1EA2D0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4729571" y="5294215"/>
                  <a:ext cx="1166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F7BBA9AB-55C5-1D6C-DD30-8834F6085D64}"/>
                    </a:ext>
                  </a:extLst>
                </p14:cNvPr>
                <p14:cNvContentPartPr/>
                <p14:nvPr/>
              </p14:nvContentPartPr>
              <p14:xfrm>
                <a:off x="4913531" y="5144095"/>
                <a:ext cx="186840" cy="19800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F7BBA9AB-55C5-1D6C-DD30-8834F6085D64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4904531" y="5135455"/>
                  <a:ext cx="20448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0ECDF3F2-4C0D-2AE8-4148-ED40821EC7DC}"/>
                    </a:ext>
                  </a:extLst>
                </p14:cNvPr>
                <p14:cNvContentPartPr/>
                <p14:nvPr/>
              </p14:nvContentPartPr>
              <p14:xfrm>
                <a:off x="5139971" y="5287735"/>
                <a:ext cx="147240" cy="11916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0ECDF3F2-4C0D-2AE8-4148-ED40821EC7DC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5130971" y="5279095"/>
                  <a:ext cx="164880" cy="13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D25D9841-29E0-FDF2-98A5-28FD610E7BF4}"/>
              </a:ext>
            </a:extLst>
          </p:cNvPr>
          <p:cNvGrpSpPr/>
          <p:nvPr/>
        </p:nvGrpSpPr>
        <p:grpSpPr>
          <a:xfrm>
            <a:off x="5506091" y="5211415"/>
            <a:ext cx="383400" cy="73800"/>
            <a:chOff x="5506091" y="5211415"/>
            <a:chExt cx="383400" cy="7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70B05996-19FB-6F15-8F6D-171C74EC8935}"/>
                    </a:ext>
                  </a:extLst>
                </p14:cNvPr>
                <p14:cNvContentPartPr/>
                <p14:nvPr/>
              </p14:nvContentPartPr>
              <p14:xfrm>
                <a:off x="5506091" y="5241295"/>
                <a:ext cx="343080" cy="936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70B05996-19FB-6F15-8F6D-171C74EC8935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5497451" y="5232655"/>
                  <a:ext cx="3607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63D8D69D-53DD-8DFB-EECC-D379E35409EF}"/>
                    </a:ext>
                  </a:extLst>
                </p14:cNvPr>
                <p14:cNvContentPartPr/>
                <p14:nvPr/>
              </p14:nvContentPartPr>
              <p14:xfrm>
                <a:off x="5787251" y="5211415"/>
                <a:ext cx="102240" cy="7380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63D8D69D-53DD-8DFB-EECC-D379E35409EF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5778251" y="5202775"/>
                  <a:ext cx="119880" cy="9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845DCD12-091A-97AB-2772-20B3DBB3A7D5}"/>
              </a:ext>
            </a:extLst>
          </p:cNvPr>
          <p:cNvGrpSpPr/>
          <p:nvPr/>
        </p:nvGrpSpPr>
        <p:grpSpPr>
          <a:xfrm>
            <a:off x="6105851" y="5051575"/>
            <a:ext cx="1294560" cy="280440"/>
            <a:chOff x="6105851" y="5051575"/>
            <a:chExt cx="1294560" cy="28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761F27FF-8A34-B873-570D-8664A90C80E4}"/>
                    </a:ext>
                  </a:extLst>
                </p14:cNvPr>
                <p14:cNvContentPartPr/>
                <p14:nvPr/>
              </p14:nvContentPartPr>
              <p14:xfrm>
                <a:off x="6105851" y="5263975"/>
                <a:ext cx="174960" cy="6804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761F27FF-8A34-B873-570D-8664A90C80E4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6096851" y="5255335"/>
                  <a:ext cx="19260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92676E14-9078-9075-939D-F007422F5ACF}"/>
                    </a:ext>
                  </a:extLst>
                </p14:cNvPr>
                <p14:cNvContentPartPr/>
                <p14:nvPr/>
              </p14:nvContentPartPr>
              <p14:xfrm>
                <a:off x="6353171" y="5143375"/>
                <a:ext cx="261360" cy="16092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92676E14-9078-9075-939D-F007422F5ACF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6344531" y="5134375"/>
                  <a:ext cx="2790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860D9154-E108-BE87-703B-2ED34BE025EF}"/>
                    </a:ext>
                  </a:extLst>
                </p14:cNvPr>
                <p14:cNvContentPartPr/>
                <p14:nvPr/>
              </p14:nvContentPartPr>
              <p14:xfrm>
                <a:off x="6294851" y="5051575"/>
                <a:ext cx="395280" cy="4248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860D9154-E108-BE87-703B-2ED34BE025EF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6285851" y="5042575"/>
                  <a:ext cx="4129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B2830D5F-29AA-773E-F9F0-DD299370BC53}"/>
                    </a:ext>
                  </a:extLst>
                </p14:cNvPr>
                <p14:cNvContentPartPr/>
                <p14:nvPr/>
              </p14:nvContentPartPr>
              <p14:xfrm>
                <a:off x="6754211" y="5186935"/>
                <a:ext cx="109440" cy="12492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B2830D5F-29AA-773E-F9F0-DD299370BC53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6745571" y="5178295"/>
                  <a:ext cx="1270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DB03DAAD-29CD-F84E-4184-405EF1ADBA0A}"/>
                    </a:ext>
                  </a:extLst>
                </p14:cNvPr>
                <p14:cNvContentPartPr/>
                <p14:nvPr/>
              </p14:nvContentPartPr>
              <p14:xfrm>
                <a:off x="6933851" y="5142655"/>
                <a:ext cx="127080" cy="6300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DB03DAAD-29CD-F84E-4184-405EF1ADBA0A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6925211" y="5134015"/>
                  <a:ext cx="1447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8AD4BE63-C359-C729-B65C-CB76B4344EC2}"/>
                    </a:ext>
                  </a:extLst>
                </p14:cNvPr>
                <p14:cNvContentPartPr/>
                <p14:nvPr/>
              </p14:nvContentPartPr>
              <p14:xfrm>
                <a:off x="7165691" y="5083255"/>
                <a:ext cx="234720" cy="18540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8AD4BE63-C359-C729-B65C-CB76B4344EC2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7156691" y="5074255"/>
                  <a:ext cx="252360" cy="20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C8D30325-2893-9B45-93BA-2A8272F51B80}"/>
              </a:ext>
            </a:extLst>
          </p:cNvPr>
          <p:cNvGrpSpPr/>
          <p:nvPr/>
        </p:nvGrpSpPr>
        <p:grpSpPr>
          <a:xfrm>
            <a:off x="4002731" y="5646295"/>
            <a:ext cx="2604960" cy="556560"/>
            <a:chOff x="4002731" y="5646295"/>
            <a:chExt cx="2604960" cy="55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027781EF-DC8D-F338-75A0-904E4BBDB46F}"/>
                    </a:ext>
                  </a:extLst>
                </p14:cNvPr>
                <p14:cNvContentPartPr/>
                <p14:nvPr/>
              </p14:nvContentPartPr>
              <p14:xfrm>
                <a:off x="4002731" y="5806135"/>
                <a:ext cx="185400" cy="16848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027781EF-DC8D-F338-75A0-904E4BBDB46F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3994091" y="5797495"/>
                  <a:ext cx="2030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EDE915EE-F51B-2C35-0DC3-4B160C3BE0ED}"/>
                    </a:ext>
                  </a:extLst>
                </p14:cNvPr>
                <p14:cNvContentPartPr/>
                <p14:nvPr/>
              </p14:nvContentPartPr>
              <p14:xfrm>
                <a:off x="4373891" y="5803255"/>
                <a:ext cx="196560" cy="15840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EDE915EE-F51B-2C35-0DC3-4B160C3BE0ED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4364891" y="5794615"/>
                  <a:ext cx="2142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BD9420A5-8AA2-0A19-04BB-1EAD74C3C750}"/>
                    </a:ext>
                  </a:extLst>
                </p14:cNvPr>
                <p14:cNvContentPartPr/>
                <p14:nvPr/>
              </p14:nvContentPartPr>
              <p14:xfrm>
                <a:off x="4298291" y="5710735"/>
                <a:ext cx="352440" cy="3888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BD9420A5-8AA2-0A19-04BB-1EAD74C3C750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4289291" y="5701735"/>
                  <a:ext cx="3700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C9E50198-BA55-E243-DB8E-6935AF3636AA}"/>
                    </a:ext>
                  </a:extLst>
                </p14:cNvPr>
                <p14:cNvContentPartPr/>
                <p14:nvPr/>
              </p14:nvContentPartPr>
              <p14:xfrm>
                <a:off x="4715531" y="5827375"/>
                <a:ext cx="114120" cy="7092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C9E50198-BA55-E243-DB8E-6935AF3636AA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4706531" y="5818375"/>
                  <a:ext cx="1317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51146C8C-97A9-D63A-296D-CE11223D7D38}"/>
                    </a:ext>
                  </a:extLst>
                </p14:cNvPr>
                <p14:cNvContentPartPr/>
                <p14:nvPr/>
              </p14:nvContentPartPr>
              <p14:xfrm>
                <a:off x="4950611" y="5888575"/>
                <a:ext cx="139320" cy="8136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51146C8C-97A9-D63A-296D-CE11223D7D38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4941611" y="5879575"/>
                  <a:ext cx="15696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A1B7066B-54C3-CC45-BFB4-9660953FF80E}"/>
                    </a:ext>
                  </a:extLst>
                </p14:cNvPr>
                <p14:cNvContentPartPr/>
                <p14:nvPr/>
              </p14:nvContentPartPr>
              <p14:xfrm>
                <a:off x="5178851" y="5757895"/>
                <a:ext cx="230760" cy="19980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A1B7066B-54C3-CC45-BFB4-9660953FF80E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5170211" y="5748895"/>
                  <a:ext cx="24840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2583F6DF-3DDD-1481-6D64-5A89D44C32A6}"/>
                    </a:ext>
                  </a:extLst>
                </p14:cNvPr>
                <p14:cNvContentPartPr/>
                <p14:nvPr/>
              </p14:nvContentPartPr>
              <p14:xfrm>
                <a:off x="5291531" y="5897575"/>
                <a:ext cx="118440" cy="2700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2583F6DF-3DDD-1481-6D64-5A89D44C32A6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5282891" y="5888935"/>
                  <a:ext cx="1360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C38FEF92-C579-20CA-12D7-7C09CA08C352}"/>
                    </a:ext>
                  </a:extLst>
                </p14:cNvPr>
                <p14:cNvContentPartPr/>
                <p14:nvPr/>
              </p14:nvContentPartPr>
              <p14:xfrm>
                <a:off x="5503931" y="5889295"/>
                <a:ext cx="91440" cy="13464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C38FEF92-C579-20CA-12D7-7C09CA08C352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5494931" y="5880655"/>
                  <a:ext cx="1090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DCDE46EA-039D-9F0F-63E4-74B40EE31569}"/>
                    </a:ext>
                  </a:extLst>
                </p14:cNvPr>
                <p14:cNvContentPartPr/>
                <p14:nvPr/>
              </p14:nvContentPartPr>
              <p14:xfrm>
                <a:off x="5773211" y="5848975"/>
                <a:ext cx="142920" cy="1548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DCDE46EA-039D-9F0F-63E4-74B40EE31569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5764211" y="5839975"/>
                  <a:ext cx="1605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E090FFA2-7473-4A89-08EA-007D94FD8E18}"/>
                    </a:ext>
                  </a:extLst>
                </p14:cNvPr>
                <p14:cNvContentPartPr/>
                <p14:nvPr/>
              </p14:nvContentPartPr>
              <p14:xfrm>
                <a:off x="6026291" y="5902975"/>
                <a:ext cx="101160" cy="6804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E090FFA2-7473-4A89-08EA-007D94FD8E18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6017651" y="5894335"/>
                  <a:ext cx="11880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C466E06F-B1DA-6299-1BB3-0454D63DFFAE}"/>
                    </a:ext>
                  </a:extLst>
                </p14:cNvPr>
                <p14:cNvContentPartPr/>
                <p14:nvPr/>
              </p14:nvContentPartPr>
              <p14:xfrm>
                <a:off x="6181091" y="5746015"/>
                <a:ext cx="250920" cy="18648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C466E06F-B1DA-6299-1BB3-0454D63DFFAE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6172091" y="5737375"/>
                  <a:ext cx="2685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089AC0AB-13F9-7DB7-41A1-557F163586D9}"/>
                    </a:ext>
                  </a:extLst>
                </p14:cNvPr>
                <p14:cNvContentPartPr/>
                <p14:nvPr/>
              </p14:nvContentPartPr>
              <p14:xfrm>
                <a:off x="6124211" y="5706055"/>
                <a:ext cx="367920" cy="3996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089AC0AB-13F9-7DB7-41A1-557F163586D9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6115211" y="5697415"/>
                  <a:ext cx="3855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0C0DC070-B4D4-B890-B2E6-061B323A5710}"/>
                    </a:ext>
                  </a:extLst>
                </p14:cNvPr>
                <p14:cNvContentPartPr/>
                <p14:nvPr/>
              </p14:nvContentPartPr>
              <p14:xfrm>
                <a:off x="6487451" y="5853655"/>
                <a:ext cx="120240" cy="15336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0C0DC070-B4D4-B890-B2E6-061B323A5710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6478811" y="5844655"/>
                  <a:ext cx="1378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9585E330-F077-BCC6-A9F6-121B53048BB4}"/>
                    </a:ext>
                  </a:extLst>
                </p14:cNvPr>
                <p14:cNvContentPartPr/>
                <p14:nvPr/>
              </p14:nvContentPartPr>
              <p14:xfrm>
                <a:off x="6123491" y="5646295"/>
                <a:ext cx="304560" cy="51552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9585E330-F077-BCC6-A9F6-121B53048BB4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6114851" y="5637655"/>
                  <a:ext cx="322200" cy="53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04926070-843C-59B3-7CBF-BA1D45D9CE9A}"/>
                    </a:ext>
                  </a:extLst>
                </p14:cNvPr>
                <p14:cNvContentPartPr/>
                <p14:nvPr/>
              </p14:nvContentPartPr>
              <p14:xfrm>
                <a:off x="6290171" y="6134815"/>
                <a:ext cx="72360" cy="5508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04926070-843C-59B3-7CBF-BA1D45D9CE9A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6281531" y="6125815"/>
                  <a:ext cx="900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34887546-F3F3-C6A4-FD5F-CBD9CF2402BC}"/>
                    </a:ext>
                  </a:extLst>
                </p14:cNvPr>
                <p14:cNvContentPartPr/>
                <p14:nvPr/>
              </p14:nvContentPartPr>
              <p14:xfrm>
                <a:off x="6448571" y="6127975"/>
                <a:ext cx="73080" cy="7488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34887546-F3F3-C6A4-FD5F-CBD9CF2402BC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6439571" y="6118975"/>
                  <a:ext cx="90720" cy="9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06188C7B-8CE3-3F04-E6A5-5B17361F770C}"/>
              </a:ext>
            </a:extLst>
          </p:cNvPr>
          <p:cNvGrpSpPr/>
          <p:nvPr/>
        </p:nvGrpSpPr>
        <p:grpSpPr>
          <a:xfrm>
            <a:off x="6945731" y="5810815"/>
            <a:ext cx="307080" cy="80280"/>
            <a:chOff x="6945731" y="5810815"/>
            <a:chExt cx="307080" cy="8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05A0CD94-6B28-1B1C-54E9-7EA08019EA8E}"/>
                    </a:ext>
                  </a:extLst>
                </p14:cNvPr>
                <p14:cNvContentPartPr/>
                <p14:nvPr/>
              </p14:nvContentPartPr>
              <p14:xfrm>
                <a:off x="6945731" y="5825575"/>
                <a:ext cx="227160" cy="1836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05A0CD94-6B28-1B1C-54E9-7EA08019EA8E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6936731" y="5816575"/>
                  <a:ext cx="2448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118D1DD7-A511-1275-EED3-9172D66C91EC}"/>
                    </a:ext>
                  </a:extLst>
                </p14:cNvPr>
                <p14:cNvContentPartPr/>
                <p14:nvPr/>
              </p14:nvContentPartPr>
              <p14:xfrm>
                <a:off x="7177931" y="5810815"/>
                <a:ext cx="74880" cy="8028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118D1DD7-A511-1275-EED3-9172D66C91EC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7169291" y="5802175"/>
                  <a:ext cx="92520" cy="9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D439800A-4E6E-14B9-118E-4C561631C8EE}"/>
              </a:ext>
            </a:extLst>
          </p:cNvPr>
          <p:cNvGrpSpPr/>
          <p:nvPr/>
        </p:nvGrpSpPr>
        <p:grpSpPr>
          <a:xfrm>
            <a:off x="7559171" y="5507695"/>
            <a:ext cx="4161960" cy="378000"/>
            <a:chOff x="7559171" y="5507695"/>
            <a:chExt cx="4161960" cy="37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EB7B07D1-3102-4CFF-5C8E-035E68B3AB77}"/>
                    </a:ext>
                  </a:extLst>
                </p14:cNvPr>
                <p14:cNvContentPartPr/>
                <p14:nvPr/>
              </p14:nvContentPartPr>
              <p14:xfrm>
                <a:off x="7559171" y="5754655"/>
                <a:ext cx="149040" cy="12096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EB7B07D1-3102-4CFF-5C8E-035E68B3AB77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7550171" y="5746015"/>
                  <a:ext cx="1666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88A56105-7DF4-A25C-2C48-41E63794F406}"/>
                    </a:ext>
                  </a:extLst>
                </p14:cNvPr>
                <p14:cNvContentPartPr/>
                <p14:nvPr/>
              </p14:nvContentPartPr>
              <p14:xfrm>
                <a:off x="7831691" y="5651695"/>
                <a:ext cx="247320" cy="21384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88A56105-7DF4-A25C-2C48-41E63794F406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7823051" y="5642695"/>
                  <a:ext cx="2649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DF5AFE7E-C41F-9FFA-2422-13DD5FD8C212}"/>
                    </a:ext>
                  </a:extLst>
                </p14:cNvPr>
                <p14:cNvContentPartPr/>
                <p14:nvPr/>
              </p14:nvContentPartPr>
              <p14:xfrm>
                <a:off x="7780211" y="5620735"/>
                <a:ext cx="375480" cy="1620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DF5AFE7E-C41F-9FFA-2422-13DD5FD8C212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7771571" y="5611735"/>
                  <a:ext cx="3931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51B9EA31-D77E-DE71-EE88-85ABA67E5FA7}"/>
                    </a:ext>
                  </a:extLst>
                </p14:cNvPr>
                <p14:cNvContentPartPr/>
                <p14:nvPr/>
              </p14:nvContentPartPr>
              <p14:xfrm>
                <a:off x="8232731" y="5707135"/>
                <a:ext cx="123120" cy="6300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51B9EA31-D77E-DE71-EE88-85ABA67E5FA7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8223731" y="5698135"/>
                  <a:ext cx="1407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AE67036E-843D-596F-1A3F-074E8E592E8E}"/>
                    </a:ext>
                  </a:extLst>
                </p14:cNvPr>
                <p14:cNvContentPartPr/>
                <p14:nvPr/>
              </p14:nvContentPartPr>
              <p14:xfrm>
                <a:off x="8525771" y="5602375"/>
                <a:ext cx="264600" cy="21024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AE67036E-843D-596F-1A3F-074E8E592E8E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8517131" y="5593375"/>
                  <a:ext cx="2822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19E21C06-E71E-BDDB-5A10-20ED80D970C8}"/>
                    </a:ext>
                  </a:extLst>
                </p14:cNvPr>
                <p14:cNvContentPartPr/>
                <p14:nvPr/>
              </p14:nvContentPartPr>
              <p14:xfrm>
                <a:off x="8809811" y="5678335"/>
                <a:ext cx="258840" cy="16272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19E21C06-E71E-BDDB-5A10-20ED80D970C8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8800811" y="5669335"/>
                  <a:ext cx="2764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E26C7DD1-6AE2-31CC-EC9C-14D5A986D37B}"/>
                    </a:ext>
                  </a:extLst>
                </p14:cNvPr>
                <p14:cNvContentPartPr/>
                <p14:nvPr/>
              </p14:nvContentPartPr>
              <p14:xfrm>
                <a:off x="9203651" y="5656015"/>
                <a:ext cx="159480" cy="12528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E26C7DD1-6AE2-31CC-EC9C-14D5A986D37B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9194651" y="5647015"/>
                  <a:ext cx="1771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C39BE369-0C7A-E0FD-62B0-C7B0972A24A6}"/>
                    </a:ext>
                  </a:extLst>
                </p14:cNvPr>
                <p14:cNvContentPartPr/>
                <p14:nvPr/>
              </p14:nvContentPartPr>
              <p14:xfrm>
                <a:off x="9493451" y="5613535"/>
                <a:ext cx="14400" cy="16596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C39BE369-0C7A-E0FD-62B0-C7B0972A24A6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9484451" y="5604895"/>
                  <a:ext cx="320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29F55159-F638-E867-A96F-0CE4D8A41E13}"/>
                    </a:ext>
                  </a:extLst>
                </p14:cNvPr>
                <p14:cNvContentPartPr/>
                <p14:nvPr/>
              </p14:nvContentPartPr>
              <p14:xfrm>
                <a:off x="9296531" y="5573935"/>
                <a:ext cx="393840" cy="2664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29F55159-F638-E867-A96F-0CE4D8A41E13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9287531" y="5565295"/>
                  <a:ext cx="4114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D70655E5-ACFD-EDD5-A124-7F2F05586C24}"/>
                    </a:ext>
                  </a:extLst>
                </p14:cNvPr>
                <p14:cNvContentPartPr/>
                <p14:nvPr/>
              </p14:nvContentPartPr>
              <p14:xfrm>
                <a:off x="9858851" y="5662135"/>
                <a:ext cx="134280" cy="1044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D70655E5-ACFD-EDD5-A124-7F2F05586C24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9849851" y="5653495"/>
                  <a:ext cx="1519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5DF88533-1520-143E-9E07-BC2714C43140}"/>
                    </a:ext>
                  </a:extLst>
                </p14:cNvPr>
                <p14:cNvContentPartPr/>
                <p14:nvPr/>
              </p14:nvContentPartPr>
              <p14:xfrm>
                <a:off x="9891611" y="5732335"/>
                <a:ext cx="56880" cy="900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5DF88533-1520-143E-9E07-BC2714C43140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9882611" y="5723335"/>
                  <a:ext cx="745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6496D74D-D5EA-9C42-B298-04088ABE251E}"/>
                    </a:ext>
                  </a:extLst>
                </p14:cNvPr>
                <p14:cNvContentPartPr/>
                <p14:nvPr/>
              </p14:nvContentPartPr>
              <p14:xfrm>
                <a:off x="10118411" y="5559535"/>
                <a:ext cx="255600" cy="26064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6496D74D-D5EA-9C42-B298-04088ABE251E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10109411" y="5550535"/>
                  <a:ext cx="27324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AC3510AC-FA37-E0A2-97BA-C0439E7D703D}"/>
                    </a:ext>
                  </a:extLst>
                </p14:cNvPr>
                <p14:cNvContentPartPr/>
                <p14:nvPr/>
              </p14:nvContentPartPr>
              <p14:xfrm>
                <a:off x="10389491" y="5637295"/>
                <a:ext cx="146520" cy="15156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AC3510AC-FA37-E0A2-97BA-C0439E7D703D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10380491" y="5628295"/>
                  <a:ext cx="1641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00B7A27C-0C12-8742-76CD-085835A61D75}"/>
                    </a:ext>
                  </a:extLst>
                </p14:cNvPr>
                <p14:cNvContentPartPr/>
                <p14:nvPr/>
              </p14:nvContentPartPr>
              <p14:xfrm>
                <a:off x="10535291" y="5721535"/>
                <a:ext cx="89280" cy="10836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00B7A27C-0C12-8742-76CD-085835A61D75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10526291" y="5712895"/>
                  <a:ext cx="1069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F7FA9C93-FA02-A196-4C37-E9A5536D1466}"/>
                    </a:ext>
                  </a:extLst>
                </p14:cNvPr>
                <p14:cNvContentPartPr/>
                <p14:nvPr/>
              </p14:nvContentPartPr>
              <p14:xfrm>
                <a:off x="10741571" y="5541895"/>
                <a:ext cx="290520" cy="24084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F7FA9C93-FA02-A196-4C37-E9A5536D1466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10732931" y="5533255"/>
                  <a:ext cx="3081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B680777B-3EED-EDA0-E973-B810D51A4CDD}"/>
                    </a:ext>
                  </a:extLst>
                </p14:cNvPr>
                <p14:cNvContentPartPr/>
                <p14:nvPr/>
              </p14:nvContentPartPr>
              <p14:xfrm>
                <a:off x="10998251" y="5680135"/>
                <a:ext cx="95400" cy="12492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B680777B-3EED-EDA0-E973-B810D51A4CDD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10989251" y="5671495"/>
                  <a:ext cx="1130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438D0388-E4A9-7BA1-3D68-49B6912D9CCF}"/>
                    </a:ext>
                  </a:extLst>
                </p14:cNvPr>
                <p14:cNvContentPartPr/>
                <p14:nvPr/>
              </p14:nvContentPartPr>
              <p14:xfrm>
                <a:off x="11101211" y="5550175"/>
                <a:ext cx="238320" cy="18612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438D0388-E4A9-7BA1-3D68-49B6912D9CCF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11092571" y="5541175"/>
                  <a:ext cx="2559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4D78AB9B-6B09-7F41-BAD2-610E72C7B142}"/>
                    </a:ext>
                  </a:extLst>
                </p14:cNvPr>
                <p14:cNvContentPartPr/>
                <p14:nvPr/>
              </p14:nvContentPartPr>
              <p14:xfrm>
                <a:off x="11208131" y="5550175"/>
                <a:ext cx="229680" cy="3456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4D78AB9B-6B09-7F41-BAD2-610E72C7B142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11199491" y="5541535"/>
                  <a:ext cx="2473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62A69F02-FC2B-B4A9-E388-621CE62BC6DB}"/>
                    </a:ext>
                  </a:extLst>
                </p14:cNvPr>
                <p14:cNvContentPartPr/>
                <p14:nvPr/>
              </p14:nvContentPartPr>
              <p14:xfrm>
                <a:off x="11418371" y="5687695"/>
                <a:ext cx="146160" cy="9468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62A69F02-FC2B-B4A9-E388-621CE62BC6DB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11409371" y="5679055"/>
                  <a:ext cx="1638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031077CF-CFA6-1CD4-B742-CEB2F3A38504}"/>
                    </a:ext>
                  </a:extLst>
                </p14:cNvPr>
                <p14:cNvContentPartPr/>
                <p14:nvPr/>
              </p14:nvContentPartPr>
              <p14:xfrm>
                <a:off x="11504771" y="5507695"/>
                <a:ext cx="216360" cy="37800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031077CF-CFA6-1CD4-B742-CEB2F3A38504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11495771" y="5498695"/>
                  <a:ext cx="234000" cy="39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5" name="Group 324">
            <a:extLst>
              <a:ext uri="{FF2B5EF4-FFF2-40B4-BE49-F238E27FC236}">
                <a16:creationId xmlns:a16="http://schemas.microsoft.com/office/drawing/2014/main" id="{67D0CF52-83DD-FFE3-90C0-08E2213CFC03}"/>
              </a:ext>
            </a:extLst>
          </p:cNvPr>
          <p:cNvGrpSpPr/>
          <p:nvPr/>
        </p:nvGrpSpPr>
        <p:grpSpPr>
          <a:xfrm>
            <a:off x="3780611" y="6323455"/>
            <a:ext cx="2725560" cy="372240"/>
            <a:chOff x="3780611" y="6323455"/>
            <a:chExt cx="2725560" cy="37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C4CA52B0-7671-A43D-08E4-EC6FAF4F0BC6}"/>
                    </a:ext>
                  </a:extLst>
                </p14:cNvPr>
                <p14:cNvContentPartPr/>
                <p14:nvPr/>
              </p14:nvContentPartPr>
              <p14:xfrm>
                <a:off x="3780611" y="6351535"/>
                <a:ext cx="241560" cy="28224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C4CA52B0-7671-A43D-08E4-EC6FAF4F0BC6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3771971" y="6342535"/>
                  <a:ext cx="25920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380427FA-563C-0099-2FA6-B05467D2722E}"/>
                    </a:ext>
                  </a:extLst>
                </p14:cNvPr>
                <p14:cNvContentPartPr/>
                <p14:nvPr/>
              </p14:nvContentPartPr>
              <p14:xfrm>
                <a:off x="4089851" y="6444775"/>
                <a:ext cx="106560" cy="13320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380427FA-563C-0099-2FA6-B05467D2722E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4081211" y="6435775"/>
                  <a:ext cx="1242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9F05720B-2752-5BE4-5064-550FB97D6E39}"/>
                    </a:ext>
                  </a:extLst>
                </p14:cNvPr>
                <p14:cNvContentPartPr/>
                <p14:nvPr/>
              </p14:nvContentPartPr>
              <p14:xfrm>
                <a:off x="4212251" y="6514975"/>
                <a:ext cx="81000" cy="10368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9F05720B-2752-5BE4-5064-550FB97D6E39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4203611" y="6505975"/>
                  <a:ext cx="986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E728E464-1D22-813C-E640-8C42331C2870}"/>
                    </a:ext>
                  </a:extLst>
                </p14:cNvPr>
                <p14:cNvContentPartPr/>
                <p14:nvPr/>
              </p14:nvContentPartPr>
              <p14:xfrm>
                <a:off x="4403771" y="6398695"/>
                <a:ext cx="214200" cy="19728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E728E464-1D22-813C-E640-8C42331C2870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4394771" y="6390055"/>
                  <a:ext cx="2318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2737E96A-58FB-5A30-192D-988F76C88F5C}"/>
                    </a:ext>
                  </a:extLst>
                </p14:cNvPr>
                <p14:cNvContentPartPr/>
                <p14:nvPr/>
              </p14:nvContentPartPr>
              <p14:xfrm>
                <a:off x="4531211" y="6410215"/>
                <a:ext cx="166680" cy="2268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2737E96A-58FB-5A30-192D-988F76C88F5C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4522211" y="6401575"/>
                  <a:ext cx="1843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E0AC7706-890A-1687-2284-720D11B0854B}"/>
                    </a:ext>
                  </a:extLst>
                </p14:cNvPr>
                <p14:cNvContentPartPr/>
                <p14:nvPr/>
              </p14:nvContentPartPr>
              <p14:xfrm>
                <a:off x="4725611" y="6485455"/>
                <a:ext cx="259920" cy="14616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E0AC7706-890A-1687-2284-720D11B0854B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4716611" y="6476455"/>
                  <a:ext cx="2775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DFFC26BB-0186-F1AD-15D2-4779DB4E165C}"/>
                    </a:ext>
                  </a:extLst>
                </p14:cNvPr>
                <p14:cNvContentPartPr/>
                <p14:nvPr/>
              </p14:nvContentPartPr>
              <p14:xfrm>
                <a:off x="4963571" y="6388615"/>
                <a:ext cx="213480" cy="19224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DFFC26BB-0186-F1AD-15D2-4779DB4E165C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4954931" y="6379975"/>
                  <a:ext cx="2311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C1840D28-B2AD-65FD-D244-41B4FD44FA90}"/>
                    </a:ext>
                  </a:extLst>
                </p14:cNvPr>
                <p14:cNvContentPartPr/>
                <p14:nvPr/>
              </p14:nvContentPartPr>
              <p14:xfrm>
                <a:off x="5182811" y="6513175"/>
                <a:ext cx="121320" cy="9324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C1840D28-B2AD-65FD-D244-41B4FD44FA90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5174171" y="6504175"/>
                  <a:ext cx="1389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43324C34-064C-7151-1C46-8E6D3EC5F948}"/>
                    </a:ext>
                  </a:extLst>
                </p14:cNvPr>
                <p14:cNvContentPartPr/>
                <p14:nvPr/>
              </p14:nvContentPartPr>
              <p14:xfrm>
                <a:off x="5265971" y="6323455"/>
                <a:ext cx="202320" cy="31680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43324C34-064C-7151-1C46-8E6D3EC5F948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5256971" y="6314455"/>
                  <a:ext cx="21996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70F61641-F1B6-1598-E955-7C02ED42EED2}"/>
                    </a:ext>
                  </a:extLst>
                </p14:cNvPr>
                <p14:cNvContentPartPr/>
                <p14:nvPr/>
              </p14:nvContentPartPr>
              <p14:xfrm>
                <a:off x="5641811" y="6474655"/>
                <a:ext cx="133920" cy="1476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70F61641-F1B6-1598-E955-7C02ED42EED2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5632811" y="6466015"/>
                  <a:ext cx="1515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B7FCBE62-D54C-B9B8-2684-69EB844B932B}"/>
                    </a:ext>
                  </a:extLst>
                </p14:cNvPr>
                <p14:cNvContentPartPr/>
                <p14:nvPr/>
              </p14:nvContentPartPr>
              <p14:xfrm>
                <a:off x="5677811" y="6525775"/>
                <a:ext cx="81360" cy="324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B7FCBE62-D54C-B9B8-2684-69EB844B932B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5669171" y="6517135"/>
                  <a:ext cx="990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45A768B0-DE29-2A40-5804-8523095A3A54}"/>
                    </a:ext>
                  </a:extLst>
                </p14:cNvPr>
                <p14:cNvContentPartPr/>
                <p14:nvPr/>
              </p14:nvContentPartPr>
              <p14:xfrm>
                <a:off x="5878331" y="6562855"/>
                <a:ext cx="145800" cy="9144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45A768B0-DE29-2A40-5804-8523095A3A54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5869331" y="6553855"/>
                  <a:ext cx="1634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4EB4CBB3-CBFA-72A6-5432-5F92F4D25C04}"/>
                    </a:ext>
                  </a:extLst>
                </p14:cNvPr>
                <p14:cNvContentPartPr/>
                <p14:nvPr/>
              </p14:nvContentPartPr>
              <p14:xfrm>
                <a:off x="6099371" y="6385735"/>
                <a:ext cx="244080" cy="23688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4EB4CBB3-CBFA-72A6-5432-5F92F4D25C04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6090371" y="6376735"/>
                  <a:ext cx="2617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AD38296A-D6DC-B287-4780-C821311E4026}"/>
                    </a:ext>
                  </a:extLst>
                </p14:cNvPr>
                <p14:cNvContentPartPr/>
                <p14:nvPr/>
              </p14:nvContentPartPr>
              <p14:xfrm>
                <a:off x="6227171" y="6510295"/>
                <a:ext cx="279000" cy="18540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AD38296A-D6DC-B287-4780-C821311E4026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6218531" y="6501295"/>
                  <a:ext cx="296640" cy="20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153678C2-0F82-2FC0-431D-62038D17978C}"/>
              </a:ext>
            </a:extLst>
          </p:cNvPr>
          <p:cNvGrpSpPr/>
          <p:nvPr/>
        </p:nvGrpSpPr>
        <p:grpSpPr>
          <a:xfrm>
            <a:off x="6855371" y="6082615"/>
            <a:ext cx="2830680" cy="604080"/>
            <a:chOff x="6855371" y="6082615"/>
            <a:chExt cx="2830680" cy="60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3FCC8AD9-7066-887F-CC60-F822D7B117EF}"/>
                    </a:ext>
                  </a:extLst>
                </p14:cNvPr>
                <p14:cNvContentPartPr/>
                <p14:nvPr/>
              </p14:nvContentPartPr>
              <p14:xfrm>
                <a:off x="6855371" y="6406255"/>
                <a:ext cx="156240" cy="2052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3FCC8AD9-7066-887F-CC60-F822D7B117EF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6846371" y="6397615"/>
                  <a:ext cx="1738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421B9FD8-64EC-5C5B-B668-DE52D34EC35E}"/>
                    </a:ext>
                  </a:extLst>
                </p14:cNvPr>
                <p14:cNvContentPartPr/>
                <p14:nvPr/>
              </p14:nvContentPartPr>
              <p14:xfrm>
                <a:off x="6879851" y="6466375"/>
                <a:ext cx="145800" cy="1620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421B9FD8-64EC-5C5B-B668-DE52D34EC35E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6870851" y="6457735"/>
                  <a:ext cx="1634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4EA3D6F5-DD04-990F-A38A-FDEB39026CA0}"/>
                    </a:ext>
                  </a:extLst>
                </p14:cNvPr>
                <p14:cNvContentPartPr/>
                <p14:nvPr/>
              </p14:nvContentPartPr>
              <p14:xfrm>
                <a:off x="7108811" y="6389335"/>
                <a:ext cx="148680" cy="14940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4EA3D6F5-DD04-990F-A38A-FDEB39026CA0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7100171" y="6380335"/>
                  <a:ext cx="1663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2A142708-7615-113E-69C0-607EEE6128D5}"/>
                    </a:ext>
                  </a:extLst>
                </p14:cNvPr>
                <p14:cNvContentPartPr/>
                <p14:nvPr/>
              </p14:nvContentPartPr>
              <p14:xfrm>
                <a:off x="7557371" y="6307255"/>
                <a:ext cx="21960" cy="18828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2A142708-7615-113E-69C0-607EEE6128D5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7548731" y="6298255"/>
                  <a:ext cx="396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C3A2C468-6526-0A76-E199-5132AA77EE4A}"/>
                    </a:ext>
                  </a:extLst>
                </p14:cNvPr>
                <p14:cNvContentPartPr/>
                <p14:nvPr/>
              </p14:nvContentPartPr>
              <p14:xfrm>
                <a:off x="7334891" y="6277375"/>
                <a:ext cx="426600" cy="3060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C3A2C468-6526-0A76-E199-5132AA77EE4A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7326251" y="6268375"/>
                  <a:ext cx="4442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BBDFC194-3977-B920-7D5E-E10221B0EB67}"/>
                    </a:ext>
                  </a:extLst>
                </p14:cNvPr>
                <p14:cNvContentPartPr/>
                <p14:nvPr/>
              </p14:nvContentPartPr>
              <p14:xfrm>
                <a:off x="7695251" y="6446575"/>
                <a:ext cx="151920" cy="16884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BBDFC194-3977-B920-7D5E-E10221B0EB67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7686251" y="6437575"/>
                  <a:ext cx="16956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7F782989-3B8C-7A14-40D1-3B1D73F887D6}"/>
                    </a:ext>
                  </a:extLst>
                </p14:cNvPr>
                <p14:cNvContentPartPr/>
                <p14:nvPr/>
              </p14:nvContentPartPr>
              <p14:xfrm>
                <a:off x="7969571" y="6363055"/>
                <a:ext cx="187200" cy="7812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7F782989-3B8C-7A14-40D1-3B1D73F887D6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7960571" y="6354055"/>
                  <a:ext cx="2048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EBE92E4B-3255-55B9-0399-503D7EFAFCF5}"/>
                    </a:ext>
                  </a:extLst>
                </p14:cNvPr>
                <p14:cNvContentPartPr/>
                <p14:nvPr/>
              </p14:nvContentPartPr>
              <p14:xfrm>
                <a:off x="8175131" y="6241735"/>
                <a:ext cx="302400" cy="21312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EBE92E4B-3255-55B9-0399-503D7EFAFCF5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8166491" y="6232735"/>
                  <a:ext cx="32004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437AB21D-1236-CA72-CC1B-C4622419DC83}"/>
                    </a:ext>
                  </a:extLst>
                </p14:cNvPr>
                <p14:cNvContentPartPr/>
                <p14:nvPr/>
              </p14:nvContentPartPr>
              <p14:xfrm>
                <a:off x="8460251" y="6410215"/>
                <a:ext cx="150480" cy="8244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437AB21D-1236-CA72-CC1B-C4622419DC83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8451611" y="6401575"/>
                  <a:ext cx="1681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52811E2E-446F-5066-690E-7C2B414C73EC}"/>
                    </a:ext>
                  </a:extLst>
                </p14:cNvPr>
                <p14:cNvContentPartPr/>
                <p14:nvPr/>
              </p14:nvContentPartPr>
              <p14:xfrm>
                <a:off x="8665811" y="6251095"/>
                <a:ext cx="133920" cy="13032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52811E2E-446F-5066-690E-7C2B414C73EC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8656811" y="6242095"/>
                  <a:ext cx="1515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04C7086B-4DF7-C144-B0E5-F370C788E7B3}"/>
                    </a:ext>
                  </a:extLst>
                </p14:cNvPr>
                <p14:cNvContentPartPr/>
                <p14:nvPr/>
              </p14:nvContentPartPr>
              <p14:xfrm>
                <a:off x="9096011" y="6207895"/>
                <a:ext cx="139320" cy="10044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04C7086B-4DF7-C144-B0E5-F370C788E7B3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9087011" y="6198895"/>
                  <a:ext cx="1569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16021528-1CFB-5D12-A717-A528BD7E313C}"/>
                    </a:ext>
                  </a:extLst>
                </p14:cNvPr>
                <p14:cNvContentPartPr/>
                <p14:nvPr/>
              </p14:nvContentPartPr>
              <p14:xfrm>
                <a:off x="9317051" y="6082615"/>
                <a:ext cx="205200" cy="20412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16021528-1CFB-5D12-A717-A528BD7E313C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9308051" y="6073615"/>
                  <a:ext cx="22284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7AED4273-DF5B-5109-1B90-E7E618CCBC36}"/>
                    </a:ext>
                  </a:extLst>
                </p14:cNvPr>
                <p14:cNvContentPartPr/>
                <p14:nvPr/>
              </p14:nvContentPartPr>
              <p14:xfrm>
                <a:off x="9413891" y="6155335"/>
                <a:ext cx="56880" cy="14400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7AED4273-DF5B-5109-1B90-E7E618CCBC36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9405251" y="6146335"/>
                  <a:ext cx="745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4FDD30E8-F54A-A390-7EF9-E63CFF863CD5}"/>
                    </a:ext>
                  </a:extLst>
                </p14:cNvPr>
                <p14:cNvContentPartPr/>
                <p14:nvPr/>
              </p14:nvContentPartPr>
              <p14:xfrm>
                <a:off x="9551771" y="6190255"/>
                <a:ext cx="134280" cy="16020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4FDD30E8-F54A-A390-7EF9-E63CFF863CD5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9542771" y="6181255"/>
                  <a:ext cx="1519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216B0EED-DBCE-31F3-4D04-CC187648E532}"/>
                    </a:ext>
                  </a:extLst>
                </p14:cNvPr>
                <p14:cNvContentPartPr/>
                <p14:nvPr/>
              </p14:nvContentPartPr>
              <p14:xfrm>
                <a:off x="8968931" y="6392215"/>
                <a:ext cx="698040" cy="4284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216B0EED-DBCE-31F3-4D04-CC187648E532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8960291" y="6383575"/>
                  <a:ext cx="7156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6F8E198F-2E2A-1DF7-6012-DF10D7E6522E}"/>
                    </a:ext>
                  </a:extLst>
                </p14:cNvPr>
                <p14:cNvContentPartPr/>
                <p14:nvPr/>
              </p14:nvContentPartPr>
              <p14:xfrm>
                <a:off x="9003851" y="6482575"/>
                <a:ext cx="304920" cy="19548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6F8E198F-2E2A-1DF7-6012-DF10D7E6522E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8994851" y="6473935"/>
                  <a:ext cx="3225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5BD1254C-007E-F206-31D3-D483C0176381}"/>
                    </a:ext>
                  </a:extLst>
                </p14:cNvPr>
                <p14:cNvContentPartPr/>
                <p14:nvPr/>
              </p14:nvContentPartPr>
              <p14:xfrm>
                <a:off x="9357011" y="6508495"/>
                <a:ext cx="243000" cy="17820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5BD1254C-007E-F206-31D3-D483C0176381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9348011" y="6499495"/>
                  <a:ext cx="260640" cy="19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C2074BF0-E5C3-9974-B2A8-A36A909F6F99}"/>
              </a:ext>
            </a:extLst>
          </p:cNvPr>
          <p:cNvGrpSpPr/>
          <p:nvPr/>
        </p:nvGrpSpPr>
        <p:grpSpPr>
          <a:xfrm>
            <a:off x="9895571" y="6294295"/>
            <a:ext cx="1884240" cy="229680"/>
            <a:chOff x="9895571" y="6294295"/>
            <a:chExt cx="1884240" cy="22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2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6BCC0749-88DE-9960-8D3E-711FF4DA2204}"/>
                    </a:ext>
                  </a:extLst>
                </p14:cNvPr>
                <p14:cNvContentPartPr/>
                <p14:nvPr/>
              </p14:nvContentPartPr>
              <p14:xfrm>
                <a:off x="9895571" y="6363775"/>
                <a:ext cx="144360" cy="1980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6BCC0749-88DE-9960-8D3E-711FF4DA2204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9886571" y="6354775"/>
                  <a:ext cx="1620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4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815A6045-4EA6-F5D9-9E50-4BE91F730E91}"/>
                    </a:ext>
                  </a:extLst>
                </p14:cNvPr>
                <p14:cNvContentPartPr/>
                <p14:nvPr/>
              </p14:nvContentPartPr>
              <p14:xfrm>
                <a:off x="9922931" y="6432535"/>
                <a:ext cx="154440" cy="612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815A6045-4EA6-F5D9-9E50-4BE91F730E91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9913931" y="6423895"/>
                  <a:ext cx="1720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6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01FE473F-9299-06D7-26B1-533423256120}"/>
                    </a:ext>
                  </a:extLst>
                </p14:cNvPr>
                <p14:cNvContentPartPr/>
                <p14:nvPr/>
              </p14:nvContentPartPr>
              <p14:xfrm>
                <a:off x="10272491" y="6298615"/>
                <a:ext cx="180720" cy="22536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01FE473F-9299-06D7-26B1-533423256120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10263851" y="6289975"/>
                  <a:ext cx="1983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8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7197FCF9-8D22-4AFE-1035-90F72FDA0343}"/>
                    </a:ext>
                  </a:extLst>
                </p14:cNvPr>
                <p14:cNvContentPartPr/>
                <p14:nvPr/>
              </p14:nvContentPartPr>
              <p14:xfrm>
                <a:off x="10343051" y="6391855"/>
                <a:ext cx="184320" cy="2592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7197FCF9-8D22-4AFE-1035-90F72FDA0343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10334411" y="6382855"/>
                  <a:ext cx="2019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0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3AF78700-C455-D254-5C67-7847EDFD649A}"/>
                    </a:ext>
                  </a:extLst>
                </p14:cNvPr>
                <p14:cNvContentPartPr/>
                <p14:nvPr/>
              </p14:nvContentPartPr>
              <p14:xfrm>
                <a:off x="10602611" y="6299335"/>
                <a:ext cx="146160" cy="11988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3AF78700-C455-D254-5C67-7847EDFD649A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10593611" y="6290695"/>
                  <a:ext cx="1638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2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12CBBF98-2D00-6C56-518A-801E42A6CFAE}"/>
                    </a:ext>
                  </a:extLst>
                </p14:cNvPr>
                <p14:cNvContentPartPr/>
                <p14:nvPr/>
              </p14:nvContentPartPr>
              <p14:xfrm>
                <a:off x="10675331" y="6302575"/>
                <a:ext cx="248760" cy="17244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12CBBF98-2D00-6C56-518A-801E42A6CFAE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10666331" y="6293575"/>
                  <a:ext cx="2664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4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DF9AE32B-1C45-1129-F684-55F1BFB4E33E}"/>
                    </a:ext>
                  </a:extLst>
                </p14:cNvPr>
                <p14:cNvContentPartPr/>
                <p14:nvPr/>
              </p14:nvContentPartPr>
              <p14:xfrm>
                <a:off x="10993931" y="6318775"/>
                <a:ext cx="138600" cy="14796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DF9AE32B-1C45-1129-F684-55F1BFB4E33E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10985291" y="6309775"/>
                  <a:ext cx="1562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6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9F7D0B8E-7B5D-B34E-AC6F-6C9F563849C1}"/>
                    </a:ext>
                  </a:extLst>
                </p14:cNvPr>
                <p14:cNvContentPartPr/>
                <p14:nvPr/>
              </p14:nvContentPartPr>
              <p14:xfrm>
                <a:off x="11169251" y="6303655"/>
                <a:ext cx="248400" cy="17280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9F7D0B8E-7B5D-B34E-AC6F-6C9F563849C1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11160251" y="6295015"/>
                  <a:ext cx="2660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8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786D7FD2-A2B4-1EF7-3E89-0D0918933439}"/>
                    </a:ext>
                  </a:extLst>
                </p14:cNvPr>
                <p14:cNvContentPartPr/>
                <p14:nvPr/>
              </p14:nvContentPartPr>
              <p14:xfrm>
                <a:off x="11522411" y="6294295"/>
                <a:ext cx="37440" cy="18468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786D7FD2-A2B4-1EF7-3E89-0D0918933439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11513411" y="6285295"/>
                  <a:ext cx="550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0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4013D117-7855-7683-D7C3-56C565FBF94A}"/>
                    </a:ext>
                  </a:extLst>
                </p14:cNvPr>
                <p14:cNvContentPartPr/>
                <p14:nvPr/>
              </p14:nvContentPartPr>
              <p14:xfrm>
                <a:off x="11549051" y="6345775"/>
                <a:ext cx="230760" cy="15624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4013D117-7855-7683-D7C3-56C565FBF94A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11540411" y="6336775"/>
                  <a:ext cx="248400" cy="173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66005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8791936B-8FC2-2920-6F0C-4BD673C98597}"/>
              </a:ext>
            </a:extLst>
          </p:cNvPr>
          <p:cNvGrpSpPr/>
          <p:nvPr/>
        </p:nvGrpSpPr>
        <p:grpSpPr>
          <a:xfrm>
            <a:off x="476171" y="457255"/>
            <a:ext cx="3326400" cy="559080"/>
            <a:chOff x="476171" y="457255"/>
            <a:chExt cx="3326400" cy="55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DC0DEB0-3315-29B7-E991-A977D7107802}"/>
                    </a:ext>
                  </a:extLst>
                </p14:cNvPr>
                <p14:cNvContentPartPr/>
                <p14:nvPr/>
              </p14:nvContentPartPr>
              <p14:xfrm>
                <a:off x="476171" y="457255"/>
                <a:ext cx="387360" cy="4266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DC0DEB0-3315-29B7-E991-A977D710780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67531" y="448255"/>
                  <a:ext cx="405000" cy="4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C77FD5C-5C15-5A63-E155-2B1E524109A3}"/>
                    </a:ext>
                  </a:extLst>
                </p14:cNvPr>
                <p14:cNvContentPartPr/>
                <p14:nvPr/>
              </p14:nvContentPartPr>
              <p14:xfrm>
                <a:off x="929051" y="556975"/>
                <a:ext cx="322200" cy="2106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C77FD5C-5C15-5A63-E155-2B1E524109A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20051" y="548335"/>
                  <a:ext cx="33984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29A032D-2C8C-477F-11E1-FF8315C648F6}"/>
                    </a:ext>
                  </a:extLst>
                </p14:cNvPr>
                <p14:cNvContentPartPr/>
                <p14:nvPr/>
              </p14:nvContentPartPr>
              <p14:xfrm>
                <a:off x="1553651" y="627895"/>
                <a:ext cx="245520" cy="1285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29A032D-2C8C-477F-11E1-FF8315C648F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45011" y="618895"/>
                  <a:ext cx="2631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70F4F63-A71C-04CE-2E63-37A9720BD306}"/>
                    </a:ext>
                  </a:extLst>
                </p14:cNvPr>
                <p14:cNvContentPartPr/>
                <p14:nvPr/>
              </p14:nvContentPartPr>
              <p14:xfrm>
                <a:off x="1793051" y="566335"/>
                <a:ext cx="1028520" cy="4500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70F4F63-A71C-04CE-2E63-37A9720BD30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84051" y="557335"/>
                  <a:ext cx="1046160" cy="46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4CE8482-A379-1BE8-063F-D83B0464AE78}"/>
                    </a:ext>
                  </a:extLst>
                </p14:cNvPr>
                <p14:cNvContentPartPr/>
                <p14:nvPr/>
              </p14:nvContentPartPr>
              <p14:xfrm>
                <a:off x="2826611" y="520615"/>
                <a:ext cx="31320" cy="86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4CE8482-A379-1BE8-063F-D83B0464AE7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817971" y="511975"/>
                  <a:ext cx="489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FB3F56A-4C9F-0928-0FC1-9B63B7705139}"/>
                    </a:ext>
                  </a:extLst>
                </p14:cNvPr>
                <p14:cNvContentPartPr/>
                <p14:nvPr/>
              </p14:nvContentPartPr>
              <p14:xfrm>
                <a:off x="2878811" y="543655"/>
                <a:ext cx="174600" cy="1976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FB3F56A-4C9F-0928-0FC1-9B63B770513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869811" y="534655"/>
                  <a:ext cx="1922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EF23456-DACA-41CE-F43E-3A8E9BE981ED}"/>
                    </a:ext>
                  </a:extLst>
                </p14:cNvPr>
                <p14:cNvContentPartPr/>
                <p14:nvPr/>
              </p14:nvContentPartPr>
              <p14:xfrm>
                <a:off x="3264011" y="584335"/>
                <a:ext cx="486000" cy="169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EF23456-DACA-41CE-F43E-3A8E9BE981E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255011" y="575335"/>
                  <a:ext cx="5036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26D4F61-7229-B922-8538-3A94BD3CAF9F}"/>
                    </a:ext>
                  </a:extLst>
                </p14:cNvPr>
                <p14:cNvContentPartPr/>
                <p14:nvPr/>
              </p14:nvContentPartPr>
              <p14:xfrm>
                <a:off x="3662531" y="548695"/>
                <a:ext cx="140040" cy="1170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26D4F61-7229-B922-8538-3A94BD3CAF9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653891" y="540055"/>
                  <a:ext cx="157680" cy="13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51BAC9A-B626-05FF-A155-DAEB31FDD664}"/>
              </a:ext>
            </a:extLst>
          </p:cNvPr>
          <p:cNvGrpSpPr/>
          <p:nvPr/>
        </p:nvGrpSpPr>
        <p:grpSpPr>
          <a:xfrm>
            <a:off x="4275971" y="341695"/>
            <a:ext cx="2065320" cy="412920"/>
            <a:chOff x="4275971" y="341695"/>
            <a:chExt cx="2065320" cy="41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0B72B90-95F3-7B64-A6F4-9BBDDA52B70B}"/>
                    </a:ext>
                  </a:extLst>
                </p14:cNvPr>
                <p14:cNvContentPartPr/>
                <p14:nvPr/>
              </p14:nvContentPartPr>
              <p14:xfrm>
                <a:off x="4443011" y="461935"/>
                <a:ext cx="24480" cy="2926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0B72B90-95F3-7B64-A6F4-9BBDDA52B70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434371" y="452935"/>
                  <a:ext cx="4212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4ADA559-FC12-5FE1-7E8D-A6F06691C680}"/>
                    </a:ext>
                  </a:extLst>
                </p14:cNvPr>
                <p14:cNvContentPartPr/>
                <p14:nvPr/>
              </p14:nvContentPartPr>
              <p14:xfrm>
                <a:off x="4275971" y="477775"/>
                <a:ext cx="390960" cy="1724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4ADA559-FC12-5FE1-7E8D-A6F06691C68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67331" y="468775"/>
                  <a:ext cx="4086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4606E7D-6955-50A8-41B4-B84C4391211B}"/>
                    </a:ext>
                  </a:extLst>
                </p14:cNvPr>
                <p14:cNvContentPartPr/>
                <p14:nvPr/>
              </p14:nvContentPartPr>
              <p14:xfrm>
                <a:off x="4659371" y="434935"/>
                <a:ext cx="562320" cy="3186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4606E7D-6955-50A8-41B4-B84C4391211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650731" y="426295"/>
                  <a:ext cx="57996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FCBDB79-7827-1D9E-DA49-79B8C8C3BDC3}"/>
                    </a:ext>
                  </a:extLst>
                </p14:cNvPr>
                <p14:cNvContentPartPr/>
                <p14:nvPr/>
              </p14:nvContentPartPr>
              <p14:xfrm>
                <a:off x="5364611" y="421615"/>
                <a:ext cx="268200" cy="2869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FCBDB79-7827-1D9E-DA49-79B8C8C3BDC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355611" y="412975"/>
                  <a:ext cx="28584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D1F2231-A2AA-6E95-A51C-02C28AA9C37C}"/>
                    </a:ext>
                  </a:extLst>
                </p14:cNvPr>
                <p14:cNvContentPartPr/>
                <p14:nvPr/>
              </p14:nvContentPartPr>
              <p14:xfrm>
                <a:off x="5687891" y="406855"/>
                <a:ext cx="295560" cy="2181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D1F2231-A2AA-6E95-A51C-02C28AA9C37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679251" y="397855"/>
                  <a:ext cx="3132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AACD02B-1319-78B9-A76A-C14DCBA1C9F7}"/>
                    </a:ext>
                  </a:extLst>
                </p14:cNvPr>
                <p14:cNvContentPartPr/>
                <p14:nvPr/>
              </p14:nvContentPartPr>
              <p14:xfrm>
                <a:off x="5921531" y="341695"/>
                <a:ext cx="419760" cy="2869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AACD02B-1319-78B9-A76A-C14DCBA1C9F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912531" y="332695"/>
                  <a:ext cx="437400" cy="30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90BF7A7-85A8-02EE-AF8E-F5EAC8CBB77A}"/>
              </a:ext>
            </a:extLst>
          </p:cNvPr>
          <p:cNvGrpSpPr/>
          <p:nvPr/>
        </p:nvGrpSpPr>
        <p:grpSpPr>
          <a:xfrm>
            <a:off x="3240611" y="1569655"/>
            <a:ext cx="605880" cy="135720"/>
            <a:chOff x="3240611" y="1569655"/>
            <a:chExt cx="605880" cy="13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A280841-9BC0-80E9-1421-12FD08342650}"/>
                    </a:ext>
                  </a:extLst>
                </p14:cNvPr>
                <p14:cNvContentPartPr/>
                <p14:nvPr/>
              </p14:nvContentPartPr>
              <p14:xfrm>
                <a:off x="3240611" y="1589455"/>
                <a:ext cx="466200" cy="38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A280841-9BC0-80E9-1421-12FD0834265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231611" y="1580455"/>
                  <a:ext cx="4838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9513190-7075-5566-A66C-9746763C126F}"/>
                    </a:ext>
                  </a:extLst>
                </p14:cNvPr>
                <p14:cNvContentPartPr/>
                <p14:nvPr/>
              </p14:nvContentPartPr>
              <p14:xfrm>
                <a:off x="3741731" y="1569655"/>
                <a:ext cx="104760" cy="1357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9513190-7075-5566-A66C-9746763C126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733091" y="1560655"/>
                  <a:ext cx="122400" cy="15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6785DC9-E235-0320-90C9-ECF2E875BC7D}"/>
              </a:ext>
            </a:extLst>
          </p:cNvPr>
          <p:cNvGrpSpPr/>
          <p:nvPr/>
        </p:nvGrpSpPr>
        <p:grpSpPr>
          <a:xfrm>
            <a:off x="4214771" y="1455175"/>
            <a:ext cx="1594440" cy="255240"/>
            <a:chOff x="4214771" y="1455175"/>
            <a:chExt cx="1594440" cy="25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200EFAA-657E-1D75-95CA-73674E8A13F4}"/>
                    </a:ext>
                  </a:extLst>
                </p14:cNvPr>
                <p14:cNvContentPartPr/>
                <p14:nvPr/>
              </p14:nvContentPartPr>
              <p14:xfrm>
                <a:off x="4252571" y="1494775"/>
                <a:ext cx="41400" cy="2156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200EFAA-657E-1D75-95CA-73674E8A13F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243931" y="1486135"/>
                  <a:ext cx="590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FDF2EB4-06F9-5910-4E40-6FB09B129C47}"/>
                    </a:ext>
                  </a:extLst>
                </p14:cNvPr>
                <p14:cNvContentPartPr/>
                <p14:nvPr/>
              </p14:nvContentPartPr>
              <p14:xfrm>
                <a:off x="4214771" y="1479295"/>
                <a:ext cx="191520" cy="1231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FDF2EB4-06F9-5910-4E40-6FB09B129C4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205771" y="1470655"/>
                  <a:ext cx="2091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ECF5EA3-81AD-E4A8-ACC9-3EE711F63050}"/>
                    </a:ext>
                  </a:extLst>
                </p14:cNvPr>
                <p14:cNvContentPartPr/>
                <p14:nvPr/>
              </p14:nvContentPartPr>
              <p14:xfrm>
                <a:off x="4427171" y="1545175"/>
                <a:ext cx="192600" cy="119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ECF5EA3-81AD-E4A8-ACC9-3EE711F6305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418531" y="1536175"/>
                  <a:ext cx="2102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334DF44-B505-4067-D905-99C5142337E2}"/>
                    </a:ext>
                  </a:extLst>
                </p14:cNvPr>
                <p14:cNvContentPartPr/>
                <p14:nvPr/>
              </p14:nvContentPartPr>
              <p14:xfrm>
                <a:off x="4672331" y="1539775"/>
                <a:ext cx="114120" cy="954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334DF44-B505-4067-D905-99C5142337E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663331" y="1531135"/>
                  <a:ext cx="13176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71C15C7-CA42-FE25-577D-BB04C913E65A}"/>
                    </a:ext>
                  </a:extLst>
                </p14:cNvPr>
                <p14:cNvContentPartPr/>
                <p14:nvPr/>
              </p14:nvContentPartPr>
              <p14:xfrm>
                <a:off x="4832891" y="1525015"/>
                <a:ext cx="246960" cy="1094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71C15C7-CA42-FE25-577D-BB04C913E65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823891" y="1516375"/>
                  <a:ext cx="2646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40734AA-5610-990F-E276-B04D98C4A094}"/>
                    </a:ext>
                  </a:extLst>
                </p14:cNvPr>
                <p14:cNvContentPartPr/>
                <p14:nvPr/>
              </p14:nvContentPartPr>
              <p14:xfrm>
                <a:off x="5117651" y="1522855"/>
                <a:ext cx="152280" cy="1310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40734AA-5610-990F-E276-B04D98C4A09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109011" y="1514215"/>
                  <a:ext cx="1699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7B19473-E255-3AEA-2836-7E2A456DE7E2}"/>
                    </a:ext>
                  </a:extLst>
                </p14:cNvPr>
                <p14:cNvContentPartPr/>
                <p14:nvPr/>
              </p14:nvContentPartPr>
              <p14:xfrm>
                <a:off x="5399171" y="1455175"/>
                <a:ext cx="209880" cy="1368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7B19473-E255-3AEA-2836-7E2A456DE7E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390171" y="1446175"/>
                  <a:ext cx="2275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B963C70-7422-4F8E-11DD-C9A2CCCF8C77}"/>
                    </a:ext>
                  </a:extLst>
                </p14:cNvPr>
                <p14:cNvContentPartPr/>
                <p14:nvPr/>
              </p14:nvContentPartPr>
              <p14:xfrm>
                <a:off x="5654051" y="1464535"/>
                <a:ext cx="155160" cy="1490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B963C70-7422-4F8E-11DD-C9A2CCCF8C7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645411" y="1455535"/>
                  <a:ext cx="172800" cy="16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33EDA41-DEB4-9132-E338-4C73C013F61B}"/>
              </a:ext>
            </a:extLst>
          </p:cNvPr>
          <p:cNvGrpSpPr/>
          <p:nvPr/>
        </p:nvGrpSpPr>
        <p:grpSpPr>
          <a:xfrm>
            <a:off x="6092531" y="1311535"/>
            <a:ext cx="1411920" cy="373320"/>
            <a:chOff x="6092531" y="1311535"/>
            <a:chExt cx="1411920" cy="37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4B9FAFD-3BC3-E40F-EC3C-7F3B192D7D80}"/>
                    </a:ext>
                  </a:extLst>
                </p14:cNvPr>
                <p14:cNvContentPartPr/>
                <p14:nvPr/>
              </p14:nvContentPartPr>
              <p14:xfrm>
                <a:off x="6092531" y="1462735"/>
                <a:ext cx="30600" cy="1141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4B9FAFD-3BC3-E40F-EC3C-7F3B192D7D8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083531" y="1454095"/>
                  <a:ext cx="482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7EF697F-1296-1C2E-0F88-B802000416F0}"/>
                    </a:ext>
                  </a:extLst>
                </p14:cNvPr>
                <p14:cNvContentPartPr/>
                <p14:nvPr/>
              </p14:nvContentPartPr>
              <p14:xfrm>
                <a:off x="6561251" y="1366975"/>
                <a:ext cx="17280" cy="2257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7EF697F-1296-1C2E-0F88-B802000416F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552251" y="1358335"/>
                  <a:ext cx="349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4808B42-D078-35B2-A23C-8BE267632C48}"/>
                    </a:ext>
                  </a:extLst>
                </p14:cNvPr>
                <p14:cNvContentPartPr/>
                <p14:nvPr/>
              </p14:nvContentPartPr>
              <p14:xfrm>
                <a:off x="6325091" y="1361575"/>
                <a:ext cx="356400" cy="208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4808B42-D078-35B2-A23C-8BE267632C4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316451" y="1352575"/>
                  <a:ext cx="3740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5FC04A3-27DD-0F9E-614A-D3EFCBDB03BB}"/>
                    </a:ext>
                  </a:extLst>
                </p14:cNvPr>
                <p14:cNvContentPartPr/>
                <p14:nvPr/>
              </p14:nvContentPartPr>
              <p14:xfrm>
                <a:off x="6635771" y="1463815"/>
                <a:ext cx="400320" cy="1886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5FC04A3-27DD-0F9E-614A-D3EFCBDB03B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627131" y="1454815"/>
                  <a:ext cx="41796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E63FBAA-5CE2-E604-CA4F-8727B19FA4C1}"/>
                    </a:ext>
                  </a:extLst>
                </p14:cNvPr>
                <p14:cNvContentPartPr/>
                <p14:nvPr/>
              </p14:nvContentPartPr>
              <p14:xfrm>
                <a:off x="6943211" y="1358335"/>
                <a:ext cx="369720" cy="1922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E63FBAA-5CE2-E604-CA4F-8727B19FA4C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934571" y="1349335"/>
                  <a:ext cx="3873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DFA4813-97F4-5FEE-53CB-798A9C829175}"/>
                    </a:ext>
                  </a:extLst>
                </p14:cNvPr>
                <p14:cNvContentPartPr/>
                <p14:nvPr/>
              </p14:nvContentPartPr>
              <p14:xfrm>
                <a:off x="7084691" y="1311535"/>
                <a:ext cx="419760" cy="3733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DFA4813-97F4-5FEE-53CB-798A9C82917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075691" y="1302895"/>
                  <a:ext cx="437400" cy="39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AB6B4D2-946C-2F96-3C8B-7A320D15C252}"/>
              </a:ext>
            </a:extLst>
          </p:cNvPr>
          <p:cNvGrpSpPr/>
          <p:nvPr/>
        </p:nvGrpSpPr>
        <p:grpSpPr>
          <a:xfrm>
            <a:off x="5262371" y="2111815"/>
            <a:ext cx="828000" cy="241560"/>
            <a:chOff x="5262371" y="2111815"/>
            <a:chExt cx="828000" cy="24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DB18B15-DB69-D3CE-27F9-216DB5EBE516}"/>
                    </a:ext>
                  </a:extLst>
                </p14:cNvPr>
                <p14:cNvContentPartPr/>
                <p14:nvPr/>
              </p14:nvContentPartPr>
              <p14:xfrm>
                <a:off x="5262371" y="2130535"/>
                <a:ext cx="168120" cy="2170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DB18B15-DB69-D3CE-27F9-216DB5EBE51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253371" y="2121535"/>
                  <a:ext cx="18576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F829235-A89E-06F7-D7DF-91597CBE8DEF}"/>
                    </a:ext>
                  </a:extLst>
                </p14:cNvPr>
                <p14:cNvContentPartPr/>
                <p14:nvPr/>
              </p14:nvContentPartPr>
              <p14:xfrm>
                <a:off x="5528411" y="2186335"/>
                <a:ext cx="121680" cy="331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F829235-A89E-06F7-D7DF-91597CBE8DE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519771" y="2177695"/>
                  <a:ext cx="1393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E17E969-2E35-31D4-545A-E73B2BA1874F}"/>
                    </a:ext>
                  </a:extLst>
                </p14:cNvPr>
                <p14:cNvContentPartPr/>
                <p14:nvPr/>
              </p14:nvContentPartPr>
              <p14:xfrm>
                <a:off x="5670251" y="2111815"/>
                <a:ext cx="386640" cy="2415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E17E969-2E35-31D4-545A-E73B2BA1874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661611" y="2102815"/>
                  <a:ext cx="40428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9CD6922-C086-C587-EE3C-BE7136063E44}"/>
                    </a:ext>
                  </a:extLst>
                </p14:cNvPr>
                <p14:cNvContentPartPr/>
                <p14:nvPr/>
              </p14:nvContentPartPr>
              <p14:xfrm>
                <a:off x="6085331" y="2238535"/>
                <a:ext cx="5040" cy="154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9CD6922-C086-C587-EE3C-BE7136063E4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076691" y="2229535"/>
                  <a:ext cx="2268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4EF1978-688C-8FA5-AD61-CC87B55BB457}"/>
              </a:ext>
            </a:extLst>
          </p:cNvPr>
          <p:cNvGrpSpPr/>
          <p:nvPr/>
        </p:nvGrpSpPr>
        <p:grpSpPr>
          <a:xfrm>
            <a:off x="6429131" y="1975735"/>
            <a:ext cx="1244520" cy="439920"/>
            <a:chOff x="6429131" y="1975735"/>
            <a:chExt cx="1244520" cy="43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1603E34-3708-A77F-3446-45AA62399FCC}"/>
                    </a:ext>
                  </a:extLst>
                </p14:cNvPr>
                <p14:cNvContentPartPr/>
                <p14:nvPr/>
              </p14:nvContentPartPr>
              <p14:xfrm>
                <a:off x="6507251" y="1990495"/>
                <a:ext cx="191880" cy="3675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1603E34-3708-A77F-3446-45AA62399FC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498611" y="1981495"/>
                  <a:ext cx="20952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03BA65D-E43C-CF57-1328-ADEDFBEA4415}"/>
                    </a:ext>
                  </a:extLst>
                </p14:cNvPr>
                <p14:cNvContentPartPr/>
                <p14:nvPr/>
              </p14:nvContentPartPr>
              <p14:xfrm>
                <a:off x="6429131" y="2152855"/>
                <a:ext cx="269280" cy="38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03BA65D-E43C-CF57-1328-ADEDFBEA441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420491" y="2143855"/>
                  <a:ext cx="2869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B4188A8-BE23-163D-1B8A-1F38BE880132}"/>
                    </a:ext>
                  </a:extLst>
                </p14:cNvPr>
                <p14:cNvContentPartPr/>
                <p14:nvPr/>
              </p14:nvContentPartPr>
              <p14:xfrm>
                <a:off x="6740171" y="2245375"/>
                <a:ext cx="150480" cy="1702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B4188A8-BE23-163D-1B8A-1F38BE88013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731531" y="2236735"/>
                  <a:ext cx="1681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49B5567-4B08-FA2C-B046-3E3F93A05BDB}"/>
                    </a:ext>
                  </a:extLst>
                </p14:cNvPr>
                <p14:cNvContentPartPr/>
                <p14:nvPr/>
              </p14:nvContentPartPr>
              <p14:xfrm>
                <a:off x="6933851" y="2155735"/>
                <a:ext cx="191880" cy="302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49B5567-4B08-FA2C-B046-3E3F93A05BD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925211" y="2146735"/>
                  <a:ext cx="2095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ECFA7EA-F2E7-81C5-45A5-4D04263FCDC8}"/>
                    </a:ext>
                  </a:extLst>
                </p14:cNvPr>
                <p14:cNvContentPartPr/>
                <p14:nvPr/>
              </p14:nvContentPartPr>
              <p14:xfrm>
                <a:off x="6919451" y="2212255"/>
                <a:ext cx="201600" cy="396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ECFA7EA-F2E7-81C5-45A5-4D04263FCDC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10451" y="2203255"/>
                  <a:ext cx="2192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FC613C4-B3C2-A7BF-6BEC-67815A6EAE22}"/>
                    </a:ext>
                  </a:extLst>
                </p14:cNvPr>
                <p14:cNvContentPartPr/>
                <p14:nvPr/>
              </p14:nvContentPartPr>
              <p14:xfrm>
                <a:off x="7202771" y="1975735"/>
                <a:ext cx="244080" cy="2818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FC613C4-B3C2-A7BF-6BEC-67815A6EAE2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193771" y="1967095"/>
                  <a:ext cx="26172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8D8BA17-29CC-5145-F8C8-058DF2461977}"/>
                    </a:ext>
                  </a:extLst>
                </p14:cNvPr>
                <p14:cNvContentPartPr/>
                <p14:nvPr/>
              </p14:nvContentPartPr>
              <p14:xfrm>
                <a:off x="7472051" y="2198575"/>
                <a:ext cx="201600" cy="1245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8D8BA17-29CC-5145-F8C8-058DF246197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463411" y="2189935"/>
                  <a:ext cx="219240" cy="14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D3D342EA-3339-2041-A3CE-19323E6FFA85}"/>
              </a:ext>
            </a:extLst>
          </p:cNvPr>
          <p:cNvGrpSpPr/>
          <p:nvPr/>
        </p:nvGrpSpPr>
        <p:grpSpPr>
          <a:xfrm>
            <a:off x="5240411" y="2781775"/>
            <a:ext cx="640440" cy="293040"/>
            <a:chOff x="5240411" y="2781775"/>
            <a:chExt cx="640440" cy="29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D126DCB-C172-6C91-5F0B-3A79D6846115}"/>
                    </a:ext>
                  </a:extLst>
                </p14:cNvPr>
                <p14:cNvContentPartPr/>
                <p14:nvPr/>
              </p14:nvContentPartPr>
              <p14:xfrm>
                <a:off x="5240411" y="2781775"/>
                <a:ext cx="195120" cy="2930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D126DCB-C172-6C91-5F0B-3A79D684611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231411" y="2772775"/>
                  <a:ext cx="21276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A943C27-2819-1C94-BBED-CD239AE665ED}"/>
                    </a:ext>
                  </a:extLst>
                </p14:cNvPr>
                <p14:cNvContentPartPr/>
                <p14:nvPr/>
              </p14:nvContentPartPr>
              <p14:xfrm>
                <a:off x="5479091" y="2896975"/>
                <a:ext cx="147960" cy="352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A943C27-2819-1C94-BBED-CD239AE665E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470091" y="2887975"/>
                  <a:ext cx="1656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4B5F546-A6D7-CEDB-BB02-28E6030881B4}"/>
                    </a:ext>
                  </a:extLst>
                </p14:cNvPr>
                <p14:cNvContentPartPr/>
                <p14:nvPr/>
              </p14:nvContentPartPr>
              <p14:xfrm>
                <a:off x="5678531" y="2784655"/>
                <a:ext cx="202320" cy="2865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4B5F546-A6D7-CEDB-BB02-28E6030881B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669531" y="2776015"/>
                  <a:ext cx="219960" cy="30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FD9872CA-5693-4F64-A219-96B0DF58216A}"/>
                  </a:ext>
                </a:extLst>
              </p14:cNvPr>
              <p14:cNvContentPartPr/>
              <p14:nvPr/>
            </p14:nvContentPartPr>
            <p14:xfrm>
              <a:off x="6084971" y="2828575"/>
              <a:ext cx="59400" cy="15372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FD9872CA-5693-4F64-A219-96B0DF58216A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6075971" y="2819575"/>
                <a:ext cx="77040" cy="17136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5F558CA5-E5A6-3C6C-8F2C-D00BD9BEC4CC}"/>
              </a:ext>
            </a:extLst>
          </p:cNvPr>
          <p:cNvGrpSpPr/>
          <p:nvPr/>
        </p:nvGrpSpPr>
        <p:grpSpPr>
          <a:xfrm>
            <a:off x="6444971" y="2756215"/>
            <a:ext cx="1367280" cy="372600"/>
            <a:chOff x="6444971" y="2756215"/>
            <a:chExt cx="1367280" cy="37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D7ABC22-9B68-26A0-4DA1-AB937270AC7B}"/>
                    </a:ext>
                  </a:extLst>
                </p14:cNvPr>
                <p14:cNvContentPartPr/>
                <p14:nvPr/>
              </p14:nvContentPartPr>
              <p14:xfrm>
                <a:off x="6603731" y="2763775"/>
                <a:ext cx="56880" cy="2797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D7ABC22-9B68-26A0-4DA1-AB937270AC7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595091" y="2754775"/>
                  <a:ext cx="7452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F155B3E-31DE-203E-46DF-856DA019DE28}"/>
                    </a:ext>
                  </a:extLst>
                </p14:cNvPr>
                <p14:cNvContentPartPr/>
                <p14:nvPr/>
              </p14:nvContentPartPr>
              <p14:xfrm>
                <a:off x="6444971" y="2779255"/>
                <a:ext cx="320760" cy="601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F155B3E-31DE-203E-46DF-856DA019DE2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435971" y="2770255"/>
                  <a:ext cx="3384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B86F79C-D599-82D1-68EC-C5D152072650}"/>
                    </a:ext>
                  </a:extLst>
                </p14:cNvPr>
                <p14:cNvContentPartPr/>
                <p14:nvPr/>
              </p14:nvContentPartPr>
              <p14:xfrm>
                <a:off x="6788771" y="2925415"/>
                <a:ext cx="148320" cy="2034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B86F79C-D599-82D1-68EC-C5D15207265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780131" y="2916415"/>
                  <a:ext cx="16596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578014B-10DE-243D-043C-0B63D2781E6B}"/>
                    </a:ext>
                  </a:extLst>
                </p14:cNvPr>
                <p14:cNvContentPartPr/>
                <p14:nvPr/>
              </p14:nvContentPartPr>
              <p14:xfrm>
                <a:off x="7083971" y="2887615"/>
                <a:ext cx="222120" cy="446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578014B-10DE-243D-043C-0B63D2781E6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075331" y="2878615"/>
                  <a:ext cx="2397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1967526-6423-823D-6A74-23552F2CAC0C}"/>
                    </a:ext>
                  </a:extLst>
                </p14:cNvPr>
                <p14:cNvContentPartPr/>
                <p14:nvPr/>
              </p14:nvContentPartPr>
              <p14:xfrm>
                <a:off x="7282691" y="2756215"/>
                <a:ext cx="338760" cy="2376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1967526-6423-823D-6A74-23552F2CAC0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273691" y="2747215"/>
                  <a:ext cx="35640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58EDD0A-7ACE-E1FA-BF10-CEE3D9FE6D6D}"/>
                    </a:ext>
                  </a:extLst>
                </p14:cNvPr>
                <p14:cNvContentPartPr/>
                <p14:nvPr/>
              </p14:nvContentPartPr>
              <p14:xfrm>
                <a:off x="7615331" y="2876815"/>
                <a:ext cx="196920" cy="2077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58EDD0A-7ACE-E1FA-BF10-CEE3D9FE6D6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606331" y="2868175"/>
                  <a:ext cx="214560" cy="22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B9FA95C-75DC-344C-00D7-31DBA698D3C3}"/>
              </a:ext>
            </a:extLst>
          </p:cNvPr>
          <p:cNvGrpSpPr/>
          <p:nvPr/>
        </p:nvGrpSpPr>
        <p:grpSpPr>
          <a:xfrm>
            <a:off x="5206211" y="3537775"/>
            <a:ext cx="615600" cy="326880"/>
            <a:chOff x="5206211" y="3537775"/>
            <a:chExt cx="615600" cy="32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DBE2BF1-DFE9-AE07-F532-B77085DD3A1C}"/>
                    </a:ext>
                  </a:extLst>
                </p14:cNvPr>
                <p14:cNvContentPartPr/>
                <p14:nvPr/>
              </p14:nvContentPartPr>
              <p14:xfrm>
                <a:off x="5206211" y="3561535"/>
                <a:ext cx="230400" cy="1515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DBE2BF1-DFE9-AE07-F532-B77085DD3A1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197571" y="3552895"/>
                  <a:ext cx="2480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0E0A607-47A0-E9CE-34D7-31FCA90997B2}"/>
                    </a:ext>
                  </a:extLst>
                </p14:cNvPr>
                <p14:cNvContentPartPr/>
                <p14:nvPr/>
              </p14:nvContentPartPr>
              <p14:xfrm>
                <a:off x="5369651" y="3591775"/>
                <a:ext cx="315000" cy="2728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0E0A607-47A0-E9CE-34D7-31FCA90997B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361011" y="3583135"/>
                  <a:ext cx="33264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7F04558-F22C-DA15-8E34-492E62C45F10}"/>
                    </a:ext>
                  </a:extLst>
                </p14:cNvPr>
                <p14:cNvContentPartPr/>
                <p14:nvPr/>
              </p14:nvContentPartPr>
              <p14:xfrm>
                <a:off x="5780771" y="3537775"/>
                <a:ext cx="41040" cy="2786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7F04558-F22C-DA15-8E34-492E62C45F1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772131" y="3528775"/>
                  <a:ext cx="58680" cy="29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6E350226-ADDF-4B8A-06BF-E3CCB99B702E}"/>
                  </a:ext>
                </a:extLst>
              </p14:cNvPr>
              <p14:cNvContentPartPr/>
              <p14:nvPr/>
            </p14:nvContentPartPr>
            <p14:xfrm>
              <a:off x="6029891" y="3580615"/>
              <a:ext cx="77040" cy="972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6E350226-ADDF-4B8A-06BF-E3CCB99B702E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020891" y="3571975"/>
                <a:ext cx="9468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11C91A55-47A0-EECC-38A4-A756838037B7}"/>
                  </a:ext>
                </a:extLst>
              </p14:cNvPr>
              <p14:cNvContentPartPr/>
              <p14:nvPr/>
            </p14:nvContentPartPr>
            <p14:xfrm>
              <a:off x="6123851" y="3712735"/>
              <a:ext cx="21240" cy="720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11C91A55-47A0-EECC-38A4-A756838037B7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6115211" y="3704095"/>
                <a:ext cx="38880" cy="24840"/>
              </a:xfrm>
              <a:prstGeom prst="rect">
                <a:avLst/>
              </a:prstGeom>
            </p:spPr>
          </p:pic>
        </mc:Fallback>
      </mc:AlternateContent>
      <p:grpSp>
        <p:nvGrpSpPr>
          <p:cNvPr id="75" name="Group 74">
            <a:extLst>
              <a:ext uri="{FF2B5EF4-FFF2-40B4-BE49-F238E27FC236}">
                <a16:creationId xmlns:a16="http://schemas.microsoft.com/office/drawing/2014/main" id="{7DF96420-C7C0-445B-72D9-CC7F326F4BC9}"/>
              </a:ext>
            </a:extLst>
          </p:cNvPr>
          <p:cNvGrpSpPr/>
          <p:nvPr/>
        </p:nvGrpSpPr>
        <p:grpSpPr>
          <a:xfrm>
            <a:off x="6427331" y="3421495"/>
            <a:ext cx="1296720" cy="461880"/>
            <a:chOff x="6427331" y="3421495"/>
            <a:chExt cx="1296720" cy="46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7A88030-7F52-A43D-1BE8-87C0C106DCED}"/>
                    </a:ext>
                  </a:extLst>
                </p14:cNvPr>
                <p14:cNvContentPartPr/>
                <p14:nvPr/>
              </p14:nvContentPartPr>
              <p14:xfrm>
                <a:off x="6485651" y="3451735"/>
                <a:ext cx="223920" cy="3384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7A88030-7F52-A43D-1BE8-87C0C106DCE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477011" y="3443095"/>
                  <a:ext cx="24156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B8174D5-CC58-EAB0-DE06-97C08FBE28B2}"/>
                    </a:ext>
                  </a:extLst>
                </p14:cNvPr>
                <p14:cNvContentPartPr/>
                <p14:nvPr/>
              </p14:nvContentPartPr>
              <p14:xfrm>
                <a:off x="6427331" y="3602935"/>
                <a:ext cx="309600" cy="460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B8174D5-CC58-EAB0-DE06-97C08FBE28B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418691" y="3594295"/>
                  <a:ext cx="3272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1043F4C-D888-685A-5E09-21618F57243B}"/>
                    </a:ext>
                  </a:extLst>
                </p14:cNvPr>
                <p14:cNvContentPartPr/>
                <p14:nvPr/>
              </p14:nvContentPartPr>
              <p14:xfrm>
                <a:off x="6767531" y="3673495"/>
                <a:ext cx="137160" cy="2091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1043F4C-D888-685A-5E09-21618F57243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758891" y="3664855"/>
                  <a:ext cx="1548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87AE9E1-9D4B-8141-9287-E0F6BA4F0397}"/>
                    </a:ext>
                  </a:extLst>
                </p14:cNvPr>
                <p14:cNvContentPartPr/>
                <p14:nvPr/>
              </p14:nvContentPartPr>
              <p14:xfrm>
                <a:off x="7043291" y="3628855"/>
                <a:ext cx="193680" cy="752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87AE9E1-9D4B-8141-9287-E0F6BA4F039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034291" y="3620215"/>
                  <a:ext cx="2113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B1C96A2-4A5D-275A-8B32-BF4790021DAE}"/>
                    </a:ext>
                  </a:extLst>
                </p14:cNvPr>
                <p14:cNvContentPartPr/>
                <p14:nvPr/>
              </p14:nvContentPartPr>
              <p14:xfrm>
                <a:off x="7364051" y="3421495"/>
                <a:ext cx="196200" cy="3160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B1C96A2-4A5D-275A-8B32-BF4790021DA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355411" y="3412855"/>
                  <a:ext cx="21384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58408C8-6144-CB37-181B-8D9A087B22D9}"/>
                    </a:ext>
                  </a:extLst>
                </p14:cNvPr>
                <p14:cNvContentPartPr/>
                <p14:nvPr/>
              </p14:nvContentPartPr>
              <p14:xfrm>
                <a:off x="7295291" y="3614095"/>
                <a:ext cx="428760" cy="2692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58408C8-6144-CB37-181B-8D9A087B22D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286651" y="3605455"/>
                  <a:ext cx="446400" cy="28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EA7425BE-AD74-8A1F-2811-845BA7273017}"/>
              </a:ext>
            </a:extLst>
          </p:cNvPr>
          <p:cNvGrpSpPr/>
          <p:nvPr/>
        </p:nvGrpSpPr>
        <p:grpSpPr>
          <a:xfrm>
            <a:off x="276731" y="4709215"/>
            <a:ext cx="1413000" cy="353880"/>
            <a:chOff x="276731" y="4709215"/>
            <a:chExt cx="1413000" cy="35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BFE910A-F54D-6D67-7F6C-9C064E80C042}"/>
                    </a:ext>
                  </a:extLst>
                </p14:cNvPr>
                <p14:cNvContentPartPr/>
                <p14:nvPr/>
              </p14:nvContentPartPr>
              <p14:xfrm>
                <a:off x="394811" y="4783735"/>
                <a:ext cx="371160" cy="2793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BFE910A-F54D-6D67-7F6C-9C064E80C04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85811" y="4775095"/>
                  <a:ext cx="38880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34AC78D-E85C-E111-788A-925A0E0183A4}"/>
                    </a:ext>
                  </a:extLst>
                </p14:cNvPr>
                <p14:cNvContentPartPr/>
                <p14:nvPr/>
              </p14:nvContentPartPr>
              <p14:xfrm>
                <a:off x="276731" y="4709215"/>
                <a:ext cx="265320" cy="453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34AC78D-E85C-E111-788A-925A0E0183A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68091" y="4700215"/>
                  <a:ext cx="2829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5CC993D-82AD-F455-A90D-2E4ED8A1044F}"/>
                    </a:ext>
                  </a:extLst>
                </p14:cNvPr>
                <p14:cNvContentPartPr/>
                <p14:nvPr/>
              </p14:nvContentPartPr>
              <p14:xfrm>
                <a:off x="724571" y="4712455"/>
                <a:ext cx="128160" cy="223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5CC993D-82AD-F455-A90D-2E4ED8A1044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15571" y="4703455"/>
                  <a:ext cx="1458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EF695A6-1106-F686-D4F3-A3721A474D37}"/>
                    </a:ext>
                  </a:extLst>
                </p14:cNvPr>
                <p14:cNvContentPartPr/>
                <p14:nvPr/>
              </p14:nvContentPartPr>
              <p14:xfrm>
                <a:off x="858851" y="4828735"/>
                <a:ext cx="444600" cy="2278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EF695A6-1106-F686-D4F3-A3721A474D3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49851" y="4819735"/>
                  <a:ext cx="4622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32FAC6B-7AF6-2BA3-08FF-9F411628A92E}"/>
                    </a:ext>
                  </a:extLst>
                </p14:cNvPr>
                <p14:cNvContentPartPr/>
                <p14:nvPr/>
              </p14:nvContentPartPr>
              <p14:xfrm>
                <a:off x="1217051" y="4851055"/>
                <a:ext cx="438120" cy="630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32FAC6B-7AF6-2BA3-08FF-9F411628A92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208051" y="4842055"/>
                  <a:ext cx="4557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43E2CFA-C5D8-1615-94FF-44B155AC45AE}"/>
                    </a:ext>
                  </a:extLst>
                </p14:cNvPr>
                <p14:cNvContentPartPr/>
                <p14:nvPr/>
              </p14:nvContentPartPr>
              <p14:xfrm>
                <a:off x="1522331" y="4915135"/>
                <a:ext cx="167400" cy="334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43E2CFA-C5D8-1615-94FF-44B155AC45A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513331" y="4906135"/>
                  <a:ext cx="185040" cy="5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C426DF55-CF86-50A8-25DD-81B12766F28B}"/>
              </a:ext>
            </a:extLst>
          </p:cNvPr>
          <p:cNvGrpSpPr/>
          <p:nvPr/>
        </p:nvGrpSpPr>
        <p:grpSpPr>
          <a:xfrm>
            <a:off x="1897091" y="4732255"/>
            <a:ext cx="937440" cy="366840"/>
            <a:chOff x="1897091" y="4732255"/>
            <a:chExt cx="937440" cy="36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01DD32D-2FE5-455F-C932-91930C6FA351}"/>
                    </a:ext>
                  </a:extLst>
                </p14:cNvPr>
                <p14:cNvContentPartPr/>
                <p14:nvPr/>
              </p14:nvContentPartPr>
              <p14:xfrm>
                <a:off x="1897091" y="5000815"/>
                <a:ext cx="15120" cy="982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01DD32D-2FE5-455F-C932-91930C6FA35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888091" y="4992175"/>
                  <a:ext cx="327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9EC9DCF-6F8B-0DF7-9D64-49B2D2DD78CE}"/>
                    </a:ext>
                  </a:extLst>
                </p14:cNvPr>
                <p14:cNvContentPartPr/>
                <p14:nvPr/>
              </p14:nvContentPartPr>
              <p14:xfrm>
                <a:off x="2016611" y="4823335"/>
                <a:ext cx="324000" cy="2275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9EC9DCF-6F8B-0DF7-9D64-49B2D2DD78C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007971" y="4814695"/>
                  <a:ext cx="3416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F22B507-4BD5-10A2-EA19-9C89452E528D}"/>
                    </a:ext>
                  </a:extLst>
                </p14:cNvPr>
                <p14:cNvContentPartPr/>
                <p14:nvPr/>
              </p14:nvContentPartPr>
              <p14:xfrm>
                <a:off x="1969811" y="4732255"/>
                <a:ext cx="422280" cy="720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F22B507-4BD5-10A2-EA19-9C89452E528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961171" y="4723255"/>
                  <a:ext cx="4399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5BC8B2B-6AB7-E6DB-3692-8C0C5E2EEB85}"/>
                    </a:ext>
                  </a:extLst>
                </p14:cNvPr>
                <p14:cNvContentPartPr/>
                <p14:nvPr/>
              </p14:nvContentPartPr>
              <p14:xfrm>
                <a:off x="2425211" y="4938535"/>
                <a:ext cx="197640" cy="910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5BC8B2B-6AB7-E6DB-3692-8C0C5E2EEB8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416571" y="4929535"/>
                  <a:ext cx="2152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EC301E8-0C37-F1B9-36FD-8E0B4E0B3C04}"/>
                    </a:ext>
                  </a:extLst>
                </p14:cNvPr>
                <p14:cNvContentPartPr/>
                <p14:nvPr/>
              </p14:nvContentPartPr>
              <p14:xfrm>
                <a:off x="2711051" y="4815415"/>
                <a:ext cx="123480" cy="1382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EC301E8-0C37-F1B9-36FD-8E0B4E0B3C0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702411" y="4806415"/>
                  <a:ext cx="14112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2CCF2D8F-EB8D-8AF9-A330-740DD1F34A27}"/>
              </a:ext>
            </a:extLst>
          </p:cNvPr>
          <p:cNvGrpSpPr/>
          <p:nvPr/>
        </p:nvGrpSpPr>
        <p:grpSpPr>
          <a:xfrm>
            <a:off x="3060971" y="4582495"/>
            <a:ext cx="773280" cy="1002960"/>
            <a:chOff x="3060971" y="4582495"/>
            <a:chExt cx="773280" cy="100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DED08EB-1C84-BDEB-D300-F3F19FBDC216}"/>
                    </a:ext>
                  </a:extLst>
                </p14:cNvPr>
                <p14:cNvContentPartPr/>
                <p14:nvPr/>
              </p14:nvContentPartPr>
              <p14:xfrm>
                <a:off x="3078251" y="4964815"/>
                <a:ext cx="152280" cy="99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DED08EB-1C84-BDEB-D300-F3F19FBDC21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069251" y="4955815"/>
                  <a:ext cx="1699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3359CCC-CA3B-5DEA-80DB-455122F3C8D0}"/>
                    </a:ext>
                  </a:extLst>
                </p14:cNvPr>
                <p14:cNvContentPartPr/>
                <p14:nvPr/>
              </p14:nvContentPartPr>
              <p14:xfrm>
                <a:off x="3265091" y="4767895"/>
                <a:ext cx="324360" cy="2257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3359CCC-CA3B-5DEA-80DB-455122F3C8D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256451" y="4759255"/>
                  <a:ext cx="34200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EA03BD9-AB1E-3B0E-49A4-1BB11A0CD254}"/>
                    </a:ext>
                  </a:extLst>
                </p14:cNvPr>
                <p14:cNvContentPartPr/>
                <p14:nvPr/>
              </p14:nvContentPartPr>
              <p14:xfrm>
                <a:off x="3154211" y="4672855"/>
                <a:ext cx="541440" cy="738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EA03BD9-AB1E-3B0E-49A4-1BB11A0CD25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145571" y="4663855"/>
                  <a:ext cx="5590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CDEDEDB-638A-7CB0-97C3-6F3E1282D662}"/>
                    </a:ext>
                  </a:extLst>
                </p14:cNvPr>
                <p14:cNvContentPartPr/>
                <p14:nvPr/>
              </p14:nvContentPartPr>
              <p14:xfrm>
                <a:off x="3658931" y="4900015"/>
                <a:ext cx="175320" cy="1731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CDEDEDB-638A-7CB0-97C3-6F3E1282D66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650291" y="4891015"/>
                  <a:ext cx="1929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E02284E-29B5-52E7-3CBB-C0B1E9C3F8A8}"/>
                    </a:ext>
                  </a:extLst>
                </p14:cNvPr>
                <p14:cNvContentPartPr/>
                <p14:nvPr/>
              </p14:nvContentPartPr>
              <p14:xfrm>
                <a:off x="3060971" y="4582495"/>
                <a:ext cx="426600" cy="9190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E02284E-29B5-52E7-3CBB-C0B1E9C3F8A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052331" y="4573495"/>
                  <a:ext cx="444240" cy="9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EFB7494-F21C-CCCE-D555-1328D74357F4}"/>
                    </a:ext>
                  </a:extLst>
                </p14:cNvPr>
                <p14:cNvContentPartPr/>
                <p14:nvPr/>
              </p14:nvContentPartPr>
              <p14:xfrm>
                <a:off x="3393971" y="5427415"/>
                <a:ext cx="124200" cy="1580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EFB7494-F21C-CCCE-D555-1328D74357F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385331" y="5418775"/>
                  <a:ext cx="1418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62F8E77-3162-E224-F745-49CA312968D6}"/>
                    </a:ext>
                  </a:extLst>
                </p14:cNvPr>
                <p14:cNvContentPartPr/>
                <p14:nvPr/>
              </p14:nvContentPartPr>
              <p14:xfrm>
                <a:off x="3612851" y="5389615"/>
                <a:ext cx="191520" cy="1954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62F8E77-3162-E224-F745-49CA312968D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603851" y="5380615"/>
                  <a:ext cx="209160" cy="21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3C74F88B-BB08-7D5A-ED71-59D56FB9B712}"/>
                  </a:ext>
                </a:extLst>
              </p14:cNvPr>
              <p14:cNvContentPartPr/>
              <p14:nvPr/>
            </p14:nvContentPartPr>
            <p14:xfrm>
              <a:off x="6688691" y="2547775"/>
              <a:ext cx="857520" cy="2808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3C74F88B-BB08-7D5A-ED71-59D56FB9B712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6679691" y="2539135"/>
                <a:ext cx="875160" cy="4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4" name="Group 113">
            <a:extLst>
              <a:ext uri="{FF2B5EF4-FFF2-40B4-BE49-F238E27FC236}">
                <a16:creationId xmlns:a16="http://schemas.microsoft.com/office/drawing/2014/main" id="{64CD5E75-F1FC-CE7E-8E22-F3BA6C5B0A5D}"/>
              </a:ext>
            </a:extLst>
          </p:cNvPr>
          <p:cNvGrpSpPr/>
          <p:nvPr/>
        </p:nvGrpSpPr>
        <p:grpSpPr>
          <a:xfrm>
            <a:off x="4058891" y="4574935"/>
            <a:ext cx="2178360" cy="741600"/>
            <a:chOff x="4058891" y="4574935"/>
            <a:chExt cx="2178360" cy="74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A1F6DAF-2B10-9EF9-8BAD-67406A676BC1}"/>
                    </a:ext>
                  </a:extLst>
                </p14:cNvPr>
                <p14:cNvContentPartPr/>
                <p14:nvPr/>
              </p14:nvContentPartPr>
              <p14:xfrm>
                <a:off x="4119731" y="4756375"/>
                <a:ext cx="26640" cy="1324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A1F6DAF-2B10-9EF9-8BAD-67406A676BC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110731" y="4747375"/>
                  <a:ext cx="442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619DE1A-0CDB-04D9-5C54-00565D6D098B}"/>
                    </a:ext>
                  </a:extLst>
                </p14:cNvPr>
                <p14:cNvContentPartPr/>
                <p14:nvPr/>
              </p14:nvContentPartPr>
              <p14:xfrm>
                <a:off x="4058891" y="4813615"/>
                <a:ext cx="97200" cy="212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619DE1A-0CDB-04D9-5C54-00565D6D098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050251" y="4804615"/>
                  <a:ext cx="1148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E4CA0CE-0065-7BEB-634C-E001CBD4C60E}"/>
                    </a:ext>
                  </a:extLst>
                </p14:cNvPr>
                <p14:cNvContentPartPr/>
                <p14:nvPr/>
              </p14:nvContentPartPr>
              <p14:xfrm>
                <a:off x="4278851" y="4883815"/>
                <a:ext cx="122760" cy="1771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E4CA0CE-0065-7BEB-634C-E001CBD4C60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270211" y="4875175"/>
                  <a:ext cx="1404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47DB3B3-8D56-1711-EBBF-0C36F32EF5B6}"/>
                    </a:ext>
                  </a:extLst>
                </p14:cNvPr>
                <p14:cNvContentPartPr/>
                <p14:nvPr/>
              </p14:nvContentPartPr>
              <p14:xfrm>
                <a:off x="4495571" y="4704895"/>
                <a:ext cx="362880" cy="2253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47DB3B3-8D56-1711-EBBF-0C36F32EF5B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486571" y="4696255"/>
                  <a:ext cx="38052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6AE3EEC-4131-5D1D-1A1B-2CA157FF9F8B}"/>
                    </a:ext>
                  </a:extLst>
                </p14:cNvPr>
                <p14:cNvContentPartPr/>
                <p14:nvPr/>
              </p14:nvContentPartPr>
              <p14:xfrm>
                <a:off x="4398011" y="4623535"/>
                <a:ext cx="568800" cy="410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6AE3EEC-4131-5D1D-1A1B-2CA157FF9F8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389011" y="4614535"/>
                  <a:ext cx="5864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7370364-E7CD-2474-BFFE-DED6DBBD0F3F}"/>
                    </a:ext>
                  </a:extLst>
                </p14:cNvPr>
                <p14:cNvContentPartPr/>
                <p14:nvPr/>
              </p14:nvContentPartPr>
              <p14:xfrm>
                <a:off x="4939091" y="4842775"/>
                <a:ext cx="108720" cy="1677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7370364-E7CD-2474-BFFE-DED6DBBD0F3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930091" y="4833775"/>
                  <a:ext cx="1263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AA9C988-E74F-98FA-B5E6-111C2974E675}"/>
                    </a:ext>
                  </a:extLst>
                </p14:cNvPr>
                <p14:cNvContentPartPr/>
                <p14:nvPr/>
              </p14:nvContentPartPr>
              <p14:xfrm>
                <a:off x="5193971" y="4740535"/>
                <a:ext cx="182880" cy="1393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AA9C988-E74F-98FA-B5E6-111C2974E67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185331" y="4731895"/>
                  <a:ext cx="2005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9C14BA1-70FD-4503-A1F4-8766839BC65F}"/>
                    </a:ext>
                  </a:extLst>
                </p14:cNvPr>
                <p14:cNvContentPartPr/>
                <p14:nvPr/>
              </p14:nvContentPartPr>
              <p14:xfrm>
                <a:off x="5496011" y="4846375"/>
                <a:ext cx="165960" cy="1195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9C14BA1-70FD-4503-A1F4-8766839BC65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487371" y="4837375"/>
                  <a:ext cx="1836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47B8060-3196-F3B1-CA7D-3CC69CBB679D}"/>
                    </a:ext>
                  </a:extLst>
                </p14:cNvPr>
                <p14:cNvContentPartPr/>
                <p14:nvPr/>
              </p14:nvContentPartPr>
              <p14:xfrm>
                <a:off x="5566571" y="4869775"/>
                <a:ext cx="58680" cy="1386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47B8060-3196-F3B1-CA7D-3CC69CBB679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557571" y="4860775"/>
                  <a:ext cx="763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96C1015-43AF-C594-0B8B-ECF8AA6AEAD2}"/>
                    </a:ext>
                  </a:extLst>
                </p14:cNvPr>
                <p14:cNvContentPartPr/>
                <p14:nvPr/>
              </p14:nvContentPartPr>
              <p14:xfrm>
                <a:off x="5720651" y="4696255"/>
                <a:ext cx="354600" cy="2268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96C1015-43AF-C594-0B8B-ECF8AA6AEAD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711651" y="4687255"/>
                  <a:ext cx="3722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A2C1BAD-1A12-6D0D-61B8-E2B1069D5AC8}"/>
                    </a:ext>
                  </a:extLst>
                </p14:cNvPr>
                <p14:cNvContentPartPr/>
                <p14:nvPr/>
              </p14:nvContentPartPr>
              <p14:xfrm>
                <a:off x="5650451" y="4635415"/>
                <a:ext cx="586800" cy="3524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A2C1BAD-1A12-6D0D-61B8-E2B1069D5AC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641811" y="4626775"/>
                  <a:ext cx="60444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7922732-03FD-5489-6191-8654DEA96A3A}"/>
                    </a:ext>
                  </a:extLst>
                </p14:cNvPr>
                <p14:cNvContentPartPr/>
                <p14:nvPr/>
              </p14:nvContentPartPr>
              <p14:xfrm>
                <a:off x="5591051" y="4574935"/>
                <a:ext cx="433440" cy="6678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7922732-03FD-5489-6191-8654DEA96A3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582051" y="4565935"/>
                  <a:ext cx="451080" cy="68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39E5153-AE23-A43A-B200-0312D216B2D9}"/>
                    </a:ext>
                  </a:extLst>
                </p14:cNvPr>
                <p14:cNvContentPartPr/>
                <p14:nvPr/>
              </p14:nvContentPartPr>
              <p14:xfrm>
                <a:off x="5847731" y="5168935"/>
                <a:ext cx="83520" cy="1198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39E5153-AE23-A43A-B200-0312D216B2D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839091" y="5160295"/>
                  <a:ext cx="1011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1699B73-5D24-5A8A-B45F-AA73A7745D58}"/>
                    </a:ext>
                  </a:extLst>
                </p14:cNvPr>
                <p14:cNvContentPartPr/>
                <p14:nvPr/>
              </p14:nvContentPartPr>
              <p14:xfrm>
                <a:off x="6005411" y="5188735"/>
                <a:ext cx="131040" cy="1278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1699B73-5D24-5A8A-B45F-AA73A7745D5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996411" y="5180095"/>
                  <a:ext cx="14868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6FE5B123-9923-9047-3A7E-D64AE8C604B9}"/>
              </a:ext>
            </a:extLst>
          </p:cNvPr>
          <p:cNvGrpSpPr/>
          <p:nvPr/>
        </p:nvGrpSpPr>
        <p:grpSpPr>
          <a:xfrm>
            <a:off x="2072051" y="5343535"/>
            <a:ext cx="234720" cy="415800"/>
            <a:chOff x="2072051" y="5343535"/>
            <a:chExt cx="234720" cy="41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5351575-3AC8-66E8-C6CC-AE487F8008D3}"/>
                    </a:ext>
                  </a:extLst>
                </p14:cNvPr>
                <p14:cNvContentPartPr/>
                <p14:nvPr/>
              </p14:nvContentPartPr>
              <p14:xfrm>
                <a:off x="2150171" y="5388535"/>
                <a:ext cx="112320" cy="3708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5351575-3AC8-66E8-C6CC-AE487F8008D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141531" y="5379535"/>
                  <a:ext cx="12996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5AABF1DF-8CA3-C230-E9AD-5D48D6A88600}"/>
                    </a:ext>
                  </a:extLst>
                </p14:cNvPr>
                <p14:cNvContentPartPr/>
                <p14:nvPr/>
              </p14:nvContentPartPr>
              <p14:xfrm>
                <a:off x="2072051" y="5343535"/>
                <a:ext cx="234720" cy="2232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5AABF1DF-8CA3-C230-E9AD-5D48D6A8860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063051" y="5334895"/>
                  <a:ext cx="252360" cy="24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8ACF1951-5899-F59D-0829-F3AAD6BE8529}"/>
              </a:ext>
            </a:extLst>
          </p:cNvPr>
          <p:cNvGrpSpPr/>
          <p:nvPr/>
        </p:nvGrpSpPr>
        <p:grpSpPr>
          <a:xfrm>
            <a:off x="4493411" y="5216455"/>
            <a:ext cx="164520" cy="338760"/>
            <a:chOff x="4493411" y="5216455"/>
            <a:chExt cx="164520" cy="33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3704FCB3-8552-C467-83A4-B00D0E385DF5}"/>
                    </a:ext>
                  </a:extLst>
                </p14:cNvPr>
                <p14:cNvContentPartPr/>
                <p14:nvPr/>
              </p14:nvContentPartPr>
              <p14:xfrm>
                <a:off x="4583771" y="5268295"/>
                <a:ext cx="72720" cy="2869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3704FCB3-8552-C467-83A4-B00D0E385DF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574771" y="5259295"/>
                  <a:ext cx="9036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3620BA0-4431-AFD9-FB3B-DD844C8573C2}"/>
                    </a:ext>
                  </a:extLst>
                </p14:cNvPr>
                <p14:cNvContentPartPr/>
                <p14:nvPr/>
              </p14:nvContentPartPr>
              <p14:xfrm>
                <a:off x="4493411" y="5216455"/>
                <a:ext cx="164520" cy="1224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3620BA0-4431-AFD9-FB3B-DD844C8573C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484771" y="5207815"/>
                  <a:ext cx="182160" cy="140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60935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071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7222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O'Connor, Jacqueline Antonia</dc:creator>
  <cp:lastModifiedBy>O'Connor, Jacqueline Antonia</cp:lastModifiedBy>
  <cp:revision>1</cp:revision>
  <dcterms:created xsi:type="dcterms:W3CDTF">2022-06-22T20:25:55Z</dcterms:created>
  <dcterms:modified xsi:type="dcterms:W3CDTF">2022-06-22T22:18:42Z</dcterms:modified>
</cp:coreProperties>
</file>